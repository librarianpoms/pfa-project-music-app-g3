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19"/>
  </p:notesMasterIdLst>
  <p:sldIdLst>
    <p:sldId id="256" r:id="rId2"/>
    <p:sldId id="260" r:id="rId3"/>
    <p:sldId id="262" r:id="rId4"/>
    <p:sldId id="346" r:id="rId5"/>
    <p:sldId id="264" r:id="rId6"/>
    <p:sldId id="347" r:id="rId7"/>
    <p:sldId id="257" r:id="rId8"/>
    <p:sldId id="348" r:id="rId9"/>
    <p:sldId id="349" r:id="rId10"/>
    <p:sldId id="350" r:id="rId11"/>
    <p:sldId id="351" r:id="rId12"/>
    <p:sldId id="266" r:id="rId13"/>
    <p:sldId id="352" r:id="rId14"/>
    <p:sldId id="353" r:id="rId15"/>
    <p:sldId id="267" r:id="rId16"/>
    <p:sldId id="263" r:id="rId17"/>
    <p:sldId id="321" r:id="rId18"/>
  </p:sldIdLst>
  <p:sldSz cx="9144000" cy="5143500" type="screen16x9"/>
  <p:notesSz cx="6858000" cy="9144000"/>
  <p:embeddedFontLst>
    <p:embeddedFont>
      <p:font typeface="Barlow" panose="00000500000000000000" pitchFamily="2" charset="0"/>
      <p:regular r:id="rId20"/>
      <p:bold r:id="rId21"/>
      <p:italic r:id="rId22"/>
      <p:boldItalic r:id="rId23"/>
    </p:embeddedFont>
    <p:embeddedFont>
      <p:font typeface="Bebas Neue" panose="020B0606020202050201" pitchFamily="34" charset="0"/>
      <p:regular r:id="rId24"/>
    </p:embeddedFont>
    <p:embeddedFont>
      <p:font typeface="Lalezar" panose="00000500000000000000" pitchFamily="2" charset="-78"/>
      <p:regular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B73BDB-3B20-43A6-BE39-510D2462BFDF}">
  <a:tblStyle styleId="{DAB73BDB-3B20-43A6-BE39-510D2462BF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9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127372949c2_0_5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127372949c2_0_5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g11629f8e370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3" name="Google Shape;3603;g11629f8e370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5" name="Google Shape;4125;g11621753f2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6" name="Google Shape;4126;g11621753f2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4">
          <a:extLst>
            <a:ext uri="{FF2B5EF4-FFF2-40B4-BE49-F238E27FC236}">
              <a16:creationId xmlns:a16="http://schemas.microsoft.com/office/drawing/2014/main" id="{E7B88CEA-76A5-055A-82E9-8FF33AE9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5" name="Google Shape;4125;g11621753f28_0_54:notes">
            <a:extLst>
              <a:ext uri="{FF2B5EF4-FFF2-40B4-BE49-F238E27FC236}">
                <a16:creationId xmlns:a16="http://schemas.microsoft.com/office/drawing/2014/main" id="{05942601-2B68-8AD7-C0F4-B13C76E11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6" name="Google Shape;4126;g11621753f28_0_54:notes">
            <a:extLst>
              <a:ext uri="{FF2B5EF4-FFF2-40B4-BE49-F238E27FC236}">
                <a16:creationId xmlns:a16="http://schemas.microsoft.com/office/drawing/2014/main" id="{6FC63036-0E55-9F5D-F1D6-983DFEA2B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838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2" name="Google Shape;4642;g11621753f2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3" name="Google Shape;4643;g11621753f2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1">
          <a:extLst>
            <a:ext uri="{FF2B5EF4-FFF2-40B4-BE49-F238E27FC236}">
              <a16:creationId xmlns:a16="http://schemas.microsoft.com/office/drawing/2014/main" id="{02B61431-A688-F6B0-67A1-5C124910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2" name="Google Shape;4642;g11621753f28_0_30:notes">
            <a:extLst>
              <a:ext uri="{FF2B5EF4-FFF2-40B4-BE49-F238E27FC236}">
                <a16:creationId xmlns:a16="http://schemas.microsoft.com/office/drawing/2014/main" id="{FFC33954-C633-C508-ECA7-4ED25D742D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3" name="Google Shape;4643;g11621753f28_0_30:notes">
            <a:extLst>
              <a:ext uri="{FF2B5EF4-FFF2-40B4-BE49-F238E27FC236}">
                <a16:creationId xmlns:a16="http://schemas.microsoft.com/office/drawing/2014/main" id="{0C4E9D31-A6E3-C891-F844-863674A24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319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g1298d33e4ce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6" name="Google Shape;2906;g1298d33e4ce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4">
          <a:extLst>
            <a:ext uri="{FF2B5EF4-FFF2-40B4-BE49-F238E27FC236}">
              <a16:creationId xmlns:a16="http://schemas.microsoft.com/office/drawing/2014/main" id="{C2D0FD2A-6F7F-D120-6408-09201AE2C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g1298d33e4ce_0_432:notes">
            <a:extLst>
              <a:ext uri="{FF2B5EF4-FFF2-40B4-BE49-F238E27FC236}">
                <a16:creationId xmlns:a16="http://schemas.microsoft.com/office/drawing/2014/main" id="{D6D19D12-EC09-1839-97E9-A2C0DD8601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6" name="Google Shape;2906;g1298d33e4ce_0_432:notes">
            <a:extLst>
              <a:ext uri="{FF2B5EF4-FFF2-40B4-BE49-F238E27FC236}">
                <a16:creationId xmlns:a16="http://schemas.microsoft.com/office/drawing/2014/main" id="{24B68625-AD14-0BB1-F82E-77A8D0A7A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786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4">
          <a:extLst>
            <a:ext uri="{FF2B5EF4-FFF2-40B4-BE49-F238E27FC236}">
              <a16:creationId xmlns:a16="http://schemas.microsoft.com/office/drawing/2014/main" id="{43F77021-3F6B-7FCE-3750-AC79FF3D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g1298d33e4ce_0_432:notes">
            <a:extLst>
              <a:ext uri="{FF2B5EF4-FFF2-40B4-BE49-F238E27FC236}">
                <a16:creationId xmlns:a16="http://schemas.microsoft.com/office/drawing/2014/main" id="{28EB7F9B-0F08-7EFB-79F1-5FAD85A9C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6" name="Google Shape;2906;g1298d33e4ce_0_432:notes">
            <a:extLst>
              <a:ext uri="{FF2B5EF4-FFF2-40B4-BE49-F238E27FC236}">
                <a16:creationId xmlns:a16="http://schemas.microsoft.com/office/drawing/2014/main" id="{C448B9AB-5A26-FE48-085F-6FDB173B23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541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4">
          <a:extLst>
            <a:ext uri="{FF2B5EF4-FFF2-40B4-BE49-F238E27FC236}">
              <a16:creationId xmlns:a16="http://schemas.microsoft.com/office/drawing/2014/main" id="{CF495C22-4339-38D9-22B4-B54C6129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g1298d33e4ce_0_432:notes">
            <a:extLst>
              <a:ext uri="{FF2B5EF4-FFF2-40B4-BE49-F238E27FC236}">
                <a16:creationId xmlns:a16="http://schemas.microsoft.com/office/drawing/2014/main" id="{4DF7E75A-10E5-681D-920C-1F6522327B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6" name="Google Shape;2906;g1298d33e4ce_0_432:notes">
            <a:extLst>
              <a:ext uri="{FF2B5EF4-FFF2-40B4-BE49-F238E27FC236}">
                <a16:creationId xmlns:a16="http://schemas.microsoft.com/office/drawing/2014/main" id="{BB027E91-2616-788F-E2BB-69DE32B21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64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4">
          <a:extLst>
            <a:ext uri="{FF2B5EF4-FFF2-40B4-BE49-F238E27FC236}">
              <a16:creationId xmlns:a16="http://schemas.microsoft.com/office/drawing/2014/main" id="{A687FD6A-9A97-C34A-3A97-565E2BC1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g1298d33e4ce_0_432:notes">
            <a:extLst>
              <a:ext uri="{FF2B5EF4-FFF2-40B4-BE49-F238E27FC236}">
                <a16:creationId xmlns:a16="http://schemas.microsoft.com/office/drawing/2014/main" id="{6BD0A56C-8EF2-89CB-2BFC-0F7B8EB23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6" name="Google Shape;2906;g1298d33e4ce_0_432:notes">
            <a:extLst>
              <a:ext uri="{FF2B5EF4-FFF2-40B4-BE49-F238E27FC236}">
                <a16:creationId xmlns:a16="http://schemas.microsoft.com/office/drawing/2014/main" id="{5363E4AD-2325-9D1F-D3AB-3F0271E0F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89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5" name="Google Shape;5445;g11621753f28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6" name="Google Shape;5446;g11621753f28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4">
          <a:extLst>
            <a:ext uri="{FF2B5EF4-FFF2-40B4-BE49-F238E27FC236}">
              <a16:creationId xmlns:a16="http://schemas.microsoft.com/office/drawing/2014/main" id="{AC1610FA-E5EA-EEB6-D307-3529DB75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5" name="Google Shape;5445;g11621753f28_0_84:notes">
            <a:extLst>
              <a:ext uri="{FF2B5EF4-FFF2-40B4-BE49-F238E27FC236}">
                <a16:creationId xmlns:a16="http://schemas.microsoft.com/office/drawing/2014/main" id="{1325E114-D610-4220-6EC9-EF609E3407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6" name="Google Shape;5446;g11621753f28_0_84:notes">
            <a:extLst>
              <a:ext uri="{FF2B5EF4-FFF2-40B4-BE49-F238E27FC236}">
                <a16:creationId xmlns:a16="http://schemas.microsoft.com/office/drawing/2014/main" id="{5FC59749-BAC6-FEBB-E388-16CD5CEDF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782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4">
          <a:extLst>
            <a:ext uri="{FF2B5EF4-FFF2-40B4-BE49-F238E27FC236}">
              <a16:creationId xmlns:a16="http://schemas.microsoft.com/office/drawing/2014/main" id="{28D16E88-AF4C-79F9-209A-13703C3C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5" name="Google Shape;5445;g11621753f28_0_84:notes">
            <a:extLst>
              <a:ext uri="{FF2B5EF4-FFF2-40B4-BE49-F238E27FC236}">
                <a16:creationId xmlns:a16="http://schemas.microsoft.com/office/drawing/2014/main" id="{0D95838A-CCF4-A6ED-C7A1-8B508D84D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6" name="Google Shape;5446;g11621753f28_0_84:notes">
            <a:extLst>
              <a:ext uri="{FF2B5EF4-FFF2-40B4-BE49-F238E27FC236}">
                <a16:creationId xmlns:a16="http://schemas.microsoft.com/office/drawing/2014/main" id="{D0A2DC6B-E386-BE59-814B-5E9CB83E2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920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6" name="Google Shape;5596;g136e335728f_1_2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7" name="Google Shape;5597;g136e335728f_1_2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3" name="Google Shape;4373;g136e335728f_1_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4" name="Google Shape;4374;g136e335728f_1_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7" name="Google Shape;15957;g11629f8e37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8" name="Google Shape;15958;g11629f8e37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7014" y="4572191"/>
            <a:ext cx="3909083" cy="422283"/>
          </a:xfrm>
          <a:custGeom>
            <a:avLst/>
            <a:gdLst/>
            <a:ahLst/>
            <a:cxnLst/>
            <a:rect l="l" t="t" r="r" b="b"/>
            <a:pathLst>
              <a:path w="122350" h="13217" extrusionOk="0">
                <a:moveTo>
                  <a:pt x="13229" y="0"/>
                </a:moveTo>
                <a:lnTo>
                  <a:pt x="101085" y="0"/>
                </a:lnTo>
                <a:lnTo>
                  <a:pt x="122350" y="13216"/>
                </a:lnTo>
                <a:lnTo>
                  <a:pt x="1" y="1321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5975" y="4480109"/>
            <a:ext cx="9206201" cy="7285"/>
          </a:xfrm>
          <a:custGeom>
            <a:avLst/>
            <a:gdLst/>
            <a:ahLst/>
            <a:cxnLst/>
            <a:rect l="l" t="t" r="r" b="b"/>
            <a:pathLst>
              <a:path w="288144" h="228" extrusionOk="0">
                <a:moveTo>
                  <a:pt x="1" y="1"/>
                </a:moveTo>
                <a:lnTo>
                  <a:pt x="1" y="227"/>
                </a:lnTo>
                <a:lnTo>
                  <a:pt x="288144" y="227"/>
                </a:lnTo>
                <a:lnTo>
                  <a:pt x="2881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5975" y="4702646"/>
            <a:ext cx="9206201" cy="7285"/>
          </a:xfrm>
          <a:custGeom>
            <a:avLst/>
            <a:gdLst/>
            <a:ahLst/>
            <a:cxnLst/>
            <a:rect l="l" t="t" r="r" b="b"/>
            <a:pathLst>
              <a:path w="288144" h="228" extrusionOk="0">
                <a:moveTo>
                  <a:pt x="1" y="1"/>
                </a:moveTo>
                <a:lnTo>
                  <a:pt x="1" y="227"/>
                </a:lnTo>
                <a:lnTo>
                  <a:pt x="288144" y="227"/>
                </a:lnTo>
                <a:lnTo>
                  <a:pt x="2881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5975" y="4925215"/>
            <a:ext cx="9206201" cy="6869"/>
          </a:xfrm>
          <a:custGeom>
            <a:avLst/>
            <a:gdLst/>
            <a:ahLst/>
            <a:cxnLst/>
            <a:rect l="l" t="t" r="r" b="b"/>
            <a:pathLst>
              <a:path w="288144" h="215" extrusionOk="0">
                <a:moveTo>
                  <a:pt x="1" y="0"/>
                </a:moveTo>
                <a:lnTo>
                  <a:pt x="1" y="214"/>
                </a:lnTo>
                <a:lnTo>
                  <a:pt x="288144" y="214"/>
                </a:lnTo>
                <a:lnTo>
                  <a:pt x="288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15975" y="4480109"/>
            <a:ext cx="9206201" cy="7285"/>
          </a:xfrm>
          <a:custGeom>
            <a:avLst/>
            <a:gdLst/>
            <a:ahLst/>
            <a:cxnLst/>
            <a:rect l="l" t="t" r="r" b="b"/>
            <a:pathLst>
              <a:path w="288144" h="228" extrusionOk="0">
                <a:moveTo>
                  <a:pt x="1" y="1"/>
                </a:moveTo>
                <a:lnTo>
                  <a:pt x="1" y="227"/>
                </a:lnTo>
                <a:lnTo>
                  <a:pt x="288144" y="227"/>
                </a:lnTo>
                <a:lnTo>
                  <a:pt x="2881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5975" y="4702646"/>
            <a:ext cx="9206201" cy="7285"/>
          </a:xfrm>
          <a:custGeom>
            <a:avLst/>
            <a:gdLst/>
            <a:ahLst/>
            <a:cxnLst/>
            <a:rect l="l" t="t" r="r" b="b"/>
            <a:pathLst>
              <a:path w="288144" h="228" extrusionOk="0">
                <a:moveTo>
                  <a:pt x="1" y="1"/>
                </a:moveTo>
                <a:lnTo>
                  <a:pt x="1" y="227"/>
                </a:lnTo>
                <a:lnTo>
                  <a:pt x="288144" y="227"/>
                </a:lnTo>
                <a:lnTo>
                  <a:pt x="2881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68380" y="0"/>
            <a:ext cx="2890740" cy="2065248"/>
          </a:xfrm>
          <a:custGeom>
            <a:avLst/>
            <a:gdLst/>
            <a:ahLst/>
            <a:cxnLst/>
            <a:rect l="l" t="t" r="r" b="b"/>
            <a:pathLst>
              <a:path w="90477" h="64640" extrusionOk="0">
                <a:moveTo>
                  <a:pt x="51888" y="0"/>
                </a:moveTo>
                <a:lnTo>
                  <a:pt x="1" y="49125"/>
                </a:lnTo>
                <a:lnTo>
                  <a:pt x="20527" y="64639"/>
                </a:lnTo>
                <a:lnTo>
                  <a:pt x="904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0" y="0"/>
            <a:ext cx="2389349" cy="4932729"/>
          </a:xfrm>
          <a:custGeom>
            <a:avLst/>
            <a:gdLst/>
            <a:ahLst/>
            <a:cxnLst/>
            <a:rect l="l" t="t" r="r" b="b"/>
            <a:pathLst>
              <a:path w="74784" h="154389" extrusionOk="0">
                <a:moveTo>
                  <a:pt x="1" y="0"/>
                </a:moveTo>
                <a:lnTo>
                  <a:pt x="1" y="154388"/>
                </a:lnTo>
                <a:lnTo>
                  <a:pt x="20670" y="154281"/>
                </a:lnTo>
                <a:lnTo>
                  <a:pt x="41196" y="140375"/>
                </a:lnTo>
                <a:lnTo>
                  <a:pt x="40839" y="38267"/>
                </a:lnTo>
                <a:lnTo>
                  <a:pt x="747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658900" y="1573425"/>
            <a:ext cx="668738" cy="3354674"/>
          </a:xfrm>
          <a:custGeom>
            <a:avLst/>
            <a:gdLst/>
            <a:ahLst/>
            <a:cxnLst/>
            <a:rect l="l" t="t" r="r" b="b"/>
            <a:pathLst>
              <a:path w="20515" h="105121" extrusionOk="0">
                <a:moveTo>
                  <a:pt x="0" y="0"/>
                </a:moveTo>
                <a:lnTo>
                  <a:pt x="0" y="105120"/>
                </a:lnTo>
                <a:lnTo>
                  <a:pt x="20515" y="91214"/>
                </a:lnTo>
                <a:lnTo>
                  <a:pt x="20515" y="155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668380" y="0"/>
            <a:ext cx="2890740" cy="2065248"/>
          </a:xfrm>
          <a:custGeom>
            <a:avLst/>
            <a:gdLst/>
            <a:ahLst/>
            <a:cxnLst/>
            <a:rect l="l" t="t" r="r" b="b"/>
            <a:pathLst>
              <a:path w="90477" h="64640" extrusionOk="0">
                <a:moveTo>
                  <a:pt x="51888" y="0"/>
                </a:moveTo>
                <a:lnTo>
                  <a:pt x="1" y="49125"/>
                </a:lnTo>
                <a:lnTo>
                  <a:pt x="20527" y="64639"/>
                </a:lnTo>
                <a:lnTo>
                  <a:pt x="9047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242950" y="-875"/>
            <a:ext cx="2319425" cy="2071300"/>
          </a:xfrm>
          <a:custGeom>
            <a:avLst/>
            <a:gdLst/>
            <a:ahLst/>
            <a:cxnLst/>
            <a:rect l="l" t="t" r="r" b="b"/>
            <a:pathLst>
              <a:path w="92777" h="82852" extrusionOk="0">
                <a:moveTo>
                  <a:pt x="0" y="80422"/>
                </a:moveTo>
                <a:lnTo>
                  <a:pt x="3298" y="82852"/>
                </a:lnTo>
                <a:lnTo>
                  <a:pt x="92777" y="0"/>
                </a:lnTo>
                <a:lnTo>
                  <a:pt x="873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Google Shape;20;p2"/>
          <p:cNvSpPr/>
          <p:nvPr/>
        </p:nvSpPr>
        <p:spPr>
          <a:xfrm>
            <a:off x="1316500" y="-5700"/>
            <a:ext cx="7834400" cy="4492100"/>
          </a:xfrm>
          <a:custGeom>
            <a:avLst/>
            <a:gdLst/>
            <a:ahLst/>
            <a:cxnLst/>
            <a:rect l="l" t="t" r="r" b="b"/>
            <a:pathLst>
              <a:path w="313376" h="179684" extrusionOk="0">
                <a:moveTo>
                  <a:pt x="0" y="82902"/>
                </a:moveTo>
                <a:lnTo>
                  <a:pt x="89892" y="0"/>
                </a:lnTo>
                <a:lnTo>
                  <a:pt x="313286" y="240"/>
                </a:lnTo>
                <a:lnTo>
                  <a:pt x="313376" y="179684"/>
                </a:lnTo>
                <a:lnTo>
                  <a:pt x="42" y="179654"/>
                </a:lnTo>
                <a:close/>
              </a:path>
            </a:pathLst>
          </a:custGeom>
          <a:gradFill>
            <a:gsLst>
              <a:gs pos="0">
                <a:srgbClr val="F59A93">
                  <a:alpha val="15294"/>
                </a:srgbClr>
              </a:gs>
              <a:gs pos="100000">
                <a:srgbClr val="737373">
                  <a:alpha val="0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21" name="Google Shape;21;p2"/>
          <p:cNvSpPr/>
          <p:nvPr/>
        </p:nvSpPr>
        <p:spPr>
          <a:xfrm>
            <a:off x="1323975" y="-5700"/>
            <a:ext cx="7826925" cy="4492100"/>
          </a:xfrm>
          <a:custGeom>
            <a:avLst/>
            <a:gdLst/>
            <a:ahLst/>
            <a:cxnLst/>
            <a:rect l="l" t="t" r="r" b="b"/>
            <a:pathLst>
              <a:path w="313077" h="179684" extrusionOk="0">
                <a:moveTo>
                  <a:pt x="0" y="82787"/>
                </a:moveTo>
                <a:lnTo>
                  <a:pt x="89593" y="0"/>
                </a:lnTo>
                <a:lnTo>
                  <a:pt x="312987" y="240"/>
                </a:lnTo>
                <a:lnTo>
                  <a:pt x="313077" y="179684"/>
                </a:lnTo>
                <a:lnTo>
                  <a:pt x="47" y="179609"/>
                </a:lnTo>
                <a:close/>
              </a:path>
            </a:pathLst>
          </a:cu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22" name="Google Shape;22;p2"/>
          <p:cNvSpPr/>
          <p:nvPr/>
        </p:nvSpPr>
        <p:spPr>
          <a:xfrm>
            <a:off x="15975" y="4925215"/>
            <a:ext cx="9206201" cy="6869"/>
          </a:xfrm>
          <a:custGeom>
            <a:avLst/>
            <a:gdLst/>
            <a:ahLst/>
            <a:cxnLst/>
            <a:rect l="l" t="t" r="r" b="b"/>
            <a:pathLst>
              <a:path w="288144" h="215" extrusionOk="0">
                <a:moveTo>
                  <a:pt x="1" y="0"/>
                </a:moveTo>
                <a:lnTo>
                  <a:pt x="1" y="214"/>
                </a:lnTo>
                <a:lnTo>
                  <a:pt x="288144" y="214"/>
                </a:lnTo>
                <a:lnTo>
                  <a:pt x="288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15975" y="5147369"/>
            <a:ext cx="9206201" cy="7253"/>
          </a:xfrm>
          <a:custGeom>
            <a:avLst/>
            <a:gdLst/>
            <a:ahLst/>
            <a:cxnLst/>
            <a:rect l="l" t="t" r="r" b="b"/>
            <a:pathLst>
              <a:path w="288144" h="227" extrusionOk="0">
                <a:moveTo>
                  <a:pt x="1" y="0"/>
                </a:moveTo>
                <a:lnTo>
                  <a:pt x="1" y="227"/>
                </a:lnTo>
                <a:lnTo>
                  <a:pt x="288144" y="227"/>
                </a:lnTo>
                <a:lnTo>
                  <a:pt x="288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573608" y="4921413"/>
            <a:ext cx="241606" cy="233970"/>
          </a:xfrm>
          <a:custGeom>
            <a:avLst/>
            <a:gdLst/>
            <a:ahLst/>
            <a:cxnLst/>
            <a:rect l="l" t="t" r="r" b="b"/>
            <a:pathLst>
              <a:path w="7562" h="7323" extrusionOk="0">
                <a:moveTo>
                  <a:pt x="7407" y="0"/>
                </a:moveTo>
                <a:lnTo>
                  <a:pt x="1" y="7168"/>
                </a:lnTo>
                <a:lnTo>
                  <a:pt x="168" y="7322"/>
                </a:lnTo>
                <a:lnTo>
                  <a:pt x="7561" y="155"/>
                </a:lnTo>
                <a:lnTo>
                  <a:pt x="740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4032007" y="4481259"/>
            <a:ext cx="237804" cy="230551"/>
          </a:xfrm>
          <a:custGeom>
            <a:avLst/>
            <a:gdLst/>
            <a:ahLst/>
            <a:cxnLst/>
            <a:rect l="l" t="t" r="r" b="b"/>
            <a:pathLst>
              <a:path w="7443" h="7216" extrusionOk="0">
                <a:moveTo>
                  <a:pt x="7288" y="1"/>
                </a:moveTo>
                <a:lnTo>
                  <a:pt x="1" y="7061"/>
                </a:lnTo>
                <a:lnTo>
                  <a:pt x="156" y="7216"/>
                </a:lnTo>
                <a:lnTo>
                  <a:pt x="7442" y="155"/>
                </a:lnTo>
                <a:lnTo>
                  <a:pt x="72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6951326" y="4926334"/>
            <a:ext cx="236654" cy="229050"/>
          </a:xfrm>
          <a:custGeom>
            <a:avLst/>
            <a:gdLst/>
            <a:ahLst/>
            <a:cxnLst/>
            <a:rect l="l" t="t" r="r" b="b"/>
            <a:pathLst>
              <a:path w="7407" h="7169" extrusionOk="0">
                <a:moveTo>
                  <a:pt x="167" y="1"/>
                </a:moveTo>
                <a:lnTo>
                  <a:pt x="0" y="156"/>
                </a:lnTo>
                <a:lnTo>
                  <a:pt x="7239" y="7168"/>
                </a:lnTo>
                <a:lnTo>
                  <a:pt x="7406" y="7014"/>
                </a:lnTo>
                <a:lnTo>
                  <a:pt x="1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6491393" y="4481259"/>
            <a:ext cx="238187" cy="230551"/>
          </a:xfrm>
          <a:custGeom>
            <a:avLst/>
            <a:gdLst/>
            <a:ahLst/>
            <a:cxnLst/>
            <a:rect l="l" t="t" r="r" b="b"/>
            <a:pathLst>
              <a:path w="7455" h="7216" extrusionOk="0">
                <a:moveTo>
                  <a:pt x="167" y="1"/>
                </a:moveTo>
                <a:lnTo>
                  <a:pt x="1" y="155"/>
                </a:lnTo>
                <a:lnTo>
                  <a:pt x="7287" y="7216"/>
                </a:lnTo>
                <a:lnTo>
                  <a:pt x="7454" y="7061"/>
                </a:lnTo>
                <a:lnTo>
                  <a:pt x="1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463534" y="4704563"/>
            <a:ext cx="7253" cy="225599"/>
          </a:xfrm>
          <a:custGeom>
            <a:avLst/>
            <a:gdLst/>
            <a:ahLst/>
            <a:cxnLst/>
            <a:rect l="l" t="t" r="r" b="b"/>
            <a:pathLst>
              <a:path w="227" h="7061" extrusionOk="0">
                <a:moveTo>
                  <a:pt x="0" y="0"/>
                </a:moveTo>
                <a:lnTo>
                  <a:pt x="0" y="7061"/>
                </a:lnTo>
                <a:lnTo>
                  <a:pt x="226" y="7061"/>
                </a:lnTo>
                <a:lnTo>
                  <a:pt x="2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463534" y="5149638"/>
            <a:ext cx="7253" cy="27062"/>
          </a:xfrm>
          <a:custGeom>
            <a:avLst/>
            <a:gdLst/>
            <a:ahLst/>
            <a:cxnLst/>
            <a:rect l="l" t="t" r="r" b="b"/>
            <a:pathLst>
              <a:path w="227" h="847" extrusionOk="0">
                <a:moveTo>
                  <a:pt x="0" y="1"/>
                </a:moveTo>
                <a:lnTo>
                  <a:pt x="0" y="846"/>
                </a:lnTo>
                <a:lnTo>
                  <a:pt x="226" y="846"/>
                </a:lnTo>
                <a:lnTo>
                  <a:pt x="22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221513" y="4928634"/>
            <a:ext cx="328702" cy="204288"/>
          </a:xfrm>
          <a:custGeom>
            <a:avLst/>
            <a:gdLst/>
            <a:ahLst/>
            <a:cxnLst/>
            <a:rect l="l" t="t" r="r" b="b"/>
            <a:pathLst>
              <a:path w="10288" h="6394" extrusionOk="0">
                <a:moveTo>
                  <a:pt x="10288" y="0"/>
                </a:moveTo>
                <a:lnTo>
                  <a:pt x="7585" y="1679"/>
                </a:lnTo>
                <a:lnTo>
                  <a:pt x="2394" y="4906"/>
                </a:lnTo>
                <a:lnTo>
                  <a:pt x="1" y="6394"/>
                </a:lnTo>
                <a:lnTo>
                  <a:pt x="1" y="6394"/>
                </a:lnTo>
                <a:lnTo>
                  <a:pt x="102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187262" y="4925567"/>
            <a:ext cx="364869" cy="230583"/>
          </a:xfrm>
          <a:custGeom>
            <a:avLst/>
            <a:gdLst/>
            <a:ahLst/>
            <a:cxnLst/>
            <a:rect l="l" t="t" r="r" b="b"/>
            <a:pathLst>
              <a:path w="11420" h="7217" extrusionOk="0">
                <a:moveTo>
                  <a:pt x="11300" y="1"/>
                </a:moveTo>
                <a:lnTo>
                  <a:pt x="1" y="7026"/>
                </a:lnTo>
                <a:lnTo>
                  <a:pt x="120" y="7216"/>
                </a:lnTo>
                <a:lnTo>
                  <a:pt x="11419" y="191"/>
                </a:lnTo>
                <a:lnTo>
                  <a:pt x="1130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474594" y="4706480"/>
            <a:ext cx="359885" cy="221797"/>
          </a:xfrm>
          <a:custGeom>
            <a:avLst/>
            <a:gdLst/>
            <a:ahLst/>
            <a:cxnLst/>
            <a:rect l="l" t="t" r="r" b="b"/>
            <a:pathLst>
              <a:path w="11264" h="6942" extrusionOk="0">
                <a:moveTo>
                  <a:pt x="11264" y="0"/>
                </a:moveTo>
                <a:lnTo>
                  <a:pt x="1" y="6941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2472709" y="4703413"/>
            <a:ext cx="363687" cy="227899"/>
          </a:xfrm>
          <a:custGeom>
            <a:avLst/>
            <a:gdLst/>
            <a:ahLst/>
            <a:cxnLst/>
            <a:rect l="l" t="t" r="r" b="b"/>
            <a:pathLst>
              <a:path w="11383" h="7133" extrusionOk="0">
                <a:moveTo>
                  <a:pt x="11252" y="1"/>
                </a:moveTo>
                <a:lnTo>
                  <a:pt x="0" y="6954"/>
                </a:lnTo>
                <a:lnTo>
                  <a:pt x="119" y="7133"/>
                </a:lnTo>
                <a:lnTo>
                  <a:pt x="11383" y="191"/>
                </a:lnTo>
                <a:lnTo>
                  <a:pt x="112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802814" y="5147753"/>
            <a:ext cx="50225" cy="28947"/>
          </a:xfrm>
          <a:custGeom>
            <a:avLst/>
            <a:gdLst/>
            <a:ahLst/>
            <a:cxnLst/>
            <a:rect l="l" t="t" r="r" b="b"/>
            <a:pathLst>
              <a:path w="1572" h="906" extrusionOk="0">
                <a:moveTo>
                  <a:pt x="119" y="0"/>
                </a:moveTo>
                <a:lnTo>
                  <a:pt x="0" y="191"/>
                </a:lnTo>
                <a:lnTo>
                  <a:pt x="1155" y="905"/>
                </a:lnTo>
                <a:lnTo>
                  <a:pt x="1572" y="905"/>
                </a:lnTo>
                <a:lnTo>
                  <a:pt x="11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083057" y="4704180"/>
            <a:ext cx="363687" cy="227516"/>
          </a:xfrm>
          <a:custGeom>
            <a:avLst/>
            <a:gdLst/>
            <a:ahLst/>
            <a:cxnLst/>
            <a:rect l="l" t="t" r="r" b="b"/>
            <a:pathLst>
              <a:path w="11383" h="7121" extrusionOk="0">
                <a:moveTo>
                  <a:pt x="132" y="1"/>
                </a:moveTo>
                <a:lnTo>
                  <a:pt x="1" y="179"/>
                </a:lnTo>
                <a:lnTo>
                  <a:pt x="11264" y="7120"/>
                </a:lnTo>
                <a:lnTo>
                  <a:pt x="11383" y="6942"/>
                </a:lnTo>
                <a:lnTo>
                  <a:pt x="13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83" y="4924832"/>
            <a:ext cx="658138" cy="7253"/>
          </a:xfrm>
          <a:custGeom>
            <a:avLst/>
            <a:gdLst/>
            <a:ahLst/>
            <a:cxnLst/>
            <a:rect l="l" t="t" r="r" b="b"/>
            <a:pathLst>
              <a:path w="20599" h="227" extrusionOk="0">
                <a:moveTo>
                  <a:pt x="0" y="0"/>
                </a:moveTo>
                <a:lnTo>
                  <a:pt x="0" y="226"/>
                </a:lnTo>
                <a:lnTo>
                  <a:pt x="20598" y="226"/>
                </a:lnTo>
                <a:lnTo>
                  <a:pt x="2059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4564" y="1565853"/>
            <a:ext cx="663058" cy="3366060"/>
          </a:xfrm>
          <a:custGeom>
            <a:avLst/>
            <a:gdLst/>
            <a:ahLst/>
            <a:cxnLst/>
            <a:rect l="l" t="t" r="r" b="b"/>
            <a:pathLst>
              <a:path w="20753" h="105354" extrusionOk="0">
                <a:moveTo>
                  <a:pt x="226" y="340"/>
                </a:moveTo>
                <a:lnTo>
                  <a:pt x="20538" y="15688"/>
                </a:lnTo>
                <a:lnTo>
                  <a:pt x="20538" y="91268"/>
                </a:lnTo>
                <a:lnTo>
                  <a:pt x="226" y="105020"/>
                </a:lnTo>
                <a:lnTo>
                  <a:pt x="226" y="340"/>
                </a:lnTo>
                <a:close/>
                <a:moveTo>
                  <a:pt x="116" y="0"/>
                </a:moveTo>
                <a:cubicBezTo>
                  <a:pt x="58" y="0"/>
                  <a:pt x="0" y="45"/>
                  <a:pt x="0" y="114"/>
                </a:cubicBezTo>
                <a:lnTo>
                  <a:pt x="0" y="105234"/>
                </a:lnTo>
                <a:cubicBezTo>
                  <a:pt x="0" y="105294"/>
                  <a:pt x="48" y="105353"/>
                  <a:pt x="119" y="105353"/>
                </a:cubicBezTo>
                <a:cubicBezTo>
                  <a:pt x="143" y="105353"/>
                  <a:pt x="155" y="105341"/>
                  <a:pt x="179" y="105330"/>
                </a:cubicBezTo>
                <a:lnTo>
                  <a:pt x="20705" y="91411"/>
                </a:lnTo>
                <a:cubicBezTo>
                  <a:pt x="20729" y="91399"/>
                  <a:pt x="20753" y="91364"/>
                  <a:pt x="20753" y="91328"/>
                </a:cubicBezTo>
                <a:lnTo>
                  <a:pt x="20753" y="15628"/>
                </a:lnTo>
                <a:cubicBezTo>
                  <a:pt x="20753" y="15592"/>
                  <a:pt x="20729" y="15569"/>
                  <a:pt x="20705" y="15545"/>
                </a:cubicBezTo>
                <a:lnTo>
                  <a:pt x="179" y="19"/>
                </a:lnTo>
                <a:cubicBezTo>
                  <a:pt x="160" y="6"/>
                  <a:pt x="138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64578" y="0"/>
            <a:ext cx="2899878" cy="2069050"/>
          </a:xfrm>
          <a:custGeom>
            <a:avLst/>
            <a:gdLst/>
            <a:ahLst/>
            <a:cxnLst/>
            <a:rect l="l" t="t" r="r" b="b"/>
            <a:pathLst>
              <a:path w="90763" h="64759" extrusionOk="0">
                <a:moveTo>
                  <a:pt x="51852" y="0"/>
                </a:moveTo>
                <a:lnTo>
                  <a:pt x="36" y="49042"/>
                </a:lnTo>
                <a:cubicBezTo>
                  <a:pt x="13" y="49066"/>
                  <a:pt x="1" y="49090"/>
                  <a:pt x="1" y="49125"/>
                </a:cubicBezTo>
                <a:cubicBezTo>
                  <a:pt x="1" y="49161"/>
                  <a:pt x="25" y="49197"/>
                  <a:pt x="48" y="49209"/>
                </a:cubicBezTo>
                <a:lnTo>
                  <a:pt x="20575" y="64734"/>
                </a:lnTo>
                <a:cubicBezTo>
                  <a:pt x="20599" y="64746"/>
                  <a:pt x="20622" y="64758"/>
                  <a:pt x="20646" y="64758"/>
                </a:cubicBezTo>
                <a:cubicBezTo>
                  <a:pt x="20670" y="64758"/>
                  <a:pt x="20694" y="64746"/>
                  <a:pt x="20718" y="64722"/>
                </a:cubicBezTo>
                <a:lnTo>
                  <a:pt x="90762" y="0"/>
                </a:lnTo>
                <a:lnTo>
                  <a:pt x="90429" y="0"/>
                </a:lnTo>
                <a:lnTo>
                  <a:pt x="20634" y="64496"/>
                </a:lnTo>
                <a:lnTo>
                  <a:pt x="298" y="49113"/>
                </a:lnTo>
                <a:lnTo>
                  <a:pt x="5217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64578" y="0"/>
            <a:ext cx="2899878" cy="2069050"/>
          </a:xfrm>
          <a:custGeom>
            <a:avLst/>
            <a:gdLst/>
            <a:ahLst/>
            <a:cxnLst/>
            <a:rect l="l" t="t" r="r" b="b"/>
            <a:pathLst>
              <a:path w="90763" h="64759" extrusionOk="0">
                <a:moveTo>
                  <a:pt x="51852" y="0"/>
                </a:moveTo>
                <a:lnTo>
                  <a:pt x="36" y="49042"/>
                </a:lnTo>
                <a:cubicBezTo>
                  <a:pt x="13" y="49066"/>
                  <a:pt x="1" y="49090"/>
                  <a:pt x="1" y="49125"/>
                </a:cubicBezTo>
                <a:cubicBezTo>
                  <a:pt x="1" y="49161"/>
                  <a:pt x="25" y="49197"/>
                  <a:pt x="48" y="49209"/>
                </a:cubicBezTo>
                <a:lnTo>
                  <a:pt x="20575" y="64734"/>
                </a:lnTo>
                <a:cubicBezTo>
                  <a:pt x="20599" y="64746"/>
                  <a:pt x="20622" y="64758"/>
                  <a:pt x="20646" y="64758"/>
                </a:cubicBezTo>
                <a:cubicBezTo>
                  <a:pt x="20670" y="64758"/>
                  <a:pt x="20694" y="64746"/>
                  <a:pt x="20718" y="64722"/>
                </a:cubicBezTo>
                <a:lnTo>
                  <a:pt x="90762" y="0"/>
                </a:lnTo>
                <a:lnTo>
                  <a:pt x="90429" y="0"/>
                </a:lnTo>
                <a:lnTo>
                  <a:pt x="20634" y="64496"/>
                </a:lnTo>
                <a:lnTo>
                  <a:pt x="298" y="49113"/>
                </a:lnTo>
                <a:lnTo>
                  <a:pt x="5217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67262" y="0"/>
            <a:ext cx="1150" cy="2008569"/>
          </a:xfrm>
          <a:custGeom>
            <a:avLst/>
            <a:gdLst/>
            <a:ahLst/>
            <a:cxnLst/>
            <a:rect l="l" t="t" r="r" b="b"/>
            <a:pathLst>
              <a:path w="36" h="62866" extrusionOk="0">
                <a:moveTo>
                  <a:pt x="36" y="0"/>
                </a:moveTo>
                <a:cubicBezTo>
                  <a:pt x="0" y="20955"/>
                  <a:pt x="0" y="41910"/>
                  <a:pt x="36" y="62865"/>
                </a:cubicBezTo>
                <a:lnTo>
                  <a:pt x="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64578" y="0"/>
            <a:ext cx="2762173" cy="2012083"/>
          </a:xfrm>
          <a:custGeom>
            <a:avLst/>
            <a:gdLst/>
            <a:ahLst/>
            <a:cxnLst/>
            <a:rect l="l" t="t" r="r" b="b"/>
            <a:pathLst>
              <a:path w="86453" h="62976" extrusionOk="0">
                <a:moveTo>
                  <a:pt x="51841" y="0"/>
                </a:moveTo>
                <a:lnTo>
                  <a:pt x="36" y="49042"/>
                </a:lnTo>
                <a:cubicBezTo>
                  <a:pt x="13" y="49066"/>
                  <a:pt x="1" y="49090"/>
                  <a:pt x="1" y="49125"/>
                </a:cubicBezTo>
                <a:cubicBezTo>
                  <a:pt x="1" y="49161"/>
                  <a:pt x="25" y="49197"/>
                  <a:pt x="48" y="49209"/>
                </a:cubicBezTo>
                <a:lnTo>
                  <a:pt x="18217" y="62948"/>
                </a:lnTo>
                <a:cubicBezTo>
                  <a:pt x="18241" y="62966"/>
                  <a:pt x="18268" y="62975"/>
                  <a:pt x="18293" y="62975"/>
                </a:cubicBezTo>
                <a:cubicBezTo>
                  <a:pt x="18319" y="62975"/>
                  <a:pt x="18342" y="62966"/>
                  <a:pt x="18360" y="62948"/>
                </a:cubicBezTo>
                <a:lnTo>
                  <a:pt x="86452" y="0"/>
                </a:lnTo>
                <a:lnTo>
                  <a:pt x="86119" y="0"/>
                </a:lnTo>
                <a:lnTo>
                  <a:pt x="18277" y="62710"/>
                </a:lnTo>
                <a:lnTo>
                  <a:pt x="298" y="49113"/>
                </a:lnTo>
                <a:lnTo>
                  <a:pt x="5217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68380" y="0"/>
            <a:ext cx="2753036" cy="2008569"/>
          </a:xfrm>
          <a:custGeom>
            <a:avLst/>
            <a:gdLst/>
            <a:ahLst/>
            <a:cxnLst/>
            <a:rect l="l" t="t" r="r" b="b"/>
            <a:pathLst>
              <a:path w="86167" h="62866" extrusionOk="0">
                <a:moveTo>
                  <a:pt x="76141" y="0"/>
                </a:moveTo>
                <a:lnTo>
                  <a:pt x="15562" y="56007"/>
                </a:lnTo>
                <a:lnTo>
                  <a:pt x="2870" y="46411"/>
                </a:lnTo>
                <a:lnTo>
                  <a:pt x="1" y="49125"/>
                </a:lnTo>
                <a:lnTo>
                  <a:pt x="18170" y="62865"/>
                </a:lnTo>
                <a:lnTo>
                  <a:pt x="861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68380" y="0"/>
            <a:ext cx="2753036" cy="2008569"/>
          </a:xfrm>
          <a:custGeom>
            <a:avLst/>
            <a:gdLst/>
            <a:ahLst/>
            <a:cxnLst/>
            <a:rect l="l" t="t" r="r" b="b"/>
            <a:pathLst>
              <a:path w="86167" h="62866" extrusionOk="0">
                <a:moveTo>
                  <a:pt x="76141" y="0"/>
                </a:moveTo>
                <a:lnTo>
                  <a:pt x="15562" y="56007"/>
                </a:lnTo>
                <a:lnTo>
                  <a:pt x="2870" y="46411"/>
                </a:lnTo>
                <a:lnTo>
                  <a:pt x="1" y="49125"/>
                </a:lnTo>
                <a:lnTo>
                  <a:pt x="18170" y="62865"/>
                </a:lnTo>
                <a:lnTo>
                  <a:pt x="8616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3"/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64578" y="0"/>
            <a:ext cx="2762173" cy="2012083"/>
          </a:xfrm>
          <a:custGeom>
            <a:avLst/>
            <a:gdLst/>
            <a:ahLst/>
            <a:cxnLst/>
            <a:rect l="l" t="t" r="r" b="b"/>
            <a:pathLst>
              <a:path w="86453" h="62976" extrusionOk="0">
                <a:moveTo>
                  <a:pt x="76094" y="0"/>
                </a:moveTo>
                <a:lnTo>
                  <a:pt x="15669" y="55864"/>
                </a:lnTo>
                <a:lnTo>
                  <a:pt x="3049" y="46315"/>
                </a:lnTo>
                <a:cubicBezTo>
                  <a:pt x="3029" y="46300"/>
                  <a:pt x="3007" y="46294"/>
                  <a:pt x="2985" y="46294"/>
                </a:cubicBezTo>
                <a:cubicBezTo>
                  <a:pt x="2955" y="46294"/>
                  <a:pt x="2927" y="46307"/>
                  <a:pt x="2906" y="46327"/>
                </a:cubicBezTo>
                <a:lnTo>
                  <a:pt x="36" y="49042"/>
                </a:lnTo>
                <a:cubicBezTo>
                  <a:pt x="13" y="49066"/>
                  <a:pt x="1" y="49090"/>
                  <a:pt x="1" y="49125"/>
                </a:cubicBezTo>
                <a:cubicBezTo>
                  <a:pt x="1" y="49161"/>
                  <a:pt x="25" y="49197"/>
                  <a:pt x="48" y="49209"/>
                </a:cubicBezTo>
                <a:lnTo>
                  <a:pt x="18217" y="62948"/>
                </a:lnTo>
                <a:cubicBezTo>
                  <a:pt x="18241" y="62966"/>
                  <a:pt x="18268" y="62975"/>
                  <a:pt x="18293" y="62975"/>
                </a:cubicBezTo>
                <a:cubicBezTo>
                  <a:pt x="18319" y="62975"/>
                  <a:pt x="18342" y="62966"/>
                  <a:pt x="18360" y="62948"/>
                </a:cubicBezTo>
                <a:lnTo>
                  <a:pt x="86452" y="0"/>
                </a:lnTo>
                <a:lnTo>
                  <a:pt x="86119" y="0"/>
                </a:lnTo>
                <a:lnTo>
                  <a:pt x="18277" y="62710"/>
                </a:lnTo>
                <a:lnTo>
                  <a:pt x="298" y="49113"/>
                </a:lnTo>
                <a:lnTo>
                  <a:pt x="3001" y="46554"/>
                </a:lnTo>
                <a:lnTo>
                  <a:pt x="15622" y="56102"/>
                </a:lnTo>
                <a:cubicBezTo>
                  <a:pt x="15646" y="56120"/>
                  <a:pt x="15672" y="56129"/>
                  <a:pt x="15699" y="56129"/>
                </a:cubicBezTo>
                <a:cubicBezTo>
                  <a:pt x="15726" y="56129"/>
                  <a:pt x="15753" y="56120"/>
                  <a:pt x="15777" y="56102"/>
                </a:cubicBezTo>
                <a:lnTo>
                  <a:pt x="7642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165599" y="1789468"/>
            <a:ext cx="83326" cy="219145"/>
          </a:xfrm>
          <a:custGeom>
            <a:avLst/>
            <a:gdLst/>
            <a:ahLst/>
            <a:cxnLst/>
            <a:rect l="l" t="t" r="r" b="b"/>
            <a:pathLst>
              <a:path w="2608" h="6859" extrusionOk="0">
                <a:moveTo>
                  <a:pt x="0" y="0"/>
                </a:moveTo>
                <a:lnTo>
                  <a:pt x="2608" y="6858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162181" y="1788318"/>
            <a:ext cx="89780" cy="221414"/>
          </a:xfrm>
          <a:custGeom>
            <a:avLst/>
            <a:gdLst/>
            <a:ahLst/>
            <a:cxnLst/>
            <a:rect l="l" t="t" r="r" b="b"/>
            <a:pathLst>
              <a:path w="2810" h="6930" extrusionOk="0">
                <a:moveTo>
                  <a:pt x="214" y="0"/>
                </a:moveTo>
                <a:lnTo>
                  <a:pt x="0" y="84"/>
                </a:lnTo>
                <a:lnTo>
                  <a:pt x="2608" y="6930"/>
                </a:lnTo>
                <a:lnTo>
                  <a:pt x="2810" y="6846"/>
                </a:lnTo>
                <a:lnTo>
                  <a:pt x="2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11406" y="5092190"/>
            <a:ext cx="9210770" cy="7285"/>
          </a:xfrm>
          <a:custGeom>
            <a:avLst/>
            <a:gdLst/>
            <a:ahLst/>
            <a:cxnLst/>
            <a:rect l="l" t="t" r="r" b="b"/>
            <a:pathLst>
              <a:path w="288287" h="228" extrusionOk="0">
                <a:moveTo>
                  <a:pt x="1" y="1"/>
                </a:moveTo>
                <a:lnTo>
                  <a:pt x="1" y="227"/>
                </a:lnTo>
                <a:lnTo>
                  <a:pt x="288287" y="227"/>
                </a:lnTo>
                <a:lnTo>
                  <a:pt x="2882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2567550" y="1154500"/>
            <a:ext cx="40095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2775375" y="3233475"/>
            <a:ext cx="3593400" cy="409500"/>
          </a:xfrm>
          <a:prstGeom prst="rect">
            <a:avLst/>
          </a:prstGeom>
          <a:gradFill>
            <a:gsLst>
              <a:gs pos="0">
                <a:srgbClr val="F5A65A">
                  <a:alpha val="60392"/>
                </a:srgbClr>
              </a:gs>
              <a:gs pos="100000">
                <a:srgbClr val="D88794">
                  <a:alpha val="61176"/>
                </a:srgbClr>
              </a:gs>
            </a:gsLst>
            <a:lin ang="1350003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1993" y="3552355"/>
            <a:ext cx="9134697" cy="510799"/>
          </a:xfrm>
          <a:custGeom>
            <a:avLst/>
            <a:gdLst/>
            <a:ahLst/>
            <a:cxnLst/>
            <a:rect l="l" t="t" r="r" b="b"/>
            <a:pathLst>
              <a:path w="73321" h="4100" extrusionOk="0">
                <a:moveTo>
                  <a:pt x="8738" y="0"/>
                </a:moveTo>
                <a:lnTo>
                  <a:pt x="6679" y="2011"/>
                </a:lnTo>
                <a:lnTo>
                  <a:pt x="1" y="2011"/>
                </a:lnTo>
                <a:lnTo>
                  <a:pt x="1" y="4100"/>
                </a:lnTo>
                <a:lnTo>
                  <a:pt x="6653" y="4100"/>
                </a:lnTo>
                <a:lnTo>
                  <a:pt x="8774" y="2086"/>
                </a:lnTo>
                <a:lnTo>
                  <a:pt x="73321" y="2086"/>
                </a:lnTo>
                <a:lnTo>
                  <a:pt x="7332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 rot="5400000">
            <a:off x="4570147" y="-764296"/>
            <a:ext cx="3805" cy="9144078"/>
          </a:xfrm>
          <a:custGeom>
            <a:avLst/>
            <a:gdLst/>
            <a:ahLst/>
            <a:cxnLst/>
            <a:rect l="l" t="t" r="r" b="b"/>
            <a:pathLst>
              <a:path w="94" h="12612" extrusionOk="0">
                <a:moveTo>
                  <a:pt x="0" y="1"/>
                </a:moveTo>
                <a:lnTo>
                  <a:pt x="0" y="12611"/>
                </a:lnTo>
                <a:lnTo>
                  <a:pt x="94" y="12611"/>
                </a:lnTo>
                <a:lnTo>
                  <a:pt x="9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993" y="3981218"/>
            <a:ext cx="828864" cy="3364"/>
          </a:xfrm>
          <a:custGeom>
            <a:avLst/>
            <a:gdLst/>
            <a:ahLst/>
            <a:cxnLst/>
            <a:rect l="l" t="t" r="r" b="b"/>
            <a:pathLst>
              <a:path w="6653" h="27" extrusionOk="0">
                <a:moveTo>
                  <a:pt x="1" y="0"/>
                </a:moveTo>
                <a:lnTo>
                  <a:pt x="1" y="26"/>
                </a:lnTo>
                <a:lnTo>
                  <a:pt x="6653" y="26"/>
                </a:lnTo>
                <a:lnTo>
                  <a:pt x="665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5400000">
            <a:off x="4570147" y="-1017796"/>
            <a:ext cx="3805" cy="9144078"/>
          </a:xfrm>
          <a:custGeom>
            <a:avLst/>
            <a:gdLst/>
            <a:ahLst/>
            <a:cxnLst/>
            <a:rect l="l" t="t" r="r" b="b"/>
            <a:pathLst>
              <a:path w="94" h="12612" extrusionOk="0">
                <a:moveTo>
                  <a:pt x="0" y="1"/>
                </a:moveTo>
                <a:lnTo>
                  <a:pt x="0" y="12611"/>
                </a:lnTo>
                <a:lnTo>
                  <a:pt x="94" y="12611"/>
                </a:lnTo>
                <a:lnTo>
                  <a:pt x="9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625" y="-5700"/>
            <a:ext cx="826871" cy="4122436"/>
          </a:xfrm>
          <a:custGeom>
            <a:avLst/>
            <a:gdLst/>
            <a:ahLst/>
            <a:cxnLst/>
            <a:rect l="l" t="t" r="r" b="b"/>
            <a:pathLst>
              <a:path w="6637" h="33033" extrusionOk="0">
                <a:moveTo>
                  <a:pt x="0" y="1"/>
                </a:moveTo>
                <a:lnTo>
                  <a:pt x="0" y="33033"/>
                </a:lnTo>
                <a:lnTo>
                  <a:pt x="6636" y="33033"/>
                </a:lnTo>
                <a:lnTo>
                  <a:pt x="6636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831970" y="-5705"/>
            <a:ext cx="263248" cy="4118656"/>
          </a:xfrm>
          <a:custGeom>
            <a:avLst/>
            <a:gdLst/>
            <a:ahLst/>
            <a:cxnLst/>
            <a:rect l="l" t="t" r="r" b="b"/>
            <a:pathLst>
              <a:path w="2113" h="33059" extrusionOk="0">
                <a:moveTo>
                  <a:pt x="0" y="1"/>
                </a:moveTo>
                <a:lnTo>
                  <a:pt x="0" y="33059"/>
                </a:lnTo>
                <a:lnTo>
                  <a:pt x="2112" y="31019"/>
                </a:lnTo>
                <a:lnTo>
                  <a:pt x="2112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30351" y="-7325"/>
            <a:ext cx="266861" cy="4122393"/>
          </a:xfrm>
          <a:custGeom>
            <a:avLst/>
            <a:gdLst/>
            <a:ahLst/>
            <a:cxnLst/>
            <a:rect l="l" t="t" r="r" b="b"/>
            <a:pathLst>
              <a:path w="2142" h="33089" extrusionOk="0">
                <a:moveTo>
                  <a:pt x="2112" y="27"/>
                </a:moveTo>
                <a:lnTo>
                  <a:pt x="2112" y="31029"/>
                </a:lnTo>
                <a:lnTo>
                  <a:pt x="26" y="33039"/>
                </a:lnTo>
                <a:lnTo>
                  <a:pt x="26" y="30"/>
                </a:lnTo>
                <a:lnTo>
                  <a:pt x="2112" y="27"/>
                </a:lnTo>
                <a:close/>
                <a:moveTo>
                  <a:pt x="13" y="1"/>
                </a:moveTo>
                <a:cubicBezTo>
                  <a:pt x="4" y="1"/>
                  <a:pt x="0" y="7"/>
                  <a:pt x="0" y="14"/>
                </a:cubicBezTo>
                <a:lnTo>
                  <a:pt x="0" y="33075"/>
                </a:lnTo>
                <a:cubicBezTo>
                  <a:pt x="0" y="33078"/>
                  <a:pt x="4" y="33085"/>
                  <a:pt x="7" y="33088"/>
                </a:cubicBezTo>
                <a:lnTo>
                  <a:pt x="13" y="33088"/>
                </a:lnTo>
                <a:cubicBezTo>
                  <a:pt x="17" y="33085"/>
                  <a:pt x="20" y="33085"/>
                  <a:pt x="23" y="33082"/>
                </a:cubicBezTo>
                <a:lnTo>
                  <a:pt x="2135" y="31042"/>
                </a:lnTo>
                <a:cubicBezTo>
                  <a:pt x="2138" y="31042"/>
                  <a:pt x="2138" y="31035"/>
                  <a:pt x="2142" y="31032"/>
                </a:cubicBezTo>
                <a:lnTo>
                  <a:pt x="2142" y="14"/>
                </a:lnTo>
                <a:cubicBezTo>
                  <a:pt x="2138" y="7"/>
                  <a:pt x="2132" y="1"/>
                  <a:pt x="21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 rot="5400000">
            <a:off x="401804" y="3690331"/>
            <a:ext cx="5416" cy="854904"/>
          </a:xfrm>
          <a:custGeom>
            <a:avLst/>
            <a:gdLst/>
            <a:ahLst/>
            <a:cxnLst/>
            <a:rect l="l" t="t" r="r" b="b"/>
            <a:pathLst>
              <a:path w="94" h="12612" extrusionOk="0">
                <a:moveTo>
                  <a:pt x="0" y="1"/>
                </a:moveTo>
                <a:lnTo>
                  <a:pt x="0" y="12611"/>
                </a:lnTo>
                <a:lnTo>
                  <a:pt x="94" y="12611"/>
                </a:lnTo>
                <a:lnTo>
                  <a:pt x="9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068675" y="25400"/>
            <a:ext cx="8081025" cy="5120425"/>
          </a:xfrm>
          <a:custGeom>
            <a:avLst/>
            <a:gdLst/>
            <a:ahLst/>
            <a:cxnLst/>
            <a:rect l="l" t="t" r="r" b="b"/>
            <a:pathLst>
              <a:path w="323241" h="204817" extrusionOk="0">
                <a:moveTo>
                  <a:pt x="323241" y="0"/>
                </a:moveTo>
                <a:lnTo>
                  <a:pt x="323241" y="204817"/>
                </a:lnTo>
                <a:lnTo>
                  <a:pt x="0" y="202589"/>
                </a:lnTo>
                <a:lnTo>
                  <a:pt x="1576" y="63928"/>
                </a:lnTo>
                <a:close/>
              </a:path>
            </a:pathLst>
          </a:cu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8100019" scaled="0"/>
          </a:gradFill>
          <a:ln>
            <a:noFill/>
          </a:ln>
        </p:spPr>
      </p:sp>
      <p:sp>
        <p:nvSpPr>
          <p:cNvPr id="60" name="Google Shape;60;p3"/>
          <p:cNvSpPr txBox="1">
            <a:spLocks noGrp="1"/>
          </p:cNvSpPr>
          <p:nvPr>
            <p:ph type="title"/>
          </p:nvPr>
        </p:nvSpPr>
        <p:spPr>
          <a:xfrm>
            <a:off x="2917000" y="1382825"/>
            <a:ext cx="449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3"/>
          <p:cNvSpPr txBox="1">
            <a:spLocks noGrp="1"/>
          </p:cNvSpPr>
          <p:nvPr>
            <p:ph type="title" idx="2" hasCustomPrompt="1"/>
          </p:nvPr>
        </p:nvSpPr>
        <p:spPr>
          <a:xfrm>
            <a:off x="1736525" y="1281725"/>
            <a:ext cx="10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2" name="Google Shape;62;p3"/>
          <p:cNvSpPr txBox="1">
            <a:spLocks noGrp="1"/>
          </p:cNvSpPr>
          <p:nvPr>
            <p:ph type="subTitle" idx="1"/>
          </p:nvPr>
        </p:nvSpPr>
        <p:spPr>
          <a:xfrm>
            <a:off x="3118413" y="2263900"/>
            <a:ext cx="4089600" cy="47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2000" y="0"/>
            <a:ext cx="9146100" cy="4747200"/>
          </a:xfrm>
          <a:prstGeom prst="rect">
            <a:avLst/>
          </a:pr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" name="Google Shape;73;p5"/>
          <p:cNvGrpSpPr/>
          <p:nvPr/>
        </p:nvGrpSpPr>
        <p:grpSpPr>
          <a:xfrm>
            <a:off x="-22937" y="4378725"/>
            <a:ext cx="9202062" cy="768475"/>
            <a:chOff x="-22937" y="3699650"/>
            <a:chExt cx="9202062" cy="768475"/>
          </a:xfrm>
        </p:grpSpPr>
        <p:sp>
          <p:nvSpPr>
            <p:cNvPr id="74" name="Google Shape;74;p5"/>
            <p:cNvSpPr/>
            <p:nvPr/>
          </p:nvSpPr>
          <p:spPr>
            <a:xfrm>
              <a:off x="5150" y="3707325"/>
              <a:ext cx="9144000" cy="760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 rot="5400000">
              <a:off x="4575386" y="-898673"/>
              <a:ext cx="5415" cy="9202062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5"/>
          <p:cNvSpPr/>
          <p:nvPr/>
        </p:nvSpPr>
        <p:spPr>
          <a:xfrm>
            <a:off x="2368325" y="0"/>
            <a:ext cx="6775675" cy="5156825"/>
          </a:xfrm>
          <a:custGeom>
            <a:avLst/>
            <a:gdLst/>
            <a:ahLst/>
            <a:cxnLst/>
            <a:rect l="l" t="t" r="r" b="b"/>
            <a:pathLst>
              <a:path w="271027" h="206273" extrusionOk="0">
                <a:moveTo>
                  <a:pt x="234138" y="0"/>
                </a:moveTo>
                <a:lnTo>
                  <a:pt x="271027" y="0"/>
                </a:lnTo>
                <a:lnTo>
                  <a:pt x="271027" y="37130"/>
                </a:lnTo>
                <a:lnTo>
                  <a:pt x="173356" y="205791"/>
                </a:lnTo>
                <a:lnTo>
                  <a:pt x="0" y="206273"/>
                </a:lnTo>
                <a:close/>
              </a:path>
            </a:pathLst>
          </a:cu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8100019" scaled="0"/>
          </a:gradFill>
          <a:ln>
            <a:noFill/>
          </a:ln>
        </p:spPr>
      </p:sp>
      <p:sp>
        <p:nvSpPr>
          <p:cNvPr id="77" name="Google Shape;77;p5"/>
          <p:cNvSpPr txBox="1">
            <a:spLocks noGrp="1"/>
          </p:cNvSpPr>
          <p:nvPr>
            <p:ph type="subTitle" idx="1"/>
          </p:nvPr>
        </p:nvSpPr>
        <p:spPr>
          <a:xfrm>
            <a:off x="4379200" y="1181663"/>
            <a:ext cx="3435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800">
                <a:solidFill>
                  <a:schemeClr val="dk1"/>
                </a:solidFill>
                <a:latin typeface="Lalezar"/>
                <a:ea typeface="Lalezar"/>
                <a:cs typeface="Lalezar"/>
                <a:sym typeface="Laleza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ubTitle" idx="2"/>
          </p:nvPr>
        </p:nvSpPr>
        <p:spPr>
          <a:xfrm>
            <a:off x="4379217" y="2677225"/>
            <a:ext cx="3435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800">
                <a:solidFill>
                  <a:schemeClr val="dk1"/>
                </a:solidFill>
                <a:latin typeface="Lalezar"/>
                <a:ea typeface="Lalezar"/>
                <a:cs typeface="Lalezar"/>
                <a:sym typeface="Laleza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3"/>
          </p:nvPr>
        </p:nvSpPr>
        <p:spPr>
          <a:xfrm>
            <a:off x="4379200" y="1754363"/>
            <a:ext cx="3435000" cy="86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4"/>
          </p:nvPr>
        </p:nvSpPr>
        <p:spPr>
          <a:xfrm>
            <a:off x="4379225" y="3249925"/>
            <a:ext cx="3435000" cy="86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2680800" y="445025"/>
            <a:ext cx="574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454250" y="0"/>
            <a:ext cx="8694000" cy="4764000"/>
          </a:xfrm>
          <a:prstGeom prst="rect">
            <a:avLst/>
          </a:pr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454325" y="0"/>
            <a:ext cx="8695075" cy="4761398"/>
          </a:xfrm>
          <a:custGeom>
            <a:avLst/>
            <a:gdLst/>
            <a:ahLst/>
            <a:cxnLst/>
            <a:rect l="l" t="t" r="r" b="b"/>
            <a:pathLst>
              <a:path w="347803" h="189433" extrusionOk="0">
                <a:moveTo>
                  <a:pt x="347803" y="0"/>
                </a:moveTo>
                <a:lnTo>
                  <a:pt x="347522" y="189411"/>
                </a:lnTo>
                <a:lnTo>
                  <a:pt x="0" y="189433"/>
                </a:lnTo>
                <a:lnTo>
                  <a:pt x="0" y="64006"/>
                </a:lnTo>
                <a:close/>
              </a:path>
            </a:pathLst>
          </a:cu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8100019" scaled="0"/>
          </a:gradFill>
          <a:ln>
            <a:noFill/>
          </a:ln>
        </p:spPr>
      </p:sp>
      <p:sp>
        <p:nvSpPr>
          <p:cNvPr id="85" name="Google Shape;85;p6"/>
          <p:cNvSpPr/>
          <p:nvPr/>
        </p:nvSpPr>
        <p:spPr>
          <a:xfrm>
            <a:off x="-650" y="4761150"/>
            <a:ext cx="9145775" cy="391050"/>
          </a:xfrm>
          <a:custGeom>
            <a:avLst/>
            <a:gdLst/>
            <a:ahLst/>
            <a:cxnLst/>
            <a:rect l="l" t="t" r="r" b="b"/>
            <a:pathLst>
              <a:path w="365831" h="15642" extrusionOk="0">
                <a:moveTo>
                  <a:pt x="0" y="12002"/>
                </a:moveTo>
                <a:lnTo>
                  <a:pt x="17969" y="0"/>
                </a:lnTo>
                <a:lnTo>
                  <a:pt x="365783" y="109"/>
                </a:lnTo>
                <a:lnTo>
                  <a:pt x="365831" y="15280"/>
                </a:lnTo>
                <a:lnTo>
                  <a:pt x="24" y="156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86" name="Google Shape;86;p6"/>
          <p:cNvSpPr/>
          <p:nvPr/>
        </p:nvSpPr>
        <p:spPr>
          <a:xfrm rot="10800000">
            <a:off x="450150" y="5"/>
            <a:ext cx="3725" cy="4764120"/>
          </a:xfrm>
          <a:custGeom>
            <a:avLst/>
            <a:gdLst/>
            <a:ahLst/>
            <a:cxnLst/>
            <a:rect l="l" t="t" r="r" b="b"/>
            <a:pathLst>
              <a:path w="94" h="12612" extrusionOk="0">
                <a:moveTo>
                  <a:pt x="0" y="1"/>
                </a:moveTo>
                <a:lnTo>
                  <a:pt x="0" y="12611"/>
                </a:lnTo>
                <a:lnTo>
                  <a:pt x="94" y="12611"/>
                </a:lnTo>
                <a:lnTo>
                  <a:pt x="9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/>
          <p:nvPr/>
        </p:nvSpPr>
        <p:spPr>
          <a:xfrm rot="-7427376" flipH="1">
            <a:off x="-209130" y="4410467"/>
            <a:ext cx="4090" cy="1587892"/>
          </a:xfrm>
          <a:custGeom>
            <a:avLst/>
            <a:gdLst/>
            <a:ahLst/>
            <a:cxnLst/>
            <a:rect l="l" t="t" r="r" b="b"/>
            <a:pathLst>
              <a:path w="94" h="12612" extrusionOk="0">
                <a:moveTo>
                  <a:pt x="0" y="1"/>
                </a:moveTo>
                <a:lnTo>
                  <a:pt x="0" y="12611"/>
                </a:lnTo>
                <a:lnTo>
                  <a:pt x="94" y="12611"/>
                </a:lnTo>
                <a:lnTo>
                  <a:pt x="9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"/>
          <p:cNvSpPr/>
          <p:nvPr/>
        </p:nvSpPr>
        <p:spPr>
          <a:xfrm rot="5400000">
            <a:off x="4795167" y="416117"/>
            <a:ext cx="3805" cy="8693861"/>
          </a:xfrm>
          <a:custGeom>
            <a:avLst/>
            <a:gdLst/>
            <a:ahLst/>
            <a:cxnLst/>
            <a:rect l="l" t="t" r="r" b="b"/>
            <a:pathLst>
              <a:path w="94" h="12612" extrusionOk="0">
                <a:moveTo>
                  <a:pt x="0" y="1"/>
                </a:moveTo>
                <a:lnTo>
                  <a:pt x="0" y="12611"/>
                </a:lnTo>
                <a:lnTo>
                  <a:pt x="94" y="12611"/>
                </a:lnTo>
                <a:lnTo>
                  <a:pt x="9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2000" y="0"/>
            <a:ext cx="9146100" cy="4747200"/>
          </a:xfrm>
          <a:prstGeom prst="rect">
            <a:avLst/>
          </a:pr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title"/>
          </p:nvPr>
        </p:nvSpPr>
        <p:spPr>
          <a:xfrm>
            <a:off x="939925" y="659400"/>
            <a:ext cx="3996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" name="Google Shape;141;p9"/>
          <p:cNvSpPr txBox="1">
            <a:spLocks noGrp="1"/>
          </p:cNvSpPr>
          <p:nvPr>
            <p:ph type="subTitle" idx="1"/>
          </p:nvPr>
        </p:nvSpPr>
        <p:spPr>
          <a:xfrm>
            <a:off x="940000" y="1501200"/>
            <a:ext cx="3831900" cy="152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6100" y="0"/>
            <a:ext cx="9144000" cy="3691200"/>
          </a:xfrm>
          <a:prstGeom prst="rect">
            <a:avLst/>
          </a:prstGeom>
          <a:gradFill>
            <a:gsLst>
              <a:gs pos="0">
                <a:srgbClr val="F59A93">
                  <a:alpha val="15294"/>
                </a:srgbClr>
              </a:gs>
              <a:gs pos="100000">
                <a:srgbClr val="737373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" name="Google Shape;143;p9"/>
          <p:cNvGrpSpPr/>
          <p:nvPr/>
        </p:nvGrpSpPr>
        <p:grpSpPr>
          <a:xfrm>
            <a:off x="-22937" y="3699650"/>
            <a:ext cx="9202062" cy="1443775"/>
            <a:chOff x="-22937" y="3699650"/>
            <a:chExt cx="9202062" cy="1443775"/>
          </a:xfrm>
        </p:grpSpPr>
        <p:sp>
          <p:nvSpPr>
            <p:cNvPr id="144" name="Google Shape;144;p9"/>
            <p:cNvSpPr/>
            <p:nvPr/>
          </p:nvSpPr>
          <p:spPr>
            <a:xfrm>
              <a:off x="5150" y="3707325"/>
              <a:ext cx="9144000" cy="1436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 rot="5400000">
              <a:off x="4575386" y="-898673"/>
              <a:ext cx="5415" cy="9202062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_1_1_1_1_1"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3"/>
          <p:cNvSpPr/>
          <p:nvPr/>
        </p:nvSpPr>
        <p:spPr>
          <a:xfrm>
            <a:off x="1191225" y="231625"/>
            <a:ext cx="7953000" cy="3591000"/>
          </a:xfrm>
          <a:prstGeom prst="rect">
            <a:avLst/>
          </a:pr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3" name="Google Shape;1063;p33"/>
          <p:cNvGrpSpPr/>
          <p:nvPr/>
        </p:nvGrpSpPr>
        <p:grpSpPr>
          <a:xfrm>
            <a:off x="300282" y="430100"/>
            <a:ext cx="865966" cy="2380620"/>
            <a:chOff x="200618" y="652447"/>
            <a:chExt cx="1189840" cy="3270982"/>
          </a:xfrm>
        </p:grpSpPr>
        <p:sp>
          <p:nvSpPr>
            <p:cNvPr id="1064" name="Google Shape;1064;p33"/>
            <p:cNvSpPr/>
            <p:nvPr/>
          </p:nvSpPr>
          <p:spPr>
            <a:xfrm>
              <a:off x="702075" y="2559900"/>
              <a:ext cx="172125" cy="984225"/>
            </a:xfrm>
            <a:custGeom>
              <a:avLst/>
              <a:gdLst/>
              <a:ahLst/>
              <a:cxnLst/>
              <a:rect l="l" t="t" r="r" b="b"/>
              <a:pathLst>
                <a:path w="6885" h="39369" extrusionOk="0">
                  <a:moveTo>
                    <a:pt x="151" y="0"/>
                  </a:moveTo>
                  <a:lnTo>
                    <a:pt x="6885" y="1524"/>
                  </a:lnTo>
                  <a:lnTo>
                    <a:pt x="6741" y="39109"/>
                  </a:lnTo>
                  <a:lnTo>
                    <a:pt x="0" y="3936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065" name="Google Shape;1065;p33"/>
            <p:cNvSpPr/>
            <p:nvPr/>
          </p:nvSpPr>
          <p:spPr>
            <a:xfrm>
              <a:off x="205875" y="2444675"/>
              <a:ext cx="326975" cy="1384125"/>
            </a:xfrm>
            <a:custGeom>
              <a:avLst/>
              <a:gdLst/>
              <a:ahLst/>
              <a:cxnLst/>
              <a:rect l="l" t="t" r="r" b="b"/>
              <a:pathLst>
                <a:path w="13079" h="55365" extrusionOk="0">
                  <a:moveTo>
                    <a:pt x="90" y="0"/>
                  </a:moveTo>
                  <a:lnTo>
                    <a:pt x="13079" y="2922"/>
                  </a:lnTo>
                  <a:lnTo>
                    <a:pt x="12992" y="49230"/>
                  </a:lnTo>
                  <a:lnTo>
                    <a:pt x="0" y="5536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066" name="Google Shape;1066;p33"/>
            <p:cNvSpPr/>
            <p:nvPr/>
          </p:nvSpPr>
          <p:spPr>
            <a:xfrm>
              <a:off x="205875" y="704500"/>
              <a:ext cx="328325" cy="1557975"/>
            </a:xfrm>
            <a:custGeom>
              <a:avLst/>
              <a:gdLst/>
              <a:ahLst/>
              <a:cxnLst/>
              <a:rect l="l" t="t" r="r" b="b"/>
              <a:pathLst>
                <a:path w="13133" h="62319" extrusionOk="0">
                  <a:moveTo>
                    <a:pt x="57" y="0"/>
                  </a:moveTo>
                  <a:lnTo>
                    <a:pt x="13133" y="6943"/>
                  </a:lnTo>
                  <a:lnTo>
                    <a:pt x="13133" y="62319"/>
                  </a:lnTo>
                  <a:lnTo>
                    <a:pt x="0" y="585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067" name="Google Shape;1067;p33"/>
            <p:cNvSpPr/>
            <p:nvPr/>
          </p:nvSpPr>
          <p:spPr>
            <a:xfrm>
              <a:off x="705850" y="969700"/>
              <a:ext cx="166350" cy="1395150"/>
            </a:xfrm>
            <a:custGeom>
              <a:avLst/>
              <a:gdLst/>
              <a:ahLst/>
              <a:cxnLst/>
              <a:rect l="l" t="t" r="r" b="b"/>
              <a:pathLst>
                <a:path w="6654" h="55806" extrusionOk="0">
                  <a:moveTo>
                    <a:pt x="0" y="0"/>
                  </a:moveTo>
                  <a:lnTo>
                    <a:pt x="6650" y="3509"/>
                  </a:lnTo>
                  <a:lnTo>
                    <a:pt x="6654" y="55806"/>
                  </a:lnTo>
                  <a:lnTo>
                    <a:pt x="0" y="5366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068" name="Google Shape;1068;p33"/>
            <p:cNvSpPr/>
            <p:nvPr/>
          </p:nvSpPr>
          <p:spPr>
            <a:xfrm>
              <a:off x="204284" y="2386009"/>
              <a:ext cx="408766" cy="41651"/>
            </a:xfrm>
            <a:custGeom>
              <a:avLst/>
              <a:gdLst/>
              <a:ahLst/>
              <a:cxnLst/>
              <a:rect l="l" t="t" r="r" b="b"/>
              <a:pathLst>
                <a:path w="4014" h="409" extrusionOk="0">
                  <a:moveTo>
                    <a:pt x="1" y="0"/>
                  </a:moveTo>
                  <a:lnTo>
                    <a:pt x="1" y="347"/>
                  </a:lnTo>
                  <a:lnTo>
                    <a:pt x="4013" y="409"/>
                  </a:lnTo>
                  <a:lnTo>
                    <a:pt x="4013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9D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3"/>
            <p:cNvSpPr/>
            <p:nvPr/>
          </p:nvSpPr>
          <p:spPr>
            <a:xfrm>
              <a:off x="204284" y="2350265"/>
              <a:ext cx="408766" cy="42058"/>
            </a:xfrm>
            <a:custGeom>
              <a:avLst/>
              <a:gdLst/>
              <a:ahLst/>
              <a:cxnLst/>
              <a:rect l="l" t="t" r="r" b="b"/>
              <a:pathLst>
                <a:path w="4014" h="413" extrusionOk="0">
                  <a:moveTo>
                    <a:pt x="1" y="1"/>
                  </a:moveTo>
                  <a:lnTo>
                    <a:pt x="1" y="351"/>
                  </a:lnTo>
                  <a:lnTo>
                    <a:pt x="4013" y="413"/>
                  </a:lnTo>
                  <a:lnTo>
                    <a:pt x="4013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3"/>
            <p:cNvSpPr/>
            <p:nvPr/>
          </p:nvSpPr>
          <p:spPr>
            <a:xfrm>
              <a:off x="204284" y="2314928"/>
              <a:ext cx="408766" cy="41752"/>
            </a:xfrm>
            <a:custGeom>
              <a:avLst/>
              <a:gdLst/>
              <a:ahLst/>
              <a:cxnLst/>
              <a:rect l="l" t="t" r="r" b="b"/>
              <a:pathLst>
                <a:path w="4014" h="410" extrusionOk="0">
                  <a:moveTo>
                    <a:pt x="1" y="1"/>
                  </a:moveTo>
                  <a:lnTo>
                    <a:pt x="1" y="348"/>
                  </a:lnTo>
                  <a:lnTo>
                    <a:pt x="4013" y="409"/>
                  </a:lnTo>
                  <a:lnTo>
                    <a:pt x="4013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3"/>
            <p:cNvSpPr/>
            <p:nvPr/>
          </p:nvSpPr>
          <p:spPr>
            <a:xfrm>
              <a:off x="204284" y="2279183"/>
              <a:ext cx="408766" cy="42160"/>
            </a:xfrm>
            <a:custGeom>
              <a:avLst/>
              <a:gdLst/>
              <a:ahLst/>
              <a:cxnLst/>
              <a:rect l="l" t="t" r="r" b="b"/>
              <a:pathLst>
                <a:path w="4014" h="414" extrusionOk="0">
                  <a:moveTo>
                    <a:pt x="1" y="1"/>
                  </a:moveTo>
                  <a:lnTo>
                    <a:pt x="1" y="352"/>
                  </a:lnTo>
                  <a:lnTo>
                    <a:pt x="4013" y="413"/>
                  </a:lnTo>
                  <a:lnTo>
                    <a:pt x="4013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201025" y="652447"/>
              <a:ext cx="415283" cy="3216458"/>
            </a:xfrm>
            <a:custGeom>
              <a:avLst/>
              <a:gdLst/>
              <a:ahLst/>
              <a:cxnLst/>
              <a:rect l="l" t="t" r="r" b="b"/>
              <a:pathLst>
                <a:path w="4078" h="31585" extrusionOk="0">
                  <a:moveTo>
                    <a:pt x="33" y="31584"/>
                  </a:moveTo>
                  <a:cubicBezTo>
                    <a:pt x="25" y="31584"/>
                    <a:pt x="22" y="31581"/>
                    <a:pt x="14" y="31577"/>
                  </a:cubicBezTo>
                  <a:cubicBezTo>
                    <a:pt x="4" y="31574"/>
                    <a:pt x="0" y="31563"/>
                    <a:pt x="0" y="31552"/>
                  </a:cubicBezTo>
                  <a:lnTo>
                    <a:pt x="0" y="36"/>
                  </a:lnTo>
                  <a:cubicBezTo>
                    <a:pt x="0" y="26"/>
                    <a:pt x="4" y="11"/>
                    <a:pt x="14" y="8"/>
                  </a:cubicBezTo>
                  <a:cubicBezTo>
                    <a:pt x="25" y="0"/>
                    <a:pt x="40" y="0"/>
                    <a:pt x="47" y="8"/>
                  </a:cubicBezTo>
                  <a:lnTo>
                    <a:pt x="4060" y="2169"/>
                  </a:lnTo>
                  <a:cubicBezTo>
                    <a:pt x="4070" y="2177"/>
                    <a:pt x="4078" y="2187"/>
                    <a:pt x="4078" y="2202"/>
                  </a:cubicBezTo>
                  <a:lnTo>
                    <a:pt x="4078" y="29697"/>
                  </a:lnTo>
                  <a:cubicBezTo>
                    <a:pt x="4078" y="29712"/>
                    <a:pt x="4070" y="29723"/>
                    <a:pt x="4060" y="29726"/>
                  </a:cubicBezTo>
                  <a:lnTo>
                    <a:pt x="47" y="31581"/>
                  </a:lnTo>
                  <a:cubicBezTo>
                    <a:pt x="43" y="31584"/>
                    <a:pt x="36" y="31584"/>
                    <a:pt x="33" y="31584"/>
                  </a:cubicBezTo>
                  <a:close/>
                  <a:moveTo>
                    <a:pt x="65" y="94"/>
                  </a:moveTo>
                  <a:lnTo>
                    <a:pt x="65" y="31498"/>
                  </a:lnTo>
                  <a:lnTo>
                    <a:pt x="4013" y="29676"/>
                  </a:lnTo>
                  <a:lnTo>
                    <a:pt x="4013" y="22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3"/>
            <p:cNvSpPr/>
            <p:nvPr/>
          </p:nvSpPr>
          <p:spPr>
            <a:xfrm>
              <a:off x="701653" y="3615175"/>
              <a:ext cx="234933" cy="20774"/>
            </a:xfrm>
            <a:custGeom>
              <a:avLst/>
              <a:gdLst/>
              <a:ahLst/>
              <a:cxnLst/>
              <a:rect l="l" t="t" r="r" b="b"/>
              <a:pathLst>
                <a:path w="2307" h="204" extrusionOk="0">
                  <a:moveTo>
                    <a:pt x="0" y="1"/>
                  </a:moveTo>
                  <a:lnTo>
                    <a:pt x="2307" y="33"/>
                  </a:lnTo>
                  <a:lnTo>
                    <a:pt x="2307" y="203"/>
                  </a:lnTo>
                  <a:lnTo>
                    <a:pt x="0" y="2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701653" y="2505667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0"/>
                  </a:moveTo>
                  <a:lnTo>
                    <a:pt x="2307" y="36"/>
                  </a:lnTo>
                  <a:lnTo>
                    <a:pt x="2307" y="329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701653" y="2475829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0"/>
                  </a:moveTo>
                  <a:lnTo>
                    <a:pt x="2307" y="33"/>
                  </a:lnTo>
                  <a:lnTo>
                    <a:pt x="2307" y="329"/>
                  </a:lnTo>
                  <a:lnTo>
                    <a:pt x="0" y="293"/>
                  </a:lnTo>
                  <a:close/>
                </a:path>
              </a:pathLst>
            </a:custGeom>
            <a:solidFill>
              <a:srgbClr val="F59D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3"/>
            <p:cNvSpPr/>
            <p:nvPr/>
          </p:nvSpPr>
          <p:spPr>
            <a:xfrm>
              <a:off x="701653" y="2445584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1"/>
                  </a:moveTo>
                  <a:lnTo>
                    <a:pt x="2307" y="37"/>
                  </a:lnTo>
                  <a:lnTo>
                    <a:pt x="2307" y="33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rgbClr val="F59D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3"/>
            <p:cNvSpPr/>
            <p:nvPr/>
          </p:nvSpPr>
          <p:spPr>
            <a:xfrm>
              <a:off x="701653" y="2415847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0"/>
                  </a:moveTo>
                  <a:lnTo>
                    <a:pt x="2307" y="33"/>
                  </a:lnTo>
                  <a:lnTo>
                    <a:pt x="2307" y="329"/>
                  </a:lnTo>
                  <a:lnTo>
                    <a:pt x="0" y="293"/>
                  </a:lnTo>
                  <a:close/>
                </a:path>
              </a:pathLst>
            </a:custGeom>
            <a:solidFill>
              <a:srgbClr val="F59D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3"/>
            <p:cNvSpPr/>
            <p:nvPr/>
          </p:nvSpPr>
          <p:spPr>
            <a:xfrm>
              <a:off x="701653" y="2385602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1"/>
                  </a:moveTo>
                  <a:lnTo>
                    <a:pt x="2307" y="37"/>
                  </a:lnTo>
                  <a:lnTo>
                    <a:pt x="2307" y="33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rgbClr val="F59D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701653" y="2355764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1"/>
                  </a:moveTo>
                  <a:lnTo>
                    <a:pt x="2307" y="37"/>
                  </a:lnTo>
                  <a:lnTo>
                    <a:pt x="2307" y="330"/>
                  </a:lnTo>
                  <a:lnTo>
                    <a:pt x="0" y="29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3"/>
            <p:cNvSpPr/>
            <p:nvPr/>
          </p:nvSpPr>
          <p:spPr>
            <a:xfrm>
              <a:off x="698293" y="920786"/>
              <a:ext cx="241654" cy="2718383"/>
            </a:xfrm>
            <a:custGeom>
              <a:avLst/>
              <a:gdLst/>
              <a:ahLst/>
              <a:cxnLst/>
              <a:rect l="l" t="t" r="r" b="b"/>
              <a:pathLst>
                <a:path w="2373" h="26694" extrusionOk="0">
                  <a:moveTo>
                    <a:pt x="33" y="26694"/>
                  </a:moveTo>
                  <a:cubicBezTo>
                    <a:pt x="26" y="26694"/>
                    <a:pt x="19" y="26690"/>
                    <a:pt x="15" y="26686"/>
                  </a:cubicBezTo>
                  <a:cubicBezTo>
                    <a:pt x="4" y="26683"/>
                    <a:pt x="1" y="26672"/>
                    <a:pt x="1" y="26661"/>
                  </a:cubicBezTo>
                  <a:lnTo>
                    <a:pt x="1" y="37"/>
                  </a:lnTo>
                  <a:cubicBezTo>
                    <a:pt x="1" y="22"/>
                    <a:pt x="4" y="11"/>
                    <a:pt x="15" y="4"/>
                  </a:cubicBezTo>
                  <a:cubicBezTo>
                    <a:pt x="26" y="1"/>
                    <a:pt x="41" y="1"/>
                    <a:pt x="48" y="4"/>
                  </a:cubicBezTo>
                  <a:lnTo>
                    <a:pt x="2347" y="1244"/>
                  </a:lnTo>
                  <a:cubicBezTo>
                    <a:pt x="2358" y="1248"/>
                    <a:pt x="2361" y="1262"/>
                    <a:pt x="2365" y="1273"/>
                  </a:cubicBezTo>
                  <a:lnTo>
                    <a:pt x="2372" y="25678"/>
                  </a:lnTo>
                  <a:cubicBezTo>
                    <a:pt x="2372" y="25689"/>
                    <a:pt x="2365" y="25703"/>
                    <a:pt x="2354" y="25707"/>
                  </a:cubicBezTo>
                  <a:lnTo>
                    <a:pt x="48" y="26690"/>
                  </a:lnTo>
                  <a:cubicBezTo>
                    <a:pt x="44" y="26694"/>
                    <a:pt x="37" y="26694"/>
                    <a:pt x="33" y="26694"/>
                  </a:cubicBezTo>
                  <a:close/>
                  <a:moveTo>
                    <a:pt x="66" y="91"/>
                  </a:moveTo>
                  <a:lnTo>
                    <a:pt x="66" y="26607"/>
                  </a:lnTo>
                  <a:lnTo>
                    <a:pt x="2304" y="25653"/>
                  </a:lnTo>
                  <a:lnTo>
                    <a:pt x="2296" y="12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873553" y="1051137"/>
              <a:ext cx="63036" cy="2483145"/>
            </a:xfrm>
            <a:custGeom>
              <a:avLst/>
              <a:gdLst/>
              <a:ahLst/>
              <a:cxnLst/>
              <a:rect l="l" t="t" r="r" b="b"/>
              <a:pathLst>
                <a:path w="619" h="24384" extrusionOk="0">
                  <a:moveTo>
                    <a:pt x="1" y="33"/>
                  </a:moveTo>
                  <a:lnTo>
                    <a:pt x="1" y="24380"/>
                  </a:lnTo>
                  <a:lnTo>
                    <a:pt x="619" y="24383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873553" y="1051137"/>
              <a:ext cx="63036" cy="2483145"/>
            </a:xfrm>
            <a:custGeom>
              <a:avLst/>
              <a:gdLst/>
              <a:ahLst/>
              <a:cxnLst/>
              <a:rect l="l" t="t" r="r" b="b"/>
              <a:pathLst>
                <a:path w="619" h="24384" extrusionOk="0">
                  <a:moveTo>
                    <a:pt x="1" y="33"/>
                  </a:moveTo>
                  <a:lnTo>
                    <a:pt x="1" y="24380"/>
                  </a:lnTo>
                  <a:lnTo>
                    <a:pt x="619" y="24383"/>
                  </a:lnTo>
                  <a:lnTo>
                    <a:pt x="6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3"/>
            <p:cNvSpPr/>
            <p:nvPr/>
          </p:nvSpPr>
          <p:spPr>
            <a:xfrm>
              <a:off x="870295" y="1047471"/>
              <a:ext cx="69655" cy="2490069"/>
            </a:xfrm>
            <a:custGeom>
              <a:avLst/>
              <a:gdLst/>
              <a:ahLst/>
              <a:cxnLst/>
              <a:rect l="l" t="t" r="r" b="b"/>
              <a:pathLst>
                <a:path w="684" h="24452" extrusionOk="0">
                  <a:moveTo>
                    <a:pt x="618" y="72"/>
                  </a:moveTo>
                  <a:lnTo>
                    <a:pt x="618" y="24383"/>
                  </a:lnTo>
                  <a:lnTo>
                    <a:pt x="69" y="24383"/>
                  </a:lnTo>
                  <a:lnTo>
                    <a:pt x="69" y="101"/>
                  </a:lnTo>
                  <a:lnTo>
                    <a:pt x="618" y="72"/>
                  </a:lnTo>
                  <a:close/>
                  <a:moveTo>
                    <a:pt x="647" y="0"/>
                  </a:moveTo>
                  <a:lnTo>
                    <a:pt x="33" y="36"/>
                  </a:lnTo>
                  <a:cubicBezTo>
                    <a:pt x="14" y="36"/>
                    <a:pt x="0" y="51"/>
                    <a:pt x="0" y="69"/>
                  </a:cubicBezTo>
                  <a:lnTo>
                    <a:pt x="0" y="24419"/>
                  </a:lnTo>
                  <a:cubicBezTo>
                    <a:pt x="0" y="24438"/>
                    <a:pt x="14" y="24452"/>
                    <a:pt x="33" y="24452"/>
                  </a:cubicBezTo>
                  <a:lnTo>
                    <a:pt x="651" y="24452"/>
                  </a:lnTo>
                  <a:cubicBezTo>
                    <a:pt x="669" y="24452"/>
                    <a:pt x="683" y="24438"/>
                    <a:pt x="683" y="24419"/>
                  </a:cubicBezTo>
                  <a:lnTo>
                    <a:pt x="683" y="36"/>
                  </a:lnTo>
                  <a:cubicBezTo>
                    <a:pt x="683" y="15"/>
                    <a:pt x="669" y="0"/>
                    <a:pt x="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3"/>
            <p:cNvSpPr/>
            <p:nvPr/>
          </p:nvSpPr>
          <p:spPr>
            <a:xfrm>
              <a:off x="204284" y="3535641"/>
              <a:ext cx="732295" cy="329945"/>
            </a:xfrm>
            <a:custGeom>
              <a:avLst/>
              <a:gdLst/>
              <a:ahLst/>
              <a:cxnLst/>
              <a:rect l="l" t="t" r="r" b="b"/>
              <a:pathLst>
                <a:path w="7191" h="3240" extrusionOk="0">
                  <a:moveTo>
                    <a:pt x="7191" y="1"/>
                  </a:moveTo>
                  <a:lnTo>
                    <a:pt x="6573" y="5"/>
                  </a:lnTo>
                  <a:lnTo>
                    <a:pt x="11" y="2734"/>
                  </a:lnTo>
                  <a:lnTo>
                    <a:pt x="1" y="3240"/>
                  </a:lnTo>
                  <a:lnTo>
                    <a:pt x="71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3"/>
            <p:cNvSpPr/>
            <p:nvPr/>
          </p:nvSpPr>
          <p:spPr>
            <a:xfrm>
              <a:off x="204284" y="3535641"/>
              <a:ext cx="732295" cy="329945"/>
            </a:xfrm>
            <a:custGeom>
              <a:avLst/>
              <a:gdLst/>
              <a:ahLst/>
              <a:cxnLst/>
              <a:rect l="l" t="t" r="r" b="b"/>
              <a:pathLst>
                <a:path w="7191" h="3240" extrusionOk="0">
                  <a:moveTo>
                    <a:pt x="6573" y="5"/>
                  </a:moveTo>
                  <a:lnTo>
                    <a:pt x="11" y="2734"/>
                  </a:lnTo>
                  <a:lnTo>
                    <a:pt x="1" y="3240"/>
                  </a:lnTo>
                  <a:lnTo>
                    <a:pt x="7191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3"/>
            <p:cNvSpPr/>
            <p:nvPr/>
          </p:nvSpPr>
          <p:spPr>
            <a:xfrm>
              <a:off x="201025" y="3531975"/>
              <a:ext cx="740340" cy="336972"/>
            </a:xfrm>
            <a:custGeom>
              <a:avLst/>
              <a:gdLst/>
              <a:ahLst/>
              <a:cxnLst/>
              <a:rect l="l" t="t" r="r" b="b"/>
              <a:pathLst>
                <a:path w="7270" h="3309" extrusionOk="0">
                  <a:moveTo>
                    <a:pt x="7064" y="69"/>
                  </a:moveTo>
                  <a:lnTo>
                    <a:pt x="69" y="3222"/>
                  </a:lnTo>
                  <a:lnTo>
                    <a:pt x="80" y="2795"/>
                  </a:lnTo>
                  <a:lnTo>
                    <a:pt x="6612" y="73"/>
                  </a:lnTo>
                  <a:lnTo>
                    <a:pt x="7064" y="69"/>
                  </a:lnTo>
                  <a:close/>
                  <a:moveTo>
                    <a:pt x="7223" y="1"/>
                  </a:moveTo>
                  <a:lnTo>
                    <a:pt x="6605" y="4"/>
                  </a:lnTo>
                  <a:cubicBezTo>
                    <a:pt x="6597" y="4"/>
                    <a:pt x="6594" y="8"/>
                    <a:pt x="6590" y="8"/>
                  </a:cubicBezTo>
                  <a:lnTo>
                    <a:pt x="33" y="2741"/>
                  </a:lnTo>
                  <a:cubicBezTo>
                    <a:pt x="18" y="2745"/>
                    <a:pt x="11" y="2755"/>
                    <a:pt x="11" y="2770"/>
                  </a:cubicBezTo>
                  <a:lnTo>
                    <a:pt x="0" y="3272"/>
                  </a:lnTo>
                  <a:cubicBezTo>
                    <a:pt x="0" y="3283"/>
                    <a:pt x="4" y="3298"/>
                    <a:pt x="14" y="3301"/>
                  </a:cubicBezTo>
                  <a:cubicBezTo>
                    <a:pt x="18" y="3305"/>
                    <a:pt x="25" y="3308"/>
                    <a:pt x="33" y="3308"/>
                  </a:cubicBezTo>
                  <a:cubicBezTo>
                    <a:pt x="36" y="3308"/>
                    <a:pt x="43" y="3308"/>
                    <a:pt x="47" y="3305"/>
                  </a:cubicBezTo>
                  <a:lnTo>
                    <a:pt x="7237" y="66"/>
                  </a:lnTo>
                  <a:cubicBezTo>
                    <a:pt x="7270" y="51"/>
                    <a:pt x="7259" y="1"/>
                    <a:pt x="7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531586" y="875164"/>
              <a:ext cx="81468" cy="2802703"/>
            </a:xfrm>
            <a:custGeom>
              <a:avLst/>
              <a:gdLst/>
              <a:ahLst/>
              <a:cxnLst/>
              <a:rect l="l" t="t" r="r" b="b"/>
              <a:pathLst>
                <a:path w="800" h="27522" extrusionOk="0">
                  <a:moveTo>
                    <a:pt x="0" y="0"/>
                  </a:moveTo>
                  <a:lnTo>
                    <a:pt x="0" y="27521"/>
                  </a:lnTo>
                  <a:lnTo>
                    <a:pt x="799" y="27471"/>
                  </a:lnTo>
                  <a:lnTo>
                    <a:pt x="799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531586" y="875164"/>
              <a:ext cx="81468" cy="2802703"/>
            </a:xfrm>
            <a:custGeom>
              <a:avLst/>
              <a:gdLst/>
              <a:ahLst/>
              <a:cxnLst/>
              <a:rect l="l" t="t" r="r" b="b"/>
              <a:pathLst>
                <a:path w="800" h="27522" extrusionOk="0">
                  <a:moveTo>
                    <a:pt x="0" y="0"/>
                  </a:moveTo>
                  <a:lnTo>
                    <a:pt x="0" y="27521"/>
                  </a:lnTo>
                  <a:lnTo>
                    <a:pt x="799" y="27471"/>
                  </a:lnTo>
                  <a:lnTo>
                    <a:pt x="799" y="15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527920" y="871803"/>
              <a:ext cx="88393" cy="2809322"/>
            </a:xfrm>
            <a:custGeom>
              <a:avLst/>
              <a:gdLst/>
              <a:ahLst/>
              <a:cxnLst/>
              <a:rect l="l" t="t" r="r" b="b"/>
              <a:pathLst>
                <a:path w="868" h="27587" extrusionOk="0">
                  <a:moveTo>
                    <a:pt x="69" y="66"/>
                  </a:moveTo>
                  <a:lnTo>
                    <a:pt x="803" y="80"/>
                  </a:lnTo>
                  <a:lnTo>
                    <a:pt x="803" y="27471"/>
                  </a:lnTo>
                  <a:lnTo>
                    <a:pt x="69" y="27518"/>
                  </a:lnTo>
                  <a:lnTo>
                    <a:pt x="69" y="66"/>
                  </a:lnTo>
                  <a:close/>
                  <a:moveTo>
                    <a:pt x="36" y="1"/>
                  </a:moveTo>
                  <a:cubicBezTo>
                    <a:pt x="29" y="1"/>
                    <a:pt x="18" y="1"/>
                    <a:pt x="11" y="8"/>
                  </a:cubicBezTo>
                  <a:cubicBezTo>
                    <a:pt x="7" y="15"/>
                    <a:pt x="4" y="23"/>
                    <a:pt x="4" y="33"/>
                  </a:cubicBezTo>
                  <a:lnTo>
                    <a:pt x="4" y="27554"/>
                  </a:lnTo>
                  <a:cubicBezTo>
                    <a:pt x="0" y="27572"/>
                    <a:pt x="18" y="27587"/>
                    <a:pt x="36" y="27587"/>
                  </a:cubicBezTo>
                  <a:lnTo>
                    <a:pt x="835" y="27540"/>
                  </a:lnTo>
                  <a:cubicBezTo>
                    <a:pt x="853" y="27540"/>
                    <a:pt x="868" y="27522"/>
                    <a:pt x="868" y="27507"/>
                  </a:cubicBezTo>
                  <a:lnTo>
                    <a:pt x="868" y="48"/>
                  </a:lnTo>
                  <a:cubicBezTo>
                    <a:pt x="868" y="30"/>
                    <a:pt x="853" y="12"/>
                    <a:pt x="835" y="12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207237" y="2200056"/>
              <a:ext cx="405812" cy="317827"/>
            </a:xfrm>
            <a:custGeom>
              <a:avLst/>
              <a:gdLst/>
              <a:ahLst/>
              <a:cxnLst/>
              <a:rect l="l" t="t" r="r" b="b"/>
              <a:pathLst>
                <a:path w="3985" h="3121" extrusionOk="0">
                  <a:moveTo>
                    <a:pt x="0" y="1"/>
                  </a:moveTo>
                  <a:lnTo>
                    <a:pt x="0" y="2379"/>
                  </a:lnTo>
                  <a:lnTo>
                    <a:pt x="3185" y="3120"/>
                  </a:lnTo>
                  <a:lnTo>
                    <a:pt x="3984" y="29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3"/>
            <p:cNvSpPr/>
            <p:nvPr/>
          </p:nvSpPr>
          <p:spPr>
            <a:xfrm>
              <a:off x="203877" y="2196492"/>
              <a:ext cx="412839" cy="324650"/>
            </a:xfrm>
            <a:custGeom>
              <a:avLst/>
              <a:gdLst/>
              <a:ahLst/>
              <a:cxnLst/>
              <a:rect l="l" t="t" r="r" b="b"/>
              <a:pathLst>
                <a:path w="4054" h="3188" extrusionOk="0">
                  <a:moveTo>
                    <a:pt x="66" y="101"/>
                  </a:moveTo>
                  <a:lnTo>
                    <a:pt x="3938" y="2939"/>
                  </a:lnTo>
                  <a:lnTo>
                    <a:pt x="3218" y="3119"/>
                  </a:lnTo>
                  <a:lnTo>
                    <a:pt x="66" y="2389"/>
                  </a:lnTo>
                  <a:lnTo>
                    <a:pt x="66" y="101"/>
                  </a:lnTo>
                  <a:close/>
                  <a:moveTo>
                    <a:pt x="34" y="1"/>
                  </a:moveTo>
                  <a:cubicBezTo>
                    <a:pt x="29" y="1"/>
                    <a:pt x="23" y="2"/>
                    <a:pt x="19" y="3"/>
                  </a:cubicBezTo>
                  <a:cubicBezTo>
                    <a:pt x="8" y="10"/>
                    <a:pt x="1" y="21"/>
                    <a:pt x="1" y="36"/>
                  </a:cubicBezTo>
                  <a:lnTo>
                    <a:pt x="1" y="2414"/>
                  </a:lnTo>
                  <a:cubicBezTo>
                    <a:pt x="1" y="2432"/>
                    <a:pt x="12" y="2447"/>
                    <a:pt x="26" y="2451"/>
                  </a:cubicBezTo>
                  <a:lnTo>
                    <a:pt x="3211" y="3188"/>
                  </a:lnTo>
                  <a:lnTo>
                    <a:pt x="3225" y="3188"/>
                  </a:lnTo>
                  <a:lnTo>
                    <a:pt x="4024" y="2989"/>
                  </a:lnTo>
                  <a:cubicBezTo>
                    <a:pt x="4039" y="2986"/>
                    <a:pt x="4046" y="2975"/>
                    <a:pt x="4050" y="2960"/>
                  </a:cubicBezTo>
                  <a:cubicBezTo>
                    <a:pt x="4053" y="2949"/>
                    <a:pt x="4046" y="2935"/>
                    <a:pt x="4039" y="2928"/>
                  </a:cubicBezTo>
                  <a:lnTo>
                    <a:pt x="52" y="7"/>
                  </a:lnTo>
                  <a:cubicBezTo>
                    <a:pt x="47" y="3"/>
                    <a:pt x="41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3"/>
            <p:cNvSpPr/>
            <p:nvPr/>
          </p:nvSpPr>
          <p:spPr>
            <a:xfrm>
              <a:off x="207237" y="2164719"/>
              <a:ext cx="405812" cy="332899"/>
            </a:xfrm>
            <a:custGeom>
              <a:avLst/>
              <a:gdLst/>
              <a:ahLst/>
              <a:cxnLst/>
              <a:rect l="l" t="t" r="r" b="b"/>
              <a:pathLst>
                <a:path w="3985" h="3269" extrusionOk="0">
                  <a:moveTo>
                    <a:pt x="0" y="1"/>
                  </a:moveTo>
                  <a:lnTo>
                    <a:pt x="0" y="2275"/>
                  </a:lnTo>
                  <a:lnTo>
                    <a:pt x="3185" y="3070"/>
                  </a:lnTo>
                  <a:lnTo>
                    <a:pt x="3984" y="3269"/>
                  </a:lnTo>
                  <a:lnTo>
                    <a:pt x="3984" y="1176"/>
                  </a:lnTo>
                  <a:lnTo>
                    <a:pt x="3185" y="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3"/>
            <p:cNvSpPr/>
            <p:nvPr/>
          </p:nvSpPr>
          <p:spPr>
            <a:xfrm>
              <a:off x="203877" y="2161256"/>
              <a:ext cx="412432" cy="339722"/>
            </a:xfrm>
            <a:custGeom>
              <a:avLst/>
              <a:gdLst/>
              <a:ahLst/>
              <a:cxnLst/>
              <a:rect l="l" t="t" r="r" b="b"/>
              <a:pathLst>
                <a:path w="4050" h="3336" extrusionOk="0">
                  <a:moveTo>
                    <a:pt x="66" y="82"/>
                  </a:moveTo>
                  <a:lnTo>
                    <a:pt x="3985" y="1235"/>
                  </a:lnTo>
                  <a:lnTo>
                    <a:pt x="3985" y="3259"/>
                  </a:lnTo>
                  <a:lnTo>
                    <a:pt x="66" y="2283"/>
                  </a:lnTo>
                  <a:lnTo>
                    <a:pt x="66" y="82"/>
                  </a:lnTo>
                  <a:close/>
                  <a:moveTo>
                    <a:pt x="36" y="1"/>
                  </a:moveTo>
                  <a:cubicBezTo>
                    <a:pt x="28" y="1"/>
                    <a:pt x="20" y="4"/>
                    <a:pt x="12" y="9"/>
                  </a:cubicBezTo>
                  <a:cubicBezTo>
                    <a:pt x="5" y="13"/>
                    <a:pt x="1" y="24"/>
                    <a:pt x="1" y="35"/>
                  </a:cubicBezTo>
                  <a:lnTo>
                    <a:pt x="1" y="2309"/>
                  </a:lnTo>
                  <a:cubicBezTo>
                    <a:pt x="1" y="2323"/>
                    <a:pt x="12" y="2337"/>
                    <a:pt x="26" y="2341"/>
                  </a:cubicBezTo>
                  <a:lnTo>
                    <a:pt x="4010" y="3335"/>
                  </a:lnTo>
                  <a:lnTo>
                    <a:pt x="4017" y="3335"/>
                  </a:lnTo>
                  <a:cubicBezTo>
                    <a:pt x="4024" y="3335"/>
                    <a:pt x="4032" y="3332"/>
                    <a:pt x="4039" y="3328"/>
                  </a:cubicBezTo>
                  <a:cubicBezTo>
                    <a:pt x="4046" y="3321"/>
                    <a:pt x="4050" y="3310"/>
                    <a:pt x="4050" y="3299"/>
                  </a:cubicBezTo>
                  <a:lnTo>
                    <a:pt x="4050" y="1210"/>
                  </a:lnTo>
                  <a:cubicBezTo>
                    <a:pt x="4050" y="1195"/>
                    <a:pt x="4042" y="1181"/>
                    <a:pt x="4028" y="1177"/>
                  </a:cubicBezTo>
                  <a:lnTo>
                    <a:pt x="3229" y="942"/>
                  </a:lnTo>
                  <a:lnTo>
                    <a:pt x="44" y="2"/>
                  </a:lnTo>
                  <a:cubicBezTo>
                    <a:pt x="41" y="1"/>
                    <a:pt x="38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3"/>
            <p:cNvSpPr/>
            <p:nvPr/>
          </p:nvSpPr>
          <p:spPr>
            <a:xfrm>
              <a:off x="207237" y="2164719"/>
              <a:ext cx="405812" cy="332899"/>
            </a:xfrm>
            <a:custGeom>
              <a:avLst/>
              <a:gdLst/>
              <a:ahLst/>
              <a:cxnLst/>
              <a:rect l="l" t="t" r="r" b="b"/>
              <a:pathLst>
                <a:path w="3985" h="3269" extrusionOk="0">
                  <a:moveTo>
                    <a:pt x="0" y="1"/>
                  </a:moveTo>
                  <a:lnTo>
                    <a:pt x="0" y="2275"/>
                  </a:lnTo>
                  <a:lnTo>
                    <a:pt x="3185" y="3070"/>
                  </a:lnTo>
                  <a:lnTo>
                    <a:pt x="3984" y="3269"/>
                  </a:lnTo>
                  <a:lnTo>
                    <a:pt x="3984" y="1176"/>
                  </a:lnTo>
                  <a:lnTo>
                    <a:pt x="3185" y="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3"/>
            <p:cNvSpPr/>
            <p:nvPr/>
          </p:nvSpPr>
          <p:spPr>
            <a:xfrm>
              <a:off x="701653" y="2456684"/>
              <a:ext cx="233100" cy="140329"/>
            </a:xfrm>
            <a:custGeom>
              <a:avLst/>
              <a:gdLst/>
              <a:ahLst/>
              <a:cxnLst/>
              <a:rect l="l" t="t" r="r" b="b"/>
              <a:pathLst>
                <a:path w="2289" h="1378" extrusionOk="0">
                  <a:moveTo>
                    <a:pt x="0" y="0"/>
                  </a:moveTo>
                  <a:lnTo>
                    <a:pt x="0" y="991"/>
                  </a:lnTo>
                  <a:lnTo>
                    <a:pt x="1674" y="1378"/>
                  </a:lnTo>
                  <a:lnTo>
                    <a:pt x="2289" y="1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3"/>
            <p:cNvSpPr/>
            <p:nvPr/>
          </p:nvSpPr>
          <p:spPr>
            <a:xfrm>
              <a:off x="698293" y="2453221"/>
              <a:ext cx="240127" cy="147457"/>
            </a:xfrm>
            <a:custGeom>
              <a:avLst/>
              <a:gdLst/>
              <a:ahLst/>
              <a:cxnLst/>
              <a:rect l="l" t="t" r="r" b="b"/>
              <a:pathLst>
                <a:path w="2358" h="1448" extrusionOk="0">
                  <a:moveTo>
                    <a:pt x="66" y="89"/>
                  </a:moveTo>
                  <a:lnTo>
                    <a:pt x="2231" y="1213"/>
                  </a:lnTo>
                  <a:lnTo>
                    <a:pt x="1707" y="1376"/>
                  </a:lnTo>
                  <a:lnTo>
                    <a:pt x="66" y="996"/>
                  </a:lnTo>
                  <a:lnTo>
                    <a:pt x="66" y="89"/>
                  </a:lnTo>
                  <a:close/>
                  <a:moveTo>
                    <a:pt x="35" y="0"/>
                  </a:moveTo>
                  <a:cubicBezTo>
                    <a:pt x="30" y="0"/>
                    <a:pt x="24" y="2"/>
                    <a:pt x="19" y="5"/>
                  </a:cubicBezTo>
                  <a:cubicBezTo>
                    <a:pt x="8" y="13"/>
                    <a:pt x="1" y="24"/>
                    <a:pt x="1" y="34"/>
                  </a:cubicBezTo>
                  <a:lnTo>
                    <a:pt x="1" y="1025"/>
                  </a:lnTo>
                  <a:cubicBezTo>
                    <a:pt x="1" y="1039"/>
                    <a:pt x="12" y="1054"/>
                    <a:pt x="30" y="1057"/>
                  </a:cubicBezTo>
                  <a:lnTo>
                    <a:pt x="1700" y="1448"/>
                  </a:lnTo>
                  <a:lnTo>
                    <a:pt x="1722" y="1448"/>
                  </a:lnTo>
                  <a:lnTo>
                    <a:pt x="2332" y="1256"/>
                  </a:lnTo>
                  <a:cubicBezTo>
                    <a:pt x="2347" y="1253"/>
                    <a:pt x="2354" y="1238"/>
                    <a:pt x="2358" y="1227"/>
                  </a:cubicBezTo>
                  <a:cubicBezTo>
                    <a:pt x="2358" y="1213"/>
                    <a:pt x="2351" y="1198"/>
                    <a:pt x="2340" y="1191"/>
                  </a:cubicBezTo>
                  <a:lnTo>
                    <a:pt x="51" y="5"/>
                  </a:lnTo>
                  <a:cubicBezTo>
                    <a:pt x="46" y="2"/>
                    <a:pt x="41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3"/>
            <p:cNvSpPr/>
            <p:nvPr/>
          </p:nvSpPr>
          <p:spPr>
            <a:xfrm>
              <a:off x="701653" y="2310549"/>
              <a:ext cx="233813" cy="267011"/>
            </a:xfrm>
            <a:custGeom>
              <a:avLst/>
              <a:gdLst/>
              <a:ahLst/>
              <a:cxnLst/>
              <a:rect l="l" t="t" r="r" b="b"/>
              <a:pathLst>
                <a:path w="2296" h="2622" extrusionOk="0">
                  <a:moveTo>
                    <a:pt x="0" y="0"/>
                  </a:moveTo>
                  <a:lnTo>
                    <a:pt x="0" y="2054"/>
                  </a:lnTo>
                  <a:lnTo>
                    <a:pt x="2289" y="2621"/>
                  </a:lnTo>
                  <a:lnTo>
                    <a:pt x="2296" y="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3"/>
            <p:cNvSpPr/>
            <p:nvPr/>
          </p:nvSpPr>
          <p:spPr>
            <a:xfrm>
              <a:off x="698293" y="2307290"/>
              <a:ext cx="240942" cy="273936"/>
            </a:xfrm>
            <a:custGeom>
              <a:avLst/>
              <a:gdLst/>
              <a:ahLst/>
              <a:cxnLst/>
              <a:rect l="l" t="t" r="r" b="b"/>
              <a:pathLst>
                <a:path w="2366" h="2690" extrusionOk="0">
                  <a:moveTo>
                    <a:pt x="66" y="79"/>
                  </a:moveTo>
                  <a:lnTo>
                    <a:pt x="2296" y="737"/>
                  </a:lnTo>
                  <a:lnTo>
                    <a:pt x="2286" y="2610"/>
                  </a:lnTo>
                  <a:lnTo>
                    <a:pt x="66" y="2057"/>
                  </a:lnTo>
                  <a:lnTo>
                    <a:pt x="66" y="79"/>
                  </a:lnTo>
                  <a:close/>
                  <a:moveTo>
                    <a:pt x="31" y="0"/>
                  </a:moveTo>
                  <a:cubicBezTo>
                    <a:pt x="15" y="0"/>
                    <a:pt x="1" y="16"/>
                    <a:pt x="1" y="36"/>
                  </a:cubicBezTo>
                  <a:lnTo>
                    <a:pt x="1" y="2086"/>
                  </a:lnTo>
                  <a:cubicBezTo>
                    <a:pt x="1" y="2100"/>
                    <a:pt x="12" y="2114"/>
                    <a:pt x="26" y="2118"/>
                  </a:cubicBezTo>
                  <a:lnTo>
                    <a:pt x="2311" y="2689"/>
                  </a:lnTo>
                  <a:lnTo>
                    <a:pt x="2322" y="2689"/>
                  </a:lnTo>
                  <a:cubicBezTo>
                    <a:pt x="2329" y="2689"/>
                    <a:pt x="2336" y="2686"/>
                    <a:pt x="2343" y="2682"/>
                  </a:cubicBezTo>
                  <a:cubicBezTo>
                    <a:pt x="2351" y="2675"/>
                    <a:pt x="2354" y="2668"/>
                    <a:pt x="2354" y="2657"/>
                  </a:cubicBezTo>
                  <a:lnTo>
                    <a:pt x="2365" y="712"/>
                  </a:lnTo>
                  <a:cubicBezTo>
                    <a:pt x="2365" y="697"/>
                    <a:pt x="2354" y="683"/>
                    <a:pt x="2340" y="679"/>
                  </a:cubicBezTo>
                  <a:lnTo>
                    <a:pt x="44" y="3"/>
                  </a:lnTo>
                  <a:cubicBezTo>
                    <a:pt x="40" y="1"/>
                    <a:pt x="35" y="0"/>
                    <a:pt x="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3"/>
            <p:cNvSpPr/>
            <p:nvPr/>
          </p:nvSpPr>
          <p:spPr>
            <a:xfrm>
              <a:off x="701653" y="2310549"/>
              <a:ext cx="233813" cy="267011"/>
            </a:xfrm>
            <a:custGeom>
              <a:avLst/>
              <a:gdLst/>
              <a:ahLst/>
              <a:cxnLst/>
              <a:rect l="l" t="t" r="r" b="b"/>
              <a:pathLst>
                <a:path w="2296" h="2622" extrusionOk="0">
                  <a:moveTo>
                    <a:pt x="0" y="0"/>
                  </a:moveTo>
                  <a:lnTo>
                    <a:pt x="0" y="2054"/>
                  </a:lnTo>
                  <a:lnTo>
                    <a:pt x="2289" y="2621"/>
                  </a:lnTo>
                  <a:lnTo>
                    <a:pt x="2296" y="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3"/>
            <p:cNvSpPr/>
            <p:nvPr/>
          </p:nvSpPr>
          <p:spPr>
            <a:xfrm>
              <a:off x="204284" y="656113"/>
              <a:ext cx="408766" cy="220575"/>
            </a:xfrm>
            <a:custGeom>
              <a:avLst/>
              <a:gdLst/>
              <a:ahLst/>
              <a:cxnLst/>
              <a:rect l="l" t="t" r="r" b="b"/>
              <a:pathLst>
                <a:path w="4014" h="2166" extrusionOk="0">
                  <a:moveTo>
                    <a:pt x="1" y="0"/>
                  </a:moveTo>
                  <a:lnTo>
                    <a:pt x="11" y="503"/>
                  </a:lnTo>
                  <a:lnTo>
                    <a:pt x="3214" y="2151"/>
                  </a:lnTo>
                  <a:lnTo>
                    <a:pt x="4013" y="21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3"/>
            <p:cNvSpPr/>
            <p:nvPr/>
          </p:nvSpPr>
          <p:spPr>
            <a:xfrm>
              <a:off x="201025" y="652651"/>
              <a:ext cx="416811" cy="227398"/>
            </a:xfrm>
            <a:custGeom>
              <a:avLst/>
              <a:gdLst/>
              <a:ahLst/>
              <a:cxnLst/>
              <a:rect l="l" t="t" r="r" b="b"/>
              <a:pathLst>
                <a:path w="4093" h="2233" extrusionOk="0">
                  <a:moveTo>
                    <a:pt x="69" y="92"/>
                  </a:moveTo>
                  <a:lnTo>
                    <a:pt x="3908" y="2160"/>
                  </a:lnTo>
                  <a:lnTo>
                    <a:pt x="3253" y="2149"/>
                  </a:lnTo>
                  <a:lnTo>
                    <a:pt x="76" y="515"/>
                  </a:lnTo>
                  <a:lnTo>
                    <a:pt x="69" y="92"/>
                  </a:lnTo>
                  <a:close/>
                  <a:moveTo>
                    <a:pt x="33" y="0"/>
                  </a:moveTo>
                  <a:cubicBezTo>
                    <a:pt x="26" y="0"/>
                    <a:pt x="20" y="2"/>
                    <a:pt x="14" y="6"/>
                  </a:cubicBezTo>
                  <a:cubicBezTo>
                    <a:pt x="4" y="13"/>
                    <a:pt x="0" y="24"/>
                    <a:pt x="0" y="34"/>
                  </a:cubicBezTo>
                  <a:lnTo>
                    <a:pt x="11" y="537"/>
                  </a:lnTo>
                  <a:cubicBezTo>
                    <a:pt x="11" y="551"/>
                    <a:pt x="18" y="562"/>
                    <a:pt x="29" y="569"/>
                  </a:cubicBezTo>
                  <a:lnTo>
                    <a:pt x="3232" y="2214"/>
                  </a:lnTo>
                  <a:cubicBezTo>
                    <a:pt x="3235" y="2218"/>
                    <a:pt x="3239" y="2218"/>
                    <a:pt x="3246" y="2218"/>
                  </a:cubicBezTo>
                  <a:lnTo>
                    <a:pt x="4045" y="2232"/>
                  </a:lnTo>
                  <a:cubicBezTo>
                    <a:pt x="4081" y="2232"/>
                    <a:pt x="4092" y="2185"/>
                    <a:pt x="4063" y="2167"/>
                  </a:cubicBezTo>
                  <a:lnTo>
                    <a:pt x="51" y="6"/>
                  </a:lnTo>
                  <a:cubicBezTo>
                    <a:pt x="45" y="2"/>
                    <a:pt x="39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3"/>
            <p:cNvSpPr/>
            <p:nvPr/>
          </p:nvSpPr>
          <p:spPr>
            <a:xfrm>
              <a:off x="701653" y="924452"/>
              <a:ext cx="233813" cy="130043"/>
            </a:xfrm>
            <a:custGeom>
              <a:avLst/>
              <a:gdLst/>
              <a:ahLst/>
              <a:cxnLst/>
              <a:rect l="l" t="t" r="r" b="b"/>
              <a:pathLst>
                <a:path w="2296" h="1277" extrusionOk="0">
                  <a:moveTo>
                    <a:pt x="0" y="1"/>
                  </a:moveTo>
                  <a:lnTo>
                    <a:pt x="11" y="395"/>
                  </a:lnTo>
                  <a:lnTo>
                    <a:pt x="1689" y="1277"/>
                  </a:lnTo>
                  <a:lnTo>
                    <a:pt x="2296" y="1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3"/>
            <p:cNvSpPr/>
            <p:nvPr/>
          </p:nvSpPr>
          <p:spPr>
            <a:xfrm>
              <a:off x="698293" y="920888"/>
              <a:ext cx="240942" cy="136968"/>
            </a:xfrm>
            <a:custGeom>
              <a:avLst/>
              <a:gdLst/>
              <a:ahLst/>
              <a:cxnLst/>
              <a:rect l="l" t="t" r="r" b="b"/>
              <a:pathLst>
                <a:path w="2366" h="1345" extrusionOk="0">
                  <a:moveTo>
                    <a:pt x="70" y="90"/>
                  </a:moveTo>
                  <a:lnTo>
                    <a:pt x="2210" y="1247"/>
                  </a:lnTo>
                  <a:lnTo>
                    <a:pt x="1729" y="1276"/>
                  </a:lnTo>
                  <a:lnTo>
                    <a:pt x="77" y="412"/>
                  </a:lnTo>
                  <a:lnTo>
                    <a:pt x="70" y="90"/>
                  </a:lnTo>
                  <a:close/>
                  <a:moveTo>
                    <a:pt x="33" y="1"/>
                  </a:moveTo>
                  <a:cubicBezTo>
                    <a:pt x="27" y="1"/>
                    <a:pt x="21" y="1"/>
                    <a:pt x="15" y="3"/>
                  </a:cubicBezTo>
                  <a:cubicBezTo>
                    <a:pt x="4" y="10"/>
                    <a:pt x="1" y="21"/>
                    <a:pt x="1" y="36"/>
                  </a:cubicBezTo>
                  <a:lnTo>
                    <a:pt x="8" y="430"/>
                  </a:lnTo>
                  <a:cubicBezTo>
                    <a:pt x="8" y="444"/>
                    <a:pt x="15" y="455"/>
                    <a:pt x="26" y="462"/>
                  </a:cubicBezTo>
                  <a:lnTo>
                    <a:pt x="1707" y="1341"/>
                  </a:lnTo>
                  <a:cubicBezTo>
                    <a:pt x="1711" y="1344"/>
                    <a:pt x="1714" y="1344"/>
                    <a:pt x="1722" y="1344"/>
                  </a:cubicBezTo>
                  <a:lnTo>
                    <a:pt x="1725" y="1344"/>
                  </a:lnTo>
                  <a:lnTo>
                    <a:pt x="2332" y="1305"/>
                  </a:lnTo>
                  <a:cubicBezTo>
                    <a:pt x="2347" y="1305"/>
                    <a:pt x="2358" y="1294"/>
                    <a:pt x="2361" y="1279"/>
                  </a:cubicBezTo>
                  <a:cubicBezTo>
                    <a:pt x="2365" y="1265"/>
                    <a:pt x="2358" y="1250"/>
                    <a:pt x="2347" y="1243"/>
                  </a:cubicBezTo>
                  <a:lnTo>
                    <a:pt x="48" y="3"/>
                  </a:lnTo>
                  <a:cubicBezTo>
                    <a:pt x="44" y="1"/>
                    <a:pt x="39" y="1"/>
                    <a:pt x="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3"/>
            <p:cNvSpPr/>
            <p:nvPr/>
          </p:nvSpPr>
          <p:spPr>
            <a:xfrm>
              <a:off x="204284" y="3535641"/>
              <a:ext cx="1182508" cy="384427"/>
            </a:xfrm>
            <a:custGeom>
              <a:avLst/>
              <a:gdLst/>
              <a:ahLst/>
              <a:cxnLst/>
              <a:rect l="l" t="t" r="r" b="b"/>
              <a:pathLst>
                <a:path w="11612" h="3775" extrusionOk="0">
                  <a:moveTo>
                    <a:pt x="7191" y="1"/>
                  </a:moveTo>
                  <a:lnTo>
                    <a:pt x="1" y="3240"/>
                  </a:lnTo>
                  <a:lnTo>
                    <a:pt x="1" y="3775"/>
                  </a:lnTo>
                  <a:lnTo>
                    <a:pt x="5221" y="3775"/>
                  </a:lnTo>
                  <a:lnTo>
                    <a:pt x="11612" y="388"/>
                  </a:lnTo>
                  <a:lnTo>
                    <a:pt x="11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3"/>
            <p:cNvSpPr/>
            <p:nvPr/>
          </p:nvSpPr>
          <p:spPr>
            <a:xfrm>
              <a:off x="201025" y="3531975"/>
              <a:ext cx="1189433" cy="391454"/>
            </a:xfrm>
            <a:custGeom>
              <a:avLst/>
              <a:gdLst/>
              <a:ahLst/>
              <a:cxnLst/>
              <a:rect l="l" t="t" r="r" b="b"/>
              <a:pathLst>
                <a:path w="11680" h="3844" extrusionOk="0">
                  <a:moveTo>
                    <a:pt x="11611" y="69"/>
                  </a:moveTo>
                  <a:lnTo>
                    <a:pt x="11611" y="402"/>
                  </a:lnTo>
                  <a:lnTo>
                    <a:pt x="5242" y="3775"/>
                  </a:lnTo>
                  <a:lnTo>
                    <a:pt x="65" y="3775"/>
                  </a:lnTo>
                  <a:lnTo>
                    <a:pt x="65" y="3298"/>
                  </a:lnTo>
                  <a:lnTo>
                    <a:pt x="7230" y="69"/>
                  </a:lnTo>
                  <a:close/>
                  <a:moveTo>
                    <a:pt x="7223" y="1"/>
                  </a:moveTo>
                  <a:cubicBezTo>
                    <a:pt x="7215" y="1"/>
                    <a:pt x="7212" y="1"/>
                    <a:pt x="7208" y="4"/>
                  </a:cubicBezTo>
                  <a:lnTo>
                    <a:pt x="18" y="3243"/>
                  </a:lnTo>
                  <a:cubicBezTo>
                    <a:pt x="7" y="3251"/>
                    <a:pt x="0" y="3261"/>
                    <a:pt x="0" y="3276"/>
                  </a:cubicBezTo>
                  <a:lnTo>
                    <a:pt x="0" y="3811"/>
                  </a:lnTo>
                  <a:cubicBezTo>
                    <a:pt x="0" y="3829"/>
                    <a:pt x="14" y="3843"/>
                    <a:pt x="33" y="3843"/>
                  </a:cubicBezTo>
                  <a:lnTo>
                    <a:pt x="5253" y="3843"/>
                  </a:lnTo>
                  <a:cubicBezTo>
                    <a:pt x="5256" y="3843"/>
                    <a:pt x="5263" y="3843"/>
                    <a:pt x="5267" y="3840"/>
                  </a:cubicBezTo>
                  <a:lnTo>
                    <a:pt x="11662" y="453"/>
                  </a:lnTo>
                  <a:cubicBezTo>
                    <a:pt x="11673" y="445"/>
                    <a:pt x="11676" y="435"/>
                    <a:pt x="11680" y="424"/>
                  </a:cubicBezTo>
                  <a:lnTo>
                    <a:pt x="11680" y="37"/>
                  </a:lnTo>
                  <a:cubicBezTo>
                    <a:pt x="11680" y="15"/>
                    <a:pt x="11662" y="1"/>
                    <a:pt x="11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3"/>
            <p:cNvSpPr/>
            <p:nvPr/>
          </p:nvSpPr>
          <p:spPr>
            <a:xfrm>
              <a:off x="204284" y="3535641"/>
              <a:ext cx="1182508" cy="384427"/>
            </a:xfrm>
            <a:custGeom>
              <a:avLst/>
              <a:gdLst/>
              <a:ahLst/>
              <a:cxnLst/>
              <a:rect l="l" t="t" r="r" b="b"/>
              <a:pathLst>
                <a:path w="11612" h="3775" extrusionOk="0">
                  <a:moveTo>
                    <a:pt x="7191" y="1"/>
                  </a:moveTo>
                  <a:lnTo>
                    <a:pt x="1" y="3240"/>
                  </a:lnTo>
                  <a:lnTo>
                    <a:pt x="1" y="3775"/>
                  </a:lnTo>
                  <a:lnTo>
                    <a:pt x="5221" y="3775"/>
                  </a:lnTo>
                  <a:lnTo>
                    <a:pt x="11612" y="388"/>
                  </a:lnTo>
                  <a:lnTo>
                    <a:pt x="11612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3"/>
            <p:cNvSpPr/>
            <p:nvPr/>
          </p:nvSpPr>
          <p:spPr>
            <a:xfrm>
              <a:off x="204284" y="3535641"/>
              <a:ext cx="1182508" cy="329945"/>
            </a:xfrm>
            <a:custGeom>
              <a:avLst/>
              <a:gdLst/>
              <a:ahLst/>
              <a:cxnLst/>
              <a:rect l="l" t="t" r="r" b="b"/>
              <a:pathLst>
                <a:path w="11612" h="3240" extrusionOk="0">
                  <a:moveTo>
                    <a:pt x="7191" y="1"/>
                  </a:moveTo>
                  <a:lnTo>
                    <a:pt x="1" y="3240"/>
                  </a:lnTo>
                  <a:lnTo>
                    <a:pt x="5221" y="3240"/>
                  </a:lnTo>
                  <a:lnTo>
                    <a:pt x="11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3"/>
            <p:cNvSpPr/>
            <p:nvPr/>
          </p:nvSpPr>
          <p:spPr>
            <a:xfrm>
              <a:off x="204284" y="3535641"/>
              <a:ext cx="1182508" cy="329945"/>
            </a:xfrm>
            <a:custGeom>
              <a:avLst/>
              <a:gdLst/>
              <a:ahLst/>
              <a:cxnLst/>
              <a:rect l="l" t="t" r="r" b="b"/>
              <a:pathLst>
                <a:path w="11612" h="3240" extrusionOk="0">
                  <a:moveTo>
                    <a:pt x="11612" y="1"/>
                  </a:moveTo>
                  <a:lnTo>
                    <a:pt x="7191" y="1"/>
                  </a:lnTo>
                  <a:lnTo>
                    <a:pt x="1" y="3240"/>
                  </a:lnTo>
                  <a:lnTo>
                    <a:pt x="5221" y="324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3"/>
            <p:cNvSpPr/>
            <p:nvPr/>
          </p:nvSpPr>
          <p:spPr>
            <a:xfrm>
              <a:off x="200618" y="3531975"/>
              <a:ext cx="1189840" cy="336972"/>
            </a:xfrm>
            <a:custGeom>
              <a:avLst/>
              <a:gdLst/>
              <a:ahLst/>
              <a:cxnLst/>
              <a:rect l="l" t="t" r="r" b="b"/>
              <a:pathLst>
                <a:path w="11684" h="3309" extrusionOk="0">
                  <a:moveTo>
                    <a:pt x="11507" y="69"/>
                  </a:moveTo>
                  <a:lnTo>
                    <a:pt x="5246" y="3240"/>
                  </a:lnTo>
                  <a:lnTo>
                    <a:pt x="192" y="3240"/>
                  </a:lnTo>
                  <a:lnTo>
                    <a:pt x="7234" y="69"/>
                  </a:lnTo>
                  <a:close/>
                  <a:moveTo>
                    <a:pt x="7227" y="1"/>
                  </a:moveTo>
                  <a:cubicBezTo>
                    <a:pt x="7219" y="1"/>
                    <a:pt x="7216" y="1"/>
                    <a:pt x="7212" y="4"/>
                  </a:cubicBezTo>
                  <a:lnTo>
                    <a:pt x="22" y="3243"/>
                  </a:lnTo>
                  <a:cubicBezTo>
                    <a:pt x="8" y="3251"/>
                    <a:pt x="0" y="3265"/>
                    <a:pt x="4" y="3280"/>
                  </a:cubicBezTo>
                  <a:cubicBezTo>
                    <a:pt x="8" y="3298"/>
                    <a:pt x="22" y="3308"/>
                    <a:pt x="37" y="3308"/>
                  </a:cubicBezTo>
                  <a:lnTo>
                    <a:pt x="5257" y="3308"/>
                  </a:lnTo>
                  <a:cubicBezTo>
                    <a:pt x="5260" y="3308"/>
                    <a:pt x="5264" y="3308"/>
                    <a:pt x="5271" y="3305"/>
                  </a:cubicBezTo>
                  <a:lnTo>
                    <a:pt x="11662" y="66"/>
                  </a:lnTo>
                  <a:cubicBezTo>
                    <a:pt x="11677" y="59"/>
                    <a:pt x="11684" y="44"/>
                    <a:pt x="11680" y="26"/>
                  </a:cubicBezTo>
                  <a:cubicBezTo>
                    <a:pt x="11677" y="12"/>
                    <a:pt x="11662" y="1"/>
                    <a:pt x="11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0" name="Google Shape;1110;p33"/>
          <p:cNvGrpSpPr/>
          <p:nvPr/>
        </p:nvGrpSpPr>
        <p:grpSpPr>
          <a:xfrm>
            <a:off x="-129575" y="-19423"/>
            <a:ext cx="9273581" cy="4728072"/>
            <a:chOff x="-129575" y="-19423"/>
            <a:chExt cx="9273581" cy="4728072"/>
          </a:xfrm>
        </p:grpSpPr>
        <p:sp>
          <p:nvSpPr>
            <p:cNvPr id="1111" name="Google Shape;1111;p33"/>
            <p:cNvSpPr/>
            <p:nvPr/>
          </p:nvSpPr>
          <p:spPr>
            <a:xfrm>
              <a:off x="-4" y="-19423"/>
              <a:ext cx="1188720" cy="4638584"/>
            </a:xfrm>
            <a:custGeom>
              <a:avLst/>
              <a:gdLst/>
              <a:ahLst/>
              <a:cxnLst/>
              <a:rect l="l" t="t" r="r" b="b"/>
              <a:pathLst>
                <a:path w="11673" h="45550" extrusionOk="0">
                  <a:moveTo>
                    <a:pt x="0" y="0"/>
                  </a:moveTo>
                  <a:lnTo>
                    <a:pt x="0" y="45549"/>
                  </a:lnTo>
                  <a:lnTo>
                    <a:pt x="11673" y="37820"/>
                  </a:lnTo>
                  <a:lnTo>
                    <a:pt x="11644" y="2401"/>
                  </a:lnTo>
                  <a:lnTo>
                    <a:pt x="8983" y="0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3"/>
            <p:cNvSpPr/>
            <p:nvPr/>
          </p:nvSpPr>
          <p:spPr>
            <a:xfrm rot="10800000">
              <a:off x="1188725" y="229190"/>
              <a:ext cx="3805" cy="3596154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3"/>
            <p:cNvSpPr/>
            <p:nvPr/>
          </p:nvSpPr>
          <p:spPr>
            <a:xfrm rot="-2878260" flipH="1">
              <a:off x="1065330" y="-48408"/>
              <a:ext cx="3761" cy="333826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3"/>
            <p:cNvSpPr/>
            <p:nvPr/>
          </p:nvSpPr>
          <p:spPr>
            <a:xfrm rot="5400000">
              <a:off x="5166359" y="-3742196"/>
              <a:ext cx="3805" cy="7951488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3"/>
            <p:cNvSpPr/>
            <p:nvPr/>
          </p:nvSpPr>
          <p:spPr>
            <a:xfrm rot="-7427376" flipH="1">
              <a:off x="529345" y="3471442"/>
              <a:ext cx="4090" cy="1587892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3"/>
            <p:cNvSpPr/>
            <p:nvPr/>
          </p:nvSpPr>
          <p:spPr>
            <a:xfrm rot="5400000">
              <a:off x="5166359" y="-151466"/>
              <a:ext cx="3805" cy="7951488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33"/>
          <p:cNvSpPr/>
          <p:nvPr/>
        </p:nvSpPr>
        <p:spPr>
          <a:xfrm>
            <a:off x="-50" y="3822625"/>
            <a:ext cx="9144450" cy="1306875"/>
          </a:xfrm>
          <a:custGeom>
            <a:avLst/>
            <a:gdLst/>
            <a:ahLst/>
            <a:cxnLst/>
            <a:rect l="l" t="t" r="r" b="b"/>
            <a:pathLst>
              <a:path w="365778" h="52275" extrusionOk="0">
                <a:moveTo>
                  <a:pt x="0" y="32019"/>
                </a:moveTo>
                <a:lnTo>
                  <a:pt x="47703" y="0"/>
                </a:lnTo>
                <a:lnTo>
                  <a:pt x="365778" y="161"/>
                </a:lnTo>
                <a:lnTo>
                  <a:pt x="365369" y="52275"/>
                </a:lnTo>
                <a:lnTo>
                  <a:pt x="208" y="5227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118" name="Google Shape;1118;p33"/>
          <p:cNvSpPr/>
          <p:nvPr/>
        </p:nvSpPr>
        <p:spPr>
          <a:xfrm>
            <a:off x="1451375" y="1285250"/>
            <a:ext cx="7239825" cy="2538000"/>
          </a:xfrm>
          <a:custGeom>
            <a:avLst/>
            <a:gdLst/>
            <a:ahLst/>
            <a:cxnLst/>
            <a:rect l="l" t="t" r="r" b="b"/>
            <a:pathLst>
              <a:path w="289593" h="101520" extrusionOk="0">
                <a:moveTo>
                  <a:pt x="0" y="0"/>
                </a:moveTo>
                <a:lnTo>
                  <a:pt x="675" y="54699"/>
                </a:lnTo>
                <a:lnTo>
                  <a:pt x="63928" y="101520"/>
                </a:lnTo>
                <a:lnTo>
                  <a:pt x="223037" y="101443"/>
                </a:lnTo>
                <a:lnTo>
                  <a:pt x="289593" y="101500"/>
                </a:lnTo>
                <a:close/>
              </a:path>
            </a:pathLst>
          </a:custGeom>
          <a:gradFill>
            <a:gsLst>
              <a:gs pos="0">
                <a:srgbClr val="F5A65A">
                  <a:alpha val="56078"/>
                </a:srgbClr>
              </a:gs>
              <a:gs pos="100000">
                <a:srgbClr val="D88794">
                  <a:alpha val="61176"/>
                </a:srgbClr>
              </a:gs>
            </a:gsLst>
            <a:lin ang="16200038" scaled="0"/>
          </a:gradFill>
          <a:ln>
            <a:noFill/>
          </a:ln>
        </p:spPr>
      </p:sp>
      <p:sp>
        <p:nvSpPr>
          <p:cNvPr id="1119" name="Google Shape;1119;p33"/>
          <p:cNvSpPr txBox="1">
            <a:spLocks noGrp="1"/>
          </p:cNvSpPr>
          <p:nvPr>
            <p:ph type="title"/>
          </p:nvPr>
        </p:nvSpPr>
        <p:spPr>
          <a:xfrm>
            <a:off x="2756100" y="1202350"/>
            <a:ext cx="3761700" cy="12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8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0" name="Google Shape;1120;p33"/>
          <p:cNvSpPr txBox="1">
            <a:spLocks noGrp="1"/>
          </p:cNvSpPr>
          <p:nvPr>
            <p:ph type="subTitle" idx="1"/>
          </p:nvPr>
        </p:nvSpPr>
        <p:spPr>
          <a:xfrm>
            <a:off x="2756150" y="2479450"/>
            <a:ext cx="3761700" cy="6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1">
  <p:cSld name="SECTION_TITLE_AND_DESCRIPTION_1_1"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38"/>
          <p:cNvSpPr/>
          <p:nvPr/>
        </p:nvSpPr>
        <p:spPr>
          <a:xfrm flipH="1">
            <a:off x="-1050" y="0"/>
            <a:ext cx="9146100" cy="4747200"/>
          </a:xfrm>
          <a:prstGeom prst="rect">
            <a:avLst/>
          </a:pr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38"/>
          <p:cNvSpPr/>
          <p:nvPr/>
        </p:nvSpPr>
        <p:spPr>
          <a:xfrm flipH="1">
            <a:off x="2620050" y="4275041"/>
            <a:ext cx="6523950" cy="777420"/>
          </a:xfrm>
          <a:custGeom>
            <a:avLst/>
            <a:gdLst/>
            <a:ahLst/>
            <a:cxnLst/>
            <a:rect l="l" t="t" r="r" b="b"/>
            <a:pathLst>
              <a:path w="260958" h="18583" extrusionOk="0">
                <a:moveTo>
                  <a:pt x="0" y="0"/>
                </a:moveTo>
                <a:lnTo>
                  <a:pt x="0" y="18583"/>
                </a:lnTo>
                <a:lnTo>
                  <a:pt x="260958" y="18583"/>
                </a:lnTo>
                <a:lnTo>
                  <a:pt x="226978" y="1062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</p:sp>
      <p:grpSp>
        <p:nvGrpSpPr>
          <p:cNvPr id="1285" name="Google Shape;1285;p38"/>
          <p:cNvGrpSpPr/>
          <p:nvPr/>
        </p:nvGrpSpPr>
        <p:grpSpPr>
          <a:xfrm flipH="1">
            <a:off x="-332" y="4244043"/>
            <a:ext cx="9132932" cy="911497"/>
            <a:chOff x="11400" y="4480100"/>
            <a:chExt cx="9132932" cy="675283"/>
          </a:xfrm>
        </p:grpSpPr>
        <p:sp>
          <p:nvSpPr>
            <p:cNvPr id="1286" name="Google Shape;1286;p38"/>
            <p:cNvSpPr/>
            <p:nvPr/>
          </p:nvSpPr>
          <p:spPr>
            <a:xfrm>
              <a:off x="15930" y="4480100"/>
              <a:ext cx="9128402" cy="7285"/>
            </a:xfrm>
            <a:custGeom>
              <a:avLst/>
              <a:gdLst/>
              <a:ahLst/>
              <a:cxnLst/>
              <a:rect l="l" t="t" r="r" b="b"/>
              <a:pathLst>
                <a:path w="288144" h="228" extrusionOk="0">
                  <a:moveTo>
                    <a:pt x="1" y="1"/>
                  </a:moveTo>
                  <a:lnTo>
                    <a:pt x="1" y="227"/>
                  </a:lnTo>
                  <a:lnTo>
                    <a:pt x="288144" y="227"/>
                  </a:lnTo>
                  <a:lnTo>
                    <a:pt x="288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15930" y="4702641"/>
              <a:ext cx="9128402" cy="7285"/>
            </a:xfrm>
            <a:custGeom>
              <a:avLst/>
              <a:gdLst/>
              <a:ahLst/>
              <a:cxnLst/>
              <a:rect l="l" t="t" r="r" b="b"/>
              <a:pathLst>
                <a:path w="288144" h="228" extrusionOk="0">
                  <a:moveTo>
                    <a:pt x="1" y="1"/>
                  </a:moveTo>
                  <a:lnTo>
                    <a:pt x="1" y="227"/>
                  </a:lnTo>
                  <a:lnTo>
                    <a:pt x="288144" y="227"/>
                  </a:lnTo>
                  <a:lnTo>
                    <a:pt x="288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15930" y="4925214"/>
              <a:ext cx="9128402" cy="6869"/>
            </a:xfrm>
            <a:custGeom>
              <a:avLst/>
              <a:gdLst/>
              <a:ahLst/>
              <a:cxnLst/>
              <a:rect l="l" t="t" r="r" b="b"/>
              <a:pathLst>
                <a:path w="288144" h="215" extrusionOk="0">
                  <a:moveTo>
                    <a:pt x="1" y="0"/>
                  </a:moveTo>
                  <a:lnTo>
                    <a:pt x="1" y="214"/>
                  </a:lnTo>
                  <a:lnTo>
                    <a:pt x="288144" y="214"/>
                  </a:lnTo>
                  <a:lnTo>
                    <a:pt x="288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8"/>
            <p:cNvSpPr/>
            <p:nvPr/>
          </p:nvSpPr>
          <p:spPr>
            <a:xfrm>
              <a:off x="3573608" y="4921413"/>
              <a:ext cx="241606" cy="233970"/>
            </a:xfrm>
            <a:custGeom>
              <a:avLst/>
              <a:gdLst/>
              <a:ahLst/>
              <a:cxnLst/>
              <a:rect l="l" t="t" r="r" b="b"/>
              <a:pathLst>
                <a:path w="7562" h="7323" extrusionOk="0">
                  <a:moveTo>
                    <a:pt x="7407" y="0"/>
                  </a:moveTo>
                  <a:lnTo>
                    <a:pt x="1" y="7168"/>
                  </a:lnTo>
                  <a:lnTo>
                    <a:pt x="168" y="7322"/>
                  </a:lnTo>
                  <a:lnTo>
                    <a:pt x="7561" y="155"/>
                  </a:lnTo>
                  <a:lnTo>
                    <a:pt x="7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8"/>
            <p:cNvSpPr/>
            <p:nvPr/>
          </p:nvSpPr>
          <p:spPr>
            <a:xfrm>
              <a:off x="4032007" y="4481259"/>
              <a:ext cx="237804" cy="230551"/>
            </a:xfrm>
            <a:custGeom>
              <a:avLst/>
              <a:gdLst/>
              <a:ahLst/>
              <a:cxnLst/>
              <a:rect l="l" t="t" r="r" b="b"/>
              <a:pathLst>
                <a:path w="7443" h="7216" extrusionOk="0">
                  <a:moveTo>
                    <a:pt x="7288" y="1"/>
                  </a:moveTo>
                  <a:lnTo>
                    <a:pt x="1" y="7061"/>
                  </a:lnTo>
                  <a:lnTo>
                    <a:pt x="156" y="7216"/>
                  </a:lnTo>
                  <a:lnTo>
                    <a:pt x="7442" y="155"/>
                  </a:lnTo>
                  <a:lnTo>
                    <a:pt x="72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8"/>
            <p:cNvSpPr/>
            <p:nvPr/>
          </p:nvSpPr>
          <p:spPr>
            <a:xfrm>
              <a:off x="5463534" y="4704563"/>
              <a:ext cx="7253" cy="225599"/>
            </a:xfrm>
            <a:custGeom>
              <a:avLst/>
              <a:gdLst/>
              <a:ahLst/>
              <a:cxnLst/>
              <a:rect l="l" t="t" r="r" b="b"/>
              <a:pathLst>
                <a:path w="227" h="7061" extrusionOk="0">
                  <a:moveTo>
                    <a:pt x="0" y="0"/>
                  </a:moveTo>
                  <a:lnTo>
                    <a:pt x="0" y="7061"/>
                  </a:lnTo>
                  <a:lnTo>
                    <a:pt x="226" y="7061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8"/>
            <p:cNvSpPr/>
            <p:nvPr/>
          </p:nvSpPr>
          <p:spPr>
            <a:xfrm>
              <a:off x="11400" y="5092192"/>
              <a:ext cx="9132932" cy="7285"/>
            </a:xfrm>
            <a:custGeom>
              <a:avLst/>
              <a:gdLst/>
              <a:ahLst/>
              <a:cxnLst/>
              <a:rect l="l" t="t" r="r" b="b"/>
              <a:pathLst>
                <a:path w="288287" h="228" extrusionOk="0">
                  <a:moveTo>
                    <a:pt x="1" y="1"/>
                  </a:moveTo>
                  <a:lnTo>
                    <a:pt x="1" y="227"/>
                  </a:lnTo>
                  <a:lnTo>
                    <a:pt x="288287" y="227"/>
                  </a:lnTo>
                  <a:lnTo>
                    <a:pt x="2882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3" name="Google Shape;1293;p38"/>
          <p:cNvSpPr/>
          <p:nvPr/>
        </p:nvSpPr>
        <p:spPr>
          <a:xfrm flipH="1">
            <a:off x="-257" y="-3575"/>
            <a:ext cx="1469833" cy="5202157"/>
          </a:xfrm>
          <a:custGeom>
            <a:avLst/>
            <a:gdLst/>
            <a:ahLst/>
            <a:cxnLst/>
            <a:rect l="l" t="t" r="r" b="b"/>
            <a:pathLst>
              <a:path w="57309" h="206026" extrusionOk="0">
                <a:moveTo>
                  <a:pt x="0" y="0"/>
                </a:moveTo>
                <a:lnTo>
                  <a:pt x="57309" y="0"/>
                </a:lnTo>
                <a:lnTo>
                  <a:pt x="57309" y="206026"/>
                </a:lnTo>
                <a:lnTo>
                  <a:pt x="286" y="179091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94" name="Google Shape;1294;p38"/>
          <p:cNvSpPr txBox="1">
            <a:spLocks noGrp="1"/>
          </p:cNvSpPr>
          <p:nvPr>
            <p:ph type="title"/>
          </p:nvPr>
        </p:nvSpPr>
        <p:spPr>
          <a:xfrm>
            <a:off x="4380251" y="539500"/>
            <a:ext cx="396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95" name="Google Shape;1295;p38"/>
          <p:cNvSpPr txBox="1">
            <a:spLocks noGrp="1"/>
          </p:cNvSpPr>
          <p:nvPr>
            <p:ph type="subTitle" idx="1"/>
          </p:nvPr>
        </p:nvSpPr>
        <p:spPr>
          <a:xfrm>
            <a:off x="4380251" y="1381300"/>
            <a:ext cx="3964200" cy="11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96" name="Google Shape;1296;p38"/>
          <p:cNvGrpSpPr/>
          <p:nvPr/>
        </p:nvGrpSpPr>
        <p:grpSpPr>
          <a:xfrm>
            <a:off x="1395100" y="-54925"/>
            <a:ext cx="849825" cy="4607878"/>
            <a:chOff x="1395100" y="-54933"/>
            <a:chExt cx="849825" cy="4580851"/>
          </a:xfrm>
        </p:grpSpPr>
        <p:sp>
          <p:nvSpPr>
            <p:cNvPr id="1297" name="Google Shape;1297;p38"/>
            <p:cNvSpPr/>
            <p:nvPr/>
          </p:nvSpPr>
          <p:spPr>
            <a:xfrm>
              <a:off x="1395100" y="-54933"/>
              <a:ext cx="608978" cy="4580851"/>
            </a:xfrm>
            <a:custGeom>
              <a:avLst/>
              <a:gdLst/>
              <a:ahLst/>
              <a:cxnLst/>
              <a:rect l="l" t="t" r="r" b="b"/>
              <a:pathLst>
                <a:path w="6637" h="33033" extrusionOk="0">
                  <a:moveTo>
                    <a:pt x="0" y="1"/>
                  </a:moveTo>
                  <a:lnTo>
                    <a:pt x="0" y="33033"/>
                  </a:lnTo>
                  <a:lnTo>
                    <a:pt x="6636" y="33033"/>
                  </a:lnTo>
                  <a:lnTo>
                    <a:pt x="6636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8"/>
            <p:cNvSpPr/>
            <p:nvPr/>
          </p:nvSpPr>
          <p:spPr>
            <a:xfrm>
              <a:off x="2004080" y="-54933"/>
              <a:ext cx="240845" cy="4576688"/>
            </a:xfrm>
            <a:custGeom>
              <a:avLst/>
              <a:gdLst/>
              <a:ahLst/>
              <a:cxnLst/>
              <a:rect l="l" t="t" r="r" b="b"/>
              <a:pathLst>
                <a:path w="2113" h="33059" extrusionOk="0">
                  <a:moveTo>
                    <a:pt x="0" y="1"/>
                  </a:moveTo>
                  <a:lnTo>
                    <a:pt x="0" y="33059"/>
                  </a:lnTo>
                  <a:lnTo>
                    <a:pt x="2112" y="31019"/>
                  </a:lnTo>
                  <a:lnTo>
                    <a:pt x="211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9" name="Google Shape;1299;p38"/>
          <p:cNvGrpSpPr/>
          <p:nvPr/>
        </p:nvGrpSpPr>
        <p:grpSpPr>
          <a:xfrm flipH="1">
            <a:off x="-475008" y="-426131"/>
            <a:ext cx="2032256" cy="4519063"/>
            <a:chOff x="3193654" y="1011280"/>
            <a:chExt cx="1126902" cy="2505857"/>
          </a:xfrm>
        </p:grpSpPr>
        <p:grpSp>
          <p:nvGrpSpPr>
            <p:cNvPr id="1300" name="Google Shape;1300;p38"/>
            <p:cNvGrpSpPr/>
            <p:nvPr/>
          </p:nvGrpSpPr>
          <p:grpSpPr>
            <a:xfrm>
              <a:off x="3287600" y="1843488"/>
              <a:ext cx="982372" cy="598913"/>
              <a:chOff x="4842825" y="1950100"/>
              <a:chExt cx="982372" cy="598913"/>
            </a:xfrm>
          </p:grpSpPr>
          <p:sp>
            <p:nvSpPr>
              <p:cNvPr id="1301" name="Google Shape;1301;p38"/>
              <p:cNvSpPr/>
              <p:nvPr/>
            </p:nvSpPr>
            <p:spPr>
              <a:xfrm>
                <a:off x="4842825" y="2460523"/>
                <a:ext cx="378560" cy="88490"/>
              </a:xfrm>
              <a:custGeom>
                <a:avLst/>
                <a:gdLst/>
                <a:ahLst/>
                <a:cxnLst/>
                <a:rect l="l" t="t" r="r" b="b"/>
                <a:pathLst>
                  <a:path w="9279" h="2169" extrusionOk="0">
                    <a:moveTo>
                      <a:pt x="6157" y="0"/>
                    </a:moveTo>
                    <a:cubicBezTo>
                      <a:pt x="6088" y="0"/>
                      <a:pt x="6020" y="5"/>
                      <a:pt x="5952" y="16"/>
                    </a:cubicBezTo>
                    <a:cubicBezTo>
                      <a:pt x="5605" y="70"/>
                      <a:pt x="5296" y="339"/>
                      <a:pt x="5120" y="611"/>
                    </a:cubicBezTo>
                    <a:lnTo>
                      <a:pt x="5120" y="611"/>
                    </a:lnTo>
                    <a:cubicBezTo>
                      <a:pt x="5019" y="541"/>
                      <a:pt x="4902" y="490"/>
                      <a:pt x="4775" y="479"/>
                    </a:cubicBezTo>
                    <a:cubicBezTo>
                      <a:pt x="4757" y="477"/>
                      <a:pt x="4738" y="476"/>
                      <a:pt x="4719" y="476"/>
                    </a:cubicBezTo>
                    <a:cubicBezTo>
                      <a:pt x="4340" y="476"/>
                      <a:pt x="3994" y="813"/>
                      <a:pt x="3900" y="1091"/>
                    </a:cubicBezTo>
                    <a:lnTo>
                      <a:pt x="3900" y="1091"/>
                    </a:lnTo>
                    <a:cubicBezTo>
                      <a:pt x="3833" y="1013"/>
                      <a:pt x="3751" y="948"/>
                      <a:pt x="3654" y="925"/>
                    </a:cubicBezTo>
                    <a:cubicBezTo>
                      <a:pt x="3626" y="918"/>
                      <a:pt x="3597" y="915"/>
                      <a:pt x="3568" y="915"/>
                    </a:cubicBezTo>
                    <a:cubicBezTo>
                      <a:pt x="3290" y="915"/>
                      <a:pt x="2979" y="1205"/>
                      <a:pt x="2887" y="1429"/>
                    </a:cubicBezTo>
                    <a:lnTo>
                      <a:pt x="2887" y="1429"/>
                    </a:lnTo>
                    <a:cubicBezTo>
                      <a:pt x="2759" y="1351"/>
                      <a:pt x="2606" y="1288"/>
                      <a:pt x="2456" y="1288"/>
                    </a:cubicBezTo>
                    <a:cubicBezTo>
                      <a:pt x="2421" y="1288"/>
                      <a:pt x="2387" y="1292"/>
                      <a:pt x="2353" y="1299"/>
                    </a:cubicBezTo>
                    <a:cubicBezTo>
                      <a:pt x="2139" y="1343"/>
                      <a:pt x="2160" y="1497"/>
                      <a:pt x="1908" y="1637"/>
                    </a:cubicBezTo>
                    <a:cubicBezTo>
                      <a:pt x="1776" y="1710"/>
                      <a:pt x="1656" y="1731"/>
                      <a:pt x="1535" y="1731"/>
                    </a:cubicBezTo>
                    <a:cubicBezTo>
                      <a:pt x="1376" y="1731"/>
                      <a:pt x="1214" y="1696"/>
                      <a:pt x="1019" y="1696"/>
                    </a:cubicBezTo>
                    <a:cubicBezTo>
                      <a:pt x="907" y="1696"/>
                      <a:pt x="784" y="1707"/>
                      <a:pt x="644" y="1744"/>
                    </a:cubicBezTo>
                    <a:cubicBezTo>
                      <a:pt x="347" y="1821"/>
                      <a:pt x="0" y="2004"/>
                      <a:pt x="19" y="2100"/>
                    </a:cubicBezTo>
                    <a:cubicBezTo>
                      <a:pt x="30" y="2150"/>
                      <a:pt x="138" y="2168"/>
                      <a:pt x="338" y="2168"/>
                    </a:cubicBezTo>
                    <a:cubicBezTo>
                      <a:pt x="824" y="2168"/>
                      <a:pt x="1851" y="2061"/>
                      <a:pt x="3332" y="2046"/>
                    </a:cubicBezTo>
                    <a:cubicBezTo>
                      <a:pt x="3427" y="2045"/>
                      <a:pt x="3511" y="2045"/>
                      <a:pt x="3587" y="2045"/>
                    </a:cubicBezTo>
                    <a:cubicBezTo>
                      <a:pt x="4160" y="2045"/>
                      <a:pt x="4264" y="2067"/>
                      <a:pt x="4820" y="2067"/>
                    </a:cubicBezTo>
                    <a:cubicBezTo>
                      <a:pt x="4932" y="2067"/>
                      <a:pt x="5064" y="2066"/>
                      <a:pt x="5221" y="2064"/>
                    </a:cubicBezTo>
                    <a:cubicBezTo>
                      <a:pt x="6415" y="2048"/>
                      <a:pt x="6756" y="1991"/>
                      <a:pt x="7242" y="1991"/>
                    </a:cubicBezTo>
                    <a:cubicBezTo>
                      <a:pt x="7393" y="1991"/>
                      <a:pt x="7558" y="1996"/>
                      <a:pt x="7768" y="2010"/>
                    </a:cubicBezTo>
                    <a:cubicBezTo>
                      <a:pt x="8371" y="2052"/>
                      <a:pt x="8803" y="2128"/>
                      <a:pt x="9035" y="2128"/>
                    </a:cubicBezTo>
                    <a:cubicBezTo>
                      <a:pt x="9146" y="2128"/>
                      <a:pt x="9212" y="2111"/>
                      <a:pt x="9229" y="2064"/>
                    </a:cubicBezTo>
                    <a:cubicBezTo>
                      <a:pt x="9278" y="1930"/>
                      <a:pt x="8880" y="1660"/>
                      <a:pt x="8587" y="1530"/>
                    </a:cubicBezTo>
                    <a:cubicBezTo>
                      <a:pt x="8408" y="1450"/>
                      <a:pt x="8151" y="1372"/>
                      <a:pt x="7935" y="1361"/>
                    </a:cubicBezTo>
                    <a:lnTo>
                      <a:pt x="7935" y="1361"/>
                    </a:lnTo>
                    <a:cubicBezTo>
                      <a:pt x="7888" y="1114"/>
                      <a:pt x="7766" y="823"/>
                      <a:pt x="7590" y="657"/>
                    </a:cubicBezTo>
                    <a:cubicBezTo>
                      <a:pt x="7184" y="275"/>
                      <a:pt x="6662" y="0"/>
                      <a:pt x="61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8"/>
              <p:cNvSpPr/>
              <p:nvPr/>
            </p:nvSpPr>
            <p:spPr>
              <a:xfrm>
                <a:off x="5355577" y="2337028"/>
                <a:ext cx="469620" cy="109786"/>
              </a:xfrm>
              <a:custGeom>
                <a:avLst/>
                <a:gdLst/>
                <a:ahLst/>
                <a:cxnLst/>
                <a:rect l="l" t="t" r="r" b="b"/>
                <a:pathLst>
                  <a:path w="11511" h="2691" extrusionOk="0">
                    <a:moveTo>
                      <a:pt x="3873" y="1"/>
                    </a:moveTo>
                    <a:cubicBezTo>
                      <a:pt x="3246" y="1"/>
                      <a:pt x="2599" y="343"/>
                      <a:pt x="2096" y="816"/>
                    </a:cubicBezTo>
                    <a:lnTo>
                      <a:pt x="2095" y="816"/>
                    </a:lnTo>
                    <a:cubicBezTo>
                      <a:pt x="1876" y="1022"/>
                      <a:pt x="1725" y="1383"/>
                      <a:pt x="1667" y="1690"/>
                    </a:cubicBezTo>
                    <a:lnTo>
                      <a:pt x="1667" y="1690"/>
                    </a:lnTo>
                    <a:cubicBezTo>
                      <a:pt x="1399" y="1703"/>
                      <a:pt x="1081" y="1800"/>
                      <a:pt x="858" y="1899"/>
                    </a:cubicBezTo>
                    <a:cubicBezTo>
                      <a:pt x="495" y="2059"/>
                      <a:pt x="1" y="2394"/>
                      <a:pt x="63" y="2561"/>
                    </a:cubicBezTo>
                    <a:cubicBezTo>
                      <a:pt x="84" y="2619"/>
                      <a:pt x="165" y="2640"/>
                      <a:pt x="302" y="2640"/>
                    </a:cubicBezTo>
                    <a:cubicBezTo>
                      <a:pt x="590" y="2640"/>
                      <a:pt x="1126" y="2546"/>
                      <a:pt x="1874" y="2495"/>
                    </a:cubicBezTo>
                    <a:cubicBezTo>
                      <a:pt x="2136" y="2477"/>
                      <a:pt x="2342" y="2470"/>
                      <a:pt x="2530" y="2470"/>
                    </a:cubicBezTo>
                    <a:cubicBezTo>
                      <a:pt x="3131" y="2470"/>
                      <a:pt x="3555" y="2542"/>
                      <a:pt x="5034" y="2561"/>
                    </a:cubicBezTo>
                    <a:cubicBezTo>
                      <a:pt x="5228" y="2564"/>
                      <a:pt x="5389" y="2565"/>
                      <a:pt x="5528" y="2565"/>
                    </a:cubicBezTo>
                    <a:cubicBezTo>
                      <a:pt x="6220" y="2565"/>
                      <a:pt x="6348" y="2537"/>
                      <a:pt x="7059" y="2537"/>
                    </a:cubicBezTo>
                    <a:cubicBezTo>
                      <a:pt x="7153" y="2537"/>
                      <a:pt x="7258" y="2538"/>
                      <a:pt x="7376" y="2539"/>
                    </a:cubicBezTo>
                    <a:cubicBezTo>
                      <a:pt x="9213" y="2557"/>
                      <a:pt x="10487" y="2690"/>
                      <a:pt x="11090" y="2690"/>
                    </a:cubicBezTo>
                    <a:cubicBezTo>
                      <a:pt x="11339" y="2690"/>
                      <a:pt x="11473" y="2668"/>
                      <a:pt x="11486" y="2605"/>
                    </a:cubicBezTo>
                    <a:cubicBezTo>
                      <a:pt x="11510" y="2486"/>
                      <a:pt x="11080" y="2260"/>
                      <a:pt x="10713" y="2164"/>
                    </a:cubicBezTo>
                    <a:cubicBezTo>
                      <a:pt x="10539" y="2118"/>
                      <a:pt x="10386" y="2104"/>
                      <a:pt x="10247" y="2104"/>
                    </a:cubicBezTo>
                    <a:cubicBezTo>
                      <a:pt x="10005" y="2104"/>
                      <a:pt x="9805" y="2148"/>
                      <a:pt x="9608" y="2148"/>
                    </a:cubicBezTo>
                    <a:cubicBezTo>
                      <a:pt x="9457" y="2148"/>
                      <a:pt x="9308" y="2122"/>
                      <a:pt x="9144" y="2031"/>
                    </a:cubicBezTo>
                    <a:cubicBezTo>
                      <a:pt x="8831" y="1858"/>
                      <a:pt x="8857" y="1667"/>
                      <a:pt x="8592" y="1611"/>
                    </a:cubicBezTo>
                    <a:cubicBezTo>
                      <a:pt x="8550" y="1603"/>
                      <a:pt x="8508" y="1599"/>
                      <a:pt x="8466" y="1599"/>
                    </a:cubicBezTo>
                    <a:cubicBezTo>
                      <a:pt x="8279" y="1599"/>
                      <a:pt x="8089" y="1676"/>
                      <a:pt x="7930" y="1773"/>
                    </a:cubicBezTo>
                    <a:lnTo>
                      <a:pt x="7930" y="1773"/>
                    </a:lnTo>
                    <a:cubicBezTo>
                      <a:pt x="7816" y="1496"/>
                      <a:pt x="7431" y="1135"/>
                      <a:pt x="7086" y="1135"/>
                    </a:cubicBezTo>
                    <a:cubicBezTo>
                      <a:pt x="7049" y="1135"/>
                      <a:pt x="7014" y="1139"/>
                      <a:pt x="6979" y="1147"/>
                    </a:cubicBezTo>
                    <a:cubicBezTo>
                      <a:pt x="6858" y="1176"/>
                      <a:pt x="6755" y="1257"/>
                      <a:pt x="6672" y="1353"/>
                    </a:cubicBezTo>
                    <a:lnTo>
                      <a:pt x="6672" y="1353"/>
                    </a:lnTo>
                    <a:cubicBezTo>
                      <a:pt x="6556" y="1009"/>
                      <a:pt x="6127" y="592"/>
                      <a:pt x="5657" y="592"/>
                    </a:cubicBezTo>
                    <a:cubicBezTo>
                      <a:pt x="5634" y="592"/>
                      <a:pt x="5610" y="593"/>
                      <a:pt x="5587" y="595"/>
                    </a:cubicBezTo>
                    <a:cubicBezTo>
                      <a:pt x="5429" y="609"/>
                      <a:pt x="5285" y="671"/>
                      <a:pt x="5160" y="759"/>
                    </a:cubicBezTo>
                    <a:lnTo>
                      <a:pt x="5160" y="759"/>
                    </a:lnTo>
                    <a:cubicBezTo>
                      <a:pt x="4941" y="421"/>
                      <a:pt x="4558" y="88"/>
                      <a:pt x="4128" y="20"/>
                    </a:cubicBezTo>
                    <a:cubicBezTo>
                      <a:pt x="4044" y="7"/>
                      <a:pt x="3958" y="1"/>
                      <a:pt x="38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8"/>
              <p:cNvSpPr/>
              <p:nvPr/>
            </p:nvSpPr>
            <p:spPr>
              <a:xfrm>
                <a:off x="5418621" y="1950100"/>
                <a:ext cx="278280" cy="91917"/>
              </a:xfrm>
              <a:custGeom>
                <a:avLst/>
                <a:gdLst/>
                <a:ahLst/>
                <a:cxnLst/>
                <a:rect l="l" t="t" r="r" b="b"/>
                <a:pathLst>
                  <a:path w="6821" h="2253" extrusionOk="0">
                    <a:moveTo>
                      <a:pt x="2294" y="0"/>
                    </a:moveTo>
                    <a:cubicBezTo>
                      <a:pt x="1923" y="0"/>
                      <a:pt x="1539" y="286"/>
                      <a:pt x="1241" y="683"/>
                    </a:cubicBezTo>
                    <a:cubicBezTo>
                      <a:pt x="1112" y="855"/>
                      <a:pt x="1022" y="1158"/>
                      <a:pt x="988" y="1414"/>
                    </a:cubicBezTo>
                    <a:lnTo>
                      <a:pt x="988" y="1414"/>
                    </a:lnTo>
                    <a:cubicBezTo>
                      <a:pt x="829" y="1425"/>
                      <a:pt x="640" y="1507"/>
                      <a:pt x="508" y="1590"/>
                    </a:cubicBezTo>
                    <a:cubicBezTo>
                      <a:pt x="293" y="1724"/>
                      <a:pt x="1" y="2005"/>
                      <a:pt x="37" y="2145"/>
                    </a:cubicBezTo>
                    <a:cubicBezTo>
                      <a:pt x="49" y="2193"/>
                      <a:pt x="98" y="2211"/>
                      <a:pt x="179" y="2211"/>
                    </a:cubicBezTo>
                    <a:cubicBezTo>
                      <a:pt x="350" y="2211"/>
                      <a:pt x="667" y="2132"/>
                      <a:pt x="1110" y="2090"/>
                    </a:cubicBezTo>
                    <a:cubicBezTo>
                      <a:pt x="1266" y="2075"/>
                      <a:pt x="1389" y="2069"/>
                      <a:pt x="1502" y="2069"/>
                    </a:cubicBezTo>
                    <a:cubicBezTo>
                      <a:pt x="1857" y="2069"/>
                      <a:pt x="2109" y="2128"/>
                      <a:pt x="2982" y="2145"/>
                    </a:cubicBezTo>
                    <a:cubicBezTo>
                      <a:pt x="3096" y="2147"/>
                      <a:pt x="3191" y="2148"/>
                      <a:pt x="3272" y="2148"/>
                    </a:cubicBezTo>
                    <a:cubicBezTo>
                      <a:pt x="3681" y="2148"/>
                      <a:pt x="3759" y="2125"/>
                      <a:pt x="4169" y="2125"/>
                    </a:cubicBezTo>
                    <a:cubicBezTo>
                      <a:pt x="4228" y="2125"/>
                      <a:pt x="4295" y="2126"/>
                      <a:pt x="4370" y="2127"/>
                    </a:cubicBezTo>
                    <a:cubicBezTo>
                      <a:pt x="5461" y="2141"/>
                      <a:pt x="6216" y="2253"/>
                      <a:pt x="6573" y="2253"/>
                    </a:cubicBezTo>
                    <a:cubicBezTo>
                      <a:pt x="6719" y="2253"/>
                      <a:pt x="6799" y="2234"/>
                      <a:pt x="6806" y="2182"/>
                    </a:cubicBezTo>
                    <a:cubicBezTo>
                      <a:pt x="6821" y="2082"/>
                      <a:pt x="6566" y="1893"/>
                      <a:pt x="6348" y="1812"/>
                    </a:cubicBezTo>
                    <a:cubicBezTo>
                      <a:pt x="6245" y="1774"/>
                      <a:pt x="6154" y="1761"/>
                      <a:pt x="6071" y="1761"/>
                    </a:cubicBezTo>
                    <a:cubicBezTo>
                      <a:pt x="5928" y="1761"/>
                      <a:pt x="5809" y="1798"/>
                      <a:pt x="5692" y="1798"/>
                    </a:cubicBezTo>
                    <a:cubicBezTo>
                      <a:pt x="5603" y="1798"/>
                      <a:pt x="5515" y="1777"/>
                      <a:pt x="5418" y="1701"/>
                    </a:cubicBezTo>
                    <a:cubicBezTo>
                      <a:pt x="5232" y="1555"/>
                      <a:pt x="5248" y="1395"/>
                      <a:pt x="5091" y="1349"/>
                    </a:cubicBezTo>
                    <a:cubicBezTo>
                      <a:pt x="5066" y="1342"/>
                      <a:pt x="5041" y="1339"/>
                      <a:pt x="5016" y="1339"/>
                    </a:cubicBezTo>
                    <a:cubicBezTo>
                      <a:pt x="4906" y="1339"/>
                      <a:pt x="4792" y="1404"/>
                      <a:pt x="4698" y="1485"/>
                    </a:cubicBezTo>
                    <a:lnTo>
                      <a:pt x="4698" y="1485"/>
                    </a:lnTo>
                    <a:cubicBezTo>
                      <a:pt x="4631" y="1252"/>
                      <a:pt x="4403" y="950"/>
                      <a:pt x="4198" y="950"/>
                    </a:cubicBezTo>
                    <a:cubicBezTo>
                      <a:pt x="4177" y="950"/>
                      <a:pt x="4156" y="953"/>
                      <a:pt x="4135" y="960"/>
                    </a:cubicBezTo>
                    <a:cubicBezTo>
                      <a:pt x="4064" y="985"/>
                      <a:pt x="4002" y="1052"/>
                      <a:pt x="3953" y="1134"/>
                    </a:cubicBezTo>
                    <a:lnTo>
                      <a:pt x="3953" y="1134"/>
                    </a:lnTo>
                    <a:cubicBezTo>
                      <a:pt x="3884" y="845"/>
                      <a:pt x="3631" y="495"/>
                      <a:pt x="3352" y="495"/>
                    </a:cubicBezTo>
                    <a:cubicBezTo>
                      <a:pt x="3338" y="495"/>
                      <a:pt x="3324" y="496"/>
                      <a:pt x="3311" y="498"/>
                    </a:cubicBezTo>
                    <a:cubicBezTo>
                      <a:pt x="3217" y="510"/>
                      <a:pt x="3131" y="562"/>
                      <a:pt x="3057" y="636"/>
                    </a:cubicBezTo>
                    <a:lnTo>
                      <a:pt x="3057" y="636"/>
                    </a:lnTo>
                    <a:cubicBezTo>
                      <a:pt x="2927" y="352"/>
                      <a:pt x="2700" y="73"/>
                      <a:pt x="2446" y="17"/>
                    </a:cubicBezTo>
                    <a:cubicBezTo>
                      <a:pt x="2395" y="6"/>
                      <a:pt x="2345" y="0"/>
                      <a:pt x="22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38"/>
            <p:cNvGrpSpPr/>
            <p:nvPr/>
          </p:nvGrpSpPr>
          <p:grpSpPr>
            <a:xfrm>
              <a:off x="3345786" y="2670405"/>
              <a:ext cx="929417" cy="637786"/>
              <a:chOff x="5149247" y="2553791"/>
              <a:chExt cx="1066457" cy="731826"/>
            </a:xfrm>
          </p:grpSpPr>
          <p:sp>
            <p:nvSpPr>
              <p:cNvPr id="1305" name="Google Shape;1305;p38"/>
              <p:cNvSpPr/>
              <p:nvPr/>
            </p:nvSpPr>
            <p:spPr>
              <a:xfrm>
                <a:off x="5925234" y="2666665"/>
                <a:ext cx="72322" cy="606165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0284" extrusionOk="0">
                    <a:moveTo>
                      <a:pt x="1227" y="1"/>
                    </a:moveTo>
                    <a:lnTo>
                      <a:pt x="1" y="1533"/>
                    </a:lnTo>
                    <a:lnTo>
                      <a:pt x="1" y="2656"/>
                    </a:lnTo>
                    <a:lnTo>
                      <a:pt x="603" y="2656"/>
                    </a:lnTo>
                    <a:lnTo>
                      <a:pt x="603" y="10283"/>
                    </a:lnTo>
                    <a:lnTo>
                      <a:pt x="1227" y="10283"/>
                    </a:lnTo>
                    <a:lnTo>
                      <a:pt x="12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8"/>
              <p:cNvSpPr/>
              <p:nvPr/>
            </p:nvSpPr>
            <p:spPr>
              <a:xfrm>
                <a:off x="5742569" y="2823157"/>
                <a:ext cx="218205" cy="449672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7629" extrusionOk="0">
                    <a:moveTo>
                      <a:pt x="1" y="1"/>
                    </a:moveTo>
                    <a:lnTo>
                      <a:pt x="1" y="7628"/>
                    </a:lnTo>
                    <a:lnTo>
                      <a:pt x="3702" y="7628"/>
                    </a:lnTo>
                    <a:lnTo>
                      <a:pt x="370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8"/>
              <p:cNvSpPr/>
              <p:nvPr/>
            </p:nvSpPr>
            <p:spPr>
              <a:xfrm>
                <a:off x="5149247" y="2664308"/>
                <a:ext cx="218205" cy="608522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0324" extrusionOk="0">
                    <a:moveTo>
                      <a:pt x="1" y="0"/>
                    </a:moveTo>
                    <a:lnTo>
                      <a:pt x="1" y="10323"/>
                    </a:lnTo>
                    <a:lnTo>
                      <a:pt x="3701" y="10323"/>
                    </a:lnTo>
                    <a:lnTo>
                      <a:pt x="37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8"/>
              <p:cNvSpPr/>
              <p:nvPr/>
            </p:nvSpPr>
            <p:spPr>
              <a:xfrm>
                <a:off x="5419384" y="2763743"/>
                <a:ext cx="133269" cy="509086"/>
              </a:xfrm>
              <a:custGeom>
                <a:avLst/>
                <a:gdLst/>
                <a:ahLst/>
                <a:cxnLst/>
                <a:rect l="l" t="t" r="r" b="b"/>
                <a:pathLst>
                  <a:path w="2261" h="8637" extrusionOk="0">
                    <a:moveTo>
                      <a:pt x="1" y="0"/>
                    </a:moveTo>
                    <a:lnTo>
                      <a:pt x="1" y="8636"/>
                    </a:lnTo>
                    <a:lnTo>
                      <a:pt x="2261" y="8636"/>
                    </a:lnTo>
                    <a:lnTo>
                      <a:pt x="22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8"/>
              <p:cNvSpPr/>
              <p:nvPr/>
            </p:nvSpPr>
            <p:spPr>
              <a:xfrm>
                <a:off x="5997499" y="2553791"/>
                <a:ext cx="218205" cy="719040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2199" extrusionOk="0">
                    <a:moveTo>
                      <a:pt x="3701" y="1"/>
                    </a:moveTo>
                    <a:lnTo>
                      <a:pt x="1" y="1916"/>
                    </a:lnTo>
                    <a:lnTo>
                      <a:pt x="1" y="12198"/>
                    </a:lnTo>
                    <a:lnTo>
                      <a:pt x="3701" y="12198"/>
                    </a:lnTo>
                    <a:lnTo>
                      <a:pt x="37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8"/>
              <p:cNvSpPr/>
              <p:nvPr/>
            </p:nvSpPr>
            <p:spPr>
              <a:xfrm>
                <a:off x="6038759" y="2729969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8"/>
              <p:cNvSpPr/>
              <p:nvPr/>
            </p:nvSpPr>
            <p:spPr>
              <a:xfrm>
                <a:off x="6094991" y="2729969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8"/>
              <p:cNvSpPr/>
              <p:nvPr/>
            </p:nvSpPr>
            <p:spPr>
              <a:xfrm>
                <a:off x="6151164" y="2729969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8"/>
              <p:cNvSpPr/>
              <p:nvPr/>
            </p:nvSpPr>
            <p:spPr>
              <a:xfrm>
                <a:off x="6038759" y="2840191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8"/>
              <p:cNvSpPr/>
              <p:nvPr/>
            </p:nvSpPr>
            <p:spPr>
              <a:xfrm>
                <a:off x="6094991" y="2840191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8"/>
              <p:cNvSpPr/>
              <p:nvPr/>
            </p:nvSpPr>
            <p:spPr>
              <a:xfrm>
                <a:off x="6151164" y="2840191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8"/>
              <p:cNvSpPr/>
              <p:nvPr/>
            </p:nvSpPr>
            <p:spPr>
              <a:xfrm>
                <a:off x="6038759" y="2950472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8"/>
              <p:cNvSpPr/>
              <p:nvPr/>
            </p:nvSpPr>
            <p:spPr>
              <a:xfrm>
                <a:off x="6094991" y="2950472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8"/>
              <p:cNvSpPr/>
              <p:nvPr/>
            </p:nvSpPr>
            <p:spPr>
              <a:xfrm>
                <a:off x="6151164" y="2950472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8"/>
              <p:cNvSpPr/>
              <p:nvPr/>
            </p:nvSpPr>
            <p:spPr>
              <a:xfrm>
                <a:off x="6038759" y="3060694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8"/>
              <p:cNvSpPr/>
              <p:nvPr/>
            </p:nvSpPr>
            <p:spPr>
              <a:xfrm>
                <a:off x="6094991" y="3060694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8"/>
              <p:cNvSpPr/>
              <p:nvPr/>
            </p:nvSpPr>
            <p:spPr>
              <a:xfrm>
                <a:off x="6151164" y="3060694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8"/>
              <p:cNvSpPr/>
              <p:nvPr/>
            </p:nvSpPr>
            <p:spPr>
              <a:xfrm>
                <a:off x="6038759" y="3170974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8"/>
              <p:cNvSpPr/>
              <p:nvPr/>
            </p:nvSpPr>
            <p:spPr>
              <a:xfrm>
                <a:off x="6094991" y="3170974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8"/>
              <p:cNvSpPr/>
              <p:nvPr/>
            </p:nvSpPr>
            <p:spPr>
              <a:xfrm>
                <a:off x="6151164" y="3170974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8"/>
              <p:cNvSpPr/>
              <p:nvPr/>
            </p:nvSpPr>
            <p:spPr>
              <a:xfrm>
                <a:off x="5777464" y="2876971"/>
                <a:ext cx="22693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5" y="1321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8"/>
              <p:cNvSpPr/>
              <p:nvPr/>
            </p:nvSpPr>
            <p:spPr>
              <a:xfrm>
                <a:off x="5833637" y="2876971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8"/>
              <p:cNvSpPr/>
              <p:nvPr/>
            </p:nvSpPr>
            <p:spPr>
              <a:xfrm>
                <a:off x="5889868" y="2876971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8"/>
              <p:cNvSpPr/>
              <p:nvPr/>
            </p:nvSpPr>
            <p:spPr>
              <a:xfrm>
                <a:off x="5777464" y="2987193"/>
                <a:ext cx="22693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5" y="1322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8"/>
              <p:cNvSpPr/>
              <p:nvPr/>
            </p:nvSpPr>
            <p:spPr>
              <a:xfrm>
                <a:off x="5833637" y="2987193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8"/>
              <p:cNvSpPr/>
              <p:nvPr/>
            </p:nvSpPr>
            <p:spPr>
              <a:xfrm>
                <a:off x="5889868" y="2987193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8"/>
              <p:cNvSpPr/>
              <p:nvPr/>
            </p:nvSpPr>
            <p:spPr>
              <a:xfrm>
                <a:off x="5777464" y="3097473"/>
                <a:ext cx="22693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5" y="1321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8"/>
              <p:cNvSpPr/>
              <p:nvPr/>
            </p:nvSpPr>
            <p:spPr>
              <a:xfrm>
                <a:off x="5833637" y="3097473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8"/>
              <p:cNvSpPr/>
              <p:nvPr/>
            </p:nvSpPr>
            <p:spPr>
              <a:xfrm>
                <a:off x="5889868" y="3097473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8"/>
              <p:cNvSpPr/>
              <p:nvPr/>
            </p:nvSpPr>
            <p:spPr>
              <a:xfrm>
                <a:off x="5777464" y="3207695"/>
                <a:ext cx="22693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5" y="1322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8"/>
              <p:cNvSpPr/>
              <p:nvPr/>
            </p:nvSpPr>
            <p:spPr>
              <a:xfrm>
                <a:off x="5833637" y="3207695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8"/>
              <p:cNvSpPr/>
              <p:nvPr/>
            </p:nvSpPr>
            <p:spPr>
              <a:xfrm>
                <a:off x="5889868" y="3207695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8"/>
              <p:cNvSpPr/>
              <p:nvPr/>
            </p:nvSpPr>
            <p:spPr>
              <a:xfrm>
                <a:off x="5197875" y="2729969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8"/>
              <p:cNvSpPr/>
              <p:nvPr/>
            </p:nvSpPr>
            <p:spPr>
              <a:xfrm>
                <a:off x="5254048" y="2729969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8"/>
              <p:cNvSpPr/>
              <p:nvPr/>
            </p:nvSpPr>
            <p:spPr>
              <a:xfrm>
                <a:off x="5310221" y="2729969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8"/>
              <p:cNvSpPr/>
              <p:nvPr/>
            </p:nvSpPr>
            <p:spPr>
              <a:xfrm>
                <a:off x="5197875" y="2840191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8"/>
              <p:cNvSpPr/>
              <p:nvPr/>
            </p:nvSpPr>
            <p:spPr>
              <a:xfrm>
                <a:off x="5254048" y="2840191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8"/>
              <p:cNvSpPr/>
              <p:nvPr/>
            </p:nvSpPr>
            <p:spPr>
              <a:xfrm>
                <a:off x="5310221" y="2840191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8"/>
              <p:cNvSpPr/>
              <p:nvPr/>
            </p:nvSpPr>
            <p:spPr>
              <a:xfrm>
                <a:off x="5197875" y="2950472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8"/>
              <p:cNvSpPr/>
              <p:nvPr/>
            </p:nvSpPr>
            <p:spPr>
              <a:xfrm>
                <a:off x="5254048" y="2950472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8"/>
              <p:cNvSpPr/>
              <p:nvPr/>
            </p:nvSpPr>
            <p:spPr>
              <a:xfrm>
                <a:off x="5310221" y="2950472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8"/>
              <p:cNvSpPr/>
              <p:nvPr/>
            </p:nvSpPr>
            <p:spPr>
              <a:xfrm>
                <a:off x="5197875" y="3060694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8"/>
              <p:cNvSpPr/>
              <p:nvPr/>
            </p:nvSpPr>
            <p:spPr>
              <a:xfrm>
                <a:off x="5254048" y="3060694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8"/>
              <p:cNvSpPr/>
              <p:nvPr/>
            </p:nvSpPr>
            <p:spPr>
              <a:xfrm>
                <a:off x="5310221" y="3060694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8"/>
              <p:cNvSpPr/>
              <p:nvPr/>
            </p:nvSpPr>
            <p:spPr>
              <a:xfrm>
                <a:off x="5197875" y="3170974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8"/>
              <p:cNvSpPr/>
              <p:nvPr/>
            </p:nvSpPr>
            <p:spPr>
              <a:xfrm>
                <a:off x="5254048" y="3170974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8"/>
              <p:cNvSpPr/>
              <p:nvPr/>
            </p:nvSpPr>
            <p:spPr>
              <a:xfrm>
                <a:off x="5310221" y="3170974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8"/>
              <p:cNvSpPr/>
              <p:nvPr/>
            </p:nvSpPr>
            <p:spPr>
              <a:xfrm>
                <a:off x="5451331" y="2808952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8"/>
              <p:cNvSpPr/>
              <p:nvPr/>
            </p:nvSpPr>
            <p:spPr>
              <a:xfrm>
                <a:off x="5497483" y="2808952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8"/>
              <p:cNvSpPr/>
              <p:nvPr/>
            </p:nvSpPr>
            <p:spPr>
              <a:xfrm>
                <a:off x="5451331" y="2874260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8"/>
              <p:cNvSpPr/>
              <p:nvPr/>
            </p:nvSpPr>
            <p:spPr>
              <a:xfrm>
                <a:off x="5497483" y="2874260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8"/>
              <p:cNvSpPr/>
              <p:nvPr/>
            </p:nvSpPr>
            <p:spPr>
              <a:xfrm>
                <a:off x="5451331" y="2939626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5" y="782"/>
                    </a:lnTo>
                    <a:lnTo>
                      <a:pt x="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8"/>
              <p:cNvSpPr/>
              <p:nvPr/>
            </p:nvSpPr>
            <p:spPr>
              <a:xfrm>
                <a:off x="5497483" y="2939626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4" y="782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8"/>
              <p:cNvSpPr/>
              <p:nvPr/>
            </p:nvSpPr>
            <p:spPr>
              <a:xfrm>
                <a:off x="5451331" y="3004934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5" y="782"/>
                    </a:lnTo>
                    <a:lnTo>
                      <a:pt x="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8"/>
              <p:cNvSpPr/>
              <p:nvPr/>
            </p:nvSpPr>
            <p:spPr>
              <a:xfrm>
                <a:off x="5497483" y="3004934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4" y="782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8"/>
              <p:cNvSpPr/>
              <p:nvPr/>
            </p:nvSpPr>
            <p:spPr>
              <a:xfrm>
                <a:off x="5451331" y="3071539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8"/>
              <p:cNvSpPr/>
              <p:nvPr/>
            </p:nvSpPr>
            <p:spPr>
              <a:xfrm>
                <a:off x="5497483" y="3071539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8"/>
              <p:cNvSpPr/>
              <p:nvPr/>
            </p:nvSpPr>
            <p:spPr>
              <a:xfrm>
                <a:off x="5451331" y="3136847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8"/>
              <p:cNvSpPr/>
              <p:nvPr/>
            </p:nvSpPr>
            <p:spPr>
              <a:xfrm>
                <a:off x="5497483" y="3136847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8"/>
              <p:cNvSpPr/>
              <p:nvPr/>
            </p:nvSpPr>
            <p:spPr>
              <a:xfrm>
                <a:off x="5710327" y="2823157"/>
                <a:ext cx="32418" cy="449672"/>
              </a:xfrm>
              <a:custGeom>
                <a:avLst/>
                <a:gdLst/>
                <a:ahLst/>
                <a:cxnLst/>
                <a:rect l="l" t="t" r="r" b="b"/>
                <a:pathLst>
                  <a:path w="550" h="7629" extrusionOk="0">
                    <a:moveTo>
                      <a:pt x="549" y="1"/>
                    </a:moveTo>
                    <a:lnTo>
                      <a:pt x="0" y="369"/>
                    </a:lnTo>
                    <a:lnTo>
                      <a:pt x="0" y="7628"/>
                    </a:lnTo>
                    <a:lnTo>
                      <a:pt x="549" y="7628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8"/>
              <p:cNvSpPr/>
              <p:nvPr/>
            </p:nvSpPr>
            <p:spPr>
              <a:xfrm>
                <a:off x="5387142" y="2763625"/>
                <a:ext cx="32418" cy="509204"/>
              </a:xfrm>
              <a:custGeom>
                <a:avLst/>
                <a:gdLst/>
                <a:ahLst/>
                <a:cxnLst/>
                <a:rect l="l" t="t" r="r" b="b"/>
                <a:pathLst>
                  <a:path w="550" h="8639" extrusionOk="0">
                    <a:moveTo>
                      <a:pt x="549" y="0"/>
                    </a:moveTo>
                    <a:lnTo>
                      <a:pt x="0" y="370"/>
                    </a:lnTo>
                    <a:lnTo>
                      <a:pt x="0" y="8638"/>
                    </a:lnTo>
                    <a:lnTo>
                      <a:pt x="549" y="8638"/>
                    </a:lnTo>
                    <a:lnTo>
                      <a:pt x="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6" name="Google Shape;1366;p38"/>
            <p:cNvSpPr/>
            <p:nvPr/>
          </p:nvSpPr>
          <p:spPr>
            <a:xfrm>
              <a:off x="3320484" y="1011280"/>
              <a:ext cx="982916" cy="2363553"/>
            </a:xfrm>
            <a:custGeom>
              <a:avLst/>
              <a:gdLst/>
              <a:ahLst/>
              <a:cxnLst/>
              <a:rect l="l" t="t" r="r" b="b"/>
              <a:pathLst>
                <a:path w="27326" h="65709" extrusionOk="0">
                  <a:moveTo>
                    <a:pt x="10505" y="62062"/>
                  </a:moveTo>
                  <a:lnTo>
                    <a:pt x="1" y="59784"/>
                  </a:lnTo>
                  <a:lnTo>
                    <a:pt x="36" y="28134"/>
                  </a:lnTo>
                  <a:lnTo>
                    <a:pt x="10505" y="17341"/>
                  </a:lnTo>
                  <a:lnTo>
                    <a:pt x="10505" y="62062"/>
                  </a:lnTo>
                  <a:close/>
                  <a:moveTo>
                    <a:pt x="13507" y="14247"/>
                  </a:moveTo>
                  <a:lnTo>
                    <a:pt x="13507" y="62713"/>
                  </a:lnTo>
                  <a:lnTo>
                    <a:pt x="27325" y="65708"/>
                  </a:lnTo>
                  <a:lnTo>
                    <a:pt x="27325" y="0"/>
                  </a:lnTo>
                  <a:close/>
                </a:path>
              </a:pathLst>
            </a:custGeom>
            <a:gradFill>
              <a:gsLst>
                <a:gs pos="0">
                  <a:srgbClr val="F5A65A">
                    <a:alpha val="58431"/>
                  </a:srgbClr>
                </a:gs>
                <a:gs pos="100000">
                  <a:srgbClr val="F59A93">
                    <a:alpha val="66666"/>
                  </a:srgbClr>
                </a:gs>
              </a:gsLst>
              <a:lin ang="135000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8"/>
            <p:cNvSpPr/>
            <p:nvPr/>
          </p:nvSpPr>
          <p:spPr>
            <a:xfrm>
              <a:off x="3286385" y="2007508"/>
              <a:ext cx="76544" cy="1158414"/>
            </a:xfrm>
            <a:custGeom>
              <a:avLst/>
              <a:gdLst/>
              <a:ahLst/>
              <a:cxnLst/>
              <a:rect l="l" t="t" r="r" b="b"/>
              <a:pathLst>
                <a:path w="2128" h="32205" extrusionOk="0">
                  <a:moveTo>
                    <a:pt x="2127" y="1"/>
                  </a:moveTo>
                  <a:lnTo>
                    <a:pt x="1" y="457"/>
                  </a:lnTo>
                  <a:lnTo>
                    <a:pt x="1" y="32204"/>
                  </a:lnTo>
                  <a:lnTo>
                    <a:pt x="2127" y="31873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8"/>
            <p:cNvSpPr/>
            <p:nvPr/>
          </p:nvSpPr>
          <p:spPr>
            <a:xfrm>
              <a:off x="3320484" y="3137078"/>
              <a:ext cx="377901" cy="106147"/>
            </a:xfrm>
            <a:custGeom>
              <a:avLst/>
              <a:gdLst/>
              <a:ahLst/>
              <a:cxnLst/>
              <a:rect l="l" t="t" r="r" b="b"/>
              <a:pathLst>
                <a:path w="10506" h="2951" extrusionOk="0">
                  <a:moveTo>
                    <a:pt x="3" y="0"/>
                  </a:moveTo>
                  <a:lnTo>
                    <a:pt x="1" y="671"/>
                  </a:lnTo>
                  <a:lnTo>
                    <a:pt x="10505" y="2950"/>
                  </a:lnTo>
                  <a:lnTo>
                    <a:pt x="10505" y="176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8"/>
            <p:cNvSpPr/>
            <p:nvPr/>
          </p:nvSpPr>
          <p:spPr>
            <a:xfrm>
              <a:off x="3806294" y="3217004"/>
              <a:ext cx="497105" cy="157405"/>
            </a:xfrm>
            <a:custGeom>
              <a:avLst/>
              <a:gdLst/>
              <a:ahLst/>
              <a:cxnLst/>
              <a:rect l="l" t="t" r="r" b="b"/>
              <a:pathLst>
                <a:path w="13820" h="4376" extrusionOk="0">
                  <a:moveTo>
                    <a:pt x="1" y="0"/>
                  </a:moveTo>
                  <a:lnTo>
                    <a:pt x="1" y="1378"/>
                  </a:lnTo>
                  <a:lnTo>
                    <a:pt x="13819" y="4375"/>
                  </a:lnTo>
                  <a:lnTo>
                    <a:pt x="13819" y="21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8"/>
            <p:cNvSpPr/>
            <p:nvPr/>
          </p:nvSpPr>
          <p:spPr>
            <a:xfrm>
              <a:off x="3320484" y="3137078"/>
              <a:ext cx="377901" cy="106147"/>
            </a:xfrm>
            <a:custGeom>
              <a:avLst/>
              <a:gdLst/>
              <a:ahLst/>
              <a:cxnLst/>
              <a:rect l="l" t="t" r="r" b="b"/>
              <a:pathLst>
                <a:path w="10506" h="2951" extrusionOk="0">
                  <a:moveTo>
                    <a:pt x="1" y="671"/>
                  </a:moveTo>
                  <a:lnTo>
                    <a:pt x="10505" y="2950"/>
                  </a:lnTo>
                  <a:lnTo>
                    <a:pt x="10505" y="176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8"/>
            <p:cNvSpPr/>
            <p:nvPr/>
          </p:nvSpPr>
          <p:spPr>
            <a:xfrm>
              <a:off x="3806294" y="3217004"/>
              <a:ext cx="497105" cy="157405"/>
            </a:xfrm>
            <a:custGeom>
              <a:avLst/>
              <a:gdLst/>
              <a:ahLst/>
              <a:cxnLst/>
              <a:rect l="l" t="t" r="r" b="b"/>
              <a:pathLst>
                <a:path w="13820" h="4376" extrusionOk="0">
                  <a:moveTo>
                    <a:pt x="1" y="1378"/>
                  </a:moveTo>
                  <a:lnTo>
                    <a:pt x="13819" y="4375"/>
                  </a:lnTo>
                  <a:lnTo>
                    <a:pt x="13819" y="21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8"/>
            <p:cNvSpPr/>
            <p:nvPr/>
          </p:nvSpPr>
          <p:spPr>
            <a:xfrm>
              <a:off x="3320484" y="1635038"/>
              <a:ext cx="377901" cy="1526243"/>
            </a:xfrm>
            <a:custGeom>
              <a:avLst/>
              <a:gdLst/>
              <a:ahLst/>
              <a:cxnLst/>
              <a:rect l="l" t="t" r="r" b="b"/>
              <a:pathLst>
                <a:path w="10506" h="42431" extrusionOk="0">
                  <a:moveTo>
                    <a:pt x="10505" y="0"/>
                  </a:moveTo>
                  <a:lnTo>
                    <a:pt x="36" y="10793"/>
                  </a:lnTo>
                  <a:lnTo>
                    <a:pt x="1" y="42429"/>
                  </a:lnTo>
                  <a:lnTo>
                    <a:pt x="3" y="42431"/>
                  </a:lnTo>
                  <a:lnTo>
                    <a:pt x="36" y="12484"/>
                  </a:lnTo>
                  <a:lnTo>
                    <a:pt x="10505" y="1989"/>
                  </a:lnTo>
                  <a:lnTo>
                    <a:pt x="1050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8"/>
            <p:cNvSpPr/>
            <p:nvPr/>
          </p:nvSpPr>
          <p:spPr>
            <a:xfrm>
              <a:off x="3806294" y="1011280"/>
              <a:ext cx="497105" cy="584009"/>
            </a:xfrm>
            <a:custGeom>
              <a:avLst/>
              <a:gdLst/>
              <a:ahLst/>
              <a:cxnLst/>
              <a:rect l="l" t="t" r="r" b="b"/>
              <a:pathLst>
                <a:path w="13820" h="16236" extrusionOk="0">
                  <a:moveTo>
                    <a:pt x="13819" y="0"/>
                  </a:moveTo>
                  <a:lnTo>
                    <a:pt x="1" y="14247"/>
                  </a:lnTo>
                  <a:lnTo>
                    <a:pt x="1" y="16235"/>
                  </a:lnTo>
                  <a:lnTo>
                    <a:pt x="13819" y="3097"/>
                  </a:lnTo>
                  <a:lnTo>
                    <a:pt x="138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8"/>
            <p:cNvSpPr/>
            <p:nvPr/>
          </p:nvSpPr>
          <p:spPr>
            <a:xfrm>
              <a:off x="3806294" y="1500366"/>
              <a:ext cx="99025" cy="1764436"/>
            </a:xfrm>
            <a:custGeom>
              <a:avLst/>
              <a:gdLst/>
              <a:ahLst/>
              <a:cxnLst/>
              <a:rect l="l" t="t" r="r" b="b"/>
              <a:pathLst>
                <a:path w="2753" h="49053" extrusionOk="0">
                  <a:moveTo>
                    <a:pt x="2752" y="1"/>
                  </a:moveTo>
                  <a:lnTo>
                    <a:pt x="1" y="654"/>
                  </a:lnTo>
                  <a:lnTo>
                    <a:pt x="1" y="49053"/>
                  </a:lnTo>
                  <a:lnTo>
                    <a:pt x="2752" y="48169"/>
                  </a:lnTo>
                  <a:lnTo>
                    <a:pt x="27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8"/>
            <p:cNvSpPr/>
            <p:nvPr/>
          </p:nvSpPr>
          <p:spPr>
            <a:xfrm>
              <a:off x="3806294" y="1500366"/>
              <a:ext cx="99025" cy="1764436"/>
            </a:xfrm>
            <a:custGeom>
              <a:avLst/>
              <a:gdLst/>
              <a:ahLst/>
              <a:cxnLst/>
              <a:rect l="l" t="t" r="r" b="b"/>
              <a:pathLst>
                <a:path w="2753" h="49053" extrusionOk="0">
                  <a:moveTo>
                    <a:pt x="1" y="49053"/>
                  </a:moveTo>
                  <a:lnTo>
                    <a:pt x="2752" y="48169"/>
                  </a:lnTo>
                  <a:lnTo>
                    <a:pt x="2752" y="1"/>
                  </a:lnTo>
                  <a:lnTo>
                    <a:pt x="1" y="65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698631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8"/>
            <p:cNvSpPr/>
            <p:nvPr/>
          </p:nvSpPr>
          <p:spPr>
            <a:xfrm>
              <a:off x="3806294" y="1500366"/>
              <a:ext cx="99025" cy="1764436"/>
            </a:xfrm>
            <a:custGeom>
              <a:avLst/>
              <a:gdLst/>
              <a:ahLst/>
              <a:cxnLst/>
              <a:rect l="l" t="t" r="r" b="b"/>
              <a:pathLst>
                <a:path w="2753" h="49053" fill="none" extrusionOk="0">
                  <a:moveTo>
                    <a:pt x="1" y="49053"/>
                  </a:moveTo>
                  <a:lnTo>
                    <a:pt x="2752" y="48169"/>
                  </a:lnTo>
                  <a:lnTo>
                    <a:pt x="2752" y="1"/>
                  </a:lnTo>
                  <a:lnTo>
                    <a:pt x="1" y="65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8"/>
            <p:cNvSpPr/>
            <p:nvPr/>
          </p:nvSpPr>
          <p:spPr>
            <a:xfrm>
              <a:off x="3320484" y="2007508"/>
              <a:ext cx="76544" cy="1153414"/>
            </a:xfrm>
            <a:custGeom>
              <a:avLst/>
              <a:gdLst/>
              <a:ahLst/>
              <a:cxnLst/>
              <a:rect l="l" t="t" r="r" b="b"/>
              <a:pathLst>
                <a:path w="2128" h="32066" extrusionOk="0">
                  <a:moveTo>
                    <a:pt x="2127" y="1"/>
                  </a:moveTo>
                  <a:lnTo>
                    <a:pt x="1" y="457"/>
                  </a:lnTo>
                  <a:lnTo>
                    <a:pt x="1" y="32066"/>
                  </a:lnTo>
                  <a:lnTo>
                    <a:pt x="2127" y="31734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8"/>
            <p:cNvSpPr/>
            <p:nvPr/>
          </p:nvSpPr>
          <p:spPr>
            <a:xfrm>
              <a:off x="3320484" y="2007508"/>
              <a:ext cx="76544" cy="1153414"/>
            </a:xfrm>
            <a:custGeom>
              <a:avLst/>
              <a:gdLst/>
              <a:ahLst/>
              <a:cxnLst/>
              <a:rect l="l" t="t" r="r" b="b"/>
              <a:pathLst>
                <a:path w="2128" h="32066" extrusionOk="0">
                  <a:moveTo>
                    <a:pt x="1" y="32066"/>
                  </a:moveTo>
                  <a:lnTo>
                    <a:pt x="2127" y="31734"/>
                  </a:lnTo>
                  <a:lnTo>
                    <a:pt x="2127" y="1"/>
                  </a:lnTo>
                  <a:lnTo>
                    <a:pt x="1" y="45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698631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8"/>
            <p:cNvSpPr/>
            <p:nvPr/>
          </p:nvSpPr>
          <p:spPr>
            <a:xfrm>
              <a:off x="3320484" y="2007508"/>
              <a:ext cx="76544" cy="1153414"/>
            </a:xfrm>
            <a:custGeom>
              <a:avLst/>
              <a:gdLst/>
              <a:ahLst/>
              <a:cxnLst/>
              <a:rect l="l" t="t" r="r" b="b"/>
              <a:pathLst>
                <a:path w="2128" h="32066" fill="none" extrusionOk="0">
                  <a:moveTo>
                    <a:pt x="1" y="32066"/>
                  </a:moveTo>
                  <a:lnTo>
                    <a:pt x="2127" y="31734"/>
                  </a:lnTo>
                  <a:lnTo>
                    <a:pt x="2127" y="1"/>
                  </a:lnTo>
                  <a:lnTo>
                    <a:pt x="1" y="45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8"/>
            <p:cNvSpPr/>
            <p:nvPr/>
          </p:nvSpPr>
          <p:spPr>
            <a:xfrm>
              <a:off x="3320448" y="2503392"/>
              <a:ext cx="377793" cy="142297"/>
            </a:xfrm>
            <a:custGeom>
              <a:avLst/>
              <a:gdLst/>
              <a:ahLst/>
              <a:cxnLst/>
              <a:rect l="l" t="t" r="r" b="b"/>
              <a:pathLst>
                <a:path w="10503" h="3956" extrusionOk="0">
                  <a:moveTo>
                    <a:pt x="10503" y="1"/>
                  </a:moveTo>
                  <a:lnTo>
                    <a:pt x="1" y="1591"/>
                  </a:lnTo>
                  <a:lnTo>
                    <a:pt x="1" y="3956"/>
                  </a:lnTo>
                  <a:lnTo>
                    <a:pt x="10503" y="2733"/>
                  </a:lnTo>
                  <a:lnTo>
                    <a:pt x="1050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8"/>
            <p:cNvSpPr/>
            <p:nvPr/>
          </p:nvSpPr>
          <p:spPr>
            <a:xfrm>
              <a:off x="3287608" y="3190565"/>
              <a:ext cx="883171" cy="326572"/>
            </a:xfrm>
            <a:custGeom>
              <a:avLst/>
              <a:gdLst/>
              <a:ahLst/>
              <a:cxnLst/>
              <a:rect l="l" t="t" r="r" b="b"/>
              <a:pathLst>
                <a:path w="24553" h="9079" extrusionOk="0">
                  <a:moveTo>
                    <a:pt x="0" y="0"/>
                  </a:moveTo>
                  <a:lnTo>
                    <a:pt x="0" y="2366"/>
                  </a:lnTo>
                  <a:lnTo>
                    <a:pt x="24552" y="9078"/>
                  </a:lnTo>
                  <a:lnTo>
                    <a:pt x="24552" y="6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8"/>
            <p:cNvSpPr/>
            <p:nvPr/>
          </p:nvSpPr>
          <p:spPr>
            <a:xfrm>
              <a:off x="3806474" y="2403539"/>
              <a:ext cx="493365" cy="183591"/>
            </a:xfrm>
            <a:custGeom>
              <a:avLst/>
              <a:gdLst/>
              <a:ahLst/>
              <a:cxnLst/>
              <a:rect l="l" t="t" r="r" b="b"/>
              <a:pathLst>
                <a:path w="13716" h="5104" extrusionOk="0">
                  <a:moveTo>
                    <a:pt x="13716" y="0"/>
                  </a:moveTo>
                  <a:lnTo>
                    <a:pt x="0" y="2304"/>
                  </a:lnTo>
                  <a:lnTo>
                    <a:pt x="0" y="5104"/>
                  </a:lnTo>
                  <a:lnTo>
                    <a:pt x="13716" y="3678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8"/>
            <p:cNvSpPr/>
            <p:nvPr/>
          </p:nvSpPr>
          <p:spPr>
            <a:xfrm>
              <a:off x="3732843" y="1596586"/>
              <a:ext cx="34675" cy="1663001"/>
            </a:xfrm>
            <a:custGeom>
              <a:avLst/>
              <a:gdLst/>
              <a:ahLst/>
              <a:cxnLst/>
              <a:rect l="l" t="t" r="r" b="b"/>
              <a:pathLst>
                <a:path w="964" h="46233" fill="none" extrusionOk="0">
                  <a:moveTo>
                    <a:pt x="950" y="46232"/>
                  </a:moveTo>
                  <a:lnTo>
                    <a:pt x="0" y="45994"/>
                  </a:lnTo>
                  <a:lnTo>
                    <a:pt x="0" y="102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8"/>
            <p:cNvSpPr/>
            <p:nvPr/>
          </p:nvSpPr>
          <p:spPr>
            <a:xfrm>
              <a:off x="3193906" y="3160890"/>
              <a:ext cx="992952" cy="237114"/>
            </a:xfrm>
            <a:custGeom>
              <a:avLst/>
              <a:gdLst/>
              <a:ahLst/>
              <a:cxnLst/>
              <a:rect l="l" t="t" r="r" b="b"/>
              <a:pathLst>
                <a:path w="27605" h="6592" extrusionOk="0">
                  <a:moveTo>
                    <a:pt x="3520" y="1"/>
                  </a:moveTo>
                  <a:lnTo>
                    <a:pt x="1" y="470"/>
                  </a:lnTo>
                  <a:lnTo>
                    <a:pt x="26183" y="6592"/>
                  </a:lnTo>
                  <a:lnTo>
                    <a:pt x="27604" y="5193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8"/>
            <p:cNvSpPr/>
            <p:nvPr/>
          </p:nvSpPr>
          <p:spPr>
            <a:xfrm>
              <a:off x="3193906" y="3160890"/>
              <a:ext cx="992952" cy="237150"/>
            </a:xfrm>
            <a:custGeom>
              <a:avLst/>
              <a:gdLst/>
              <a:ahLst/>
              <a:cxnLst/>
              <a:rect l="l" t="t" r="r" b="b"/>
              <a:pathLst>
                <a:path w="27605" h="6593" extrusionOk="0">
                  <a:moveTo>
                    <a:pt x="11583" y="3178"/>
                  </a:moveTo>
                  <a:lnTo>
                    <a:pt x="1" y="470"/>
                  </a:lnTo>
                  <a:lnTo>
                    <a:pt x="3520" y="1"/>
                  </a:lnTo>
                  <a:lnTo>
                    <a:pt x="13972" y="2254"/>
                  </a:lnTo>
                  <a:lnTo>
                    <a:pt x="11583" y="3178"/>
                  </a:lnTo>
                  <a:close/>
                  <a:moveTo>
                    <a:pt x="17047" y="2917"/>
                  </a:moveTo>
                  <a:lnTo>
                    <a:pt x="14629" y="3890"/>
                  </a:lnTo>
                  <a:lnTo>
                    <a:pt x="26183" y="6593"/>
                  </a:lnTo>
                  <a:lnTo>
                    <a:pt x="27604" y="5193"/>
                  </a:lnTo>
                  <a:lnTo>
                    <a:pt x="17046" y="291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8"/>
            <p:cNvSpPr/>
            <p:nvPr/>
          </p:nvSpPr>
          <p:spPr>
            <a:xfrm>
              <a:off x="3193906" y="3160890"/>
              <a:ext cx="992952" cy="237114"/>
            </a:xfrm>
            <a:custGeom>
              <a:avLst/>
              <a:gdLst/>
              <a:ahLst/>
              <a:cxnLst/>
              <a:rect l="l" t="t" r="r" b="b"/>
              <a:pathLst>
                <a:path w="27605" h="6592" fill="none" extrusionOk="0">
                  <a:moveTo>
                    <a:pt x="3520" y="1"/>
                  </a:moveTo>
                  <a:lnTo>
                    <a:pt x="1" y="470"/>
                  </a:lnTo>
                  <a:lnTo>
                    <a:pt x="26183" y="6592"/>
                  </a:lnTo>
                  <a:lnTo>
                    <a:pt x="27604" y="519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8"/>
            <p:cNvSpPr/>
            <p:nvPr/>
          </p:nvSpPr>
          <p:spPr>
            <a:xfrm>
              <a:off x="3320448" y="2601699"/>
              <a:ext cx="377793" cy="46545"/>
            </a:xfrm>
            <a:custGeom>
              <a:avLst/>
              <a:gdLst/>
              <a:ahLst/>
              <a:cxnLst/>
              <a:rect l="l" t="t" r="r" b="b"/>
              <a:pathLst>
                <a:path w="10503" h="1294" extrusionOk="0">
                  <a:moveTo>
                    <a:pt x="10503" y="0"/>
                  </a:moveTo>
                  <a:lnTo>
                    <a:pt x="1" y="1223"/>
                  </a:lnTo>
                  <a:lnTo>
                    <a:pt x="2088" y="1293"/>
                  </a:lnTo>
                  <a:lnTo>
                    <a:pt x="10502" y="415"/>
                  </a:lnTo>
                  <a:lnTo>
                    <a:pt x="1050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8"/>
            <p:cNvSpPr/>
            <p:nvPr/>
          </p:nvSpPr>
          <p:spPr>
            <a:xfrm>
              <a:off x="3806510" y="2534579"/>
              <a:ext cx="514047" cy="56833"/>
            </a:xfrm>
            <a:custGeom>
              <a:avLst/>
              <a:gdLst/>
              <a:ahLst/>
              <a:cxnLst/>
              <a:rect l="l" t="t" r="r" b="b"/>
              <a:pathLst>
                <a:path w="14291" h="1580" extrusionOk="0">
                  <a:moveTo>
                    <a:pt x="14034" y="1"/>
                  </a:moveTo>
                  <a:lnTo>
                    <a:pt x="0" y="1484"/>
                  </a:lnTo>
                  <a:lnTo>
                    <a:pt x="2725" y="1579"/>
                  </a:lnTo>
                  <a:lnTo>
                    <a:pt x="14290" y="475"/>
                  </a:lnTo>
                  <a:lnTo>
                    <a:pt x="1403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>
              <a:off x="3193654" y="3177760"/>
              <a:ext cx="948025" cy="235028"/>
            </a:xfrm>
            <a:custGeom>
              <a:avLst/>
              <a:gdLst/>
              <a:ahLst/>
              <a:cxnLst/>
              <a:rect l="l" t="t" r="r" b="b"/>
              <a:pathLst>
                <a:path w="26356" h="6534" extrusionOk="0">
                  <a:moveTo>
                    <a:pt x="8" y="1"/>
                  </a:moveTo>
                  <a:lnTo>
                    <a:pt x="1" y="343"/>
                  </a:lnTo>
                  <a:lnTo>
                    <a:pt x="26355" y="6534"/>
                  </a:lnTo>
                  <a:lnTo>
                    <a:pt x="26276" y="6099"/>
                  </a:lnTo>
                  <a:lnTo>
                    <a:pt x="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3193654" y="3177760"/>
              <a:ext cx="948025" cy="235028"/>
            </a:xfrm>
            <a:custGeom>
              <a:avLst/>
              <a:gdLst/>
              <a:ahLst/>
              <a:cxnLst/>
              <a:rect l="l" t="t" r="r" b="b"/>
              <a:pathLst>
                <a:path w="26356" h="6534" extrusionOk="0">
                  <a:moveTo>
                    <a:pt x="8" y="1"/>
                  </a:moveTo>
                  <a:lnTo>
                    <a:pt x="1" y="343"/>
                  </a:lnTo>
                  <a:lnTo>
                    <a:pt x="26355" y="6534"/>
                  </a:lnTo>
                  <a:lnTo>
                    <a:pt x="26276" y="6099"/>
                  </a:lnTo>
                  <a:lnTo>
                    <a:pt x="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1" name="Google Shape;1391;p38"/>
          <p:cNvGrpSpPr/>
          <p:nvPr/>
        </p:nvGrpSpPr>
        <p:grpSpPr>
          <a:xfrm>
            <a:off x="1328800" y="1399175"/>
            <a:ext cx="7795075" cy="2848350"/>
            <a:chOff x="1328800" y="1399175"/>
            <a:chExt cx="7795075" cy="2848350"/>
          </a:xfrm>
        </p:grpSpPr>
        <p:sp>
          <p:nvSpPr>
            <p:cNvPr id="1392" name="Google Shape;1392;p38"/>
            <p:cNvSpPr/>
            <p:nvPr/>
          </p:nvSpPr>
          <p:spPr>
            <a:xfrm>
              <a:off x="1328800" y="1399175"/>
              <a:ext cx="7795075" cy="2847300"/>
            </a:xfrm>
            <a:custGeom>
              <a:avLst/>
              <a:gdLst/>
              <a:ahLst/>
              <a:cxnLst/>
              <a:rect l="l" t="t" r="r" b="b"/>
              <a:pathLst>
                <a:path w="311803" h="113892" extrusionOk="0">
                  <a:moveTo>
                    <a:pt x="68" y="0"/>
                  </a:moveTo>
                  <a:lnTo>
                    <a:pt x="0" y="38662"/>
                  </a:lnTo>
                  <a:lnTo>
                    <a:pt x="171438" y="113892"/>
                  </a:lnTo>
                  <a:lnTo>
                    <a:pt x="245295" y="113789"/>
                  </a:lnTo>
                  <a:lnTo>
                    <a:pt x="311803" y="113789"/>
                  </a:lnTo>
                  <a:close/>
                </a:path>
              </a:pathLst>
            </a:custGeom>
            <a:gradFill>
              <a:gsLst>
                <a:gs pos="0">
                  <a:srgbClr val="F5A65A">
                    <a:alpha val="58431"/>
                  </a:srgbClr>
                </a:gs>
                <a:gs pos="100000">
                  <a:srgbClr val="F59A93">
                    <a:alpha val="66666"/>
                  </a:srgbClr>
                </a:gs>
              </a:gsLst>
              <a:lin ang="13500032" scaled="0"/>
            </a:gradFill>
            <a:ln>
              <a:noFill/>
            </a:ln>
          </p:spPr>
        </p:sp>
        <p:sp>
          <p:nvSpPr>
            <p:cNvPr id="1393" name="Google Shape;1393;p38"/>
            <p:cNvSpPr/>
            <p:nvPr/>
          </p:nvSpPr>
          <p:spPr>
            <a:xfrm>
              <a:off x="1333150" y="2525300"/>
              <a:ext cx="3380625" cy="1722225"/>
            </a:xfrm>
            <a:custGeom>
              <a:avLst/>
              <a:gdLst/>
              <a:ahLst/>
              <a:cxnLst/>
              <a:rect l="l" t="t" r="r" b="b"/>
              <a:pathLst>
                <a:path w="135225" h="68889" extrusionOk="0">
                  <a:moveTo>
                    <a:pt x="0" y="0"/>
                  </a:moveTo>
                  <a:lnTo>
                    <a:pt x="100" y="36834"/>
                  </a:lnTo>
                  <a:lnTo>
                    <a:pt x="60163" y="68757"/>
                  </a:lnTo>
                  <a:lnTo>
                    <a:pt x="94010" y="68889"/>
                  </a:lnTo>
                  <a:lnTo>
                    <a:pt x="135225" y="68757"/>
                  </a:lnTo>
                  <a:close/>
                </a:path>
              </a:pathLst>
            </a:custGeom>
            <a:gradFill>
              <a:gsLst>
                <a:gs pos="0">
                  <a:srgbClr val="F5A65A">
                    <a:alpha val="58431"/>
                  </a:srgbClr>
                </a:gs>
                <a:gs pos="100000">
                  <a:srgbClr val="F59A93">
                    <a:alpha val="66666"/>
                  </a:srgbClr>
                </a:gs>
              </a:gsLst>
              <a:lin ang="13500032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2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3" name="Google Shape;1413;p41"/>
          <p:cNvGrpSpPr/>
          <p:nvPr/>
        </p:nvGrpSpPr>
        <p:grpSpPr>
          <a:xfrm flipH="1">
            <a:off x="1348925" y="374633"/>
            <a:ext cx="7795075" cy="4590333"/>
            <a:chOff x="1328800" y="1399175"/>
            <a:chExt cx="7795075" cy="2862518"/>
          </a:xfrm>
        </p:grpSpPr>
        <p:sp>
          <p:nvSpPr>
            <p:cNvPr id="1414" name="Google Shape;1414;p41"/>
            <p:cNvSpPr/>
            <p:nvPr/>
          </p:nvSpPr>
          <p:spPr>
            <a:xfrm>
              <a:off x="1328800" y="1399175"/>
              <a:ext cx="7795075" cy="2847300"/>
            </a:xfrm>
            <a:custGeom>
              <a:avLst/>
              <a:gdLst/>
              <a:ahLst/>
              <a:cxnLst/>
              <a:rect l="l" t="t" r="r" b="b"/>
              <a:pathLst>
                <a:path w="311803" h="113892" extrusionOk="0">
                  <a:moveTo>
                    <a:pt x="68" y="0"/>
                  </a:moveTo>
                  <a:lnTo>
                    <a:pt x="0" y="38662"/>
                  </a:lnTo>
                  <a:lnTo>
                    <a:pt x="171438" y="113892"/>
                  </a:lnTo>
                  <a:lnTo>
                    <a:pt x="245295" y="113789"/>
                  </a:lnTo>
                  <a:lnTo>
                    <a:pt x="311803" y="113789"/>
                  </a:lnTo>
                  <a:close/>
                </a:path>
              </a:pathLst>
            </a:custGeom>
            <a:gradFill>
              <a:gsLst>
                <a:gs pos="0">
                  <a:srgbClr val="F5A65A">
                    <a:alpha val="34509"/>
                  </a:srgbClr>
                </a:gs>
                <a:gs pos="100000">
                  <a:srgbClr val="D88794">
                    <a:alpha val="28627"/>
                  </a:srgbClr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415" name="Google Shape;1415;p41"/>
            <p:cNvSpPr/>
            <p:nvPr/>
          </p:nvSpPr>
          <p:spPr>
            <a:xfrm>
              <a:off x="1333150" y="2525293"/>
              <a:ext cx="3625325" cy="1736400"/>
            </a:xfrm>
            <a:custGeom>
              <a:avLst/>
              <a:gdLst/>
              <a:ahLst/>
              <a:cxnLst/>
              <a:rect l="l" t="t" r="r" b="b"/>
              <a:pathLst>
                <a:path w="145013" h="69456" extrusionOk="0">
                  <a:moveTo>
                    <a:pt x="0" y="0"/>
                  </a:moveTo>
                  <a:lnTo>
                    <a:pt x="100" y="36834"/>
                  </a:lnTo>
                  <a:lnTo>
                    <a:pt x="60163" y="68757"/>
                  </a:lnTo>
                  <a:lnTo>
                    <a:pt x="94010" y="68889"/>
                  </a:lnTo>
                  <a:lnTo>
                    <a:pt x="145013" y="69456"/>
                  </a:lnTo>
                  <a:close/>
                </a:path>
              </a:pathLst>
            </a:custGeom>
            <a:gradFill>
              <a:gsLst>
                <a:gs pos="0">
                  <a:srgbClr val="F5A65A">
                    <a:alpha val="34509"/>
                  </a:srgbClr>
                </a:gs>
                <a:gs pos="100000">
                  <a:srgbClr val="D88794">
                    <a:alpha val="28627"/>
                  </a:srgbClr>
                </a:gs>
              </a:gsLst>
              <a:lin ang="16200038" scaled="0"/>
            </a:gradFill>
            <a:ln>
              <a:noFill/>
            </a:ln>
          </p:spPr>
        </p:sp>
      </p:grpSp>
      <p:sp>
        <p:nvSpPr>
          <p:cNvPr id="1416" name="Google Shape;1416;p41"/>
          <p:cNvSpPr txBox="1">
            <a:spLocks noGrp="1"/>
          </p:cNvSpPr>
          <p:nvPr>
            <p:ph type="subTitle" idx="1"/>
          </p:nvPr>
        </p:nvSpPr>
        <p:spPr>
          <a:xfrm>
            <a:off x="1871237" y="1085688"/>
            <a:ext cx="3435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800">
                <a:solidFill>
                  <a:schemeClr val="dk1"/>
                </a:solidFill>
                <a:latin typeface="Lalezar"/>
                <a:ea typeface="Lalezar"/>
                <a:cs typeface="Lalezar"/>
                <a:sym typeface="Laleza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17" name="Google Shape;1417;p41"/>
          <p:cNvSpPr txBox="1">
            <a:spLocks noGrp="1"/>
          </p:cNvSpPr>
          <p:nvPr>
            <p:ph type="subTitle" idx="2"/>
          </p:nvPr>
        </p:nvSpPr>
        <p:spPr>
          <a:xfrm>
            <a:off x="3837763" y="2526025"/>
            <a:ext cx="3435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800">
                <a:solidFill>
                  <a:schemeClr val="dk1"/>
                </a:solidFill>
                <a:latin typeface="Lalezar"/>
                <a:ea typeface="Lalezar"/>
                <a:cs typeface="Lalezar"/>
                <a:sym typeface="Laleza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18" name="Google Shape;1418;p41"/>
          <p:cNvSpPr txBox="1">
            <a:spLocks noGrp="1"/>
          </p:cNvSpPr>
          <p:nvPr>
            <p:ph type="subTitle" idx="3"/>
          </p:nvPr>
        </p:nvSpPr>
        <p:spPr>
          <a:xfrm>
            <a:off x="1871238" y="1665594"/>
            <a:ext cx="3435000" cy="86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9" name="Google Shape;1419;p41"/>
          <p:cNvSpPr txBox="1">
            <a:spLocks noGrp="1"/>
          </p:cNvSpPr>
          <p:nvPr>
            <p:ph type="subTitle" idx="4"/>
          </p:nvPr>
        </p:nvSpPr>
        <p:spPr>
          <a:xfrm>
            <a:off x="3837763" y="3098725"/>
            <a:ext cx="3435000" cy="86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0" name="Google Shape;1420;p4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54"/>
          <p:cNvSpPr/>
          <p:nvPr/>
        </p:nvSpPr>
        <p:spPr>
          <a:xfrm>
            <a:off x="1186575" y="222150"/>
            <a:ext cx="7957500" cy="3600600"/>
          </a:xfrm>
          <a:prstGeom prst="rect">
            <a:avLst/>
          </a:prstGeom>
          <a:gradFill>
            <a:gsLst>
              <a:gs pos="0">
                <a:srgbClr val="F59A93">
                  <a:alpha val="15294"/>
                </a:srgbClr>
              </a:gs>
              <a:gs pos="100000">
                <a:srgbClr val="737373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54"/>
          <p:cNvSpPr/>
          <p:nvPr/>
        </p:nvSpPr>
        <p:spPr>
          <a:xfrm>
            <a:off x="1446800" y="1431075"/>
            <a:ext cx="7133250" cy="2407975"/>
          </a:xfrm>
          <a:custGeom>
            <a:avLst/>
            <a:gdLst/>
            <a:ahLst/>
            <a:cxnLst/>
            <a:rect l="l" t="t" r="r" b="b"/>
            <a:pathLst>
              <a:path w="285330" h="96319" extrusionOk="0">
                <a:moveTo>
                  <a:pt x="200" y="0"/>
                </a:moveTo>
                <a:lnTo>
                  <a:pt x="0" y="49652"/>
                </a:lnTo>
                <a:lnTo>
                  <a:pt x="64111" y="96319"/>
                </a:lnTo>
                <a:lnTo>
                  <a:pt x="223031" y="95644"/>
                </a:lnTo>
                <a:lnTo>
                  <a:pt x="285330" y="96026"/>
                </a:lnTo>
                <a:close/>
              </a:path>
            </a:pathLst>
          </a:custGeom>
          <a:gradFill>
            <a:gsLst>
              <a:gs pos="0">
                <a:srgbClr val="F5A65A">
                  <a:alpha val="56078"/>
                </a:srgbClr>
              </a:gs>
              <a:gs pos="100000">
                <a:srgbClr val="D88794">
                  <a:alpha val="61176"/>
                </a:srgbClr>
              </a:gs>
            </a:gsLst>
            <a:lin ang="16200038" scaled="0"/>
          </a:gradFill>
          <a:ln>
            <a:noFill/>
          </a:ln>
        </p:spPr>
      </p:sp>
      <p:grpSp>
        <p:nvGrpSpPr>
          <p:cNvPr id="1660" name="Google Shape;1660;p54"/>
          <p:cNvGrpSpPr/>
          <p:nvPr/>
        </p:nvGrpSpPr>
        <p:grpSpPr>
          <a:xfrm>
            <a:off x="-129575" y="-19423"/>
            <a:ext cx="9273581" cy="4728072"/>
            <a:chOff x="-129575" y="-19423"/>
            <a:chExt cx="9273581" cy="4728072"/>
          </a:xfrm>
        </p:grpSpPr>
        <p:sp>
          <p:nvSpPr>
            <p:cNvPr id="1661" name="Google Shape;1661;p54"/>
            <p:cNvSpPr/>
            <p:nvPr/>
          </p:nvSpPr>
          <p:spPr>
            <a:xfrm>
              <a:off x="-4" y="-19423"/>
              <a:ext cx="1188720" cy="4638584"/>
            </a:xfrm>
            <a:custGeom>
              <a:avLst/>
              <a:gdLst/>
              <a:ahLst/>
              <a:cxnLst/>
              <a:rect l="l" t="t" r="r" b="b"/>
              <a:pathLst>
                <a:path w="11673" h="45550" extrusionOk="0">
                  <a:moveTo>
                    <a:pt x="0" y="0"/>
                  </a:moveTo>
                  <a:lnTo>
                    <a:pt x="0" y="45549"/>
                  </a:lnTo>
                  <a:lnTo>
                    <a:pt x="11673" y="37820"/>
                  </a:lnTo>
                  <a:lnTo>
                    <a:pt x="11644" y="2401"/>
                  </a:lnTo>
                  <a:lnTo>
                    <a:pt x="8983" y="0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4"/>
            <p:cNvSpPr/>
            <p:nvPr/>
          </p:nvSpPr>
          <p:spPr>
            <a:xfrm rot="10800000">
              <a:off x="1188725" y="229190"/>
              <a:ext cx="3805" cy="3596154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4"/>
            <p:cNvSpPr/>
            <p:nvPr/>
          </p:nvSpPr>
          <p:spPr>
            <a:xfrm rot="-2878260" flipH="1">
              <a:off x="1065330" y="-48408"/>
              <a:ext cx="3761" cy="333826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4"/>
            <p:cNvSpPr/>
            <p:nvPr/>
          </p:nvSpPr>
          <p:spPr>
            <a:xfrm rot="5400000">
              <a:off x="5166359" y="-3742196"/>
              <a:ext cx="3805" cy="7951488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4"/>
            <p:cNvSpPr/>
            <p:nvPr/>
          </p:nvSpPr>
          <p:spPr>
            <a:xfrm rot="-7427376" flipH="1">
              <a:off x="529345" y="3471442"/>
              <a:ext cx="4090" cy="1587892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4"/>
            <p:cNvSpPr/>
            <p:nvPr/>
          </p:nvSpPr>
          <p:spPr>
            <a:xfrm rot="5400000">
              <a:off x="5166359" y="-151466"/>
              <a:ext cx="3805" cy="7951488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7" name="Google Shape;1667;p54"/>
          <p:cNvSpPr/>
          <p:nvPr/>
        </p:nvSpPr>
        <p:spPr>
          <a:xfrm>
            <a:off x="-50" y="3822625"/>
            <a:ext cx="9144450" cy="1306875"/>
          </a:xfrm>
          <a:custGeom>
            <a:avLst/>
            <a:gdLst/>
            <a:ahLst/>
            <a:cxnLst/>
            <a:rect l="l" t="t" r="r" b="b"/>
            <a:pathLst>
              <a:path w="365778" h="52275" extrusionOk="0">
                <a:moveTo>
                  <a:pt x="0" y="32019"/>
                </a:moveTo>
                <a:lnTo>
                  <a:pt x="47703" y="0"/>
                </a:lnTo>
                <a:lnTo>
                  <a:pt x="365778" y="161"/>
                </a:lnTo>
                <a:lnTo>
                  <a:pt x="365369" y="52275"/>
                </a:lnTo>
                <a:lnTo>
                  <a:pt x="208" y="5227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1668" name="Google Shape;1668;p54"/>
          <p:cNvGrpSpPr/>
          <p:nvPr/>
        </p:nvGrpSpPr>
        <p:grpSpPr>
          <a:xfrm>
            <a:off x="-1990866" y="2846580"/>
            <a:ext cx="4678515" cy="2559357"/>
            <a:chOff x="-4773020" y="2129039"/>
            <a:chExt cx="4492525" cy="2457612"/>
          </a:xfrm>
        </p:grpSpPr>
        <p:grpSp>
          <p:nvGrpSpPr>
            <p:cNvPr id="1669" name="Google Shape;1669;p54"/>
            <p:cNvGrpSpPr/>
            <p:nvPr/>
          </p:nvGrpSpPr>
          <p:grpSpPr>
            <a:xfrm>
              <a:off x="-2431735" y="3501699"/>
              <a:ext cx="127741" cy="369371"/>
              <a:chOff x="-2044260" y="3885637"/>
              <a:chExt cx="127741" cy="369371"/>
            </a:xfrm>
          </p:grpSpPr>
          <p:sp>
            <p:nvSpPr>
              <p:cNvPr id="1670" name="Google Shape;1670;p54"/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54"/>
              <p:cNvSpPr/>
              <p:nvPr/>
            </p:nvSpPr>
            <p:spPr>
              <a:xfrm flipH="1">
                <a:off x="-2044260" y="3885637"/>
                <a:ext cx="127741" cy="369371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3013" extrusionOk="0">
                    <a:moveTo>
                      <a:pt x="62" y="71"/>
                    </a:moveTo>
                    <a:lnTo>
                      <a:pt x="973" y="355"/>
                    </a:lnTo>
                    <a:lnTo>
                      <a:pt x="637" y="2917"/>
                    </a:lnTo>
                    <a:cubicBezTo>
                      <a:pt x="577" y="2941"/>
                      <a:pt x="509" y="2949"/>
                      <a:pt x="440" y="2949"/>
                    </a:cubicBezTo>
                    <a:cubicBezTo>
                      <a:pt x="288" y="2949"/>
                      <a:pt x="136" y="2907"/>
                      <a:pt x="82" y="2891"/>
                    </a:cubicBezTo>
                    <a:lnTo>
                      <a:pt x="62" y="71"/>
                    </a:lnTo>
                    <a:close/>
                    <a:moveTo>
                      <a:pt x="28" y="1"/>
                    </a:moveTo>
                    <a:cubicBezTo>
                      <a:pt x="22" y="1"/>
                      <a:pt x="17" y="2"/>
                      <a:pt x="13" y="6"/>
                    </a:cubicBezTo>
                    <a:cubicBezTo>
                      <a:pt x="4" y="13"/>
                      <a:pt x="0" y="22"/>
                      <a:pt x="0" y="32"/>
                    </a:cubicBezTo>
                    <a:lnTo>
                      <a:pt x="23" y="2914"/>
                    </a:lnTo>
                    <a:cubicBezTo>
                      <a:pt x="23" y="2927"/>
                      <a:pt x="30" y="2940"/>
                      <a:pt x="43" y="2944"/>
                    </a:cubicBezTo>
                    <a:cubicBezTo>
                      <a:pt x="170" y="2986"/>
                      <a:pt x="304" y="3009"/>
                      <a:pt x="438" y="3012"/>
                    </a:cubicBezTo>
                    <a:cubicBezTo>
                      <a:pt x="445" y="3012"/>
                      <a:pt x="452" y="3013"/>
                      <a:pt x="458" y="3013"/>
                    </a:cubicBezTo>
                    <a:cubicBezTo>
                      <a:pt x="533" y="3013"/>
                      <a:pt x="608" y="2997"/>
                      <a:pt x="679" y="2970"/>
                    </a:cubicBezTo>
                    <a:cubicBezTo>
                      <a:pt x="686" y="2963"/>
                      <a:pt x="696" y="2957"/>
                      <a:pt x="696" y="2944"/>
                    </a:cubicBezTo>
                    <a:lnTo>
                      <a:pt x="1038" y="339"/>
                    </a:lnTo>
                    <a:cubicBezTo>
                      <a:pt x="1042" y="323"/>
                      <a:pt x="1032" y="310"/>
                      <a:pt x="1019" y="306"/>
                    </a:cubicBezTo>
                    <a:lnTo>
                      <a:pt x="40" y="3"/>
                    </a:lnTo>
                    <a:cubicBezTo>
                      <a:pt x="36" y="1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54"/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3" name="Google Shape;1673;p54"/>
            <p:cNvGrpSpPr/>
            <p:nvPr/>
          </p:nvGrpSpPr>
          <p:grpSpPr>
            <a:xfrm>
              <a:off x="-513560" y="3469349"/>
              <a:ext cx="127741" cy="369371"/>
              <a:chOff x="-2044260" y="3885637"/>
              <a:chExt cx="127741" cy="369371"/>
            </a:xfrm>
          </p:grpSpPr>
          <p:sp>
            <p:nvSpPr>
              <p:cNvPr id="1674" name="Google Shape;1674;p54"/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54"/>
              <p:cNvSpPr/>
              <p:nvPr/>
            </p:nvSpPr>
            <p:spPr>
              <a:xfrm flipH="1">
                <a:off x="-2044260" y="3885637"/>
                <a:ext cx="127741" cy="369371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3013" extrusionOk="0">
                    <a:moveTo>
                      <a:pt x="62" y="71"/>
                    </a:moveTo>
                    <a:lnTo>
                      <a:pt x="973" y="355"/>
                    </a:lnTo>
                    <a:lnTo>
                      <a:pt x="637" y="2917"/>
                    </a:lnTo>
                    <a:cubicBezTo>
                      <a:pt x="577" y="2941"/>
                      <a:pt x="509" y="2949"/>
                      <a:pt x="440" y="2949"/>
                    </a:cubicBezTo>
                    <a:cubicBezTo>
                      <a:pt x="288" y="2949"/>
                      <a:pt x="136" y="2907"/>
                      <a:pt x="82" y="2891"/>
                    </a:cubicBezTo>
                    <a:lnTo>
                      <a:pt x="62" y="71"/>
                    </a:lnTo>
                    <a:close/>
                    <a:moveTo>
                      <a:pt x="28" y="1"/>
                    </a:moveTo>
                    <a:cubicBezTo>
                      <a:pt x="22" y="1"/>
                      <a:pt x="17" y="2"/>
                      <a:pt x="13" y="6"/>
                    </a:cubicBezTo>
                    <a:cubicBezTo>
                      <a:pt x="4" y="13"/>
                      <a:pt x="0" y="22"/>
                      <a:pt x="0" y="32"/>
                    </a:cubicBezTo>
                    <a:lnTo>
                      <a:pt x="23" y="2914"/>
                    </a:lnTo>
                    <a:cubicBezTo>
                      <a:pt x="23" y="2927"/>
                      <a:pt x="30" y="2940"/>
                      <a:pt x="43" y="2944"/>
                    </a:cubicBezTo>
                    <a:cubicBezTo>
                      <a:pt x="170" y="2986"/>
                      <a:pt x="304" y="3009"/>
                      <a:pt x="438" y="3012"/>
                    </a:cubicBezTo>
                    <a:cubicBezTo>
                      <a:pt x="445" y="3012"/>
                      <a:pt x="452" y="3013"/>
                      <a:pt x="458" y="3013"/>
                    </a:cubicBezTo>
                    <a:cubicBezTo>
                      <a:pt x="533" y="3013"/>
                      <a:pt x="608" y="2997"/>
                      <a:pt x="679" y="2970"/>
                    </a:cubicBezTo>
                    <a:cubicBezTo>
                      <a:pt x="686" y="2963"/>
                      <a:pt x="696" y="2957"/>
                      <a:pt x="696" y="2944"/>
                    </a:cubicBezTo>
                    <a:lnTo>
                      <a:pt x="1038" y="339"/>
                    </a:lnTo>
                    <a:cubicBezTo>
                      <a:pt x="1042" y="323"/>
                      <a:pt x="1032" y="310"/>
                      <a:pt x="1019" y="306"/>
                    </a:cubicBezTo>
                    <a:lnTo>
                      <a:pt x="40" y="3"/>
                    </a:lnTo>
                    <a:cubicBezTo>
                      <a:pt x="36" y="1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54"/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77" name="Google Shape;1677;p54"/>
            <p:cNvSpPr/>
            <p:nvPr/>
          </p:nvSpPr>
          <p:spPr>
            <a:xfrm flipH="1">
              <a:off x="-4773020" y="3739414"/>
              <a:ext cx="4212033" cy="847237"/>
            </a:xfrm>
            <a:custGeom>
              <a:avLst/>
              <a:gdLst/>
              <a:ahLst/>
              <a:cxnLst/>
              <a:rect l="l" t="t" r="r" b="b"/>
              <a:pathLst>
                <a:path w="34358" h="6911" extrusionOk="0">
                  <a:moveTo>
                    <a:pt x="9933" y="0"/>
                  </a:moveTo>
                  <a:lnTo>
                    <a:pt x="2974" y="1188"/>
                  </a:lnTo>
                  <a:lnTo>
                    <a:pt x="0" y="1694"/>
                  </a:lnTo>
                  <a:lnTo>
                    <a:pt x="8382" y="5856"/>
                  </a:lnTo>
                  <a:cubicBezTo>
                    <a:pt x="8696" y="6013"/>
                    <a:pt x="9038" y="6111"/>
                    <a:pt x="9388" y="6143"/>
                  </a:cubicBezTo>
                  <a:lnTo>
                    <a:pt x="17254" y="6910"/>
                  </a:lnTo>
                  <a:lnTo>
                    <a:pt x="20316" y="6166"/>
                  </a:lnTo>
                  <a:lnTo>
                    <a:pt x="34357" y="3888"/>
                  </a:lnTo>
                  <a:lnTo>
                    <a:pt x="9933" y="0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4"/>
            <p:cNvSpPr/>
            <p:nvPr/>
          </p:nvSpPr>
          <p:spPr>
            <a:xfrm flipH="1">
              <a:off x="-564665" y="3593284"/>
              <a:ext cx="6497" cy="35429"/>
            </a:xfrm>
            <a:custGeom>
              <a:avLst/>
              <a:gdLst/>
              <a:ahLst/>
              <a:cxnLst/>
              <a:rect l="l" t="t" r="r" b="b"/>
              <a:pathLst>
                <a:path w="53" h="289" extrusionOk="0">
                  <a:moveTo>
                    <a:pt x="43" y="1"/>
                  </a:moveTo>
                  <a:lnTo>
                    <a:pt x="0" y="236"/>
                  </a:lnTo>
                  <a:lnTo>
                    <a:pt x="0" y="288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B8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4"/>
            <p:cNvSpPr/>
            <p:nvPr/>
          </p:nvSpPr>
          <p:spPr>
            <a:xfrm flipH="1">
              <a:off x="-565523" y="3593284"/>
              <a:ext cx="7356" cy="41804"/>
            </a:xfrm>
            <a:custGeom>
              <a:avLst/>
              <a:gdLst/>
              <a:ahLst/>
              <a:cxnLst/>
              <a:rect l="l" t="t" r="r" b="b"/>
              <a:pathLst>
                <a:path w="60" h="341" extrusionOk="0">
                  <a:moveTo>
                    <a:pt x="53" y="1"/>
                  </a:moveTo>
                  <a:lnTo>
                    <a:pt x="0" y="288"/>
                  </a:lnTo>
                  <a:lnTo>
                    <a:pt x="0" y="340"/>
                  </a:lnTo>
                  <a:lnTo>
                    <a:pt x="59" y="1"/>
                  </a:lnTo>
                  <a:close/>
                </a:path>
              </a:pathLst>
            </a:custGeom>
            <a:solidFill>
              <a:srgbClr val="B780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4"/>
            <p:cNvSpPr/>
            <p:nvPr/>
          </p:nvSpPr>
          <p:spPr>
            <a:xfrm flipH="1">
              <a:off x="-566626" y="3593284"/>
              <a:ext cx="8459" cy="48179"/>
            </a:xfrm>
            <a:custGeom>
              <a:avLst/>
              <a:gdLst/>
              <a:ahLst/>
              <a:cxnLst/>
              <a:rect l="l" t="t" r="r" b="b"/>
              <a:pathLst>
                <a:path w="69" h="393" extrusionOk="0">
                  <a:moveTo>
                    <a:pt x="59" y="1"/>
                  </a:moveTo>
                  <a:lnTo>
                    <a:pt x="0" y="340"/>
                  </a:lnTo>
                  <a:lnTo>
                    <a:pt x="0" y="393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rgbClr val="B680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4"/>
            <p:cNvSpPr/>
            <p:nvPr/>
          </p:nvSpPr>
          <p:spPr>
            <a:xfrm flipH="1">
              <a:off x="-567852" y="3593284"/>
              <a:ext cx="9685" cy="54186"/>
            </a:xfrm>
            <a:custGeom>
              <a:avLst/>
              <a:gdLst/>
              <a:ahLst/>
              <a:cxnLst/>
              <a:rect l="l" t="t" r="r" b="b"/>
              <a:pathLst>
                <a:path w="79" h="442" extrusionOk="0">
                  <a:moveTo>
                    <a:pt x="69" y="1"/>
                  </a:moveTo>
                  <a:lnTo>
                    <a:pt x="0" y="393"/>
                  </a:lnTo>
                  <a:lnTo>
                    <a:pt x="0" y="442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B57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4"/>
            <p:cNvSpPr/>
            <p:nvPr/>
          </p:nvSpPr>
          <p:spPr>
            <a:xfrm flipH="1">
              <a:off x="-569078" y="3593284"/>
              <a:ext cx="10911" cy="60561"/>
            </a:xfrm>
            <a:custGeom>
              <a:avLst/>
              <a:gdLst/>
              <a:ahLst/>
              <a:cxnLst/>
              <a:rect l="l" t="t" r="r" b="b"/>
              <a:pathLst>
                <a:path w="89" h="494" extrusionOk="0">
                  <a:moveTo>
                    <a:pt x="79" y="1"/>
                  </a:moveTo>
                  <a:lnTo>
                    <a:pt x="0" y="442"/>
                  </a:lnTo>
                  <a:lnTo>
                    <a:pt x="0" y="494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rgbClr val="B47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4"/>
            <p:cNvSpPr/>
            <p:nvPr/>
          </p:nvSpPr>
          <p:spPr>
            <a:xfrm flipH="1">
              <a:off x="-1644214" y="3802182"/>
              <a:ext cx="120141" cy="362261"/>
            </a:xfrm>
            <a:custGeom>
              <a:avLst/>
              <a:gdLst/>
              <a:ahLst/>
              <a:cxnLst/>
              <a:rect l="l" t="t" r="r" b="b"/>
              <a:pathLst>
                <a:path w="980" h="2955" extrusionOk="0">
                  <a:moveTo>
                    <a:pt x="1" y="1"/>
                  </a:moveTo>
                  <a:lnTo>
                    <a:pt x="24" y="2886"/>
                  </a:lnTo>
                  <a:cubicBezTo>
                    <a:pt x="24" y="2886"/>
                    <a:pt x="213" y="2954"/>
                    <a:pt x="409" y="2954"/>
                  </a:cubicBezTo>
                  <a:cubicBezTo>
                    <a:pt x="488" y="2954"/>
                    <a:pt x="568" y="2943"/>
                    <a:pt x="637" y="2912"/>
                  </a:cubicBezTo>
                  <a:lnTo>
                    <a:pt x="980" y="3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4"/>
            <p:cNvSpPr/>
            <p:nvPr/>
          </p:nvSpPr>
          <p:spPr>
            <a:xfrm flipH="1">
              <a:off x="-1648260" y="3798749"/>
              <a:ext cx="127741" cy="369371"/>
            </a:xfrm>
            <a:custGeom>
              <a:avLst/>
              <a:gdLst/>
              <a:ahLst/>
              <a:cxnLst/>
              <a:rect l="l" t="t" r="r" b="b"/>
              <a:pathLst>
                <a:path w="1042" h="3013" extrusionOk="0">
                  <a:moveTo>
                    <a:pt x="62" y="71"/>
                  </a:moveTo>
                  <a:lnTo>
                    <a:pt x="973" y="355"/>
                  </a:lnTo>
                  <a:lnTo>
                    <a:pt x="637" y="2917"/>
                  </a:lnTo>
                  <a:cubicBezTo>
                    <a:pt x="577" y="2941"/>
                    <a:pt x="509" y="2949"/>
                    <a:pt x="440" y="2949"/>
                  </a:cubicBezTo>
                  <a:cubicBezTo>
                    <a:pt x="288" y="2949"/>
                    <a:pt x="136" y="2907"/>
                    <a:pt x="82" y="2891"/>
                  </a:cubicBezTo>
                  <a:lnTo>
                    <a:pt x="62" y="71"/>
                  </a:lnTo>
                  <a:close/>
                  <a:moveTo>
                    <a:pt x="28" y="1"/>
                  </a:moveTo>
                  <a:cubicBezTo>
                    <a:pt x="22" y="1"/>
                    <a:pt x="17" y="2"/>
                    <a:pt x="13" y="6"/>
                  </a:cubicBezTo>
                  <a:cubicBezTo>
                    <a:pt x="4" y="13"/>
                    <a:pt x="0" y="22"/>
                    <a:pt x="0" y="32"/>
                  </a:cubicBezTo>
                  <a:lnTo>
                    <a:pt x="23" y="2914"/>
                  </a:lnTo>
                  <a:cubicBezTo>
                    <a:pt x="23" y="2927"/>
                    <a:pt x="30" y="2940"/>
                    <a:pt x="43" y="2944"/>
                  </a:cubicBezTo>
                  <a:cubicBezTo>
                    <a:pt x="170" y="2986"/>
                    <a:pt x="304" y="3009"/>
                    <a:pt x="438" y="3012"/>
                  </a:cubicBezTo>
                  <a:cubicBezTo>
                    <a:pt x="445" y="3012"/>
                    <a:pt x="452" y="3013"/>
                    <a:pt x="458" y="3013"/>
                  </a:cubicBezTo>
                  <a:cubicBezTo>
                    <a:pt x="533" y="3013"/>
                    <a:pt x="608" y="2997"/>
                    <a:pt x="679" y="2970"/>
                  </a:cubicBezTo>
                  <a:cubicBezTo>
                    <a:pt x="686" y="2963"/>
                    <a:pt x="696" y="2957"/>
                    <a:pt x="696" y="2944"/>
                  </a:cubicBezTo>
                  <a:lnTo>
                    <a:pt x="1038" y="339"/>
                  </a:lnTo>
                  <a:cubicBezTo>
                    <a:pt x="1042" y="323"/>
                    <a:pt x="1032" y="310"/>
                    <a:pt x="1019" y="306"/>
                  </a:cubicBezTo>
                  <a:lnTo>
                    <a:pt x="40" y="3"/>
                  </a:lnTo>
                  <a:cubicBezTo>
                    <a:pt x="36" y="1"/>
                    <a:pt x="31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4"/>
            <p:cNvSpPr/>
            <p:nvPr/>
          </p:nvSpPr>
          <p:spPr>
            <a:xfrm flipH="1">
              <a:off x="-1644214" y="3802182"/>
              <a:ext cx="120141" cy="362261"/>
            </a:xfrm>
            <a:custGeom>
              <a:avLst/>
              <a:gdLst/>
              <a:ahLst/>
              <a:cxnLst/>
              <a:rect l="l" t="t" r="r" b="b"/>
              <a:pathLst>
                <a:path w="980" h="2955" extrusionOk="0">
                  <a:moveTo>
                    <a:pt x="1" y="1"/>
                  </a:moveTo>
                  <a:lnTo>
                    <a:pt x="24" y="2886"/>
                  </a:lnTo>
                  <a:cubicBezTo>
                    <a:pt x="24" y="2886"/>
                    <a:pt x="213" y="2954"/>
                    <a:pt x="409" y="2954"/>
                  </a:cubicBezTo>
                  <a:cubicBezTo>
                    <a:pt x="488" y="2954"/>
                    <a:pt x="568" y="2943"/>
                    <a:pt x="637" y="2912"/>
                  </a:cubicBezTo>
                  <a:lnTo>
                    <a:pt x="980" y="3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4"/>
            <p:cNvSpPr/>
            <p:nvPr/>
          </p:nvSpPr>
          <p:spPr>
            <a:xfrm flipH="1">
              <a:off x="-2263307" y="3494474"/>
              <a:ext cx="1349" cy="4904"/>
            </a:xfrm>
            <a:custGeom>
              <a:avLst/>
              <a:gdLst/>
              <a:ahLst/>
              <a:cxnLst/>
              <a:rect l="l" t="t" r="r" b="b"/>
              <a:pathLst>
                <a:path w="11" h="40" extrusionOk="0">
                  <a:moveTo>
                    <a:pt x="1" y="1"/>
                  </a:moveTo>
                  <a:lnTo>
                    <a:pt x="1" y="40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54"/>
            <p:cNvSpPr/>
            <p:nvPr/>
          </p:nvSpPr>
          <p:spPr>
            <a:xfrm flipH="1">
              <a:off x="-2265268" y="3494474"/>
              <a:ext cx="3310" cy="12137"/>
            </a:xfrm>
            <a:custGeom>
              <a:avLst/>
              <a:gdLst/>
              <a:ahLst/>
              <a:cxnLst/>
              <a:rect l="l" t="t" r="r" b="b"/>
              <a:pathLst>
                <a:path w="27" h="99" extrusionOk="0">
                  <a:moveTo>
                    <a:pt x="10" y="1"/>
                  </a:moveTo>
                  <a:lnTo>
                    <a:pt x="1" y="40"/>
                  </a:lnTo>
                  <a:lnTo>
                    <a:pt x="1" y="99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54"/>
            <p:cNvSpPr/>
            <p:nvPr/>
          </p:nvSpPr>
          <p:spPr>
            <a:xfrm flipH="1">
              <a:off x="-2266862" y="3494474"/>
              <a:ext cx="4904" cy="19370"/>
            </a:xfrm>
            <a:custGeom>
              <a:avLst/>
              <a:gdLst/>
              <a:ahLst/>
              <a:cxnLst/>
              <a:rect l="l" t="t" r="r" b="b"/>
              <a:pathLst>
                <a:path w="40" h="158" extrusionOk="0">
                  <a:moveTo>
                    <a:pt x="27" y="1"/>
                  </a:moveTo>
                  <a:lnTo>
                    <a:pt x="1" y="99"/>
                  </a:lnTo>
                  <a:lnTo>
                    <a:pt x="1" y="157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4"/>
            <p:cNvSpPr/>
            <p:nvPr/>
          </p:nvSpPr>
          <p:spPr>
            <a:xfrm flipH="1">
              <a:off x="-2267720" y="3494474"/>
              <a:ext cx="5762" cy="22189"/>
            </a:xfrm>
            <a:custGeom>
              <a:avLst/>
              <a:gdLst/>
              <a:ahLst/>
              <a:cxnLst/>
              <a:rect l="l" t="t" r="r" b="b"/>
              <a:pathLst>
                <a:path w="47" h="181" extrusionOk="0">
                  <a:moveTo>
                    <a:pt x="40" y="1"/>
                  </a:moveTo>
                  <a:lnTo>
                    <a:pt x="1" y="157"/>
                  </a:lnTo>
                  <a:lnTo>
                    <a:pt x="1" y="180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4"/>
            <p:cNvSpPr/>
            <p:nvPr/>
          </p:nvSpPr>
          <p:spPr>
            <a:xfrm flipH="1">
              <a:off x="-2268455" y="3494474"/>
              <a:ext cx="6497" cy="25009"/>
            </a:xfrm>
            <a:custGeom>
              <a:avLst/>
              <a:gdLst/>
              <a:ahLst/>
              <a:cxnLst/>
              <a:rect l="l" t="t" r="r" b="b"/>
              <a:pathLst>
                <a:path w="53" h="204" extrusionOk="0">
                  <a:moveTo>
                    <a:pt x="46" y="1"/>
                  </a:moveTo>
                  <a:lnTo>
                    <a:pt x="1" y="180"/>
                  </a:lnTo>
                  <a:lnTo>
                    <a:pt x="1" y="203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4"/>
            <p:cNvSpPr/>
            <p:nvPr/>
          </p:nvSpPr>
          <p:spPr>
            <a:xfrm flipH="1">
              <a:off x="-2268946" y="3494474"/>
              <a:ext cx="6988" cy="27706"/>
            </a:xfrm>
            <a:custGeom>
              <a:avLst/>
              <a:gdLst/>
              <a:ahLst/>
              <a:cxnLst/>
              <a:rect l="l" t="t" r="r" b="b"/>
              <a:pathLst>
                <a:path w="57" h="226" extrusionOk="0">
                  <a:moveTo>
                    <a:pt x="53" y="1"/>
                  </a:moveTo>
                  <a:lnTo>
                    <a:pt x="1" y="203"/>
                  </a:lnTo>
                  <a:lnTo>
                    <a:pt x="1" y="226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4"/>
            <p:cNvSpPr/>
            <p:nvPr/>
          </p:nvSpPr>
          <p:spPr>
            <a:xfrm flipH="1">
              <a:off x="-2269681" y="3494474"/>
              <a:ext cx="7723" cy="31016"/>
            </a:xfrm>
            <a:custGeom>
              <a:avLst/>
              <a:gdLst/>
              <a:ahLst/>
              <a:cxnLst/>
              <a:rect l="l" t="t" r="r" b="b"/>
              <a:pathLst>
                <a:path w="63" h="253" extrusionOk="0">
                  <a:moveTo>
                    <a:pt x="56" y="1"/>
                  </a:moveTo>
                  <a:lnTo>
                    <a:pt x="1" y="226"/>
                  </a:lnTo>
                  <a:lnTo>
                    <a:pt x="1" y="252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4"/>
            <p:cNvSpPr/>
            <p:nvPr/>
          </p:nvSpPr>
          <p:spPr>
            <a:xfrm flipH="1">
              <a:off x="-2270539" y="3494474"/>
              <a:ext cx="8581" cy="33713"/>
            </a:xfrm>
            <a:custGeom>
              <a:avLst/>
              <a:gdLst/>
              <a:ahLst/>
              <a:cxnLst/>
              <a:rect l="l" t="t" r="r" b="b"/>
              <a:pathLst>
                <a:path w="70" h="275" extrusionOk="0">
                  <a:moveTo>
                    <a:pt x="63" y="1"/>
                  </a:moveTo>
                  <a:lnTo>
                    <a:pt x="1" y="252"/>
                  </a:lnTo>
                  <a:lnTo>
                    <a:pt x="1" y="275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4"/>
            <p:cNvSpPr/>
            <p:nvPr/>
          </p:nvSpPr>
          <p:spPr>
            <a:xfrm flipH="1">
              <a:off x="-2271275" y="3494474"/>
              <a:ext cx="9317" cy="36533"/>
            </a:xfrm>
            <a:custGeom>
              <a:avLst/>
              <a:gdLst/>
              <a:ahLst/>
              <a:cxnLst/>
              <a:rect l="l" t="t" r="r" b="b"/>
              <a:pathLst>
                <a:path w="76" h="298" extrusionOk="0">
                  <a:moveTo>
                    <a:pt x="69" y="1"/>
                  </a:moveTo>
                  <a:lnTo>
                    <a:pt x="1" y="275"/>
                  </a:lnTo>
                  <a:lnTo>
                    <a:pt x="1" y="298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4"/>
            <p:cNvSpPr/>
            <p:nvPr/>
          </p:nvSpPr>
          <p:spPr>
            <a:xfrm flipH="1">
              <a:off x="-2272133" y="3494474"/>
              <a:ext cx="10175" cy="39352"/>
            </a:xfrm>
            <a:custGeom>
              <a:avLst/>
              <a:gdLst/>
              <a:ahLst/>
              <a:cxnLst/>
              <a:rect l="l" t="t" r="r" b="b"/>
              <a:pathLst>
                <a:path w="83" h="321" extrusionOk="0">
                  <a:moveTo>
                    <a:pt x="76" y="1"/>
                  </a:moveTo>
                  <a:lnTo>
                    <a:pt x="1" y="298"/>
                  </a:lnTo>
                  <a:lnTo>
                    <a:pt x="1" y="321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4"/>
            <p:cNvSpPr/>
            <p:nvPr/>
          </p:nvSpPr>
          <p:spPr>
            <a:xfrm flipH="1">
              <a:off x="-2272869" y="3494474"/>
              <a:ext cx="10911" cy="42172"/>
            </a:xfrm>
            <a:custGeom>
              <a:avLst/>
              <a:gdLst/>
              <a:ahLst/>
              <a:cxnLst/>
              <a:rect l="l" t="t" r="r" b="b"/>
              <a:pathLst>
                <a:path w="89" h="344" extrusionOk="0">
                  <a:moveTo>
                    <a:pt x="82" y="1"/>
                  </a:moveTo>
                  <a:lnTo>
                    <a:pt x="1" y="321"/>
                  </a:lnTo>
                  <a:lnTo>
                    <a:pt x="1" y="344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4"/>
            <p:cNvSpPr/>
            <p:nvPr/>
          </p:nvSpPr>
          <p:spPr>
            <a:xfrm flipH="1">
              <a:off x="-2273359" y="3494474"/>
              <a:ext cx="11401" cy="45359"/>
            </a:xfrm>
            <a:custGeom>
              <a:avLst/>
              <a:gdLst/>
              <a:ahLst/>
              <a:cxnLst/>
              <a:rect l="l" t="t" r="r" b="b"/>
              <a:pathLst>
                <a:path w="93" h="370" extrusionOk="0">
                  <a:moveTo>
                    <a:pt x="89" y="1"/>
                  </a:moveTo>
                  <a:lnTo>
                    <a:pt x="1" y="344"/>
                  </a:lnTo>
                  <a:lnTo>
                    <a:pt x="1" y="370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4"/>
            <p:cNvSpPr/>
            <p:nvPr/>
          </p:nvSpPr>
          <p:spPr>
            <a:xfrm flipH="1">
              <a:off x="-2274095" y="3494474"/>
              <a:ext cx="12137" cy="48179"/>
            </a:xfrm>
            <a:custGeom>
              <a:avLst/>
              <a:gdLst/>
              <a:ahLst/>
              <a:cxnLst/>
              <a:rect l="l" t="t" r="r" b="b"/>
              <a:pathLst>
                <a:path w="99" h="393" extrusionOk="0">
                  <a:moveTo>
                    <a:pt x="92" y="1"/>
                  </a:moveTo>
                  <a:lnTo>
                    <a:pt x="1" y="370"/>
                  </a:lnTo>
                  <a:lnTo>
                    <a:pt x="1" y="392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4"/>
            <p:cNvSpPr/>
            <p:nvPr/>
          </p:nvSpPr>
          <p:spPr>
            <a:xfrm flipH="1">
              <a:off x="-2274953" y="3494474"/>
              <a:ext cx="12995" cy="50998"/>
            </a:xfrm>
            <a:custGeom>
              <a:avLst/>
              <a:gdLst/>
              <a:ahLst/>
              <a:cxnLst/>
              <a:rect l="l" t="t" r="r" b="b"/>
              <a:pathLst>
                <a:path w="106" h="416" extrusionOk="0">
                  <a:moveTo>
                    <a:pt x="99" y="1"/>
                  </a:moveTo>
                  <a:lnTo>
                    <a:pt x="1" y="392"/>
                  </a:lnTo>
                  <a:lnTo>
                    <a:pt x="1" y="415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4"/>
            <p:cNvSpPr/>
            <p:nvPr/>
          </p:nvSpPr>
          <p:spPr>
            <a:xfrm flipH="1">
              <a:off x="-2275688" y="3494474"/>
              <a:ext cx="13730" cy="53818"/>
            </a:xfrm>
            <a:custGeom>
              <a:avLst/>
              <a:gdLst/>
              <a:ahLst/>
              <a:cxnLst/>
              <a:rect l="l" t="t" r="r" b="b"/>
              <a:pathLst>
                <a:path w="112" h="439" extrusionOk="0">
                  <a:moveTo>
                    <a:pt x="105" y="1"/>
                  </a:moveTo>
                  <a:lnTo>
                    <a:pt x="1" y="415"/>
                  </a:lnTo>
                  <a:lnTo>
                    <a:pt x="1" y="438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4"/>
            <p:cNvSpPr/>
            <p:nvPr/>
          </p:nvSpPr>
          <p:spPr>
            <a:xfrm flipH="1">
              <a:off x="-2276056" y="3494474"/>
              <a:ext cx="14098" cy="56515"/>
            </a:xfrm>
            <a:custGeom>
              <a:avLst/>
              <a:gdLst/>
              <a:ahLst/>
              <a:cxnLst/>
              <a:rect l="l" t="t" r="r" b="b"/>
              <a:pathLst>
                <a:path w="115" h="461" extrusionOk="0">
                  <a:moveTo>
                    <a:pt x="112" y="1"/>
                  </a:moveTo>
                  <a:lnTo>
                    <a:pt x="1" y="438"/>
                  </a:lnTo>
                  <a:lnTo>
                    <a:pt x="1" y="461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4"/>
            <p:cNvSpPr/>
            <p:nvPr/>
          </p:nvSpPr>
          <p:spPr>
            <a:xfrm flipH="1">
              <a:off x="-2276914" y="3494474"/>
              <a:ext cx="14956" cy="59825"/>
            </a:xfrm>
            <a:custGeom>
              <a:avLst/>
              <a:gdLst/>
              <a:ahLst/>
              <a:cxnLst/>
              <a:rect l="l" t="t" r="r" b="b"/>
              <a:pathLst>
                <a:path w="122" h="488" extrusionOk="0">
                  <a:moveTo>
                    <a:pt x="115" y="1"/>
                  </a:moveTo>
                  <a:lnTo>
                    <a:pt x="1" y="461"/>
                  </a:lnTo>
                  <a:lnTo>
                    <a:pt x="1" y="487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4"/>
            <p:cNvSpPr/>
            <p:nvPr/>
          </p:nvSpPr>
          <p:spPr>
            <a:xfrm flipH="1">
              <a:off x="-2277650" y="3494474"/>
              <a:ext cx="15692" cy="62522"/>
            </a:xfrm>
            <a:custGeom>
              <a:avLst/>
              <a:gdLst/>
              <a:ahLst/>
              <a:cxnLst/>
              <a:rect l="l" t="t" r="r" b="b"/>
              <a:pathLst>
                <a:path w="128" h="510" extrusionOk="0">
                  <a:moveTo>
                    <a:pt x="121" y="1"/>
                  </a:moveTo>
                  <a:lnTo>
                    <a:pt x="1" y="487"/>
                  </a:lnTo>
                  <a:lnTo>
                    <a:pt x="1" y="510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4"/>
            <p:cNvSpPr/>
            <p:nvPr/>
          </p:nvSpPr>
          <p:spPr>
            <a:xfrm flipH="1">
              <a:off x="-2278508" y="3494474"/>
              <a:ext cx="16550" cy="65342"/>
            </a:xfrm>
            <a:custGeom>
              <a:avLst/>
              <a:gdLst/>
              <a:ahLst/>
              <a:cxnLst/>
              <a:rect l="l" t="t" r="r" b="b"/>
              <a:pathLst>
                <a:path w="135" h="533" extrusionOk="0">
                  <a:moveTo>
                    <a:pt x="128" y="1"/>
                  </a:moveTo>
                  <a:lnTo>
                    <a:pt x="1" y="510"/>
                  </a:lnTo>
                  <a:lnTo>
                    <a:pt x="1" y="533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4"/>
            <p:cNvSpPr/>
            <p:nvPr/>
          </p:nvSpPr>
          <p:spPr>
            <a:xfrm flipH="1">
              <a:off x="-2278876" y="3494474"/>
              <a:ext cx="16918" cy="68161"/>
            </a:xfrm>
            <a:custGeom>
              <a:avLst/>
              <a:gdLst/>
              <a:ahLst/>
              <a:cxnLst/>
              <a:rect l="l" t="t" r="r" b="b"/>
              <a:pathLst>
                <a:path w="138" h="556" extrusionOk="0">
                  <a:moveTo>
                    <a:pt x="134" y="1"/>
                  </a:moveTo>
                  <a:lnTo>
                    <a:pt x="1" y="533"/>
                  </a:lnTo>
                  <a:lnTo>
                    <a:pt x="1" y="556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4"/>
            <p:cNvSpPr/>
            <p:nvPr/>
          </p:nvSpPr>
          <p:spPr>
            <a:xfrm flipH="1">
              <a:off x="-2279734" y="3494474"/>
              <a:ext cx="17776" cy="71349"/>
            </a:xfrm>
            <a:custGeom>
              <a:avLst/>
              <a:gdLst/>
              <a:ahLst/>
              <a:cxnLst/>
              <a:rect l="l" t="t" r="r" b="b"/>
              <a:pathLst>
                <a:path w="145" h="582" extrusionOk="0">
                  <a:moveTo>
                    <a:pt x="138" y="1"/>
                  </a:moveTo>
                  <a:lnTo>
                    <a:pt x="1" y="556"/>
                  </a:lnTo>
                  <a:lnTo>
                    <a:pt x="1" y="582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4"/>
            <p:cNvSpPr/>
            <p:nvPr/>
          </p:nvSpPr>
          <p:spPr>
            <a:xfrm flipH="1">
              <a:off x="-2280469" y="3494474"/>
              <a:ext cx="18511" cy="74168"/>
            </a:xfrm>
            <a:custGeom>
              <a:avLst/>
              <a:gdLst/>
              <a:ahLst/>
              <a:cxnLst/>
              <a:rect l="l" t="t" r="r" b="b"/>
              <a:pathLst>
                <a:path w="151" h="605" extrusionOk="0">
                  <a:moveTo>
                    <a:pt x="144" y="1"/>
                  </a:moveTo>
                  <a:lnTo>
                    <a:pt x="1" y="582"/>
                  </a:lnTo>
                  <a:lnTo>
                    <a:pt x="1" y="605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4"/>
            <p:cNvSpPr/>
            <p:nvPr/>
          </p:nvSpPr>
          <p:spPr>
            <a:xfrm flipH="1">
              <a:off x="-2281328" y="3494474"/>
              <a:ext cx="19370" cy="76988"/>
            </a:xfrm>
            <a:custGeom>
              <a:avLst/>
              <a:gdLst/>
              <a:ahLst/>
              <a:cxnLst/>
              <a:rect l="l" t="t" r="r" b="b"/>
              <a:pathLst>
                <a:path w="158" h="628" extrusionOk="0">
                  <a:moveTo>
                    <a:pt x="151" y="1"/>
                  </a:moveTo>
                  <a:lnTo>
                    <a:pt x="1" y="605"/>
                  </a:lnTo>
                  <a:lnTo>
                    <a:pt x="1" y="627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4"/>
            <p:cNvSpPr/>
            <p:nvPr/>
          </p:nvSpPr>
          <p:spPr>
            <a:xfrm flipH="1">
              <a:off x="-2282063" y="3494474"/>
              <a:ext cx="20105" cy="79808"/>
            </a:xfrm>
            <a:custGeom>
              <a:avLst/>
              <a:gdLst/>
              <a:ahLst/>
              <a:cxnLst/>
              <a:rect l="l" t="t" r="r" b="b"/>
              <a:pathLst>
                <a:path w="164" h="651" extrusionOk="0">
                  <a:moveTo>
                    <a:pt x="157" y="1"/>
                  </a:moveTo>
                  <a:lnTo>
                    <a:pt x="1" y="627"/>
                  </a:lnTo>
                  <a:lnTo>
                    <a:pt x="1" y="650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4"/>
            <p:cNvSpPr/>
            <p:nvPr/>
          </p:nvSpPr>
          <p:spPr>
            <a:xfrm flipH="1">
              <a:off x="-2282921" y="3494474"/>
              <a:ext cx="20963" cy="82627"/>
            </a:xfrm>
            <a:custGeom>
              <a:avLst/>
              <a:gdLst/>
              <a:ahLst/>
              <a:cxnLst/>
              <a:rect l="l" t="t" r="r" b="b"/>
              <a:pathLst>
                <a:path w="171" h="674" extrusionOk="0">
                  <a:moveTo>
                    <a:pt x="164" y="1"/>
                  </a:moveTo>
                  <a:lnTo>
                    <a:pt x="1" y="650"/>
                  </a:lnTo>
                  <a:lnTo>
                    <a:pt x="1" y="673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4"/>
            <p:cNvSpPr/>
            <p:nvPr/>
          </p:nvSpPr>
          <p:spPr>
            <a:xfrm flipH="1">
              <a:off x="-2283289" y="3494474"/>
              <a:ext cx="21331" cy="85815"/>
            </a:xfrm>
            <a:custGeom>
              <a:avLst/>
              <a:gdLst/>
              <a:ahLst/>
              <a:cxnLst/>
              <a:rect l="l" t="t" r="r" b="b"/>
              <a:pathLst>
                <a:path w="174" h="700" extrusionOk="0">
                  <a:moveTo>
                    <a:pt x="170" y="1"/>
                  </a:moveTo>
                  <a:lnTo>
                    <a:pt x="1" y="673"/>
                  </a:lnTo>
                  <a:lnTo>
                    <a:pt x="1" y="699"/>
                  </a:lnTo>
                  <a:lnTo>
                    <a:pt x="1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4"/>
            <p:cNvSpPr/>
            <p:nvPr/>
          </p:nvSpPr>
          <p:spPr>
            <a:xfrm flipH="1">
              <a:off x="-2284147" y="3494474"/>
              <a:ext cx="22189" cy="88634"/>
            </a:xfrm>
            <a:custGeom>
              <a:avLst/>
              <a:gdLst/>
              <a:ahLst/>
              <a:cxnLst/>
              <a:rect l="l" t="t" r="r" b="b"/>
              <a:pathLst>
                <a:path w="181" h="723" extrusionOk="0">
                  <a:moveTo>
                    <a:pt x="174" y="1"/>
                  </a:moveTo>
                  <a:lnTo>
                    <a:pt x="1" y="699"/>
                  </a:lnTo>
                  <a:lnTo>
                    <a:pt x="1" y="722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4"/>
            <p:cNvSpPr/>
            <p:nvPr/>
          </p:nvSpPr>
          <p:spPr>
            <a:xfrm flipH="1">
              <a:off x="-2284883" y="3494474"/>
              <a:ext cx="22925" cy="91331"/>
            </a:xfrm>
            <a:custGeom>
              <a:avLst/>
              <a:gdLst/>
              <a:ahLst/>
              <a:cxnLst/>
              <a:rect l="l" t="t" r="r" b="b"/>
              <a:pathLst>
                <a:path w="187" h="745" extrusionOk="0">
                  <a:moveTo>
                    <a:pt x="180" y="1"/>
                  </a:moveTo>
                  <a:lnTo>
                    <a:pt x="1" y="722"/>
                  </a:lnTo>
                  <a:lnTo>
                    <a:pt x="1" y="745"/>
                  </a:lnTo>
                  <a:lnTo>
                    <a:pt x="1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4"/>
            <p:cNvSpPr/>
            <p:nvPr/>
          </p:nvSpPr>
          <p:spPr>
            <a:xfrm flipH="1">
              <a:off x="-2285741" y="3494474"/>
              <a:ext cx="23783" cy="94151"/>
            </a:xfrm>
            <a:custGeom>
              <a:avLst/>
              <a:gdLst/>
              <a:ahLst/>
              <a:cxnLst/>
              <a:rect l="l" t="t" r="r" b="b"/>
              <a:pathLst>
                <a:path w="194" h="768" extrusionOk="0">
                  <a:moveTo>
                    <a:pt x="187" y="1"/>
                  </a:moveTo>
                  <a:lnTo>
                    <a:pt x="1" y="745"/>
                  </a:lnTo>
                  <a:lnTo>
                    <a:pt x="1" y="768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4"/>
            <p:cNvSpPr/>
            <p:nvPr/>
          </p:nvSpPr>
          <p:spPr>
            <a:xfrm flipH="1">
              <a:off x="-2286109" y="3494474"/>
              <a:ext cx="24151" cy="96971"/>
            </a:xfrm>
            <a:custGeom>
              <a:avLst/>
              <a:gdLst/>
              <a:ahLst/>
              <a:cxnLst/>
              <a:rect l="l" t="t" r="r" b="b"/>
              <a:pathLst>
                <a:path w="197" h="791" extrusionOk="0">
                  <a:moveTo>
                    <a:pt x="193" y="1"/>
                  </a:moveTo>
                  <a:lnTo>
                    <a:pt x="1" y="768"/>
                  </a:lnTo>
                  <a:lnTo>
                    <a:pt x="1" y="791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4"/>
            <p:cNvSpPr/>
            <p:nvPr/>
          </p:nvSpPr>
          <p:spPr>
            <a:xfrm flipH="1">
              <a:off x="-2286967" y="3494474"/>
              <a:ext cx="25009" cy="100158"/>
            </a:xfrm>
            <a:custGeom>
              <a:avLst/>
              <a:gdLst/>
              <a:ahLst/>
              <a:cxnLst/>
              <a:rect l="l" t="t" r="r" b="b"/>
              <a:pathLst>
                <a:path w="204" h="817" extrusionOk="0">
                  <a:moveTo>
                    <a:pt x="197" y="1"/>
                  </a:moveTo>
                  <a:lnTo>
                    <a:pt x="1" y="791"/>
                  </a:lnTo>
                  <a:lnTo>
                    <a:pt x="1" y="817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4"/>
            <p:cNvSpPr/>
            <p:nvPr/>
          </p:nvSpPr>
          <p:spPr>
            <a:xfrm flipH="1">
              <a:off x="-2287702" y="3494474"/>
              <a:ext cx="25744" cy="102978"/>
            </a:xfrm>
            <a:custGeom>
              <a:avLst/>
              <a:gdLst/>
              <a:ahLst/>
              <a:cxnLst/>
              <a:rect l="l" t="t" r="r" b="b"/>
              <a:pathLst>
                <a:path w="210" h="840" extrusionOk="0">
                  <a:moveTo>
                    <a:pt x="203" y="1"/>
                  </a:moveTo>
                  <a:lnTo>
                    <a:pt x="1" y="817"/>
                  </a:lnTo>
                  <a:lnTo>
                    <a:pt x="1" y="840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4"/>
            <p:cNvSpPr/>
            <p:nvPr/>
          </p:nvSpPr>
          <p:spPr>
            <a:xfrm flipH="1">
              <a:off x="-2288561" y="3494474"/>
              <a:ext cx="26603" cy="105797"/>
            </a:xfrm>
            <a:custGeom>
              <a:avLst/>
              <a:gdLst/>
              <a:ahLst/>
              <a:cxnLst/>
              <a:rect l="l" t="t" r="r" b="b"/>
              <a:pathLst>
                <a:path w="217" h="863" extrusionOk="0">
                  <a:moveTo>
                    <a:pt x="210" y="1"/>
                  </a:moveTo>
                  <a:lnTo>
                    <a:pt x="1" y="840"/>
                  </a:lnTo>
                  <a:lnTo>
                    <a:pt x="1" y="86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4"/>
            <p:cNvSpPr/>
            <p:nvPr/>
          </p:nvSpPr>
          <p:spPr>
            <a:xfrm flipH="1">
              <a:off x="-2288928" y="3494474"/>
              <a:ext cx="26970" cy="108617"/>
            </a:xfrm>
            <a:custGeom>
              <a:avLst/>
              <a:gdLst/>
              <a:ahLst/>
              <a:cxnLst/>
              <a:rect l="l" t="t" r="r" b="b"/>
              <a:pathLst>
                <a:path w="220" h="886" extrusionOk="0">
                  <a:moveTo>
                    <a:pt x="216" y="1"/>
                  </a:moveTo>
                  <a:lnTo>
                    <a:pt x="1" y="862"/>
                  </a:lnTo>
                  <a:lnTo>
                    <a:pt x="1" y="885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4"/>
            <p:cNvSpPr/>
            <p:nvPr/>
          </p:nvSpPr>
          <p:spPr>
            <a:xfrm flipH="1">
              <a:off x="-2289664" y="3494474"/>
              <a:ext cx="27706" cy="111804"/>
            </a:xfrm>
            <a:custGeom>
              <a:avLst/>
              <a:gdLst/>
              <a:ahLst/>
              <a:cxnLst/>
              <a:rect l="l" t="t" r="r" b="b"/>
              <a:pathLst>
                <a:path w="226" h="912" extrusionOk="0">
                  <a:moveTo>
                    <a:pt x="219" y="1"/>
                  </a:moveTo>
                  <a:lnTo>
                    <a:pt x="1" y="885"/>
                  </a:lnTo>
                  <a:lnTo>
                    <a:pt x="1" y="911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4"/>
            <p:cNvSpPr/>
            <p:nvPr/>
          </p:nvSpPr>
          <p:spPr>
            <a:xfrm flipH="1">
              <a:off x="-2290522" y="3494474"/>
              <a:ext cx="28564" cy="114624"/>
            </a:xfrm>
            <a:custGeom>
              <a:avLst/>
              <a:gdLst/>
              <a:ahLst/>
              <a:cxnLst/>
              <a:rect l="l" t="t" r="r" b="b"/>
              <a:pathLst>
                <a:path w="233" h="935" extrusionOk="0">
                  <a:moveTo>
                    <a:pt x="226" y="1"/>
                  </a:moveTo>
                  <a:lnTo>
                    <a:pt x="1" y="911"/>
                  </a:lnTo>
                  <a:lnTo>
                    <a:pt x="1" y="934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4"/>
            <p:cNvSpPr/>
            <p:nvPr/>
          </p:nvSpPr>
          <p:spPr>
            <a:xfrm flipH="1">
              <a:off x="-2291258" y="3494474"/>
              <a:ext cx="29300" cy="117444"/>
            </a:xfrm>
            <a:custGeom>
              <a:avLst/>
              <a:gdLst/>
              <a:ahLst/>
              <a:cxnLst/>
              <a:rect l="l" t="t" r="r" b="b"/>
              <a:pathLst>
                <a:path w="239" h="958" extrusionOk="0">
                  <a:moveTo>
                    <a:pt x="232" y="1"/>
                  </a:moveTo>
                  <a:lnTo>
                    <a:pt x="1" y="934"/>
                  </a:lnTo>
                  <a:lnTo>
                    <a:pt x="1" y="957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4"/>
            <p:cNvSpPr/>
            <p:nvPr/>
          </p:nvSpPr>
          <p:spPr>
            <a:xfrm flipH="1">
              <a:off x="-2292116" y="3494474"/>
              <a:ext cx="30158" cy="120141"/>
            </a:xfrm>
            <a:custGeom>
              <a:avLst/>
              <a:gdLst/>
              <a:ahLst/>
              <a:cxnLst/>
              <a:rect l="l" t="t" r="r" b="b"/>
              <a:pathLst>
                <a:path w="246" h="980" extrusionOk="0">
                  <a:moveTo>
                    <a:pt x="239" y="1"/>
                  </a:moveTo>
                  <a:lnTo>
                    <a:pt x="1" y="957"/>
                  </a:lnTo>
                  <a:lnTo>
                    <a:pt x="1" y="980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4"/>
            <p:cNvSpPr/>
            <p:nvPr/>
          </p:nvSpPr>
          <p:spPr>
            <a:xfrm flipH="1">
              <a:off x="-2292851" y="3494474"/>
              <a:ext cx="30893" cy="122960"/>
            </a:xfrm>
            <a:custGeom>
              <a:avLst/>
              <a:gdLst/>
              <a:ahLst/>
              <a:cxnLst/>
              <a:rect l="l" t="t" r="r" b="b"/>
              <a:pathLst>
                <a:path w="252" h="1003" extrusionOk="0">
                  <a:moveTo>
                    <a:pt x="245" y="1"/>
                  </a:moveTo>
                  <a:lnTo>
                    <a:pt x="1" y="980"/>
                  </a:lnTo>
                  <a:lnTo>
                    <a:pt x="1" y="1003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rgbClr val="E89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4"/>
            <p:cNvSpPr/>
            <p:nvPr/>
          </p:nvSpPr>
          <p:spPr>
            <a:xfrm flipH="1">
              <a:off x="-2293342" y="3494474"/>
              <a:ext cx="31384" cy="126148"/>
            </a:xfrm>
            <a:custGeom>
              <a:avLst/>
              <a:gdLst/>
              <a:ahLst/>
              <a:cxnLst/>
              <a:rect l="l" t="t" r="r" b="b"/>
              <a:pathLst>
                <a:path w="256" h="1029" extrusionOk="0">
                  <a:moveTo>
                    <a:pt x="252" y="1"/>
                  </a:moveTo>
                  <a:lnTo>
                    <a:pt x="1" y="1003"/>
                  </a:lnTo>
                  <a:lnTo>
                    <a:pt x="1" y="1029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rgbClr val="E7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4"/>
            <p:cNvSpPr/>
            <p:nvPr/>
          </p:nvSpPr>
          <p:spPr>
            <a:xfrm flipH="1">
              <a:off x="-2294077" y="3494474"/>
              <a:ext cx="32119" cy="128967"/>
            </a:xfrm>
            <a:custGeom>
              <a:avLst/>
              <a:gdLst/>
              <a:ahLst/>
              <a:cxnLst/>
              <a:rect l="l" t="t" r="r" b="b"/>
              <a:pathLst>
                <a:path w="262" h="1052" extrusionOk="0">
                  <a:moveTo>
                    <a:pt x="255" y="1"/>
                  </a:moveTo>
                  <a:lnTo>
                    <a:pt x="1" y="1029"/>
                  </a:lnTo>
                  <a:lnTo>
                    <a:pt x="1" y="1052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rgbClr val="E7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4"/>
            <p:cNvSpPr/>
            <p:nvPr/>
          </p:nvSpPr>
          <p:spPr>
            <a:xfrm flipH="1">
              <a:off x="-2294935" y="3494474"/>
              <a:ext cx="32977" cy="131787"/>
            </a:xfrm>
            <a:custGeom>
              <a:avLst/>
              <a:gdLst/>
              <a:ahLst/>
              <a:cxnLst/>
              <a:rect l="l" t="t" r="r" b="b"/>
              <a:pathLst>
                <a:path w="269" h="1075" extrusionOk="0">
                  <a:moveTo>
                    <a:pt x="262" y="1"/>
                  </a:moveTo>
                  <a:lnTo>
                    <a:pt x="1" y="1052"/>
                  </a:lnTo>
                  <a:lnTo>
                    <a:pt x="1" y="1075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E6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4"/>
            <p:cNvSpPr/>
            <p:nvPr/>
          </p:nvSpPr>
          <p:spPr>
            <a:xfrm flipH="1">
              <a:off x="-2295671" y="3494474"/>
              <a:ext cx="33713" cy="134607"/>
            </a:xfrm>
            <a:custGeom>
              <a:avLst/>
              <a:gdLst/>
              <a:ahLst/>
              <a:cxnLst/>
              <a:rect l="l" t="t" r="r" b="b"/>
              <a:pathLst>
                <a:path w="275" h="1098" extrusionOk="0">
                  <a:moveTo>
                    <a:pt x="268" y="1"/>
                  </a:moveTo>
                  <a:lnTo>
                    <a:pt x="1" y="1075"/>
                  </a:lnTo>
                  <a:lnTo>
                    <a:pt x="1" y="1097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E6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4"/>
            <p:cNvSpPr/>
            <p:nvPr/>
          </p:nvSpPr>
          <p:spPr>
            <a:xfrm flipH="1">
              <a:off x="-2296161" y="3494474"/>
              <a:ext cx="34203" cy="137794"/>
            </a:xfrm>
            <a:custGeom>
              <a:avLst/>
              <a:gdLst/>
              <a:ahLst/>
              <a:cxnLst/>
              <a:rect l="l" t="t" r="r" b="b"/>
              <a:pathLst>
                <a:path w="279" h="1124" extrusionOk="0">
                  <a:moveTo>
                    <a:pt x="275" y="1"/>
                  </a:moveTo>
                  <a:lnTo>
                    <a:pt x="1" y="1097"/>
                  </a:lnTo>
                  <a:lnTo>
                    <a:pt x="1" y="1124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rgbClr val="E5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4"/>
            <p:cNvSpPr/>
            <p:nvPr/>
          </p:nvSpPr>
          <p:spPr>
            <a:xfrm flipH="1">
              <a:off x="-2296897" y="3494474"/>
              <a:ext cx="34939" cy="140614"/>
            </a:xfrm>
            <a:custGeom>
              <a:avLst/>
              <a:gdLst/>
              <a:ahLst/>
              <a:cxnLst/>
              <a:rect l="l" t="t" r="r" b="b"/>
              <a:pathLst>
                <a:path w="285" h="1147" extrusionOk="0">
                  <a:moveTo>
                    <a:pt x="278" y="1"/>
                  </a:moveTo>
                  <a:lnTo>
                    <a:pt x="1" y="1124"/>
                  </a:lnTo>
                  <a:lnTo>
                    <a:pt x="1" y="1146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4"/>
            <p:cNvSpPr/>
            <p:nvPr/>
          </p:nvSpPr>
          <p:spPr>
            <a:xfrm flipH="1">
              <a:off x="-2297755" y="3494474"/>
              <a:ext cx="35797" cy="143433"/>
            </a:xfrm>
            <a:custGeom>
              <a:avLst/>
              <a:gdLst/>
              <a:ahLst/>
              <a:cxnLst/>
              <a:rect l="l" t="t" r="r" b="b"/>
              <a:pathLst>
                <a:path w="292" h="1170" extrusionOk="0">
                  <a:moveTo>
                    <a:pt x="285" y="1"/>
                  </a:moveTo>
                  <a:lnTo>
                    <a:pt x="1" y="1146"/>
                  </a:lnTo>
                  <a:lnTo>
                    <a:pt x="1" y="1169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4"/>
            <p:cNvSpPr/>
            <p:nvPr/>
          </p:nvSpPr>
          <p:spPr>
            <a:xfrm flipH="1">
              <a:off x="-2298491" y="3494474"/>
              <a:ext cx="36533" cy="146253"/>
            </a:xfrm>
            <a:custGeom>
              <a:avLst/>
              <a:gdLst/>
              <a:ahLst/>
              <a:cxnLst/>
              <a:rect l="l" t="t" r="r" b="b"/>
              <a:pathLst>
                <a:path w="298" h="1193" extrusionOk="0">
                  <a:moveTo>
                    <a:pt x="291" y="1"/>
                  </a:moveTo>
                  <a:lnTo>
                    <a:pt x="1" y="1169"/>
                  </a:lnTo>
                  <a:lnTo>
                    <a:pt x="1" y="119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4"/>
            <p:cNvSpPr/>
            <p:nvPr/>
          </p:nvSpPr>
          <p:spPr>
            <a:xfrm flipH="1">
              <a:off x="-2298858" y="3494474"/>
              <a:ext cx="36900" cy="148950"/>
            </a:xfrm>
            <a:custGeom>
              <a:avLst/>
              <a:gdLst/>
              <a:ahLst/>
              <a:cxnLst/>
              <a:rect l="l" t="t" r="r" b="b"/>
              <a:pathLst>
                <a:path w="301" h="1215" extrusionOk="0">
                  <a:moveTo>
                    <a:pt x="298" y="1"/>
                  </a:moveTo>
                  <a:lnTo>
                    <a:pt x="1" y="1192"/>
                  </a:lnTo>
                  <a:lnTo>
                    <a:pt x="1" y="1215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4"/>
            <p:cNvSpPr/>
            <p:nvPr/>
          </p:nvSpPr>
          <p:spPr>
            <a:xfrm flipH="1">
              <a:off x="-2299716" y="3494474"/>
              <a:ext cx="37758" cy="152260"/>
            </a:xfrm>
            <a:custGeom>
              <a:avLst/>
              <a:gdLst/>
              <a:ahLst/>
              <a:cxnLst/>
              <a:rect l="l" t="t" r="r" b="b"/>
              <a:pathLst>
                <a:path w="308" h="1242" extrusionOk="0">
                  <a:moveTo>
                    <a:pt x="301" y="1"/>
                  </a:moveTo>
                  <a:lnTo>
                    <a:pt x="1" y="1215"/>
                  </a:lnTo>
                  <a:lnTo>
                    <a:pt x="1" y="1241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4"/>
            <p:cNvSpPr/>
            <p:nvPr/>
          </p:nvSpPr>
          <p:spPr>
            <a:xfrm flipH="1">
              <a:off x="-2300575" y="3494474"/>
              <a:ext cx="38617" cy="154957"/>
            </a:xfrm>
            <a:custGeom>
              <a:avLst/>
              <a:gdLst/>
              <a:ahLst/>
              <a:cxnLst/>
              <a:rect l="l" t="t" r="r" b="b"/>
              <a:pathLst>
                <a:path w="315" h="1264" extrusionOk="0">
                  <a:moveTo>
                    <a:pt x="307" y="1"/>
                  </a:moveTo>
                  <a:lnTo>
                    <a:pt x="1" y="1241"/>
                  </a:lnTo>
                  <a:lnTo>
                    <a:pt x="1" y="1264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4"/>
            <p:cNvSpPr/>
            <p:nvPr/>
          </p:nvSpPr>
          <p:spPr>
            <a:xfrm flipH="1">
              <a:off x="-2301310" y="3494474"/>
              <a:ext cx="39352" cy="157777"/>
            </a:xfrm>
            <a:custGeom>
              <a:avLst/>
              <a:gdLst/>
              <a:ahLst/>
              <a:cxnLst/>
              <a:rect l="l" t="t" r="r" b="b"/>
              <a:pathLst>
                <a:path w="321" h="1287" extrusionOk="0">
                  <a:moveTo>
                    <a:pt x="314" y="1"/>
                  </a:moveTo>
                  <a:lnTo>
                    <a:pt x="1" y="1264"/>
                  </a:lnTo>
                  <a:lnTo>
                    <a:pt x="1" y="1287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4"/>
            <p:cNvSpPr/>
            <p:nvPr/>
          </p:nvSpPr>
          <p:spPr>
            <a:xfrm flipH="1">
              <a:off x="-2302168" y="3494474"/>
              <a:ext cx="40210" cy="160596"/>
            </a:xfrm>
            <a:custGeom>
              <a:avLst/>
              <a:gdLst/>
              <a:ahLst/>
              <a:cxnLst/>
              <a:rect l="l" t="t" r="r" b="b"/>
              <a:pathLst>
                <a:path w="328" h="1310" extrusionOk="0">
                  <a:moveTo>
                    <a:pt x="321" y="1"/>
                  </a:moveTo>
                  <a:lnTo>
                    <a:pt x="1" y="1287"/>
                  </a:lnTo>
                  <a:lnTo>
                    <a:pt x="1" y="1310"/>
                  </a:lnTo>
                  <a:lnTo>
                    <a:pt x="3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4"/>
            <p:cNvSpPr/>
            <p:nvPr/>
          </p:nvSpPr>
          <p:spPr>
            <a:xfrm flipH="1">
              <a:off x="-2302904" y="3494474"/>
              <a:ext cx="40946" cy="163416"/>
            </a:xfrm>
            <a:custGeom>
              <a:avLst/>
              <a:gdLst/>
              <a:ahLst/>
              <a:cxnLst/>
              <a:rect l="l" t="t" r="r" b="b"/>
              <a:pathLst>
                <a:path w="334" h="1333" extrusionOk="0">
                  <a:moveTo>
                    <a:pt x="327" y="1"/>
                  </a:moveTo>
                  <a:lnTo>
                    <a:pt x="1" y="1310"/>
                  </a:lnTo>
                  <a:lnTo>
                    <a:pt x="1" y="133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4"/>
            <p:cNvSpPr/>
            <p:nvPr/>
          </p:nvSpPr>
          <p:spPr>
            <a:xfrm flipH="1">
              <a:off x="-2673869" y="2535311"/>
              <a:ext cx="2393373" cy="1343123"/>
            </a:xfrm>
            <a:custGeom>
              <a:avLst/>
              <a:gdLst/>
              <a:ahLst/>
              <a:cxnLst/>
              <a:rect l="l" t="t" r="r" b="b"/>
              <a:pathLst>
                <a:path w="19523" h="10956" extrusionOk="0">
                  <a:moveTo>
                    <a:pt x="7583" y="1"/>
                  </a:moveTo>
                  <a:cubicBezTo>
                    <a:pt x="7583" y="1"/>
                    <a:pt x="1335" y="347"/>
                    <a:pt x="1097" y="425"/>
                  </a:cubicBezTo>
                  <a:cubicBezTo>
                    <a:pt x="862" y="504"/>
                    <a:pt x="451" y="660"/>
                    <a:pt x="336" y="905"/>
                  </a:cubicBezTo>
                  <a:lnTo>
                    <a:pt x="92" y="6617"/>
                  </a:lnTo>
                  <a:cubicBezTo>
                    <a:pt x="92" y="6617"/>
                    <a:pt x="0" y="8752"/>
                    <a:pt x="1870" y="9006"/>
                  </a:cubicBezTo>
                  <a:cubicBezTo>
                    <a:pt x="3737" y="9261"/>
                    <a:pt x="9489" y="10642"/>
                    <a:pt x="9489" y="10642"/>
                  </a:cubicBezTo>
                  <a:cubicBezTo>
                    <a:pt x="9489" y="10642"/>
                    <a:pt x="10745" y="10935"/>
                    <a:pt x="11225" y="10955"/>
                  </a:cubicBezTo>
                  <a:cubicBezTo>
                    <a:pt x="11227" y="10955"/>
                    <a:pt x="11229" y="10955"/>
                    <a:pt x="11231" y="10955"/>
                  </a:cubicBezTo>
                  <a:cubicBezTo>
                    <a:pt x="11758" y="10955"/>
                    <a:pt x="18178" y="8216"/>
                    <a:pt x="18380" y="8135"/>
                  </a:cubicBezTo>
                  <a:cubicBezTo>
                    <a:pt x="18579" y="8057"/>
                    <a:pt x="18994" y="7681"/>
                    <a:pt x="19092" y="6813"/>
                  </a:cubicBezTo>
                  <a:cubicBezTo>
                    <a:pt x="19186" y="5941"/>
                    <a:pt x="19522" y="2113"/>
                    <a:pt x="19522" y="2113"/>
                  </a:cubicBezTo>
                  <a:cubicBezTo>
                    <a:pt x="19522" y="2113"/>
                    <a:pt x="19409" y="1385"/>
                    <a:pt x="18229" y="1385"/>
                  </a:cubicBezTo>
                  <a:cubicBezTo>
                    <a:pt x="18224" y="1385"/>
                    <a:pt x="18219" y="1385"/>
                    <a:pt x="18213" y="1385"/>
                  </a:cubicBezTo>
                  <a:lnTo>
                    <a:pt x="7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4"/>
            <p:cNvSpPr/>
            <p:nvPr/>
          </p:nvSpPr>
          <p:spPr>
            <a:xfrm flipH="1">
              <a:off x="-2678282" y="2532123"/>
              <a:ext cx="2390186" cy="1350234"/>
            </a:xfrm>
            <a:custGeom>
              <a:avLst/>
              <a:gdLst/>
              <a:ahLst/>
              <a:cxnLst/>
              <a:rect l="l" t="t" r="r" b="b"/>
              <a:pathLst>
                <a:path w="19497" h="11014" extrusionOk="0">
                  <a:moveTo>
                    <a:pt x="7524" y="60"/>
                  </a:moveTo>
                  <a:lnTo>
                    <a:pt x="18151" y="1444"/>
                  </a:lnTo>
                  <a:lnTo>
                    <a:pt x="18174" y="1444"/>
                  </a:lnTo>
                  <a:cubicBezTo>
                    <a:pt x="19278" y="1444"/>
                    <a:pt x="19421" y="2083"/>
                    <a:pt x="19434" y="2142"/>
                  </a:cubicBezTo>
                  <a:cubicBezTo>
                    <a:pt x="19421" y="2286"/>
                    <a:pt x="19095" y="5990"/>
                    <a:pt x="19000" y="6839"/>
                  </a:cubicBezTo>
                  <a:cubicBezTo>
                    <a:pt x="18905" y="7684"/>
                    <a:pt x="18507" y="8060"/>
                    <a:pt x="18308" y="8138"/>
                  </a:cubicBezTo>
                  <a:cubicBezTo>
                    <a:pt x="18279" y="8148"/>
                    <a:pt x="18142" y="8203"/>
                    <a:pt x="17916" y="8301"/>
                  </a:cubicBezTo>
                  <a:cubicBezTo>
                    <a:pt x="13735" y="10061"/>
                    <a:pt x="11463" y="10952"/>
                    <a:pt x="11170" y="10952"/>
                  </a:cubicBezTo>
                  <a:lnTo>
                    <a:pt x="11166" y="10952"/>
                  </a:lnTo>
                  <a:cubicBezTo>
                    <a:pt x="10693" y="10932"/>
                    <a:pt x="9450" y="10642"/>
                    <a:pt x="9437" y="10638"/>
                  </a:cubicBezTo>
                  <a:cubicBezTo>
                    <a:pt x="9378" y="10625"/>
                    <a:pt x="3662" y="9254"/>
                    <a:pt x="1812" y="9003"/>
                  </a:cubicBezTo>
                  <a:cubicBezTo>
                    <a:pt x="1051" y="8899"/>
                    <a:pt x="526" y="8471"/>
                    <a:pt x="248" y="7733"/>
                  </a:cubicBezTo>
                  <a:cubicBezTo>
                    <a:pt x="121" y="7384"/>
                    <a:pt x="59" y="7015"/>
                    <a:pt x="62" y="6643"/>
                  </a:cubicBezTo>
                  <a:lnTo>
                    <a:pt x="304" y="938"/>
                  </a:lnTo>
                  <a:cubicBezTo>
                    <a:pt x="385" y="768"/>
                    <a:pt x="637" y="618"/>
                    <a:pt x="1048" y="484"/>
                  </a:cubicBezTo>
                  <a:cubicBezTo>
                    <a:pt x="1231" y="422"/>
                    <a:pt x="5363" y="180"/>
                    <a:pt x="7524" y="60"/>
                  </a:cubicBezTo>
                  <a:close/>
                  <a:moveTo>
                    <a:pt x="7524" y="1"/>
                  </a:moveTo>
                  <a:cubicBezTo>
                    <a:pt x="7269" y="14"/>
                    <a:pt x="1270" y="347"/>
                    <a:pt x="1032" y="425"/>
                  </a:cubicBezTo>
                  <a:cubicBezTo>
                    <a:pt x="597" y="565"/>
                    <a:pt x="336" y="732"/>
                    <a:pt x="248" y="918"/>
                  </a:cubicBezTo>
                  <a:cubicBezTo>
                    <a:pt x="248" y="921"/>
                    <a:pt x="248" y="925"/>
                    <a:pt x="248" y="931"/>
                  </a:cubicBezTo>
                  <a:lnTo>
                    <a:pt x="3" y="6643"/>
                  </a:lnTo>
                  <a:cubicBezTo>
                    <a:pt x="0" y="7022"/>
                    <a:pt x="62" y="7397"/>
                    <a:pt x="193" y="7753"/>
                  </a:cubicBezTo>
                  <a:cubicBezTo>
                    <a:pt x="389" y="8278"/>
                    <a:pt x="826" y="8931"/>
                    <a:pt x="1805" y="9065"/>
                  </a:cubicBezTo>
                  <a:cubicBezTo>
                    <a:pt x="3653" y="9316"/>
                    <a:pt x="9365" y="10684"/>
                    <a:pt x="9423" y="10700"/>
                  </a:cubicBezTo>
                  <a:cubicBezTo>
                    <a:pt x="9476" y="10710"/>
                    <a:pt x="10687" y="10994"/>
                    <a:pt x="11163" y="11014"/>
                  </a:cubicBezTo>
                  <a:lnTo>
                    <a:pt x="11170" y="11014"/>
                  </a:lnTo>
                  <a:cubicBezTo>
                    <a:pt x="11477" y="11014"/>
                    <a:pt x="13693" y="10145"/>
                    <a:pt x="17943" y="8357"/>
                  </a:cubicBezTo>
                  <a:cubicBezTo>
                    <a:pt x="18161" y="8265"/>
                    <a:pt x="18305" y="8203"/>
                    <a:pt x="18331" y="8194"/>
                  </a:cubicBezTo>
                  <a:cubicBezTo>
                    <a:pt x="18543" y="8109"/>
                    <a:pt x="18967" y="7720"/>
                    <a:pt x="19062" y="6845"/>
                  </a:cubicBezTo>
                  <a:cubicBezTo>
                    <a:pt x="19157" y="5984"/>
                    <a:pt x="19493" y="2181"/>
                    <a:pt x="19496" y="2142"/>
                  </a:cubicBezTo>
                  <a:cubicBezTo>
                    <a:pt x="19496" y="2142"/>
                    <a:pt x="19496" y="2139"/>
                    <a:pt x="19496" y="2135"/>
                  </a:cubicBezTo>
                  <a:cubicBezTo>
                    <a:pt x="19493" y="2129"/>
                    <a:pt x="19366" y="1385"/>
                    <a:pt x="18174" y="1385"/>
                  </a:cubicBezTo>
                  <a:lnTo>
                    <a:pt x="18158" y="1385"/>
                  </a:lnTo>
                  <a:lnTo>
                    <a:pt x="75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4"/>
            <p:cNvSpPr/>
            <p:nvPr/>
          </p:nvSpPr>
          <p:spPr>
            <a:xfrm flipH="1">
              <a:off x="-2508982" y="2550144"/>
              <a:ext cx="2062864" cy="1072930"/>
            </a:xfrm>
            <a:custGeom>
              <a:avLst/>
              <a:gdLst/>
              <a:ahLst/>
              <a:cxnLst/>
              <a:rect l="l" t="t" r="r" b="b"/>
              <a:pathLst>
                <a:path w="16827" h="8752" extrusionOk="0">
                  <a:moveTo>
                    <a:pt x="7155" y="1"/>
                  </a:moveTo>
                  <a:lnTo>
                    <a:pt x="7586" y="59"/>
                  </a:lnTo>
                  <a:cubicBezTo>
                    <a:pt x="6032" y="216"/>
                    <a:pt x="748" y="813"/>
                    <a:pt x="572" y="836"/>
                  </a:cubicBezTo>
                  <a:cubicBezTo>
                    <a:pt x="0" y="905"/>
                    <a:pt x="53" y="6202"/>
                    <a:pt x="265" y="6620"/>
                  </a:cubicBezTo>
                  <a:cubicBezTo>
                    <a:pt x="480" y="7035"/>
                    <a:pt x="1287" y="7247"/>
                    <a:pt x="2063" y="7482"/>
                  </a:cubicBezTo>
                  <a:cubicBezTo>
                    <a:pt x="2843" y="7720"/>
                    <a:pt x="7958" y="8608"/>
                    <a:pt x="7958" y="8608"/>
                  </a:cubicBezTo>
                  <a:cubicBezTo>
                    <a:pt x="7958" y="8608"/>
                    <a:pt x="8266" y="8751"/>
                    <a:pt x="8611" y="8751"/>
                  </a:cubicBezTo>
                  <a:cubicBezTo>
                    <a:pt x="9031" y="8751"/>
                    <a:pt x="9507" y="8539"/>
                    <a:pt x="9548" y="7596"/>
                  </a:cubicBezTo>
                  <a:cubicBezTo>
                    <a:pt x="9620" y="5882"/>
                    <a:pt x="9629" y="2968"/>
                    <a:pt x="9825" y="2452"/>
                  </a:cubicBezTo>
                  <a:cubicBezTo>
                    <a:pt x="9871" y="2331"/>
                    <a:pt x="10168" y="1913"/>
                    <a:pt x="11336" y="1848"/>
                  </a:cubicBezTo>
                  <a:cubicBezTo>
                    <a:pt x="12218" y="1796"/>
                    <a:pt x="15235" y="1421"/>
                    <a:pt x="16652" y="1238"/>
                  </a:cubicBezTo>
                  <a:lnTo>
                    <a:pt x="16652" y="1238"/>
                  </a:lnTo>
                  <a:lnTo>
                    <a:pt x="16827" y="1261"/>
                  </a:lnTo>
                  <a:lnTo>
                    <a:pt x="16654" y="1238"/>
                  </a:lnTo>
                  <a:cubicBezTo>
                    <a:pt x="16653" y="1238"/>
                    <a:pt x="16653" y="1238"/>
                    <a:pt x="16652" y="1238"/>
                  </a:cubicBezTo>
                  <a:lnTo>
                    <a:pt x="16652" y="1238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4"/>
            <p:cNvSpPr/>
            <p:nvPr/>
          </p:nvSpPr>
          <p:spPr>
            <a:xfrm flipH="1">
              <a:off x="-2674237" y="2535801"/>
              <a:ext cx="2393373" cy="1342633"/>
            </a:xfrm>
            <a:custGeom>
              <a:avLst/>
              <a:gdLst/>
              <a:ahLst/>
              <a:cxnLst/>
              <a:rect l="l" t="t" r="r" b="b"/>
              <a:pathLst>
                <a:path w="19523" h="10952" extrusionOk="0">
                  <a:moveTo>
                    <a:pt x="7583" y="0"/>
                  </a:moveTo>
                  <a:cubicBezTo>
                    <a:pt x="7583" y="0"/>
                    <a:pt x="1492" y="382"/>
                    <a:pt x="1097" y="421"/>
                  </a:cubicBezTo>
                  <a:cubicBezTo>
                    <a:pt x="852" y="447"/>
                    <a:pt x="350" y="565"/>
                    <a:pt x="337" y="901"/>
                  </a:cubicBezTo>
                  <a:lnTo>
                    <a:pt x="92" y="6613"/>
                  </a:lnTo>
                  <a:cubicBezTo>
                    <a:pt x="92" y="6613"/>
                    <a:pt x="0" y="8748"/>
                    <a:pt x="1867" y="9002"/>
                  </a:cubicBezTo>
                  <a:cubicBezTo>
                    <a:pt x="3738" y="9257"/>
                    <a:pt x="9489" y="10638"/>
                    <a:pt x="9489" y="10638"/>
                  </a:cubicBezTo>
                  <a:cubicBezTo>
                    <a:pt x="9489" y="10638"/>
                    <a:pt x="10742" y="10931"/>
                    <a:pt x="11222" y="10951"/>
                  </a:cubicBezTo>
                  <a:cubicBezTo>
                    <a:pt x="11224" y="10951"/>
                    <a:pt x="11226" y="10951"/>
                    <a:pt x="11228" y="10951"/>
                  </a:cubicBezTo>
                  <a:cubicBezTo>
                    <a:pt x="11755" y="10951"/>
                    <a:pt x="18179" y="8212"/>
                    <a:pt x="18377" y="8131"/>
                  </a:cubicBezTo>
                  <a:cubicBezTo>
                    <a:pt x="18576" y="8053"/>
                    <a:pt x="18994" y="7677"/>
                    <a:pt x="19089" y="6809"/>
                  </a:cubicBezTo>
                  <a:cubicBezTo>
                    <a:pt x="19183" y="5937"/>
                    <a:pt x="19523" y="2109"/>
                    <a:pt x="19523" y="2109"/>
                  </a:cubicBezTo>
                  <a:cubicBezTo>
                    <a:pt x="19523" y="2109"/>
                    <a:pt x="19409" y="1384"/>
                    <a:pt x="18230" y="1384"/>
                  </a:cubicBezTo>
                  <a:cubicBezTo>
                    <a:pt x="18224" y="1384"/>
                    <a:pt x="18219" y="1384"/>
                    <a:pt x="18214" y="1384"/>
                  </a:cubicBezTo>
                  <a:lnTo>
                    <a:pt x="18002" y="1355"/>
                  </a:lnTo>
                  <a:cubicBezTo>
                    <a:pt x="16585" y="1538"/>
                    <a:pt x="13566" y="1913"/>
                    <a:pt x="12684" y="1965"/>
                  </a:cubicBezTo>
                  <a:cubicBezTo>
                    <a:pt x="11516" y="2030"/>
                    <a:pt x="11219" y="2448"/>
                    <a:pt x="11173" y="2569"/>
                  </a:cubicBezTo>
                  <a:cubicBezTo>
                    <a:pt x="10977" y="3085"/>
                    <a:pt x="10971" y="5996"/>
                    <a:pt x="10896" y="7713"/>
                  </a:cubicBezTo>
                  <a:cubicBezTo>
                    <a:pt x="10856" y="8656"/>
                    <a:pt x="10382" y="8868"/>
                    <a:pt x="9962" y="8868"/>
                  </a:cubicBezTo>
                  <a:cubicBezTo>
                    <a:pt x="9617" y="8868"/>
                    <a:pt x="9309" y="8725"/>
                    <a:pt x="9309" y="8725"/>
                  </a:cubicBezTo>
                  <a:cubicBezTo>
                    <a:pt x="9309" y="8725"/>
                    <a:pt x="4191" y="7837"/>
                    <a:pt x="3415" y="7599"/>
                  </a:cubicBezTo>
                  <a:cubicBezTo>
                    <a:pt x="2638" y="7364"/>
                    <a:pt x="1832" y="7152"/>
                    <a:pt x="1616" y="6737"/>
                  </a:cubicBezTo>
                  <a:cubicBezTo>
                    <a:pt x="1401" y="6319"/>
                    <a:pt x="1348" y="1025"/>
                    <a:pt x="1920" y="953"/>
                  </a:cubicBezTo>
                  <a:cubicBezTo>
                    <a:pt x="2096" y="930"/>
                    <a:pt x="7380" y="333"/>
                    <a:pt x="8934" y="176"/>
                  </a:cubicBezTo>
                  <a:lnTo>
                    <a:pt x="7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4"/>
            <p:cNvSpPr/>
            <p:nvPr/>
          </p:nvSpPr>
          <p:spPr>
            <a:xfrm flipH="1">
              <a:off x="-1376227" y="2535801"/>
              <a:ext cx="1054541" cy="128109"/>
            </a:xfrm>
            <a:custGeom>
              <a:avLst/>
              <a:gdLst/>
              <a:ahLst/>
              <a:cxnLst/>
              <a:rect l="l" t="t" r="r" b="b"/>
              <a:pathLst>
                <a:path w="8602" h="1045" extrusionOk="0">
                  <a:moveTo>
                    <a:pt x="1472" y="1045"/>
                  </a:moveTo>
                  <a:cubicBezTo>
                    <a:pt x="1508" y="989"/>
                    <a:pt x="1544" y="957"/>
                    <a:pt x="1587" y="953"/>
                  </a:cubicBezTo>
                  <a:cubicBezTo>
                    <a:pt x="1763" y="930"/>
                    <a:pt x="7047" y="333"/>
                    <a:pt x="8601" y="176"/>
                  </a:cubicBezTo>
                  <a:lnTo>
                    <a:pt x="7250" y="0"/>
                  </a:lnTo>
                  <a:cubicBezTo>
                    <a:pt x="7250" y="0"/>
                    <a:pt x="1159" y="382"/>
                    <a:pt x="764" y="421"/>
                  </a:cubicBezTo>
                  <a:cubicBezTo>
                    <a:pt x="516" y="447"/>
                    <a:pt x="13" y="565"/>
                    <a:pt x="0" y="901"/>
                  </a:cubicBezTo>
                  <a:lnTo>
                    <a:pt x="0" y="895"/>
                  </a:lnTo>
                  <a:cubicBezTo>
                    <a:pt x="477" y="1009"/>
                    <a:pt x="1064" y="1041"/>
                    <a:pt x="1472" y="104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4"/>
            <p:cNvSpPr/>
            <p:nvPr/>
          </p:nvSpPr>
          <p:spPr>
            <a:xfrm flipH="1">
              <a:off x="-2545392" y="2718219"/>
              <a:ext cx="898480" cy="178249"/>
            </a:xfrm>
            <a:custGeom>
              <a:avLst/>
              <a:gdLst/>
              <a:ahLst/>
              <a:cxnLst/>
              <a:rect l="l" t="t" r="r" b="b"/>
              <a:pathLst>
                <a:path w="7329" h="1454" extrusionOk="0">
                  <a:moveTo>
                    <a:pt x="1" y="1179"/>
                  </a:moveTo>
                  <a:cubicBezTo>
                    <a:pt x="7" y="1146"/>
                    <a:pt x="17" y="1114"/>
                    <a:pt x="27" y="1081"/>
                  </a:cubicBezTo>
                  <a:cubicBezTo>
                    <a:pt x="76" y="960"/>
                    <a:pt x="373" y="542"/>
                    <a:pt x="1538" y="477"/>
                  </a:cubicBezTo>
                  <a:cubicBezTo>
                    <a:pt x="2240" y="435"/>
                    <a:pt x="4293" y="190"/>
                    <a:pt x="5817" y="1"/>
                  </a:cubicBezTo>
                  <a:cubicBezTo>
                    <a:pt x="5817" y="1"/>
                    <a:pt x="7113" y="187"/>
                    <a:pt x="7221" y="480"/>
                  </a:cubicBezTo>
                  <a:cubicBezTo>
                    <a:pt x="7329" y="774"/>
                    <a:pt x="3435" y="1254"/>
                    <a:pt x="2005" y="1391"/>
                  </a:cubicBezTo>
                  <a:cubicBezTo>
                    <a:pt x="1382" y="1453"/>
                    <a:pt x="295" y="1274"/>
                    <a:pt x="1" y="117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4"/>
            <p:cNvSpPr/>
            <p:nvPr/>
          </p:nvSpPr>
          <p:spPr>
            <a:xfrm flipH="1">
              <a:off x="-2678650" y="2532123"/>
              <a:ext cx="2390554" cy="1350234"/>
            </a:xfrm>
            <a:custGeom>
              <a:avLst/>
              <a:gdLst/>
              <a:ahLst/>
              <a:cxnLst/>
              <a:rect l="l" t="t" r="r" b="b"/>
              <a:pathLst>
                <a:path w="19500" h="11014" extrusionOk="0">
                  <a:moveTo>
                    <a:pt x="7521" y="60"/>
                  </a:moveTo>
                  <a:lnTo>
                    <a:pt x="8611" y="203"/>
                  </a:lnTo>
                  <a:cubicBezTo>
                    <a:pt x="6819" y="392"/>
                    <a:pt x="2027" y="934"/>
                    <a:pt x="1857" y="954"/>
                  </a:cubicBezTo>
                  <a:cubicBezTo>
                    <a:pt x="1799" y="960"/>
                    <a:pt x="1746" y="1006"/>
                    <a:pt x="1701" y="1098"/>
                  </a:cubicBezTo>
                  <a:cubicBezTo>
                    <a:pt x="1430" y="1603"/>
                    <a:pt x="1384" y="3366"/>
                    <a:pt x="1374" y="4100"/>
                  </a:cubicBezTo>
                  <a:cubicBezTo>
                    <a:pt x="1365" y="5249"/>
                    <a:pt x="1417" y="6565"/>
                    <a:pt x="1528" y="6783"/>
                  </a:cubicBezTo>
                  <a:cubicBezTo>
                    <a:pt x="1730" y="7175"/>
                    <a:pt x="2416" y="7381"/>
                    <a:pt x="3140" y="7599"/>
                  </a:cubicBezTo>
                  <a:lnTo>
                    <a:pt x="3346" y="7658"/>
                  </a:lnTo>
                  <a:cubicBezTo>
                    <a:pt x="4106" y="7893"/>
                    <a:pt x="9074" y="8755"/>
                    <a:pt x="9241" y="8784"/>
                  </a:cubicBezTo>
                  <a:cubicBezTo>
                    <a:pt x="9280" y="8802"/>
                    <a:pt x="9573" y="8929"/>
                    <a:pt x="9902" y="8929"/>
                  </a:cubicBezTo>
                  <a:cubicBezTo>
                    <a:pt x="10067" y="8929"/>
                    <a:pt x="10241" y="8897"/>
                    <a:pt x="10396" y="8804"/>
                  </a:cubicBezTo>
                  <a:cubicBezTo>
                    <a:pt x="10687" y="8628"/>
                    <a:pt x="10843" y="8272"/>
                    <a:pt x="10866" y="7746"/>
                  </a:cubicBezTo>
                  <a:cubicBezTo>
                    <a:pt x="10886" y="7270"/>
                    <a:pt x="10902" y="6708"/>
                    <a:pt x="10918" y="6114"/>
                  </a:cubicBezTo>
                  <a:cubicBezTo>
                    <a:pt x="10958" y="4646"/>
                    <a:pt x="11003" y="2978"/>
                    <a:pt x="11140" y="2612"/>
                  </a:cubicBezTo>
                  <a:cubicBezTo>
                    <a:pt x="11150" y="2589"/>
                    <a:pt x="11352" y="2100"/>
                    <a:pt x="12625" y="2024"/>
                  </a:cubicBezTo>
                  <a:cubicBezTo>
                    <a:pt x="13520" y="1976"/>
                    <a:pt x="16637" y="1584"/>
                    <a:pt x="17943" y="1417"/>
                  </a:cubicBezTo>
                  <a:lnTo>
                    <a:pt x="18151" y="1444"/>
                  </a:lnTo>
                  <a:lnTo>
                    <a:pt x="18171" y="1444"/>
                  </a:lnTo>
                  <a:cubicBezTo>
                    <a:pt x="19278" y="1444"/>
                    <a:pt x="19421" y="2083"/>
                    <a:pt x="19434" y="2142"/>
                  </a:cubicBezTo>
                  <a:cubicBezTo>
                    <a:pt x="19421" y="2286"/>
                    <a:pt x="19095" y="5990"/>
                    <a:pt x="19000" y="6839"/>
                  </a:cubicBezTo>
                  <a:cubicBezTo>
                    <a:pt x="18905" y="7684"/>
                    <a:pt x="18504" y="8060"/>
                    <a:pt x="18308" y="8138"/>
                  </a:cubicBezTo>
                  <a:cubicBezTo>
                    <a:pt x="18279" y="8148"/>
                    <a:pt x="18142" y="8203"/>
                    <a:pt x="17916" y="8301"/>
                  </a:cubicBezTo>
                  <a:cubicBezTo>
                    <a:pt x="13735" y="10061"/>
                    <a:pt x="11463" y="10952"/>
                    <a:pt x="11170" y="10952"/>
                  </a:cubicBezTo>
                  <a:lnTo>
                    <a:pt x="11163" y="10952"/>
                  </a:lnTo>
                  <a:cubicBezTo>
                    <a:pt x="10693" y="10932"/>
                    <a:pt x="9450" y="10642"/>
                    <a:pt x="9437" y="10638"/>
                  </a:cubicBezTo>
                  <a:cubicBezTo>
                    <a:pt x="9378" y="10625"/>
                    <a:pt x="3659" y="9254"/>
                    <a:pt x="1812" y="9003"/>
                  </a:cubicBezTo>
                  <a:cubicBezTo>
                    <a:pt x="1051" y="8899"/>
                    <a:pt x="526" y="8471"/>
                    <a:pt x="248" y="7733"/>
                  </a:cubicBezTo>
                  <a:cubicBezTo>
                    <a:pt x="121" y="7384"/>
                    <a:pt x="59" y="7015"/>
                    <a:pt x="62" y="6643"/>
                  </a:cubicBezTo>
                  <a:lnTo>
                    <a:pt x="307" y="931"/>
                  </a:lnTo>
                  <a:cubicBezTo>
                    <a:pt x="320" y="569"/>
                    <a:pt x="966" y="490"/>
                    <a:pt x="1041" y="484"/>
                  </a:cubicBezTo>
                  <a:cubicBezTo>
                    <a:pt x="1427" y="441"/>
                    <a:pt x="7357" y="69"/>
                    <a:pt x="7521" y="60"/>
                  </a:cubicBezTo>
                  <a:close/>
                  <a:moveTo>
                    <a:pt x="7524" y="1"/>
                  </a:moveTo>
                  <a:cubicBezTo>
                    <a:pt x="7462" y="4"/>
                    <a:pt x="1430" y="383"/>
                    <a:pt x="1038" y="425"/>
                  </a:cubicBezTo>
                  <a:cubicBezTo>
                    <a:pt x="908" y="438"/>
                    <a:pt x="265" y="526"/>
                    <a:pt x="248" y="931"/>
                  </a:cubicBezTo>
                  <a:lnTo>
                    <a:pt x="3" y="6643"/>
                  </a:lnTo>
                  <a:cubicBezTo>
                    <a:pt x="0" y="7022"/>
                    <a:pt x="62" y="7397"/>
                    <a:pt x="193" y="7753"/>
                  </a:cubicBezTo>
                  <a:cubicBezTo>
                    <a:pt x="389" y="8278"/>
                    <a:pt x="826" y="8931"/>
                    <a:pt x="1805" y="9065"/>
                  </a:cubicBezTo>
                  <a:cubicBezTo>
                    <a:pt x="3653" y="9316"/>
                    <a:pt x="9365" y="10684"/>
                    <a:pt x="9423" y="10700"/>
                  </a:cubicBezTo>
                  <a:cubicBezTo>
                    <a:pt x="9476" y="10710"/>
                    <a:pt x="10687" y="10994"/>
                    <a:pt x="11163" y="11014"/>
                  </a:cubicBezTo>
                  <a:lnTo>
                    <a:pt x="11170" y="11014"/>
                  </a:lnTo>
                  <a:cubicBezTo>
                    <a:pt x="11477" y="11014"/>
                    <a:pt x="13693" y="10145"/>
                    <a:pt x="17946" y="8353"/>
                  </a:cubicBezTo>
                  <a:cubicBezTo>
                    <a:pt x="18165" y="8262"/>
                    <a:pt x="18308" y="8203"/>
                    <a:pt x="18334" y="8190"/>
                  </a:cubicBezTo>
                  <a:cubicBezTo>
                    <a:pt x="18546" y="8109"/>
                    <a:pt x="18971" y="7720"/>
                    <a:pt x="19065" y="6842"/>
                  </a:cubicBezTo>
                  <a:cubicBezTo>
                    <a:pt x="19160" y="5984"/>
                    <a:pt x="19496" y="2181"/>
                    <a:pt x="19500" y="2142"/>
                  </a:cubicBezTo>
                  <a:cubicBezTo>
                    <a:pt x="19500" y="2139"/>
                    <a:pt x="19500" y="2135"/>
                    <a:pt x="19500" y="2135"/>
                  </a:cubicBezTo>
                  <a:cubicBezTo>
                    <a:pt x="19496" y="2126"/>
                    <a:pt x="19369" y="1381"/>
                    <a:pt x="18178" y="1381"/>
                  </a:cubicBezTo>
                  <a:lnTo>
                    <a:pt x="18161" y="1381"/>
                  </a:lnTo>
                  <a:lnTo>
                    <a:pt x="17949" y="1355"/>
                  </a:lnTo>
                  <a:lnTo>
                    <a:pt x="17943" y="1355"/>
                  </a:lnTo>
                  <a:cubicBezTo>
                    <a:pt x="16643" y="1522"/>
                    <a:pt x="13520" y="1910"/>
                    <a:pt x="12629" y="1962"/>
                  </a:cubicBezTo>
                  <a:cubicBezTo>
                    <a:pt x="11336" y="2038"/>
                    <a:pt x="11111" y="2530"/>
                    <a:pt x="11088" y="2589"/>
                  </a:cubicBezTo>
                  <a:cubicBezTo>
                    <a:pt x="10944" y="2965"/>
                    <a:pt x="10902" y="4564"/>
                    <a:pt x="10863" y="6111"/>
                  </a:cubicBezTo>
                  <a:cubicBezTo>
                    <a:pt x="10847" y="6705"/>
                    <a:pt x="10830" y="7267"/>
                    <a:pt x="10811" y="7743"/>
                  </a:cubicBezTo>
                  <a:cubicBezTo>
                    <a:pt x="10788" y="8246"/>
                    <a:pt x="10641" y="8585"/>
                    <a:pt x="10367" y="8752"/>
                  </a:cubicBezTo>
                  <a:cubicBezTo>
                    <a:pt x="10226" y="8837"/>
                    <a:pt x="10065" y="8866"/>
                    <a:pt x="9911" y="8866"/>
                  </a:cubicBezTo>
                  <a:cubicBezTo>
                    <a:pt x="9576" y="8866"/>
                    <a:pt x="9271" y="8728"/>
                    <a:pt x="9267" y="8726"/>
                  </a:cubicBezTo>
                  <a:lnTo>
                    <a:pt x="9260" y="8726"/>
                  </a:lnTo>
                  <a:cubicBezTo>
                    <a:pt x="9208" y="8716"/>
                    <a:pt x="4132" y="7834"/>
                    <a:pt x="3369" y="7599"/>
                  </a:cubicBezTo>
                  <a:lnTo>
                    <a:pt x="3163" y="7537"/>
                  </a:lnTo>
                  <a:cubicBezTo>
                    <a:pt x="2451" y="7325"/>
                    <a:pt x="1779" y="7120"/>
                    <a:pt x="1587" y="6754"/>
                  </a:cubicBezTo>
                  <a:cubicBezTo>
                    <a:pt x="1495" y="6571"/>
                    <a:pt x="1427" y="5380"/>
                    <a:pt x="1443" y="4100"/>
                  </a:cubicBezTo>
                  <a:cubicBezTo>
                    <a:pt x="1459" y="2579"/>
                    <a:pt x="1577" y="1466"/>
                    <a:pt x="1759" y="1124"/>
                  </a:cubicBezTo>
                  <a:cubicBezTo>
                    <a:pt x="1795" y="1055"/>
                    <a:pt x="1831" y="1016"/>
                    <a:pt x="1867" y="1013"/>
                  </a:cubicBezTo>
                  <a:cubicBezTo>
                    <a:pt x="2047" y="993"/>
                    <a:pt x="7354" y="392"/>
                    <a:pt x="8882" y="236"/>
                  </a:cubicBezTo>
                  <a:cubicBezTo>
                    <a:pt x="8924" y="236"/>
                    <a:pt x="8924" y="177"/>
                    <a:pt x="8882" y="177"/>
                  </a:cubicBezTo>
                  <a:lnTo>
                    <a:pt x="75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4"/>
            <p:cNvSpPr/>
            <p:nvPr/>
          </p:nvSpPr>
          <p:spPr>
            <a:xfrm flipH="1">
              <a:off x="-2552993" y="2132717"/>
              <a:ext cx="1403439" cy="782876"/>
            </a:xfrm>
            <a:custGeom>
              <a:avLst/>
              <a:gdLst/>
              <a:ahLst/>
              <a:cxnLst/>
              <a:rect l="l" t="t" r="r" b="b"/>
              <a:pathLst>
                <a:path w="11448" h="6386" extrusionOk="0">
                  <a:moveTo>
                    <a:pt x="2050" y="0"/>
                  </a:moveTo>
                  <a:cubicBezTo>
                    <a:pt x="2031" y="0"/>
                    <a:pt x="2015" y="1"/>
                    <a:pt x="2002" y="1"/>
                  </a:cubicBezTo>
                  <a:cubicBezTo>
                    <a:pt x="1358" y="31"/>
                    <a:pt x="1" y="5974"/>
                    <a:pt x="1" y="5974"/>
                  </a:cubicBezTo>
                  <a:cubicBezTo>
                    <a:pt x="1750" y="6020"/>
                    <a:pt x="3098" y="6206"/>
                    <a:pt x="4032" y="6386"/>
                  </a:cubicBezTo>
                  <a:cubicBezTo>
                    <a:pt x="4051" y="6079"/>
                    <a:pt x="4071" y="5883"/>
                    <a:pt x="4087" y="5857"/>
                  </a:cubicBezTo>
                  <a:cubicBezTo>
                    <a:pt x="4149" y="5743"/>
                    <a:pt x="4430" y="5318"/>
                    <a:pt x="5595" y="5253"/>
                  </a:cubicBezTo>
                  <a:cubicBezTo>
                    <a:pt x="6480" y="5201"/>
                    <a:pt x="9499" y="4826"/>
                    <a:pt x="10912" y="4643"/>
                  </a:cubicBezTo>
                  <a:lnTo>
                    <a:pt x="10948" y="4649"/>
                  </a:lnTo>
                  <a:lnTo>
                    <a:pt x="10981" y="4636"/>
                  </a:lnTo>
                  <a:cubicBezTo>
                    <a:pt x="10981" y="4636"/>
                    <a:pt x="11216" y="2551"/>
                    <a:pt x="11330" y="1885"/>
                  </a:cubicBezTo>
                  <a:cubicBezTo>
                    <a:pt x="11448" y="1219"/>
                    <a:pt x="11196" y="974"/>
                    <a:pt x="10155" y="814"/>
                  </a:cubicBezTo>
                  <a:cubicBezTo>
                    <a:pt x="9133" y="657"/>
                    <a:pt x="2917" y="0"/>
                    <a:pt x="20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4"/>
            <p:cNvSpPr/>
            <p:nvPr/>
          </p:nvSpPr>
          <p:spPr>
            <a:xfrm flipH="1">
              <a:off x="-2552993" y="2129162"/>
              <a:ext cx="1403439" cy="786431"/>
            </a:xfrm>
            <a:custGeom>
              <a:avLst/>
              <a:gdLst/>
              <a:ahLst/>
              <a:cxnLst/>
              <a:rect l="l" t="t" r="r" b="b"/>
              <a:pathLst>
                <a:path w="11448" h="6415" extrusionOk="0">
                  <a:moveTo>
                    <a:pt x="4032" y="6415"/>
                  </a:moveTo>
                  <a:cubicBezTo>
                    <a:pt x="4051" y="6108"/>
                    <a:pt x="4071" y="5912"/>
                    <a:pt x="4087" y="5886"/>
                  </a:cubicBezTo>
                  <a:cubicBezTo>
                    <a:pt x="4149" y="5772"/>
                    <a:pt x="4430" y="5347"/>
                    <a:pt x="5595" y="5282"/>
                  </a:cubicBezTo>
                  <a:cubicBezTo>
                    <a:pt x="6480" y="5230"/>
                    <a:pt x="9499" y="4855"/>
                    <a:pt x="10912" y="4672"/>
                  </a:cubicBezTo>
                  <a:lnTo>
                    <a:pt x="10948" y="4678"/>
                  </a:lnTo>
                  <a:lnTo>
                    <a:pt x="10981" y="4665"/>
                  </a:lnTo>
                  <a:cubicBezTo>
                    <a:pt x="10981" y="4665"/>
                    <a:pt x="11216" y="2580"/>
                    <a:pt x="11330" y="1914"/>
                  </a:cubicBezTo>
                  <a:cubicBezTo>
                    <a:pt x="11448" y="1248"/>
                    <a:pt x="11196" y="1003"/>
                    <a:pt x="10155" y="843"/>
                  </a:cubicBezTo>
                  <a:cubicBezTo>
                    <a:pt x="9111" y="683"/>
                    <a:pt x="2648" y="1"/>
                    <a:pt x="2002" y="30"/>
                  </a:cubicBezTo>
                  <a:cubicBezTo>
                    <a:pt x="1358" y="60"/>
                    <a:pt x="1" y="6003"/>
                    <a:pt x="1" y="6003"/>
                  </a:cubicBezTo>
                  <a:cubicBezTo>
                    <a:pt x="1750" y="6049"/>
                    <a:pt x="3098" y="6235"/>
                    <a:pt x="4032" y="64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4"/>
            <p:cNvSpPr/>
            <p:nvPr/>
          </p:nvSpPr>
          <p:spPr>
            <a:xfrm flipH="1">
              <a:off x="-2548947" y="2129039"/>
              <a:ext cx="1403316" cy="790231"/>
            </a:xfrm>
            <a:custGeom>
              <a:avLst/>
              <a:gdLst/>
              <a:ahLst/>
              <a:cxnLst/>
              <a:rect l="l" t="t" r="r" b="b"/>
              <a:pathLst>
                <a:path w="11447" h="6446" extrusionOk="0">
                  <a:moveTo>
                    <a:pt x="2084" y="60"/>
                  </a:moveTo>
                  <a:cubicBezTo>
                    <a:pt x="2921" y="60"/>
                    <a:pt x="9117" y="710"/>
                    <a:pt x="10181" y="873"/>
                  </a:cubicBezTo>
                  <a:cubicBezTo>
                    <a:pt x="10804" y="971"/>
                    <a:pt x="11117" y="1092"/>
                    <a:pt x="11261" y="1291"/>
                  </a:cubicBezTo>
                  <a:cubicBezTo>
                    <a:pt x="11362" y="1432"/>
                    <a:pt x="11385" y="1624"/>
                    <a:pt x="11336" y="1908"/>
                  </a:cubicBezTo>
                  <a:cubicBezTo>
                    <a:pt x="11225" y="2535"/>
                    <a:pt x="11010" y="4438"/>
                    <a:pt x="10987" y="4643"/>
                  </a:cubicBezTo>
                  <a:lnTo>
                    <a:pt x="10980" y="4647"/>
                  </a:lnTo>
                  <a:lnTo>
                    <a:pt x="10951" y="4643"/>
                  </a:lnTo>
                  <a:lnTo>
                    <a:pt x="10941" y="4643"/>
                  </a:lnTo>
                  <a:cubicBezTo>
                    <a:pt x="9642" y="4810"/>
                    <a:pt x="6522" y="5202"/>
                    <a:pt x="5627" y="5250"/>
                  </a:cubicBezTo>
                  <a:cubicBezTo>
                    <a:pt x="4517" y="5316"/>
                    <a:pt x="4181" y="5707"/>
                    <a:pt x="4090" y="5874"/>
                  </a:cubicBezTo>
                  <a:cubicBezTo>
                    <a:pt x="4083" y="5887"/>
                    <a:pt x="4067" y="5913"/>
                    <a:pt x="4034" y="6377"/>
                  </a:cubicBezTo>
                  <a:cubicBezTo>
                    <a:pt x="2840" y="6151"/>
                    <a:pt x="1505" y="6018"/>
                    <a:pt x="72" y="5975"/>
                  </a:cubicBezTo>
                  <a:cubicBezTo>
                    <a:pt x="457" y="4304"/>
                    <a:pt x="1534" y="87"/>
                    <a:pt x="2037" y="61"/>
                  </a:cubicBezTo>
                  <a:cubicBezTo>
                    <a:pt x="2050" y="60"/>
                    <a:pt x="2065" y="60"/>
                    <a:pt x="2084" y="60"/>
                  </a:cubicBezTo>
                  <a:close/>
                  <a:moveTo>
                    <a:pt x="2081" y="1"/>
                  </a:moveTo>
                  <a:cubicBezTo>
                    <a:pt x="2062" y="1"/>
                    <a:pt x="2047" y="1"/>
                    <a:pt x="2034" y="2"/>
                  </a:cubicBezTo>
                  <a:cubicBezTo>
                    <a:pt x="1387" y="35"/>
                    <a:pt x="144" y="5388"/>
                    <a:pt x="3" y="6001"/>
                  </a:cubicBezTo>
                  <a:cubicBezTo>
                    <a:pt x="0" y="6018"/>
                    <a:pt x="13" y="6037"/>
                    <a:pt x="33" y="6037"/>
                  </a:cubicBezTo>
                  <a:cubicBezTo>
                    <a:pt x="1492" y="6076"/>
                    <a:pt x="2846" y="6213"/>
                    <a:pt x="4057" y="6445"/>
                  </a:cubicBezTo>
                  <a:lnTo>
                    <a:pt x="4064" y="6445"/>
                  </a:lnTo>
                  <a:cubicBezTo>
                    <a:pt x="4070" y="6445"/>
                    <a:pt x="4077" y="6442"/>
                    <a:pt x="4083" y="6439"/>
                  </a:cubicBezTo>
                  <a:cubicBezTo>
                    <a:pt x="4090" y="6435"/>
                    <a:pt x="4093" y="6426"/>
                    <a:pt x="4093" y="6416"/>
                  </a:cubicBezTo>
                  <a:cubicBezTo>
                    <a:pt x="4122" y="5988"/>
                    <a:pt x="4139" y="5916"/>
                    <a:pt x="4145" y="5903"/>
                  </a:cubicBezTo>
                  <a:cubicBezTo>
                    <a:pt x="4230" y="5747"/>
                    <a:pt x="4550" y="5375"/>
                    <a:pt x="5630" y="5312"/>
                  </a:cubicBezTo>
                  <a:cubicBezTo>
                    <a:pt x="6525" y="5264"/>
                    <a:pt x="9642" y="4872"/>
                    <a:pt x="10948" y="4705"/>
                  </a:cubicBezTo>
                  <a:lnTo>
                    <a:pt x="10980" y="4709"/>
                  </a:lnTo>
                  <a:cubicBezTo>
                    <a:pt x="10981" y="4710"/>
                    <a:pt x="10983" y="4710"/>
                    <a:pt x="10984" y="4710"/>
                  </a:cubicBezTo>
                  <a:cubicBezTo>
                    <a:pt x="10987" y="4710"/>
                    <a:pt x="10991" y="4709"/>
                    <a:pt x="10993" y="4709"/>
                  </a:cubicBezTo>
                  <a:lnTo>
                    <a:pt x="11026" y="4696"/>
                  </a:lnTo>
                  <a:cubicBezTo>
                    <a:pt x="11036" y="4692"/>
                    <a:pt x="11042" y="4683"/>
                    <a:pt x="11046" y="4669"/>
                  </a:cubicBezTo>
                  <a:cubicBezTo>
                    <a:pt x="11049" y="4650"/>
                    <a:pt x="11281" y="2577"/>
                    <a:pt x="11395" y="1921"/>
                  </a:cubicBezTo>
                  <a:cubicBezTo>
                    <a:pt x="11447" y="1618"/>
                    <a:pt x="11421" y="1412"/>
                    <a:pt x="11310" y="1259"/>
                  </a:cubicBezTo>
                  <a:cubicBezTo>
                    <a:pt x="11156" y="1043"/>
                    <a:pt x="10830" y="913"/>
                    <a:pt x="10190" y="815"/>
                  </a:cubicBezTo>
                  <a:cubicBezTo>
                    <a:pt x="9126" y="652"/>
                    <a:pt x="2922" y="1"/>
                    <a:pt x="20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4"/>
            <p:cNvSpPr/>
            <p:nvPr/>
          </p:nvSpPr>
          <p:spPr>
            <a:xfrm flipH="1">
              <a:off x="-2552993" y="2132717"/>
              <a:ext cx="1169287" cy="585257"/>
            </a:xfrm>
            <a:custGeom>
              <a:avLst/>
              <a:gdLst/>
              <a:ahLst/>
              <a:cxnLst/>
              <a:rect l="l" t="t" r="r" b="b"/>
              <a:pathLst>
                <a:path w="9538" h="4774" extrusionOk="0">
                  <a:moveTo>
                    <a:pt x="143" y="0"/>
                  </a:moveTo>
                  <a:cubicBezTo>
                    <a:pt x="124" y="0"/>
                    <a:pt x="108" y="1"/>
                    <a:pt x="95" y="1"/>
                  </a:cubicBezTo>
                  <a:cubicBezTo>
                    <a:pt x="59" y="5"/>
                    <a:pt x="26" y="18"/>
                    <a:pt x="0" y="44"/>
                  </a:cubicBezTo>
                  <a:cubicBezTo>
                    <a:pt x="2024" y="213"/>
                    <a:pt x="6306" y="687"/>
                    <a:pt x="7139" y="821"/>
                  </a:cubicBezTo>
                  <a:cubicBezTo>
                    <a:pt x="8180" y="987"/>
                    <a:pt x="8431" y="1245"/>
                    <a:pt x="8314" y="1947"/>
                  </a:cubicBezTo>
                  <a:cubicBezTo>
                    <a:pt x="8209" y="2570"/>
                    <a:pt x="8007" y="4382"/>
                    <a:pt x="7964" y="4773"/>
                  </a:cubicBezTo>
                  <a:cubicBezTo>
                    <a:pt x="8356" y="4724"/>
                    <a:pt x="8715" y="4679"/>
                    <a:pt x="9006" y="4643"/>
                  </a:cubicBezTo>
                  <a:lnTo>
                    <a:pt x="9041" y="4649"/>
                  </a:lnTo>
                  <a:lnTo>
                    <a:pt x="9074" y="4636"/>
                  </a:lnTo>
                  <a:cubicBezTo>
                    <a:pt x="9074" y="4636"/>
                    <a:pt x="9306" y="2547"/>
                    <a:pt x="9423" y="1881"/>
                  </a:cubicBezTo>
                  <a:cubicBezTo>
                    <a:pt x="9538" y="1219"/>
                    <a:pt x="9286" y="974"/>
                    <a:pt x="8245" y="814"/>
                  </a:cubicBezTo>
                  <a:cubicBezTo>
                    <a:pt x="7226" y="657"/>
                    <a:pt x="1007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4"/>
            <p:cNvSpPr/>
            <p:nvPr/>
          </p:nvSpPr>
          <p:spPr>
            <a:xfrm flipH="1">
              <a:off x="-2548947" y="2129039"/>
              <a:ext cx="1170513" cy="592857"/>
            </a:xfrm>
            <a:custGeom>
              <a:avLst/>
              <a:gdLst/>
              <a:ahLst/>
              <a:cxnLst/>
              <a:rect l="l" t="t" r="r" b="b"/>
              <a:pathLst>
                <a:path w="9548" h="4836" extrusionOk="0">
                  <a:moveTo>
                    <a:pt x="345" y="66"/>
                  </a:moveTo>
                  <a:cubicBezTo>
                    <a:pt x="1612" y="121"/>
                    <a:pt x="7268" y="720"/>
                    <a:pt x="8282" y="873"/>
                  </a:cubicBezTo>
                  <a:cubicBezTo>
                    <a:pt x="8905" y="968"/>
                    <a:pt x="9218" y="1092"/>
                    <a:pt x="9362" y="1291"/>
                  </a:cubicBezTo>
                  <a:cubicBezTo>
                    <a:pt x="9463" y="1432"/>
                    <a:pt x="9486" y="1621"/>
                    <a:pt x="9437" y="1908"/>
                  </a:cubicBezTo>
                  <a:cubicBezTo>
                    <a:pt x="9326" y="2532"/>
                    <a:pt x="9111" y="4434"/>
                    <a:pt x="9088" y="4643"/>
                  </a:cubicBezTo>
                  <a:lnTo>
                    <a:pt x="9081" y="4647"/>
                  </a:lnTo>
                  <a:lnTo>
                    <a:pt x="9052" y="4643"/>
                  </a:lnTo>
                  <a:lnTo>
                    <a:pt x="9042" y="4643"/>
                  </a:lnTo>
                  <a:cubicBezTo>
                    <a:pt x="8761" y="4679"/>
                    <a:pt x="8419" y="4722"/>
                    <a:pt x="8043" y="4767"/>
                  </a:cubicBezTo>
                  <a:cubicBezTo>
                    <a:pt x="8092" y="4330"/>
                    <a:pt x="8285" y="2590"/>
                    <a:pt x="8386" y="1980"/>
                  </a:cubicBezTo>
                  <a:cubicBezTo>
                    <a:pt x="8441" y="1657"/>
                    <a:pt x="8412" y="1435"/>
                    <a:pt x="8295" y="1272"/>
                  </a:cubicBezTo>
                  <a:cubicBezTo>
                    <a:pt x="8138" y="1053"/>
                    <a:pt x="7815" y="922"/>
                    <a:pt x="7185" y="821"/>
                  </a:cubicBezTo>
                  <a:cubicBezTo>
                    <a:pt x="6374" y="692"/>
                    <a:pt x="2457" y="256"/>
                    <a:pt x="345" y="66"/>
                  </a:cubicBezTo>
                  <a:close/>
                  <a:moveTo>
                    <a:pt x="182" y="1"/>
                  </a:moveTo>
                  <a:cubicBezTo>
                    <a:pt x="163" y="1"/>
                    <a:pt x="148" y="1"/>
                    <a:pt x="135" y="2"/>
                  </a:cubicBezTo>
                  <a:cubicBezTo>
                    <a:pt x="92" y="5"/>
                    <a:pt x="53" y="22"/>
                    <a:pt x="24" y="51"/>
                  </a:cubicBezTo>
                  <a:cubicBezTo>
                    <a:pt x="1" y="67"/>
                    <a:pt x="10" y="103"/>
                    <a:pt x="40" y="103"/>
                  </a:cubicBezTo>
                  <a:cubicBezTo>
                    <a:pt x="2057" y="273"/>
                    <a:pt x="6323" y="746"/>
                    <a:pt x="7175" y="883"/>
                  </a:cubicBezTo>
                  <a:cubicBezTo>
                    <a:pt x="7785" y="981"/>
                    <a:pt x="8095" y="1105"/>
                    <a:pt x="8246" y="1311"/>
                  </a:cubicBezTo>
                  <a:cubicBezTo>
                    <a:pt x="8353" y="1461"/>
                    <a:pt x="8376" y="1663"/>
                    <a:pt x="8327" y="1973"/>
                  </a:cubicBezTo>
                  <a:cubicBezTo>
                    <a:pt x="8223" y="2600"/>
                    <a:pt x="8017" y="4441"/>
                    <a:pt x="7978" y="4803"/>
                  </a:cubicBezTo>
                  <a:cubicBezTo>
                    <a:pt x="7978" y="4810"/>
                    <a:pt x="7981" y="4820"/>
                    <a:pt x="7988" y="4826"/>
                  </a:cubicBezTo>
                  <a:cubicBezTo>
                    <a:pt x="7991" y="4833"/>
                    <a:pt x="8001" y="4836"/>
                    <a:pt x="8007" y="4836"/>
                  </a:cubicBezTo>
                  <a:lnTo>
                    <a:pt x="8011" y="4836"/>
                  </a:lnTo>
                  <a:cubicBezTo>
                    <a:pt x="8402" y="4787"/>
                    <a:pt x="8758" y="4741"/>
                    <a:pt x="9045" y="4705"/>
                  </a:cubicBezTo>
                  <a:lnTo>
                    <a:pt x="9078" y="4709"/>
                  </a:lnTo>
                  <a:lnTo>
                    <a:pt x="9094" y="4709"/>
                  </a:lnTo>
                  <a:lnTo>
                    <a:pt x="9127" y="4696"/>
                  </a:lnTo>
                  <a:cubicBezTo>
                    <a:pt x="9137" y="4692"/>
                    <a:pt x="9143" y="4683"/>
                    <a:pt x="9147" y="4669"/>
                  </a:cubicBezTo>
                  <a:cubicBezTo>
                    <a:pt x="9147" y="4650"/>
                    <a:pt x="9382" y="2577"/>
                    <a:pt x="9496" y="1918"/>
                  </a:cubicBezTo>
                  <a:cubicBezTo>
                    <a:pt x="9548" y="1618"/>
                    <a:pt x="9522" y="1412"/>
                    <a:pt x="9411" y="1259"/>
                  </a:cubicBezTo>
                  <a:cubicBezTo>
                    <a:pt x="9254" y="1040"/>
                    <a:pt x="8931" y="913"/>
                    <a:pt x="8291" y="815"/>
                  </a:cubicBezTo>
                  <a:cubicBezTo>
                    <a:pt x="7224" y="649"/>
                    <a:pt x="1024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4"/>
            <p:cNvSpPr/>
            <p:nvPr/>
          </p:nvSpPr>
          <p:spPr>
            <a:xfrm flipH="1">
              <a:off x="-1643847" y="2865085"/>
              <a:ext cx="1228990" cy="757867"/>
            </a:xfrm>
            <a:custGeom>
              <a:avLst/>
              <a:gdLst/>
              <a:ahLst/>
              <a:cxnLst/>
              <a:rect l="l" t="t" r="r" b="b"/>
              <a:pathLst>
                <a:path w="10025" h="6182" extrusionOk="0">
                  <a:moveTo>
                    <a:pt x="5997" y="0"/>
                  </a:moveTo>
                  <a:cubicBezTo>
                    <a:pt x="5997" y="0"/>
                    <a:pt x="1545" y="428"/>
                    <a:pt x="536" y="1277"/>
                  </a:cubicBezTo>
                  <a:cubicBezTo>
                    <a:pt x="1" y="2324"/>
                    <a:pt x="223" y="3891"/>
                    <a:pt x="575" y="4169"/>
                  </a:cubicBezTo>
                  <a:cubicBezTo>
                    <a:pt x="944" y="4459"/>
                    <a:pt x="1545" y="4678"/>
                    <a:pt x="2322" y="4913"/>
                  </a:cubicBezTo>
                  <a:cubicBezTo>
                    <a:pt x="3098" y="5151"/>
                    <a:pt x="8216" y="6039"/>
                    <a:pt x="8216" y="6039"/>
                  </a:cubicBezTo>
                  <a:cubicBezTo>
                    <a:pt x="8216" y="6039"/>
                    <a:pt x="8524" y="6181"/>
                    <a:pt x="8868" y="6181"/>
                  </a:cubicBezTo>
                  <a:cubicBezTo>
                    <a:pt x="8940" y="6181"/>
                    <a:pt x="9015" y="6175"/>
                    <a:pt x="9088" y="6160"/>
                  </a:cubicBezTo>
                  <a:cubicBezTo>
                    <a:pt x="9166" y="6127"/>
                    <a:pt x="9245" y="6101"/>
                    <a:pt x="9323" y="6075"/>
                  </a:cubicBezTo>
                  <a:cubicBezTo>
                    <a:pt x="9574" y="5931"/>
                    <a:pt x="9777" y="5628"/>
                    <a:pt x="9803" y="5027"/>
                  </a:cubicBezTo>
                  <a:cubicBezTo>
                    <a:pt x="9858" y="3705"/>
                    <a:pt x="9956" y="1433"/>
                    <a:pt x="10025" y="408"/>
                  </a:cubicBezTo>
                  <a:cubicBezTo>
                    <a:pt x="9094" y="232"/>
                    <a:pt x="7743" y="46"/>
                    <a:pt x="5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4"/>
            <p:cNvSpPr/>
            <p:nvPr/>
          </p:nvSpPr>
          <p:spPr>
            <a:xfrm flipH="1">
              <a:off x="-1647892" y="2861529"/>
              <a:ext cx="1239042" cy="765100"/>
            </a:xfrm>
            <a:custGeom>
              <a:avLst/>
              <a:gdLst/>
              <a:ahLst/>
              <a:cxnLst/>
              <a:rect l="l" t="t" r="r" b="b"/>
              <a:pathLst>
                <a:path w="10107" h="6241" extrusionOk="0">
                  <a:moveTo>
                    <a:pt x="6043" y="59"/>
                  </a:moveTo>
                  <a:cubicBezTo>
                    <a:pt x="7492" y="98"/>
                    <a:pt x="8837" y="232"/>
                    <a:pt x="10041" y="460"/>
                  </a:cubicBezTo>
                  <a:cubicBezTo>
                    <a:pt x="9973" y="1502"/>
                    <a:pt x="9878" y="3721"/>
                    <a:pt x="9819" y="5053"/>
                  </a:cubicBezTo>
                  <a:cubicBezTo>
                    <a:pt x="9796" y="5569"/>
                    <a:pt x="9643" y="5911"/>
                    <a:pt x="9359" y="6074"/>
                  </a:cubicBezTo>
                  <a:cubicBezTo>
                    <a:pt x="9271" y="6101"/>
                    <a:pt x="9192" y="6130"/>
                    <a:pt x="9127" y="6159"/>
                  </a:cubicBezTo>
                  <a:cubicBezTo>
                    <a:pt x="9058" y="6174"/>
                    <a:pt x="8988" y="6180"/>
                    <a:pt x="8919" y="6180"/>
                  </a:cubicBezTo>
                  <a:cubicBezTo>
                    <a:pt x="8584" y="6180"/>
                    <a:pt x="8281" y="6039"/>
                    <a:pt x="8275" y="6039"/>
                  </a:cubicBezTo>
                  <a:cubicBezTo>
                    <a:pt x="8275" y="6039"/>
                    <a:pt x="8272" y="6039"/>
                    <a:pt x="8269" y="6035"/>
                  </a:cubicBezTo>
                  <a:cubicBezTo>
                    <a:pt x="8216" y="6029"/>
                    <a:pt x="3144" y="5147"/>
                    <a:pt x="2377" y="4912"/>
                  </a:cubicBezTo>
                  <a:cubicBezTo>
                    <a:pt x="1597" y="4674"/>
                    <a:pt x="1003" y="4459"/>
                    <a:pt x="644" y="4175"/>
                  </a:cubicBezTo>
                  <a:cubicBezTo>
                    <a:pt x="311" y="3914"/>
                    <a:pt x="76" y="2367"/>
                    <a:pt x="605" y="1325"/>
                  </a:cubicBezTo>
                  <a:cubicBezTo>
                    <a:pt x="1607" y="496"/>
                    <a:pt x="6003" y="65"/>
                    <a:pt x="6043" y="59"/>
                  </a:cubicBezTo>
                  <a:close/>
                  <a:moveTo>
                    <a:pt x="6043" y="0"/>
                  </a:moveTo>
                  <a:cubicBezTo>
                    <a:pt x="5860" y="16"/>
                    <a:pt x="1568" y="437"/>
                    <a:pt x="562" y="1283"/>
                  </a:cubicBezTo>
                  <a:cubicBezTo>
                    <a:pt x="559" y="1286"/>
                    <a:pt x="556" y="1286"/>
                    <a:pt x="556" y="1293"/>
                  </a:cubicBezTo>
                  <a:cubicBezTo>
                    <a:pt x="1" y="2380"/>
                    <a:pt x="252" y="3943"/>
                    <a:pt x="605" y="4224"/>
                  </a:cubicBezTo>
                  <a:cubicBezTo>
                    <a:pt x="970" y="4511"/>
                    <a:pt x="1571" y="4733"/>
                    <a:pt x="2358" y="4971"/>
                  </a:cubicBezTo>
                  <a:cubicBezTo>
                    <a:pt x="3121" y="5203"/>
                    <a:pt x="8086" y="6068"/>
                    <a:pt x="8252" y="6097"/>
                  </a:cubicBezTo>
                  <a:cubicBezTo>
                    <a:pt x="8461" y="6185"/>
                    <a:pt x="8687" y="6234"/>
                    <a:pt x="8915" y="6241"/>
                  </a:cubicBezTo>
                  <a:cubicBezTo>
                    <a:pt x="8990" y="6241"/>
                    <a:pt x="9068" y="6234"/>
                    <a:pt x="9143" y="6218"/>
                  </a:cubicBezTo>
                  <a:lnTo>
                    <a:pt x="9150" y="6215"/>
                  </a:lnTo>
                  <a:cubicBezTo>
                    <a:pt x="9212" y="6189"/>
                    <a:pt x="9290" y="6159"/>
                    <a:pt x="9378" y="6130"/>
                  </a:cubicBezTo>
                  <a:lnTo>
                    <a:pt x="9385" y="6127"/>
                  </a:lnTo>
                  <a:cubicBezTo>
                    <a:pt x="9692" y="5954"/>
                    <a:pt x="9858" y="5598"/>
                    <a:pt x="9881" y="5056"/>
                  </a:cubicBezTo>
                  <a:cubicBezTo>
                    <a:pt x="9937" y="3715"/>
                    <a:pt x="10035" y="1466"/>
                    <a:pt x="10103" y="441"/>
                  </a:cubicBezTo>
                  <a:cubicBezTo>
                    <a:pt x="10106" y="424"/>
                    <a:pt x="10093" y="411"/>
                    <a:pt x="10077" y="408"/>
                  </a:cubicBezTo>
                  <a:lnTo>
                    <a:pt x="10074" y="408"/>
                  </a:lnTo>
                  <a:cubicBezTo>
                    <a:pt x="8860" y="176"/>
                    <a:pt x="7505" y="39"/>
                    <a:pt x="6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4"/>
            <p:cNvSpPr/>
            <p:nvPr/>
          </p:nvSpPr>
          <p:spPr>
            <a:xfrm flipH="1">
              <a:off x="-1589538" y="3038798"/>
              <a:ext cx="1100635" cy="191980"/>
            </a:xfrm>
            <a:custGeom>
              <a:avLst/>
              <a:gdLst/>
              <a:ahLst/>
              <a:cxnLst/>
              <a:rect l="l" t="t" r="r" b="b"/>
              <a:pathLst>
                <a:path w="8978" h="1566" extrusionOk="0">
                  <a:moveTo>
                    <a:pt x="1" y="0"/>
                  </a:moveTo>
                  <a:cubicBezTo>
                    <a:pt x="1" y="0"/>
                    <a:pt x="2893" y="1172"/>
                    <a:pt x="5954" y="1433"/>
                  </a:cubicBezTo>
                  <a:cubicBezTo>
                    <a:pt x="7143" y="1534"/>
                    <a:pt x="7861" y="1565"/>
                    <a:pt x="8295" y="1565"/>
                  </a:cubicBezTo>
                  <a:cubicBezTo>
                    <a:pt x="8977" y="1565"/>
                    <a:pt x="8954" y="1488"/>
                    <a:pt x="8954" y="14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4"/>
            <p:cNvSpPr/>
            <p:nvPr/>
          </p:nvSpPr>
          <p:spPr>
            <a:xfrm flipH="1">
              <a:off x="-1590641" y="3035120"/>
              <a:ext cx="1103332" cy="199458"/>
            </a:xfrm>
            <a:custGeom>
              <a:avLst/>
              <a:gdLst/>
              <a:ahLst/>
              <a:cxnLst/>
              <a:rect l="l" t="t" r="r" b="b"/>
              <a:pathLst>
                <a:path w="9000" h="1627" extrusionOk="0">
                  <a:moveTo>
                    <a:pt x="27" y="1"/>
                  </a:moveTo>
                  <a:lnTo>
                    <a:pt x="1" y="59"/>
                  </a:lnTo>
                  <a:cubicBezTo>
                    <a:pt x="30" y="69"/>
                    <a:pt x="2935" y="1234"/>
                    <a:pt x="5964" y="1496"/>
                  </a:cubicBezTo>
                  <a:cubicBezTo>
                    <a:pt x="6992" y="1580"/>
                    <a:pt x="7789" y="1626"/>
                    <a:pt x="8308" y="1626"/>
                  </a:cubicBezTo>
                  <a:cubicBezTo>
                    <a:pt x="8709" y="1626"/>
                    <a:pt x="8944" y="1600"/>
                    <a:pt x="8987" y="1545"/>
                  </a:cubicBezTo>
                  <a:cubicBezTo>
                    <a:pt x="8996" y="1535"/>
                    <a:pt x="9000" y="1522"/>
                    <a:pt x="8996" y="1509"/>
                  </a:cubicBezTo>
                  <a:lnTo>
                    <a:pt x="8996" y="1509"/>
                  </a:lnTo>
                  <a:lnTo>
                    <a:pt x="8938" y="1528"/>
                  </a:lnTo>
                  <a:cubicBezTo>
                    <a:pt x="8934" y="1522"/>
                    <a:pt x="8934" y="1512"/>
                    <a:pt x="8938" y="1509"/>
                  </a:cubicBezTo>
                  <a:lnTo>
                    <a:pt x="8938" y="1509"/>
                  </a:lnTo>
                  <a:cubicBezTo>
                    <a:pt x="8928" y="1518"/>
                    <a:pt x="8854" y="1566"/>
                    <a:pt x="8315" y="1566"/>
                  </a:cubicBezTo>
                  <a:cubicBezTo>
                    <a:pt x="7889" y="1566"/>
                    <a:pt x="7173" y="1536"/>
                    <a:pt x="5971" y="1434"/>
                  </a:cubicBezTo>
                  <a:cubicBezTo>
                    <a:pt x="2948" y="1176"/>
                    <a:pt x="53" y="14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4"/>
            <p:cNvSpPr/>
            <p:nvPr/>
          </p:nvSpPr>
          <p:spPr>
            <a:xfrm flipH="1">
              <a:off x="-2674237" y="2645399"/>
              <a:ext cx="2393373" cy="1233403"/>
            </a:xfrm>
            <a:custGeom>
              <a:avLst/>
              <a:gdLst/>
              <a:ahLst/>
              <a:cxnLst/>
              <a:rect l="l" t="t" r="r" b="b"/>
              <a:pathLst>
                <a:path w="19523" h="10061" extrusionOk="0">
                  <a:moveTo>
                    <a:pt x="337" y="1"/>
                  </a:moveTo>
                  <a:lnTo>
                    <a:pt x="337" y="7"/>
                  </a:lnTo>
                  <a:lnTo>
                    <a:pt x="92" y="5719"/>
                  </a:lnTo>
                  <a:cubicBezTo>
                    <a:pt x="92" y="5719"/>
                    <a:pt x="0" y="7857"/>
                    <a:pt x="1871" y="8112"/>
                  </a:cubicBezTo>
                  <a:cubicBezTo>
                    <a:pt x="3738" y="8363"/>
                    <a:pt x="9489" y="9744"/>
                    <a:pt x="9489" y="9744"/>
                  </a:cubicBezTo>
                  <a:cubicBezTo>
                    <a:pt x="9489" y="9744"/>
                    <a:pt x="10746" y="10037"/>
                    <a:pt x="11225" y="10060"/>
                  </a:cubicBezTo>
                  <a:cubicBezTo>
                    <a:pt x="11227" y="10060"/>
                    <a:pt x="11229" y="10060"/>
                    <a:pt x="11231" y="10060"/>
                  </a:cubicBezTo>
                  <a:cubicBezTo>
                    <a:pt x="11751" y="10060"/>
                    <a:pt x="18179" y="7318"/>
                    <a:pt x="18380" y="7240"/>
                  </a:cubicBezTo>
                  <a:cubicBezTo>
                    <a:pt x="18579" y="7162"/>
                    <a:pt x="18994" y="6786"/>
                    <a:pt x="19092" y="5915"/>
                  </a:cubicBezTo>
                  <a:cubicBezTo>
                    <a:pt x="19186" y="5047"/>
                    <a:pt x="19523" y="1215"/>
                    <a:pt x="19523" y="1215"/>
                  </a:cubicBezTo>
                  <a:cubicBezTo>
                    <a:pt x="19523" y="1215"/>
                    <a:pt x="19409" y="490"/>
                    <a:pt x="18230" y="490"/>
                  </a:cubicBezTo>
                  <a:cubicBezTo>
                    <a:pt x="18224" y="490"/>
                    <a:pt x="18219" y="490"/>
                    <a:pt x="18214" y="490"/>
                  </a:cubicBezTo>
                  <a:lnTo>
                    <a:pt x="18002" y="461"/>
                  </a:lnTo>
                  <a:cubicBezTo>
                    <a:pt x="17711" y="500"/>
                    <a:pt x="17352" y="542"/>
                    <a:pt x="16960" y="595"/>
                  </a:cubicBezTo>
                  <a:cubicBezTo>
                    <a:pt x="16960" y="595"/>
                    <a:pt x="18259" y="781"/>
                    <a:pt x="18367" y="1074"/>
                  </a:cubicBezTo>
                  <a:cubicBezTo>
                    <a:pt x="18475" y="1368"/>
                    <a:pt x="14581" y="1848"/>
                    <a:pt x="13148" y="1985"/>
                  </a:cubicBezTo>
                  <a:cubicBezTo>
                    <a:pt x="13060" y="1994"/>
                    <a:pt x="12963" y="1998"/>
                    <a:pt x="12861" y="1998"/>
                  </a:cubicBezTo>
                  <a:cubicBezTo>
                    <a:pt x="12231" y="1998"/>
                    <a:pt x="11387" y="1851"/>
                    <a:pt x="11137" y="1770"/>
                  </a:cubicBezTo>
                  <a:cubicBezTo>
                    <a:pt x="11101" y="2096"/>
                    <a:pt x="11069" y="2586"/>
                    <a:pt x="11043" y="3150"/>
                  </a:cubicBezTo>
                  <a:lnTo>
                    <a:pt x="11066" y="3167"/>
                  </a:lnTo>
                  <a:cubicBezTo>
                    <a:pt x="11052" y="3206"/>
                    <a:pt x="11007" y="4038"/>
                    <a:pt x="11007" y="4038"/>
                  </a:cubicBezTo>
                  <a:cubicBezTo>
                    <a:pt x="10971" y="4812"/>
                    <a:pt x="10919" y="6225"/>
                    <a:pt x="10893" y="6819"/>
                  </a:cubicBezTo>
                  <a:cubicBezTo>
                    <a:pt x="10893" y="6888"/>
                    <a:pt x="10886" y="6950"/>
                    <a:pt x="10879" y="7008"/>
                  </a:cubicBezTo>
                  <a:cubicBezTo>
                    <a:pt x="10876" y="7025"/>
                    <a:pt x="10873" y="7041"/>
                    <a:pt x="10873" y="7057"/>
                  </a:cubicBezTo>
                  <a:cubicBezTo>
                    <a:pt x="10866" y="7106"/>
                    <a:pt x="10857" y="7149"/>
                    <a:pt x="10847" y="7191"/>
                  </a:cubicBezTo>
                  <a:cubicBezTo>
                    <a:pt x="10847" y="7204"/>
                    <a:pt x="10844" y="7214"/>
                    <a:pt x="10840" y="7224"/>
                  </a:cubicBezTo>
                  <a:cubicBezTo>
                    <a:pt x="10830" y="7276"/>
                    <a:pt x="10814" y="7325"/>
                    <a:pt x="10801" y="7371"/>
                  </a:cubicBezTo>
                  <a:cubicBezTo>
                    <a:pt x="10798" y="7377"/>
                    <a:pt x="10795" y="7387"/>
                    <a:pt x="10791" y="7394"/>
                  </a:cubicBezTo>
                  <a:cubicBezTo>
                    <a:pt x="10778" y="7429"/>
                    <a:pt x="10762" y="7465"/>
                    <a:pt x="10746" y="7498"/>
                  </a:cubicBezTo>
                  <a:cubicBezTo>
                    <a:pt x="10742" y="7508"/>
                    <a:pt x="10739" y="7518"/>
                    <a:pt x="10733" y="7524"/>
                  </a:cubicBezTo>
                  <a:cubicBezTo>
                    <a:pt x="10697" y="7596"/>
                    <a:pt x="10651" y="7661"/>
                    <a:pt x="10599" y="7720"/>
                  </a:cubicBezTo>
                  <a:lnTo>
                    <a:pt x="10586" y="7733"/>
                  </a:lnTo>
                  <a:cubicBezTo>
                    <a:pt x="10563" y="7756"/>
                    <a:pt x="10537" y="7782"/>
                    <a:pt x="10511" y="7802"/>
                  </a:cubicBezTo>
                  <a:lnTo>
                    <a:pt x="10507" y="7805"/>
                  </a:lnTo>
                  <a:cubicBezTo>
                    <a:pt x="10409" y="7877"/>
                    <a:pt x="10302" y="7926"/>
                    <a:pt x="10181" y="7952"/>
                  </a:cubicBezTo>
                  <a:cubicBezTo>
                    <a:pt x="10108" y="7967"/>
                    <a:pt x="10034" y="7974"/>
                    <a:pt x="9961" y="7974"/>
                  </a:cubicBezTo>
                  <a:cubicBezTo>
                    <a:pt x="9669" y="7974"/>
                    <a:pt x="9402" y="7869"/>
                    <a:pt x="9329" y="7837"/>
                  </a:cubicBezTo>
                  <a:lnTo>
                    <a:pt x="9313" y="7831"/>
                  </a:lnTo>
                  <a:lnTo>
                    <a:pt x="9309" y="7831"/>
                  </a:lnTo>
                  <a:cubicBezTo>
                    <a:pt x="9309" y="7831"/>
                    <a:pt x="4191" y="6943"/>
                    <a:pt x="3415" y="6705"/>
                  </a:cubicBezTo>
                  <a:cubicBezTo>
                    <a:pt x="2765" y="6506"/>
                    <a:pt x="2096" y="6326"/>
                    <a:pt x="1766" y="6032"/>
                  </a:cubicBezTo>
                  <a:cubicBezTo>
                    <a:pt x="1734" y="6006"/>
                    <a:pt x="1701" y="5983"/>
                    <a:pt x="1668" y="5961"/>
                  </a:cubicBezTo>
                  <a:cubicBezTo>
                    <a:pt x="1358" y="5716"/>
                    <a:pt x="1149" y="4479"/>
                    <a:pt x="1466" y="3473"/>
                  </a:cubicBezTo>
                  <a:cubicBezTo>
                    <a:pt x="1466" y="2086"/>
                    <a:pt x="1561" y="542"/>
                    <a:pt x="1805" y="154"/>
                  </a:cubicBezTo>
                  <a:cubicBezTo>
                    <a:pt x="1397" y="147"/>
                    <a:pt x="810" y="118"/>
                    <a:pt x="337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4"/>
            <p:cNvSpPr/>
            <p:nvPr/>
          </p:nvSpPr>
          <p:spPr>
            <a:xfrm flipH="1">
              <a:off x="-1972395" y="3765404"/>
              <a:ext cx="215027" cy="83363"/>
            </a:xfrm>
            <a:custGeom>
              <a:avLst/>
              <a:gdLst/>
              <a:ahLst/>
              <a:cxnLst/>
              <a:rect l="l" t="t" r="r" b="b"/>
              <a:pathLst>
                <a:path w="1754" h="680" extrusionOk="0">
                  <a:moveTo>
                    <a:pt x="1754" y="1"/>
                  </a:moveTo>
                  <a:lnTo>
                    <a:pt x="1754" y="1"/>
                  </a:lnTo>
                  <a:cubicBezTo>
                    <a:pt x="1084" y="268"/>
                    <a:pt x="467" y="510"/>
                    <a:pt x="1" y="679"/>
                  </a:cubicBezTo>
                  <a:cubicBezTo>
                    <a:pt x="467" y="510"/>
                    <a:pt x="1084" y="271"/>
                    <a:pt x="1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4"/>
            <p:cNvSpPr/>
            <p:nvPr/>
          </p:nvSpPr>
          <p:spPr>
            <a:xfrm flipH="1">
              <a:off x="-1976440" y="3761481"/>
              <a:ext cx="222996" cy="90841"/>
            </a:xfrm>
            <a:custGeom>
              <a:avLst/>
              <a:gdLst/>
              <a:ahLst/>
              <a:cxnLst/>
              <a:rect l="l" t="t" r="r" b="b"/>
              <a:pathLst>
                <a:path w="1819" h="741" extrusionOk="0">
                  <a:moveTo>
                    <a:pt x="1789" y="1"/>
                  </a:moveTo>
                  <a:cubicBezTo>
                    <a:pt x="1784" y="1"/>
                    <a:pt x="1780" y="1"/>
                    <a:pt x="1776" y="3"/>
                  </a:cubicBezTo>
                  <a:cubicBezTo>
                    <a:pt x="1035" y="300"/>
                    <a:pt x="447" y="529"/>
                    <a:pt x="23" y="682"/>
                  </a:cubicBezTo>
                  <a:cubicBezTo>
                    <a:pt x="10" y="685"/>
                    <a:pt x="0" y="695"/>
                    <a:pt x="0" y="708"/>
                  </a:cubicBezTo>
                  <a:cubicBezTo>
                    <a:pt x="0" y="728"/>
                    <a:pt x="16" y="741"/>
                    <a:pt x="33" y="741"/>
                  </a:cubicBezTo>
                  <a:cubicBezTo>
                    <a:pt x="36" y="741"/>
                    <a:pt x="39" y="741"/>
                    <a:pt x="46" y="738"/>
                  </a:cubicBezTo>
                  <a:cubicBezTo>
                    <a:pt x="470" y="584"/>
                    <a:pt x="1061" y="356"/>
                    <a:pt x="1799" y="62"/>
                  </a:cubicBezTo>
                  <a:cubicBezTo>
                    <a:pt x="1812" y="55"/>
                    <a:pt x="1818" y="46"/>
                    <a:pt x="1818" y="33"/>
                  </a:cubicBezTo>
                  <a:cubicBezTo>
                    <a:pt x="1818" y="29"/>
                    <a:pt x="1818" y="23"/>
                    <a:pt x="1818" y="19"/>
                  </a:cubicBezTo>
                  <a:cubicBezTo>
                    <a:pt x="1813" y="7"/>
                    <a:pt x="1801" y="1"/>
                    <a:pt x="1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4"/>
            <p:cNvSpPr/>
            <p:nvPr/>
          </p:nvSpPr>
          <p:spPr>
            <a:xfrm flipH="1">
              <a:off x="-2010766" y="3749835"/>
              <a:ext cx="38494" cy="15692"/>
            </a:xfrm>
            <a:custGeom>
              <a:avLst/>
              <a:gdLst/>
              <a:ahLst/>
              <a:cxnLst/>
              <a:rect l="l" t="t" r="r" b="b"/>
              <a:pathLst>
                <a:path w="314" h="128" extrusionOk="0">
                  <a:moveTo>
                    <a:pt x="314" y="0"/>
                  </a:moveTo>
                  <a:lnTo>
                    <a:pt x="1" y="1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4"/>
            <p:cNvSpPr/>
            <p:nvPr/>
          </p:nvSpPr>
          <p:spPr>
            <a:xfrm flipH="1">
              <a:off x="-2014444" y="3745912"/>
              <a:ext cx="46585" cy="23170"/>
            </a:xfrm>
            <a:custGeom>
              <a:avLst/>
              <a:gdLst/>
              <a:ahLst/>
              <a:cxnLst/>
              <a:rect l="l" t="t" r="r" b="b"/>
              <a:pathLst>
                <a:path w="380" h="189" extrusionOk="0">
                  <a:moveTo>
                    <a:pt x="347" y="1"/>
                  </a:moveTo>
                  <a:cubicBezTo>
                    <a:pt x="344" y="1"/>
                    <a:pt x="340" y="1"/>
                    <a:pt x="337" y="3"/>
                  </a:cubicBezTo>
                  <a:lnTo>
                    <a:pt x="27" y="130"/>
                  </a:lnTo>
                  <a:cubicBezTo>
                    <a:pt x="7" y="137"/>
                    <a:pt x="1" y="153"/>
                    <a:pt x="7" y="169"/>
                  </a:cubicBezTo>
                  <a:cubicBezTo>
                    <a:pt x="14" y="182"/>
                    <a:pt x="23" y="189"/>
                    <a:pt x="37" y="189"/>
                  </a:cubicBezTo>
                  <a:cubicBezTo>
                    <a:pt x="40" y="189"/>
                    <a:pt x="46" y="189"/>
                    <a:pt x="50" y="186"/>
                  </a:cubicBezTo>
                  <a:lnTo>
                    <a:pt x="360" y="62"/>
                  </a:lnTo>
                  <a:cubicBezTo>
                    <a:pt x="373" y="55"/>
                    <a:pt x="379" y="45"/>
                    <a:pt x="379" y="32"/>
                  </a:cubicBezTo>
                  <a:cubicBezTo>
                    <a:pt x="379" y="29"/>
                    <a:pt x="379" y="26"/>
                    <a:pt x="376" y="22"/>
                  </a:cubicBezTo>
                  <a:cubicBezTo>
                    <a:pt x="371" y="10"/>
                    <a:pt x="360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4"/>
            <p:cNvSpPr/>
            <p:nvPr/>
          </p:nvSpPr>
          <p:spPr>
            <a:xfrm flipH="1">
              <a:off x="-2166826" y="3686209"/>
              <a:ext cx="156183" cy="63748"/>
            </a:xfrm>
            <a:custGeom>
              <a:avLst/>
              <a:gdLst/>
              <a:ahLst/>
              <a:cxnLst/>
              <a:rect l="l" t="t" r="r" b="b"/>
              <a:pathLst>
                <a:path w="1274" h="520" extrusionOk="0">
                  <a:moveTo>
                    <a:pt x="1274" y="0"/>
                  </a:moveTo>
                  <a:cubicBezTo>
                    <a:pt x="850" y="173"/>
                    <a:pt x="419" y="353"/>
                    <a:pt x="1" y="519"/>
                  </a:cubicBezTo>
                  <a:cubicBezTo>
                    <a:pt x="422" y="353"/>
                    <a:pt x="853" y="173"/>
                    <a:pt x="1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4"/>
            <p:cNvSpPr/>
            <p:nvPr/>
          </p:nvSpPr>
          <p:spPr>
            <a:xfrm flipH="1">
              <a:off x="-2170872" y="3682777"/>
              <a:ext cx="164151" cy="71104"/>
            </a:xfrm>
            <a:custGeom>
              <a:avLst/>
              <a:gdLst/>
              <a:ahLst/>
              <a:cxnLst/>
              <a:rect l="l" t="t" r="r" b="b"/>
              <a:pathLst>
                <a:path w="1339" h="580" extrusionOk="0">
                  <a:moveTo>
                    <a:pt x="1300" y="0"/>
                  </a:moveTo>
                  <a:cubicBezTo>
                    <a:pt x="1296" y="0"/>
                    <a:pt x="1293" y="1"/>
                    <a:pt x="1290" y="2"/>
                  </a:cubicBezTo>
                  <a:lnTo>
                    <a:pt x="1286" y="2"/>
                  </a:lnTo>
                  <a:cubicBezTo>
                    <a:pt x="833" y="195"/>
                    <a:pt x="405" y="364"/>
                    <a:pt x="23" y="521"/>
                  </a:cubicBezTo>
                  <a:lnTo>
                    <a:pt x="20" y="521"/>
                  </a:lnTo>
                  <a:cubicBezTo>
                    <a:pt x="7" y="524"/>
                    <a:pt x="0" y="537"/>
                    <a:pt x="0" y="547"/>
                  </a:cubicBezTo>
                  <a:cubicBezTo>
                    <a:pt x="0" y="554"/>
                    <a:pt x="0" y="557"/>
                    <a:pt x="3" y="560"/>
                  </a:cubicBezTo>
                  <a:cubicBezTo>
                    <a:pt x="7" y="570"/>
                    <a:pt x="20" y="580"/>
                    <a:pt x="33" y="580"/>
                  </a:cubicBezTo>
                  <a:lnTo>
                    <a:pt x="43" y="580"/>
                  </a:lnTo>
                  <a:lnTo>
                    <a:pt x="52" y="577"/>
                  </a:lnTo>
                  <a:lnTo>
                    <a:pt x="56" y="577"/>
                  </a:lnTo>
                  <a:cubicBezTo>
                    <a:pt x="441" y="420"/>
                    <a:pt x="862" y="247"/>
                    <a:pt x="1312" y="61"/>
                  </a:cubicBezTo>
                  <a:cubicBezTo>
                    <a:pt x="1329" y="54"/>
                    <a:pt x="1338" y="35"/>
                    <a:pt x="1332" y="22"/>
                  </a:cubicBezTo>
                  <a:cubicBezTo>
                    <a:pt x="1324" y="9"/>
                    <a:pt x="1313" y="0"/>
                    <a:pt x="1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4"/>
            <p:cNvSpPr/>
            <p:nvPr/>
          </p:nvSpPr>
          <p:spPr>
            <a:xfrm flipH="1">
              <a:off x="-1488645" y="3847051"/>
              <a:ext cx="13730" cy="2942"/>
            </a:xfrm>
            <a:custGeom>
              <a:avLst/>
              <a:gdLst/>
              <a:ahLst/>
              <a:cxnLst/>
              <a:rect l="l" t="t" r="r" b="b"/>
              <a:pathLst>
                <a:path w="112" h="24" extrusionOk="0">
                  <a:moveTo>
                    <a:pt x="111" y="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4"/>
            <p:cNvSpPr/>
            <p:nvPr/>
          </p:nvSpPr>
          <p:spPr>
            <a:xfrm flipH="1">
              <a:off x="-1492200" y="3843373"/>
              <a:ext cx="20963" cy="10543"/>
            </a:xfrm>
            <a:custGeom>
              <a:avLst/>
              <a:gdLst/>
              <a:ahLst/>
              <a:cxnLst/>
              <a:rect l="l" t="t" r="r" b="b"/>
              <a:pathLst>
                <a:path w="171" h="86" extrusionOk="0">
                  <a:moveTo>
                    <a:pt x="31" y="0"/>
                  </a:moveTo>
                  <a:cubicBezTo>
                    <a:pt x="17" y="0"/>
                    <a:pt x="4" y="10"/>
                    <a:pt x="1" y="24"/>
                  </a:cubicBezTo>
                  <a:cubicBezTo>
                    <a:pt x="1" y="27"/>
                    <a:pt x="1" y="30"/>
                    <a:pt x="1" y="30"/>
                  </a:cubicBezTo>
                  <a:cubicBezTo>
                    <a:pt x="1" y="47"/>
                    <a:pt x="11" y="57"/>
                    <a:pt x="24" y="60"/>
                  </a:cubicBezTo>
                  <a:cubicBezTo>
                    <a:pt x="60" y="70"/>
                    <a:pt x="92" y="76"/>
                    <a:pt x="135" y="86"/>
                  </a:cubicBezTo>
                  <a:lnTo>
                    <a:pt x="141" y="86"/>
                  </a:lnTo>
                  <a:cubicBezTo>
                    <a:pt x="154" y="86"/>
                    <a:pt x="167" y="76"/>
                    <a:pt x="171" y="63"/>
                  </a:cubicBezTo>
                  <a:cubicBezTo>
                    <a:pt x="171" y="60"/>
                    <a:pt x="171" y="57"/>
                    <a:pt x="171" y="57"/>
                  </a:cubicBezTo>
                  <a:cubicBezTo>
                    <a:pt x="171" y="40"/>
                    <a:pt x="161" y="27"/>
                    <a:pt x="148" y="27"/>
                  </a:cubicBezTo>
                  <a:lnTo>
                    <a:pt x="37" y="1"/>
                  </a:lnTo>
                  <a:cubicBezTo>
                    <a:pt x="35" y="1"/>
                    <a:pt x="33" y="0"/>
                    <a:pt x="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4"/>
            <p:cNvSpPr/>
            <p:nvPr/>
          </p:nvSpPr>
          <p:spPr>
            <a:xfrm flipH="1">
              <a:off x="-1554599" y="3858206"/>
              <a:ext cx="26480" cy="5394"/>
            </a:xfrm>
            <a:custGeom>
              <a:avLst/>
              <a:gdLst/>
              <a:ahLst/>
              <a:cxnLst/>
              <a:rect l="l" t="t" r="r" b="b"/>
              <a:pathLst>
                <a:path w="216" h="44" extrusionOk="0">
                  <a:moveTo>
                    <a:pt x="216" y="43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4"/>
            <p:cNvSpPr/>
            <p:nvPr/>
          </p:nvSpPr>
          <p:spPr>
            <a:xfrm flipH="1">
              <a:off x="-1558277" y="3855019"/>
              <a:ext cx="33713" cy="12504"/>
            </a:xfrm>
            <a:custGeom>
              <a:avLst/>
              <a:gdLst/>
              <a:ahLst/>
              <a:cxnLst/>
              <a:rect l="l" t="t" r="r" b="b"/>
              <a:pathLst>
                <a:path w="275" h="102" extrusionOk="0">
                  <a:moveTo>
                    <a:pt x="30" y="0"/>
                  </a:moveTo>
                  <a:cubicBezTo>
                    <a:pt x="16" y="0"/>
                    <a:pt x="3" y="9"/>
                    <a:pt x="0" y="24"/>
                  </a:cubicBezTo>
                  <a:cubicBezTo>
                    <a:pt x="0" y="27"/>
                    <a:pt x="0" y="27"/>
                    <a:pt x="0" y="30"/>
                  </a:cubicBezTo>
                  <a:cubicBezTo>
                    <a:pt x="0" y="46"/>
                    <a:pt x="10" y="56"/>
                    <a:pt x="23" y="59"/>
                  </a:cubicBezTo>
                  <a:cubicBezTo>
                    <a:pt x="95" y="72"/>
                    <a:pt x="167" y="89"/>
                    <a:pt x="238" y="102"/>
                  </a:cubicBezTo>
                  <a:lnTo>
                    <a:pt x="245" y="102"/>
                  </a:lnTo>
                  <a:cubicBezTo>
                    <a:pt x="261" y="102"/>
                    <a:pt x="271" y="92"/>
                    <a:pt x="274" y="76"/>
                  </a:cubicBezTo>
                  <a:cubicBezTo>
                    <a:pt x="274" y="76"/>
                    <a:pt x="274" y="72"/>
                    <a:pt x="274" y="72"/>
                  </a:cubicBezTo>
                  <a:cubicBezTo>
                    <a:pt x="274" y="56"/>
                    <a:pt x="264" y="43"/>
                    <a:pt x="251" y="40"/>
                  </a:cubicBezTo>
                  <a:cubicBezTo>
                    <a:pt x="176" y="30"/>
                    <a:pt x="105" y="14"/>
                    <a:pt x="36" y="1"/>
                  </a:cubicBezTo>
                  <a:cubicBezTo>
                    <a:pt x="34" y="0"/>
                    <a:pt x="32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4"/>
            <p:cNvSpPr/>
            <p:nvPr/>
          </p:nvSpPr>
          <p:spPr>
            <a:xfrm flipH="1">
              <a:off x="-2379769" y="3597697"/>
              <a:ext cx="31751" cy="13363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258" y="1"/>
                  </a:moveTo>
                  <a:lnTo>
                    <a:pt x="0" y="1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4"/>
            <p:cNvSpPr/>
            <p:nvPr/>
          </p:nvSpPr>
          <p:spPr>
            <a:xfrm flipH="1">
              <a:off x="-2383325" y="3593897"/>
              <a:ext cx="39352" cy="20718"/>
            </a:xfrm>
            <a:custGeom>
              <a:avLst/>
              <a:gdLst/>
              <a:ahLst/>
              <a:cxnLst/>
              <a:rect l="l" t="t" r="r" b="b"/>
              <a:pathLst>
                <a:path w="321" h="169" extrusionOk="0">
                  <a:moveTo>
                    <a:pt x="291" y="0"/>
                  </a:moveTo>
                  <a:cubicBezTo>
                    <a:pt x="287" y="0"/>
                    <a:pt x="282" y="1"/>
                    <a:pt x="278" y="3"/>
                  </a:cubicBezTo>
                  <a:lnTo>
                    <a:pt x="20" y="110"/>
                  </a:lnTo>
                  <a:cubicBezTo>
                    <a:pt x="7" y="117"/>
                    <a:pt x="1" y="127"/>
                    <a:pt x="1" y="140"/>
                  </a:cubicBezTo>
                  <a:cubicBezTo>
                    <a:pt x="1" y="143"/>
                    <a:pt x="1" y="146"/>
                    <a:pt x="4" y="153"/>
                  </a:cubicBezTo>
                  <a:cubicBezTo>
                    <a:pt x="7" y="162"/>
                    <a:pt x="20" y="169"/>
                    <a:pt x="33" y="169"/>
                  </a:cubicBezTo>
                  <a:lnTo>
                    <a:pt x="43" y="169"/>
                  </a:lnTo>
                  <a:lnTo>
                    <a:pt x="304" y="58"/>
                  </a:lnTo>
                  <a:cubicBezTo>
                    <a:pt x="314" y="55"/>
                    <a:pt x="321" y="45"/>
                    <a:pt x="321" y="32"/>
                  </a:cubicBezTo>
                  <a:cubicBezTo>
                    <a:pt x="321" y="29"/>
                    <a:pt x="321" y="22"/>
                    <a:pt x="321" y="19"/>
                  </a:cubicBezTo>
                  <a:cubicBezTo>
                    <a:pt x="316" y="7"/>
                    <a:pt x="304" y="0"/>
                    <a:pt x="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4"/>
            <p:cNvSpPr/>
            <p:nvPr/>
          </p:nvSpPr>
          <p:spPr>
            <a:xfrm flipH="1">
              <a:off x="-2408946" y="3585316"/>
              <a:ext cx="29300" cy="12504"/>
            </a:xfrm>
            <a:custGeom>
              <a:avLst/>
              <a:gdLst/>
              <a:ahLst/>
              <a:cxnLst/>
              <a:rect l="l" t="t" r="r" b="b"/>
              <a:pathLst>
                <a:path w="239" h="102" extrusionOk="0">
                  <a:moveTo>
                    <a:pt x="239" y="1"/>
                  </a:moveTo>
                  <a:lnTo>
                    <a:pt x="0" y="1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4"/>
            <p:cNvSpPr/>
            <p:nvPr/>
          </p:nvSpPr>
          <p:spPr>
            <a:xfrm flipH="1">
              <a:off x="-2412992" y="3581393"/>
              <a:ext cx="37391" cy="20105"/>
            </a:xfrm>
            <a:custGeom>
              <a:avLst/>
              <a:gdLst/>
              <a:ahLst/>
              <a:cxnLst/>
              <a:rect l="l" t="t" r="r" b="b"/>
              <a:pathLst>
                <a:path w="305" h="164" extrusionOk="0">
                  <a:moveTo>
                    <a:pt x="274" y="1"/>
                  </a:moveTo>
                  <a:cubicBezTo>
                    <a:pt x="270" y="1"/>
                    <a:pt x="266" y="2"/>
                    <a:pt x="262" y="3"/>
                  </a:cubicBezTo>
                  <a:lnTo>
                    <a:pt x="20" y="105"/>
                  </a:lnTo>
                  <a:cubicBezTo>
                    <a:pt x="10" y="111"/>
                    <a:pt x="1" y="121"/>
                    <a:pt x="1" y="134"/>
                  </a:cubicBezTo>
                  <a:cubicBezTo>
                    <a:pt x="1" y="137"/>
                    <a:pt x="4" y="140"/>
                    <a:pt x="4" y="144"/>
                  </a:cubicBezTo>
                  <a:cubicBezTo>
                    <a:pt x="10" y="157"/>
                    <a:pt x="20" y="163"/>
                    <a:pt x="33" y="163"/>
                  </a:cubicBezTo>
                  <a:cubicBezTo>
                    <a:pt x="37" y="163"/>
                    <a:pt x="40" y="163"/>
                    <a:pt x="46" y="160"/>
                  </a:cubicBezTo>
                  <a:lnTo>
                    <a:pt x="285" y="59"/>
                  </a:lnTo>
                  <a:cubicBezTo>
                    <a:pt x="298" y="56"/>
                    <a:pt x="304" y="46"/>
                    <a:pt x="304" y="33"/>
                  </a:cubicBezTo>
                  <a:cubicBezTo>
                    <a:pt x="304" y="29"/>
                    <a:pt x="304" y="23"/>
                    <a:pt x="301" y="20"/>
                  </a:cubicBezTo>
                  <a:cubicBezTo>
                    <a:pt x="296" y="8"/>
                    <a:pt x="286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4"/>
            <p:cNvSpPr/>
            <p:nvPr/>
          </p:nvSpPr>
          <p:spPr>
            <a:xfrm flipH="1">
              <a:off x="-1528242" y="3855019"/>
              <a:ext cx="16918" cy="3800"/>
            </a:xfrm>
            <a:custGeom>
              <a:avLst/>
              <a:gdLst/>
              <a:ahLst/>
              <a:cxnLst/>
              <a:rect l="l" t="t" r="r" b="b"/>
              <a:pathLst>
                <a:path w="138" h="31" extrusionOk="0">
                  <a:moveTo>
                    <a:pt x="137" y="30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4"/>
            <p:cNvSpPr/>
            <p:nvPr/>
          </p:nvSpPr>
          <p:spPr>
            <a:xfrm flipH="1">
              <a:off x="-1533023" y="3851341"/>
              <a:ext cx="25377" cy="11033"/>
            </a:xfrm>
            <a:custGeom>
              <a:avLst/>
              <a:gdLst/>
              <a:ahLst/>
              <a:cxnLst/>
              <a:rect l="l" t="t" r="r" b="b"/>
              <a:pathLst>
                <a:path w="207" h="90" extrusionOk="0">
                  <a:moveTo>
                    <a:pt x="31" y="1"/>
                  </a:moveTo>
                  <a:cubicBezTo>
                    <a:pt x="17" y="1"/>
                    <a:pt x="4" y="10"/>
                    <a:pt x="1" y="24"/>
                  </a:cubicBezTo>
                  <a:cubicBezTo>
                    <a:pt x="1" y="27"/>
                    <a:pt x="1" y="27"/>
                    <a:pt x="1" y="31"/>
                  </a:cubicBezTo>
                  <a:cubicBezTo>
                    <a:pt x="1" y="44"/>
                    <a:pt x="11" y="57"/>
                    <a:pt x="27" y="60"/>
                  </a:cubicBezTo>
                  <a:lnTo>
                    <a:pt x="161" y="89"/>
                  </a:lnTo>
                  <a:lnTo>
                    <a:pt x="167" y="89"/>
                  </a:lnTo>
                  <a:cubicBezTo>
                    <a:pt x="203" y="89"/>
                    <a:pt x="207" y="37"/>
                    <a:pt x="171" y="27"/>
                  </a:cubicBezTo>
                  <a:lnTo>
                    <a:pt x="37" y="1"/>
                  </a:lnTo>
                  <a:cubicBezTo>
                    <a:pt x="35" y="1"/>
                    <a:pt x="33" y="1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4"/>
            <p:cNvSpPr/>
            <p:nvPr/>
          </p:nvSpPr>
          <p:spPr>
            <a:xfrm flipH="1">
              <a:off x="-2472204" y="3558958"/>
              <a:ext cx="23415" cy="9685"/>
            </a:xfrm>
            <a:custGeom>
              <a:avLst/>
              <a:gdLst/>
              <a:ahLst/>
              <a:cxnLst/>
              <a:rect l="l" t="t" r="r" b="b"/>
              <a:pathLst>
                <a:path w="191" h="79" extrusionOk="0">
                  <a:moveTo>
                    <a:pt x="190" y="0"/>
                  </a:moveTo>
                  <a:lnTo>
                    <a:pt x="1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4"/>
            <p:cNvSpPr/>
            <p:nvPr/>
          </p:nvSpPr>
          <p:spPr>
            <a:xfrm flipH="1">
              <a:off x="-2475759" y="3555035"/>
              <a:ext cx="30893" cy="17653"/>
            </a:xfrm>
            <a:custGeom>
              <a:avLst/>
              <a:gdLst/>
              <a:ahLst/>
              <a:cxnLst/>
              <a:rect l="l" t="t" r="r" b="b"/>
              <a:pathLst>
                <a:path w="252" h="144" extrusionOk="0">
                  <a:moveTo>
                    <a:pt x="219" y="0"/>
                  </a:moveTo>
                  <a:cubicBezTo>
                    <a:pt x="215" y="0"/>
                    <a:pt x="210" y="1"/>
                    <a:pt x="206" y="3"/>
                  </a:cubicBezTo>
                  <a:lnTo>
                    <a:pt x="20" y="85"/>
                  </a:lnTo>
                  <a:cubicBezTo>
                    <a:pt x="10" y="88"/>
                    <a:pt x="0" y="98"/>
                    <a:pt x="0" y="111"/>
                  </a:cubicBezTo>
                  <a:cubicBezTo>
                    <a:pt x="0" y="114"/>
                    <a:pt x="4" y="120"/>
                    <a:pt x="4" y="124"/>
                  </a:cubicBezTo>
                  <a:cubicBezTo>
                    <a:pt x="7" y="133"/>
                    <a:pt x="20" y="143"/>
                    <a:pt x="33" y="143"/>
                  </a:cubicBezTo>
                  <a:cubicBezTo>
                    <a:pt x="36" y="143"/>
                    <a:pt x="40" y="140"/>
                    <a:pt x="46" y="140"/>
                  </a:cubicBezTo>
                  <a:lnTo>
                    <a:pt x="232" y="62"/>
                  </a:lnTo>
                  <a:cubicBezTo>
                    <a:pt x="242" y="55"/>
                    <a:pt x="252" y="45"/>
                    <a:pt x="252" y="32"/>
                  </a:cubicBezTo>
                  <a:cubicBezTo>
                    <a:pt x="248" y="29"/>
                    <a:pt x="248" y="26"/>
                    <a:pt x="248" y="19"/>
                  </a:cubicBezTo>
                  <a:cubicBezTo>
                    <a:pt x="244" y="7"/>
                    <a:pt x="232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4"/>
            <p:cNvSpPr/>
            <p:nvPr/>
          </p:nvSpPr>
          <p:spPr>
            <a:xfrm flipH="1">
              <a:off x="-2260855" y="3647347"/>
              <a:ext cx="74904" cy="30893"/>
            </a:xfrm>
            <a:custGeom>
              <a:avLst/>
              <a:gdLst/>
              <a:ahLst/>
              <a:cxnLst/>
              <a:rect l="l" t="t" r="r" b="b"/>
              <a:pathLst>
                <a:path w="611" h="252" extrusionOk="0">
                  <a:moveTo>
                    <a:pt x="611" y="1"/>
                  </a:moveTo>
                  <a:lnTo>
                    <a:pt x="1" y="2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4"/>
            <p:cNvSpPr/>
            <p:nvPr/>
          </p:nvSpPr>
          <p:spPr>
            <a:xfrm flipH="1">
              <a:off x="-2266984" y="3643179"/>
              <a:ext cx="85079" cy="39107"/>
            </a:xfrm>
            <a:custGeom>
              <a:avLst/>
              <a:gdLst/>
              <a:ahLst/>
              <a:cxnLst/>
              <a:rect l="l" t="t" r="r" b="b"/>
              <a:pathLst>
                <a:path w="694" h="319" extrusionOk="0">
                  <a:moveTo>
                    <a:pt x="650" y="0"/>
                  </a:moveTo>
                  <a:cubicBezTo>
                    <a:pt x="645" y="0"/>
                    <a:pt x="640" y="2"/>
                    <a:pt x="634" y="5"/>
                  </a:cubicBezTo>
                  <a:lnTo>
                    <a:pt x="20" y="260"/>
                  </a:lnTo>
                  <a:cubicBezTo>
                    <a:pt x="7" y="263"/>
                    <a:pt x="1" y="276"/>
                    <a:pt x="1" y="286"/>
                  </a:cubicBezTo>
                  <a:cubicBezTo>
                    <a:pt x="1" y="293"/>
                    <a:pt x="1" y="296"/>
                    <a:pt x="4" y="299"/>
                  </a:cubicBezTo>
                  <a:cubicBezTo>
                    <a:pt x="7" y="309"/>
                    <a:pt x="20" y="319"/>
                    <a:pt x="34" y="319"/>
                  </a:cubicBezTo>
                  <a:cubicBezTo>
                    <a:pt x="37" y="319"/>
                    <a:pt x="40" y="315"/>
                    <a:pt x="43" y="315"/>
                  </a:cubicBezTo>
                  <a:cubicBezTo>
                    <a:pt x="252" y="230"/>
                    <a:pt x="458" y="142"/>
                    <a:pt x="657" y="61"/>
                  </a:cubicBezTo>
                  <a:cubicBezTo>
                    <a:pt x="693" y="50"/>
                    <a:pt x="679" y="0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4"/>
            <p:cNvSpPr/>
            <p:nvPr/>
          </p:nvSpPr>
          <p:spPr>
            <a:xfrm flipH="1">
              <a:off x="-1757490" y="3848644"/>
              <a:ext cx="203013" cy="30526"/>
            </a:xfrm>
            <a:custGeom>
              <a:avLst/>
              <a:gdLst/>
              <a:ahLst/>
              <a:cxnLst/>
              <a:rect l="l" t="t" r="r" b="b"/>
              <a:pathLst>
                <a:path w="1656" h="249" extrusionOk="0">
                  <a:moveTo>
                    <a:pt x="1" y="121"/>
                  </a:moveTo>
                  <a:cubicBezTo>
                    <a:pt x="317" y="183"/>
                    <a:pt x="637" y="235"/>
                    <a:pt x="833" y="245"/>
                  </a:cubicBezTo>
                  <a:cubicBezTo>
                    <a:pt x="925" y="249"/>
                    <a:pt x="1225" y="154"/>
                    <a:pt x="1656" y="0"/>
                  </a:cubicBezTo>
                  <a:cubicBezTo>
                    <a:pt x="1225" y="154"/>
                    <a:pt x="925" y="249"/>
                    <a:pt x="833" y="245"/>
                  </a:cubicBezTo>
                  <a:cubicBezTo>
                    <a:pt x="637" y="235"/>
                    <a:pt x="317" y="183"/>
                    <a:pt x="1" y="1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4"/>
            <p:cNvSpPr/>
            <p:nvPr/>
          </p:nvSpPr>
          <p:spPr>
            <a:xfrm flipH="1">
              <a:off x="-1763007" y="3844353"/>
              <a:ext cx="212085" cy="38004"/>
            </a:xfrm>
            <a:custGeom>
              <a:avLst/>
              <a:gdLst/>
              <a:ahLst/>
              <a:cxnLst/>
              <a:rect l="l" t="t" r="r" b="b"/>
              <a:pathLst>
                <a:path w="1730" h="310" extrusionOk="0">
                  <a:moveTo>
                    <a:pt x="1683" y="1"/>
                  </a:moveTo>
                  <a:cubicBezTo>
                    <a:pt x="1679" y="1"/>
                    <a:pt x="1676" y="2"/>
                    <a:pt x="1672" y="3"/>
                  </a:cubicBezTo>
                  <a:cubicBezTo>
                    <a:pt x="1124" y="204"/>
                    <a:pt x="932" y="248"/>
                    <a:pt x="869" y="248"/>
                  </a:cubicBezTo>
                  <a:cubicBezTo>
                    <a:pt x="866" y="248"/>
                    <a:pt x="864" y="248"/>
                    <a:pt x="862" y="248"/>
                  </a:cubicBezTo>
                  <a:cubicBezTo>
                    <a:pt x="663" y="235"/>
                    <a:pt x="467" y="208"/>
                    <a:pt x="271" y="173"/>
                  </a:cubicBezTo>
                  <a:cubicBezTo>
                    <a:pt x="200" y="159"/>
                    <a:pt x="118" y="143"/>
                    <a:pt x="36" y="127"/>
                  </a:cubicBezTo>
                  <a:cubicBezTo>
                    <a:pt x="35" y="126"/>
                    <a:pt x="33" y="126"/>
                    <a:pt x="31" y="126"/>
                  </a:cubicBezTo>
                  <a:cubicBezTo>
                    <a:pt x="17" y="126"/>
                    <a:pt x="3" y="138"/>
                    <a:pt x="0" y="153"/>
                  </a:cubicBezTo>
                  <a:cubicBezTo>
                    <a:pt x="0" y="153"/>
                    <a:pt x="0" y="156"/>
                    <a:pt x="0" y="159"/>
                  </a:cubicBezTo>
                  <a:cubicBezTo>
                    <a:pt x="0" y="173"/>
                    <a:pt x="10" y="186"/>
                    <a:pt x="27" y="189"/>
                  </a:cubicBezTo>
                  <a:cubicBezTo>
                    <a:pt x="415" y="261"/>
                    <a:pt x="692" y="303"/>
                    <a:pt x="862" y="310"/>
                  </a:cubicBezTo>
                  <a:lnTo>
                    <a:pt x="869" y="310"/>
                  </a:lnTo>
                  <a:cubicBezTo>
                    <a:pt x="963" y="310"/>
                    <a:pt x="1234" y="228"/>
                    <a:pt x="1695" y="62"/>
                  </a:cubicBezTo>
                  <a:cubicBezTo>
                    <a:pt x="1730" y="50"/>
                    <a:pt x="1715" y="1"/>
                    <a:pt x="1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4"/>
            <p:cNvSpPr/>
            <p:nvPr/>
          </p:nvSpPr>
          <p:spPr>
            <a:xfrm flipH="1">
              <a:off x="-1637472" y="2865085"/>
              <a:ext cx="1222983" cy="757867"/>
            </a:xfrm>
            <a:custGeom>
              <a:avLst/>
              <a:gdLst/>
              <a:ahLst/>
              <a:cxnLst/>
              <a:rect l="l" t="t" r="r" b="b"/>
              <a:pathLst>
                <a:path w="9976" h="6182" extrusionOk="0">
                  <a:moveTo>
                    <a:pt x="5997" y="0"/>
                  </a:moveTo>
                  <a:cubicBezTo>
                    <a:pt x="5997" y="0"/>
                    <a:pt x="1545" y="428"/>
                    <a:pt x="536" y="1277"/>
                  </a:cubicBezTo>
                  <a:cubicBezTo>
                    <a:pt x="1" y="2324"/>
                    <a:pt x="226" y="3891"/>
                    <a:pt x="575" y="4169"/>
                  </a:cubicBezTo>
                  <a:cubicBezTo>
                    <a:pt x="944" y="4459"/>
                    <a:pt x="1545" y="4678"/>
                    <a:pt x="2321" y="4913"/>
                  </a:cubicBezTo>
                  <a:cubicBezTo>
                    <a:pt x="3098" y="5151"/>
                    <a:pt x="8216" y="6039"/>
                    <a:pt x="8216" y="6039"/>
                  </a:cubicBezTo>
                  <a:cubicBezTo>
                    <a:pt x="8216" y="6039"/>
                    <a:pt x="8526" y="6181"/>
                    <a:pt x="8871" y="6181"/>
                  </a:cubicBezTo>
                  <a:cubicBezTo>
                    <a:pt x="8943" y="6181"/>
                    <a:pt x="9018" y="6175"/>
                    <a:pt x="9091" y="6160"/>
                  </a:cubicBezTo>
                  <a:cubicBezTo>
                    <a:pt x="9166" y="6127"/>
                    <a:pt x="9244" y="6098"/>
                    <a:pt x="9326" y="6072"/>
                  </a:cubicBezTo>
                  <a:cubicBezTo>
                    <a:pt x="9577" y="5931"/>
                    <a:pt x="9780" y="5628"/>
                    <a:pt x="9806" y="5027"/>
                  </a:cubicBezTo>
                  <a:cubicBezTo>
                    <a:pt x="9829" y="4433"/>
                    <a:pt x="9881" y="3023"/>
                    <a:pt x="9917" y="2246"/>
                  </a:cubicBezTo>
                  <a:cubicBezTo>
                    <a:pt x="9917" y="2246"/>
                    <a:pt x="9962" y="1414"/>
                    <a:pt x="9976" y="1375"/>
                  </a:cubicBezTo>
                  <a:lnTo>
                    <a:pt x="8108" y="138"/>
                  </a:lnTo>
                  <a:cubicBezTo>
                    <a:pt x="8050" y="138"/>
                    <a:pt x="6059" y="4"/>
                    <a:pt x="599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4"/>
            <p:cNvSpPr/>
            <p:nvPr/>
          </p:nvSpPr>
          <p:spPr>
            <a:xfrm flipH="1">
              <a:off x="-2552993" y="2132717"/>
              <a:ext cx="1169287" cy="585257"/>
            </a:xfrm>
            <a:custGeom>
              <a:avLst/>
              <a:gdLst/>
              <a:ahLst/>
              <a:cxnLst/>
              <a:rect l="l" t="t" r="r" b="b"/>
              <a:pathLst>
                <a:path w="9538" h="4774" extrusionOk="0">
                  <a:moveTo>
                    <a:pt x="143" y="0"/>
                  </a:moveTo>
                  <a:cubicBezTo>
                    <a:pt x="124" y="0"/>
                    <a:pt x="108" y="1"/>
                    <a:pt x="95" y="1"/>
                  </a:cubicBezTo>
                  <a:cubicBezTo>
                    <a:pt x="59" y="5"/>
                    <a:pt x="26" y="18"/>
                    <a:pt x="0" y="44"/>
                  </a:cubicBezTo>
                  <a:cubicBezTo>
                    <a:pt x="2024" y="213"/>
                    <a:pt x="6306" y="687"/>
                    <a:pt x="7139" y="821"/>
                  </a:cubicBezTo>
                  <a:cubicBezTo>
                    <a:pt x="8180" y="987"/>
                    <a:pt x="8431" y="1245"/>
                    <a:pt x="8314" y="1947"/>
                  </a:cubicBezTo>
                  <a:cubicBezTo>
                    <a:pt x="8209" y="2570"/>
                    <a:pt x="8007" y="4382"/>
                    <a:pt x="7964" y="4773"/>
                  </a:cubicBezTo>
                  <a:cubicBezTo>
                    <a:pt x="8356" y="4724"/>
                    <a:pt x="8715" y="4679"/>
                    <a:pt x="9006" y="4643"/>
                  </a:cubicBezTo>
                  <a:lnTo>
                    <a:pt x="9041" y="4649"/>
                  </a:lnTo>
                  <a:lnTo>
                    <a:pt x="9074" y="4636"/>
                  </a:lnTo>
                  <a:cubicBezTo>
                    <a:pt x="9074" y="4636"/>
                    <a:pt x="9306" y="2547"/>
                    <a:pt x="9423" y="1881"/>
                  </a:cubicBezTo>
                  <a:cubicBezTo>
                    <a:pt x="9538" y="1219"/>
                    <a:pt x="9286" y="974"/>
                    <a:pt x="8245" y="814"/>
                  </a:cubicBezTo>
                  <a:cubicBezTo>
                    <a:pt x="7226" y="657"/>
                    <a:pt x="1007" y="0"/>
                    <a:pt x="143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80" name="Google Shape;1780;p54"/>
            <p:cNvGrpSpPr/>
            <p:nvPr/>
          </p:nvGrpSpPr>
          <p:grpSpPr>
            <a:xfrm>
              <a:off x="-1488639" y="2532127"/>
              <a:ext cx="678594" cy="525732"/>
              <a:chOff x="-1753441" y="823246"/>
              <a:chExt cx="833449" cy="645703"/>
            </a:xfrm>
          </p:grpSpPr>
          <p:sp>
            <p:nvSpPr>
              <p:cNvPr id="1781" name="Google Shape;1781;p54"/>
              <p:cNvSpPr/>
              <p:nvPr/>
            </p:nvSpPr>
            <p:spPr>
              <a:xfrm flipH="1">
                <a:off x="-1750433" y="842870"/>
                <a:ext cx="830442" cy="617498"/>
              </a:xfrm>
              <a:custGeom>
                <a:avLst/>
                <a:gdLst/>
                <a:ahLst/>
                <a:cxnLst/>
                <a:rect l="l" t="t" r="r" b="b"/>
                <a:pathLst>
                  <a:path w="6774" h="5037" extrusionOk="0">
                    <a:moveTo>
                      <a:pt x="6557" y="1"/>
                    </a:moveTo>
                    <a:cubicBezTo>
                      <a:pt x="6466" y="1"/>
                      <a:pt x="6369" y="93"/>
                      <a:pt x="6369" y="93"/>
                    </a:cubicBezTo>
                    <a:cubicBezTo>
                      <a:pt x="6369" y="93"/>
                      <a:pt x="5911" y="71"/>
                      <a:pt x="5245" y="71"/>
                    </a:cubicBezTo>
                    <a:cubicBezTo>
                      <a:pt x="3715" y="71"/>
                      <a:pt x="1082" y="187"/>
                      <a:pt x="343" y="948"/>
                    </a:cubicBezTo>
                    <a:cubicBezTo>
                      <a:pt x="343" y="948"/>
                      <a:pt x="282" y="878"/>
                      <a:pt x="230" y="878"/>
                    </a:cubicBezTo>
                    <a:cubicBezTo>
                      <a:pt x="197" y="878"/>
                      <a:pt x="168" y="906"/>
                      <a:pt x="161" y="997"/>
                    </a:cubicBezTo>
                    <a:cubicBezTo>
                      <a:pt x="151" y="1138"/>
                      <a:pt x="190" y="1278"/>
                      <a:pt x="275" y="1392"/>
                    </a:cubicBezTo>
                    <a:cubicBezTo>
                      <a:pt x="275" y="1392"/>
                      <a:pt x="1" y="3475"/>
                      <a:pt x="595" y="4689"/>
                    </a:cubicBezTo>
                    <a:cubicBezTo>
                      <a:pt x="595" y="4689"/>
                      <a:pt x="530" y="4927"/>
                      <a:pt x="660" y="5015"/>
                    </a:cubicBezTo>
                    <a:cubicBezTo>
                      <a:pt x="682" y="5030"/>
                      <a:pt x="705" y="5037"/>
                      <a:pt x="727" y="5037"/>
                    </a:cubicBezTo>
                    <a:cubicBezTo>
                      <a:pt x="841" y="5037"/>
                      <a:pt x="951" y="4875"/>
                      <a:pt x="951" y="4875"/>
                    </a:cubicBezTo>
                    <a:cubicBezTo>
                      <a:pt x="951" y="4875"/>
                      <a:pt x="3366" y="4735"/>
                      <a:pt x="4518" y="4542"/>
                    </a:cubicBezTo>
                    <a:cubicBezTo>
                      <a:pt x="4518" y="4542"/>
                      <a:pt x="4959" y="4580"/>
                      <a:pt x="5407" y="4580"/>
                    </a:cubicBezTo>
                    <a:cubicBezTo>
                      <a:pt x="5688" y="4580"/>
                      <a:pt x="5973" y="4565"/>
                      <a:pt x="6153" y="4516"/>
                    </a:cubicBezTo>
                    <a:cubicBezTo>
                      <a:pt x="6153" y="4516"/>
                      <a:pt x="6371" y="4664"/>
                      <a:pt x="6504" y="4664"/>
                    </a:cubicBezTo>
                    <a:cubicBezTo>
                      <a:pt x="6566" y="4664"/>
                      <a:pt x="6609" y="4632"/>
                      <a:pt x="6604" y="4539"/>
                    </a:cubicBezTo>
                    <a:cubicBezTo>
                      <a:pt x="6584" y="4245"/>
                      <a:pt x="6424" y="4134"/>
                      <a:pt x="6424" y="4134"/>
                    </a:cubicBezTo>
                    <a:cubicBezTo>
                      <a:pt x="6424" y="4134"/>
                      <a:pt x="6774" y="2747"/>
                      <a:pt x="6620" y="1572"/>
                    </a:cubicBezTo>
                    <a:cubicBezTo>
                      <a:pt x="6480" y="504"/>
                      <a:pt x="6506" y="501"/>
                      <a:pt x="6506" y="501"/>
                    </a:cubicBezTo>
                    <a:cubicBezTo>
                      <a:pt x="6506" y="501"/>
                      <a:pt x="6757" y="233"/>
                      <a:pt x="6663" y="67"/>
                    </a:cubicBezTo>
                    <a:cubicBezTo>
                      <a:pt x="6634" y="18"/>
                      <a:pt x="6596" y="1"/>
                      <a:pt x="65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54"/>
              <p:cNvSpPr/>
              <p:nvPr/>
            </p:nvSpPr>
            <p:spPr>
              <a:xfrm flipH="1">
                <a:off x="-1750621" y="823246"/>
                <a:ext cx="830442" cy="643978"/>
              </a:xfrm>
              <a:custGeom>
                <a:avLst/>
                <a:gdLst/>
                <a:ahLst/>
                <a:cxnLst/>
                <a:rect l="l" t="t" r="r" b="b"/>
                <a:pathLst>
                  <a:path w="6774" h="5253" extrusionOk="0">
                    <a:moveTo>
                      <a:pt x="6369" y="239"/>
                    </a:moveTo>
                    <a:cubicBezTo>
                      <a:pt x="6369" y="239"/>
                      <a:pt x="1404" y="1"/>
                      <a:pt x="343" y="1094"/>
                    </a:cubicBezTo>
                    <a:cubicBezTo>
                      <a:pt x="343" y="1094"/>
                      <a:pt x="180" y="908"/>
                      <a:pt x="161" y="1143"/>
                    </a:cubicBezTo>
                    <a:cubicBezTo>
                      <a:pt x="151" y="1284"/>
                      <a:pt x="190" y="1424"/>
                      <a:pt x="275" y="1538"/>
                    </a:cubicBezTo>
                    <a:cubicBezTo>
                      <a:pt x="275" y="1538"/>
                      <a:pt x="1" y="3621"/>
                      <a:pt x="595" y="4835"/>
                    </a:cubicBezTo>
                    <a:cubicBezTo>
                      <a:pt x="595" y="4835"/>
                      <a:pt x="530" y="5073"/>
                      <a:pt x="660" y="5161"/>
                    </a:cubicBezTo>
                    <a:cubicBezTo>
                      <a:pt x="794" y="5253"/>
                      <a:pt x="951" y="5021"/>
                      <a:pt x="951" y="5021"/>
                    </a:cubicBezTo>
                    <a:cubicBezTo>
                      <a:pt x="951" y="5021"/>
                      <a:pt x="3366" y="4881"/>
                      <a:pt x="4518" y="4688"/>
                    </a:cubicBezTo>
                    <a:cubicBezTo>
                      <a:pt x="4518" y="4688"/>
                      <a:pt x="5687" y="4789"/>
                      <a:pt x="6153" y="4662"/>
                    </a:cubicBezTo>
                    <a:cubicBezTo>
                      <a:pt x="6153" y="4662"/>
                      <a:pt x="6620" y="4978"/>
                      <a:pt x="6604" y="4685"/>
                    </a:cubicBezTo>
                    <a:cubicBezTo>
                      <a:pt x="6584" y="4391"/>
                      <a:pt x="6424" y="4280"/>
                      <a:pt x="6424" y="4280"/>
                    </a:cubicBezTo>
                    <a:cubicBezTo>
                      <a:pt x="6424" y="4280"/>
                      <a:pt x="6774" y="2893"/>
                      <a:pt x="6620" y="1718"/>
                    </a:cubicBezTo>
                    <a:cubicBezTo>
                      <a:pt x="6480" y="650"/>
                      <a:pt x="6506" y="647"/>
                      <a:pt x="6506" y="647"/>
                    </a:cubicBezTo>
                    <a:cubicBezTo>
                      <a:pt x="6506" y="647"/>
                      <a:pt x="6757" y="379"/>
                      <a:pt x="6663" y="213"/>
                    </a:cubicBezTo>
                    <a:cubicBezTo>
                      <a:pt x="6568" y="50"/>
                      <a:pt x="6369" y="239"/>
                      <a:pt x="6369" y="23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35000">
                    <a:schemeClr val="accent1"/>
                  </a:gs>
                  <a:gs pos="100000">
                    <a:schemeClr val="accent3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54"/>
              <p:cNvSpPr/>
              <p:nvPr/>
            </p:nvSpPr>
            <p:spPr>
              <a:xfrm flipH="1">
                <a:off x="-1753441" y="837467"/>
                <a:ext cx="833261" cy="624977"/>
              </a:xfrm>
              <a:custGeom>
                <a:avLst/>
                <a:gdLst/>
                <a:ahLst/>
                <a:cxnLst/>
                <a:rect l="l" t="t" r="r" b="b"/>
                <a:pathLst>
                  <a:path w="6797" h="5098" extrusionOk="0">
                    <a:moveTo>
                      <a:pt x="6558" y="63"/>
                    </a:moveTo>
                    <a:cubicBezTo>
                      <a:pt x="6562" y="63"/>
                      <a:pt x="6567" y="64"/>
                      <a:pt x="6571" y="64"/>
                    </a:cubicBezTo>
                    <a:cubicBezTo>
                      <a:pt x="6601" y="68"/>
                      <a:pt x="6623" y="87"/>
                      <a:pt x="6637" y="113"/>
                    </a:cubicBezTo>
                    <a:cubicBezTo>
                      <a:pt x="6705" y="234"/>
                      <a:pt x="6548" y="440"/>
                      <a:pt x="6483" y="511"/>
                    </a:cubicBezTo>
                    <a:lnTo>
                      <a:pt x="6480" y="515"/>
                    </a:lnTo>
                    <a:cubicBezTo>
                      <a:pt x="6470" y="528"/>
                      <a:pt x="6450" y="551"/>
                      <a:pt x="6591" y="1608"/>
                    </a:cubicBezTo>
                    <a:cubicBezTo>
                      <a:pt x="6741" y="2760"/>
                      <a:pt x="6398" y="4141"/>
                      <a:pt x="6395" y="4157"/>
                    </a:cubicBezTo>
                    <a:cubicBezTo>
                      <a:pt x="6392" y="4167"/>
                      <a:pt x="6395" y="4180"/>
                      <a:pt x="6408" y="4190"/>
                    </a:cubicBezTo>
                    <a:cubicBezTo>
                      <a:pt x="6411" y="4193"/>
                      <a:pt x="6558" y="4298"/>
                      <a:pt x="6571" y="4572"/>
                    </a:cubicBezTo>
                    <a:cubicBezTo>
                      <a:pt x="6575" y="4611"/>
                      <a:pt x="6565" y="4640"/>
                      <a:pt x="6545" y="4654"/>
                    </a:cubicBezTo>
                    <a:cubicBezTo>
                      <a:pt x="6534" y="4660"/>
                      <a:pt x="6520" y="4662"/>
                      <a:pt x="6504" y="4662"/>
                    </a:cubicBezTo>
                    <a:cubicBezTo>
                      <a:pt x="6415" y="4662"/>
                      <a:pt x="6261" y="4580"/>
                      <a:pt x="6170" y="4520"/>
                    </a:cubicBezTo>
                    <a:cubicBezTo>
                      <a:pt x="6166" y="4516"/>
                      <a:pt x="6161" y="4514"/>
                      <a:pt x="6156" y="4514"/>
                    </a:cubicBezTo>
                    <a:cubicBezTo>
                      <a:pt x="6153" y="4514"/>
                      <a:pt x="6150" y="4515"/>
                      <a:pt x="6147" y="4516"/>
                    </a:cubicBezTo>
                    <a:cubicBezTo>
                      <a:pt x="5972" y="4564"/>
                      <a:pt x="5697" y="4578"/>
                      <a:pt x="5422" y="4578"/>
                    </a:cubicBezTo>
                    <a:cubicBezTo>
                      <a:pt x="4974" y="4578"/>
                      <a:pt x="4526" y="4539"/>
                      <a:pt x="4518" y="4539"/>
                    </a:cubicBezTo>
                    <a:lnTo>
                      <a:pt x="4512" y="4539"/>
                    </a:lnTo>
                    <a:cubicBezTo>
                      <a:pt x="3376" y="4729"/>
                      <a:pt x="973" y="4872"/>
                      <a:pt x="947" y="4872"/>
                    </a:cubicBezTo>
                    <a:cubicBezTo>
                      <a:pt x="938" y="4875"/>
                      <a:pt x="931" y="4879"/>
                      <a:pt x="924" y="4889"/>
                    </a:cubicBezTo>
                    <a:cubicBezTo>
                      <a:pt x="924" y="4889"/>
                      <a:pt x="821" y="5035"/>
                      <a:pt x="726" y="5035"/>
                    </a:cubicBezTo>
                    <a:cubicBezTo>
                      <a:pt x="709" y="5035"/>
                      <a:pt x="692" y="5030"/>
                      <a:pt x="676" y="5019"/>
                    </a:cubicBezTo>
                    <a:cubicBezTo>
                      <a:pt x="565" y="4944"/>
                      <a:pt x="621" y="4725"/>
                      <a:pt x="621" y="4725"/>
                    </a:cubicBezTo>
                    <a:cubicBezTo>
                      <a:pt x="624" y="4719"/>
                      <a:pt x="624" y="4712"/>
                      <a:pt x="621" y="4706"/>
                    </a:cubicBezTo>
                    <a:cubicBezTo>
                      <a:pt x="40" y="3514"/>
                      <a:pt x="301" y="1448"/>
                      <a:pt x="304" y="1425"/>
                    </a:cubicBezTo>
                    <a:cubicBezTo>
                      <a:pt x="304" y="1419"/>
                      <a:pt x="304" y="1409"/>
                      <a:pt x="298" y="1403"/>
                    </a:cubicBezTo>
                    <a:cubicBezTo>
                      <a:pt x="219" y="1295"/>
                      <a:pt x="184" y="1161"/>
                      <a:pt x="193" y="1027"/>
                    </a:cubicBezTo>
                    <a:cubicBezTo>
                      <a:pt x="197" y="968"/>
                      <a:pt x="213" y="942"/>
                      <a:pt x="223" y="939"/>
                    </a:cubicBezTo>
                    <a:lnTo>
                      <a:pt x="229" y="939"/>
                    </a:lnTo>
                    <a:cubicBezTo>
                      <a:pt x="265" y="949"/>
                      <a:pt x="295" y="972"/>
                      <a:pt x="317" y="1001"/>
                    </a:cubicBezTo>
                    <a:cubicBezTo>
                      <a:pt x="324" y="1008"/>
                      <a:pt x="330" y="1011"/>
                      <a:pt x="340" y="1011"/>
                    </a:cubicBezTo>
                    <a:cubicBezTo>
                      <a:pt x="347" y="1011"/>
                      <a:pt x="357" y="1008"/>
                      <a:pt x="363" y="1001"/>
                    </a:cubicBezTo>
                    <a:cubicBezTo>
                      <a:pt x="1093" y="248"/>
                      <a:pt x="3741" y="135"/>
                      <a:pt x="5265" y="135"/>
                    </a:cubicBezTo>
                    <a:cubicBezTo>
                      <a:pt x="5908" y="135"/>
                      <a:pt x="6351" y="155"/>
                      <a:pt x="6366" y="156"/>
                    </a:cubicBezTo>
                    <a:cubicBezTo>
                      <a:pt x="6375" y="156"/>
                      <a:pt x="6382" y="152"/>
                      <a:pt x="6388" y="149"/>
                    </a:cubicBezTo>
                    <a:cubicBezTo>
                      <a:pt x="6416" y="122"/>
                      <a:pt x="6494" y="63"/>
                      <a:pt x="6558" y="63"/>
                    </a:cubicBezTo>
                    <a:close/>
                    <a:moveTo>
                      <a:pt x="6559" y="1"/>
                    </a:moveTo>
                    <a:cubicBezTo>
                      <a:pt x="6475" y="1"/>
                      <a:pt x="6389" y="67"/>
                      <a:pt x="6359" y="94"/>
                    </a:cubicBezTo>
                    <a:cubicBezTo>
                      <a:pt x="6264" y="89"/>
                      <a:pt x="5820" y="70"/>
                      <a:pt x="5210" y="70"/>
                    </a:cubicBezTo>
                    <a:cubicBezTo>
                      <a:pt x="3684" y="70"/>
                      <a:pt x="1117" y="188"/>
                      <a:pt x="343" y="936"/>
                    </a:cubicBezTo>
                    <a:cubicBezTo>
                      <a:pt x="316" y="911"/>
                      <a:pt x="272" y="877"/>
                      <a:pt x="229" y="877"/>
                    </a:cubicBezTo>
                    <a:cubicBezTo>
                      <a:pt x="222" y="877"/>
                      <a:pt x="214" y="878"/>
                      <a:pt x="206" y="880"/>
                    </a:cubicBezTo>
                    <a:cubicBezTo>
                      <a:pt x="161" y="897"/>
                      <a:pt x="138" y="942"/>
                      <a:pt x="131" y="1024"/>
                    </a:cubicBezTo>
                    <a:cubicBezTo>
                      <a:pt x="122" y="1168"/>
                      <a:pt x="161" y="1311"/>
                      <a:pt x="242" y="1432"/>
                    </a:cubicBezTo>
                    <a:cubicBezTo>
                      <a:pt x="223" y="1608"/>
                      <a:pt x="1" y="3563"/>
                      <a:pt x="562" y="4722"/>
                    </a:cubicBezTo>
                    <a:cubicBezTo>
                      <a:pt x="549" y="4774"/>
                      <a:pt x="513" y="4980"/>
                      <a:pt x="644" y="5071"/>
                    </a:cubicBezTo>
                    <a:cubicBezTo>
                      <a:pt x="667" y="5088"/>
                      <a:pt x="696" y="5097"/>
                      <a:pt x="729" y="5097"/>
                    </a:cubicBezTo>
                    <a:cubicBezTo>
                      <a:pt x="836" y="5097"/>
                      <a:pt x="938" y="4977"/>
                      <a:pt x="970" y="4934"/>
                    </a:cubicBezTo>
                    <a:cubicBezTo>
                      <a:pt x="1173" y="4924"/>
                      <a:pt x="3425" y="4784"/>
                      <a:pt x="4521" y="4601"/>
                    </a:cubicBezTo>
                    <a:cubicBezTo>
                      <a:pt x="4573" y="4607"/>
                      <a:pt x="4983" y="4641"/>
                      <a:pt x="5404" y="4641"/>
                    </a:cubicBezTo>
                    <a:cubicBezTo>
                      <a:pt x="5682" y="4641"/>
                      <a:pt x="5964" y="4627"/>
                      <a:pt x="6150" y="4578"/>
                    </a:cubicBezTo>
                    <a:cubicBezTo>
                      <a:pt x="6201" y="4613"/>
                      <a:pt x="6378" y="4723"/>
                      <a:pt x="6504" y="4723"/>
                    </a:cubicBezTo>
                    <a:cubicBezTo>
                      <a:pt x="6532" y="4723"/>
                      <a:pt x="6557" y="4718"/>
                      <a:pt x="6578" y="4706"/>
                    </a:cubicBezTo>
                    <a:cubicBezTo>
                      <a:pt x="6620" y="4683"/>
                      <a:pt x="6640" y="4634"/>
                      <a:pt x="6637" y="4565"/>
                    </a:cubicBezTo>
                    <a:cubicBezTo>
                      <a:pt x="6620" y="4314"/>
                      <a:pt x="6506" y="4193"/>
                      <a:pt x="6460" y="4151"/>
                    </a:cubicBezTo>
                    <a:cubicBezTo>
                      <a:pt x="6503" y="3981"/>
                      <a:pt x="6796" y="2689"/>
                      <a:pt x="6653" y="1598"/>
                    </a:cubicBezTo>
                    <a:cubicBezTo>
                      <a:pt x="6542" y="746"/>
                      <a:pt x="6535" y="577"/>
                      <a:pt x="6535" y="547"/>
                    </a:cubicBezTo>
                    <a:cubicBezTo>
                      <a:pt x="6578" y="502"/>
                      <a:pt x="6790" y="254"/>
                      <a:pt x="6692" y="84"/>
                    </a:cubicBezTo>
                    <a:cubicBezTo>
                      <a:pt x="6669" y="38"/>
                      <a:pt x="6630" y="9"/>
                      <a:pt x="6581" y="2"/>
                    </a:cubicBezTo>
                    <a:cubicBezTo>
                      <a:pt x="6574" y="1"/>
                      <a:pt x="6567" y="1"/>
                      <a:pt x="6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54"/>
              <p:cNvSpPr/>
              <p:nvPr/>
            </p:nvSpPr>
            <p:spPr>
              <a:xfrm flipH="1">
                <a:off x="-1750801" y="830978"/>
                <a:ext cx="788760" cy="637971"/>
              </a:xfrm>
              <a:custGeom>
                <a:avLst/>
                <a:gdLst/>
                <a:ahLst/>
                <a:cxnLst/>
                <a:rect l="l" t="t" r="r" b="b"/>
                <a:pathLst>
                  <a:path w="6434" h="5204" extrusionOk="0">
                    <a:moveTo>
                      <a:pt x="6163" y="601"/>
                    </a:moveTo>
                    <a:cubicBezTo>
                      <a:pt x="6163" y="601"/>
                      <a:pt x="6137" y="601"/>
                      <a:pt x="6280" y="1672"/>
                    </a:cubicBezTo>
                    <a:cubicBezTo>
                      <a:pt x="6434" y="2844"/>
                      <a:pt x="6081" y="4231"/>
                      <a:pt x="6081" y="4231"/>
                    </a:cubicBezTo>
                    <a:cubicBezTo>
                      <a:pt x="6081" y="4231"/>
                      <a:pt x="6245" y="4345"/>
                      <a:pt x="6261" y="4636"/>
                    </a:cubicBezTo>
                    <a:cubicBezTo>
                      <a:pt x="6277" y="4929"/>
                      <a:pt x="5814" y="4616"/>
                      <a:pt x="5814" y="4616"/>
                    </a:cubicBezTo>
                    <a:cubicBezTo>
                      <a:pt x="5344" y="4740"/>
                      <a:pt x="4175" y="4642"/>
                      <a:pt x="4175" y="4642"/>
                    </a:cubicBezTo>
                    <a:cubicBezTo>
                      <a:pt x="3026" y="4832"/>
                      <a:pt x="611" y="4975"/>
                      <a:pt x="611" y="4975"/>
                    </a:cubicBezTo>
                    <a:cubicBezTo>
                      <a:pt x="611" y="4975"/>
                      <a:pt x="451" y="5204"/>
                      <a:pt x="320" y="5115"/>
                    </a:cubicBezTo>
                    <a:cubicBezTo>
                      <a:pt x="187" y="5024"/>
                      <a:pt x="252" y="4789"/>
                      <a:pt x="252" y="4789"/>
                    </a:cubicBezTo>
                    <a:cubicBezTo>
                      <a:pt x="138" y="4544"/>
                      <a:pt x="53" y="4286"/>
                      <a:pt x="0" y="4022"/>
                    </a:cubicBezTo>
                    <a:cubicBezTo>
                      <a:pt x="1770" y="4329"/>
                      <a:pt x="2804" y="4120"/>
                      <a:pt x="3875" y="2889"/>
                    </a:cubicBezTo>
                    <a:cubicBezTo>
                      <a:pt x="4678" y="1962"/>
                      <a:pt x="4270" y="578"/>
                      <a:pt x="3712" y="197"/>
                    </a:cubicBezTo>
                    <a:cubicBezTo>
                      <a:pt x="4962" y="141"/>
                      <a:pt x="6029" y="193"/>
                      <a:pt x="6029" y="193"/>
                    </a:cubicBezTo>
                    <a:cubicBezTo>
                      <a:pt x="6029" y="193"/>
                      <a:pt x="6232" y="1"/>
                      <a:pt x="6326" y="167"/>
                    </a:cubicBezTo>
                    <a:cubicBezTo>
                      <a:pt x="6421" y="334"/>
                      <a:pt x="6163" y="601"/>
                      <a:pt x="6163" y="601"/>
                    </a:cubicBezTo>
                    <a:close/>
                  </a:path>
                </a:pathLst>
              </a:custGeom>
              <a:solidFill>
                <a:srgbClr val="FFFFFF">
                  <a:alpha val="33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85" name="Google Shape;1785;p54"/>
          <p:cNvSpPr/>
          <p:nvPr/>
        </p:nvSpPr>
        <p:spPr>
          <a:xfrm>
            <a:off x="1949200" y="3708050"/>
            <a:ext cx="5245500" cy="618900"/>
          </a:xfrm>
          <a:prstGeom prst="roundRect">
            <a:avLst>
              <a:gd name="adj" fmla="val 16218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6" name="Google Shape;1786;p54"/>
          <p:cNvSpPr txBox="1">
            <a:spLocks noGrp="1"/>
          </p:cNvSpPr>
          <p:nvPr>
            <p:ph type="ctrTitle"/>
          </p:nvPr>
        </p:nvSpPr>
        <p:spPr>
          <a:xfrm>
            <a:off x="2429950" y="535000"/>
            <a:ext cx="4284000" cy="8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87" name="Google Shape;1787;p54"/>
          <p:cNvSpPr txBox="1">
            <a:spLocks noGrp="1"/>
          </p:cNvSpPr>
          <p:nvPr>
            <p:ph type="subTitle" idx="1"/>
          </p:nvPr>
        </p:nvSpPr>
        <p:spPr>
          <a:xfrm>
            <a:off x="2995175" y="1540813"/>
            <a:ext cx="3153900" cy="10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788" name="Google Shape;1788;p54"/>
          <p:cNvGrpSpPr/>
          <p:nvPr/>
        </p:nvGrpSpPr>
        <p:grpSpPr>
          <a:xfrm>
            <a:off x="300282" y="430100"/>
            <a:ext cx="865966" cy="2380620"/>
            <a:chOff x="200618" y="652447"/>
            <a:chExt cx="1189840" cy="3270982"/>
          </a:xfrm>
        </p:grpSpPr>
        <p:sp>
          <p:nvSpPr>
            <p:cNvPr id="1789" name="Google Shape;1789;p54"/>
            <p:cNvSpPr/>
            <p:nvPr/>
          </p:nvSpPr>
          <p:spPr>
            <a:xfrm>
              <a:off x="702075" y="2559900"/>
              <a:ext cx="172125" cy="984225"/>
            </a:xfrm>
            <a:custGeom>
              <a:avLst/>
              <a:gdLst/>
              <a:ahLst/>
              <a:cxnLst/>
              <a:rect l="l" t="t" r="r" b="b"/>
              <a:pathLst>
                <a:path w="6885" h="39369" extrusionOk="0">
                  <a:moveTo>
                    <a:pt x="151" y="0"/>
                  </a:moveTo>
                  <a:lnTo>
                    <a:pt x="6885" y="1524"/>
                  </a:lnTo>
                  <a:lnTo>
                    <a:pt x="6741" y="39109"/>
                  </a:lnTo>
                  <a:lnTo>
                    <a:pt x="0" y="3936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790" name="Google Shape;1790;p54"/>
            <p:cNvSpPr/>
            <p:nvPr/>
          </p:nvSpPr>
          <p:spPr>
            <a:xfrm>
              <a:off x="205875" y="2444675"/>
              <a:ext cx="326975" cy="1384125"/>
            </a:xfrm>
            <a:custGeom>
              <a:avLst/>
              <a:gdLst/>
              <a:ahLst/>
              <a:cxnLst/>
              <a:rect l="l" t="t" r="r" b="b"/>
              <a:pathLst>
                <a:path w="13079" h="55365" extrusionOk="0">
                  <a:moveTo>
                    <a:pt x="90" y="0"/>
                  </a:moveTo>
                  <a:lnTo>
                    <a:pt x="13079" y="2922"/>
                  </a:lnTo>
                  <a:lnTo>
                    <a:pt x="12992" y="49230"/>
                  </a:lnTo>
                  <a:lnTo>
                    <a:pt x="0" y="5536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791" name="Google Shape;1791;p54"/>
            <p:cNvSpPr/>
            <p:nvPr/>
          </p:nvSpPr>
          <p:spPr>
            <a:xfrm>
              <a:off x="205875" y="704500"/>
              <a:ext cx="328325" cy="1557975"/>
            </a:xfrm>
            <a:custGeom>
              <a:avLst/>
              <a:gdLst/>
              <a:ahLst/>
              <a:cxnLst/>
              <a:rect l="l" t="t" r="r" b="b"/>
              <a:pathLst>
                <a:path w="13133" h="62319" extrusionOk="0">
                  <a:moveTo>
                    <a:pt x="57" y="0"/>
                  </a:moveTo>
                  <a:lnTo>
                    <a:pt x="13133" y="6943"/>
                  </a:lnTo>
                  <a:lnTo>
                    <a:pt x="13133" y="62319"/>
                  </a:lnTo>
                  <a:lnTo>
                    <a:pt x="0" y="585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792" name="Google Shape;1792;p54"/>
            <p:cNvSpPr/>
            <p:nvPr/>
          </p:nvSpPr>
          <p:spPr>
            <a:xfrm>
              <a:off x="705850" y="969700"/>
              <a:ext cx="166350" cy="1395150"/>
            </a:xfrm>
            <a:custGeom>
              <a:avLst/>
              <a:gdLst/>
              <a:ahLst/>
              <a:cxnLst/>
              <a:rect l="l" t="t" r="r" b="b"/>
              <a:pathLst>
                <a:path w="6654" h="55806" extrusionOk="0">
                  <a:moveTo>
                    <a:pt x="0" y="0"/>
                  </a:moveTo>
                  <a:lnTo>
                    <a:pt x="6650" y="3509"/>
                  </a:lnTo>
                  <a:lnTo>
                    <a:pt x="6654" y="55806"/>
                  </a:lnTo>
                  <a:lnTo>
                    <a:pt x="0" y="5366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793" name="Google Shape;1793;p54"/>
            <p:cNvSpPr/>
            <p:nvPr/>
          </p:nvSpPr>
          <p:spPr>
            <a:xfrm>
              <a:off x="204284" y="2386009"/>
              <a:ext cx="408766" cy="41651"/>
            </a:xfrm>
            <a:custGeom>
              <a:avLst/>
              <a:gdLst/>
              <a:ahLst/>
              <a:cxnLst/>
              <a:rect l="l" t="t" r="r" b="b"/>
              <a:pathLst>
                <a:path w="4014" h="409" extrusionOk="0">
                  <a:moveTo>
                    <a:pt x="1" y="0"/>
                  </a:moveTo>
                  <a:lnTo>
                    <a:pt x="1" y="347"/>
                  </a:lnTo>
                  <a:lnTo>
                    <a:pt x="4013" y="409"/>
                  </a:lnTo>
                  <a:lnTo>
                    <a:pt x="4013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9D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4"/>
            <p:cNvSpPr/>
            <p:nvPr/>
          </p:nvSpPr>
          <p:spPr>
            <a:xfrm>
              <a:off x="204284" y="2350265"/>
              <a:ext cx="408766" cy="42058"/>
            </a:xfrm>
            <a:custGeom>
              <a:avLst/>
              <a:gdLst/>
              <a:ahLst/>
              <a:cxnLst/>
              <a:rect l="l" t="t" r="r" b="b"/>
              <a:pathLst>
                <a:path w="4014" h="413" extrusionOk="0">
                  <a:moveTo>
                    <a:pt x="1" y="1"/>
                  </a:moveTo>
                  <a:lnTo>
                    <a:pt x="1" y="351"/>
                  </a:lnTo>
                  <a:lnTo>
                    <a:pt x="4013" y="413"/>
                  </a:lnTo>
                  <a:lnTo>
                    <a:pt x="4013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4"/>
            <p:cNvSpPr/>
            <p:nvPr/>
          </p:nvSpPr>
          <p:spPr>
            <a:xfrm>
              <a:off x="204284" y="2314928"/>
              <a:ext cx="408766" cy="41752"/>
            </a:xfrm>
            <a:custGeom>
              <a:avLst/>
              <a:gdLst/>
              <a:ahLst/>
              <a:cxnLst/>
              <a:rect l="l" t="t" r="r" b="b"/>
              <a:pathLst>
                <a:path w="4014" h="410" extrusionOk="0">
                  <a:moveTo>
                    <a:pt x="1" y="1"/>
                  </a:moveTo>
                  <a:lnTo>
                    <a:pt x="1" y="348"/>
                  </a:lnTo>
                  <a:lnTo>
                    <a:pt x="4013" y="409"/>
                  </a:lnTo>
                  <a:lnTo>
                    <a:pt x="4013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4"/>
            <p:cNvSpPr/>
            <p:nvPr/>
          </p:nvSpPr>
          <p:spPr>
            <a:xfrm>
              <a:off x="204284" y="2279183"/>
              <a:ext cx="408766" cy="42160"/>
            </a:xfrm>
            <a:custGeom>
              <a:avLst/>
              <a:gdLst/>
              <a:ahLst/>
              <a:cxnLst/>
              <a:rect l="l" t="t" r="r" b="b"/>
              <a:pathLst>
                <a:path w="4014" h="414" extrusionOk="0">
                  <a:moveTo>
                    <a:pt x="1" y="1"/>
                  </a:moveTo>
                  <a:lnTo>
                    <a:pt x="1" y="352"/>
                  </a:lnTo>
                  <a:lnTo>
                    <a:pt x="4013" y="413"/>
                  </a:lnTo>
                  <a:lnTo>
                    <a:pt x="4013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4"/>
            <p:cNvSpPr/>
            <p:nvPr/>
          </p:nvSpPr>
          <p:spPr>
            <a:xfrm>
              <a:off x="201025" y="652447"/>
              <a:ext cx="415283" cy="3216458"/>
            </a:xfrm>
            <a:custGeom>
              <a:avLst/>
              <a:gdLst/>
              <a:ahLst/>
              <a:cxnLst/>
              <a:rect l="l" t="t" r="r" b="b"/>
              <a:pathLst>
                <a:path w="4078" h="31585" extrusionOk="0">
                  <a:moveTo>
                    <a:pt x="33" y="31584"/>
                  </a:moveTo>
                  <a:cubicBezTo>
                    <a:pt x="25" y="31584"/>
                    <a:pt x="22" y="31581"/>
                    <a:pt x="14" y="31577"/>
                  </a:cubicBezTo>
                  <a:cubicBezTo>
                    <a:pt x="4" y="31574"/>
                    <a:pt x="0" y="31563"/>
                    <a:pt x="0" y="31552"/>
                  </a:cubicBezTo>
                  <a:lnTo>
                    <a:pt x="0" y="36"/>
                  </a:lnTo>
                  <a:cubicBezTo>
                    <a:pt x="0" y="26"/>
                    <a:pt x="4" y="11"/>
                    <a:pt x="14" y="8"/>
                  </a:cubicBezTo>
                  <a:cubicBezTo>
                    <a:pt x="25" y="0"/>
                    <a:pt x="40" y="0"/>
                    <a:pt x="47" y="8"/>
                  </a:cubicBezTo>
                  <a:lnTo>
                    <a:pt x="4060" y="2169"/>
                  </a:lnTo>
                  <a:cubicBezTo>
                    <a:pt x="4070" y="2177"/>
                    <a:pt x="4078" y="2187"/>
                    <a:pt x="4078" y="2202"/>
                  </a:cubicBezTo>
                  <a:lnTo>
                    <a:pt x="4078" y="29697"/>
                  </a:lnTo>
                  <a:cubicBezTo>
                    <a:pt x="4078" y="29712"/>
                    <a:pt x="4070" y="29723"/>
                    <a:pt x="4060" y="29726"/>
                  </a:cubicBezTo>
                  <a:lnTo>
                    <a:pt x="47" y="31581"/>
                  </a:lnTo>
                  <a:cubicBezTo>
                    <a:pt x="43" y="31584"/>
                    <a:pt x="36" y="31584"/>
                    <a:pt x="33" y="31584"/>
                  </a:cubicBezTo>
                  <a:close/>
                  <a:moveTo>
                    <a:pt x="65" y="94"/>
                  </a:moveTo>
                  <a:lnTo>
                    <a:pt x="65" y="31498"/>
                  </a:lnTo>
                  <a:lnTo>
                    <a:pt x="4013" y="29676"/>
                  </a:lnTo>
                  <a:lnTo>
                    <a:pt x="4013" y="22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4"/>
            <p:cNvSpPr/>
            <p:nvPr/>
          </p:nvSpPr>
          <p:spPr>
            <a:xfrm>
              <a:off x="701653" y="3615175"/>
              <a:ext cx="234933" cy="20774"/>
            </a:xfrm>
            <a:custGeom>
              <a:avLst/>
              <a:gdLst/>
              <a:ahLst/>
              <a:cxnLst/>
              <a:rect l="l" t="t" r="r" b="b"/>
              <a:pathLst>
                <a:path w="2307" h="204" extrusionOk="0">
                  <a:moveTo>
                    <a:pt x="0" y="1"/>
                  </a:moveTo>
                  <a:lnTo>
                    <a:pt x="2307" y="33"/>
                  </a:lnTo>
                  <a:lnTo>
                    <a:pt x="2307" y="203"/>
                  </a:lnTo>
                  <a:lnTo>
                    <a:pt x="0" y="2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4"/>
            <p:cNvSpPr/>
            <p:nvPr/>
          </p:nvSpPr>
          <p:spPr>
            <a:xfrm>
              <a:off x="701653" y="2505667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0"/>
                  </a:moveTo>
                  <a:lnTo>
                    <a:pt x="2307" y="36"/>
                  </a:lnTo>
                  <a:lnTo>
                    <a:pt x="2307" y="329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4"/>
            <p:cNvSpPr/>
            <p:nvPr/>
          </p:nvSpPr>
          <p:spPr>
            <a:xfrm>
              <a:off x="701653" y="2475829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0"/>
                  </a:moveTo>
                  <a:lnTo>
                    <a:pt x="2307" y="33"/>
                  </a:lnTo>
                  <a:lnTo>
                    <a:pt x="2307" y="329"/>
                  </a:lnTo>
                  <a:lnTo>
                    <a:pt x="0" y="293"/>
                  </a:lnTo>
                  <a:close/>
                </a:path>
              </a:pathLst>
            </a:custGeom>
            <a:solidFill>
              <a:srgbClr val="F59D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4"/>
            <p:cNvSpPr/>
            <p:nvPr/>
          </p:nvSpPr>
          <p:spPr>
            <a:xfrm>
              <a:off x="701653" y="2445584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1"/>
                  </a:moveTo>
                  <a:lnTo>
                    <a:pt x="2307" y="37"/>
                  </a:lnTo>
                  <a:lnTo>
                    <a:pt x="2307" y="33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rgbClr val="F59D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4"/>
            <p:cNvSpPr/>
            <p:nvPr/>
          </p:nvSpPr>
          <p:spPr>
            <a:xfrm>
              <a:off x="701653" y="2415847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0"/>
                  </a:moveTo>
                  <a:lnTo>
                    <a:pt x="2307" y="33"/>
                  </a:lnTo>
                  <a:lnTo>
                    <a:pt x="2307" y="329"/>
                  </a:lnTo>
                  <a:lnTo>
                    <a:pt x="0" y="293"/>
                  </a:lnTo>
                  <a:close/>
                </a:path>
              </a:pathLst>
            </a:custGeom>
            <a:solidFill>
              <a:srgbClr val="F59D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4"/>
            <p:cNvSpPr/>
            <p:nvPr/>
          </p:nvSpPr>
          <p:spPr>
            <a:xfrm>
              <a:off x="701653" y="2385602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1"/>
                  </a:moveTo>
                  <a:lnTo>
                    <a:pt x="2307" y="37"/>
                  </a:lnTo>
                  <a:lnTo>
                    <a:pt x="2307" y="33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rgbClr val="F59D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4"/>
            <p:cNvSpPr/>
            <p:nvPr/>
          </p:nvSpPr>
          <p:spPr>
            <a:xfrm>
              <a:off x="701653" y="2355764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1"/>
                  </a:moveTo>
                  <a:lnTo>
                    <a:pt x="2307" y="37"/>
                  </a:lnTo>
                  <a:lnTo>
                    <a:pt x="2307" y="330"/>
                  </a:lnTo>
                  <a:lnTo>
                    <a:pt x="0" y="29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4"/>
            <p:cNvSpPr/>
            <p:nvPr/>
          </p:nvSpPr>
          <p:spPr>
            <a:xfrm>
              <a:off x="698293" y="920786"/>
              <a:ext cx="241654" cy="2718383"/>
            </a:xfrm>
            <a:custGeom>
              <a:avLst/>
              <a:gdLst/>
              <a:ahLst/>
              <a:cxnLst/>
              <a:rect l="l" t="t" r="r" b="b"/>
              <a:pathLst>
                <a:path w="2373" h="26694" extrusionOk="0">
                  <a:moveTo>
                    <a:pt x="33" y="26694"/>
                  </a:moveTo>
                  <a:cubicBezTo>
                    <a:pt x="26" y="26694"/>
                    <a:pt x="19" y="26690"/>
                    <a:pt x="15" y="26686"/>
                  </a:cubicBezTo>
                  <a:cubicBezTo>
                    <a:pt x="4" y="26683"/>
                    <a:pt x="1" y="26672"/>
                    <a:pt x="1" y="26661"/>
                  </a:cubicBezTo>
                  <a:lnTo>
                    <a:pt x="1" y="37"/>
                  </a:lnTo>
                  <a:cubicBezTo>
                    <a:pt x="1" y="22"/>
                    <a:pt x="4" y="11"/>
                    <a:pt x="15" y="4"/>
                  </a:cubicBezTo>
                  <a:cubicBezTo>
                    <a:pt x="26" y="1"/>
                    <a:pt x="41" y="1"/>
                    <a:pt x="48" y="4"/>
                  </a:cubicBezTo>
                  <a:lnTo>
                    <a:pt x="2347" y="1244"/>
                  </a:lnTo>
                  <a:cubicBezTo>
                    <a:pt x="2358" y="1248"/>
                    <a:pt x="2361" y="1262"/>
                    <a:pt x="2365" y="1273"/>
                  </a:cubicBezTo>
                  <a:lnTo>
                    <a:pt x="2372" y="25678"/>
                  </a:lnTo>
                  <a:cubicBezTo>
                    <a:pt x="2372" y="25689"/>
                    <a:pt x="2365" y="25703"/>
                    <a:pt x="2354" y="25707"/>
                  </a:cubicBezTo>
                  <a:lnTo>
                    <a:pt x="48" y="26690"/>
                  </a:lnTo>
                  <a:cubicBezTo>
                    <a:pt x="44" y="26694"/>
                    <a:pt x="37" y="26694"/>
                    <a:pt x="33" y="26694"/>
                  </a:cubicBezTo>
                  <a:close/>
                  <a:moveTo>
                    <a:pt x="66" y="91"/>
                  </a:moveTo>
                  <a:lnTo>
                    <a:pt x="66" y="26607"/>
                  </a:lnTo>
                  <a:lnTo>
                    <a:pt x="2304" y="25653"/>
                  </a:lnTo>
                  <a:lnTo>
                    <a:pt x="2296" y="12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4"/>
            <p:cNvSpPr/>
            <p:nvPr/>
          </p:nvSpPr>
          <p:spPr>
            <a:xfrm>
              <a:off x="873553" y="1051137"/>
              <a:ext cx="63036" cy="2483145"/>
            </a:xfrm>
            <a:custGeom>
              <a:avLst/>
              <a:gdLst/>
              <a:ahLst/>
              <a:cxnLst/>
              <a:rect l="l" t="t" r="r" b="b"/>
              <a:pathLst>
                <a:path w="619" h="24384" extrusionOk="0">
                  <a:moveTo>
                    <a:pt x="1" y="33"/>
                  </a:moveTo>
                  <a:lnTo>
                    <a:pt x="1" y="24380"/>
                  </a:lnTo>
                  <a:lnTo>
                    <a:pt x="619" y="24383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4"/>
            <p:cNvSpPr/>
            <p:nvPr/>
          </p:nvSpPr>
          <p:spPr>
            <a:xfrm>
              <a:off x="873553" y="1051137"/>
              <a:ext cx="63036" cy="2483145"/>
            </a:xfrm>
            <a:custGeom>
              <a:avLst/>
              <a:gdLst/>
              <a:ahLst/>
              <a:cxnLst/>
              <a:rect l="l" t="t" r="r" b="b"/>
              <a:pathLst>
                <a:path w="619" h="24384" extrusionOk="0">
                  <a:moveTo>
                    <a:pt x="1" y="33"/>
                  </a:moveTo>
                  <a:lnTo>
                    <a:pt x="1" y="24380"/>
                  </a:lnTo>
                  <a:lnTo>
                    <a:pt x="619" y="24383"/>
                  </a:lnTo>
                  <a:lnTo>
                    <a:pt x="6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4"/>
            <p:cNvSpPr/>
            <p:nvPr/>
          </p:nvSpPr>
          <p:spPr>
            <a:xfrm>
              <a:off x="870295" y="1047471"/>
              <a:ext cx="69655" cy="2490069"/>
            </a:xfrm>
            <a:custGeom>
              <a:avLst/>
              <a:gdLst/>
              <a:ahLst/>
              <a:cxnLst/>
              <a:rect l="l" t="t" r="r" b="b"/>
              <a:pathLst>
                <a:path w="684" h="24452" extrusionOk="0">
                  <a:moveTo>
                    <a:pt x="618" y="72"/>
                  </a:moveTo>
                  <a:lnTo>
                    <a:pt x="618" y="24383"/>
                  </a:lnTo>
                  <a:lnTo>
                    <a:pt x="69" y="24383"/>
                  </a:lnTo>
                  <a:lnTo>
                    <a:pt x="69" y="101"/>
                  </a:lnTo>
                  <a:lnTo>
                    <a:pt x="618" y="72"/>
                  </a:lnTo>
                  <a:close/>
                  <a:moveTo>
                    <a:pt x="647" y="0"/>
                  </a:moveTo>
                  <a:lnTo>
                    <a:pt x="33" y="36"/>
                  </a:lnTo>
                  <a:cubicBezTo>
                    <a:pt x="14" y="36"/>
                    <a:pt x="0" y="51"/>
                    <a:pt x="0" y="69"/>
                  </a:cubicBezTo>
                  <a:lnTo>
                    <a:pt x="0" y="24419"/>
                  </a:lnTo>
                  <a:cubicBezTo>
                    <a:pt x="0" y="24438"/>
                    <a:pt x="14" y="24452"/>
                    <a:pt x="33" y="24452"/>
                  </a:cubicBezTo>
                  <a:lnTo>
                    <a:pt x="651" y="24452"/>
                  </a:lnTo>
                  <a:cubicBezTo>
                    <a:pt x="669" y="24452"/>
                    <a:pt x="683" y="24438"/>
                    <a:pt x="683" y="24419"/>
                  </a:cubicBezTo>
                  <a:lnTo>
                    <a:pt x="683" y="36"/>
                  </a:lnTo>
                  <a:cubicBezTo>
                    <a:pt x="683" y="15"/>
                    <a:pt x="669" y="0"/>
                    <a:pt x="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4"/>
            <p:cNvSpPr/>
            <p:nvPr/>
          </p:nvSpPr>
          <p:spPr>
            <a:xfrm>
              <a:off x="204284" y="3535641"/>
              <a:ext cx="732295" cy="329945"/>
            </a:xfrm>
            <a:custGeom>
              <a:avLst/>
              <a:gdLst/>
              <a:ahLst/>
              <a:cxnLst/>
              <a:rect l="l" t="t" r="r" b="b"/>
              <a:pathLst>
                <a:path w="7191" h="3240" extrusionOk="0">
                  <a:moveTo>
                    <a:pt x="7191" y="1"/>
                  </a:moveTo>
                  <a:lnTo>
                    <a:pt x="6573" y="5"/>
                  </a:lnTo>
                  <a:lnTo>
                    <a:pt x="11" y="2734"/>
                  </a:lnTo>
                  <a:lnTo>
                    <a:pt x="1" y="3240"/>
                  </a:lnTo>
                  <a:lnTo>
                    <a:pt x="71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4"/>
            <p:cNvSpPr/>
            <p:nvPr/>
          </p:nvSpPr>
          <p:spPr>
            <a:xfrm>
              <a:off x="204284" y="3535641"/>
              <a:ext cx="732295" cy="329945"/>
            </a:xfrm>
            <a:custGeom>
              <a:avLst/>
              <a:gdLst/>
              <a:ahLst/>
              <a:cxnLst/>
              <a:rect l="l" t="t" r="r" b="b"/>
              <a:pathLst>
                <a:path w="7191" h="3240" extrusionOk="0">
                  <a:moveTo>
                    <a:pt x="6573" y="5"/>
                  </a:moveTo>
                  <a:lnTo>
                    <a:pt x="11" y="2734"/>
                  </a:lnTo>
                  <a:lnTo>
                    <a:pt x="1" y="3240"/>
                  </a:lnTo>
                  <a:lnTo>
                    <a:pt x="7191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4"/>
            <p:cNvSpPr/>
            <p:nvPr/>
          </p:nvSpPr>
          <p:spPr>
            <a:xfrm>
              <a:off x="201025" y="3531975"/>
              <a:ext cx="740340" cy="336972"/>
            </a:xfrm>
            <a:custGeom>
              <a:avLst/>
              <a:gdLst/>
              <a:ahLst/>
              <a:cxnLst/>
              <a:rect l="l" t="t" r="r" b="b"/>
              <a:pathLst>
                <a:path w="7270" h="3309" extrusionOk="0">
                  <a:moveTo>
                    <a:pt x="7064" y="69"/>
                  </a:moveTo>
                  <a:lnTo>
                    <a:pt x="69" y="3222"/>
                  </a:lnTo>
                  <a:lnTo>
                    <a:pt x="80" y="2795"/>
                  </a:lnTo>
                  <a:lnTo>
                    <a:pt x="6612" y="73"/>
                  </a:lnTo>
                  <a:lnTo>
                    <a:pt x="7064" y="69"/>
                  </a:lnTo>
                  <a:close/>
                  <a:moveTo>
                    <a:pt x="7223" y="1"/>
                  </a:moveTo>
                  <a:lnTo>
                    <a:pt x="6605" y="4"/>
                  </a:lnTo>
                  <a:cubicBezTo>
                    <a:pt x="6597" y="4"/>
                    <a:pt x="6594" y="8"/>
                    <a:pt x="6590" y="8"/>
                  </a:cubicBezTo>
                  <a:lnTo>
                    <a:pt x="33" y="2741"/>
                  </a:lnTo>
                  <a:cubicBezTo>
                    <a:pt x="18" y="2745"/>
                    <a:pt x="11" y="2755"/>
                    <a:pt x="11" y="2770"/>
                  </a:cubicBezTo>
                  <a:lnTo>
                    <a:pt x="0" y="3272"/>
                  </a:lnTo>
                  <a:cubicBezTo>
                    <a:pt x="0" y="3283"/>
                    <a:pt x="4" y="3298"/>
                    <a:pt x="14" y="3301"/>
                  </a:cubicBezTo>
                  <a:cubicBezTo>
                    <a:pt x="18" y="3305"/>
                    <a:pt x="25" y="3308"/>
                    <a:pt x="33" y="3308"/>
                  </a:cubicBezTo>
                  <a:cubicBezTo>
                    <a:pt x="36" y="3308"/>
                    <a:pt x="43" y="3308"/>
                    <a:pt x="47" y="3305"/>
                  </a:cubicBezTo>
                  <a:lnTo>
                    <a:pt x="7237" y="66"/>
                  </a:lnTo>
                  <a:cubicBezTo>
                    <a:pt x="7270" y="51"/>
                    <a:pt x="7259" y="1"/>
                    <a:pt x="7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4"/>
            <p:cNvSpPr/>
            <p:nvPr/>
          </p:nvSpPr>
          <p:spPr>
            <a:xfrm>
              <a:off x="531586" y="875164"/>
              <a:ext cx="81468" cy="2802703"/>
            </a:xfrm>
            <a:custGeom>
              <a:avLst/>
              <a:gdLst/>
              <a:ahLst/>
              <a:cxnLst/>
              <a:rect l="l" t="t" r="r" b="b"/>
              <a:pathLst>
                <a:path w="800" h="27522" extrusionOk="0">
                  <a:moveTo>
                    <a:pt x="0" y="0"/>
                  </a:moveTo>
                  <a:lnTo>
                    <a:pt x="0" y="27521"/>
                  </a:lnTo>
                  <a:lnTo>
                    <a:pt x="799" y="27471"/>
                  </a:lnTo>
                  <a:lnTo>
                    <a:pt x="799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4"/>
            <p:cNvSpPr/>
            <p:nvPr/>
          </p:nvSpPr>
          <p:spPr>
            <a:xfrm>
              <a:off x="531586" y="875164"/>
              <a:ext cx="81468" cy="2802703"/>
            </a:xfrm>
            <a:custGeom>
              <a:avLst/>
              <a:gdLst/>
              <a:ahLst/>
              <a:cxnLst/>
              <a:rect l="l" t="t" r="r" b="b"/>
              <a:pathLst>
                <a:path w="800" h="27522" extrusionOk="0">
                  <a:moveTo>
                    <a:pt x="0" y="0"/>
                  </a:moveTo>
                  <a:lnTo>
                    <a:pt x="0" y="27521"/>
                  </a:lnTo>
                  <a:lnTo>
                    <a:pt x="799" y="27471"/>
                  </a:lnTo>
                  <a:lnTo>
                    <a:pt x="799" y="15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4"/>
            <p:cNvSpPr/>
            <p:nvPr/>
          </p:nvSpPr>
          <p:spPr>
            <a:xfrm>
              <a:off x="527920" y="871803"/>
              <a:ext cx="88393" cy="2809322"/>
            </a:xfrm>
            <a:custGeom>
              <a:avLst/>
              <a:gdLst/>
              <a:ahLst/>
              <a:cxnLst/>
              <a:rect l="l" t="t" r="r" b="b"/>
              <a:pathLst>
                <a:path w="868" h="27587" extrusionOk="0">
                  <a:moveTo>
                    <a:pt x="69" y="66"/>
                  </a:moveTo>
                  <a:lnTo>
                    <a:pt x="803" y="80"/>
                  </a:lnTo>
                  <a:lnTo>
                    <a:pt x="803" y="27471"/>
                  </a:lnTo>
                  <a:lnTo>
                    <a:pt x="69" y="27518"/>
                  </a:lnTo>
                  <a:lnTo>
                    <a:pt x="69" y="66"/>
                  </a:lnTo>
                  <a:close/>
                  <a:moveTo>
                    <a:pt x="36" y="1"/>
                  </a:moveTo>
                  <a:cubicBezTo>
                    <a:pt x="29" y="1"/>
                    <a:pt x="18" y="1"/>
                    <a:pt x="11" y="8"/>
                  </a:cubicBezTo>
                  <a:cubicBezTo>
                    <a:pt x="7" y="15"/>
                    <a:pt x="4" y="23"/>
                    <a:pt x="4" y="33"/>
                  </a:cubicBezTo>
                  <a:lnTo>
                    <a:pt x="4" y="27554"/>
                  </a:lnTo>
                  <a:cubicBezTo>
                    <a:pt x="0" y="27572"/>
                    <a:pt x="18" y="27587"/>
                    <a:pt x="36" y="27587"/>
                  </a:cubicBezTo>
                  <a:lnTo>
                    <a:pt x="835" y="27540"/>
                  </a:lnTo>
                  <a:cubicBezTo>
                    <a:pt x="853" y="27540"/>
                    <a:pt x="868" y="27522"/>
                    <a:pt x="868" y="27507"/>
                  </a:cubicBezTo>
                  <a:lnTo>
                    <a:pt x="868" y="48"/>
                  </a:lnTo>
                  <a:cubicBezTo>
                    <a:pt x="868" y="30"/>
                    <a:pt x="853" y="12"/>
                    <a:pt x="835" y="12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4"/>
            <p:cNvSpPr/>
            <p:nvPr/>
          </p:nvSpPr>
          <p:spPr>
            <a:xfrm>
              <a:off x="207237" y="2200056"/>
              <a:ext cx="405812" cy="317827"/>
            </a:xfrm>
            <a:custGeom>
              <a:avLst/>
              <a:gdLst/>
              <a:ahLst/>
              <a:cxnLst/>
              <a:rect l="l" t="t" r="r" b="b"/>
              <a:pathLst>
                <a:path w="3985" h="3121" extrusionOk="0">
                  <a:moveTo>
                    <a:pt x="0" y="1"/>
                  </a:moveTo>
                  <a:lnTo>
                    <a:pt x="0" y="2379"/>
                  </a:lnTo>
                  <a:lnTo>
                    <a:pt x="3185" y="3120"/>
                  </a:lnTo>
                  <a:lnTo>
                    <a:pt x="3984" y="29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4"/>
            <p:cNvSpPr/>
            <p:nvPr/>
          </p:nvSpPr>
          <p:spPr>
            <a:xfrm>
              <a:off x="203877" y="2196492"/>
              <a:ext cx="412839" cy="324650"/>
            </a:xfrm>
            <a:custGeom>
              <a:avLst/>
              <a:gdLst/>
              <a:ahLst/>
              <a:cxnLst/>
              <a:rect l="l" t="t" r="r" b="b"/>
              <a:pathLst>
                <a:path w="4054" h="3188" extrusionOk="0">
                  <a:moveTo>
                    <a:pt x="66" y="101"/>
                  </a:moveTo>
                  <a:lnTo>
                    <a:pt x="3938" y="2939"/>
                  </a:lnTo>
                  <a:lnTo>
                    <a:pt x="3218" y="3119"/>
                  </a:lnTo>
                  <a:lnTo>
                    <a:pt x="66" y="2389"/>
                  </a:lnTo>
                  <a:lnTo>
                    <a:pt x="66" y="101"/>
                  </a:lnTo>
                  <a:close/>
                  <a:moveTo>
                    <a:pt x="34" y="1"/>
                  </a:moveTo>
                  <a:cubicBezTo>
                    <a:pt x="29" y="1"/>
                    <a:pt x="23" y="2"/>
                    <a:pt x="19" y="3"/>
                  </a:cubicBezTo>
                  <a:cubicBezTo>
                    <a:pt x="8" y="10"/>
                    <a:pt x="1" y="21"/>
                    <a:pt x="1" y="36"/>
                  </a:cubicBezTo>
                  <a:lnTo>
                    <a:pt x="1" y="2414"/>
                  </a:lnTo>
                  <a:cubicBezTo>
                    <a:pt x="1" y="2432"/>
                    <a:pt x="12" y="2447"/>
                    <a:pt x="26" y="2451"/>
                  </a:cubicBezTo>
                  <a:lnTo>
                    <a:pt x="3211" y="3188"/>
                  </a:lnTo>
                  <a:lnTo>
                    <a:pt x="3225" y="3188"/>
                  </a:lnTo>
                  <a:lnTo>
                    <a:pt x="4024" y="2989"/>
                  </a:lnTo>
                  <a:cubicBezTo>
                    <a:pt x="4039" y="2986"/>
                    <a:pt x="4046" y="2975"/>
                    <a:pt x="4050" y="2960"/>
                  </a:cubicBezTo>
                  <a:cubicBezTo>
                    <a:pt x="4053" y="2949"/>
                    <a:pt x="4046" y="2935"/>
                    <a:pt x="4039" y="2928"/>
                  </a:cubicBezTo>
                  <a:lnTo>
                    <a:pt x="52" y="7"/>
                  </a:lnTo>
                  <a:cubicBezTo>
                    <a:pt x="47" y="3"/>
                    <a:pt x="41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4"/>
            <p:cNvSpPr/>
            <p:nvPr/>
          </p:nvSpPr>
          <p:spPr>
            <a:xfrm>
              <a:off x="207237" y="2164719"/>
              <a:ext cx="405812" cy="332899"/>
            </a:xfrm>
            <a:custGeom>
              <a:avLst/>
              <a:gdLst/>
              <a:ahLst/>
              <a:cxnLst/>
              <a:rect l="l" t="t" r="r" b="b"/>
              <a:pathLst>
                <a:path w="3985" h="3269" extrusionOk="0">
                  <a:moveTo>
                    <a:pt x="0" y="1"/>
                  </a:moveTo>
                  <a:lnTo>
                    <a:pt x="0" y="2275"/>
                  </a:lnTo>
                  <a:lnTo>
                    <a:pt x="3185" y="3070"/>
                  </a:lnTo>
                  <a:lnTo>
                    <a:pt x="3984" y="3269"/>
                  </a:lnTo>
                  <a:lnTo>
                    <a:pt x="3984" y="1176"/>
                  </a:lnTo>
                  <a:lnTo>
                    <a:pt x="3185" y="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4"/>
            <p:cNvSpPr/>
            <p:nvPr/>
          </p:nvSpPr>
          <p:spPr>
            <a:xfrm>
              <a:off x="203877" y="2161256"/>
              <a:ext cx="412432" cy="339722"/>
            </a:xfrm>
            <a:custGeom>
              <a:avLst/>
              <a:gdLst/>
              <a:ahLst/>
              <a:cxnLst/>
              <a:rect l="l" t="t" r="r" b="b"/>
              <a:pathLst>
                <a:path w="4050" h="3336" extrusionOk="0">
                  <a:moveTo>
                    <a:pt x="66" y="82"/>
                  </a:moveTo>
                  <a:lnTo>
                    <a:pt x="3985" y="1235"/>
                  </a:lnTo>
                  <a:lnTo>
                    <a:pt x="3985" y="3259"/>
                  </a:lnTo>
                  <a:lnTo>
                    <a:pt x="66" y="2283"/>
                  </a:lnTo>
                  <a:lnTo>
                    <a:pt x="66" y="82"/>
                  </a:lnTo>
                  <a:close/>
                  <a:moveTo>
                    <a:pt x="36" y="1"/>
                  </a:moveTo>
                  <a:cubicBezTo>
                    <a:pt x="28" y="1"/>
                    <a:pt x="20" y="4"/>
                    <a:pt x="12" y="9"/>
                  </a:cubicBezTo>
                  <a:cubicBezTo>
                    <a:pt x="5" y="13"/>
                    <a:pt x="1" y="24"/>
                    <a:pt x="1" y="35"/>
                  </a:cubicBezTo>
                  <a:lnTo>
                    <a:pt x="1" y="2309"/>
                  </a:lnTo>
                  <a:cubicBezTo>
                    <a:pt x="1" y="2323"/>
                    <a:pt x="12" y="2337"/>
                    <a:pt x="26" y="2341"/>
                  </a:cubicBezTo>
                  <a:lnTo>
                    <a:pt x="4010" y="3335"/>
                  </a:lnTo>
                  <a:lnTo>
                    <a:pt x="4017" y="3335"/>
                  </a:lnTo>
                  <a:cubicBezTo>
                    <a:pt x="4024" y="3335"/>
                    <a:pt x="4032" y="3332"/>
                    <a:pt x="4039" y="3328"/>
                  </a:cubicBezTo>
                  <a:cubicBezTo>
                    <a:pt x="4046" y="3321"/>
                    <a:pt x="4050" y="3310"/>
                    <a:pt x="4050" y="3299"/>
                  </a:cubicBezTo>
                  <a:lnTo>
                    <a:pt x="4050" y="1210"/>
                  </a:lnTo>
                  <a:cubicBezTo>
                    <a:pt x="4050" y="1195"/>
                    <a:pt x="4042" y="1181"/>
                    <a:pt x="4028" y="1177"/>
                  </a:cubicBezTo>
                  <a:lnTo>
                    <a:pt x="3229" y="942"/>
                  </a:lnTo>
                  <a:lnTo>
                    <a:pt x="44" y="2"/>
                  </a:lnTo>
                  <a:cubicBezTo>
                    <a:pt x="41" y="1"/>
                    <a:pt x="38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4"/>
            <p:cNvSpPr/>
            <p:nvPr/>
          </p:nvSpPr>
          <p:spPr>
            <a:xfrm>
              <a:off x="207237" y="2164719"/>
              <a:ext cx="405812" cy="332899"/>
            </a:xfrm>
            <a:custGeom>
              <a:avLst/>
              <a:gdLst/>
              <a:ahLst/>
              <a:cxnLst/>
              <a:rect l="l" t="t" r="r" b="b"/>
              <a:pathLst>
                <a:path w="3985" h="3269" extrusionOk="0">
                  <a:moveTo>
                    <a:pt x="0" y="1"/>
                  </a:moveTo>
                  <a:lnTo>
                    <a:pt x="0" y="2275"/>
                  </a:lnTo>
                  <a:lnTo>
                    <a:pt x="3185" y="3070"/>
                  </a:lnTo>
                  <a:lnTo>
                    <a:pt x="3984" y="3269"/>
                  </a:lnTo>
                  <a:lnTo>
                    <a:pt x="3984" y="1176"/>
                  </a:lnTo>
                  <a:lnTo>
                    <a:pt x="3185" y="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4"/>
            <p:cNvSpPr/>
            <p:nvPr/>
          </p:nvSpPr>
          <p:spPr>
            <a:xfrm>
              <a:off x="701653" y="2456684"/>
              <a:ext cx="233100" cy="140329"/>
            </a:xfrm>
            <a:custGeom>
              <a:avLst/>
              <a:gdLst/>
              <a:ahLst/>
              <a:cxnLst/>
              <a:rect l="l" t="t" r="r" b="b"/>
              <a:pathLst>
                <a:path w="2289" h="1378" extrusionOk="0">
                  <a:moveTo>
                    <a:pt x="0" y="0"/>
                  </a:moveTo>
                  <a:lnTo>
                    <a:pt x="0" y="991"/>
                  </a:lnTo>
                  <a:lnTo>
                    <a:pt x="1674" y="1378"/>
                  </a:lnTo>
                  <a:lnTo>
                    <a:pt x="2289" y="1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4"/>
            <p:cNvSpPr/>
            <p:nvPr/>
          </p:nvSpPr>
          <p:spPr>
            <a:xfrm>
              <a:off x="698293" y="2453221"/>
              <a:ext cx="240127" cy="147457"/>
            </a:xfrm>
            <a:custGeom>
              <a:avLst/>
              <a:gdLst/>
              <a:ahLst/>
              <a:cxnLst/>
              <a:rect l="l" t="t" r="r" b="b"/>
              <a:pathLst>
                <a:path w="2358" h="1448" extrusionOk="0">
                  <a:moveTo>
                    <a:pt x="66" y="89"/>
                  </a:moveTo>
                  <a:lnTo>
                    <a:pt x="2231" y="1213"/>
                  </a:lnTo>
                  <a:lnTo>
                    <a:pt x="1707" y="1376"/>
                  </a:lnTo>
                  <a:lnTo>
                    <a:pt x="66" y="996"/>
                  </a:lnTo>
                  <a:lnTo>
                    <a:pt x="66" y="89"/>
                  </a:lnTo>
                  <a:close/>
                  <a:moveTo>
                    <a:pt x="35" y="0"/>
                  </a:moveTo>
                  <a:cubicBezTo>
                    <a:pt x="30" y="0"/>
                    <a:pt x="24" y="2"/>
                    <a:pt x="19" y="5"/>
                  </a:cubicBezTo>
                  <a:cubicBezTo>
                    <a:pt x="8" y="13"/>
                    <a:pt x="1" y="24"/>
                    <a:pt x="1" y="34"/>
                  </a:cubicBezTo>
                  <a:lnTo>
                    <a:pt x="1" y="1025"/>
                  </a:lnTo>
                  <a:cubicBezTo>
                    <a:pt x="1" y="1039"/>
                    <a:pt x="12" y="1054"/>
                    <a:pt x="30" y="1057"/>
                  </a:cubicBezTo>
                  <a:lnTo>
                    <a:pt x="1700" y="1448"/>
                  </a:lnTo>
                  <a:lnTo>
                    <a:pt x="1722" y="1448"/>
                  </a:lnTo>
                  <a:lnTo>
                    <a:pt x="2332" y="1256"/>
                  </a:lnTo>
                  <a:cubicBezTo>
                    <a:pt x="2347" y="1253"/>
                    <a:pt x="2354" y="1238"/>
                    <a:pt x="2358" y="1227"/>
                  </a:cubicBezTo>
                  <a:cubicBezTo>
                    <a:pt x="2358" y="1213"/>
                    <a:pt x="2351" y="1198"/>
                    <a:pt x="2340" y="1191"/>
                  </a:cubicBezTo>
                  <a:lnTo>
                    <a:pt x="51" y="5"/>
                  </a:lnTo>
                  <a:cubicBezTo>
                    <a:pt x="46" y="2"/>
                    <a:pt x="41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4"/>
            <p:cNvSpPr/>
            <p:nvPr/>
          </p:nvSpPr>
          <p:spPr>
            <a:xfrm>
              <a:off x="701653" y="2310549"/>
              <a:ext cx="233813" cy="267011"/>
            </a:xfrm>
            <a:custGeom>
              <a:avLst/>
              <a:gdLst/>
              <a:ahLst/>
              <a:cxnLst/>
              <a:rect l="l" t="t" r="r" b="b"/>
              <a:pathLst>
                <a:path w="2296" h="2622" extrusionOk="0">
                  <a:moveTo>
                    <a:pt x="0" y="0"/>
                  </a:moveTo>
                  <a:lnTo>
                    <a:pt x="0" y="2054"/>
                  </a:lnTo>
                  <a:lnTo>
                    <a:pt x="2289" y="2621"/>
                  </a:lnTo>
                  <a:lnTo>
                    <a:pt x="2296" y="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4"/>
            <p:cNvSpPr/>
            <p:nvPr/>
          </p:nvSpPr>
          <p:spPr>
            <a:xfrm>
              <a:off x="698293" y="2307290"/>
              <a:ext cx="240942" cy="273936"/>
            </a:xfrm>
            <a:custGeom>
              <a:avLst/>
              <a:gdLst/>
              <a:ahLst/>
              <a:cxnLst/>
              <a:rect l="l" t="t" r="r" b="b"/>
              <a:pathLst>
                <a:path w="2366" h="2690" extrusionOk="0">
                  <a:moveTo>
                    <a:pt x="66" y="79"/>
                  </a:moveTo>
                  <a:lnTo>
                    <a:pt x="2296" y="737"/>
                  </a:lnTo>
                  <a:lnTo>
                    <a:pt x="2286" y="2610"/>
                  </a:lnTo>
                  <a:lnTo>
                    <a:pt x="66" y="2057"/>
                  </a:lnTo>
                  <a:lnTo>
                    <a:pt x="66" y="79"/>
                  </a:lnTo>
                  <a:close/>
                  <a:moveTo>
                    <a:pt x="31" y="0"/>
                  </a:moveTo>
                  <a:cubicBezTo>
                    <a:pt x="15" y="0"/>
                    <a:pt x="1" y="16"/>
                    <a:pt x="1" y="36"/>
                  </a:cubicBezTo>
                  <a:lnTo>
                    <a:pt x="1" y="2086"/>
                  </a:lnTo>
                  <a:cubicBezTo>
                    <a:pt x="1" y="2100"/>
                    <a:pt x="12" y="2114"/>
                    <a:pt x="26" y="2118"/>
                  </a:cubicBezTo>
                  <a:lnTo>
                    <a:pt x="2311" y="2689"/>
                  </a:lnTo>
                  <a:lnTo>
                    <a:pt x="2322" y="2689"/>
                  </a:lnTo>
                  <a:cubicBezTo>
                    <a:pt x="2329" y="2689"/>
                    <a:pt x="2336" y="2686"/>
                    <a:pt x="2343" y="2682"/>
                  </a:cubicBezTo>
                  <a:cubicBezTo>
                    <a:pt x="2351" y="2675"/>
                    <a:pt x="2354" y="2668"/>
                    <a:pt x="2354" y="2657"/>
                  </a:cubicBezTo>
                  <a:lnTo>
                    <a:pt x="2365" y="712"/>
                  </a:lnTo>
                  <a:cubicBezTo>
                    <a:pt x="2365" y="697"/>
                    <a:pt x="2354" y="683"/>
                    <a:pt x="2340" y="679"/>
                  </a:cubicBezTo>
                  <a:lnTo>
                    <a:pt x="44" y="3"/>
                  </a:lnTo>
                  <a:cubicBezTo>
                    <a:pt x="40" y="1"/>
                    <a:pt x="35" y="0"/>
                    <a:pt x="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4"/>
            <p:cNvSpPr/>
            <p:nvPr/>
          </p:nvSpPr>
          <p:spPr>
            <a:xfrm>
              <a:off x="701653" y="2310549"/>
              <a:ext cx="233813" cy="267011"/>
            </a:xfrm>
            <a:custGeom>
              <a:avLst/>
              <a:gdLst/>
              <a:ahLst/>
              <a:cxnLst/>
              <a:rect l="l" t="t" r="r" b="b"/>
              <a:pathLst>
                <a:path w="2296" h="2622" extrusionOk="0">
                  <a:moveTo>
                    <a:pt x="0" y="0"/>
                  </a:moveTo>
                  <a:lnTo>
                    <a:pt x="0" y="2054"/>
                  </a:lnTo>
                  <a:lnTo>
                    <a:pt x="2289" y="2621"/>
                  </a:lnTo>
                  <a:lnTo>
                    <a:pt x="2296" y="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4"/>
            <p:cNvSpPr/>
            <p:nvPr/>
          </p:nvSpPr>
          <p:spPr>
            <a:xfrm>
              <a:off x="204284" y="656113"/>
              <a:ext cx="408766" cy="220575"/>
            </a:xfrm>
            <a:custGeom>
              <a:avLst/>
              <a:gdLst/>
              <a:ahLst/>
              <a:cxnLst/>
              <a:rect l="l" t="t" r="r" b="b"/>
              <a:pathLst>
                <a:path w="4014" h="2166" extrusionOk="0">
                  <a:moveTo>
                    <a:pt x="1" y="0"/>
                  </a:moveTo>
                  <a:lnTo>
                    <a:pt x="11" y="503"/>
                  </a:lnTo>
                  <a:lnTo>
                    <a:pt x="3214" y="2151"/>
                  </a:lnTo>
                  <a:lnTo>
                    <a:pt x="4013" y="21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4"/>
            <p:cNvSpPr/>
            <p:nvPr/>
          </p:nvSpPr>
          <p:spPr>
            <a:xfrm>
              <a:off x="201025" y="652651"/>
              <a:ext cx="416811" cy="227398"/>
            </a:xfrm>
            <a:custGeom>
              <a:avLst/>
              <a:gdLst/>
              <a:ahLst/>
              <a:cxnLst/>
              <a:rect l="l" t="t" r="r" b="b"/>
              <a:pathLst>
                <a:path w="4093" h="2233" extrusionOk="0">
                  <a:moveTo>
                    <a:pt x="69" y="92"/>
                  </a:moveTo>
                  <a:lnTo>
                    <a:pt x="3908" y="2160"/>
                  </a:lnTo>
                  <a:lnTo>
                    <a:pt x="3253" y="2149"/>
                  </a:lnTo>
                  <a:lnTo>
                    <a:pt x="76" y="515"/>
                  </a:lnTo>
                  <a:lnTo>
                    <a:pt x="69" y="92"/>
                  </a:lnTo>
                  <a:close/>
                  <a:moveTo>
                    <a:pt x="33" y="0"/>
                  </a:moveTo>
                  <a:cubicBezTo>
                    <a:pt x="26" y="0"/>
                    <a:pt x="20" y="2"/>
                    <a:pt x="14" y="6"/>
                  </a:cubicBezTo>
                  <a:cubicBezTo>
                    <a:pt x="4" y="13"/>
                    <a:pt x="0" y="24"/>
                    <a:pt x="0" y="34"/>
                  </a:cubicBezTo>
                  <a:lnTo>
                    <a:pt x="11" y="537"/>
                  </a:lnTo>
                  <a:cubicBezTo>
                    <a:pt x="11" y="551"/>
                    <a:pt x="18" y="562"/>
                    <a:pt x="29" y="569"/>
                  </a:cubicBezTo>
                  <a:lnTo>
                    <a:pt x="3232" y="2214"/>
                  </a:lnTo>
                  <a:cubicBezTo>
                    <a:pt x="3235" y="2218"/>
                    <a:pt x="3239" y="2218"/>
                    <a:pt x="3246" y="2218"/>
                  </a:cubicBezTo>
                  <a:lnTo>
                    <a:pt x="4045" y="2232"/>
                  </a:lnTo>
                  <a:cubicBezTo>
                    <a:pt x="4081" y="2232"/>
                    <a:pt x="4092" y="2185"/>
                    <a:pt x="4063" y="2167"/>
                  </a:cubicBezTo>
                  <a:lnTo>
                    <a:pt x="51" y="6"/>
                  </a:lnTo>
                  <a:cubicBezTo>
                    <a:pt x="45" y="2"/>
                    <a:pt x="39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4"/>
            <p:cNvSpPr/>
            <p:nvPr/>
          </p:nvSpPr>
          <p:spPr>
            <a:xfrm>
              <a:off x="701653" y="924452"/>
              <a:ext cx="233813" cy="130043"/>
            </a:xfrm>
            <a:custGeom>
              <a:avLst/>
              <a:gdLst/>
              <a:ahLst/>
              <a:cxnLst/>
              <a:rect l="l" t="t" r="r" b="b"/>
              <a:pathLst>
                <a:path w="2296" h="1277" extrusionOk="0">
                  <a:moveTo>
                    <a:pt x="0" y="1"/>
                  </a:moveTo>
                  <a:lnTo>
                    <a:pt x="11" y="395"/>
                  </a:lnTo>
                  <a:lnTo>
                    <a:pt x="1689" y="1277"/>
                  </a:lnTo>
                  <a:lnTo>
                    <a:pt x="2296" y="1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4"/>
            <p:cNvSpPr/>
            <p:nvPr/>
          </p:nvSpPr>
          <p:spPr>
            <a:xfrm>
              <a:off x="698293" y="920888"/>
              <a:ext cx="240942" cy="136968"/>
            </a:xfrm>
            <a:custGeom>
              <a:avLst/>
              <a:gdLst/>
              <a:ahLst/>
              <a:cxnLst/>
              <a:rect l="l" t="t" r="r" b="b"/>
              <a:pathLst>
                <a:path w="2366" h="1345" extrusionOk="0">
                  <a:moveTo>
                    <a:pt x="70" y="90"/>
                  </a:moveTo>
                  <a:lnTo>
                    <a:pt x="2210" y="1247"/>
                  </a:lnTo>
                  <a:lnTo>
                    <a:pt x="1729" y="1276"/>
                  </a:lnTo>
                  <a:lnTo>
                    <a:pt x="77" y="412"/>
                  </a:lnTo>
                  <a:lnTo>
                    <a:pt x="70" y="90"/>
                  </a:lnTo>
                  <a:close/>
                  <a:moveTo>
                    <a:pt x="33" y="1"/>
                  </a:moveTo>
                  <a:cubicBezTo>
                    <a:pt x="27" y="1"/>
                    <a:pt x="21" y="1"/>
                    <a:pt x="15" y="3"/>
                  </a:cubicBezTo>
                  <a:cubicBezTo>
                    <a:pt x="4" y="10"/>
                    <a:pt x="1" y="21"/>
                    <a:pt x="1" y="36"/>
                  </a:cubicBezTo>
                  <a:lnTo>
                    <a:pt x="8" y="430"/>
                  </a:lnTo>
                  <a:cubicBezTo>
                    <a:pt x="8" y="444"/>
                    <a:pt x="15" y="455"/>
                    <a:pt x="26" y="462"/>
                  </a:cubicBezTo>
                  <a:lnTo>
                    <a:pt x="1707" y="1341"/>
                  </a:lnTo>
                  <a:cubicBezTo>
                    <a:pt x="1711" y="1344"/>
                    <a:pt x="1714" y="1344"/>
                    <a:pt x="1722" y="1344"/>
                  </a:cubicBezTo>
                  <a:lnTo>
                    <a:pt x="1725" y="1344"/>
                  </a:lnTo>
                  <a:lnTo>
                    <a:pt x="2332" y="1305"/>
                  </a:lnTo>
                  <a:cubicBezTo>
                    <a:pt x="2347" y="1305"/>
                    <a:pt x="2358" y="1294"/>
                    <a:pt x="2361" y="1279"/>
                  </a:cubicBezTo>
                  <a:cubicBezTo>
                    <a:pt x="2365" y="1265"/>
                    <a:pt x="2358" y="1250"/>
                    <a:pt x="2347" y="1243"/>
                  </a:cubicBezTo>
                  <a:lnTo>
                    <a:pt x="48" y="3"/>
                  </a:lnTo>
                  <a:cubicBezTo>
                    <a:pt x="44" y="1"/>
                    <a:pt x="39" y="1"/>
                    <a:pt x="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4"/>
            <p:cNvSpPr/>
            <p:nvPr/>
          </p:nvSpPr>
          <p:spPr>
            <a:xfrm>
              <a:off x="204284" y="3535641"/>
              <a:ext cx="1182508" cy="384427"/>
            </a:xfrm>
            <a:custGeom>
              <a:avLst/>
              <a:gdLst/>
              <a:ahLst/>
              <a:cxnLst/>
              <a:rect l="l" t="t" r="r" b="b"/>
              <a:pathLst>
                <a:path w="11612" h="3775" extrusionOk="0">
                  <a:moveTo>
                    <a:pt x="7191" y="1"/>
                  </a:moveTo>
                  <a:lnTo>
                    <a:pt x="1" y="3240"/>
                  </a:lnTo>
                  <a:lnTo>
                    <a:pt x="1" y="3775"/>
                  </a:lnTo>
                  <a:lnTo>
                    <a:pt x="5221" y="3775"/>
                  </a:lnTo>
                  <a:lnTo>
                    <a:pt x="11612" y="388"/>
                  </a:lnTo>
                  <a:lnTo>
                    <a:pt x="11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4"/>
            <p:cNvSpPr/>
            <p:nvPr/>
          </p:nvSpPr>
          <p:spPr>
            <a:xfrm>
              <a:off x="201025" y="3531975"/>
              <a:ext cx="1189433" cy="391454"/>
            </a:xfrm>
            <a:custGeom>
              <a:avLst/>
              <a:gdLst/>
              <a:ahLst/>
              <a:cxnLst/>
              <a:rect l="l" t="t" r="r" b="b"/>
              <a:pathLst>
                <a:path w="11680" h="3844" extrusionOk="0">
                  <a:moveTo>
                    <a:pt x="11611" y="69"/>
                  </a:moveTo>
                  <a:lnTo>
                    <a:pt x="11611" y="402"/>
                  </a:lnTo>
                  <a:lnTo>
                    <a:pt x="5242" y="3775"/>
                  </a:lnTo>
                  <a:lnTo>
                    <a:pt x="65" y="3775"/>
                  </a:lnTo>
                  <a:lnTo>
                    <a:pt x="65" y="3298"/>
                  </a:lnTo>
                  <a:lnTo>
                    <a:pt x="7230" y="69"/>
                  </a:lnTo>
                  <a:close/>
                  <a:moveTo>
                    <a:pt x="7223" y="1"/>
                  </a:moveTo>
                  <a:cubicBezTo>
                    <a:pt x="7215" y="1"/>
                    <a:pt x="7212" y="1"/>
                    <a:pt x="7208" y="4"/>
                  </a:cubicBezTo>
                  <a:lnTo>
                    <a:pt x="18" y="3243"/>
                  </a:lnTo>
                  <a:cubicBezTo>
                    <a:pt x="7" y="3251"/>
                    <a:pt x="0" y="3261"/>
                    <a:pt x="0" y="3276"/>
                  </a:cubicBezTo>
                  <a:lnTo>
                    <a:pt x="0" y="3811"/>
                  </a:lnTo>
                  <a:cubicBezTo>
                    <a:pt x="0" y="3829"/>
                    <a:pt x="14" y="3843"/>
                    <a:pt x="33" y="3843"/>
                  </a:cubicBezTo>
                  <a:lnTo>
                    <a:pt x="5253" y="3843"/>
                  </a:lnTo>
                  <a:cubicBezTo>
                    <a:pt x="5256" y="3843"/>
                    <a:pt x="5263" y="3843"/>
                    <a:pt x="5267" y="3840"/>
                  </a:cubicBezTo>
                  <a:lnTo>
                    <a:pt x="11662" y="453"/>
                  </a:lnTo>
                  <a:cubicBezTo>
                    <a:pt x="11673" y="445"/>
                    <a:pt x="11676" y="435"/>
                    <a:pt x="11680" y="424"/>
                  </a:cubicBezTo>
                  <a:lnTo>
                    <a:pt x="11680" y="37"/>
                  </a:lnTo>
                  <a:cubicBezTo>
                    <a:pt x="11680" y="15"/>
                    <a:pt x="11662" y="1"/>
                    <a:pt x="11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4"/>
            <p:cNvSpPr/>
            <p:nvPr/>
          </p:nvSpPr>
          <p:spPr>
            <a:xfrm>
              <a:off x="204284" y="3535641"/>
              <a:ext cx="1182508" cy="384427"/>
            </a:xfrm>
            <a:custGeom>
              <a:avLst/>
              <a:gdLst/>
              <a:ahLst/>
              <a:cxnLst/>
              <a:rect l="l" t="t" r="r" b="b"/>
              <a:pathLst>
                <a:path w="11612" h="3775" extrusionOk="0">
                  <a:moveTo>
                    <a:pt x="7191" y="1"/>
                  </a:moveTo>
                  <a:lnTo>
                    <a:pt x="1" y="3240"/>
                  </a:lnTo>
                  <a:lnTo>
                    <a:pt x="1" y="3775"/>
                  </a:lnTo>
                  <a:lnTo>
                    <a:pt x="5221" y="3775"/>
                  </a:lnTo>
                  <a:lnTo>
                    <a:pt x="11612" y="388"/>
                  </a:lnTo>
                  <a:lnTo>
                    <a:pt x="11612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4"/>
            <p:cNvSpPr/>
            <p:nvPr/>
          </p:nvSpPr>
          <p:spPr>
            <a:xfrm>
              <a:off x="204284" y="3535641"/>
              <a:ext cx="1182508" cy="329945"/>
            </a:xfrm>
            <a:custGeom>
              <a:avLst/>
              <a:gdLst/>
              <a:ahLst/>
              <a:cxnLst/>
              <a:rect l="l" t="t" r="r" b="b"/>
              <a:pathLst>
                <a:path w="11612" h="3240" extrusionOk="0">
                  <a:moveTo>
                    <a:pt x="7191" y="1"/>
                  </a:moveTo>
                  <a:lnTo>
                    <a:pt x="1" y="3240"/>
                  </a:lnTo>
                  <a:lnTo>
                    <a:pt x="5221" y="3240"/>
                  </a:lnTo>
                  <a:lnTo>
                    <a:pt x="11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4"/>
            <p:cNvSpPr/>
            <p:nvPr/>
          </p:nvSpPr>
          <p:spPr>
            <a:xfrm>
              <a:off x="204284" y="3535641"/>
              <a:ext cx="1182508" cy="329945"/>
            </a:xfrm>
            <a:custGeom>
              <a:avLst/>
              <a:gdLst/>
              <a:ahLst/>
              <a:cxnLst/>
              <a:rect l="l" t="t" r="r" b="b"/>
              <a:pathLst>
                <a:path w="11612" h="3240" extrusionOk="0">
                  <a:moveTo>
                    <a:pt x="11612" y="1"/>
                  </a:moveTo>
                  <a:lnTo>
                    <a:pt x="7191" y="1"/>
                  </a:lnTo>
                  <a:lnTo>
                    <a:pt x="1" y="3240"/>
                  </a:lnTo>
                  <a:lnTo>
                    <a:pt x="5221" y="324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4"/>
            <p:cNvSpPr/>
            <p:nvPr/>
          </p:nvSpPr>
          <p:spPr>
            <a:xfrm>
              <a:off x="200618" y="3531975"/>
              <a:ext cx="1189840" cy="336972"/>
            </a:xfrm>
            <a:custGeom>
              <a:avLst/>
              <a:gdLst/>
              <a:ahLst/>
              <a:cxnLst/>
              <a:rect l="l" t="t" r="r" b="b"/>
              <a:pathLst>
                <a:path w="11684" h="3309" extrusionOk="0">
                  <a:moveTo>
                    <a:pt x="11507" y="69"/>
                  </a:moveTo>
                  <a:lnTo>
                    <a:pt x="5246" y="3240"/>
                  </a:lnTo>
                  <a:lnTo>
                    <a:pt x="192" y="3240"/>
                  </a:lnTo>
                  <a:lnTo>
                    <a:pt x="7234" y="69"/>
                  </a:lnTo>
                  <a:close/>
                  <a:moveTo>
                    <a:pt x="7227" y="1"/>
                  </a:moveTo>
                  <a:cubicBezTo>
                    <a:pt x="7219" y="1"/>
                    <a:pt x="7216" y="1"/>
                    <a:pt x="7212" y="4"/>
                  </a:cubicBezTo>
                  <a:lnTo>
                    <a:pt x="22" y="3243"/>
                  </a:lnTo>
                  <a:cubicBezTo>
                    <a:pt x="8" y="3251"/>
                    <a:pt x="0" y="3265"/>
                    <a:pt x="4" y="3280"/>
                  </a:cubicBezTo>
                  <a:cubicBezTo>
                    <a:pt x="8" y="3298"/>
                    <a:pt x="22" y="3308"/>
                    <a:pt x="37" y="3308"/>
                  </a:cubicBezTo>
                  <a:lnTo>
                    <a:pt x="5257" y="3308"/>
                  </a:lnTo>
                  <a:cubicBezTo>
                    <a:pt x="5260" y="3308"/>
                    <a:pt x="5264" y="3308"/>
                    <a:pt x="5271" y="3305"/>
                  </a:cubicBezTo>
                  <a:lnTo>
                    <a:pt x="11662" y="66"/>
                  </a:lnTo>
                  <a:cubicBezTo>
                    <a:pt x="11677" y="59"/>
                    <a:pt x="11684" y="44"/>
                    <a:pt x="11680" y="26"/>
                  </a:cubicBezTo>
                  <a:cubicBezTo>
                    <a:pt x="11677" y="12"/>
                    <a:pt x="11662" y="1"/>
                    <a:pt x="11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5" name="Google Shape;1835;p54"/>
          <p:cNvSpPr txBox="1"/>
          <p:nvPr/>
        </p:nvSpPr>
        <p:spPr>
          <a:xfrm>
            <a:off x="2331450" y="3759958"/>
            <a:ext cx="4481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55"/>
          <p:cNvSpPr/>
          <p:nvPr/>
        </p:nvSpPr>
        <p:spPr>
          <a:xfrm>
            <a:off x="2847014" y="4572191"/>
            <a:ext cx="3909083" cy="422283"/>
          </a:xfrm>
          <a:custGeom>
            <a:avLst/>
            <a:gdLst/>
            <a:ahLst/>
            <a:cxnLst/>
            <a:rect l="l" t="t" r="r" b="b"/>
            <a:pathLst>
              <a:path w="122350" h="13217" extrusionOk="0">
                <a:moveTo>
                  <a:pt x="13229" y="0"/>
                </a:moveTo>
                <a:lnTo>
                  <a:pt x="101085" y="0"/>
                </a:lnTo>
                <a:lnTo>
                  <a:pt x="122350" y="13216"/>
                </a:lnTo>
                <a:lnTo>
                  <a:pt x="1" y="1321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8" name="Google Shape;1838;p55"/>
          <p:cNvSpPr/>
          <p:nvPr/>
        </p:nvSpPr>
        <p:spPr>
          <a:xfrm>
            <a:off x="15975" y="4480109"/>
            <a:ext cx="9206201" cy="7285"/>
          </a:xfrm>
          <a:custGeom>
            <a:avLst/>
            <a:gdLst/>
            <a:ahLst/>
            <a:cxnLst/>
            <a:rect l="l" t="t" r="r" b="b"/>
            <a:pathLst>
              <a:path w="288144" h="228" extrusionOk="0">
                <a:moveTo>
                  <a:pt x="1" y="1"/>
                </a:moveTo>
                <a:lnTo>
                  <a:pt x="1" y="227"/>
                </a:lnTo>
                <a:lnTo>
                  <a:pt x="288144" y="227"/>
                </a:lnTo>
                <a:lnTo>
                  <a:pt x="2881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55"/>
          <p:cNvSpPr/>
          <p:nvPr/>
        </p:nvSpPr>
        <p:spPr>
          <a:xfrm>
            <a:off x="15975" y="4702646"/>
            <a:ext cx="9206201" cy="7285"/>
          </a:xfrm>
          <a:custGeom>
            <a:avLst/>
            <a:gdLst/>
            <a:ahLst/>
            <a:cxnLst/>
            <a:rect l="l" t="t" r="r" b="b"/>
            <a:pathLst>
              <a:path w="288144" h="228" extrusionOk="0">
                <a:moveTo>
                  <a:pt x="1" y="1"/>
                </a:moveTo>
                <a:lnTo>
                  <a:pt x="1" y="227"/>
                </a:lnTo>
                <a:lnTo>
                  <a:pt x="288144" y="227"/>
                </a:lnTo>
                <a:lnTo>
                  <a:pt x="2881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0" name="Google Shape;1840;p55"/>
          <p:cNvSpPr/>
          <p:nvPr/>
        </p:nvSpPr>
        <p:spPr>
          <a:xfrm>
            <a:off x="15975" y="4925215"/>
            <a:ext cx="9206201" cy="6869"/>
          </a:xfrm>
          <a:custGeom>
            <a:avLst/>
            <a:gdLst/>
            <a:ahLst/>
            <a:cxnLst/>
            <a:rect l="l" t="t" r="r" b="b"/>
            <a:pathLst>
              <a:path w="288144" h="215" extrusionOk="0">
                <a:moveTo>
                  <a:pt x="1" y="0"/>
                </a:moveTo>
                <a:lnTo>
                  <a:pt x="1" y="214"/>
                </a:lnTo>
                <a:lnTo>
                  <a:pt x="288144" y="214"/>
                </a:lnTo>
                <a:lnTo>
                  <a:pt x="288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p55"/>
          <p:cNvSpPr/>
          <p:nvPr/>
        </p:nvSpPr>
        <p:spPr>
          <a:xfrm>
            <a:off x="15975" y="4480109"/>
            <a:ext cx="9206201" cy="7285"/>
          </a:xfrm>
          <a:custGeom>
            <a:avLst/>
            <a:gdLst/>
            <a:ahLst/>
            <a:cxnLst/>
            <a:rect l="l" t="t" r="r" b="b"/>
            <a:pathLst>
              <a:path w="288144" h="228" extrusionOk="0">
                <a:moveTo>
                  <a:pt x="1" y="1"/>
                </a:moveTo>
                <a:lnTo>
                  <a:pt x="1" y="227"/>
                </a:lnTo>
                <a:lnTo>
                  <a:pt x="288144" y="227"/>
                </a:lnTo>
                <a:lnTo>
                  <a:pt x="2881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2" name="Google Shape;1842;p55"/>
          <p:cNvSpPr/>
          <p:nvPr/>
        </p:nvSpPr>
        <p:spPr>
          <a:xfrm>
            <a:off x="15975" y="4702646"/>
            <a:ext cx="9206201" cy="7285"/>
          </a:xfrm>
          <a:custGeom>
            <a:avLst/>
            <a:gdLst/>
            <a:ahLst/>
            <a:cxnLst/>
            <a:rect l="l" t="t" r="r" b="b"/>
            <a:pathLst>
              <a:path w="288144" h="228" extrusionOk="0">
                <a:moveTo>
                  <a:pt x="1" y="1"/>
                </a:moveTo>
                <a:lnTo>
                  <a:pt x="1" y="227"/>
                </a:lnTo>
                <a:lnTo>
                  <a:pt x="288144" y="227"/>
                </a:lnTo>
                <a:lnTo>
                  <a:pt x="2881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3" name="Google Shape;1843;p55"/>
          <p:cNvSpPr/>
          <p:nvPr/>
        </p:nvSpPr>
        <p:spPr>
          <a:xfrm>
            <a:off x="668380" y="0"/>
            <a:ext cx="2890740" cy="2065248"/>
          </a:xfrm>
          <a:custGeom>
            <a:avLst/>
            <a:gdLst/>
            <a:ahLst/>
            <a:cxnLst/>
            <a:rect l="l" t="t" r="r" b="b"/>
            <a:pathLst>
              <a:path w="90477" h="64640" extrusionOk="0">
                <a:moveTo>
                  <a:pt x="51888" y="0"/>
                </a:moveTo>
                <a:lnTo>
                  <a:pt x="1" y="49125"/>
                </a:lnTo>
                <a:lnTo>
                  <a:pt x="20527" y="64639"/>
                </a:lnTo>
                <a:lnTo>
                  <a:pt x="904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55"/>
          <p:cNvSpPr/>
          <p:nvPr/>
        </p:nvSpPr>
        <p:spPr>
          <a:xfrm>
            <a:off x="0" y="0"/>
            <a:ext cx="2389349" cy="4932729"/>
          </a:xfrm>
          <a:custGeom>
            <a:avLst/>
            <a:gdLst/>
            <a:ahLst/>
            <a:cxnLst/>
            <a:rect l="l" t="t" r="r" b="b"/>
            <a:pathLst>
              <a:path w="74784" h="154389" extrusionOk="0">
                <a:moveTo>
                  <a:pt x="1" y="0"/>
                </a:moveTo>
                <a:lnTo>
                  <a:pt x="1" y="154388"/>
                </a:lnTo>
                <a:lnTo>
                  <a:pt x="20670" y="154281"/>
                </a:lnTo>
                <a:lnTo>
                  <a:pt x="41196" y="140375"/>
                </a:lnTo>
                <a:lnTo>
                  <a:pt x="40839" y="38267"/>
                </a:lnTo>
                <a:lnTo>
                  <a:pt x="747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55"/>
          <p:cNvSpPr/>
          <p:nvPr/>
        </p:nvSpPr>
        <p:spPr>
          <a:xfrm>
            <a:off x="658900" y="1573425"/>
            <a:ext cx="668738" cy="3354674"/>
          </a:xfrm>
          <a:custGeom>
            <a:avLst/>
            <a:gdLst/>
            <a:ahLst/>
            <a:cxnLst/>
            <a:rect l="l" t="t" r="r" b="b"/>
            <a:pathLst>
              <a:path w="20515" h="105121" extrusionOk="0">
                <a:moveTo>
                  <a:pt x="0" y="0"/>
                </a:moveTo>
                <a:lnTo>
                  <a:pt x="0" y="105120"/>
                </a:lnTo>
                <a:lnTo>
                  <a:pt x="20515" y="91214"/>
                </a:lnTo>
                <a:lnTo>
                  <a:pt x="20515" y="155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55"/>
          <p:cNvSpPr/>
          <p:nvPr/>
        </p:nvSpPr>
        <p:spPr>
          <a:xfrm>
            <a:off x="668380" y="0"/>
            <a:ext cx="2890740" cy="2065248"/>
          </a:xfrm>
          <a:custGeom>
            <a:avLst/>
            <a:gdLst/>
            <a:ahLst/>
            <a:cxnLst/>
            <a:rect l="l" t="t" r="r" b="b"/>
            <a:pathLst>
              <a:path w="90477" h="64640" extrusionOk="0">
                <a:moveTo>
                  <a:pt x="51888" y="0"/>
                </a:moveTo>
                <a:lnTo>
                  <a:pt x="1" y="49125"/>
                </a:lnTo>
                <a:lnTo>
                  <a:pt x="20527" y="64639"/>
                </a:lnTo>
                <a:lnTo>
                  <a:pt x="9047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55"/>
          <p:cNvSpPr/>
          <p:nvPr/>
        </p:nvSpPr>
        <p:spPr>
          <a:xfrm>
            <a:off x="1242950" y="-875"/>
            <a:ext cx="2319425" cy="2071300"/>
          </a:xfrm>
          <a:custGeom>
            <a:avLst/>
            <a:gdLst/>
            <a:ahLst/>
            <a:cxnLst/>
            <a:rect l="l" t="t" r="r" b="b"/>
            <a:pathLst>
              <a:path w="92777" h="82852" extrusionOk="0">
                <a:moveTo>
                  <a:pt x="0" y="80422"/>
                </a:moveTo>
                <a:lnTo>
                  <a:pt x="3298" y="82852"/>
                </a:lnTo>
                <a:lnTo>
                  <a:pt x="92777" y="0"/>
                </a:lnTo>
                <a:lnTo>
                  <a:pt x="873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48" name="Google Shape;1848;p55"/>
          <p:cNvSpPr/>
          <p:nvPr/>
        </p:nvSpPr>
        <p:spPr>
          <a:xfrm>
            <a:off x="1316500" y="-5700"/>
            <a:ext cx="7834400" cy="4492100"/>
          </a:xfrm>
          <a:custGeom>
            <a:avLst/>
            <a:gdLst/>
            <a:ahLst/>
            <a:cxnLst/>
            <a:rect l="l" t="t" r="r" b="b"/>
            <a:pathLst>
              <a:path w="313376" h="179684" extrusionOk="0">
                <a:moveTo>
                  <a:pt x="0" y="82902"/>
                </a:moveTo>
                <a:lnTo>
                  <a:pt x="89892" y="0"/>
                </a:lnTo>
                <a:lnTo>
                  <a:pt x="313286" y="240"/>
                </a:lnTo>
                <a:lnTo>
                  <a:pt x="313376" y="179684"/>
                </a:lnTo>
                <a:lnTo>
                  <a:pt x="42" y="179654"/>
                </a:lnTo>
                <a:close/>
              </a:path>
            </a:pathLst>
          </a:custGeom>
          <a:gradFill>
            <a:gsLst>
              <a:gs pos="0">
                <a:srgbClr val="F59A93">
                  <a:alpha val="15294"/>
                </a:srgbClr>
              </a:gs>
              <a:gs pos="100000">
                <a:srgbClr val="737373">
                  <a:alpha val="0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1849" name="Google Shape;1849;p55"/>
          <p:cNvSpPr/>
          <p:nvPr/>
        </p:nvSpPr>
        <p:spPr>
          <a:xfrm>
            <a:off x="1323975" y="-5700"/>
            <a:ext cx="7826925" cy="4492100"/>
          </a:xfrm>
          <a:custGeom>
            <a:avLst/>
            <a:gdLst/>
            <a:ahLst/>
            <a:cxnLst/>
            <a:rect l="l" t="t" r="r" b="b"/>
            <a:pathLst>
              <a:path w="313077" h="179684" extrusionOk="0">
                <a:moveTo>
                  <a:pt x="0" y="82787"/>
                </a:moveTo>
                <a:lnTo>
                  <a:pt x="89593" y="0"/>
                </a:lnTo>
                <a:lnTo>
                  <a:pt x="312987" y="240"/>
                </a:lnTo>
                <a:lnTo>
                  <a:pt x="313077" y="179684"/>
                </a:lnTo>
                <a:lnTo>
                  <a:pt x="47" y="179609"/>
                </a:lnTo>
                <a:close/>
              </a:path>
            </a:pathLst>
          </a:cu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1850" name="Google Shape;1850;p55"/>
          <p:cNvSpPr/>
          <p:nvPr/>
        </p:nvSpPr>
        <p:spPr>
          <a:xfrm>
            <a:off x="15975" y="4925215"/>
            <a:ext cx="9206201" cy="6869"/>
          </a:xfrm>
          <a:custGeom>
            <a:avLst/>
            <a:gdLst/>
            <a:ahLst/>
            <a:cxnLst/>
            <a:rect l="l" t="t" r="r" b="b"/>
            <a:pathLst>
              <a:path w="288144" h="215" extrusionOk="0">
                <a:moveTo>
                  <a:pt x="1" y="0"/>
                </a:moveTo>
                <a:lnTo>
                  <a:pt x="1" y="214"/>
                </a:lnTo>
                <a:lnTo>
                  <a:pt x="288144" y="214"/>
                </a:lnTo>
                <a:lnTo>
                  <a:pt x="288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55"/>
          <p:cNvSpPr/>
          <p:nvPr/>
        </p:nvSpPr>
        <p:spPr>
          <a:xfrm>
            <a:off x="3573608" y="4921413"/>
            <a:ext cx="241606" cy="233970"/>
          </a:xfrm>
          <a:custGeom>
            <a:avLst/>
            <a:gdLst/>
            <a:ahLst/>
            <a:cxnLst/>
            <a:rect l="l" t="t" r="r" b="b"/>
            <a:pathLst>
              <a:path w="7562" h="7323" extrusionOk="0">
                <a:moveTo>
                  <a:pt x="7407" y="0"/>
                </a:moveTo>
                <a:lnTo>
                  <a:pt x="1" y="7168"/>
                </a:lnTo>
                <a:lnTo>
                  <a:pt x="168" y="7322"/>
                </a:lnTo>
                <a:lnTo>
                  <a:pt x="7561" y="155"/>
                </a:lnTo>
                <a:lnTo>
                  <a:pt x="740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2" name="Google Shape;1852;p55"/>
          <p:cNvSpPr/>
          <p:nvPr/>
        </p:nvSpPr>
        <p:spPr>
          <a:xfrm>
            <a:off x="4032007" y="4481259"/>
            <a:ext cx="237804" cy="230551"/>
          </a:xfrm>
          <a:custGeom>
            <a:avLst/>
            <a:gdLst/>
            <a:ahLst/>
            <a:cxnLst/>
            <a:rect l="l" t="t" r="r" b="b"/>
            <a:pathLst>
              <a:path w="7443" h="7216" extrusionOk="0">
                <a:moveTo>
                  <a:pt x="7288" y="1"/>
                </a:moveTo>
                <a:lnTo>
                  <a:pt x="1" y="7061"/>
                </a:lnTo>
                <a:lnTo>
                  <a:pt x="156" y="7216"/>
                </a:lnTo>
                <a:lnTo>
                  <a:pt x="7442" y="155"/>
                </a:lnTo>
                <a:lnTo>
                  <a:pt x="72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3" name="Google Shape;1853;p55"/>
          <p:cNvSpPr/>
          <p:nvPr/>
        </p:nvSpPr>
        <p:spPr>
          <a:xfrm>
            <a:off x="6951326" y="4926334"/>
            <a:ext cx="236654" cy="229050"/>
          </a:xfrm>
          <a:custGeom>
            <a:avLst/>
            <a:gdLst/>
            <a:ahLst/>
            <a:cxnLst/>
            <a:rect l="l" t="t" r="r" b="b"/>
            <a:pathLst>
              <a:path w="7407" h="7169" extrusionOk="0">
                <a:moveTo>
                  <a:pt x="167" y="1"/>
                </a:moveTo>
                <a:lnTo>
                  <a:pt x="0" y="156"/>
                </a:lnTo>
                <a:lnTo>
                  <a:pt x="7239" y="7168"/>
                </a:lnTo>
                <a:lnTo>
                  <a:pt x="7406" y="7014"/>
                </a:lnTo>
                <a:lnTo>
                  <a:pt x="1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4" name="Google Shape;1854;p55"/>
          <p:cNvSpPr/>
          <p:nvPr/>
        </p:nvSpPr>
        <p:spPr>
          <a:xfrm>
            <a:off x="6491393" y="4481259"/>
            <a:ext cx="238187" cy="230551"/>
          </a:xfrm>
          <a:custGeom>
            <a:avLst/>
            <a:gdLst/>
            <a:ahLst/>
            <a:cxnLst/>
            <a:rect l="l" t="t" r="r" b="b"/>
            <a:pathLst>
              <a:path w="7455" h="7216" extrusionOk="0">
                <a:moveTo>
                  <a:pt x="167" y="1"/>
                </a:moveTo>
                <a:lnTo>
                  <a:pt x="1" y="155"/>
                </a:lnTo>
                <a:lnTo>
                  <a:pt x="7287" y="7216"/>
                </a:lnTo>
                <a:lnTo>
                  <a:pt x="7454" y="7061"/>
                </a:lnTo>
                <a:lnTo>
                  <a:pt x="1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5" name="Google Shape;1855;p55"/>
          <p:cNvSpPr/>
          <p:nvPr/>
        </p:nvSpPr>
        <p:spPr>
          <a:xfrm>
            <a:off x="5463534" y="4704563"/>
            <a:ext cx="7253" cy="225599"/>
          </a:xfrm>
          <a:custGeom>
            <a:avLst/>
            <a:gdLst/>
            <a:ahLst/>
            <a:cxnLst/>
            <a:rect l="l" t="t" r="r" b="b"/>
            <a:pathLst>
              <a:path w="227" h="7061" extrusionOk="0">
                <a:moveTo>
                  <a:pt x="0" y="0"/>
                </a:moveTo>
                <a:lnTo>
                  <a:pt x="0" y="7061"/>
                </a:lnTo>
                <a:lnTo>
                  <a:pt x="226" y="7061"/>
                </a:lnTo>
                <a:lnTo>
                  <a:pt x="2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55"/>
          <p:cNvSpPr/>
          <p:nvPr/>
        </p:nvSpPr>
        <p:spPr>
          <a:xfrm>
            <a:off x="1221513" y="4928634"/>
            <a:ext cx="328702" cy="204288"/>
          </a:xfrm>
          <a:custGeom>
            <a:avLst/>
            <a:gdLst/>
            <a:ahLst/>
            <a:cxnLst/>
            <a:rect l="l" t="t" r="r" b="b"/>
            <a:pathLst>
              <a:path w="10288" h="6394" extrusionOk="0">
                <a:moveTo>
                  <a:pt x="10288" y="0"/>
                </a:moveTo>
                <a:lnTo>
                  <a:pt x="7585" y="1679"/>
                </a:lnTo>
                <a:lnTo>
                  <a:pt x="2394" y="4906"/>
                </a:lnTo>
                <a:lnTo>
                  <a:pt x="1" y="6394"/>
                </a:lnTo>
                <a:lnTo>
                  <a:pt x="1" y="6394"/>
                </a:lnTo>
                <a:lnTo>
                  <a:pt x="102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7" name="Google Shape;1857;p55"/>
          <p:cNvSpPr/>
          <p:nvPr/>
        </p:nvSpPr>
        <p:spPr>
          <a:xfrm>
            <a:off x="1187262" y="4925567"/>
            <a:ext cx="364869" cy="230583"/>
          </a:xfrm>
          <a:custGeom>
            <a:avLst/>
            <a:gdLst/>
            <a:ahLst/>
            <a:cxnLst/>
            <a:rect l="l" t="t" r="r" b="b"/>
            <a:pathLst>
              <a:path w="11420" h="7217" extrusionOk="0">
                <a:moveTo>
                  <a:pt x="11300" y="1"/>
                </a:moveTo>
                <a:lnTo>
                  <a:pt x="1" y="7026"/>
                </a:lnTo>
                <a:lnTo>
                  <a:pt x="120" y="7216"/>
                </a:lnTo>
                <a:lnTo>
                  <a:pt x="11419" y="191"/>
                </a:lnTo>
                <a:lnTo>
                  <a:pt x="1130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8" name="Google Shape;1858;p55"/>
          <p:cNvSpPr/>
          <p:nvPr/>
        </p:nvSpPr>
        <p:spPr>
          <a:xfrm>
            <a:off x="2474594" y="4706480"/>
            <a:ext cx="359885" cy="221797"/>
          </a:xfrm>
          <a:custGeom>
            <a:avLst/>
            <a:gdLst/>
            <a:ahLst/>
            <a:cxnLst/>
            <a:rect l="l" t="t" r="r" b="b"/>
            <a:pathLst>
              <a:path w="11264" h="6942" extrusionOk="0">
                <a:moveTo>
                  <a:pt x="11264" y="0"/>
                </a:moveTo>
                <a:lnTo>
                  <a:pt x="1" y="6941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9" name="Google Shape;1859;p55"/>
          <p:cNvSpPr/>
          <p:nvPr/>
        </p:nvSpPr>
        <p:spPr>
          <a:xfrm>
            <a:off x="2472709" y="4703413"/>
            <a:ext cx="363687" cy="227899"/>
          </a:xfrm>
          <a:custGeom>
            <a:avLst/>
            <a:gdLst/>
            <a:ahLst/>
            <a:cxnLst/>
            <a:rect l="l" t="t" r="r" b="b"/>
            <a:pathLst>
              <a:path w="11383" h="7133" extrusionOk="0">
                <a:moveTo>
                  <a:pt x="11252" y="1"/>
                </a:moveTo>
                <a:lnTo>
                  <a:pt x="0" y="6954"/>
                </a:lnTo>
                <a:lnTo>
                  <a:pt x="119" y="7133"/>
                </a:lnTo>
                <a:lnTo>
                  <a:pt x="11383" y="191"/>
                </a:lnTo>
                <a:lnTo>
                  <a:pt x="112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0" name="Google Shape;1860;p55"/>
          <p:cNvSpPr/>
          <p:nvPr/>
        </p:nvSpPr>
        <p:spPr>
          <a:xfrm>
            <a:off x="383" y="4924832"/>
            <a:ext cx="658138" cy="7253"/>
          </a:xfrm>
          <a:custGeom>
            <a:avLst/>
            <a:gdLst/>
            <a:ahLst/>
            <a:cxnLst/>
            <a:rect l="l" t="t" r="r" b="b"/>
            <a:pathLst>
              <a:path w="20599" h="227" extrusionOk="0">
                <a:moveTo>
                  <a:pt x="0" y="0"/>
                </a:moveTo>
                <a:lnTo>
                  <a:pt x="0" y="226"/>
                </a:lnTo>
                <a:lnTo>
                  <a:pt x="20598" y="226"/>
                </a:lnTo>
                <a:lnTo>
                  <a:pt x="2059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1" name="Google Shape;1861;p55"/>
          <p:cNvSpPr/>
          <p:nvPr/>
        </p:nvSpPr>
        <p:spPr>
          <a:xfrm>
            <a:off x="664564" y="1565853"/>
            <a:ext cx="663058" cy="3366060"/>
          </a:xfrm>
          <a:custGeom>
            <a:avLst/>
            <a:gdLst/>
            <a:ahLst/>
            <a:cxnLst/>
            <a:rect l="l" t="t" r="r" b="b"/>
            <a:pathLst>
              <a:path w="20753" h="105354" extrusionOk="0">
                <a:moveTo>
                  <a:pt x="226" y="340"/>
                </a:moveTo>
                <a:lnTo>
                  <a:pt x="20538" y="15688"/>
                </a:lnTo>
                <a:lnTo>
                  <a:pt x="20538" y="91268"/>
                </a:lnTo>
                <a:lnTo>
                  <a:pt x="226" y="105020"/>
                </a:lnTo>
                <a:lnTo>
                  <a:pt x="226" y="340"/>
                </a:lnTo>
                <a:close/>
                <a:moveTo>
                  <a:pt x="116" y="0"/>
                </a:moveTo>
                <a:cubicBezTo>
                  <a:pt x="58" y="0"/>
                  <a:pt x="0" y="45"/>
                  <a:pt x="0" y="114"/>
                </a:cubicBezTo>
                <a:lnTo>
                  <a:pt x="0" y="105234"/>
                </a:lnTo>
                <a:cubicBezTo>
                  <a:pt x="0" y="105294"/>
                  <a:pt x="48" y="105353"/>
                  <a:pt x="119" y="105353"/>
                </a:cubicBezTo>
                <a:cubicBezTo>
                  <a:pt x="143" y="105353"/>
                  <a:pt x="155" y="105341"/>
                  <a:pt x="179" y="105330"/>
                </a:cubicBezTo>
                <a:lnTo>
                  <a:pt x="20705" y="91411"/>
                </a:lnTo>
                <a:cubicBezTo>
                  <a:pt x="20729" y="91399"/>
                  <a:pt x="20753" y="91364"/>
                  <a:pt x="20753" y="91328"/>
                </a:cubicBezTo>
                <a:lnTo>
                  <a:pt x="20753" y="15628"/>
                </a:lnTo>
                <a:cubicBezTo>
                  <a:pt x="20753" y="15592"/>
                  <a:pt x="20729" y="15569"/>
                  <a:pt x="20705" y="15545"/>
                </a:cubicBezTo>
                <a:lnTo>
                  <a:pt x="179" y="19"/>
                </a:lnTo>
                <a:cubicBezTo>
                  <a:pt x="160" y="6"/>
                  <a:pt x="138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2" name="Google Shape;1862;p55"/>
          <p:cNvSpPr/>
          <p:nvPr/>
        </p:nvSpPr>
        <p:spPr>
          <a:xfrm>
            <a:off x="664578" y="0"/>
            <a:ext cx="2899878" cy="2069050"/>
          </a:xfrm>
          <a:custGeom>
            <a:avLst/>
            <a:gdLst/>
            <a:ahLst/>
            <a:cxnLst/>
            <a:rect l="l" t="t" r="r" b="b"/>
            <a:pathLst>
              <a:path w="90763" h="64759" extrusionOk="0">
                <a:moveTo>
                  <a:pt x="51852" y="0"/>
                </a:moveTo>
                <a:lnTo>
                  <a:pt x="36" y="49042"/>
                </a:lnTo>
                <a:cubicBezTo>
                  <a:pt x="13" y="49066"/>
                  <a:pt x="1" y="49090"/>
                  <a:pt x="1" y="49125"/>
                </a:cubicBezTo>
                <a:cubicBezTo>
                  <a:pt x="1" y="49161"/>
                  <a:pt x="25" y="49197"/>
                  <a:pt x="48" y="49209"/>
                </a:cubicBezTo>
                <a:lnTo>
                  <a:pt x="20575" y="64734"/>
                </a:lnTo>
                <a:cubicBezTo>
                  <a:pt x="20599" y="64746"/>
                  <a:pt x="20622" y="64758"/>
                  <a:pt x="20646" y="64758"/>
                </a:cubicBezTo>
                <a:cubicBezTo>
                  <a:pt x="20670" y="64758"/>
                  <a:pt x="20694" y="64746"/>
                  <a:pt x="20718" y="64722"/>
                </a:cubicBezTo>
                <a:lnTo>
                  <a:pt x="90762" y="0"/>
                </a:lnTo>
                <a:lnTo>
                  <a:pt x="90429" y="0"/>
                </a:lnTo>
                <a:lnTo>
                  <a:pt x="20634" y="64496"/>
                </a:lnTo>
                <a:lnTo>
                  <a:pt x="298" y="49113"/>
                </a:lnTo>
                <a:lnTo>
                  <a:pt x="5217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p55"/>
          <p:cNvSpPr/>
          <p:nvPr/>
        </p:nvSpPr>
        <p:spPr>
          <a:xfrm>
            <a:off x="664578" y="0"/>
            <a:ext cx="2899878" cy="2069050"/>
          </a:xfrm>
          <a:custGeom>
            <a:avLst/>
            <a:gdLst/>
            <a:ahLst/>
            <a:cxnLst/>
            <a:rect l="l" t="t" r="r" b="b"/>
            <a:pathLst>
              <a:path w="90763" h="64759" extrusionOk="0">
                <a:moveTo>
                  <a:pt x="51852" y="0"/>
                </a:moveTo>
                <a:lnTo>
                  <a:pt x="36" y="49042"/>
                </a:lnTo>
                <a:cubicBezTo>
                  <a:pt x="13" y="49066"/>
                  <a:pt x="1" y="49090"/>
                  <a:pt x="1" y="49125"/>
                </a:cubicBezTo>
                <a:cubicBezTo>
                  <a:pt x="1" y="49161"/>
                  <a:pt x="25" y="49197"/>
                  <a:pt x="48" y="49209"/>
                </a:cubicBezTo>
                <a:lnTo>
                  <a:pt x="20575" y="64734"/>
                </a:lnTo>
                <a:cubicBezTo>
                  <a:pt x="20599" y="64746"/>
                  <a:pt x="20622" y="64758"/>
                  <a:pt x="20646" y="64758"/>
                </a:cubicBezTo>
                <a:cubicBezTo>
                  <a:pt x="20670" y="64758"/>
                  <a:pt x="20694" y="64746"/>
                  <a:pt x="20718" y="64722"/>
                </a:cubicBezTo>
                <a:lnTo>
                  <a:pt x="90762" y="0"/>
                </a:lnTo>
                <a:lnTo>
                  <a:pt x="90429" y="0"/>
                </a:lnTo>
                <a:lnTo>
                  <a:pt x="20634" y="64496"/>
                </a:lnTo>
                <a:lnTo>
                  <a:pt x="298" y="49113"/>
                </a:lnTo>
                <a:lnTo>
                  <a:pt x="5217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4" name="Google Shape;1864;p55"/>
          <p:cNvSpPr/>
          <p:nvPr/>
        </p:nvSpPr>
        <p:spPr>
          <a:xfrm>
            <a:off x="667262" y="0"/>
            <a:ext cx="1150" cy="2008569"/>
          </a:xfrm>
          <a:custGeom>
            <a:avLst/>
            <a:gdLst/>
            <a:ahLst/>
            <a:cxnLst/>
            <a:rect l="l" t="t" r="r" b="b"/>
            <a:pathLst>
              <a:path w="36" h="62866" extrusionOk="0">
                <a:moveTo>
                  <a:pt x="36" y="0"/>
                </a:moveTo>
                <a:cubicBezTo>
                  <a:pt x="0" y="20955"/>
                  <a:pt x="0" y="41910"/>
                  <a:pt x="36" y="62865"/>
                </a:cubicBezTo>
                <a:lnTo>
                  <a:pt x="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5" name="Google Shape;1865;p55"/>
          <p:cNvSpPr/>
          <p:nvPr/>
        </p:nvSpPr>
        <p:spPr>
          <a:xfrm>
            <a:off x="664578" y="0"/>
            <a:ext cx="2762173" cy="2012083"/>
          </a:xfrm>
          <a:custGeom>
            <a:avLst/>
            <a:gdLst/>
            <a:ahLst/>
            <a:cxnLst/>
            <a:rect l="l" t="t" r="r" b="b"/>
            <a:pathLst>
              <a:path w="86453" h="62976" extrusionOk="0">
                <a:moveTo>
                  <a:pt x="51841" y="0"/>
                </a:moveTo>
                <a:lnTo>
                  <a:pt x="36" y="49042"/>
                </a:lnTo>
                <a:cubicBezTo>
                  <a:pt x="13" y="49066"/>
                  <a:pt x="1" y="49090"/>
                  <a:pt x="1" y="49125"/>
                </a:cubicBezTo>
                <a:cubicBezTo>
                  <a:pt x="1" y="49161"/>
                  <a:pt x="25" y="49197"/>
                  <a:pt x="48" y="49209"/>
                </a:cubicBezTo>
                <a:lnTo>
                  <a:pt x="18217" y="62948"/>
                </a:lnTo>
                <a:cubicBezTo>
                  <a:pt x="18241" y="62966"/>
                  <a:pt x="18268" y="62975"/>
                  <a:pt x="18293" y="62975"/>
                </a:cubicBezTo>
                <a:cubicBezTo>
                  <a:pt x="18319" y="62975"/>
                  <a:pt x="18342" y="62966"/>
                  <a:pt x="18360" y="62948"/>
                </a:cubicBezTo>
                <a:lnTo>
                  <a:pt x="86452" y="0"/>
                </a:lnTo>
                <a:lnTo>
                  <a:pt x="86119" y="0"/>
                </a:lnTo>
                <a:lnTo>
                  <a:pt x="18277" y="62710"/>
                </a:lnTo>
                <a:lnTo>
                  <a:pt x="298" y="49113"/>
                </a:lnTo>
                <a:lnTo>
                  <a:pt x="5217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6" name="Google Shape;1866;p55"/>
          <p:cNvSpPr/>
          <p:nvPr/>
        </p:nvSpPr>
        <p:spPr>
          <a:xfrm>
            <a:off x="668380" y="0"/>
            <a:ext cx="2753036" cy="2008569"/>
          </a:xfrm>
          <a:custGeom>
            <a:avLst/>
            <a:gdLst/>
            <a:ahLst/>
            <a:cxnLst/>
            <a:rect l="l" t="t" r="r" b="b"/>
            <a:pathLst>
              <a:path w="86167" h="62866" extrusionOk="0">
                <a:moveTo>
                  <a:pt x="76141" y="0"/>
                </a:moveTo>
                <a:lnTo>
                  <a:pt x="15562" y="56007"/>
                </a:lnTo>
                <a:lnTo>
                  <a:pt x="2870" y="46411"/>
                </a:lnTo>
                <a:lnTo>
                  <a:pt x="1" y="49125"/>
                </a:lnTo>
                <a:lnTo>
                  <a:pt x="18170" y="62865"/>
                </a:lnTo>
                <a:lnTo>
                  <a:pt x="861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7" name="Google Shape;1867;p55"/>
          <p:cNvSpPr/>
          <p:nvPr/>
        </p:nvSpPr>
        <p:spPr>
          <a:xfrm>
            <a:off x="668380" y="0"/>
            <a:ext cx="2753036" cy="2008569"/>
          </a:xfrm>
          <a:custGeom>
            <a:avLst/>
            <a:gdLst/>
            <a:ahLst/>
            <a:cxnLst/>
            <a:rect l="l" t="t" r="r" b="b"/>
            <a:pathLst>
              <a:path w="86167" h="62866" extrusionOk="0">
                <a:moveTo>
                  <a:pt x="76141" y="0"/>
                </a:moveTo>
                <a:lnTo>
                  <a:pt x="15562" y="56007"/>
                </a:lnTo>
                <a:lnTo>
                  <a:pt x="2870" y="46411"/>
                </a:lnTo>
                <a:lnTo>
                  <a:pt x="1" y="49125"/>
                </a:lnTo>
                <a:lnTo>
                  <a:pt x="18170" y="62865"/>
                </a:lnTo>
                <a:lnTo>
                  <a:pt x="8616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3"/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8" name="Google Shape;1868;p55"/>
          <p:cNvSpPr/>
          <p:nvPr/>
        </p:nvSpPr>
        <p:spPr>
          <a:xfrm>
            <a:off x="664578" y="0"/>
            <a:ext cx="2762173" cy="2012083"/>
          </a:xfrm>
          <a:custGeom>
            <a:avLst/>
            <a:gdLst/>
            <a:ahLst/>
            <a:cxnLst/>
            <a:rect l="l" t="t" r="r" b="b"/>
            <a:pathLst>
              <a:path w="86453" h="62976" extrusionOk="0">
                <a:moveTo>
                  <a:pt x="76094" y="0"/>
                </a:moveTo>
                <a:lnTo>
                  <a:pt x="15669" y="55864"/>
                </a:lnTo>
                <a:lnTo>
                  <a:pt x="3049" y="46315"/>
                </a:lnTo>
                <a:cubicBezTo>
                  <a:pt x="3029" y="46300"/>
                  <a:pt x="3007" y="46294"/>
                  <a:pt x="2985" y="46294"/>
                </a:cubicBezTo>
                <a:cubicBezTo>
                  <a:pt x="2955" y="46294"/>
                  <a:pt x="2927" y="46307"/>
                  <a:pt x="2906" y="46327"/>
                </a:cubicBezTo>
                <a:lnTo>
                  <a:pt x="36" y="49042"/>
                </a:lnTo>
                <a:cubicBezTo>
                  <a:pt x="13" y="49066"/>
                  <a:pt x="1" y="49090"/>
                  <a:pt x="1" y="49125"/>
                </a:cubicBezTo>
                <a:cubicBezTo>
                  <a:pt x="1" y="49161"/>
                  <a:pt x="25" y="49197"/>
                  <a:pt x="48" y="49209"/>
                </a:cubicBezTo>
                <a:lnTo>
                  <a:pt x="18217" y="62948"/>
                </a:lnTo>
                <a:cubicBezTo>
                  <a:pt x="18241" y="62966"/>
                  <a:pt x="18268" y="62975"/>
                  <a:pt x="18293" y="62975"/>
                </a:cubicBezTo>
                <a:cubicBezTo>
                  <a:pt x="18319" y="62975"/>
                  <a:pt x="18342" y="62966"/>
                  <a:pt x="18360" y="62948"/>
                </a:cubicBezTo>
                <a:lnTo>
                  <a:pt x="86452" y="0"/>
                </a:lnTo>
                <a:lnTo>
                  <a:pt x="86119" y="0"/>
                </a:lnTo>
                <a:lnTo>
                  <a:pt x="18277" y="62710"/>
                </a:lnTo>
                <a:lnTo>
                  <a:pt x="298" y="49113"/>
                </a:lnTo>
                <a:lnTo>
                  <a:pt x="3001" y="46554"/>
                </a:lnTo>
                <a:lnTo>
                  <a:pt x="15622" y="56102"/>
                </a:lnTo>
                <a:cubicBezTo>
                  <a:pt x="15646" y="56120"/>
                  <a:pt x="15672" y="56129"/>
                  <a:pt x="15699" y="56129"/>
                </a:cubicBezTo>
                <a:cubicBezTo>
                  <a:pt x="15726" y="56129"/>
                  <a:pt x="15753" y="56120"/>
                  <a:pt x="15777" y="56102"/>
                </a:cubicBezTo>
                <a:lnTo>
                  <a:pt x="7642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9" name="Google Shape;1869;p55"/>
          <p:cNvSpPr/>
          <p:nvPr/>
        </p:nvSpPr>
        <p:spPr>
          <a:xfrm>
            <a:off x="1165599" y="1789468"/>
            <a:ext cx="83326" cy="219145"/>
          </a:xfrm>
          <a:custGeom>
            <a:avLst/>
            <a:gdLst/>
            <a:ahLst/>
            <a:cxnLst/>
            <a:rect l="l" t="t" r="r" b="b"/>
            <a:pathLst>
              <a:path w="2608" h="6859" extrusionOk="0">
                <a:moveTo>
                  <a:pt x="0" y="0"/>
                </a:moveTo>
                <a:lnTo>
                  <a:pt x="2608" y="6858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0" name="Google Shape;1870;p55"/>
          <p:cNvSpPr/>
          <p:nvPr/>
        </p:nvSpPr>
        <p:spPr>
          <a:xfrm>
            <a:off x="1162181" y="1788318"/>
            <a:ext cx="89780" cy="221414"/>
          </a:xfrm>
          <a:custGeom>
            <a:avLst/>
            <a:gdLst/>
            <a:ahLst/>
            <a:cxnLst/>
            <a:rect l="l" t="t" r="r" b="b"/>
            <a:pathLst>
              <a:path w="2810" h="6930" extrusionOk="0">
                <a:moveTo>
                  <a:pt x="214" y="0"/>
                </a:moveTo>
                <a:lnTo>
                  <a:pt x="0" y="84"/>
                </a:lnTo>
                <a:lnTo>
                  <a:pt x="2608" y="6930"/>
                </a:lnTo>
                <a:lnTo>
                  <a:pt x="2810" y="6846"/>
                </a:lnTo>
                <a:lnTo>
                  <a:pt x="2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56"/>
          <p:cNvSpPr/>
          <p:nvPr/>
        </p:nvSpPr>
        <p:spPr>
          <a:xfrm>
            <a:off x="1191225" y="231625"/>
            <a:ext cx="7953000" cy="3591000"/>
          </a:xfrm>
          <a:prstGeom prst="rect">
            <a:avLst/>
          </a:pr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3" name="Google Shape;1873;p56"/>
          <p:cNvGrpSpPr/>
          <p:nvPr/>
        </p:nvGrpSpPr>
        <p:grpSpPr>
          <a:xfrm>
            <a:off x="300282" y="430100"/>
            <a:ext cx="865966" cy="2380620"/>
            <a:chOff x="200618" y="652447"/>
            <a:chExt cx="1189840" cy="3270982"/>
          </a:xfrm>
        </p:grpSpPr>
        <p:sp>
          <p:nvSpPr>
            <p:cNvPr id="1874" name="Google Shape;1874;p56"/>
            <p:cNvSpPr/>
            <p:nvPr/>
          </p:nvSpPr>
          <p:spPr>
            <a:xfrm>
              <a:off x="702075" y="2559900"/>
              <a:ext cx="172125" cy="984225"/>
            </a:xfrm>
            <a:custGeom>
              <a:avLst/>
              <a:gdLst/>
              <a:ahLst/>
              <a:cxnLst/>
              <a:rect l="l" t="t" r="r" b="b"/>
              <a:pathLst>
                <a:path w="6885" h="39369" extrusionOk="0">
                  <a:moveTo>
                    <a:pt x="151" y="0"/>
                  </a:moveTo>
                  <a:lnTo>
                    <a:pt x="6885" y="1524"/>
                  </a:lnTo>
                  <a:lnTo>
                    <a:pt x="6741" y="39109"/>
                  </a:lnTo>
                  <a:lnTo>
                    <a:pt x="0" y="3936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875" name="Google Shape;1875;p56"/>
            <p:cNvSpPr/>
            <p:nvPr/>
          </p:nvSpPr>
          <p:spPr>
            <a:xfrm>
              <a:off x="205875" y="2444675"/>
              <a:ext cx="326975" cy="1384125"/>
            </a:xfrm>
            <a:custGeom>
              <a:avLst/>
              <a:gdLst/>
              <a:ahLst/>
              <a:cxnLst/>
              <a:rect l="l" t="t" r="r" b="b"/>
              <a:pathLst>
                <a:path w="13079" h="55365" extrusionOk="0">
                  <a:moveTo>
                    <a:pt x="90" y="0"/>
                  </a:moveTo>
                  <a:lnTo>
                    <a:pt x="13079" y="2922"/>
                  </a:lnTo>
                  <a:lnTo>
                    <a:pt x="12992" y="49230"/>
                  </a:lnTo>
                  <a:lnTo>
                    <a:pt x="0" y="5536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876" name="Google Shape;1876;p56"/>
            <p:cNvSpPr/>
            <p:nvPr/>
          </p:nvSpPr>
          <p:spPr>
            <a:xfrm>
              <a:off x="205875" y="704500"/>
              <a:ext cx="328325" cy="1557975"/>
            </a:xfrm>
            <a:custGeom>
              <a:avLst/>
              <a:gdLst/>
              <a:ahLst/>
              <a:cxnLst/>
              <a:rect l="l" t="t" r="r" b="b"/>
              <a:pathLst>
                <a:path w="13133" h="62319" extrusionOk="0">
                  <a:moveTo>
                    <a:pt x="57" y="0"/>
                  </a:moveTo>
                  <a:lnTo>
                    <a:pt x="13133" y="6943"/>
                  </a:lnTo>
                  <a:lnTo>
                    <a:pt x="13133" y="62319"/>
                  </a:lnTo>
                  <a:lnTo>
                    <a:pt x="0" y="585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877" name="Google Shape;1877;p56"/>
            <p:cNvSpPr/>
            <p:nvPr/>
          </p:nvSpPr>
          <p:spPr>
            <a:xfrm>
              <a:off x="705850" y="969700"/>
              <a:ext cx="166350" cy="1395150"/>
            </a:xfrm>
            <a:custGeom>
              <a:avLst/>
              <a:gdLst/>
              <a:ahLst/>
              <a:cxnLst/>
              <a:rect l="l" t="t" r="r" b="b"/>
              <a:pathLst>
                <a:path w="6654" h="55806" extrusionOk="0">
                  <a:moveTo>
                    <a:pt x="0" y="0"/>
                  </a:moveTo>
                  <a:lnTo>
                    <a:pt x="6650" y="3509"/>
                  </a:lnTo>
                  <a:lnTo>
                    <a:pt x="6654" y="55806"/>
                  </a:lnTo>
                  <a:lnTo>
                    <a:pt x="0" y="5366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1878" name="Google Shape;1878;p56"/>
            <p:cNvSpPr/>
            <p:nvPr/>
          </p:nvSpPr>
          <p:spPr>
            <a:xfrm>
              <a:off x="204284" y="2386009"/>
              <a:ext cx="408766" cy="41651"/>
            </a:xfrm>
            <a:custGeom>
              <a:avLst/>
              <a:gdLst/>
              <a:ahLst/>
              <a:cxnLst/>
              <a:rect l="l" t="t" r="r" b="b"/>
              <a:pathLst>
                <a:path w="4014" h="409" extrusionOk="0">
                  <a:moveTo>
                    <a:pt x="1" y="0"/>
                  </a:moveTo>
                  <a:lnTo>
                    <a:pt x="1" y="347"/>
                  </a:lnTo>
                  <a:lnTo>
                    <a:pt x="4013" y="409"/>
                  </a:lnTo>
                  <a:lnTo>
                    <a:pt x="4013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9D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56"/>
            <p:cNvSpPr/>
            <p:nvPr/>
          </p:nvSpPr>
          <p:spPr>
            <a:xfrm>
              <a:off x="204284" y="2350265"/>
              <a:ext cx="408766" cy="42058"/>
            </a:xfrm>
            <a:custGeom>
              <a:avLst/>
              <a:gdLst/>
              <a:ahLst/>
              <a:cxnLst/>
              <a:rect l="l" t="t" r="r" b="b"/>
              <a:pathLst>
                <a:path w="4014" h="413" extrusionOk="0">
                  <a:moveTo>
                    <a:pt x="1" y="1"/>
                  </a:moveTo>
                  <a:lnTo>
                    <a:pt x="1" y="351"/>
                  </a:lnTo>
                  <a:lnTo>
                    <a:pt x="4013" y="413"/>
                  </a:lnTo>
                  <a:lnTo>
                    <a:pt x="4013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56"/>
            <p:cNvSpPr/>
            <p:nvPr/>
          </p:nvSpPr>
          <p:spPr>
            <a:xfrm>
              <a:off x="204284" y="2314928"/>
              <a:ext cx="408766" cy="41752"/>
            </a:xfrm>
            <a:custGeom>
              <a:avLst/>
              <a:gdLst/>
              <a:ahLst/>
              <a:cxnLst/>
              <a:rect l="l" t="t" r="r" b="b"/>
              <a:pathLst>
                <a:path w="4014" h="410" extrusionOk="0">
                  <a:moveTo>
                    <a:pt x="1" y="1"/>
                  </a:moveTo>
                  <a:lnTo>
                    <a:pt x="1" y="348"/>
                  </a:lnTo>
                  <a:lnTo>
                    <a:pt x="4013" y="409"/>
                  </a:lnTo>
                  <a:lnTo>
                    <a:pt x="4013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56"/>
            <p:cNvSpPr/>
            <p:nvPr/>
          </p:nvSpPr>
          <p:spPr>
            <a:xfrm>
              <a:off x="204284" y="2279183"/>
              <a:ext cx="408766" cy="42160"/>
            </a:xfrm>
            <a:custGeom>
              <a:avLst/>
              <a:gdLst/>
              <a:ahLst/>
              <a:cxnLst/>
              <a:rect l="l" t="t" r="r" b="b"/>
              <a:pathLst>
                <a:path w="4014" h="414" extrusionOk="0">
                  <a:moveTo>
                    <a:pt x="1" y="1"/>
                  </a:moveTo>
                  <a:lnTo>
                    <a:pt x="1" y="352"/>
                  </a:lnTo>
                  <a:lnTo>
                    <a:pt x="4013" y="413"/>
                  </a:lnTo>
                  <a:lnTo>
                    <a:pt x="4013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56"/>
            <p:cNvSpPr/>
            <p:nvPr/>
          </p:nvSpPr>
          <p:spPr>
            <a:xfrm>
              <a:off x="201025" y="652447"/>
              <a:ext cx="415283" cy="3216458"/>
            </a:xfrm>
            <a:custGeom>
              <a:avLst/>
              <a:gdLst/>
              <a:ahLst/>
              <a:cxnLst/>
              <a:rect l="l" t="t" r="r" b="b"/>
              <a:pathLst>
                <a:path w="4078" h="31585" extrusionOk="0">
                  <a:moveTo>
                    <a:pt x="33" y="31584"/>
                  </a:moveTo>
                  <a:cubicBezTo>
                    <a:pt x="25" y="31584"/>
                    <a:pt x="22" y="31581"/>
                    <a:pt x="14" y="31577"/>
                  </a:cubicBezTo>
                  <a:cubicBezTo>
                    <a:pt x="4" y="31574"/>
                    <a:pt x="0" y="31563"/>
                    <a:pt x="0" y="31552"/>
                  </a:cubicBezTo>
                  <a:lnTo>
                    <a:pt x="0" y="36"/>
                  </a:lnTo>
                  <a:cubicBezTo>
                    <a:pt x="0" y="26"/>
                    <a:pt x="4" y="11"/>
                    <a:pt x="14" y="8"/>
                  </a:cubicBezTo>
                  <a:cubicBezTo>
                    <a:pt x="25" y="0"/>
                    <a:pt x="40" y="0"/>
                    <a:pt x="47" y="8"/>
                  </a:cubicBezTo>
                  <a:lnTo>
                    <a:pt x="4060" y="2169"/>
                  </a:lnTo>
                  <a:cubicBezTo>
                    <a:pt x="4070" y="2177"/>
                    <a:pt x="4078" y="2187"/>
                    <a:pt x="4078" y="2202"/>
                  </a:cubicBezTo>
                  <a:lnTo>
                    <a:pt x="4078" y="29697"/>
                  </a:lnTo>
                  <a:cubicBezTo>
                    <a:pt x="4078" y="29712"/>
                    <a:pt x="4070" y="29723"/>
                    <a:pt x="4060" y="29726"/>
                  </a:cubicBezTo>
                  <a:lnTo>
                    <a:pt x="47" y="31581"/>
                  </a:lnTo>
                  <a:cubicBezTo>
                    <a:pt x="43" y="31584"/>
                    <a:pt x="36" y="31584"/>
                    <a:pt x="33" y="31584"/>
                  </a:cubicBezTo>
                  <a:close/>
                  <a:moveTo>
                    <a:pt x="65" y="94"/>
                  </a:moveTo>
                  <a:lnTo>
                    <a:pt x="65" y="31498"/>
                  </a:lnTo>
                  <a:lnTo>
                    <a:pt x="4013" y="29676"/>
                  </a:lnTo>
                  <a:lnTo>
                    <a:pt x="4013" y="22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56"/>
            <p:cNvSpPr/>
            <p:nvPr/>
          </p:nvSpPr>
          <p:spPr>
            <a:xfrm>
              <a:off x="701653" y="3615175"/>
              <a:ext cx="234933" cy="20774"/>
            </a:xfrm>
            <a:custGeom>
              <a:avLst/>
              <a:gdLst/>
              <a:ahLst/>
              <a:cxnLst/>
              <a:rect l="l" t="t" r="r" b="b"/>
              <a:pathLst>
                <a:path w="2307" h="204" extrusionOk="0">
                  <a:moveTo>
                    <a:pt x="0" y="1"/>
                  </a:moveTo>
                  <a:lnTo>
                    <a:pt x="2307" y="33"/>
                  </a:lnTo>
                  <a:lnTo>
                    <a:pt x="2307" y="203"/>
                  </a:lnTo>
                  <a:lnTo>
                    <a:pt x="0" y="2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56"/>
            <p:cNvSpPr/>
            <p:nvPr/>
          </p:nvSpPr>
          <p:spPr>
            <a:xfrm>
              <a:off x="701653" y="2505667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0"/>
                  </a:moveTo>
                  <a:lnTo>
                    <a:pt x="2307" y="36"/>
                  </a:lnTo>
                  <a:lnTo>
                    <a:pt x="2307" y="329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56"/>
            <p:cNvSpPr/>
            <p:nvPr/>
          </p:nvSpPr>
          <p:spPr>
            <a:xfrm>
              <a:off x="701653" y="2475829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0"/>
                  </a:moveTo>
                  <a:lnTo>
                    <a:pt x="2307" y="33"/>
                  </a:lnTo>
                  <a:lnTo>
                    <a:pt x="2307" y="329"/>
                  </a:lnTo>
                  <a:lnTo>
                    <a:pt x="0" y="293"/>
                  </a:lnTo>
                  <a:close/>
                </a:path>
              </a:pathLst>
            </a:custGeom>
            <a:solidFill>
              <a:srgbClr val="F59D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56"/>
            <p:cNvSpPr/>
            <p:nvPr/>
          </p:nvSpPr>
          <p:spPr>
            <a:xfrm>
              <a:off x="701653" y="2445584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1"/>
                  </a:moveTo>
                  <a:lnTo>
                    <a:pt x="2307" y="37"/>
                  </a:lnTo>
                  <a:lnTo>
                    <a:pt x="2307" y="33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rgbClr val="F59D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56"/>
            <p:cNvSpPr/>
            <p:nvPr/>
          </p:nvSpPr>
          <p:spPr>
            <a:xfrm>
              <a:off x="701653" y="2415847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0"/>
                  </a:moveTo>
                  <a:lnTo>
                    <a:pt x="2307" y="33"/>
                  </a:lnTo>
                  <a:lnTo>
                    <a:pt x="2307" y="329"/>
                  </a:lnTo>
                  <a:lnTo>
                    <a:pt x="0" y="293"/>
                  </a:lnTo>
                  <a:close/>
                </a:path>
              </a:pathLst>
            </a:custGeom>
            <a:solidFill>
              <a:srgbClr val="F59D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56"/>
            <p:cNvSpPr/>
            <p:nvPr/>
          </p:nvSpPr>
          <p:spPr>
            <a:xfrm>
              <a:off x="701653" y="2385602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1"/>
                  </a:moveTo>
                  <a:lnTo>
                    <a:pt x="2307" y="37"/>
                  </a:lnTo>
                  <a:lnTo>
                    <a:pt x="2307" y="33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rgbClr val="F59D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56"/>
            <p:cNvSpPr/>
            <p:nvPr/>
          </p:nvSpPr>
          <p:spPr>
            <a:xfrm>
              <a:off x="701653" y="2355764"/>
              <a:ext cx="234933" cy="33606"/>
            </a:xfrm>
            <a:custGeom>
              <a:avLst/>
              <a:gdLst/>
              <a:ahLst/>
              <a:cxnLst/>
              <a:rect l="l" t="t" r="r" b="b"/>
              <a:pathLst>
                <a:path w="2307" h="330" extrusionOk="0">
                  <a:moveTo>
                    <a:pt x="0" y="1"/>
                  </a:moveTo>
                  <a:lnTo>
                    <a:pt x="2307" y="37"/>
                  </a:lnTo>
                  <a:lnTo>
                    <a:pt x="2307" y="330"/>
                  </a:lnTo>
                  <a:lnTo>
                    <a:pt x="0" y="29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56"/>
            <p:cNvSpPr/>
            <p:nvPr/>
          </p:nvSpPr>
          <p:spPr>
            <a:xfrm>
              <a:off x="698293" y="920786"/>
              <a:ext cx="241654" cy="2718383"/>
            </a:xfrm>
            <a:custGeom>
              <a:avLst/>
              <a:gdLst/>
              <a:ahLst/>
              <a:cxnLst/>
              <a:rect l="l" t="t" r="r" b="b"/>
              <a:pathLst>
                <a:path w="2373" h="26694" extrusionOk="0">
                  <a:moveTo>
                    <a:pt x="33" y="26694"/>
                  </a:moveTo>
                  <a:cubicBezTo>
                    <a:pt x="26" y="26694"/>
                    <a:pt x="19" y="26690"/>
                    <a:pt x="15" y="26686"/>
                  </a:cubicBezTo>
                  <a:cubicBezTo>
                    <a:pt x="4" y="26683"/>
                    <a:pt x="1" y="26672"/>
                    <a:pt x="1" y="26661"/>
                  </a:cubicBezTo>
                  <a:lnTo>
                    <a:pt x="1" y="37"/>
                  </a:lnTo>
                  <a:cubicBezTo>
                    <a:pt x="1" y="22"/>
                    <a:pt x="4" y="11"/>
                    <a:pt x="15" y="4"/>
                  </a:cubicBezTo>
                  <a:cubicBezTo>
                    <a:pt x="26" y="1"/>
                    <a:pt x="41" y="1"/>
                    <a:pt x="48" y="4"/>
                  </a:cubicBezTo>
                  <a:lnTo>
                    <a:pt x="2347" y="1244"/>
                  </a:lnTo>
                  <a:cubicBezTo>
                    <a:pt x="2358" y="1248"/>
                    <a:pt x="2361" y="1262"/>
                    <a:pt x="2365" y="1273"/>
                  </a:cubicBezTo>
                  <a:lnTo>
                    <a:pt x="2372" y="25678"/>
                  </a:lnTo>
                  <a:cubicBezTo>
                    <a:pt x="2372" y="25689"/>
                    <a:pt x="2365" y="25703"/>
                    <a:pt x="2354" y="25707"/>
                  </a:cubicBezTo>
                  <a:lnTo>
                    <a:pt x="48" y="26690"/>
                  </a:lnTo>
                  <a:cubicBezTo>
                    <a:pt x="44" y="26694"/>
                    <a:pt x="37" y="26694"/>
                    <a:pt x="33" y="26694"/>
                  </a:cubicBezTo>
                  <a:close/>
                  <a:moveTo>
                    <a:pt x="66" y="91"/>
                  </a:moveTo>
                  <a:lnTo>
                    <a:pt x="66" y="26607"/>
                  </a:lnTo>
                  <a:lnTo>
                    <a:pt x="2304" y="25653"/>
                  </a:lnTo>
                  <a:lnTo>
                    <a:pt x="2296" y="12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56"/>
            <p:cNvSpPr/>
            <p:nvPr/>
          </p:nvSpPr>
          <p:spPr>
            <a:xfrm>
              <a:off x="873553" y="1051137"/>
              <a:ext cx="63036" cy="2483145"/>
            </a:xfrm>
            <a:custGeom>
              <a:avLst/>
              <a:gdLst/>
              <a:ahLst/>
              <a:cxnLst/>
              <a:rect l="l" t="t" r="r" b="b"/>
              <a:pathLst>
                <a:path w="619" h="24384" extrusionOk="0">
                  <a:moveTo>
                    <a:pt x="1" y="33"/>
                  </a:moveTo>
                  <a:lnTo>
                    <a:pt x="1" y="24380"/>
                  </a:lnTo>
                  <a:lnTo>
                    <a:pt x="619" y="24383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56"/>
            <p:cNvSpPr/>
            <p:nvPr/>
          </p:nvSpPr>
          <p:spPr>
            <a:xfrm>
              <a:off x="873553" y="1051137"/>
              <a:ext cx="63036" cy="2483145"/>
            </a:xfrm>
            <a:custGeom>
              <a:avLst/>
              <a:gdLst/>
              <a:ahLst/>
              <a:cxnLst/>
              <a:rect l="l" t="t" r="r" b="b"/>
              <a:pathLst>
                <a:path w="619" h="24384" extrusionOk="0">
                  <a:moveTo>
                    <a:pt x="1" y="33"/>
                  </a:moveTo>
                  <a:lnTo>
                    <a:pt x="1" y="24380"/>
                  </a:lnTo>
                  <a:lnTo>
                    <a:pt x="619" y="24383"/>
                  </a:lnTo>
                  <a:lnTo>
                    <a:pt x="6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56"/>
            <p:cNvSpPr/>
            <p:nvPr/>
          </p:nvSpPr>
          <p:spPr>
            <a:xfrm>
              <a:off x="870295" y="1047471"/>
              <a:ext cx="69655" cy="2490069"/>
            </a:xfrm>
            <a:custGeom>
              <a:avLst/>
              <a:gdLst/>
              <a:ahLst/>
              <a:cxnLst/>
              <a:rect l="l" t="t" r="r" b="b"/>
              <a:pathLst>
                <a:path w="684" h="24452" extrusionOk="0">
                  <a:moveTo>
                    <a:pt x="618" y="72"/>
                  </a:moveTo>
                  <a:lnTo>
                    <a:pt x="618" y="24383"/>
                  </a:lnTo>
                  <a:lnTo>
                    <a:pt x="69" y="24383"/>
                  </a:lnTo>
                  <a:lnTo>
                    <a:pt x="69" y="101"/>
                  </a:lnTo>
                  <a:lnTo>
                    <a:pt x="618" y="72"/>
                  </a:lnTo>
                  <a:close/>
                  <a:moveTo>
                    <a:pt x="647" y="0"/>
                  </a:moveTo>
                  <a:lnTo>
                    <a:pt x="33" y="36"/>
                  </a:lnTo>
                  <a:cubicBezTo>
                    <a:pt x="14" y="36"/>
                    <a:pt x="0" y="51"/>
                    <a:pt x="0" y="69"/>
                  </a:cubicBezTo>
                  <a:lnTo>
                    <a:pt x="0" y="24419"/>
                  </a:lnTo>
                  <a:cubicBezTo>
                    <a:pt x="0" y="24438"/>
                    <a:pt x="14" y="24452"/>
                    <a:pt x="33" y="24452"/>
                  </a:cubicBezTo>
                  <a:lnTo>
                    <a:pt x="651" y="24452"/>
                  </a:lnTo>
                  <a:cubicBezTo>
                    <a:pt x="669" y="24452"/>
                    <a:pt x="683" y="24438"/>
                    <a:pt x="683" y="24419"/>
                  </a:cubicBezTo>
                  <a:lnTo>
                    <a:pt x="683" y="36"/>
                  </a:lnTo>
                  <a:cubicBezTo>
                    <a:pt x="683" y="15"/>
                    <a:pt x="669" y="0"/>
                    <a:pt x="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56"/>
            <p:cNvSpPr/>
            <p:nvPr/>
          </p:nvSpPr>
          <p:spPr>
            <a:xfrm>
              <a:off x="204284" y="3535641"/>
              <a:ext cx="732295" cy="329945"/>
            </a:xfrm>
            <a:custGeom>
              <a:avLst/>
              <a:gdLst/>
              <a:ahLst/>
              <a:cxnLst/>
              <a:rect l="l" t="t" r="r" b="b"/>
              <a:pathLst>
                <a:path w="7191" h="3240" extrusionOk="0">
                  <a:moveTo>
                    <a:pt x="7191" y="1"/>
                  </a:moveTo>
                  <a:lnTo>
                    <a:pt x="6573" y="5"/>
                  </a:lnTo>
                  <a:lnTo>
                    <a:pt x="11" y="2734"/>
                  </a:lnTo>
                  <a:lnTo>
                    <a:pt x="1" y="3240"/>
                  </a:lnTo>
                  <a:lnTo>
                    <a:pt x="71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56"/>
            <p:cNvSpPr/>
            <p:nvPr/>
          </p:nvSpPr>
          <p:spPr>
            <a:xfrm>
              <a:off x="204284" y="3535641"/>
              <a:ext cx="732295" cy="329945"/>
            </a:xfrm>
            <a:custGeom>
              <a:avLst/>
              <a:gdLst/>
              <a:ahLst/>
              <a:cxnLst/>
              <a:rect l="l" t="t" r="r" b="b"/>
              <a:pathLst>
                <a:path w="7191" h="3240" extrusionOk="0">
                  <a:moveTo>
                    <a:pt x="6573" y="5"/>
                  </a:moveTo>
                  <a:lnTo>
                    <a:pt x="11" y="2734"/>
                  </a:lnTo>
                  <a:lnTo>
                    <a:pt x="1" y="3240"/>
                  </a:lnTo>
                  <a:lnTo>
                    <a:pt x="7191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56"/>
            <p:cNvSpPr/>
            <p:nvPr/>
          </p:nvSpPr>
          <p:spPr>
            <a:xfrm>
              <a:off x="201025" y="3531975"/>
              <a:ext cx="740340" cy="336972"/>
            </a:xfrm>
            <a:custGeom>
              <a:avLst/>
              <a:gdLst/>
              <a:ahLst/>
              <a:cxnLst/>
              <a:rect l="l" t="t" r="r" b="b"/>
              <a:pathLst>
                <a:path w="7270" h="3309" extrusionOk="0">
                  <a:moveTo>
                    <a:pt x="7064" y="69"/>
                  </a:moveTo>
                  <a:lnTo>
                    <a:pt x="69" y="3222"/>
                  </a:lnTo>
                  <a:lnTo>
                    <a:pt x="80" y="2795"/>
                  </a:lnTo>
                  <a:lnTo>
                    <a:pt x="6612" y="73"/>
                  </a:lnTo>
                  <a:lnTo>
                    <a:pt x="7064" y="69"/>
                  </a:lnTo>
                  <a:close/>
                  <a:moveTo>
                    <a:pt x="7223" y="1"/>
                  </a:moveTo>
                  <a:lnTo>
                    <a:pt x="6605" y="4"/>
                  </a:lnTo>
                  <a:cubicBezTo>
                    <a:pt x="6597" y="4"/>
                    <a:pt x="6594" y="8"/>
                    <a:pt x="6590" y="8"/>
                  </a:cubicBezTo>
                  <a:lnTo>
                    <a:pt x="33" y="2741"/>
                  </a:lnTo>
                  <a:cubicBezTo>
                    <a:pt x="18" y="2745"/>
                    <a:pt x="11" y="2755"/>
                    <a:pt x="11" y="2770"/>
                  </a:cubicBezTo>
                  <a:lnTo>
                    <a:pt x="0" y="3272"/>
                  </a:lnTo>
                  <a:cubicBezTo>
                    <a:pt x="0" y="3283"/>
                    <a:pt x="4" y="3298"/>
                    <a:pt x="14" y="3301"/>
                  </a:cubicBezTo>
                  <a:cubicBezTo>
                    <a:pt x="18" y="3305"/>
                    <a:pt x="25" y="3308"/>
                    <a:pt x="33" y="3308"/>
                  </a:cubicBezTo>
                  <a:cubicBezTo>
                    <a:pt x="36" y="3308"/>
                    <a:pt x="43" y="3308"/>
                    <a:pt x="47" y="3305"/>
                  </a:cubicBezTo>
                  <a:lnTo>
                    <a:pt x="7237" y="66"/>
                  </a:lnTo>
                  <a:cubicBezTo>
                    <a:pt x="7270" y="51"/>
                    <a:pt x="7259" y="1"/>
                    <a:pt x="7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56"/>
            <p:cNvSpPr/>
            <p:nvPr/>
          </p:nvSpPr>
          <p:spPr>
            <a:xfrm>
              <a:off x="531586" y="875164"/>
              <a:ext cx="81468" cy="2802703"/>
            </a:xfrm>
            <a:custGeom>
              <a:avLst/>
              <a:gdLst/>
              <a:ahLst/>
              <a:cxnLst/>
              <a:rect l="l" t="t" r="r" b="b"/>
              <a:pathLst>
                <a:path w="800" h="27522" extrusionOk="0">
                  <a:moveTo>
                    <a:pt x="0" y="0"/>
                  </a:moveTo>
                  <a:lnTo>
                    <a:pt x="0" y="27521"/>
                  </a:lnTo>
                  <a:lnTo>
                    <a:pt x="799" y="27471"/>
                  </a:lnTo>
                  <a:lnTo>
                    <a:pt x="799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56"/>
            <p:cNvSpPr/>
            <p:nvPr/>
          </p:nvSpPr>
          <p:spPr>
            <a:xfrm>
              <a:off x="531586" y="875164"/>
              <a:ext cx="81468" cy="2802703"/>
            </a:xfrm>
            <a:custGeom>
              <a:avLst/>
              <a:gdLst/>
              <a:ahLst/>
              <a:cxnLst/>
              <a:rect l="l" t="t" r="r" b="b"/>
              <a:pathLst>
                <a:path w="800" h="27522" extrusionOk="0">
                  <a:moveTo>
                    <a:pt x="0" y="0"/>
                  </a:moveTo>
                  <a:lnTo>
                    <a:pt x="0" y="27521"/>
                  </a:lnTo>
                  <a:lnTo>
                    <a:pt x="799" y="27471"/>
                  </a:lnTo>
                  <a:lnTo>
                    <a:pt x="799" y="15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56"/>
            <p:cNvSpPr/>
            <p:nvPr/>
          </p:nvSpPr>
          <p:spPr>
            <a:xfrm>
              <a:off x="527920" y="871803"/>
              <a:ext cx="88393" cy="2809322"/>
            </a:xfrm>
            <a:custGeom>
              <a:avLst/>
              <a:gdLst/>
              <a:ahLst/>
              <a:cxnLst/>
              <a:rect l="l" t="t" r="r" b="b"/>
              <a:pathLst>
                <a:path w="868" h="27587" extrusionOk="0">
                  <a:moveTo>
                    <a:pt x="69" y="66"/>
                  </a:moveTo>
                  <a:lnTo>
                    <a:pt x="803" y="80"/>
                  </a:lnTo>
                  <a:lnTo>
                    <a:pt x="803" y="27471"/>
                  </a:lnTo>
                  <a:lnTo>
                    <a:pt x="69" y="27518"/>
                  </a:lnTo>
                  <a:lnTo>
                    <a:pt x="69" y="66"/>
                  </a:lnTo>
                  <a:close/>
                  <a:moveTo>
                    <a:pt x="36" y="1"/>
                  </a:moveTo>
                  <a:cubicBezTo>
                    <a:pt x="29" y="1"/>
                    <a:pt x="18" y="1"/>
                    <a:pt x="11" y="8"/>
                  </a:cubicBezTo>
                  <a:cubicBezTo>
                    <a:pt x="7" y="15"/>
                    <a:pt x="4" y="23"/>
                    <a:pt x="4" y="33"/>
                  </a:cubicBezTo>
                  <a:lnTo>
                    <a:pt x="4" y="27554"/>
                  </a:lnTo>
                  <a:cubicBezTo>
                    <a:pt x="0" y="27572"/>
                    <a:pt x="18" y="27587"/>
                    <a:pt x="36" y="27587"/>
                  </a:cubicBezTo>
                  <a:lnTo>
                    <a:pt x="835" y="27540"/>
                  </a:lnTo>
                  <a:cubicBezTo>
                    <a:pt x="853" y="27540"/>
                    <a:pt x="868" y="27522"/>
                    <a:pt x="868" y="27507"/>
                  </a:cubicBezTo>
                  <a:lnTo>
                    <a:pt x="868" y="48"/>
                  </a:lnTo>
                  <a:cubicBezTo>
                    <a:pt x="868" y="30"/>
                    <a:pt x="853" y="12"/>
                    <a:pt x="835" y="12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56"/>
            <p:cNvSpPr/>
            <p:nvPr/>
          </p:nvSpPr>
          <p:spPr>
            <a:xfrm>
              <a:off x="207237" y="2200056"/>
              <a:ext cx="405812" cy="317827"/>
            </a:xfrm>
            <a:custGeom>
              <a:avLst/>
              <a:gdLst/>
              <a:ahLst/>
              <a:cxnLst/>
              <a:rect l="l" t="t" r="r" b="b"/>
              <a:pathLst>
                <a:path w="3985" h="3121" extrusionOk="0">
                  <a:moveTo>
                    <a:pt x="0" y="1"/>
                  </a:moveTo>
                  <a:lnTo>
                    <a:pt x="0" y="2379"/>
                  </a:lnTo>
                  <a:lnTo>
                    <a:pt x="3185" y="3120"/>
                  </a:lnTo>
                  <a:lnTo>
                    <a:pt x="3984" y="29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56"/>
            <p:cNvSpPr/>
            <p:nvPr/>
          </p:nvSpPr>
          <p:spPr>
            <a:xfrm>
              <a:off x="203877" y="2196492"/>
              <a:ext cx="412839" cy="324650"/>
            </a:xfrm>
            <a:custGeom>
              <a:avLst/>
              <a:gdLst/>
              <a:ahLst/>
              <a:cxnLst/>
              <a:rect l="l" t="t" r="r" b="b"/>
              <a:pathLst>
                <a:path w="4054" h="3188" extrusionOk="0">
                  <a:moveTo>
                    <a:pt x="66" y="101"/>
                  </a:moveTo>
                  <a:lnTo>
                    <a:pt x="3938" y="2939"/>
                  </a:lnTo>
                  <a:lnTo>
                    <a:pt x="3218" y="3119"/>
                  </a:lnTo>
                  <a:lnTo>
                    <a:pt x="66" y="2389"/>
                  </a:lnTo>
                  <a:lnTo>
                    <a:pt x="66" y="101"/>
                  </a:lnTo>
                  <a:close/>
                  <a:moveTo>
                    <a:pt x="34" y="1"/>
                  </a:moveTo>
                  <a:cubicBezTo>
                    <a:pt x="29" y="1"/>
                    <a:pt x="23" y="2"/>
                    <a:pt x="19" y="3"/>
                  </a:cubicBezTo>
                  <a:cubicBezTo>
                    <a:pt x="8" y="10"/>
                    <a:pt x="1" y="21"/>
                    <a:pt x="1" y="36"/>
                  </a:cubicBezTo>
                  <a:lnTo>
                    <a:pt x="1" y="2414"/>
                  </a:lnTo>
                  <a:cubicBezTo>
                    <a:pt x="1" y="2432"/>
                    <a:pt x="12" y="2447"/>
                    <a:pt x="26" y="2451"/>
                  </a:cubicBezTo>
                  <a:lnTo>
                    <a:pt x="3211" y="3188"/>
                  </a:lnTo>
                  <a:lnTo>
                    <a:pt x="3225" y="3188"/>
                  </a:lnTo>
                  <a:lnTo>
                    <a:pt x="4024" y="2989"/>
                  </a:lnTo>
                  <a:cubicBezTo>
                    <a:pt x="4039" y="2986"/>
                    <a:pt x="4046" y="2975"/>
                    <a:pt x="4050" y="2960"/>
                  </a:cubicBezTo>
                  <a:cubicBezTo>
                    <a:pt x="4053" y="2949"/>
                    <a:pt x="4046" y="2935"/>
                    <a:pt x="4039" y="2928"/>
                  </a:cubicBezTo>
                  <a:lnTo>
                    <a:pt x="52" y="7"/>
                  </a:lnTo>
                  <a:cubicBezTo>
                    <a:pt x="47" y="3"/>
                    <a:pt x="41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56"/>
            <p:cNvSpPr/>
            <p:nvPr/>
          </p:nvSpPr>
          <p:spPr>
            <a:xfrm>
              <a:off x="207237" y="2164719"/>
              <a:ext cx="405812" cy="332899"/>
            </a:xfrm>
            <a:custGeom>
              <a:avLst/>
              <a:gdLst/>
              <a:ahLst/>
              <a:cxnLst/>
              <a:rect l="l" t="t" r="r" b="b"/>
              <a:pathLst>
                <a:path w="3985" h="3269" extrusionOk="0">
                  <a:moveTo>
                    <a:pt x="0" y="1"/>
                  </a:moveTo>
                  <a:lnTo>
                    <a:pt x="0" y="2275"/>
                  </a:lnTo>
                  <a:lnTo>
                    <a:pt x="3185" y="3070"/>
                  </a:lnTo>
                  <a:lnTo>
                    <a:pt x="3984" y="3269"/>
                  </a:lnTo>
                  <a:lnTo>
                    <a:pt x="3984" y="1176"/>
                  </a:lnTo>
                  <a:lnTo>
                    <a:pt x="3185" y="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56"/>
            <p:cNvSpPr/>
            <p:nvPr/>
          </p:nvSpPr>
          <p:spPr>
            <a:xfrm>
              <a:off x="203877" y="2161256"/>
              <a:ext cx="412432" cy="339722"/>
            </a:xfrm>
            <a:custGeom>
              <a:avLst/>
              <a:gdLst/>
              <a:ahLst/>
              <a:cxnLst/>
              <a:rect l="l" t="t" r="r" b="b"/>
              <a:pathLst>
                <a:path w="4050" h="3336" extrusionOk="0">
                  <a:moveTo>
                    <a:pt x="66" y="82"/>
                  </a:moveTo>
                  <a:lnTo>
                    <a:pt x="3985" y="1235"/>
                  </a:lnTo>
                  <a:lnTo>
                    <a:pt x="3985" y="3259"/>
                  </a:lnTo>
                  <a:lnTo>
                    <a:pt x="66" y="2283"/>
                  </a:lnTo>
                  <a:lnTo>
                    <a:pt x="66" y="82"/>
                  </a:lnTo>
                  <a:close/>
                  <a:moveTo>
                    <a:pt x="36" y="1"/>
                  </a:moveTo>
                  <a:cubicBezTo>
                    <a:pt x="28" y="1"/>
                    <a:pt x="20" y="4"/>
                    <a:pt x="12" y="9"/>
                  </a:cubicBezTo>
                  <a:cubicBezTo>
                    <a:pt x="5" y="13"/>
                    <a:pt x="1" y="24"/>
                    <a:pt x="1" y="35"/>
                  </a:cubicBezTo>
                  <a:lnTo>
                    <a:pt x="1" y="2309"/>
                  </a:lnTo>
                  <a:cubicBezTo>
                    <a:pt x="1" y="2323"/>
                    <a:pt x="12" y="2337"/>
                    <a:pt x="26" y="2341"/>
                  </a:cubicBezTo>
                  <a:lnTo>
                    <a:pt x="4010" y="3335"/>
                  </a:lnTo>
                  <a:lnTo>
                    <a:pt x="4017" y="3335"/>
                  </a:lnTo>
                  <a:cubicBezTo>
                    <a:pt x="4024" y="3335"/>
                    <a:pt x="4032" y="3332"/>
                    <a:pt x="4039" y="3328"/>
                  </a:cubicBezTo>
                  <a:cubicBezTo>
                    <a:pt x="4046" y="3321"/>
                    <a:pt x="4050" y="3310"/>
                    <a:pt x="4050" y="3299"/>
                  </a:cubicBezTo>
                  <a:lnTo>
                    <a:pt x="4050" y="1210"/>
                  </a:lnTo>
                  <a:cubicBezTo>
                    <a:pt x="4050" y="1195"/>
                    <a:pt x="4042" y="1181"/>
                    <a:pt x="4028" y="1177"/>
                  </a:cubicBezTo>
                  <a:lnTo>
                    <a:pt x="3229" y="942"/>
                  </a:lnTo>
                  <a:lnTo>
                    <a:pt x="44" y="2"/>
                  </a:lnTo>
                  <a:cubicBezTo>
                    <a:pt x="41" y="1"/>
                    <a:pt x="38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56"/>
            <p:cNvSpPr/>
            <p:nvPr/>
          </p:nvSpPr>
          <p:spPr>
            <a:xfrm>
              <a:off x="207237" y="2164719"/>
              <a:ext cx="405812" cy="332899"/>
            </a:xfrm>
            <a:custGeom>
              <a:avLst/>
              <a:gdLst/>
              <a:ahLst/>
              <a:cxnLst/>
              <a:rect l="l" t="t" r="r" b="b"/>
              <a:pathLst>
                <a:path w="3985" h="3269" extrusionOk="0">
                  <a:moveTo>
                    <a:pt x="0" y="1"/>
                  </a:moveTo>
                  <a:lnTo>
                    <a:pt x="0" y="2275"/>
                  </a:lnTo>
                  <a:lnTo>
                    <a:pt x="3185" y="3070"/>
                  </a:lnTo>
                  <a:lnTo>
                    <a:pt x="3984" y="3269"/>
                  </a:lnTo>
                  <a:lnTo>
                    <a:pt x="3984" y="1176"/>
                  </a:lnTo>
                  <a:lnTo>
                    <a:pt x="3185" y="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56"/>
            <p:cNvSpPr/>
            <p:nvPr/>
          </p:nvSpPr>
          <p:spPr>
            <a:xfrm>
              <a:off x="701653" y="2456684"/>
              <a:ext cx="233100" cy="140329"/>
            </a:xfrm>
            <a:custGeom>
              <a:avLst/>
              <a:gdLst/>
              <a:ahLst/>
              <a:cxnLst/>
              <a:rect l="l" t="t" r="r" b="b"/>
              <a:pathLst>
                <a:path w="2289" h="1378" extrusionOk="0">
                  <a:moveTo>
                    <a:pt x="0" y="0"/>
                  </a:moveTo>
                  <a:lnTo>
                    <a:pt x="0" y="991"/>
                  </a:lnTo>
                  <a:lnTo>
                    <a:pt x="1674" y="1378"/>
                  </a:lnTo>
                  <a:lnTo>
                    <a:pt x="2289" y="1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56"/>
            <p:cNvSpPr/>
            <p:nvPr/>
          </p:nvSpPr>
          <p:spPr>
            <a:xfrm>
              <a:off x="698293" y="2453221"/>
              <a:ext cx="240127" cy="147457"/>
            </a:xfrm>
            <a:custGeom>
              <a:avLst/>
              <a:gdLst/>
              <a:ahLst/>
              <a:cxnLst/>
              <a:rect l="l" t="t" r="r" b="b"/>
              <a:pathLst>
                <a:path w="2358" h="1448" extrusionOk="0">
                  <a:moveTo>
                    <a:pt x="66" y="89"/>
                  </a:moveTo>
                  <a:lnTo>
                    <a:pt x="2231" y="1213"/>
                  </a:lnTo>
                  <a:lnTo>
                    <a:pt x="1707" y="1376"/>
                  </a:lnTo>
                  <a:lnTo>
                    <a:pt x="66" y="996"/>
                  </a:lnTo>
                  <a:lnTo>
                    <a:pt x="66" y="89"/>
                  </a:lnTo>
                  <a:close/>
                  <a:moveTo>
                    <a:pt x="35" y="0"/>
                  </a:moveTo>
                  <a:cubicBezTo>
                    <a:pt x="30" y="0"/>
                    <a:pt x="24" y="2"/>
                    <a:pt x="19" y="5"/>
                  </a:cubicBezTo>
                  <a:cubicBezTo>
                    <a:pt x="8" y="13"/>
                    <a:pt x="1" y="24"/>
                    <a:pt x="1" y="34"/>
                  </a:cubicBezTo>
                  <a:lnTo>
                    <a:pt x="1" y="1025"/>
                  </a:lnTo>
                  <a:cubicBezTo>
                    <a:pt x="1" y="1039"/>
                    <a:pt x="12" y="1054"/>
                    <a:pt x="30" y="1057"/>
                  </a:cubicBezTo>
                  <a:lnTo>
                    <a:pt x="1700" y="1448"/>
                  </a:lnTo>
                  <a:lnTo>
                    <a:pt x="1722" y="1448"/>
                  </a:lnTo>
                  <a:lnTo>
                    <a:pt x="2332" y="1256"/>
                  </a:lnTo>
                  <a:cubicBezTo>
                    <a:pt x="2347" y="1253"/>
                    <a:pt x="2354" y="1238"/>
                    <a:pt x="2358" y="1227"/>
                  </a:cubicBezTo>
                  <a:cubicBezTo>
                    <a:pt x="2358" y="1213"/>
                    <a:pt x="2351" y="1198"/>
                    <a:pt x="2340" y="1191"/>
                  </a:cubicBezTo>
                  <a:lnTo>
                    <a:pt x="51" y="5"/>
                  </a:lnTo>
                  <a:cubicBezTo>
                    <a:pt x="46" y="2"/>
                    <a:pt x="41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56"/>
            <p:cNvSpPr/>
            <p:nvPr/>
          </p:nvSpPr>
          <p:spPr>
            <a:xfrm>
              <a:off x="701653" y="2310549"/>
              <a:ext cx="233813" cy="267011"/>
            </a:xfrm>
            <a:custGeom>
              <a:avLst/>
              <a:gdLst/>
              <a:ahLst/>
              <a:cxnLst/>
              <a:rect l="l" t="t" r="r" b="b"/>
              <a:pathLst>
                <a:path w="2296" h="2622" extrusionOk="0">
                  <a:moveTo>
                    <a:pt x="0" y="0"/>
                  </a:moveTo>
                  <a:lnTo>
                    <a:pt x="0" y="2054"/>
                  </a:lnTo>
                  <a:lnTo>
                    <a:pt x="2289" y="2621"/>
                  </a:lnTo>
                  <a:lnTo>
                    <a:pt x="2296" y="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56"/>
            <p:cNvSpPr/>
            <p:nvPr/>
          </p:nvSpPr>
          <p:spPr>
            <a:xfrm>
              <a:off x="698293" y="2307290"/>
              <a:ext cx="240942" cy="273936"/>
            </a:xfrm>
            <a:custGeom>
              <a:avLst/>
              <a:gdLst/>
              <a:ahLst/>
              <a:cxnLst/>
              <a:rect l="l" t="t" r="r" b="b"/>
              <a:pathLst>
                <a:path w="2366" h="2690" extrusionOk="0">
                  <a:moveTo>
                    <a:pt x="66" y="79"/>
                  </a:moveTo>
                  <a:lnTo>
                    <a:pt x="2296" y="737"/>
                  </a:lnTo>
                  <a:lnTo>
                    <a:pt x="2286" y="2610"/>
                  </a:lnTo>
                  <a:lnTo>
                    <a:pt x="66" y="2057"/>
                  </a:lnTo>
                  <a:lnTo>
                    <a:pt x="66" y="79"/>
                  </a:lnTo>
                  <a:close/>
                  <a:moveTo>
                    <a:pt x="31" y="0"/>
                  </a:moveTo>
                  <a:cubicBezTo>
                    <a:pt x="15" y="0"/>
                    <a:pt x="1" y="16"/>
                    <a:pt x="1" y="36"/>
                  </a:cubicBezTo>
                  <a:lnTo>
                    <a:pt x="1" y="2086"/>
                  </a:lnTo>
                  <a:cubicBezTo>
                    <a:pt x="1" y="2100"/>
                    <a:pt x="12" y="2114"/>
                    <a:pt x="26" y="2118"/>
                  </a:cubicBezTo>
                  <a:lnTo>
                    <a:pt x="2311" y="2689"/>
                  </a:lnTo>
                  <a:lnTo>
                    <a:pt x="2322" y="2689"/>
                  </a:lnTo>
                  <a:cubicBezTo>
                    <a:pt x="2329" y="2689"/>
                    <a:pt x="2336" y="2686"/>
                    <a:pt x="2343" y="2682"/>
                  </a:cubicBezTo>
                  <a:cubicBezTo>
                    <a:pt x="2351" y="2675"/>
                    <a:pt x="2354" y="2668"/>
                    <a:pt x="2354" y="2657"/>
                  </a:cubicBezTo>
                  <a:lnTo>
                    <a:pt x="2365" y="712"/>
                  </a:lnTo>
                  <a:cubicBezTo>
                    <a:pt x="2365" y="697"/>
                    <a:pt x="2354" y="683"/>
                    <a:pt x="2340" y="679"/>
                  </a:cubicBezTo>
                  <a:lnTo>
                    <a:pt x="44" y="3"/>
                  </a:lnTo>
                  <a:cubicBezTo>
                    <a:pt x="40" y="1"/>
                    <a:pt x="35" y="0"/>
                    <a:pt x="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56"/>
            <p:cNvSpPr/>
            <p:nvPr/>
          </p:nvSpPr>
          <p:spPr>
            <a:xfrm>
              <a:off x="701653" y="2310549"/>
              <a:ext cx="233813" cy="267011"/>
            </a:xfrm>
            <a:custGeom>
              <a:avLst/>
              <a:gdLst/>
              <a:ahLst/>
              <a:cxnLst/>
              <a:rect l="l" t="t" r="r" b="b"/>
              <a:pathLst>
                <a:path w="2296" h="2622" extrusionOk="0">
                  <a:moveTo>
                    <a:pt x="0" y="0"/>
                  </a:moveTo>
                  <a:lnTo>
                    <a:pt x="0" y="2054"/>
                  </a:lnTo>
                  <a:lnTo>
                    <a:pt x="2289" y="2621"/>
                  </a:lnTo>
                  <a:lnTo>
                    <a:pt x="2296" y="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56"/>
            <p:cNvSpPr/>
            <p:nvPr/>
          </p:nvSpPr>
          <p:spPr>
            <a:xfrm>
              <a:off x="204284" y="656113"/>
              <a:ext cx="408766" cy="220575"/>
            </a:xfrm>
            <a:custGeom>
              <a:avLst/>
              <a:gdLst/>
              <a:ahLst/>
              <a:cxnLst/>
              <a:rect l="l" t="t" r="r" b="b"/>
              <a:pathLst>
                <a:path w="4014" h="2166" extrusionOk="0">
                  <a:moveTo>
                    <a:pt x="1" y="0"/>
                  </a:moveTo>
                  <a:lnTo>
                    <a:pt x="11" y="503"/>
                  </a:lnTo>
                  <a:lnTo>
                    <a:pt x="3214" y="2151"/>
                  </a:lnTo>
                  <a:lnTo>
                    <a:pt x="4013" y="21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56"/>
            <p:cNvSpPr/>
            <p:nvPr/>
          </p:nvSpPr>
          <p:spPr>
            <a:xfrm>
              <a:off x="201025" y="652651"/>
              <a:ext cx="416811" cy="227398"/>
            </a:xfrm>
            <a:custGeom>
              <a:avLst/>
              <a:gdLst/>
              <a:ahLst/>
              <a:cxnLst/>
              <a:rect l="l" t="t" r="r" b="b"/>
              <a:pathLst>
                <a:path w="4093" h="2233" extrusionOk="0">
                  <a:moveTo>
                    <a:pt x="69" y="92"/>
                  </a:moveTo>
                  <a:lnTo>
                    <a:pt x="3908" y="2160"/>
                  </a:lnTo>
                  <a:lnTo>
                    <a:pt x="3253" y="2149"/>
                  </a:lnTo>
                  <a:lnTo>
                    <a:pt x="76" y="515"/>
                  </a:lnTo>
                  <a:lnTo>
                    <a:pt x="69" y="92"/>
                  </a:lnTo>
                  <a:close/>
                  <a:moveTo>
                    <a:pt x="33" y="0"/>
                  </a:moveTo>
                  <a:cubicBezTo>
                    <a:pt x="26" y="0"/>
                    <a:pt x="20" y="2"/>
                    <a:pt x="14" y="6"/>
                  </a:cubicBezTo>
                  <a:cubicBezTo>
                    <a:pt x="4" y="13"/>
                    <a:pt x="0" y="24"/>
                    <a:pt x="0" y="34"/>
                  </a:cubicBezTo>
                  <a:lnTo>
                    <a:pt x="11" y="537"/>
                  </a:lnTo>
                  <a:cubicBezTo>
                    <a:pt x="11" y="551"/>
                    <a:pt x="18" y="562"/>
                    <a:pt x="29" y="569"/>
                  </a:cubicBezTo>
                  <a:lnTo>
                    <a:pt x="3232" y="2214"/>
                  </a:lnTo>
                  <a:cubicBezTo>
                    <a:pt x="3235" y="2218"/>
                    <a:pt x="3239" y="2218"/>
                    <a:pt x="3246" y="2218"/>
                  </a:cubicBezTo>
                  <a:lnTo>
                    <a:pt x="4045" y="2232"/>
                  </a:lnTo>
                  <a:cubicBezTo>
                    <a:pt x="4081" y="2232"/>
                    <a:pt x="4092" y="2185"/>
                    <a:pt x="4063" y="2167"/>
                  </a:cubicBezTo>
                  <a:lnTo>
                    <a:pt x="51" y="6"/>
                  </a:lnTo>
                  <a:cubicBezTo>
                    <a:pt x="45" y="2"/>
                    <a:pt x="39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56"/>
            <p:cNvSpPr/>
            <p:nvPr/>
          </p:nvSpPr>
          <p:spPr>
            <a:xfrm>
              <a:off x="701653" y="924452"/>
              <a:ext cx="233813" cy="130043"/>
            </a:xfrm>
            <a:custGeom>
              <a:avLst/>
              <a:gdLst/>
              <a:ahLst/>
              <a:cxnLst/>
              <a:rect l="l" t="t" r="r" b="b"/>
              <a:pathLst>
                <a:path w="2296" h="1277" extrusionOk="0">
                  <a:moveTo>
                    <a:pt x="0" y="1"/>
                  </a:moveTo>
                  <a:lnTo>
                    <a:pt x="11" y="395"/>
                  </a:lnTo>
                  <a:lnTo>
                    <a:pt x="1689" y="1277"/>
                  </a:lnTo>
                  <a:lnTo>
                    <a:pt x="2296" y="1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56"/>
            <p:cNvSpPr/>
            <p:nvPr/>
          </p:nvSpPr>
          <p:spPr>
            <a:xfrm>
              <a:off x="698293" y="920888"/>
              <a:ext cx="240942" cy="136968"/>
            </a:xfrm>
            <a:custGeom>
              <a:avLst/>
              <a:gdLst/>
              <a:ahLst/>
              <a:cxnLst/>
              <a:rect l="l" t="t" r="r" b="b"/>
              <a:pathLst>
                <a:path w="2366" h="1345" extrusionOk="0">
                  <a:moveTo>
                    <a:pt x="70" y="90"/>
                  </a:moveTo>
                  <a:lnTo>
                    <a:pt x="2210" y="1247"/>
                  </a:lnTo>
                  <a:lnTo>
                    <a:pt x="1729" y="1276"/>
                  </a:lnTo>
                  <a:lnTo>
                    <a:pt x="77" y="412"/>
                  </a:lnTo>
                  <a:lnTo>
                    <a:pt x="70" y="90"/>
                  </a:lnTo>
                  <a:close/>
                  <a:moveTo>
                    <a:pt x="33" y="1"/>
                  </a:moveTo>
                  <a:cubicBezTo>
                    <a:pt x="27" y="1"/>
                    <a:pt x="21" y="1"/>
                    <a:pt x="15" y="3"/>
                  </a:cubicBezTo>
                  <a:cubicBezTo>
                    <a:pt x="4" y="10"/>
                    <a:pt x="1" y="21"/>
                    <a:pt x="1" y="36"/>
                  </a:cubicBezTo>
                  <a:lnTo>
                    <a:pt x="8" y="430"/>
                  </a:lnTo>
                  <a:cubicBezTo>
                    <a:pt x="8" y="444"/>
                    <a:pt x="15" y="455"/>
                    <a:pt x="26" y="462"/>
                  </a:cubicBezTo>
                  <a:lnTo>
                    <a:pt x="1707" y="1341"/>
                  </a:lnTo>
                  <a:cubicBezTo>
                    <a:pt x="1711" y="1344"/>
                    <a:pt x="1714" y="1344"/>
                    <a:pt x="1722" y="1344"/>
                  </a:cubicBezTo>
                  <a:lnTo>
                    <a:pt x="1725" y="1344"/>
                  </a:lnTo>
                  <a:lnTo>
                    <a:pt x="2332" y="1305"/>
                  </a:lnTo>
                  <a:cubicBezTo>
                    <a:pt x="2347" y="1305"/>
                    <a:pt x="2358" y="1294"/>
                    <a:pt x="2361" y="1279"/>
                  </a:cubicBezTo>
                  <a:cubicBezTo>
                    <a:pt x="2365" y="1265"/>
                    <a:pt x="2358" y="1250"/>
                    <a:pt x="2347" y="1243"/>
                  </a:cubicBezTo>
                  <a:lnTo>
                    <a:pt x="48" y="3"/>
                  </a:lnTo>
                  <a:cubicBezTo>
                    <a:pt x="44" y="1"/>
                    <a:pt x="39" y="1"/>
                    <a:pt x="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56"/>
            <p:cNvSpPr/>
            <p:nvPr/>
          </p:nvSpPr>
          <p:spPr>
            <a:xfrm>
              <a:off x="204284" y="3535641"/>
              <a:ext cx="1182508" cy="384427"/>
            </a:xfrm>
            <a:custGeom>
              <a:avLst/>
              <a:gdLst/>
              <a:ahLst/>
              <a:cxnLst/>
              <a:rect l="l" t="t" r="r" b="b"/>
              <a:pathLst>
                <a:path w="11612" h="3775" extrusionOk="0">
                  <a:moveTo>
                    <a:pt x="7191" y="1"/>
                  </a:moveTo>
                  <a:lnTo>
                    <a:pt x="1" y="3240"/>
                  </a:lnTo>
                  <a:lnTo>
                    <a:pt x="1" y="3775"/>
                  </a:lnTo>
                  <a:lnTo>
                    <a:pt x="5221" y="3775"/>
                  </a:lnTo>
                  <a:lnTo>
                    <a:pt x="11612" y="388"/>
                  </a:lnTo>
                  <a:lnTo>
                    <a:pt x="11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56"/>
            <p:cNvSpPr/>
            <p:nvPr/>
          </p:nvSpPr>
          <p:spPr>
            <a:xfrm>
              <a:off x="201025" y="3531975"/>
              <a:ext cx="1189433" cy="391454"/>
            </a:xfrm>
            <a:custGeom>
              <a:avLst/>
              <a:gdLst/>
              <a:ahLst/>
              <a:cxnLst/>
              <a:rect l="l" t="t" r="r" b="b"/>
              <a:pathLst>
                <a:path w="11680" h="3844" extrusionOk="0">
                  <a:moveTo>
                    <a:pt x="11611" y="69"/>
                  </a:moveTo>
                  <a:lnTo>
                    <a:pt x="11611" y="402"/>
                  </a:lnTo>
                  <a:lnTo>
                    <a:pt x="5242" y="3775"/>
                  </a:lnTo>
                  <a:lnTo>
                    <a:pt x="65" y="3775"/>
                  </a:lnTo>
                  <a:lnTo>
                    <a:pt x="65" y="3298"/>
                  </a:lnTo>
                  <a:lnTo>
                    <a:pt x="7230" y="69"/>
                  </a:lnTo>
                  <a:close/>
                  <a:moveTo>
                    <a:pt x="7223" y="1"/>
                  </a:moveTo>
                  <a:cubicBezTo>
                    <a:pt x="7215" y="1"/>
                    <a:pt x="7212" y="1"/>
                    <a:pt x="7208" y="4"/>
                  </a:cubicBezTo>
                  <a:lnTo>
                    <a:pt x="18" y="3243"/>
                  </a:lnTo>
                  <a:cubicBezTo>
                    <a:pt x="7" y="3251"/>
                    <a:pt x="0" y="3261"/>
                    <a:pt x="0" y="3276"/>
                  </a:cubicBezTo>
                  <a:lnTo>
                    <a:pt x="0" y="3811"/>
                  </a:lnTo>
                  <a:cubicBezTo>
                    <a:pt x="0" y="3829"/>
                    <a:pt x="14" y="3843"/>
                    <a:pt x="33" y="3843"/>
                  </a:cubicBezTo>
                  <a:lnTo>
                    <a:pt x="5253" y="3843"/>
                  </a:lnTo>
                  <a:cubicBezTo>
                    <a:pt x="5256" y="3843"/>
                    <a:pt x="5263" y="3843"/>
                    <a:pt x="5267" y="3840"/>
                  </a:cubicBezTo>
                  <a:lnTo>
                    <a:pt x="11662" y="453"/>
                  </a:lnTo>
                  <a:cubicBezTo>
                    <a:pt x="11673" y="445"/>
                    <a:pt x="11676" y="435"/>
                    <a:pt x="11680" y="424"/>
                  </a:cubicBezTo>
                  <a:lnTo>
                    <a:pt x="11680" y="37"/>
                  </a:lnTo>
                  <a:cubicBezTo>
                    <a:pt x="11680" y="15"/>
                    <a:pt x="11662" y="1"/>
                    <a:pt x="11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56"/>
            <p:cNvSpPr/>
            <p:nvPr/>
          </p:nvSpPr>
          <p:spPr>
            <a:xfrm>
              <a:off x="204284" y="3535641"/>
              <a:ext cx="1182508" cy="384427"/>
            </a:xfrm>
            <a:custGeom>
              <a:avLst/>
              <a:gdLst/>
              <a:ahLst/>
              <a:cxnLst/>
              <a:rect l="l" t="t" r="r" b="b"/>
              <a:pathLst>
                <a:path w="11612" h="3775" extrusionOk="0">
                  <a:moveTo>
                    <a:pt x="7191" y="1"/>
                  </a:moveTo>
                  <a:lnTo>
                    <a:pt x="1" y="3240"/>
                  </a:lnTo>
                  <a:lnTo>
                    <a:pt x="1" y="3775"/>
                  </a:lnTo>
                  <a:lnTo>
                    <a:pt x="5221" y="3775"/>
                  </a:lnTo>
                  <a:lnTo>
                    <a:pt x="11612" y="388"/>
                  </a:lnTo>
                  <a:lnTo>
                    <a:pt x="11612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56"/>
            <p:cNvSpPr/>
            <p:nvPr/>
          </p:nvSpPr>
          <p:spPr>
            <a:xfrm>
              <a:off x="204284" y="3535641"/>
              <a:ext cx="1182508" cy="329945"/>
            </a:xfrm>
            <a:custGeom>
              <a:avLst/>
              <a:gdLst/>
              <a:ahLst/>
              <a:cxnLst/>
              <a:rect l="l" t="t" r="r" b="b"/>
              <a:pathLst>
                <a:path w="11612" h="3240" extrusionOk="0">
                  <a:moveTo>
                    <a:pt x="7191" y="1"/>
                  </a:moveTo>
                  <a:lnTo>
                    <a:pt x="1" y="3240"/>
                  </a:lnTo>
                  <a:lnTo>
                    <a:pt x="5221" y="3240"/>
                  </a:lnTo>
                  <a:lnTo>
                    <a:pt x="11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56"/>
            <p:cNvSpPr/>
            <p:nvPr/>
          </p:nvSpPr>
          <p:spPr>
            <a:xfrm>
              <a:off x="204284" y="3535641"/>
              <a:ext cx="1182508" cy="329945"/>
            </a:xfrm>
            <a:custGeom>
              <a:avLst/>
              <a:gdLst/>
              <a:ahLst/>
              <a:cxnLst/>
              <a:rect l="l" t="t" r="r" b="b"/>
              <a:pathLst>
                <a:path w="11612" h="3240" extrusionOk="0">
                  <a:moveTo>
                    <a:pt x="11612" y="1"/>
                  </a:moveTo>
                  <a:lnTo>
                    <a:pt x="7191" y="1"/>
                  </a:lnTo>
                  <a:lnTo>
                    <a:pt x="1" y="3240"/>
                  </a:lnTo>
                  <a:lnTo>
                    <a:pt x="5221" y="324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56"/>
            <p:cNvSpPr/>
            <p:nvPr/>
          </p:nvSpPr>
          <p:spPr>
            <a:xfrm>
              <a:off x="200618" y="3531975"/>
              <a:ext cx="1189840" cy="336972"/>
            </a:xfrm>
            <a:custGeom>
              <a:avLst/>
              <a:gdLst/>
              <a:ahLst/>
              <a:cxnLst/>
              <a:rect l="l" t="t" r="r" b="b"/>
              <a:pathLst>
                <a:path w="11684" h="3309" extrusionOk="0">
                  <a:moveTo>
                    <a:pt x="11507" y="69"/>
                  </a:moveTo>
                  <a:lnTo>
                    <a:pt x="5246" y="3240"/>
                  </a:lnTo>
                  <a:lnTo>
                    <a:pt x="192" y="3240"/>
                  </a:lnTo>
                  <a:lnTo>
                    <a:pt x="7234" y="69"/>
                  </a:lnTo>
                  <a:close/>
                  <a:moveTo>
                    <a:pt x="7227" y="1"/>
                  </a:moveTo>
                  <a:cubicBezTo>
                    <a:pt x="7219" y="1"/>
                    <a:pt x="7216" y="1"/>
                    <a:pt x="7212" y="4"/>
                  </a:cubicBezTo>
                  <a:lnTo>
                    <a:pt x="22" y="3243"/>
                  </a:lnTo>
                  <a:cubicBezTo>
                    <a:pt x="8" y="3251"/>
                    <a:pt x="0" y="3265"/>
                    <a:pt x="4" y="3280"/>
                  </a:cubicBezTo>
                  <a:cubicBezTo>
                    <a:pt x="8" y="3298"/>
                    <a:pt x="22" y="3308"/>
                    <a:pt x="37" y="3308"/>
                  </a:cubicBezTo>
                  <a:lnTo>
                    <a:pt x="5257" y="3308"/>
                  </a:lnTo>
                  <a:cubicBezTo>
                    <a:pt x="5260" y="3308"/>
                    <a:pt x="5264" y="3308"/>
                    <a:pt x="5271" y="3305"/>
                  </a:cubicBezTo>
                  <a:lnTo>
                    <a:pt x="11662" y="66"/>
                  </a:lnTo>
                  <a:cubicBezTo>
                    <a:pt x="11677" y="59"/>
                    <a:pt x="11684" y="44"/>
                    <a:pt x="11680" y="26"/>
                  </a:cubicBezTo>
                  <a:cubicBezTo>
                    <a:pt x="11677" y="12"/>
                    <a:pt x="11662" y="1"/>
                    <a:pt x="11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0" name="Google Shape;1920;p56"/>
          <p:cNvGrpSpPr/>
          <p:nvPr/>
        </p:nvGrpSpPr>
        <p:grpSpPr>
          <a:xfrm>
            <a:off x="-129575" y="-19423"/>
            <a:ext cx="9273581" cy="4728072"/>
            <a:chOff x="-129575" y="-19423"/>
            <a:chExt cx="9273581" cy="4728072"/>
          </a:xfrm>
        </p:grpSpPr>
        <p:sp>
          <p:nvSpPr>
            <p:cNvPr id="1921" name="Google Shape;1921;p56"/>
            <p:cNvSpPr/>
            <p:nvPr/>
          </p:nvSpPr>
          <p:spPr>
            <a:xfrm>
              <a:off x="-4" y="-19423"/>
              <a:ext cx="1188720" cy="4638584"/>
            </a:xfrm>
            <a:custGeom>
              <a:avLst/>
              <a:gdLst/>
              <a:ahLst/>
              <a:cxnLst/>
              <a:rect l="l" t="t" r="r" b="b"/>
              <a:pathLst>
                <a:path w="11673" h="45550" extrusionOk="0">
                  <a:moveTo>
                    <a:pt x="0" y="0"/>
                  </a:moveTo>
                  <a:lnTo>
                    <a:pt x="0" y="45549"/>
                  </a:lnTo>
                  <a:lnTo>
                    <a:pt x="11673" y="37820"/>
                  </a:lnTo>
                  <a:lnTo>
                    <a:pt x="11644" y="2401"/>
                  </a:lnTo>
                  <a:lnTo>
                    <a:pt x="8983" y="0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56"/>
            <p:cNvSpPr/>
            <p:nvPr/>
          </p:nvSpPr>
          <p:spPr>
            <a:xfrm rot="10800000">
              <a:off x="1188725" y="229190"/>
              <a:ext cx="3805" cy="3596154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56"/>
            <p:cNvSpPr/>
            <p:nvPr/>
          </p:nvSpPr>
          <p:spPr>
            <a:xfrm rot="-2878260" flipH="1">
              <a:off x="1065330" y="-48408"/>
              <a:ext cx="3761" cy="333826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56"/>
            <p:cNvSpPr/>
            <p:nvPr/>
          </p:nvSpPr>
          <p:spPr>
            <a:xfrm rot="5400000">
              <a:off x="5166359" y="-3742196"/>
              <a:ext cx="3805" cy="7951488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56"/>
            <p:cNvSpPr/>
            <p:nvPr/>
          </p:nvSpPr>
          <p:spPr>
            <a:xfrm rot="-7427376" flipH="1">
              <a:off x="529345" y="3471442"/>
              <a:ext cx="4090" cy="1587892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56"/>
            <p:cNvSpPr/>
            <p:nvPr/>
          </p:nvSpPr>
          <p:spPr>
            <a:xfrm rot="5400000">
              <a:off x="5166359" y="-151466"/>
              <a:ext cx="3805" cy="7951488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7" name="Google Shape;1927;p56"/>
          <p:cNvSpPr/>
          <p:nvPr/>
        </p:nvSpPr>
        <p:spPr>
          <a:xfrm>
            <a:off x="-50" y="3822625"/>
            <a:ext cx="9144450" cy="1306875"/>
          </a:xfrm>
          <a:custGeom>
            <a:avLst/>
            <a:gdLst/>
            <a:ahLst/>
            <a:cxnLst/>
            <a:rect l="l" t="t" r="r" b="b"/>
            <a:pathLst>
              <a:path w="365778" h="52275" extrusionOk="0">
                <a:moveTo>
                  <a:pt x="0" y="32019"/>
                </a:moveTo>
                <a:lnTo>
                  <a:pt x="47703" y="0"/>
                </a:lnTo>
                <a:lnTo>
                  <a:pt x="365778" y="161"/>
                </a:lnTo>
                <a:lnTo>
                  <a:pt x="365369" y="52275"/>
                </a:lnTo>
                <a:lnTo>
                  <a:pt x="208" y="5227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57"/>
          <p:cNvSpPr/>
          <p:nvPr/>
        </p:nvSpPr>
        <p:spPr>
          <a:xfrm>
            <a:off x="2000" y="0"/>
            <a:ext cx="9146100" cy="4747200"/>
          </a:xfrm>
          <a:prstGeom prst="rect">
            <a:avLst/>
          </a:pr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0" name="Google Shape;1930;p57"/>
          <p:cNvSpPr/>
          <p:nvPr/>
        </p:nvSpPr>
        <p:spPr>
          <a:xfrm>
            <a:off x="6100" y="0"/>
            <a:ext cx="9144000" cy="4747200"/>
          </a:xfrm>
          <a:prstGeom prst="rect">
            <a:avLst/>
          </a:prstGeom>
          <a:gradFill>
            <a:gsLst>
              <a:gs pos="0">
                <a:srgbClr val="F59A93">
                  <a:alpha val="15294"/>
                </a:srgbClr>
              </a:gs>
              <a:gs pos="100000">
                <a:srgbClr val="737373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1" name="Google Shape;1931;p57"/>
          <p:cNvGrpSpPr/>
          <p:nvPr/>
        </p:nvGrpSpPr>
        <p:grpSpPr>
          <a:xfrm>
            <a:off x="-1900" y="4527940"/>
            <a:ext cx="9146015" cy="615469"/>
            <a:chOff x="-24849" y="3699650"/>
            <a:chExt cx="9204000" cy="875863"/>
          </a:xfrm>
        </p:grpSpPr>
        <p:sp>
          <p:nvSpPr>
            <p:cNvPr id="1932" name="Google Shape;1932;p57"/>
            <p:cNvSpPr/>
            <p:nvPr/>
          </p:nvSpPr>
          <p:spPr>
            <a:xfrm>
              <a:off x="-24849" y="3707313"/>
              <a:ext cx="9204000" cy="868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57"/>
            <p:cNvSpPr/>
            <p:nvPr/>
          </p:nvSpPr>
          <p:spPr>
            <a:xfrm rot="5400000">
              <a:off x="4575386" y="-898673"/>
              <a:ext cx="5415" cy="9202062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"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58"/>
          <p:cNvSpPr/>
          <p:nvPr/>
        </p:nvSpPr>
        <p:spPr>
          <a:xfrm>
            <a:off x="6100" y="0"/>
            <a:ext cx="9144000" cy="4244100"/>
          </a:xfrm>
          <a:prstGeom prst="rect">
            <a:avLst/>
          </a:prstGeom>
          <a:gradFill>
            <a:gsLst>
              <a:gs pos="0">
                <a:srgbClr val="3C4173">
                  <a:alpha val="95294"/>
                </a:srgbClr>
              </a:gs>
              <a:gs pos="100000">
                <a:srgbClr val="3C4173">
                  <a:alpha val="26666"/>
                </a:srgbClr>
              </a:gs>
            </a:gsLst>
            <a:lin ang="1619866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58"/>
          <p:cNvSpPr/>
          <p:nvPr/>
        </p:nvSpPr>
        <p:spPr>
          <a:xfrm>
            <a:off x="0" y="4275041"/>
            <a:ext cx="6523950" cy="777420"/>
          </a:xfrm>
          <a:custGeom>
            <a:avLst/>
            <a:gdLst/>
            <a:ahLst/>
            <a:cxnLst/>
            <a:rect l="l" t="t" r="r" b="b"/>
            <a:pathLst>
              <a:path w="260958" h="18583" extrusionOk="0">
                <a:moveTo>
                  <a:pt x="0" y="0"/>
                </a:moveTo>
                <a:lnTo>
                  <a:pt x="0" y="18583"/>
                </a:lnTo>
                <a:lnTo>
                  <a:pt x="260958" y="18583"/>
                </a:lnTo>
                <a:lnTo>
                  <a:pt x="226978" y="1062"/>
                </a:lnTo>
                <a:close/>
              </a:path>
            </a:pathLst>
          </a:custGeom>
          <a:gradFill>
            <a:gsLst>
              <a:gs pos="0">
                <a:srgbClr val="F5A076">
                  <a:alpha val="63137"/>
                </a:srgbClr>
              </a:gs>
              <a:gs pos="100000">
                <a:srgbClr val="FFFFFF">
                  <a:alpha val="50196"/>
                </a:srgbClr>
              </a:gs>
            </a:gsLst>
            <a:lin ang="8100019" scaled="0"/>
          </a:gradFill>
          <a:ln>
            <a:noFill/>
          </a:ln>
        </p:spPr>
      </p:sp>
      <p:grpSp>
        <p:nvGrpSpPr>
          <p:cNvPr id="1937" name="Google Shape;1937;p58"/>
          <p:cNvGrpSpPr/>
          <p:nvPr/>
        </p:nvGrpSpPr>
        <p:grpSpPr>
          <a:xfrm>
            <a:off x="11400" y="4244043"/>
            <a:ext cx="9132932" cy="911497"/>
            <a:chOff x="11400" y="4480100"/>
            <a:chExt cx="9132932" cy="675283"/>
          </a:xfrm>
        </p:grpSpPr>
        <p:sp>
          <p:nvSpPr>
            <p:cNvPr id="1938" name="Google Shape;1938;p58"/>
            <p:cNvSpPr/>
            <p:nvPr/>
          </p:nvSpPr>
          <p:spPr>
            <a:xfrm>
              <a:off x="15930" y="4480100"/>
              <a:ext cx="9128402" cy="7285"/>
            </a:xfrm>
            <a:custGeom>
              <a:avLst/>
              <a:gdLst/>
              <a:ahLst/>
              <a:cxnLst/>
              <a:rect l="l" t="t" r="r" b="b"/>
              <a:pathLst>
                <a:path w="288144" h="228" extrusionOk="0">
                  <a:moveTo>
                    <a:pt x="1" y="1"/>
                  </a:moveTo>
                  <a:lnTo>
                    <a:pt x="1" y="227"/>
                  </a:lnTo>
                  <a:lnTo>
                    <a:pt x="288144" y="227"/>
                  </a:lnTo>
                  <a:lnTo>
                    <a:pt x="288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58"/>
            <p:cNvSpPr/>
            <p:nvPr/>
          </p:nvSpPr>
          <p:spPr>
            <a:xfrm>
              <a:off x="15930" y="4702641"/>
              <a:ext cx="9128402" cy="7285"/>
            </a:xfrm>
            <a:custGeom>
              <a:avLst/>
              <a:gdLst/>
              <a:ahLst/>
              <a:cxnLst/>
              <a:rect l="l" t="t" r="r" b="b"/>
              <a:pathLst>
                <a:path w="288144" h="228" extrusionOk="0">
                  <a:moveTo>
                    <a:pt x="1" y="1"/>
                  </a:moveTo>
                  <a:lnTo>
                    <a:pt x="1" y="227"/>
                  </a:lnTo>
                  <a:lnTo>
                    <a:pt x="288144" y="227"/>
                  </a:lnTo>
                  <a:lnTo>
                    <a:pt x="288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58"/>
            <p:cNvSpPr/>
            <p:nvPr/>
          </p:nvSpPr>
          <p:spPr>
            <a:xfrm>
              <a:off x="15930" y="4925214"/>
              <a:ext cx="9128402" cy="6869"/>
            </a:xfrm>
            <a:custGeom>
              <a:avLst/>
              <a:gdLst/>
              <a:ahLst/>
              <a:cxnLst/>
              <a:rect l="l" t="t" r="r" b="b"/>
              <a:pathLst>
                <a:path w="288144" h="215" extrusionOk="0">
                  <a:moveTo>
                    <a:pt x="1" y="0"/>
                  </a:moveTo>
                  <a:lnTo>
                    <a:pt x="1" y="214"/>
                  </a:lnTo>
                  <a:lnTo>
                    <a:pt x="288144" y="214"/>
                  </a:lnTo>
                  <a:lnTo>
                    <a:pt x="288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58"/>
            <p:cNvSpPr/>
            <p:nvPr/>
          </p:nvSpPr>
          <p:spPr>
            <a:xfrm>
              <a:off x="3573608" y="4921413"/>
              <a:ext cx="241606" cy="233970"/>
            </a:xfrm>
            <a:custGeom>
              <a:avLst/>
              <a:gdLst/>
              <a:ahLst/>
              <a:cxnLst/>
              <a:rect l="l" t="t" r="r" b="b"/>
              <a:pathLst>
                <a:path w="7562" h="7323" extrusionOk="0">
                  <a:moveTo>
                    <a:pt x="7407" y="0"/>
                  </a:moveTo>
                  <a:lnTo>
                    <a:pt x="1" y="7168"/>
                  </a:lnTo>
                  <a:lnTo>
                    <a:pt x="168" y="7322"/>
                  </a:lnTo>
                  <a:lnTo>
                    <a:pt x="7561" y="155"/>
                  </a:lnTo>
                  <a:lnTo>
                    <a:pt x="7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58"/>
            <p:cNvSpPr/>
            <p:nvPr/>
          </p:nvSpPr>
          <p:spPr>
            <a:xfrm>
              <a:off x="4032007" y="4481259"/>
              <a:ext cx="237804" cy="230551"/>
            </a:xfrm>
            <a:custGeom>
              <a:avLst/>
              <a:gdLst/>
              <a:ahLst/>
              <a:cxnLst/>
              <a:rect l="l" t="t" r="r" b="b"/>
              <a:pathLst>
                <a:path w="7443" h="7216" extrusionOk="0">
                  <a:moveTo>
                    <a:pt x="7288" y="1"/>
                  </a:moveTo>
                  <a:lnTo>
                    <a:pt x="1" y="7061"/>
                  </a:lnTo>
                  <a:lnTo>
                    <a:pt x="156" y="7216"/>
                  </a:lnTo>
                  <a:lnTo>
                    <a:pt x="7442" y="155"/>
                  </a:lnTo>
                  <a:lnTo>
                    <a:pt x="72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58"/>
            <p:cNvSpPr/>
            <p:nvPr/>
          </p:nvSpPr>
          <p:spPr>
            <a:xfrm>
              <a:off x="5463534" y="4704563"/>
              <a:ext cx="7253" cy="225599"/>
            </a:xfrm>
            <a:custGeom>
              <a:avLst/>
              <a:gdLst/>
              <a:ahLst/>
              <a:cxnLst/>
              <a:rect l="l" t="t" r="r" b="b"/>
              <a:pathLst>
                <a:path w="227" h="7061" extrusionOk="0">
                  <a:moveTo>
                    <a:pt x="0" y="0"/>
                  </a:moveTo>
                  <a:lnTo>
                    <a:pt x="0" y="7061"/>
                  </a:lnTo>
                  <a:lnTo>
                    <a:pt x="226" y="7061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58"/>
            <p:cNvSpPr/>
            <p:nvPr/>
          </p:nvSpPr>
          <p:spPr>
            <a:xfrm>
              <a:off x="11400" y="5092192"/>
              <a:ext cx="9132932" cy="7285"/>
            </a:xfrm>
            <a:custGeom>
              <a:avLst/>
              <a:gdLst/>
              <a:ahLst/>
              <a:cxnLst/>
              <a:rect l="l" t="t" r="r" b="b"/>
              <a:pathLst>
                <a:path w="288287" h="228" extrusionOk="0">
                  <a:moveTo>
                    <a:pt x="1" y="1"/>
                  </a:moveTo>
                  <a:lnTo>
                    <a:pt x="1" y="227"/>
                  </a:lnTo>
                  <a:lnTo>
                    <a:pt x="288287" y="227"/>
                  </a:lnTo>
                  <a:lnTo>
                    <a:pt x="2882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5" name="Google Shape;1945;p58"/>
          <p:cNvSpPr/>
          <p:nvPr/>
        </p:nvSpPr>
        <p:spPr>
          <a:xfrm>
            <a:off x="7743700" y="-33400"/>
            <a:ext cx="1465105" cy="5243362"/>
          </a:xfrm>
          <a:custGeom>
            <a:avLst/>
            <a:gdLst/>
            <a:ahLst/>
            <a:cxnLst/>
            <a:rect l="l" t="t" r="r" b="b"/>
            <a:pathLst>
              <a:path w="57309" h="206026" extrusionOk="0">
                <a:moveTo>
                  <a:pt x="0" y="0"/>
                </a:moveTo>
                <a:lnTo>
                  <a:pt x="57309" y="0"/>
                </a:lnTo>
                <a:lnTo>
                  <a:pt x="57309" y="206026"/>
                </a:lnTo>
                <a:lnTo>
                  <a:pt x="286" y="179091"/>
                </a:lnTo>
                <a:close/>
              </a:path>
            </a:pathLst>
          </a:custGeom>
          <a:gradFill>
            <a:gsLst>
              <a:gs pos="0">
                <a:srgbClr val="3C4173">
                  <a:alpha val="95294"/>
                </a:srgbClr>
              </a:gs>
              <a:gs pos="100000">
                <a:srgbClr val="3C4173">
                  <a:alpha val="26666"/>
                </a:srgbClr>
              </a:gs>
            </a:gsLst>
            <a:lin ang="16198662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946" name="Google Shape;1946;p58"/>
          <p:cNvGrpSpPr/>
          <p:nvPr/>
        </p:nvGrpSpPr>
        <p:grpSpPr>
          <a:xfrm flipH="1">
            <a:off x="6933250" y="-33401"/>
            <a:ext cx="849825" cy="4580851"/>
            <a:chOff x="1395100" y="-54933"/>
            <a:chExt cx="849825" cy="4580851"/>
          </a:xfrm>
        </p:grpSpPr>
        <p:sp>
          <p:nvSpPr>
            <p:cNvPr id="1947" name="Google Shape;1947;p58"/>
            <p:cNvSpPr/>
            <p:nvPr/>
          </p:nvSpPr>
          <p:spPr>
            <a:xfrm>
              <a:off x="1395100" y="-54933"/>
              <a:ext cx="608978" cy="4580851"/>
            </a:xfrm>
            <a:custGeom>
              <a:avLst/>
              <a:gdLst/>
              <a:ahLst/>
              <a:cxnLst/>
              <a:rect l="l" t="t" r="r" b="b"/>
              <a:pathLst>
                <a:path w="6637" h="33033" extrusionOk="0">
                  <a:moveTo>
                    <a:pt x="0" y="1"/>
                  </a:moveTo>
                  <a:lnTo>
                    <a:pt x="0" y="33033"/>
                  </a:lnTo>
                  <a:lnTo>
                    <a:pt x="6636" y="33033"/>
                  </a:lnTo>
                  <a:lnTo>
                    <a:pt x="6636" y="1"/>
                  </a:lnTo>
                  <a:close/>
                </a:path>
              </a:pathLst>
            </a:custGeom>
            <a:gradFill>
              <a:gsLst>
                <a:gs pos="0">
                  <a:srgbClr val="3C4173">
                    <a:alpha val="95294"/>
                  </a:srgbClr>
                </a:gs>
                <a:gs pos="100000">
                  <a:srgbClr val="3C4173">
                    <a:alpha val="26666"/>
                  </a:srgbClr>
                </a:gs>
              </a:gsLst>
              <a:lin ang="1619866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58"/>
            <p:cNvSpPr/>
            <p:nvPr/>
          </p:nvSpPr>
          <p:spPr>
            <a:xfrm>
              <a:off x="2004080" y="-54933"/>
              <a:ext cx="240845" cy="4576688"/>
            </a:xfrm>
            <a:custGeom>
              <a:avLst/>
              <a:gdLst/>
              <a:ahLst/>
              <a:cxnLst/>
              <a:rect l="l" t="t" r="r" b="b"/>
              <a:pathLst>
                <a:path w="2113" h="33059" extrusionOk="0">
                  <a:moveTo>
                    <a:pt x="0" y="1"/>
                  </a:moveTo>
                  <a:lnTo>
                    <a:pt x="0" y="33059"/>
                  </a:lnTo>
                  <a:lnTo>
                    <a:pt x="2112" y="31019"/>
                  </a:lnTo>
                  <a:lnTo>
                    <a:pt x="2112" y="1"/>
                  </a:lnTo>
                  <a:close/>
                </a:path>
              </a:pathLst>
            </a:custGeom>
            <a:gradFill>
              <a:gsLst>
                <a:gs pos="0">
                  <a:srgbClr val="3C4173">
                    <a:alpha val="95294"/>
                  </a:srgbClr>
                </a:gs>
                <a:gs pos="100000">
                  <a:srgbClr val="3C4173">
                    <a:alpha val="26666"/>
                  </a:srgbClr>
                </a:gs>
              </a:gsLst>
              <a:lin ang="1619866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9" name="Google Shape;1949;p58"/>
          <p:cNvGrpSpPr/>
          <p:nvPr/>
        </p:nvGrpSpPr>
        <p:grpSpPr>
          <a:xfrm>
            <a:off x="7613579" y="-426131"/>
            <a:ext cx="2032256" cy="4519063"/>
            <a:chOff x="3193654" y="1011280"/>
            <a:chExt cx="1126902" cy="2505857"/>
          </a:xfrm>
        </p:grpSpPr>
        <p:grpSp>
          <p:nvGrpSpPr>
            <p:cNvPr id="1950" name="Google Shape;1950;p58"/>
            <p:cNvGrpSpPr/>
            <p:nvPr/>
          </p:nvGrpSpPr>
          <p:grpSpPr>
            <a:xfrm>
              <a:off x="3287600" y="1843488"/>
              <a:ext cx="982372" cy="598913"/>
              <a:chOff x="4842825" y="1950100"/>
              <a:chExt cx="982372" cy="598913"/>
            </a:xfrm>
          </p:grpSpPr>
          <p:sp>
            <p:nvSpPr>
              <p:cNvPr id="1951" name="Google Shape;1951;p58"/>
              <p:cNvSpPr/>
              <p:nvPr/>
            </p:nvSpPr>
            <p:spPr>
              <a:xfrm>
                <a:off x="4842825" y="2460523"/>
                <a:ext cx="378560" cy="88490"/>
              </a:xfrm>
              <a:custGeom>
                <a:avLst/>
                <a:gdLst/>
                <a:ahLst/>
                <a:cxnLst/>
                <a:rect l="l" t="t" r="r" b="b"/>
                <a:pathLst>
                  <a:path w="9279" h="2169" extrusionOk="0">
                    <a:moveTo>
                      <a:pt x="6157" y="0"/>
                    </a:moveTo>
                    <a:cubicBezTo>
                      <a:pt x="6088" y="0"/>
                      <a:pt x="6020" y="5"/>
                      <a:pt x="5952" y="16"/>
                    </a:cubicBezTo>
                    <a:cubicBezTo>
                      <a:pt x="5605" y="70"/>
                      <a:pt x="5296" y="339"/>
                      <a:pt x="5120" y="611"/>
                    </a:cubicBezTo>
                    <a:lnTo>
                      <a:pt x="5120" y="611"/>
                    </a:lnTo>
                    <a:cubicBezTo>
                      <a:pt x="5019" y="541"/>
                      <a:pt x="4902" y="490"/>
                      <a:pt x="4775" y="479"/>
                    </a:cubicBezTo>
                    <a:cubicBezTo>
                      <a:pt x="4757" y="477"/>
                      <a:pt x="4738" y="476"/>
                      <a:pt x="4719" y="476"/>
                    </a:cubicBezTo>
                    <a:cubicBezTo>
                      <a:pt x="4340" y="476"/>
                      <a:pt x="3994" y="813"/>
                      <a:pt x="3900" y="1091"/>
                    </a:cubicBezTo>
                    <a:lnTo>
                      <a:pt x="3900" y="1091"/>
                    </a:lnTo>
                    <a:cubicBezTo>
                      <a:pt x="3833" y="1013"/>
                      <a:pt x="3751" y="948"/>
                      <a:pt x="3654" y="925"/>
                    </a:cubicBezTo>
                    <a:cubicBezTo>
                      <a:pt x="3626" y="918"/>
                      <a:pt x="3597" y="915"/>
                      <a:pt x="3568" y="915"/>
                    </a:cubicBezTo>
                    <a:cubicBezTo>
                      <a:pt x="3290" y="915"/>
                      <a:pt x="2979" y="1205"/>
                      <a:pt x="2887" y="1429"/>
                    </a:cubicBezTo>
                    <a:lnTo>
                      <a:pt x="2887" y="1429"/>
                    </a:lnTo>
                    <a:cubicBezTo>
                      <a:pt x="2759" y="1351"/>
                      <a:pt x="2606" y="1288"/>
                      <a:pt x="2456" y="1288"/>
                    </a:cubicBezTo>
                    <a:cubicBezTo>
                      <a:pt x="2421" y="1288"/>
                      <a:pt x="2387" y="1292"/>
                      <a:pt x="2353" y="1299"/>
                    </a:cubicBezTo>
                    <a:cubicBezTo>
                      <a:pt x="2139" y="1343"/>
                      <a:pt x="2160" y="1497"/>
                      <a:pt x="1908" y="1637"/>
                    </a:cubicBezTo>
                    <a:cubicBezTo>
                      <a:pt x="1776" y="1710"/>
                      <a:pt x="1656" y="1731"/>
                      <a:pt x="1535" y="1731"/>
                    </a:cubicBezTo>
                    <a:cubicBezTo>
                      <a:pt x="1376" y="1731"/>
                      <a:pt x="1214" y="1696"/>
                      <a:pt x="1019" y="1696"/>
                    </a:cubicBezTo>
                    <a:cubicBezTo>
                      <a:pt x="907" y="1696"/>
                      <a:pt x="784" y="1707"/>
                      <a:pt x="644" y="1744"/>
                    </a:cubicBezTo>
                    <a:cubicBezTo>
                      <a:pt x="347" y="1821"/>
                      <a:pt x="0" y="2004"/>
                      <a:pt x="19" y="2100"/>
                    </a:cubicBezTo>
                    <a:cubicBezTo>
                      <a:pt x="30" y="2150"/>
                      <a:pt x="138" y="2168"/>
                      <a:pt x="338" y="2168"/>
                    </a:cubicBezTo>
                    <a:cubicBezTo>
                      <a:pt x="824" y="2168"/>
                      <a:pt x="1851" y="2061"/>
                      <a:pt x="3332" y="2046"/>
                    </a:cubicBezTo>
                    <a:cubicBezTo>
                      <a:pt x="3427" y="2045"/>
                      <a:pt x="3511" y="2045"/>
                      <a:pt x="3587" y="2045"/>
                    </a:cubicBezTo>
                    <a:cubicBezTo>
                      <a:pt x="4160" y="2045"/>
                      <a:pt x="4264" y="2067"/>
                      <a:pt x="4820" y="2067"/>
                    </a:cubicBezTo>
                    <a:cubicBezTo>
                      <a:pt x="4932" y="2067"/>
                      <a:pt x="5064" y="2066"/>
                      <a:pt x="5221" y="2064"/>
                    </a:cubicBezTo>
                    <a:cubicBezTo>
                      <a:pt x="6415" y="2048"/>
                      <a:pt x="6756" y="1991"/>
                      <a:pt x="7242" y="1991"/>
                    </a:cubicBezTo>
                    <a:cubicBezTo>
                      <a:pt x="7393" y="1991"/>
                      <a:pt x="7558" y="1996"/>
                      <a:pt x="7768" y="2010"/>
                    </a:cubicBezTo>
                    <a:cubicBezTo>
                      <a:pt x="8371" y="2052"/>
                      <a:pt x="8803" y="2128"/>
                      <a:pt x="9035" y="2128"/>
                    </a:cubicBezTo>
                    <a:cubicBezTo>
                      <a:pt x="9146" y="2128"/>
                      <a:pt x="9212" y="2111"/>
                      <a:pt x="9229" y="2064"/>
                    </a:cubicBezTo>
                    <a:cubicBezTo>
                      <a:pt x="9278" y="1930"/>
                      <a:pt x="8880" y="1660"/>
                      <a:pt x="8587" y="1530"/>
                    </a:cubicBezTo>
                    <a:cubicBezTo>
                      <a:pt x="8408" y="1450"/>
                      <a:pt x="8151" y="1372"/>
                      <a:pt x="7935" y="1361"/>
                    </a:cubicBezTo>
                    <a:lnTo>
                      <a:pt x="7935" y="1361"/>
                    </a:lnTo>
                    <a:cubicBezTo>
                      <a:pt x="7888" y="1114"/>
                      <a:pt x="7766" y="823"/>
                      <a:pt x="7590" y="657"/>
                    </a:cubicBezTo>
                    <a:cubicBezTo>
                      <a:pt x="7184" y="275"/>
                      <a:pt x="6662" y="0"/>
                      <a:pt x="61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58"/>
              <p:cNvSpPr/>
              <p:nvPr/>
            </p:nvSpPr>
            <p:spPr>
              <a:xfrm>
                <a:off x="5355577" y="2337028"/>
                <a:ext cx="469620" cy="109786"/>
              </a:xfrm>
              <a:custGeom>
                <a:avLst/>
                <a:gdLst/>
                <a:ahLst/>
                <a:cxnLst/>
                <a:rect l="l" t="t" r="r" b="b"/>
                <a:pathLst>
                  <a:path w="11511" h="2691" extrusionOk="0">
                    <a:moveTo>
                      <a:pt x="3873" y="1"/>
                    </a:moveTo>
                    <a:cubicBezTo>
                      <a:pt x="3246" y="1"/>
                      <a:pt x="2599" y="343"/>
                      <a:pt x="2096" y="816"/>
                    </a:cubicBezTo>
                    <a:lnTo>
                      <a:pt x="2095" y="816"/>
                    </a:lnTo>
                    <a:cubicBezTo>
                      <a:pt x="1876" y="1022"/>
                      <a:pt x="1725" y="1383"/>
                      <a:pt x="1667" y="1690"/>
                    </a:cubicBezTo>
                    <a:lnTo>
                      <a:pt x="1667" y="1690"/>
                    </a:lnTo>
                    <a:cubicBezTo>
                      <a:pt x="1399" y="1703"/>
                      <a:pt x="1081" y="1800"/>
                      <a:pt x="858" y="1899"/>
                    </a:cubicBezTo>
                    <a:cubicBezTo>
                      <a:pt x="495" y="2059"/>
                      <a:pt x="1" y="2394"/>
                      <a:pt x="63" y="2561"/>
                    </a:cubicBezTo>
                    <a:cubicBezTo>
                      <a:pt x="84" y="2619"/>
                      <a:pt x="165" y="2640"/>
                      <a:pt x="302" y="2640"/>
                    </a:cubicBezTo>
                    <a:cubicBezTo>
                      <a:pt x="590" y="2640"/>
                      <a:pt x="1126" y="2546"/>
                      <a:pt x="1874" y="2495"/>
                    </a:cubicBezTo>
                    <a:cubicBezTo>
                      <a:pt x="2136" y="2477"/>
                      <a:pt x="2342" y="2470"/>
                      <a:pt x="2530" y="2470"/>
                    </a:cubicBezTo>
                    <a:cubicBezTo>
                      <a:pt x="3131" y="2470"/>
                      <a:pt x="3555" y="2542"/>
                      <a:pt x="5034" y="2561"/>
                    </a:cubicBezTo>
                    <a:cubicBezTo>
                      <a:pt x="5228" y="2564"/>
                      <a:pt x="5389" y="2565"/>
                      <a:pt x="5528" y="2565"/>
                    </a:cubicBezTo>
                    <a:cubicBezTo>
                      <a:pt x="6220" y="2565"/>
                      <a:pt x="6348" y="2537"/>
                      <a:pt x="7059" y="2537"/>
                    </a:cubicBezTo>
                    <a:cubicBezTo>
                      <a:pt x="7153" y="2537"/>
                      <a:pt x="7258" y="2538"/>
                      <a:pt x="7376" y="2539"/>
                    </a:cubicBezTo>
                    <a:cubicBezTo>
                      <a:pt x="9213" y="2557"/>
                      <a:pt x="10487" y="2690"/>
                      <a:pt x="11090" y="2690"/>
                    </a:cubicBezTo>
                    <a:cubicBezTo>
                      <a:pt x="11339" y="2690"/>
                      <a:pt x="11473" y="2668"/>
                      <a:pt x="11486" y="2605"/>
                    </a:cubicBezTo>
                    <a:cubicBezTo>
                      <a:pt x="11510" y="2486"/>
                      <a:pt x="11080" y="2260"/>
                      <a:pt x="10713" y="2164"/>
                    </a:cubicBezTo>
                    <a:cubicBezTo>
                      <a:pt x="10539" y="2118"/>
                      <a:pt x="10386" y="2104"/>
                      <a:pt x="10247" y="2104"/>
                    </a:cubicBezTo>
                    <a:cubicBezTo>
                      <a:pt x="10005" y="2104"/>
                      <a:pt x="9805" y="2148"/>
                      <a:pt x="9608" y="2148"/>
                    </a:cubicBezTo>
                    <a:cubicBezTo>
                      <a:pt x="9457" y="2148"/>
                      <a:pt x="9308" y="2122"/>
                      <a:pt x="9144" y="2031"/>
                    </a:cubicBezTo>
                    <a:cubicBezTo>
                      <a:pt x="8831" y="1858"/>
                      <a:pt x="8857" y="1667"/>
                      <a:pt x="8592" y="1611"/>
                    </a:cubicBezTo>
                    <a:cubicBezTo>
                      <a:pt x="8550" y="1603"/>
                      <a:pt x="8508" y="1599"/>
                      <a:pt x="8466" y="1599"/>
                    </a:cubicBezTo>
                    <a:cubicBezTo>
                      <a:pt x="8279" y="1599"/>
                      <a:pt x="8089" y="1676"/>
                      <a:pt x="7930" y="1773"/>
                    </a:cubicBezTo>
                    <a:lnTo>
                      <a:pt x="7930" y="1773"/>
                    </a:lnTo>
                    <a:cubicBezTo>
                      <a:pt x="7816" y="1496"/>
                      <a:pt x="7431" y="1135"/>
                      <a:pt x="7086" y="1135"/>
                    </a:cubicBezTo>
                    <a:cubicBezTo>
                      <a:pt x="7049" y="1135"/>
                      <a:pt x="7014" y="1139"/>
                      <a:pt x="6979" y="1147"/>
                    </a:cubicBezTo>
                    <a:cubicBezTo>
                      <a:pt x="6858" y="1176"/>
                      <a:pt x="6755" y="1257"/>
                      <a:pt x="6672" y="1353"/>
                    </a:cubicBezTo>
                    <a:lnTo>
                      <a:pt x="6672" y="1353"/>
                    </a:lnTo>
                    <a:cubicBezTo>
                      <a:pt x="6556" y="1009"/>
                      <a:pt x="6127" y="592"/>
                      <a:pt x="5657" y="592"/>
                    </a:cubicBezTo>
                    <a:cubicBezTo>
                      <a:pt x="5634" y="592"/>
                      <a:pt x="5610" y="593"/>
                      <a:pt x="5587" y="595"/>
                    </a:cubicBezTo>
                    <a:cubicBezTo>
                      <a:pt x="5429" y="609"/>
                      <a:pt x="5285" y="671"/>
                      <a:pt x="5160" y="759"/>
                    </a:cubicBezTo>
                    <a:lnTo>
                      <a:pt x="5160" y="759"/>
                    </a:lnTo>
                    <a:cubicBezTo>
                      <a:pt x="4941" y="421"/>
                      <a:pt x="4558" y="88"/>
                      <a:pt x="4128" y="20"/>
                    </a:cubicBezTo>
                    <a:cubicBezTo>
                      <a:pt x="4044" y="7"/>
                      <a:pt x="3958" y="1"/>
                      <a:pt x="38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58"/>
              <p:cNvSpPr/>
              <p:nvPr/>
            </p:nvSpPr>
            <p:spPr>
              <a:xfrm>
                <a:off x="5418621" y="1950100"/>
                <a:ext cx="278280" cy="91917"/>
              </a:xfrm>
              <a:custGeom>
                <a:avLst/>
                <a:gdLst/>
                <a:ahLst/>
                <a:cxnLst/>
                <a:rect l="l" t="t" r="r" b="b"/>
                <a:pathLst>
                  <a:path w="6821" h="2253" extrusionOk="0">
                    <a:moveTo>
                      <a:pt x="2294" y="0"/>
                    </a:moveTo>
                    <a:cubicBezTo>
                      <a:pt x="1923" y="0"/>
                      <a:pt x="1539" y="286"/>
                      <a:pt x="1241" y="683"/>
                    </a:cubicBezTo>
                    <a:cubicBezTo>
                      <a:pt x="1112" y="855"/>
                      <a:pt x="1022" y="1158"/>
                      <a:pt x="988" y="1414"/>
                    </a:cubicBezTo>
                    <a:lnTo>
                      <a:pt x="988" y="1414"/>
                    </a:lnTo>
                    <a:cubicBezTo>
                      <a:pt x="829" y="1425"/>
                      <a:pt x="640" y="1507"/>
                      <a:pt x="508" y="1590"/>
                    </a:cubicBezTo>
                    <a:cubicBezTo>
                      <a:pt x="293" y="1724"/>
                      <a:pt x="1" y="2005"/>
                      <a:pt x="37" y="2145"/>
                    </a:cubicBezTo>
                    <a:cubicBezTo>
                      <a:pt x="49" y="2193"/>
                      <a:pt x="98" y="2211"/>
                      <a:pt x="179" y="2211"/>
                    </a:cubicBezTo>
                    <a:cubicBezTo>
                      <a:pt x="350" y="2211"/>
                      <a:pt x="667" y="2132"/>
                      <a:pt x="1110" y="2090"/>
                    </a:cubicBezTo>
                    <a:cubicBezTo>
                      <a:pt x="1266" y="2075"/>
                      <a:pt x="1389" y="2069"/>
                      <a:pt x="1502" y="2069"/>
                    </a:cubicBezTo>
                    <a:cubicBezTo>
                      <a:pt x="1857" y="2069"/>
                      <a:pt x="2109" y="2128"/>
                      <a:pt x="2982" y="2145"/>
                    </a:cubicBezTo>
                    <a:cubicBezTo>
                      <a:pt x="3096" y="2147"/>
                      <a:pt x="3191" y="2148"/>
                      <a:pt x="3272" y="2148"/>
                    </a:cubicBezTo>
                    <a:cubicBezTo>
                      <a:pt x="3681" y="2148"/>
                      <a:pt x="3759" y="2125"/>
                      <a:pt x="4169" y="2125"/>
                    </a:cubicBezTo>
                    <a:cubicBezTo>
                      <a:pt x="4228" y="2125"/>
                      <a:pt x="4295" y="2126"/>
                      <a:pt x="4370" y="2127"/>
                    </a:cubicBezTo>
                    <a:cubicBezTo>
                      <a:pt x="5461" y="2141"/>
                      <a:pt x="6216" y="2253"/>
                      <a:pt x="6573" y="2253"/>
                    </a:cubicBezTo>
                    <a:cubicBezTo>
                      <a:pt x="6719" y="2253"/>
                      <a:pt x="6799" y="2234"/>
                      <a:pt x="6806" y="2182"/>
                    </a:cubicBezTo>
                    <a:cubicBezTo>
                      <a:pt x="6821" y="2082"/>
                      <a:pt x="6566" y="1893"/>
                      <a:pt x="6348" y="1812"/>
                    </a:cubicBezTo>
                    <a:cubicBezTo>
                      <a:pt x="6245" y="1774"/>
                      <a:pt x="6154" y="1761"/>
                      <a:pt x="6071" y="1761"/>
                    </a:cubicBezTo>
                    <a:cubicBezTo>
                      <a:pt x="5928" y="1761"/>
                      <a:pt x="5809" y="1798"/>
                      <a:pt x="5692" y="1798"/>
                    </a:cubicBezTo>
                    <a:cubicBezTo>
                      <a:pt x="5603" y="1798"/>
                      <a:pt x="5515" y="1777"/>
                      <a:pt x="5418" y="1701"/>
                    </a:cubicBezTo>
                    <a:cubicBezTo>
                      <a:pt x="5232" y="1555"/>
                      <a:pt x="5248" y="1395"/>
                      <a:pt x="5091" y="1349"/>
                    </a:cubicBezTo>
                    <a:cubicBezTo>
                      <a:pt x="5066" y="1342"/>
                      <a:pt x="5041" y="1339"/>
                      <a:pt x="5016" y="1339"/>
                    </a:cubicBezTo>
                    <a:cubicBezTo>
                      <a:pt x="4906" y="1339"/>
                      <a:pt x="4792" y="1404"/>
                      <a:pt x="4698" y="1485"/>
                    </a:cubicBezTo>
                    <a:lnTo>
                      <a:pt x="4698" y="1485"/>
                    </a:lnTo>
                    <a:cubicBezTo>
                      <a:pt x="4631" y="1252"/>
                      <a:pt x="4403" y="950"/>
                      <a:pt x="4198" y="950"/>
                    </a:cubicBezTo>
                    <a:cubicBezTo>
                      <a:pt x="4177" y="950"/>
                      <a:pt x="4156" y="953"/>
                      <a:pt x="4135" y="960"/>
                    </a:cubicBezTo>
                    <a:cubicBezTo>
                      <a:pt x="4064" y="985"/>
                      <a:pt x="4002" y="1052"/>
                      <a:pt x="3953" y="1134"/>
                    </a:cubicBezTo>
                    <a:lnTo>
                      <a:pt x="3953" y="1134"/>
                    </a:lnTo>
                    <a:cubicBezTo>
                      <a:pt x="3884" y="845"/>
                      <a:pt x="3631" y="495"/>
                      <a:pt x="3352" y="495"/>
                    </a:cubicBezTo>
                    <a:cubicBezTo>
                      <a:pt x="3338" y="495"/>
                      <a:pt x="3324" y="496"/>
                      <a:pt x="3311" y="498"/>
                    </a:cubicBezTo>
                    <a:cubicBezTo>
                      <a:pt x="3217" y="510"/>
                      <a:pt x="3131" y="562"/>
                      <a:pt x="3057" y="636"/>
                    </a:cubicBezTo>
                    <a:lnTo>
                      <a:pt x="3057" y="636"/>
                    </a:lnTo>
                    <a:cubicBezTo>
                      <a:pt x="2927" y="352"/>
                      <a:pt x="2700" y="73"/>
                      <a:pt x="2446" y="17"/>
                    </a:cubicBezTo>
                    <a:cubicBezTo>
                      <a:pt x="2395" y="6"/>
                      <a:pt x="2345" y="0"/>
                      <a:pt x="22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54" name="Google Shape;1954;p58"/>
            <p:cNvGrpSpPr/>
            <p:nvPr/>
          </p:nvGrpSpPr>
          <p:grpSpPr>
            <a:xfrm>
              <a:off x="3345786" y="2670405"/>
              <a:ext cx="929417" cy="637786"/>
              <a:chOff x="5149247" y="2553791"/>
              <a:chExt cx="1066457" cy="731826"/>
            </a:xfrm>
          </p:grpSpPr>
          <p:sp>
            <p:nvSpPr>
              <p:cNvPr id="1955" name="Google Shape;1955;p58"/>
              <p:cNvSpPr/>
              <p:nvPr/>
            </p:nvSpPr>
            <p:spPr>
              <a:xfrm>
                <a:off x="5925234" y="2666665"/>
                <a:ext cx="72322" cy="606165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0284" extrusionOk="0">
                    <a:moveTo>
                      <a:pt x="1227" y="1"/>
                    </a:moveTo>
                    <a:lnTo>
                      <a:pt x="1" y="1533"/>
                    </a:lnTo>
                    <a:lnTo>
                      <a:pt x="1" y="2656"/>
                    </a:lnTo>
                    <a:lnTo>
                      <a:pt x="603" y="2656"/>
                    </a:lnTo>
                    <a:lnTo>
                      <a:pt x="603" y="10283"/>
                    </a:lnTo>
                    <a:lnTo>
                      <a:pt x="1227" y="10283"/>
                    </a:lnTo>
                    <a:lnTo>
                      <a:pt x="12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58"/>
              <p:cNvSpPr/>
              <p:nvPr/>
            </p:nvSpPr>
            <p:spPr>
              <a:xfrm>
                <a:off x="5742569" y="2823157"/>
                <a:ext cx="218205" cy="449672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7629" extrusionOk="0">
                    <a:moveTo>
                      <a:pt x="1" y="1"/>
                    </a:moveTo>
                    <a:lnTo>
                      <a:pt x="1" y="7628"/>
                    </a:lnTo>
                    <a:lnTo>
                      <a:pt x="3702" y="7628"/>
                    </a:lnTo>
                    <a:lnTo>
                      <a:pt x="370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58"/>
              <p:cNvSpPr/>
              <p:nvPr/>
            </p:nvSpPr>
            <p:spPr>
              <a:xfrm>
                <a:off x="5149247" y="2664308"/>
                <a:ext cx="218205" cy="608522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0324" extrusionOk="0">
                    <a:moveTo>
                      <a:pt x="1" y="0"/>
                    </a:moveTo>
                    <a:lnTo>
                      <a:pt x="1" y="10323"/>
                    </a:lnTo>
                    <a:lnTo>
                      <a:pt x="3701" y="10323"/>
                    </a:lnTo>
                    <a:lnTo>
                      <a:pt x="37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58"/>
              <p:cNvSpPr/>
              <p:nvPr/>
            </p:nvSpPr>
            <p:spPr>
              <a:xfrm>
                <a:off x="5419384" y="2763743"/>
                <a:ext cx="133269" cy="509086"/>
              </a:xfrm>
              <a:custGeom>
                <a:avLst/>
                <a:gdLst/>
                <a:ahLst/>
                <a:cxnLst/>
                <a:rect l="l" t="t" r="r" b="b"/>
                <a:pathLst>
                  <a:path w="2261" h="8637" extrusionOk="0">
                    <a:moveTo>
                      <a:pt x="1" y="0"/>
                    </a:moveTo>
                    <a:lnTo>
                      <a:pt x="1" y="8636"/>
                    </a:lnTo>
                    <a:lnTo>
                      <a:pt x="2261" y="8636"/>
                    </a:lnTo>
                    <a:lnTo>
                      <a:pt x="22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58"/>
              <p:cNvSpPr/>
              <p:nvPr/>
            </p:nvSpPr>
            <p:spPr>
              <a:xfrm>
                <a:off x="5997499" y="2553791"/>
                <a:ext cx="218205" cy="719040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2199" extrusionOk="0">
                    <a:moveTo>
                      <a:pt x="3701" y="1"/>
                    </a:moveTo>
                    <a:lnTo>
                      <a:pt x="1" y="1916"/>
                    </a:lnTo>
                    <a:lnTo>
                      <a:pt x="1" y="12198"/>
                    </a:lnTo>
                    <a:lnTo>
                      <a:pt x="3701" y="12198"/>
                    </a:lnTo>
                    <a:lnTo>
                      <a:pt x="37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58"/>
              <p:cNvSpPr/>
              <p:nvPr/>
            </p:nvSpPr>
            <p:spPr>
              <a:xfrm>
                <a:off x="6038759" y="2729969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58"/>
              <p:cNvSpPr/>
              <p:nvPr/>
            </p:nvSpPr>
            <p:spPr>
              <a:xfrm>
                <a:off x="6094991" y="2729969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58"/>
              <p:cNvSpPr/>
              <p:nvPr/>
            </p:nvSpPr>
            <p:spPr>
              <a:xfrm>
                <a:off x="6151164" y="2729969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58"/>
              <p:cNvSpPr/>
              <p:nvPr/>
            </p:nvSpPr>
            <p:spPr>
              <a:xfrm>
                <a:off x="6038759" y="2840191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58"/>
              <p:cNvSpPr/>
              <p:nvPr/>
            </p:nvSpPr>
            <p:spPr>
              <a:xfrm>
                <a:off x="6094991" y="2840191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58"/>
              <p:cNvSpPr/>
              <p:nvPr/>
            </p:nvSpPr>
            <p:spPr>
              <a:xfrm>
                <a:off x="6151164" y="2840191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58"/>
              <p:cNvSpPr/>
              <p:nvPr/>
            </p:nvSpPr>
            <p:spPr>
              <a:xfrm>
                <a:off x="6038759" y="2950472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58"/>
              <p:cNvSpPr/>
              <p:nvPr/>
            </p:nvSpPr>
            <p:spPr>
              <a:xfrm>
                <a:off x="6094991" y="2950472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58"/>
              <p:cNvSpPr/>
              <p:nvPr/>
            </p:nvSpPr>
            <p:spPr>
              <a:xfrm>
                <a:off x="6151164" y="2950472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58"/>
              <p:cNvSpPr/>
              <p:nvPr/>
            </p:nvSpPr>
            <p:spPr>
              <a:xfrm>
                <a:off x="6038759" y="3060694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58"/>
              <p:cNvSpPr/>
              <p:nvPr/>
            </p:nvSpPr>
            <p:spPr>
              <a:xfrm>
                <a:off x="6094991" y="3060694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58"/>
              <p:cNvSpPr/>
              <p:nvPr/>
            </p:nvSpPr>
            <p:spPr>
              <a:xfrm>
                <a:off x="6151164" y="3060694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58"/>
              <p:cNvSpPr/>
              <p:nvPr/>
            </p:nvSpPr>
            <p:spPr>
              <a:xfrm>
                <a:off x="6038759" y="3170974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58"/>
              <p:cNvSpPr/>
              <p:nvPr/>
            </p:nvSpPr>
            <p:spPr>
              <a:xfrm>
                <a:off x="6094991" y="3170974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58"/>
              <p:cNvSpPr/>
              <p:nvPr/>
            </p:nvSpPr>
            <p:spPr>
              <a:xfrm>
                <a:off x="6151164" y="3170974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58"/>
              <p:cNvSpPr/>
              <p:nvPr/>
            </p:nvSpPr>
            <p:spPr>
              <a:xfrm>
                <a:off x="5777464" y="2876971"/>
                <a:ext cx="22693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5" y="1321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58"/>
              <p:cNvSpPr/>
              <p:nvPr/>
            </p:nvSpPr>
            <p:spPr>
              <a:xfrm>
                <a:off x="5833637" y="2876971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58"/>
              <p:cNvSpPr/>
              <p:nvPr/>
            </p:nvSpPr>
            <p:spPr>
              <a:xfrm>
                <a:off x="5889868" y="2876971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58"/>
              <p:cNvSpPr/>
              <p:nvPr/>
            </p:nvSpPr>
            <p:spPr>
              <a:xfrm>
                <a:off x="5777464" y="2987193"/>
                <a:ext cx="22693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5" y="1322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58"/>
              <p:cNvSpPr/>
              <p:nvPr/>
            </p:nvSpPr>
            <p:spPr>
              <a:xfrm>
                <a:off x="5833637" y="2987193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58"/>
              <p:cNvSpPr/>
              <p:nvPr/>
            </p:nvSpPr>
            <p:spPr>
              <a:xfrm>
                <a:off x="5889868" y="2987193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58"/>
              <p:cNvSpPr/>
              <p:nvPr/>
            </p:nvSpPr>
            <p:spPr>
              <a:xfrm>
                <a:off x="5777464" y="3097473"/>
                <a:ext cx="22693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5" y="1321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58"/>
              <p:cNvSpPr/>
              <p:nvPr/>
            </p:nvSpPr>
            <p:spPr>
              <a:xfrm>
                <a:off x="5833637" y="3097473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58"/>
              <p:cNvSpPr/>
              <p:nvPr/>
            </p:nvSpPr>
            <p:spPr>
              <a:xfrm>
                <a:off x="5889868" y="3097473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58"/>
              <p:cNvSpPr/>
              <p:nvPr/>
            </p:nvSpPr>
            <p:spPr>
              <a:xfrm>
                <a:off x="5777464" y="3207695"/>
                <a:ext cx="22693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5" y="1322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58"/>
              <p:cNvSpPr/>
              <p:nvPr/>
            </p:nvSpPr>
            <p:spPr>
              <a:xfrm>
                <a:off x="5833637" y="3207695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58"/>
              <p:cNvSpPr/>
              <p:nvPr/>
            </p:nvSpPr>
            <p:spPr>
              <a:xfrm>
                <a:off x="5889868" y="3207695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58"/>
              <p:cNvSpPr/>
              <p:nvPr/>
            </p:nvSpPr>
            <p:spPr>
              <a:xfrm>
                <a:off x="5197875" y="2729969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58"/>
              <p:cNvSpPr/>
              <p:nvPr/>
            </p:nvSpPr>
            <p:spPr>
              <a:xfrm>
                <a:off x="5254048" y="2729969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58"/>
              <p:cNvSpPr/>
              <p:nvPr/>
            </p:nvSpPr>
            <p:spPr>
              <a:xfrm>
                <a:off x="5310221" y="2729969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58"/>
              <p:cNvSpPr/>
              <p:nvPr/>
            </p:nvSpPr>
            <p:spPr>
              <a:xfrm>
                <a:off x="5197875" y="2840191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58"/>
              <p:cNvSpPr/>
              <p:nvPr/>
            </p:nvSpPr>
            <p:spPr>
              <a:xfrm>
                <a:off x="5254048" y="2840191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58"/>
              <p:cNvSpPr/>
              <p:nvPr/>
            </p:nvSpPr>
            <p:spPr>
              <a:xfrm>
                <a:off x="5310221" y="2840191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58"/>
              <p:cNvSpPr/>
              <p:nvPr/>
            </p:nvSpPr>
            <p:spPr>
              <a:xfrm>
                <a:off x="5197875" y="2950472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58"/>
              <p:cNvSpPr/>
              <p:nvPr/>
            </p:nvSpPr>
            <p:spPr>
              <a:xfrm>
                <a:off x="5254048" y="2950472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58"/>
              <p:cNvSpPr/>
              <p:nvPr/>
            </p:nvSpPr>
            <p:spPr>
              <a:xfrm>
                <a:off x="5310221" y="2950472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58"/>
              <p:cNvSpPr/>
              <p:nvPr/>
            </p:nvSpPr>
            <p:spPr>
              <a:xfrm>
                <a:off x="5197875" y="3060694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58"/>
              <p:cNvSpPr/>
              <p:nvPr/>
            </p:nvSpPr>
            <p:spPr>
              <a:xfrm>
                <a:off x="5254048" y="3060694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58"/>
              <p:cNvSpPr/>
              <p:nvPr/>
            </p:nvSpPr>
            <p:spPr>
              <a:xfrm>
                <a:off x="5310221" y="3060694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58"/>
              <p:cNvSpPr/>
              <p:nvPr/>
            </p:nvSpPr>
            <p:spPr>
              <a:xfrm>
                <a:off x="5197875" y="3170974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58"/>
              <p:cNvSpPr/>
              <p:nvPr/>
            </p:nvSpPr>
            <p:spPr>
              <a:xfrm>
                <a:off x="5254048" y="3170974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8"/>
              <p:cNvSpPr/>
              <p:nvPr/>
            </p:nvSpPr>
            <p:spPr>
              <a:xfrm>
                <a:off x="5310221" y="3170974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58"/>
              <p:cNvSpPr/>
              <p:nvPr/>
            </p:nvSpPr>
            <p:spPr>
              <a:xfrm>
                <a:off x="5451331" y="2808952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58"/>
              <p:cNvSpPr/>
              <p:nvPr/>
            </p:nvSpPr>
            <p:spPr>
              <a:xfrm>
                <a:off x="5497483" y="2808952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8"/>
              <p:cNvSpPr/>
              <p:nvPr/>
            </p:nvSpPr>
            <p:spPr>
              <a:xfrm>
                <a:off x="5451331" y="2874260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58"/>
              <p:cNvSpPr/>
              <p:nvPr/>
            </p:nvSpPr>
            <p:spPr>
              <a:xfrm>
                <a:off x="5497483" y="2874260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58"/>
              <p:cNvSpPr/>
              <p:nvPr/>
            </p:nvSpPr>
            <p:spPr>
              <a:xfrm>
                <a:off x="5451331" y="2939626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5" y="782"/>
                    </a:lnTo>
                    <a:lnTo>
                      <a:pt x="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58"/>
              <p:cNvSpPr/>
              <p:nvPr/>
            </p:nvSpPr>
            <p:spPr>
              <a:xfrm>
                <a:off x="5497483" y="2939626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4" y="782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58"/>
              <p:cNvSpPr/>
              <p:nvPr/>
            </p:nvSpPr>
            <p:spPr>
              <a:xfrm>
                <a:off x="5451331" y="3004934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5" y="782"/>
                    </a:lnTo>
                    <a:lnTo>
                      <a:pt x="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58"/>
              <p:cNvSpPr/>
              <p:nvPr/>
            </p:nvSpPr>
            <p:spPr>
              <a:xfrm>
                <a:off x="5497483" y="3004934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4" y="782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58"/>
              <p:cNvSpPr/>
              <p:nvPr/>
            </p:nvSpPr>
            <p:spPr>
              <a:xfrm>
                <a:off x="5451331" y="3071539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58"/>
              <p:cNvSpPr/>
              <p:nvPr/>
            </p:nvSpPr>
            <p:spPr>
              <a:xfrm>
                <a:off x="5497483" y="3071539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58"/>
              <p:cNvSpPr/>
              <p:nvPr/>
            </p:nvSpPr>
            <p:spPr>
              <a:xfrm>
                <a:off x="5451331" y="3136847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58"/>
              <p:cNvSpPr/>
              <p:nvPr/>
            </p:nvSpPr>
            <p:spPr>
              <a:xfrm>
                <a:off x="5497483" y="3136847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58"/>
              <p:cNvSpPr/>
              <p:nvPr/>
            </p:nvSpPr>
            <p:spPr>
              <a:xfrm>
                <a:off x="5710327" y="2823157"/>
                <a:ext cx="32418" cy="449672"/>
              </a:xfrm>
              <a:custGeom>
                <a:avLst/>
                <a:gdLst/>
                <a:ahLst/>
                <a:cxnLst/>
                <a:rect l="l" t="t" r="r" b="b"/>
                <a:pathLst>
                  <a:path w="550" h="7629" extrusionOk="0">
                    <a:moveTo>
                      <a:pt x="549" y="1"/>
                    </a:moveTo>
                    <a:lnTo>
                      <a:pt x="0" y="369"/>
                    </a:lnTo>
                    <a:lnTo>
                      <a:pt x="0" y="7628"/>
                    </a:lnTo>
                    <a:lnTo>
                      <a:pt x="549" y="7628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58"/>
              <p:cNvSpPr/>
              <p:nvPr/>
            </p:nvSpPr>
            <p:spPr>
              <a:xfrm>
                <a:off x="5387142" y="2763625"/>
                <a:ext cx="32418" cy="509204"/>
              </a:xfrm>
              <a:custGeom>
                <a:avLst/>
                <a:gdLst/>
                <a:ahLst/>
                <a:cxnLst/>
                <a:rect l="l" t="t" r="r" b="b"/>
                <a:pathLst>
                  <a:path w="550" h="8639" extrusionOk="0">
                    <a:moveTo>
                      <a:pt x="549" y="0"/>
                    </a:moveTo>
                    <a:lnTo>
                      <a:pt x="0" y="370"/>
                    </a:lnTo>
                    <a:lnTo>
                      <a:pt x="0" y="8638"/>
                    </a:lnTo>
                    <a:lnTo>
                      <a:pt x="549" y="8638"/>
                    </a:lnTo>
                    <a:lnTo>
                      <a:pt x="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16" name="Google Shape;2016;p58"/>
            <p:cNvSpPr/>
            <p:nvPr/>
          </p:nvSpPr>
          <p:spPr>
            <a:xfrm>
              <a:off x="3320484" y="1011280"/>
              <a:ext cx="982916" cy="2363553"/>
            </a:xfrm>
            <a:custGeom>
              <a:avLst/>
              <a:gdLst/>
              <a:ahLst/>
              <a:cxnLst/>
              <a:rect l="l" t="t" r="r" b="b"/>
              <a:pathLst>
                <a:path w="27326" h="65709" extrusionOk="0">
                  <a:moveTo>
                    <a:pt x="10505" y="62062"/>
                  </a:moveTo>
                  <a:lnTo>
                    <a:pt x="1" y="59784"/>
                  </a:lnTo>
                  <a:lnTo>
                    <a:pt x="36" y="28134"/>
                  </a:lnTo>
                  <a:lnTo>
                    <a:pt x="10505" y="17341"/>
                  </a:lnTo>
                  <a:lnTo>
                    <a:pt x="10505" y="62062"/>
                  </a:lnTo>
                  <a:close/>
                  <a:moveTo>
                    <a:pt x="13507" y="14247"/>
                  </a:moveTo>
                  <a:lnTo>
                    <a:pt x="13507" y="62713"/>
                  </a:lnTo>
                  <a:lnTo>
                    <a:pt x="27325" y="65708"/>
                  </a:lnTo>
                  <a:lnTo>
                    <a:pt x="27325" y="0"/>
                  </a:lnTo>
                  <a:close/>
                </a:path>
              </a:pathLst>
            </a:custGeom>
            <a:gradFill>
              <a:gsLst>
                <a:gs pos="0">
                  <a:srgbClr val="F5A076">
                    <a:alpha val="63137"/>
                  </a:srgbClr>
                </a:gs>
                <a:gs pos="100000">
                  <a:srgbClr val="FFFFFF">
                    <a:alpha val="50196"/>
                  </a:srgbClr>
                </a:gs>
              </a:gsLst>
              <a:lin ang="8100019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58"/>
            <p:cNvSpPr/>
            <p:nvPr/>
          </p:nvSpPr>
          <p:spPr>
            <a:xfrm>
              <a:off x="3286385" y="2007508"/>
              <a:ext cx="76544" cy="1158414"/>
            </a:xfrm>
            <a:custGeom>
              <a:avLst/>
              <a:gdLst/>
              <a:ahLst/>
              <a:cxnLst/>
              <a:rect l="l" t="t" r="r" b="b"/>
              <a:pathLst>
                <a:path w="2128" h="32205" extrusionOk="0">
                  <a:moveTo>
                    <a:pt x="2127" y="1"/>
                  </a:moveTo>
                  <a:lnTo>
                    <a:pt x="1" y="457"/>
                  </a:lnTo>
                  <a:lnTo>
                    <a:pt x="1" y="32204"/>
                  </a:lnTo>
                  <a:lnTo>
                    <a:pt x="2127" y="31873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58"/>
            <p:cNvSpPr/>
            <p:nvPr/>
          </p:nvSpPr>
          <p:spPr>
            <a:xfrm>
              <a:off x="3320484" y="3137078"/>
              <a:ext cx="377901" cy="106147"/>
            </a:xfrm>
            <a:custGeom>
              <a:avLst/>
              <a:gdLst/>
              <a:ahLst/>
              <a:cxnLst/>
              <a:rect l="l" t="t" r="r" b="b"/>
              <a:pathLst>
                <a:path w="10506" h="2951" extrusionOk="0">
                  <a:moveTo>
                    <a:pt x="3" y="0"/>
                  </a:moveTo>
                  <a:lnTo>
                    <a:pt x="1" y="671"/>
                  </a:lnTo>
                  <a:lnTo>
                    <a:pt x="10505" y="2950"/>
                  </a:lnTo>
                  <a:lnTo>
                    <a:pt x="10505" y="176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58"/>
            <p:cNvSpPr/>
            <p:nvPr/>
          </p:nvSpPr>
          <p:spPr>
            <a:xfrm>
              <a:off x="3806294" y="3217004"/>
              <a:ext cx="497105" cy="157405"/>
            </a:xfrm>
            <a:custGeom>
              <a:avLst/>
              <a:gdLst/>
              <a:ahLst/>
              <a:cxnLst/>
              <a:rect l="l" t="t" r="r" b="b"/>
              <a:pathLst>
                <a:path w="13820" h="4376" extrusionOk="0">
                  <a:moveTo>
                    <a:pt x="1" y="0"/>
                  </a:moveTo>
                  <a:lnTo>
                    <a:pt x="1" y="1378"/>
                  </a:lnTo>
                  <a:lnTo>
                    <a:pt x="13819" y="4375"/>
                  </a:lnTo>
                  <a:lnTo>
                    <a:pt x="13819" y="21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8"/>
            <p:cNvSpPr/>
            <p:nvPr/>
          </p:nvSpPr>
          <p:spPr>
            <a:xfrm>
              <a:off x="3320484" y="3137078"/>
              <a:ext cx="377901" cy="106147"/>
            </a:xfrm>
            <a:custGeom>
              <a:avLst/>
              <a:gdLst/>
              <a:ahLst/>
              <a:cxnLst/>
              <a:rect l="l" t="t" r="r" b="b"/>
              <a:pathLst>
                <a:path w="10506" h="2951" extrusionOk="0">
                  <a:moveTo>
                    <a:pt x="1" y="671"/>
                  </a:moveTo>
                  <a:lnTo>
                    <a:pt x="10505" y="2950"/>
                  </a:lnTo>
                  <a:lnTo>
                    <a:pt x="10505" y="176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8"/>
            <p:cNvSpPr/>
            <p:nvPr/>
          </p:nvSpPr>
          <p:spPr>
            <a:xfrm>
              <a:off x="3806294" y="3217004"/>
              <a:ext cx="497105" cy="157405"/>
            </a:xfrm>
            <a:custGeom>
              <a:avLst/>
              <a:gdLst/>
              <a:ahLst/>
              <a:cxnLst/>
              <a:rect l="l" t="t" r="r" b="b"/>
              <a:pathLst>
                <a:path w="13820" h="4376" extrusionOk="0">
                  <a:moveTo>
                    <a:pt x="1" y="1378"/>
                  </a:moveTo>
                  <a:lnTo>
                    <a:pt x="13819" y="4375"/>
                  </a:lnTo>
                  <a:lnTo>
                    <a:pt x="13819" y="21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8"/>
            <p:cNvSpPr/>
            <p:nvPr/>
          </p:nvSpPr>
          <p:spPr>
            <a:xfrm>
              <a:off x="3320484" y="1635038"/>
              <a:ext cx="377901" cy="1526243"/>
            </a:xfrm>
            <a:custGeom>
              <a:avLst/>
              <a:gdLst/>
              <a:ahLst/>
              <a:cxnLst/>
              <a:rect l="l" t="t" r="r" b="b"/>
              <a:pathLst>
                <a:path w="10506" h="42431" extrusionOk="0">
                  <a:moveTo>
                    <a:pt x="10505" y="0"/>
                  </a:moveTo>
                  <a:lnTo>
                    <a:pt x="36" y="10793"/>
                  </a:lnTo>
                  <a:lnTo>
                    <a:pt x="1" y="42429"/>
                  </a:lnTo>
                  <a:lnTo>
                    <a:pt x="3" y="42431"/>
                  </a:lnTo>
                  <a:lnTo>
                    <a:pt x="36" y="12484"/>
                  </a:lnTo>
                  <a:lnTo>
                    <a:pt x="10505" y="1989"/>
                  </a:lnTo>
                  <a:lnTo>
                    <a:pt x="1050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3806294" y="1011280"/>
              <a:ext cx="497105" cy="584009"/>
            </a:xfrm>
            <a:custGeom>
              <a:avLst/>
              <a:gdLst/>
              <a:ahLst/>
              <a:cxnLst/>
              <a:rect l="l" t="t" r="r" b="b"/>
              <a:pathLst>
                <a:path w="13820" h="16236" extrusionOk="0">
                  <a:moveTo>
                    <a:pt x="13819" y="0"/>
                  </a:moveTo>
                  <a:lnTo>
                    <a:pt x="1" y="14247"/>
                  </a:lnTo>
                  <a:lnTo>
                    <a:pt x="1" y="16235"/>
                  </a:lnTo>
                  <a:lnTo>
                    <a:pt x="13819" y="3097"/>
                  </a:lnTo>
                  <a:lnTo>
                    <a:pt x="138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8"/>
            <p:cNvSpPr/>
            <p:nvPr/>
          </p:nvSpPr>
          <p:spPr>
            <a:xfrm>
              <a:off x="3806294" y="1500366"/>
              <a:ext cx="99025" cy="1764436"/>
            </a:xfrm>
            <a:custGeom>
              <a:avLst/>
              <a:gdLst/>
              <a:ahLst/>
              <a:cxnLst/>
              <a:rect l="l" t="t" r="r" b="b"/>
              <a:pathLst>
                <a:path w="2753" h="49053" extrusionOk="0">
                  <a:moveTo>
                    <a:pt x="2752" y="1"/>
                  </a:moveTo>
                  <a:lnTo>
                    <a:pt x="1" y="654"/>
                  </a:lnTo>
                  <a:lnTo>
                    <a:pt x="1" y="49053"/>
                  </a:lnTo>
                  <a:lnTo>
                    <a:pt x="2752" y="48169"/>
                  </a:lnTo>
                  <a:lnTo>
                    <a:pt x="27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58"/>
            <p:cNvSpPr/>
            <p:nvPr/>
          </p:nvSpPr>
          <p:spPr>
            <a:xfrm>
              <a:off x="3806294" y="1500366"/>
              <a:ext cx="99025" cy="1764436"/>
            </a:xfrm>
            <a:custGeom>
              <a:avLst/>
              <a:gdLst/>
              <a:ahLst/>
              <a:cxnLst/>
              <a:rect l="l" t="t" r="r" b="b"/>
              <a:pathLst>
                <a:path w="2753" h="49053" extrusionOk="0">
                  <a:moveTo>
                    <a:pt x="1" y="49053"/>
                  </a:moveTo>
                  <a:lnTo>
                    <a:pt x="2752" y="48169"/>
                  </a:lnTo>
                  <a:lnTo>
                    <a:pt x="2752" y="1"/>
                  </a:lnTo>
                  <a:lnTo>
                    <a:pt x="1" y="65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698631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8"/>
            <p:cNvSpPr/>
            <p:nvPr/>
          </p:nvSpPr>
          <p:spPr>
            <a:xfrm>
              <a:off x="3806294" y="1500366"/>
              <a:ext cx="99025" cy="1764436"/>
            </a:xfrm>
            <a:custGeom>
              <a:avLst/>
              <a:gdLst/>
              <a:ahLst/>
              <a:cxnLst/>
              <a:rect l="l" t="t" r="r" b="b"/>
              <a:pathLst>
                <a:path w="2753" h="49053" fill="none" extrusionOk="0">
                  <a:moveTo>
                    <a:pt x="1" y="49053"/>
                  </a:moveTo>
                  <a:lnTo>
                    <a:pt x="2752" y="48169"/>
                  </a:lnTo>
                  <a:lnTo>
                    <a:pt x="2752" y="1"/>
                  </a:lnTo>
                  <a:lnTo>
                    <a:pt x="1" y="65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8"/>
            <p:cNvSpPr/>
            <p:nvPr/>
          </p:nvSpPr>
          <p:spPr>
            <a:xfrm>
              <a:off x="3320484" y="2007508"/>
              <a:ext cx="76544" cy="1153414"/>
            </a:xfrm>
            <a:custGeom>
              <a:avLst/>
              <a:gdLst/>
              <a:ahLst/>
              <a:cxnLst/>
              <a:rect l="l" t="t" r="r" b="b"/>
              <a:pathLst>
                <a:path w="2128" h="32066" extrusionOk="0">
                  <a:moveTo>
                    <a:pt x="2127" y="1"/>
                  </a:moveTo>
                  <a:lnTo>
                    <a:pt x="1" y="457"/>
                  </a:lnTo>
                  <a:lnTo>
                    <a:pt x="1" y="32066"/>
                  </a:lnTo>
                  <a:lnTo>
                    <a:pt x="2127" y="31734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8"/>
            <p:cNvSpPr/>
            <p:nvPr/>
          </p:nvSpPr>
          <p:spPr>
            <a:xfrm>
              <a:off x="3320484" y="2007508"/>
              <a:ext cx="76544" cy="1153414"/>
            </a:xfrm>
            <a:custGeom>
              <a:avLst/>
              <a:gdLst/>
              <a:ahLst/>
              <a:cxnLst/>
              <a:rect l="l" t="t" r="r" b="b"/>
              <a:pathLst>
                <a:path w="2128" h="32066" extrusionOk="0">
                  <a:moveTo>
                    <a:pt x="1" y="32066"/>
                  </a:moveTo>
                  <a:lnTo>
                    <a:pt x="2127" y="31734"/>
                  </a:lnTo>
                  <a:lnTo>
                    <a:pt x="2127" y="1"/>
                  </a:lnTo>
                  <a:lnTo>
                    <a:pt x="1" y="45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698631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8"/>
            <p:cNvSpPr/>
            <p:nvPr/>
          </p:nvSpPr>
          <p:spPr>
            <a:xfrm>
              <a:off x="3320484" y="2007508"/>
              <a:ext cx="76544" cy="1153414"/>
            </a:xfrm>
            <a:custGeom>
              <a:avLst/>
              <a:gdLst/>
              <a:ahLst/>
              <a:cxnLst/>
              <a:rect l="l" t="t" r="r" b="b"/>
              <a:pathLst>
                <a:path w="2128" h="32066" fill="none" extrusionOk="0">
                  <a:moveTo>
                    <a:pt x="1" y="32066"/>
                  </a:moveTo>
                  <a:lnTo>
                    <a:pt x="2127" y="31734"/>
                  </a:lnTo>
                  <a:lnTo>
                    <a:pt x="2127" y="1"/>
                  </a:lnTo>
                  <a:lnTo>
                    <a:pt x="1" y="45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8"/>
            <p:cNvSpPr/>
            <p:nvPr/>
          </p:nvSpPr>
          <p:spPr>
            <a:xfrm>
              <a:off x="3320448" y="2503392"/>
              <a:ext cx="377793" cy="142297"/>
            </a:xfrm>
            <a:custGeom>
              <a:avLst/>
              <a:gdLst/>
              <a:ahLst/>
              <a:cxnLst/>
              <a:rect l="l" t="t" r="r" b="b"/>
              <a:pathLst>
                <a:path w="10503" h="3956" extrusionOk="0">
                  <a:moveTo>
                    <a:pt x="10503" y="1"/>
                  </a:moveTo>
                  <a:lnTo>
                    <a:pt x="1" y="1591"/>
                  </a:lnTo>
                  <a:lnTo>
                    <a:pt x="1" y="3956"/>
                  </a:lnTo>
                  <a:lnTo>
                    <a:pt x="10503" y="2733"/>
                  </a:lnTo>
                  <a:lnTo>
                    <a:pt x="1050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58"/>
            <p:cNvSpPr/>
            <p:nvPr/>
          </p:nvSpPr>
          <p:spPr>
            <a:xfrm>
              <a:off x="3287608" y="3190565"/>
              <a:ext cx="883171" cy="326572"/>
            </a:xfrm>
            <a:custGeom>
              <a:avLst/>
              <a:gdLst/>
              <a:ahLst/>
              <a:cxnLst/>
              <a:rect l="l" t="t" r="r" b="b"/>
              <a:pathLst>
                <a:path w="24553" h="9079" extrusionOk="0">
                  <a:moveTo>
                    <a:pt x="0" y="0"/>
                  </a:moveTo>
                  <a:lnTo>
                    <a:pt x="0" y="2366"/>
                  </a:lnTo>
                  <a:lnTo>
                    <a:pt x="24552" y="9078"/>
                  </a:lnTo>
                  <a:lnTo>
                    <a:pt x="24552" y="6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58"/>
            <p:cNvSpPr/>
            <p:nvPr/>
          </p:nvSpPr>
          <p:spPr>
            <a:xfrm>
              <a:off x="3806474" y="2403539"/>
              <a:ext cx="493365" cy="183591"/>
            </a:xfrm>
            <a:custGeom>
              <a:avLst/>
              <a:gdLst/>
              <a:ahLst/>
              <a:cxnLst/>
              <a:rect l="l" t="t" r="r" b="b"/>
              <a:pathLst>
                <a:path w="13716" h="5104" extrusionOk="0">
                  <a:moveTo>
                    <a:pt x="13716" y="0"/>
                  </a:moveTo>
                  <a:lnTo>
                    <a:pt x="0" y="2304"/>
                  </a:lnTo>
                  <a:lnTo>
                    <a:pt x="0" y="5104"/>
                  </a:lnTo>
                  <a:lnTo>
                    <a:pt x="13716" y="3678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58"/>
            <p:cNvSpPr/>
            <p:nvPr/>
          </p:nvSpPr>
          <p:spPr>
            <a:xfrm>
              <a:off x="3732843" y="1596586"/>
              <a:ext cx="34675" cy="1663001"/>
            </a:xfrm>
            <a:custGeom>
              <a:avLst/>
              <a:gdLst/>
              <a:ahLst/>
              <a:cxnLst/>
              <a:rect l="l" t="t" r="r" b="b"/>
              <a:pathLst>
                <a:path w="964" h="46233" fill="none" extrusionOk="0">
                  <a:moveTo>
                    <a:pt x="950" y="46232"/>
                  </a:moveTo>
                  <a:lnTo>
                    <a:pt x="0" y="45994"/>
                  </a:lnTo>
                  <a:lnTo>
                    <a:pt x="0" y="102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58"/>
            <p:cNvSpPr/>
            <p:nvPr/>
          </p:nvSpPr>
          <p:spPr>
            <a:xfrm>
              <a:off x="3193906" y="3160890"/>
              <a:ext cx="992952" cy="237114"/>
            </a:xfrm>
            <a:custGeom>
              <a:avLst/>
              <a:gdLst/>
              <a:ahLst/>
              <a:cxnLst/>
              <a:rect l="l" t="t" r="r" b="b"/>
              <a:pathLst>
                <a:path w="27605" h="6592" extrusionOk="0">
                  <a:moveTo>
                    <a:pt x="3520" y="1"/>
                  </a:moveTo>
                  <a:lnTo>
                    <a:pt x="1" y="470"/>
                  </a:lnTo>
                  <a:lnTo>
                    <a:pt x="26183" y="6592"/>
                  </a:lnTo>
                  <a:lnTo>
                    <a:pt x="27604" y="5193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58"/>
            <p:cNvSpPr/>
            <p:nvPr/>
          </p:nvSpPr>
          <p:spPr>
            <a:xfrm>
              <a:off x="3193906" y="3160890"/>
              <a:ext cx="992952" cy="237150"/>
            </a:xfrm>
            <a:custGeom>
              <a:avLst/>
              <a:gdLst/>
              <a:ahLst/>
              <a:cxnLst/>
              <a:rect l="l" t="t" r="r" b="b"/>
              <a:pathLst>
                <a:path w="27605" h="6593" extrusionOk="0">
                  <a:moveTo>
                    <a:pt x="11583" y="3178"/>
                  </a:moveTo>
                  <a:lnTo>
                    <a:pt x="1" y="470"/>
                  </a:lnTo>
                  <a:lnTo>
                    <a:pt x="3520" y="1"/>
                  </a:lnTo>
                  <a:lnTo>
                    <a:pt x="13972" y="2254"/>
                  </a:lnTo>
                  <a:lnTo>
                    <a:pt x="11583" y="3178"/>
                  </a:lnTo>
                  <a:close/>
                  <a:moveTo>
                    <a:pt x="17047" y="2917"/>
                  </a:moveTo>
                  <a:lnTo>
                    <a:pt x="14629" y="3890"/>
                  </a:lnTo>
                  <a:lnTo>
                    <a:pt x="26183" y="6593"/>
                  </a:lnTo>
                  <a:lnTo>
                    <a:pt x="27604" y="5193"/>
                  </a:lnTo>
                  <a:lnTo>
                    <a:pt x="17046" y="291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58"/>
            <p:cNvSpPr/>
            <p:nvPr/>
          </p:nvSpPr>
          <p:spPr>
            <a:xfrm>
              <a:off x="3193906" y="3160890"/>
              <a:ext cx="992952" cy="237114"/>
            </a:xfrm>
            <a:custGeom>
              <a:avLst/>
              <a:gdLst/>
              <a:ahLst/>
              <a:cxnLst/>
              <a:rect l="l" t="t" r="r" b="b"/>
              <a:pathLst>
                <a:path w="27605" h="6592" fill="none" extrusionOk="0">
                  <a:moveTo>
                    <a:pt x="3520" y="1"/>
                  </a:moveTo>
                  <a:lnTo>
                    <a:pt x="1" y="470"/>
                  </a:lnTo>
                  <a:lnTo>
                    <a:pt x="26183" y="6592"/>
                  </a:lnTo>
                  <a:lnTo>
                    <a:pt x="27604" y="519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58"/>
            <p:cNvSpPr/>
            <p:nvPr/>
          </p:nvSpPr>
          <p:spPr>
            <a:xfrm>
              <a:off x="3320448" y="2601699"/>
              <a:ext cx="377793" cy="46545"/>
            </a:xfrm>
            <a:custGeom>
              <a:avLst/>
              <a:gdLst/>
              <a:ahLst/>
              <a:cxnLst/>
              <a:rect l="l" t="t" r="r" b="b"/>
              <a:pathLst>
                <a:path w="10503" h="1294" extrusionOk="0">
                  <a:moveTo>
                    <a:pt x="10503" y="0"/>
                  </a:moveTo>
                  <a:lnTo>
                    <a:pt x="1" y="1223"/>
                  </a:lnTo>
                  <a:lnTo>
                    <a:pt x="2088" y="1293"/>
                  </a:lnTo>
                  <a:lnTo>
                    <a:pt x="10502" y="415"/>
                  </a:lnTo>
                  <a:lnTo>
                    <a:pt x="1050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58"/>
            <p:cNvSpPr/>
            <p:nvPr/>
          </p:nvSpPr>
          <p:spPr>
            <a:xfrm>
              <a:off x="3806510" y="2534579"/>
              <a:ext cx="514047" cy="56833"/>
            </a:xfrm>
            <a:custGeom>
              <a:avLst/>
              <a:gdLst/>
              <a:ahLst/>
              <a:cxnLst/>
              <a:rect l="l" t="t" r="r" b="b"/>
              <a:pathLst>
                <a:path w="14291" h="1580" extrusionOk="0">
                  <a:moveTo>
                    <a:pt x="14034" y="1"/>
                  </a:moveTo>
                  <a:lnTo>
                    <a:pt x="0" y="1484"/>
                  </a:lnTo>
                  <a:lnTo>
                    <a:pt x="2725" y="1579"/>
                  </a:lnTo>
                  <a:lnTo>
                    <a:pt x="14290" y="475"/>
                  </a:lnTo>
                  <a:lnTo>
                    <a:pt x="1403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58"/>
            <p:cNvSpPr/>
            <p:nvPr/>
          </p:nvSpPr>
          <p:spPr>
            <a:xfrm>
              <a:off x="3193654" y="3177760"/>
              <a:ext cx="948025" cy="235028"/>
            </a:xfrm>
            <a:custGeom>
              <a:avLst/>
              <a:gdLst/>
              <a:ahLst/>
              <a:cxnLst/>
              <a:rect l="l" t="t" r="r" b="b"/>
              <a:pathLst>
                <a:path w="26356" h="6534" extrusionOk="0">
                  <a:moveTo>
                    <a:pt x="8" y="1"/>
                  </a:moveTo>
                  <a:lnTo>
                    <a:pt x="1" y="343"/>
                  </a:lnTo>
                  <a:lnTo>
                    <a:pt x="26355" y="6534"/>
                  </a:lnTo>
                  <a:lnTo>
                    <a:pt x="26276" y="6099"/>
                  </a:lnTo>
                  <a:lnTo>
                    <a:pt x="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58"/>
            <p:cNvSpPr/>
            <p:nvPr/>
          </p:nvSpPr>
          <p:spPr>
            <a:xfrm>
              <a:off x="3193654" y="3177760"/>
              <a:ext cx="948025" cy="235028"/>
            </a:xfrm>
            <a:custGeom>
              <a:avLst/>
              <a:gdLst/>
              <a:ahLst/>
              <a:cxnLst/>
              <a:rect l="l" t="t" r="r" b="b"/>
              <a:pathLst>
                <a:path w="26356" h="6534" extrusionOk="0">
                  <a:moveTo>
                    <a:pt x="8" y="1"/>
                  </a:moveTo>
                  <a:lnTo>
                    <a:pt x="1" y="343"/>
                  </a:lnTo>
                  <a:lnTo>
                    <a:pt x="26355" y="6534"/>
                  </a:lnTo>
                  <a:lnTo>
                    <a:pt x="26276" y="6099"/>
                  </a:lnTo>
                  <a:lnTo>
                    <a:pt x="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1" name="Google Shape;2041;p58"/>
          <p:cNvGrpSpPr/>
          <p:nvPr/>
        </p:nvGrpSpPr>
        <p:grpSpPr>
          <a:xfrm flipH="1">
            <a:off x="39620" y="1400391"/>
            <a:ext cx="7795075" cy="2848350"/>
            <a:chOff x="1328800" y="1399175"/>
            <a:chExt cx="7795075" cy="2848350"/>
          </a:xfrm>
        </p:grpSpPr>
        <p:sp>
          <p:nvSpPr>
            <p:cNvPr id="2042" name="Google Shape;2042;p58"/>
            <p:cNvSpPr/>
            <p:nvPr/>
          </p:nvSpPr>
          <p:spPr>
            <a:xfrm>
              <a:off x="1328800" y="1399175"/>
              <a:ext cx="7795075" cy="2847300"/>
            </a:xfrm>
            <a:custGeom>
              <a:avLst/>
              <a:gdLst/>
              <a:ahLst/>
              <a:cxnLst/>
              <a:rect l="l" t="t" r="r" b="b"/>
              <a:pathLst>
                <a:path w="311803" h="113892" extrusionOk="0">
                  <a:moveTo>
                    <a:pt x="68" y="0"/>
                  </a:moveTo>
                  <a:lnTo>
                    <a:pt x="0" y="38662"/>
                  </a:lnTo>
                  <a:lnTo>
                    <a:pt x="171438" y="113892"/>
                  </a:lnTo>
                  <a:lnTo>
                    <a:pt x="245295" y="113789"/>
                  </a:lnTo>
                  <a:lnTo>
                    <a:pt x="311803" y="113789"/>
                  </a:lnTo>
                  <a:close/>
                </a:path>
              </a:pathLst>
            </a:custGeom>
            <a:gradFill>
              <a:gsLst>
                <a:gs pos="0">
                  <a:srgbClr val="F5A076">
                    <a:alpha val="63137"/>
                  </a:srgbClr>
                </a:gs>
                <a:gs pos="100000">
                  <a:srgbClr val="FFFFFF">
                    <a:alpha val="50196"/>
                  </a:srgbClr>
                </a:gs>
              </a:gsLst>
              <a:lin ang="8100019" scaled="0"/>
            </a:gradFill>
            <a:ln>
              <a:noFill/>
            </a:ln>
          </p:spPr>
        </p:sp>
        <p:sp>
          <p:nvSpPr>
            <p:cNvPr id="2043" name="Google Shape;2043;p58"/>
            <p:cNvSpPr/>
            <p:nvPr/>
          </p:nvSpPr>
          <p:spPr>
            <a:xfrm>
              <a:off x="1333150" y="2525300"/>
              <a:ext cx="3380625" cy="1722225"/>
            </a:xfrm>
            <a:custGeom>
              <a:avLst/>
              <a:gdLst/>
              <a:ahLst/>
              <a:cxnLst/>
              <a:rect l="l" t="t" r="r" b="b"/>
              <a:pathLst>
                <a:path w="135225" h="68889" extrusionOk="0">
                  <a:moveTo>
                    <a:pt x="0" y="0"/>
                  </a:moveTo>
                  <a:lnTo>
                    <a:pt x="100" y="36834"/>
                  </a:lnTo>
                  <a:lnTo>
                    <a:pt x="60163" y="68757"/>
                  </a:lnTo>
                  <a:lnTo>
                    <a:pt x="94010" y="68889"/>
                  </a:lnTo>
                  <a:lnTo>
                    <a:pt x="135225" y="68757"/>
                  </a:lnTo>
                  <a:close/>
                </a:path>
              </a:pathLst>
            </a:custGeom>
            <a:gradFill>
              <a:gsLst>
                <a:gs pos="0">
                  <a:srgbClr val="F5A076">
                    <a:alpha val="63137"/>
                  </a:srgbClr>
                </a:gs>
                <a:gs pos="100000">
                  <a:srgbClr val="FFFFFF">
                    <a:alpha val="50196"/>
                  </a:srgbClr>
                </a:gs>
              </a:gsLst>
              <a:lin ang="8100019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5_1"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59"/>
          <p:cNvSpPr/>
          <p:nvPr/>
        </p:nvSpPr>
        <p:spPr>
          <a:xfrm flipH="1">
            <a:off x="-9075" y="0"/>
            <a:ext cx="9144000" cy="42441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p59"/>
          <p:cNvSpPr/>
          <p:nvPr/>
        </p:nvSpPr>
        <p:spPr>
          <a:xfrm flipH="1">
            <a:off x="2617085" y="4275041"/>
            <a:ext cx="6523950" cy="777420"/>
          </a:xfrm>
          <a:custGeom>
            <a:avLst/>
            <a:gdLst/>
            <a:ahLst/>
            <a:cxnLst/>
            <a:rect l="l" t="t" r="r" b="b"/>
            <a:pathLst>
              <a:path w="260958" h="18583" extrusionOk="0">
                <a:moveTo>
                  <a:pt x="0" y="0"/>
                </a:moveTo>
                <a:lnTo>
                  <a:pt x="0" y="18583"/>
                </a:lnTo>
                <a:lnTo>
                  <a:pt x="260958" y="18583"/>
                </a:lnTo>
                <a:lnTo>
                  <a:pt x="226978" y="1062"/>
                </a:lnTo>
                <a:close/>
              </a:path>
            </a:pathLst>
          </a:custGeom>
          <a:gradFill>
            <a:gsLst>
              <a:gs pos="0">
                <a:srgbClr val="0B0A33">
                  <a:alpha val="57647"/>
                </a:srgbClr>
              </a:gs>
              <a:gs pos="100000">
                <a:srgbClr val="3C4173">
                  <a:alpha val="0"/>
                </a:srgbClr>
              </a:gs>
            </a:gsLst>
            <a:lin ang="10801400" scaled="0"/>
          </a:gradFill>
          <a:ln>
            <a:noFill/>
          </a:ln>
        </p:spPr>
      </p:sp>
      <p:grpSp>
        <p:nvGrpSpPr>
          <p:cNvPr id="2047" name="Google Shape;2047;p59"/>
          <p:cNvGrpSpPr/>
          <p:nvPr/>
        </p:nvGrpSpPr>
        <p:grpSpPr>
          <a:xfrm flipH="1">
            <a:off x="-3297" y="4244043"/>
            <a:ext cx="9132932" cy="911497"/>
            <a:chOff x="11400" y="4480100"/>
            <a:chExt cx="9132932" cy="675283"/>
          </a:xfrm>
        </p:grpSpPr>
        <p:sp>
          <p:nvSpPr>
            <p:cNvPr id="2048" name="Google Shape;2048;p59"/>
            <p:cNvSpPr/>
            <p:nvPr/>
          </p:nvSpPr>
          <p:spPr>
            <a:xfrm>
              <a:off x="15930" y="4480100"/>
              <a:ext cx="9128402" cy="7285"/>
            </a:xfrm>
            <a:custGeom>
              <a:avLst/>
              <a:gdLst/>
              <a:ahLst/>
              <a:cxnLst/>
              <a:rect l="l" t="t" r="r" b="b"/>
              <a:pathLst>
                <a:path w="288144" h="228" extrusionOk="0">
                  <a:moveTo>
                    <a:pt x="1" y="1"/>
                  </a:moveTo>
                  <a:lnTo>
                    <a:pt x="1" y="227"/>
                  </a:lnTo>
                  <a:lnTo>
                    <a:pt x="288144" y="227"/>
                  </a:lnTo>
                  <a:lnTo>
                    <a:pt x="288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59"/>
            <p:cNvSpPr/>
            <p:nvPr/>
          </p:nvSpPr>
          <p:spPr>
            <a:xfrm>
              <a:off x="15930" y="4702641"/>
              <a:ext cx="9128402" cy="7285"/>
            </a:xfrm>
            <a:custGeom>
              <a:avLst/>
              <a:gdLst/>
              <a:ahLst/>
              <a:cxnLst/>
              <a:rect l="l" t="t" r="r" b="b"/>
              <a:pathLst>
                <a:path w="288144" h="228" extrusionOk="0">
                  <a:moveTo>
                    <a:pt x="1" y="1"/>
                  </a:moveTo>
                  <a:lnTo>
                    <a:pt x="1" y="227"/>
                  </a:lnTo>
                  <a:lnTo>
                    <a:pt x="288144" y="227"/>
                  </a:lnTo>
                  <a:lnTo>
                    <a:pt x="288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59"/>
            <p:cNvSpPr/>
            <p:nvPr/>
          </p:nvSpPr>
          <p:spPr>
            <a:xfrm>
              <a:off x="15930" y="4925214"/>
              <a:ext cx="9128402" cy="6869"/>
            </a:xfrm>
            <a:custGeom>
              <a:avLst/>
              <a:gdLst/>
              <a:ahLst/>
              <a:cxnLst/>
              <a:rect l="l" t="t" r="r" b="b"/>
              <a:pathLst>
                <a:path w="288144" h="215" extrusionOk="0">
                  <a:moveTo>
                    <a:pt x="1" y="0"/>
                  </a:moveTo>
                  <a:lnTo>
                    <a:pt x="1" y="214"/>
                  </a:lnTo>
                  <a:lnTo>
                    <a:pt x="288144" y="214"/>
                  </a:lnTo>
                  <a:lnTo>
                    <a:pt x="288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59"/>
            <p:cNvSpPr/>
            <p:nvPr/>
          </p:nvSpPr>
          <p:spPr>
            <a:xfrm>
              <a:off x="3573608" y="4921413"/>
              <a:ext cx="241606" cy="233970"/>
            </a:xfrm>
            <a:custGeom>
              <a:avLst/>
              <a:gdLst/>
              <a:ahLst/>
              <a:cxnLst/>
              <a:rect l="l" t="t" r="r" b="b"/>
              <a:pathLst>
                <a:path w="7562" h="7323" extrusionOk="0">
                  <a:moveTo>
                    <a:pt x="7407" y="0"/>
                  </a:moveTo>
                  <a:lnTo>
                    <a:pt x="1" y="7168"/>
                  </a:lnTo>
                  <a:lnTo>
                    <a:pt x="168" y="7322"/>
                  </a:lnTo>
                  <a:lnTo>
                    <a:pt x="7561" y="155"/>
                  </a:lnTo>
                  <a:lnTo>
                    <a:pt x="7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59"/>
            <p:cNvSpPr/>
            <p:nvPr/>
          </p:nvSpPr>
          <p:spPr>
            <a:xfrm>
              <a:off x="4032007" y="4481259"/>
              <a:ext cx="237804" cy="230551"/>
            </a:xfrm>
            <a:custGeom>
              <a:avLst/>
              <a:gdLst/>
              <a:ahLst/>
              <a:cxnLst/>
              <a:rect l="l" t="t" r="r" b="b"/>
              <a:pathLst>
                <a:path w="7443" h="7216" extrusionOk="0">
                  <a:moveTo>
                    <a:pt x="7288" y="1"/>
                  </a:moveTo>
                  <a:lnTo>
                    <a:pt x="1" y="7061"/>
                  </a:lnTo>
                  <a:lnTo>
                    <a:pt x="156" y="7216"/>
                  </a:lnTo>
                  <a:lnTo>
                    <a:pt x="7442" y="155"/>
                  </a:lnTo>
                  <a:lnTo>
                    <a:pt x="72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59"/>
            <p:cNvSpPr/>
            <p:nvPr/>
          </p:nvSpPr>
          <p:spPr>
            <a:xfrm>
              <a:off x="5463534" y="4704563"/>
              <a:ext cx="7253" cy="225599"/>
            </a:xfrm>
            <a:custGeom>
              <a:avLst/>
              <a:gdLst/>
              <a:ahLst/>
              <a:cxnLst/>
              <a:rect l="l" t="t" r="r" b="b"/>
              <a:pathLst>
                <a:path w="227" h="7061" extrusionOk="0">
                  <a:moveTo>
                    <a:pt x="0" y="0"/>
                  </a:moveTo>
                  <a:lnTo>
                    <a:pt x="0" y="7061"/>
                  </a:lnTo>
                  <a:lnTo>
                    <a:pt x="226" y="7061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59"/>
            <p:cNvSpPr/>
            <p:nvPr/>
          </p:nvSpPr>
          <p:spPr>
            <a:xfrm>
              <a:off x="11400" y="5092192"/>
              <a:ext cx="9132932" cy="7285"/>
            </a:xfrm>
            <a:custGeom>
              <a:avLst/>
              <a:gdLst/>
              <a:ahLst/>
              <a:cxnLst/>
              <a:rect l="l" t="t" r="r" b="b"/>
              <a:pathLst>
                <a:path w="288287" h="228" extrusionOk="0">
                  <a:moveTo>
                    <a:pt x="1" y="1"/>
                  </a:moveTo>
                  <a:lnTo>
                    <a:pt x="1" y="227"/>
                  </a:lnTo>
                  <a:lnTo>
                    <a:pt x="288287" y="227"/>
                  </a:lnTo>
                  <a:lnTo>
                    <a:pt x="2882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5" name="Google Shape;2055;p59"/>
          <p:cNvSpPr/>
          <p:nvPr/>
        </p:nvSpPr>
        <p:spPr>
          <a:xfrm flipH="1">
            <a:off x="-67770" y="-33400"/>
            <a:ext cx="1465105" cy="5243362"/>
          </a:xfrm>
          <a:custGeom>
            <a:avLst/>
            <a:gdLst/>
            <a:ahLst/>
            <a:cxnLst/>
            <a:rect l="l" t="t" r="r" b="b"/>
            <a:pathLst>
              <a:path w="57309" h="206026" extrusionOk="0">
                <a:moveTo>
                  <a:pt x="0" y="0"/>
                </a:moveTo>
                <a:lnTo>
                  <a:pt x="57309" y="0"/>
                </a:lnTo>
                <a:lnTo>
                  <a:pt x="57309" y="206026"/>
                </a:lnTo>
                <a:lnTo>
                  <a:pt x="286" y="17909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2698631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056" name="Google Shape;2056;p59"/>
          <p:cNvGrpSpPr/>
          <p:nvPr/>
        </p:nvGrpSpPr>
        <p:grpSpPr>
          <a:xfrm>
            <a:off x="1357960" y="-33401"/>
            <a:ext cx="849825" cy="4580851"/>
            <a:chOff x="1395100" y="-54933"/>
            <a:chExt cx="849825" cy="4580851"/>
          </a:xfrm>
        </p:grpSpPr>
        <p:sp>
          <p:nvSpPr>
            <p:cNvPr id="2057" name="Google Shape;2057;p59"/>
            <p:cNvSpPr/>
            <p:nvPr/>
          </p:nvSpPr>
          <p:spPr>
            <a:xfrm>
              <a:off x="1395100" y="-54933"/>
              <a:ext cx="608978" cy="4580851"/>
            </a:xfrm>
            <a:custGeom>
              <a:avLst/>
              <a:gdLst/>
              <a:ahLst/>
              <a:cxnLst/>
              <a:rect l="l" t="t" r="r" b="b"/>
              <a:pathLst>
                <a:path w="6637" h="33033" extrusionOk="0">
                  <a:moveTo>
                    <a:pt x="0" y="1"/>
                  </a:moveTo>
                  <a:lnTo>
                    <a:pt x="0" y="33033"/>
                  </a:lnTo>
                  <a:lnTo>
                    <a:pt x="6636" y="33033"/>
                  </a:lnTo>
                  <a:lnTo>
                    <a:pt x="6636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2698631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59"/>
            <p:cNvSpPr/>
            <p:nvPr/>
          </p:nvSpPr>
          <p:spPr>
            <a:xfrm>
              <a:off x="2004080" y="-54933"/>
              <a:ext cx="240845" cy="4576688"/>
            </a:xfrm>
            <a:custGeom>
              <a:avLst/>
              <a:gdLst/>
              <a:ahLst/>
              <a:cxnLst/>
              <a:rect l="l" t="t" r="r" b="b"/>
              <a:pathLst>
                <a:path w="2113" h="33059" extrusionOk="0">
                  <a:moveTo>
                    <a:pt x="0" y="1"/>
                  </a:moveTo>
                  <a:lnTo>
                    <a:pt x="0" y="33059"/>
                  </a:lnTo>
                  <a:lnTo>
                    <a:pt x="2112" y="31019"/>
                  </a:lnTo>
                  <a:lnTo>
                    <a:pt x="2112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2698631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9" name="Google Shape;2059;p59"/>
          <p:cNvGrpSpPr/>
          <p:nvPr/>
        </p:nvGrpSpPr>
        <p:grpSpPr>
          <a:xfrm flipH="1">
            <a:off x="-504800" y="-426131"/>
            <a:ext cx="2032256" cy="4519063"/>
            <a:chOff x="3193654" y="1011280"/>
            <a:chExt cx="1126902" cy="2505857"/>
          </a:xfrm>
        </p:grpSpPr>
        <p:grpSp>
          <p:nvGrpSpPr>
            <p:cNvPr id="2060" name="Google Shape;2060;p59"/>
            <p:cNvGrpSpPr/>
            <p:nvPr/>
          </p:nvGrpSpPr>
          <p:grpSpPr>
            <a:xfrm>
              <a:off x="3287600" y="1843488"/>
              <a:ext cx="982372" cy="598913"/>
              <a:chOff x="4842825" y="1950100"/>
              <a:chExt cx="982372" cy="598913"/>
            </a:xfrm>
          </p:grpSpPr>
          <p:sp>
            <p:nvSpPr>
              <p:cNvPr id="2061" name="Google Shape;2061;p59"/>
              <p:cNvSpPr/>
              <p:nvPr/>
            </p:nvSpPr>
            <p:spPr>
              <a:xfrm>
                <a:off x="4842825" y="2460523"/>
                <a:ext cx="378560" cy="88490"/>
              </a:xfrm>
              <a:custGeom>
                <a:avLst/>
                <a:gdLst/>
                <a:ahLst/>
                <a:cxnLst/>
                <a:rect l="l" t="t" r="r" b="b"/>
                <a:pathLst>
                  <a:path w="9279" h="2169" extrusionOk="0">
                    <a:moveTo>
                      <a:pt x="6157" y="0"/>
                    </a:moveTo>
                    <a:cubicBezTo>
                      <a:pt x="6088" y="0"/>
                      <a:pt x="6020" y="5"/>
                      <a:pt x="5952" y="16"/>
                    </a:cubicBezTo>
                    <a:cubicBezTo>
                      <a:pt x="5605" y="70"/>
                      <a:pt x="5296" y="339"/>
                      <a:pt x="5120" y="611"/>
                    </a:cubicBezTo>
                    <a:lnTo>
                      <a:pt x="5120" y="611"/>
                    </a:lnTo>
                    <a:cubicBezTo>
                      <a:pt x="5019" y="541"/>
                      <a:pt x="4902" y="490"/>
                      <a:pt x="4775" y="479"/>
                    </a:cubicBezTo>
                    <a:cubicBezTo>
                      <a:pt x="4757" y="477"/>
                      <a:pt x="4738" y="476"/>
                      <a:pt x="4719" y="476"/>
                    </a:cubicBezTo>
                    <a:cubicBezTo>
                      <a:pt x="4340" y="476"/>
                      <a:pt x="3994" y="813"/>
                      <a:pt x="3900" y="1091"/>
                    </a:cubicBezTo>
                    <a:lnTo>
                      <a:pt x="3900" y="1091"/>
                    </a:lnTo>
                    <a:cubicBezTo>
                      <a:pt x="3833" y="1013"/>
                      <a:pt x="3751" y="948"/>
                      <a:pt x="3654" y="925"/>
                    </a:cubicBezTo>
                    <a:cubicBezTo>
                      <a:pt x="3626" y="918"/>
                      <a:pt x="3597" y="915"/>
                      <a:pt x="3568" y="915"/>
                    </a:cubicBezTo>
                    <a:cubicBezTo>
                      <a:pt x="3290" y="915"/>
                      <a:pt x="2979" y="1205"/>
                      <a:pt x="2887" y="1429"/>
                    </a:cubicBezTo>
                    <a:lnTo>
                      <a:pt x="2887" y="1429"/>
                    </a:lnTo>
                    <a:cubicBezTo>
                      <a:pt x="2759" y="1351"/>
                      <a:pt x="2606" y="1288"/>
                      <a:pt x="2456" y="1288"/>
                    </a:cubicBezTo>
                    <a:cubicBezTo>
                      <a:pt x="2421" y="1288"/>
                      <a:pt x="2387" y="1292"/>
                      <a:pt x="2353" y="1299"/>
                    </a:cubicBezTo>
                    <a:cubicBezTo>
                      <a:pt x="2139" y="1343"/>
                      <a:pt x="2160" y="1497"/>
                      <a:pt x="1908" y="1637"/>
                    </a:cubicBezTo>
                    <a:cubicBezTo>
                      <a:pt x="1776" y="1710"/>
                      <a:pt x="1656" y="1731"/>
                      <a:pt x="1535" y="1731"/>
                    </a:cubicBezTo>
                    <a:cubicBezTo>
                      <a:pt x="1376" y="1731"/>
                      <a:pt x="1214" y="1696"/>
                      <a:pt x="1019" y="1696"/>
                    </a:cubicBezTo>
                    <a:cubicBezTo>
                      <a:pt x="907" y="1696"/>
                      <a:pt x="784" y="1707"/>
                      <a:pt x="644" y="1744"/>
                    </a:cubicBezTo>
                    <a:cubicBezTo>
                      <a:pt x="347" y="1821"/>
                      <a:pt x="0" y="2004"/>
                      <a:pt x="19" y="2100"/>
                    </a:cubicBezTo>
                    <a:cubicBezTo>
                      <a:pt x="30" y="2150"/>
                      <a:pt x="138" y="2168"/>
                      <a:pt x="338" y="2168"/>
                    </a:cubicBezTo>
                    <a:cubicBezTo>
                      <a:pt x="824" y="2168"/>
                      <a:pt x="1851" y="2061"/>
                      <a:pt x="3332" y="2046"/>
                    </a:cubicBezTo>
                    <a:cubicBezTo>
                      <a:pt x="3427" y="2045"/>
                      <a:pt x="3511" y="2045"/>
                      <a:pt x="3587" y="2045"/>
                    </a:cubicBezTo>
                    <a:cubicBezTo>
                      <a:pt x="4160" y="2045"/>
                      <a:pt x="4264" y="2067"/>
                      <a:pt x="4820" y="2067"/>
                    </a:cubicBezTo>
                    <a:cubicBezTo>
                      <a:pt x="4932" y="2067"/>
                      <a:pt x="5064" y="2066"/>
                      <a:pt x="5221" y="2064"/>
                    </a:cubicBezTo>
                    <a:cubicBezTo>
                      <a:pt x="6415" y="2048"/>
                      <a:pt x="6756" y="1991"/>
                      <a:pt x="7242" y="1991"/>
                    </a:cubicBezTo>
                    <a:cubicBezTo>
                      <a:pt x="7393" y="1991"/>
                      <a:pt x="7558" y="1996"/>
                      <a:pt x="7768" y="2010"/>
                    </a:cubicBezTo>
                    <a:cubicBezTo>
                      <a:pt x="8371" y="2052"/>
                      <a:pt x="8803" y="2128"/>
                      <a:pt x="9035" y="2128"/>
                    </a:cubicBezTo>
                    <a:cubicBezTo>
                      <a:pt x="9146" y="2128"/>
                      <a:pt x="9212" y="2111"/>
                      <a:pt x="9229" y="2064"/>
                    </a:cubicBezTo>
                    <a:cubicBezTo>
                      <a:pt x="9278" y="1930"/>
                      <a:pt x="8880" y="1660"/>
                      <a:pt x="8587" y="1530"/>
                    </a:cubicBezTo>
                    <a:cubicBezTo>
                      <a:pt x="8408" y="1450"/>
                      <a:pt x="8151" y="1372"/>
                      <a:pt x="7935" y="1361"/>
                    </a:cubicBezTo>
                    <a:lnTo>
                      <a:pt x="7935" y="1361"/>
                    </a:lnTo>
                    <a:cubicBezTo>
                      <a:pt x="7888" y="1114"/>
                      <a:pt x="7766" y="823"/>
                      <a:pt x="7590" y="657"/>
                    </a:cubicBezTo>
                    <a:cubicBezTo>
                      <a:pt x="7184" y="275"/>
                      <a:pt x="6662" y="0"/>
                      <a:pt x="61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59"/>
              <p:cNvSpPr/>
              <p:nvPr/>
            </p:nvSpPr>
            <p:spPr>
              <a:xfrm>
                <a:off x="5355577" y="2337028"/>
                <a:ext cx="469620" cy="109786"/>
              </a:xfrm>
              <a:custGeom>
                <a:avLst/>
                <a:gdLst/>
                <a:ahLst/>
                <a:cxnLst/>
                <a:rect l="l" t="t" r="r" b="b"/>
                <a:pathLst>
                  <a:path w="11511" h="2691" extrusionOk="0">
                    <a:moveTo>
                      <a:pt x="3873" y="1"/>
                    </a:moveTo>
                    <a:cubicBezTo>
                      <a:pt x="3246" y="1"/>
                      <a:pt x="2599" y="343"/>
                      <a:pt x="2096" y="816"/>
                    </a:cubicBezTo>
                    <a:lnTo>
                      <a:pt x="2095" y="816"/>
                    </a:lnTo>
                    <a:cubicBezTo>
                      <a:pt x="1876" y="1022"/>
                      <a:pt x="1725" y="1383"/>
                      <a:pt x="1667" y="1690"/>
                    </a:cubicBezTo>
                    <a:lnTo>
                      <a:pt x="1667" y="1690"/>
                    </a:lnTo>
                    <a:cubicBezTo>
                      <a:pt x="1399" y="1703"/>
                      <a:pt x="1081" y="1800"/>
                      <a:pt x="858" y="1899"/>
                    </a:cubicBezTo>
                    <a:cubicBezTo>
                      <a:pt x="495" y="2059"/>
                      <a:pt x="1" y="2394"/>
                      <a:pt x="63" y="2561"/>
                    </a:cubicBezTo>
                    <a:cubicBezTo>
                      <a:pt x="84" y="2619"/>
                      <a:pt x="165" y="2640"/>
                      <a:pt x="302" y="2640"/>
                    </a:cubicBezTo>
                    <a:cubicBezTo>
                      <a:pt x="590" y="2640"/>
                      <a:pt x="1126" y="2546"/>
                      <a:pt x="1874" y="2495"/>
                    </a:cubicBezTo>
                    <a:cubicBezTo>
                      <a:pt x="2136" y="2477"/>
                      <a:pt x="2342" y="2470"/>
                      <a:pt x="2530" y="2470"/>
                    </a:cubicBezTo>
                    <a:cubicBezTo>
                      <a:pt x="3131" y="2470"/>
                      <a:pt x="3555" y="2542"/>
                      <a:pt x="5034" y="2561"/>
                    </a:cubicBezTo>
                    <a:cubicBezTo>
                      <a:pt x="5228" y="2564"/>
                      <a:pt x="5389" y="2565"/>
                      <a:pt x="5528" y="2565"/>
                    </a:cubicBezTo>
                    <a:cubicBezTo>
                      <a:pt x="6220" y="2565"/>
                      <a:pt x="6348" y="2537"/>
                      <a:pt x="7059" y="2537"/>
                    </a:cubicBezTo>
                    <a:cubicBezTo>
                      <a:pt x="7153" y="2537"/>
                      <a:pt x="7258" y="2538"/>
                      <a:pt x="7376" y="2539"/>
                    </a:cubicBezTo>
                    <a:cubicBezTo>
                      <a:pt x="9213" y="2557"/>
                      <a:pt x="10487" y="2690"/>
                      <a:pt x="11090" y="2690"/>
                    </a:cubicBezTo>
                    <a:cubicBezTo>
                      <a:pt x="11339" y="2690"/>
                      <a:pt x="11473" y="2668"/>
                      <a:pt x="11486" y="2605"/>
                    </a:cubicBezTo>
                    <a:cubicBezTo>
                      <a:pt x="11510" y="2486"/>
                      <a:pt x="11080" y="2260"/>
                      <a:pt x="10713" y="2164"/>
                    </a:cubicBezTo>
                    <a:cubicBezTo>
                      <a:pt x="10539" y="2118"/>
                      <a:pt x="10386" y="2104"/>
                      <a:pt x="10247" y="2104"/>
                    </a:cubicBezTo>
                    <a:cubicBezTo>
                      <a:pt x="10005" y="2104"/>
                      <a:pt x="9805" y="2148"/>
                      <a:pt x="9608" y="2148"/>
                    </a:cubicBezTo>
                    <a:cubicBezTo>
                      <a:pt x="9457" y="2148"/>
                      <a:pt x="9308" y="2122"/>
                      <a:pt x="9144" y="2031"/>
                    </a:cubicBezTo>
                    <a:cubicBezTo>
                      <a:pt x="8831" y="1858"/>
                      <a:pt x="8857" y="1667"/>
                      <a:pt x="8592" y="1611"/>
                    </a:cubicBezTo>
                    <a:cubicBezTo>
                      <a:pt x="8550" y="1603"/>
                      <a:pt x="8508" y="1599"/>
                      <a:pt x="8466" y="1599"/>
                    </a:cubicBezTo>
                    <a:cubicBezTo>
                      <a:pt x="8279" y="1599"/>
                      <a:pt x="8089" y="1676"/>
                      <a:pt x="7930" y="1773"/>
                    </a:cubicBezTo>
                    <a:lnTo>
                      <a:pt x="7930" y="1773"/>
                    </a:lnTo>
                    <a:cubicBezTo>
                      <a:pt x="7816" y="1496"/>
                      <a:pt x="7431" y="1135"/>
                      <a:pt x="7086" y="1135"/>
                    </a:cubicBezTo>
                    <a:cubicBezTo>
                      <a:pt x="7049" y="1135"/>
                      <a:pt x="7014" y="1139"/>
                      <a:pt x="6979" y="1147"/>
                    </a:cubicBezTo>
                    <a:cubicBezTo>
                      <a:pt x="6858" y="1176"/>
                      <a:pt x="6755" y="1257"/>
                      <a:pt x="6672" y="1353"/>
                    </a:cubicBezTo>
                    <a:lnTo>
                      <a:pt x="6672" y="1353"/>
                    </a:lnTo>
                    <a:cubicBezTo>
                      <a:pt x="6556" y="1009"/>
                      <a:pt x="6127" y="592"/>
                      <a:pt x="5657" y="592"/>
                    </a:cubicBezTo>
                    <a:cubicBezTo>
                      <a:pt x="5634" y="592"/>
                      <a:pt x="5610" y="593"/>
                      <a:pt x="5587" y="595"/>
                    </a:cubicBezTo>
                    <a:cubicBezTo>
                      <a:pt x="5429" y="609"/>
                      <a:pt x="5285" y="671"/>
                      <a:pt x="5160" y="759"/>
                    </a:cubicBezTo>
                    <a:lnTo>
                      <a:pt x="5160" y="759"/>
                    </a:lnTo>
                    <a:cubicBezTo>
                      <a:pt x="4941" y="421"/>
                      <a:pt x="4558" y="88"/>
                      <a:pt x="4128" y="20"/>
                    </a:cubicBezTo>
                    <a:cubicBezTo>
                      <a:pt x="4044" y="7"/>
                      <a:pt x="3958" y="1"/>
                      <a:pt x="38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59"/>
              <p:cNvSpPr/>
              <p:nvPr/>
            </p:nvSpPr>
            <p:spPr>
              <a:xfrm>
                <a:off x="5418621" y="1950100"/>
                <a:ext cx="278280" cy="91917"/>
              </a:xfrm>
              <a:custGeom>
                <a:avLst/>
                <a:gdLst/>
                <a:ahLst/>
                <a:cxnLst/>
                <a:rect l="l" t="t" r="r" b="b"/>
                <a:pathLst>
                  <a:path w="6821" h="2253" extrusionOk="0">
                    <a:moveTo>
                      <a:pt x="2294" y="0"/>
                    </a:moveTo>
                    <a:cubicBezTo>
                      <a:pt x="1923" y="0"/>
                      <a:pt x="1539" y="286"/>
                      <a:pt x="1241" y="683"/>
                    </a:cubicBezTo>
                    <a:cubicBezTo>
                      <a:pt x="1112" y="855"/>
                      <a:pt x="1022" y="1158"/>
                      <a:pt x="988" y="1414"/>
                    </a:cubicBezTo>
                    <a:lnTo>
                      <a:pt x="988" y="1414"/>
                    </a:lnTo>
                    <a:cubicBezTo>
                      <a:pt x="829" y="1425"/>
                      <a:pt x="640" y="1507"/>
                      <a:pt x="508" y="1590"/>
                    </a:cubicBezTo>
                    <a:cubicBezTo>
                      <a:pt x="293" y="1724"/>
                      <a:pt x="1" y="2005"/>
                      <a:pt x="37" y="2145"/>
                    </a:cubicBezTo>
                    <a:cubicBezTo>
                      <a:pt x="49" y="2193"/>
                      <a:pt x="98" y="2211"/>
                      <a:pt x="179" y="2211"/>
                    </a:cubicBezTo>
                    <a:cubicBezTo>
                      <a:pt x="350" y="2211"/>
                      <a:pt x="667" y="2132"/>
                      <a:pt x="1110" y="2090"/>
                    </a:cubicBezTo>
                    <a:cubicBezTo>
                      <a:pt x="1266" y="2075"/>
                      <a:pt x="1389" y="2069"/>
                      <a:pt x="1502" y="2069"/>
                    </a:cubicBezTo>
                    <a:cubicBezTo>
                      <a:pt x="1857" y="2069"/>
                      <a:pt x="2109" y="2128"/>
                      <a:pt x="2982" y="2145"/>
                    </a:cubicBezTo>
                    <a:cubicBezTo>
                      <a:pt x="3096" y="2147"/>
                      <a:pt x="3191" y="2148"/>
                      <a:pt x="3272" y="2148"/>
                    </a:cubicBezTo>
                    <a:cubicBezTo>
                      <a:pt x="3681" y="2148"/>
                      <a:pt x="3759" y="2125"/>
                      <a:pt x="4169" y="2125"/>
                    </a:cubicBezTo>
                    <a:cubicBezTo>
                      <a:pt x="4228" y="2125"/>
                      <a:pt x="4295" y="2126"/>
                      <a:pt x="4370" y="2127"/>
                    </a:cubicBezTo>
                    <a:cubicBezTo>
                      <a:pt x="5461" y="2141"/>
                      <a:pt x="6216" y="2253"/>
                      <a:pt x="6573" y="2253"/>
                    </a:cubicBezTo>
                    <a:cubicBezTo>
                      <a:pt x="6719" y="2253"/>
                      <a:pt x="6799" y="2234"/>
                      <a:pt x="6806" y="2182"/>
                    </a:cubicBezTo>
                    <a:cubicBezTo>
                      <a:pt x="6821" y="2082"/>
                      <a:pt x="6566" y="1893"/>
                      <a:pt x="6348" y="1812"/>
                    </a:cubicBezTo>
                    <a:cubicBezTo>
                      <a:pt x="6245" y="1774"/>
                      <a:pt x="6154" y="1761"/>
                      <a:pt x="6071" y="1761"/>
                    </a:cubicBezTo>
                    <a:cubicBezTo>
                      <a:pt x="5928" y="1761"/>
                      <a:pt x="5809" y="1798"/>
                      <a:pt x="5692" y="1798"/>
                    </a:cubicBezTo>
                    <a:cubicBezTo>
                      <a:pt x="5603" y="1798"/>
                      <a:pt x="5515" y="1777"/>
                      <a:pt x="5418" y="1701"/>
                    </a:cubicBezTo>
                    <a:cubicBezTo>
                      <a:pt x="5232" y="1555"/>
                      <a:pt x="5248" y="1395"/>
                      <a:pt x="5091" y="1349"/>
                    </a:cubicBezTo>
                    <a:cubicBezTo>
                      <a:pt x="5066" y="1342"/>
                      <a:pt x="5041" y="1339"/>
                      <a:pt x="5016" y="1339"/>
                    </a:cubicBezTo>
                    <a:cubicBezTo>
                      <a:pt x="4906" y="1339"/>
                      <a:pt x="4792" y="1404"/>
                      <a:pt x="4698" y="1485"/>
                    </a:cubicBezTo>
                    <a:lnTo>
                      <a:pt x="4698" y="1485"/>
                    </a:lnTo>
                    <a:cubicBezTo>
                      <a:pt x="4631" y="1252"/>
                      <a:pt x="4403" y="950"/>
                      <a:pt x="4198" y="950"/>
                    </a:cubicBezTo>
                    <a:cubicBezTo>
                      <a:pt x="4177" y="950"/>
                      <a:pt x="4156" y="953"/>
                      <a:pt x="4135" y="960"/>
                    </a:cubicBezTo>
                    <a:cubicBezTo>
                      <a:pt x="4064" y="985"/>
                      <a:pt x="4002" y="1052"/>
                      <a:pt x="3953" y="1134"/>
                    </a:cubicBezTo>
                    <a:lnTo>
                      <a:pt x="3953" y="1134"/>
                    </a:lnTo>
                    <a:cubicBezTo>
                      <a:pt x="3884" y="845"/>
                      <a:pt x="3631" y="495"/>
                      <a:pt x="3352" y="495"/>
                    </a:cubicBezTo>
                    <a:cubicBezTo>
                      <a:pt x="3338" y="495"/>
                      <a:pt x="3324" y="496"/>
                      <a:pt x="3311" y="498"/>
                    </a:cubicBezTo>
                    <a:cubicBezTo>
                      <a:pt x="3217" y="510"/>
                      <a:pt x="3131" y="562"/>
                      <a:pt x="3057" y="636"/>
                    </a:cubicBezTo>
                    <a:lnTo>
                      <a:pt x="3057" y="636"/>
                    </a:lnTo>
                    <a:cubicBezTo>
                      <a:pt x="2927" y="352"/>
                      <a:pt x="2700" y="73"/>
                      <a:pt x="2446" y="17"/>
                    </a:cubicBezTo>
                    <a:cubicBezTo>
                      <a:pt x="2395" y="6"/>
                      <a:pt x="2345" y="0"/>
                      <a:pt x="22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4" name="Google Shape;2064;p59"/>
            <p:cNvGrpSpPr/>
            <p:nvPr/>
          </p:nvGrpSpPr>
          <p:grpSpPr>
            <a:xfrm>
              <a:off x="3345786" y="2670405"/>
              <a:ext cx="929417" cy="637786"/>
              <a:chOff x="5149247" y="2553791"/>
              <a:chExt cx="1066457" cy="731826"/>
            </a:xfrm>
          </p:grpSpPr>
          <p:sp>
            <p:nvSpPr>
              <p:cNvPr id="2065" name="Google Shape;2065;p59"/>
              <p:cNvSpPr/>
              <p:nvPr/>
            </p:nvSpPr>
            <p:spPr>
              <a:xfrm>
                <a:off x="5925234" y="2666665"/>
                <a:ext cx="72322" cy="606165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0284" extrusionOk="0">
                    <a:moveTo>
                      <a:pt x="1227" y="1"/>
                    </a:moveTo>
                    <a:lnTo>
                      <a:pt x="1" y="1533"/>
                    </a:lnTo>
                    <a:lnTo>
                      <a:pt x="1" y="2656"/>
                    </a:lnTo>
                    <a:lnTo>
                      <a:pt x="603" y="2656"/>
                    </a:lnTo>
                    <a:lnTo>
                      <a:pt x="603" y="10283"/>
                    </a:lnTo>
                    <a:lnTo>
                      <a:pt x="1227" y="10283"/>
                    </a:lnTo>
                    <a:lnTo>
                      <a:pt x="12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59"/>
              <p:cNvSpPr/>
              <p:nvPr/>
            </p:nvSpPr>
            <p:spPr>
              <a:xfrm>
                <a:off x="5742569" y="2823157"/>
                <a:ext cx="218205" cy="449672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7629" extrusionOk="0">
                    <a:moveTo>
                      <a:pt x="1" y="1"/>
                    </a:moveTo>
                    <a:lnTo>
                      <a:pt x="1" y="7628"/>
                    </a:lnTo>
                    <a:lnTo>
                      <a:pt x="3702" y="7628"/>
                    </a:lnTo>
                    <a:lnTo>
                      <a:pt x="370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59"/>
              <p:cNvSpPr/>
              <p:nvPr/>
            </p:nvSpPr>
            <p:spPr>
              <a:xfrm>
                <a:off x="5149247" y="2664308"/>
                <a:ext cx="218205" cy="608522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0324" extrusionOk="0">
                    <a:moveTo>
                      <a:pt x="1" y="0"/>
                    </a:moveTo>
                    <a:lnTo>
                      <a:pt x="1" y="10323"/>
                    </a:lnTo>
                    <a:lnTo>
                      <a:pt x="3701" y="10323"/>
                    </a:lnTo>
                    <a:lnTo>
                      <a:pt x="37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59"/>
              <p:cNvSpPr/>
              <p:nvPr/>
            </p:nvSpPr>
            <p:spPr>
              <a:xfrm>
                <a:off x="5419384" y="2763743"/>
                <a:ext cx="133269" cy="509086"/>
              </a:xfrm>
              <a:custGeom>
                <a:avLst/>
                <a:gdLst/>
                <a:ahLst/>
                <a:cxnLst/>
                <a:rect l="l" t="t" r="r" b="b"/>
                <a:pathLst>
                  <a:path w="2261" h="8637" extrusionOk="0">
                    <a:moveTo>
                      <a:pt x="1" y="0"/>
                    </a:moveTo>
                    <a:lnTo>
                      <a:pt x="1" y="8636"/>
                    </a:lnTo>
                    <a:lnTo>
                      <a:pt x="2261" y="8636"/>
                    </a:lnTo>
                    <a:lnTo>
                      <a:pt x="22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59"/>
              <p:cNvSpPr/>
              <p:nvPr/>
            </p:nvSpPr>
            <p:spPr>
              <a:xfrm>
                <a:off x="5997499" y="2553791"/>
                <a:ext cx="218205" cy="719040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2199" extrusionOk="0">
                    <a:moveTo>
                      <a:pt x="3701" y="1"/>
                    </a:moveTo>
                    <a:lnTo>
                      <a:pt x="1" y="1916"/>
                    </a:lnTo>
                    <a:lnTo>
                      <a:pt x="1" y="12198"/>
                    </a:lnTo>
                    <a:lnTo>
                      <a:pt x="3701" y="12198"/>
                    </a:lnTo>
                    <a:lnTo>
                      <a:pt x="37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59"/>
              <p:cNvSpPr/>
              <p:nvPr/>
            </p:nvSpPr>
            <p:spPr>
              <a:xfrm>
                <a:off x="6038759" y="2729969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59"/>
              <p:cNvSpPr/>
              <p:nvPr/>
            </p:nvSpPr>
            <p:spPr>
              <a:xfrm>
                <a:off x="6094991" y="2729969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59"/>
              <p:cNvSpPr/>
              <p:nvPr/>
            </p:nvSpPr>
            <p:spPr>
              <a:xfrm>
                <a:off x="6151164" y="2729969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59"/>
              <p:cNvSpPr/>
              <p:nvPr/>
            </p:nvSpPr>
            <p:spPr>
              <a:xfrm>
                <a:off x="6038759" y="2840191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59"/>
              <p:cNvSpPr/>
              <p:nvPr/>
            </p:nvSpPr>
            <p:spPr>
              <a:xfrm>
                <a:off x="6094991" y="2840191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59"/>
              <p:cNvSpPr/>
              <p:nvPr/>
            </p:nvSpPr>
            <p:spPr>
              <a:xfrm>
                <a:off x="6151164" y="2840191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59"/>
              <p:cNvSpPr/>
              <p:nvPr/>
            </p:nvSpPr>
            <p:spPr>
              <a:xfrm>
                <a:off x="6038759" y="2950472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59"/>
              <p:cNvSpPr/>
              <p:nvPr/>
            </p:nvSpPr>
            <p:spPr>
              <a:xfrm>
                <a:off x="6094991" y="2950472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59"/>
              <p:cNvSpPr/>
              <p:nvPr/>
            </p:nvSpPr>
            <p:spPr>
              <a:xfrm>
                <a:off x="6151164" y="2950472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59"/>
              <p:cNvSpPr/>
              <p:nvPr/>
            </p:nvSpPr>
            <p:spPr>
              <a:xfrm>
                <a:off x="6038759" y="3060694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59"/>
              <p:cNvSpPr/>
              <p:nvPr/>
            </p:nvSpPr>
            <p:spPr>
              <a:xfrm>
                <a:off x="6094991" y="3060694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59"/>
              <p:cNvSpPr/>
              <p:nvPr/>
            </p:nvSpPr>
            <p:spPr>
              <a:xfrm>
                <a:off x="6151164" y="3060694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59"/>
              <p:cNvSpPr/>
              <p:nvPr/>
            </p:nvSpPr>
            <p:spPr>
              <a:xfrm>
                <a:off x="6038759" y="3170974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59"/>
              <p:cNvSpPr/>
              <p:nvPr/>
            </p:nvSpPr>
            <p:spPr>
              <a:xfrm>
                <a:off x="6094991" y="3170974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59"/>
              <p:cNvSpPr/>
              <p:nvPr/>
            </p:nvSpPr>
            <p:spPr>
              <a:xfrm>
                <a:off x="6151164" y="3170974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59"/>
              <p:cNvSpPr/>
              <p:nvPr/>
            </p:nvSpPr>
            <p:spPr>
              <a:xfrm>
                <a:off x="5777464" y="2876971"/>
                <a:ext cx="22693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5" y="1321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59"/>
              <p:cNvSpPr/>
              <p:nvPr/>
            </p:nvSpPr>
            <p:spPr>
              <a:xfrm>
                <a:off x="5833637" y="2876971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59"/>
              <p:cNvSpPr/>
              <p:nvPr/>
            </p:nvSpPr>
            <p:spPr>
              <a:xfrm>
                <a:off x="5889868" y="2876971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59"/>
              <p:cNvSpPr/>
              <p:nvPr/>
            </p:nvSpPr>
            <p:spPr>
              <a:xfrm>
                <a:off x="5777464" y="2987193"/>
                <a:ext cx="22693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5" y="1322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59"/>
              <p:cNvSpPr/>
              <p:nvPr/>
            </p:nvSpPr>
            <p:spPr>
              <a:xfrm>
                <a:off x="5833637" y="2987193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59"/>
              <p:cNvSpPr/>
              <p:nvPr/>
            </p:nvSpPr>
            <p:spPr>
              <a:xfrm>
                <a:off x="5889868" y="2987193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59"/>
              <p:cNvSpPr/>
              <p:nvPr/>
            </p:nvSpPr>
            <p:spPr>
              <a:xfrm>
                <a:off x="5777464" y="3097473"/>
                <a:ext cx="22693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5" y="1321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59"/>
              <p:cNvSpPr/>
              <p:nvPr/>
            </p:nvSpPr>
            <p:spPr>
              <a:xfrm>
                <a:off x="5833637" y="3097473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59"/>
              <p:cNvSpPr/>
              <p:nvPr/>
            </p:nvSpPr>
            <p:spPr>
              <a:xfrm>
                <a:off x="5889868" y="3097473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59"/>
              <p:cNvSpPr/>
              <p:nvPr/>
            </p:nvSpPr>
            <p:spPr>
              <a:xfrm>
                <a:off x="5777464" y="3207695"/>
                <a:ext cx="22693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5" y="1322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59"/>
              <p:cNvSpPr/>
              <p:nvPr/>
            </p:nvSpPr>
            <p:spPr>
              <a:xfrm>
                <a:off x="5833637" y="3207695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59"/>
              <p:cNvSpPr/>
              <p:nvPr/>
            </p:nvSpPr>
            <p:spPr>
              <a:xfrm>
                <a:off x="5889868" y="3207695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59"/>
              <p:cNvSpPr/>
              <p:nvPr/>
            </p:nvSpPr>
            <p:spPr>
              <a:xfrm>
                <a:off x="5197875" y="2729969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59"/>
              <p:cNvSpPr/>
              <p:nvPr/>
            </p:nvSpPr>
            <p:spPr>
              <a:xfrm>
                <a:off x="5254048" y="2729969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59"/>
              <p:cNvSpPr/>
              <p:nvPr/>
            </p:nvSpPr>
            <p:spPr>
              <a:xfrm>
                <a:off x="5310221" y="2729969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59"/>
              <p:cNvSpPr/>
              <p:nvPr/>
            </p:nvSpPr>
            <p:spPr>
              <a:xfrm>
                <a:off x="5197875" y="2840191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59"/>
              <p:cNvSpPr/>
              <p:nvPr/>
            </p:nvSpPr>
            <p:spPr>
              <a:xfrm>
                <a:off x="5254048" y="2840191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59"/>
              <p:cNvSpPr/>
              <p:nvPr/>
            </p:nvSpPr>
            <p:spPr>
              <a:xfrm>
                <a:off x="5310221" y="2840191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59"/>
              <p:cNvSpPr/>
              <p:nvPr/>
            </p:nvSpPr>
            <p:spPr>
              <a:xfrm>
                <a:off x="5197875" y="2950472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59"/>
              <p:cNvSpPr/>
              <p:nvPr/>
            </p:nvSpPr>
            <p:spPr>
              <a:xfrm>
                <a:off x="5254048" y="2950472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59"/>
              <p:cNvSpPr/>
              <p:nvPr/>
            </p:nvSpPr>
            <p:spPr>
              <a:xfrm>
                <a:off x="5310221" y="2950472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59"/>
              <p:cNvSpPr/>
              <p:nvPr/>
            </p:nvSpPr>
            <p:spPr>
              <a:xfrm>
                <a:off x="5197875" y="3060694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59"/>
              <p:cNvSpPr/>
              <p:nvPr/>
            </p:nvSpPr>
            <p:spPr>
              <a:xfrm>
                <a:off x="5254048" y="3060694"/>
                <a:ext cx="22752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59"/>
              <p:cNvSpPr/>
              <p:nvPr/>
            </p:nvSpPr>
            <p:spPr>
              <a:xfrm>
                <a:off x="5310221" y="3060694"/>
                <a:ext cx="22811" cy="77922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86" y="1322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59"/>
              <p:cNvSpPr/>
              <p:nvPr/>
            </p:nvSpPr>
            <p:spPr>
              <a:xfrm>
                <a:off x="5197875" y="3170974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0" y="1"/>
                    </a:moveTo>
                    <a:lnTo>
                      <a:pt x="0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59"/>
              <p:cNvSpPr/>
              <p:nvPr/>
            </p:nvSpPr>
            <p:spPr>
              <a:xfrm>
                <a:off x="5254048" y="3170974"/>
                <a:ext cx="22752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6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59"/>
              <p:cNvSpPr/>
              <p:nvPr/>
            </p:nvSpPr>
            <p:spPr>
              <a:xfrm>
                <a:off x="5310221" y="3170974"/>
                <a:ext cx="22811" cy="7786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321" extrusionOk="0">
                    <a:moveTo>
                      <a:pt x="1" y="1"/>
                    </a:moveTo>
                    <a:lnTo>
                      <a:pt x="1" y="1321"/>
                    </a:lnTo>
                    <a:lnTo>
                      <a:pt x="386" y="1321"/>
                    </a:ln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59"/>
              <p:cNvSpPr/>
              <p:nvPr/>
            </p:nvSpPr>
            <p:spPr>
              <a:xfrm>
                <a:off x="5451331" y="2808952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59"/>
              <p:cNvSpPr/>
              <p:nvPr/>
            </p:nvSpPr>
            <p:spPr>
              <a:xfrm>
                <a:off x="5497483" y="2808952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59"/>
              <p:cNvSpPr/>
              <p:nvPr/>
            </p:nvSpPr>
            <p:spPr>
              <a:xfrm>
                <a:off x="5451331" y="2874260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59"/>
              <p:cNvSpPr/>
              <p:nvPr/>
            </p:nvSpPr>
            <p:spPr>
              <a:xfrm>
                <a:off x="5497483" y="2874260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59"/>
              <p:cNvSpPr/>
              <p:nvPr/>
            </p:nvSpPr>
            <p:spPr>
              <a:xfrm>
                <a:off x="5451331" y="2939626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5" y="782"/>
                    </a:lnTo>
                    <a:lnTo>
                      <a:pt x="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59"/>
              <p:cNvSpPr/>
              <p:nvPr/>
            </p:nvSpPr>
            <p:spPr>
              <a:xfrm>
                <a:off x="5497483" y="2939626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4" y="782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59"/>
              <p:cNvSpPr/>
              <p:nvPr/>
            </p:nvSpPr>
            <p:spPr>
              <a:xfrm>
                <a:off x="5451331" y="3004934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5" y="782"/>
                    </a:lnTo>
                    <a:lnTo>
                      <a:pt x="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59"/>
              <p:cNvSpPr/>
              <p:nvPr/>
            </p:nvSpPr>
            <p:spPr>
              <a:xfrm>
                <a:off x="5497483" y="3004934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0"/>
                    </a:moveTo>
                    <a:lnTo>
                      <a:pt x="0" y="782"/>
                    </a:lnTo>
                    <a:lnTo>
                      <a:pt x="384" y="782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59"/>
              <p:cNvSpPr/>
              <p:nvPr/>
            </p:nvSpPr>
            <p:spPr>
              <a:xfrm>
                <a:off x="5451331" y="3071539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59"/>
              <p:cNvSpPr/>
              <p:nvPr/>
            </p:nvSpPr>
            <p:spPr>
              <a:xfrm>
                <a:off x="5497483" y="3071539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59"/>
              <p:cNvSpPr/>
              <p:nvPr/>
            </p:nvSpPr>
            <p:spPr>
              <a:xfrm>
                <a:off x="5451331" y="3136847"/>
                <a:ext cx="22752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6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5" y="783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59"/>
              <p:cNvSpPr/>
              <p:nvPr/>
            </p:nvSpPr>
            <p:spPr>
              <a:xfrm>
                <a:off x="5497483" y="3136847"/>
                <a:ext cx="22693" cy="4615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783" extrusionOk="0">
                    <a:moveTo>
                      <a:pt x="0" y="1"/>
                    </a:moveTo>
                    <a:lnTo>
                      <a:pt x="0" y="783"/>
                    </a:lnTo>
                    <a:lnTo>
                      <a:pt x="384" y="783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59"/>
              <p:cNvSpPr/>
              <p:nvPr/>
            </p:nvSpPr>
            <p:spPr>
              <a:xfrm>
                <a:off x="5710327" y="2823157"/>
                <a:ext cx="32418" cy="449672"/>
              </a:xfrm>
              <a:custGeom>
                <a:avLst/>
                <a:gdLst/>
                <a:ahLst/>
                <a:cxnLst/>
                <a:rect l="l" t="t" r="r" b="b"/>
                <a:pathLst>
                  <a:path w="550" h="7629" extrusionOk="0">
                    <a:moveTo>
                      <a:pt x="549" y="1"/>
                    </a:moveTo>
                    <a:lnTo>
                      <a:pt x="0" y="369"/>
                    </a:lnTo>
                    <a:lnTo>
                      <a:pt x="0" y="7628"/>
                    </a:lnTo>
                    <a:lnTo>
                      <a:pt x="549" y="7628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59"/>
              <p:cNvSpPr/>
              <p:nvPr/>
            </p:nvSpPr>
            <p:spPr>
              <a:xfrm>
                <a:off x="5387142" y="2763625"/>
                <a:ext cx="32418" cy="509204"/>
              </a:xfrm>
              <a:custGeom>
                <a:avLst/>
                <a:gdLst/>
                <a:ahLst/>
                <a:cxnLst/>
                <a:rect l="l" t="t" r="r" b="b"/>
                <a:pathLst>
                  <a:path w="550" h="8639" extrusionOk="0">
                    <a:moveTo>
                      <a:pt x="549" y="0"/>
                    </a:moveTo>
                    <a:lnTo>
                      <a:pt x="0" y="370"/>
                    </a:lnTo>
                    <a:lnTo>
                      <a:pt x="0" y="8638"/>
                    </a:lnTo>
                    <a:lnTo>
                      <a:pt x="549" y="8638"/>
                    </a:lnTo>
                    <a:lnTo>
                      <a:pt x="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26" name="Google Shape;2126;p59"/>
            <p:cNvSpPr/>
            <p:nvPr/>
          </p:nvSpPr>
          <p:spPr>
            <a:xfrm>
              <a:off x="3320484" y="1011280"/>
              <a:ext cx="982916" cy="2363553"/>
            </a:xfrm>
            <a:custGeom>
              <a:avLst/>
              <a:gdLst/>
              <a:ahLst/>
              <a:cxnLst/>
              <a:rect l="l" t="t" r="r" b="b"/>
              <a:pathLst>
                <a:path w="27326" h="65709" extrusionOk="0">
                  <a:moveTo>
                    <a:pt x="10505" y="62062"/>
                  </a:moveTo>
                  <a:lnTo>
                    <a:pt x="1" y="59784"/>
                  </a:lnTo>
                  <a:lnTo>
                    <a:pt x="36" y="28134"/>
                  </a:lnTo>
                  <a:lnTo>
                    <a:pt x="10505" y="17341"/>
                  </a:lnTo>
                  <a:lnTo>
                    <a:pt x="10505" y="62062"/>
                  </a:lnTo>
                  <a:close/>
                  <a:moveTo>
                    <a:pt x="13507" y="14247"/>
                  </a:moveTo>
                  <a:lnTo>
                    <a:pt x="13507" y="62713"/>
                  </a:lnTo>
                  <a:lnTo>
                    <a:pt x="27325" y="65708"/>
                  </a:lnTo>
                  <a:lnTo>
                    <a:pt x="27325" y="0"/>
                  </a:lnTo>
                  <a:close/>
                </a:path>
              </a:pathLst>
            </a:custGeom>
            <a:gradFill>
              <a:gsLst>
                <a:gs pos="0">
                  <a:srgbClr val="0B0A33">
                    <a:alpha val="57647"/>
                  </a:srgbClr>
                </a:gs>
                <a:gs pos="100000">
                  <a:srgbClr val="3C4173">
                    <a:alpha val="0"/>
                  </a:srgbClr>
                </a:gs>
              </a:gsLst>
              <a:lin ang="1080140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59"/>
            <p:cNvSpPr/>
            <p:nvPr/>
          </p:nvSpPr>
          <p:spPr>
            <a:xfrm>
              <a:off x="3286385" y="2007508"/>
              <a:ext cx="76544" cy="1158414"/>
            </a:xfrm>
            <a:custGeom>
              <a:avLst/>
              <a:gdLst/>
              <a:ahLst/>
              <a:cxnLst/>
              <a:rect l="l" t="t" r="r" b="b"/>
              <a:pathLst>
                <a:path w="2128" h="32205" extrusionOk="0">
                  <a:moveTo>
                    <a:pt x="2127" y="1"/>
                  </a:moveTo>
                  <a:lnTo>
                    <a:pt x="1" y="457"/>
                  </a:lnTo>
                  <a:lnTo>
                    <a:pt x="1" y="32204"/>
                  </a:lnTo>
                  <a:lnTo>
                    <a:pt x="2127" y="31873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9"/>
            <p:cNvSpPr/>
            <p:nvPr/>
          </p:nvSpPr>
          <p:spPr>
            <a:xfrm>
              <a:off x="3320484" y="3137078"/>
              <a:ext cx="377901" cy="106147"/>
            </a:xfrm>
            <a:custGeom>
              <a:avLst/>
              <a:gdLst/>
              <a:ahLst/>
              <a:cxnLst/>
              <a:rect l="l" t="t" r="r" b="b"/>
              <a:pathLst>
                <a:path w="10506" h="2951" extrusionOk="0">
                  <a:moveTo>
                    <a:pt x="3" y="0"/>
                  </a:moveTo>
                  <a:lnTo>
                    <a:pt x="1" y="671"/>
                  </a:lnTo>
                  <a:lnTo>
                    <a:pt x="10505" y="2950"/>
                  </a:lnTo>
                  <a:lnTo>
                    <a:pt x="10505" y="176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9"/>
            <p:cNvSpPr/>
            <p:nvPr/>
          </p:nvSpPr>
          <p:spPr>
            <a:xfrm>
              <a:off x="3806294" y="3217004"/>
              <a:ext cx="497105" cy="157405"/>
            </a:xfrm>
            <a:custGeom>
              <a:avLst/>
              <a:gdLst/>
              <a:ahLst/>
              <a:cxnLst/>
              <a:rect l="l" t="t" r="r" b="b"/>
              <a:pathLst>
                <a:path w="13820" h="4376" extrusionOk="0">
                  <a:moveTo>
                    <a:pt x="1" y="0"/>
                  </a:moveTo>
                  <a:lnTo>
                    <a:pt x="1" y="1378"/>
                  </a:lnTo>
                  <a:lnTo>
                    <a:pt x="13819" y="4375"/>
                  </a:lnTo>
                  <a:lnTo>
                    <a:pt x="13819" y="21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59"/>
            <p:cNvSpPr/>
            <p:nvPr/>
          </p:nvSpPr>
          <p:spPr>
            <a:xfrm>
              <a:off x="3320484" y="3137078"/>
              <a:ext cx="377901" cy="106147"/>
            </a:xfrm>
            <a:custGeom>
              <a:avLst/>
              <a:gdLst/>
              <a:ahLst/>
              <a:cxnLst/>
              <a:rect l="l" t="t" r="r" b="b"/>
              <a:pathLst>
                <a:path w="10506" h="2951" extrusionOk="0">
                  <a:moveTo>
                    <a:pt x="1" y="671"/>
                  </a:moveTo>
                  <a:lnTo>
                    <a:pt x="10505" y="2950"/>
                  </a:lnTo>
                  <a:lnTo>
                    <a:pt x="10505" y="176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59"/>
            <p:cNvSpPr/>
            <p:nvPr/>
          </p:nvSpPr>
          <p:spPr>
            <a:xfrm>
              <a:off x="3806294" y="3217004"/>
              <a:ext cx="497105" cy="157405"/>
            </a:xfrm>
            <a:custGeom>
              <a:avLst/>
              <a:gdLst/>
              <a:ahLst/>
              <a:cxnLst/>
              <a:rect l="l" t="t" r="r" b="b"/>
              <a:pathLst>
                <a:path w="13820" h="4376" extrusionOk="0">
                  <a:moveTo>
                    <a:pt x="1" y="1378"/>
                  </a:moveTo>
                  <a:lnTo>
                    <a:pt x="13819" y="4375"/>
                  </a:lnTo>
                  <a:lnTo>
                    <a:pt x="13819" y="21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59"/>
            <p:cNvSpPr/>
            <p:nvPr/>
          </p:nvSpPr>
          <p:spPr>
            <a:xfrm>
              <a:off x="3320484" y="1635038"/>
              <a:ext cx="377901" cy="1526243"/>
            </a:xfrm>
            <a:custGeom>
              <a:avLst/>
              <a:gdLst/>
              <a:ahLst/>
              <a:cxnLst/>
              <a:rect l="l" t="t" r="r" b="b"/>
              <a:pathLst>
                <a:path w="10506" h="42431" extrusionOk="0">
                  <a:moveTo>
                    <a:pt x="10505" y="0"/>
                  </a:moveTo>
                  <a:lnTo>
                    <a:pt x="36" y="10793"/>
                  </a:lnTo>
                  <a:lnTo>
                    <a:pt x="1" y="42429"/>
                  </a:lnTo>
                  <a:lnTo>
                    <a:pt x="3" y="42431"/>
                  </a:lnTo>
                  <a:lnTo>
                    <a:pt x="36" y="12484"/>
                  </a:lnTo>
                  <a:lnTo>
                    <a:pt x="10505" y="1989"/>
                  </a:lnTo>
                  <a:lnTo>
                    <a:pt x="1050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59"/>
            <p:cNvSpPr/>
            <p:nvPr/>
          </p:nvSpPr>
          <p:spPr>
            <a:xfrm>
              <a:off x="3806294" y="1011280"/>
              <a:ext cx="497105" cy="584009"/>
            </a:xfrm>
            <a:custGeom>
              <a:avLst/>
              <a:gdLst/>
              <a:ahLst/>
              <a:cxnLst/>
              <a:rect l="l" t="t" r="r" b="b"/>
              <a:pathLst>
                <a:path w="13820" h="16236" extrusionOk="0">
                  <a:moveTo>
                    <a:pt x="13819" y="0"/>
                  </a:moveTo>
                  <a:lnTo>
                    <a:pt x="1" y="14247"/>
                  </a:lnTo>
                  <a:lnTo>
                    <a:pt x="1" y="16235"/>
                  </a:lnTo>
                  <a:lnTo>
                    <a:pt x="13819" y="3097"/>
                  </a:lnTo>
                  <a:lnTo>
                    <a:pt x="138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9"/>
            <p:cNvSpPr/>
            <p:nvPr/>
          </p:nvSpPr>
          <p:spPr>
            <a:xfrm>
              <a:off x="3806294" y="1500366"/>
              <a:ext cx="99025" cy="1764436"/>
            </a:xfrm>
            <a:custGeom>
              <a:avLst/>
              <a:gdLst/>
              <a:ahLst/>
              <a:cxnLst/>
              <a:rect l="l" t="t" r="r" b="b"/>
              <a:pathLst>
                <a:path w="2753" h="49053" extrusionOk="0">
                  <a:moveTo>
                    <a:pt x="2752" y="1"/>
                  </a:moveTo>
                  <a:lnTo>
                    <a:pt x="1" y="654"/>
                  </a:lnTo>
                  <a:lnTo>
                    <a:pt x="1" y="49053"/>
                  </a:lnTo>
                  <a:lnTo>
                    <a:pt x="2752" y="48169"/>
                  </a:lnTo>
                  <a:lnTo>
                    <a:pt x="27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59"/>
            <p:cNvSpPr/>
            <p:nvPr/>
          </p:nvSpPr>
          <p:spPr>
            <a:xfrm>
              <a:off x="3806294" y="1500366"/>
              <a:ext cx="99025" cy="1764436"/>
            </a:xfrm>
            <a:custGeom>
              <a:avLst/>
              <a:gdLst/>
              <a:ahLst/>
              <a:cxnLst/>
              <a:rect l="l" t="t" r="r" b="b"/>
              <a:pathLst>
                <a:path w="2753" h="49053" extrusionOk="0">
                  <a:moveTo>
                    <a:pt x="1" y="49053"/>
                  </a:moveTo>
                  <a:lnTo>
                    <a:pt x="2752" y="48169"/>
                  </a:lnTo>
                  <a:lnTo>
                    <a:pt x="2752" y="1"/>
                  </a:lnTo>
                  <a:lnTo>
                    <a:pt x="1" y="65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698631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59"/>
            <p:cNvSpPr/>
            <p:nvPr/>
          </p:nvSpPr>
          <p:spPr>
            <a:xfrm>
              <a:off x="3806294" y="1500366"/>
              <a:ext cx="99025" cy="1764436"/>
            </a:xfrm>
            <a:custGeom>
              <a:avLst/>
              <a:gdLst/>
              <a:ahLst/>
              <a:cxnLst/>
              <a:rect l="l" t="t" r="r" b="b"/>
              <a:pathLst>
                <a:path w="2753" h="49053" fill="none" extrusionOk="0">
                  <a:moveTo>
                    <a:pt x="1" y="49053"/>
                  </a:moveTo>
                  <a:lnTo>
                    <a:pt x="2752" y="48169"/>
                  </a:lnTo>
                  <a:lnTo>
                    <a:pt x="2752" y="1"/>
                  </a:lnTo>
                  <a:lnTo>
                    <a:pt x="1" y="65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59"/>
            <p:cNvSpPr/>
            <p:nvPr/>
          </p:nvSpPr>
          <p:spPr>
            <a:xfrm>
              <a:off x="3320484" y="2007508"/>
              <a:ext cx="76544" cy="1153414"/>
            </a:xfrm>
            <a:custGeom>
              <a:avLst/>
              <a:gdLst/>
              <a:ahLst/>
              <a:cxnLst/>
              <a:rect l="l" t="t" r="r" b="b"/>
              <a:pathLst>
                <a:path w="2128" h="32066" extrusionOk="0">
                  <a:moveTo>
                    <a:pt x="2127" y="1"/>
                  </a:moveTo>
                  <a:lnTo>
                    <a:pt x="1" y="457"/>
                  </a:lnTo>
                  <a:lnTo>
                    <a:pt x="1" y="32066"/>
                  </a:lnTo>
                  <a:lnTo>
                    <a:pt x="2127" y="31734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59"/>
            <p:cNvSpPr/>
            <p:nvPr/>
          </p:nvSpPr>
          <p:spPr>
            <a:xfrm>
              <a:off x="3320484" y="2007508"/>
              <a:ext cx="76544" cy="1153414"/>
            </a:xfrm>
            <a:custGeom>
              <a:avLst/>
              <a:gdLst/>
              <a:ahLst/>
              <a:cxnLst/>
              <a:rect l="l" t="t" r="r" b="b"/>
              <a:pathLst>
                <a:path w="2128" h="32066" extrusionOk="0">
                  <a:moveTo>
                    <a:pt x="1" y="32066"/>
                  </a:moveTo>
                  <a:lnTo>
                    <a:pt x="2127" y="31734"/>
                  </a:lnTo>
                  <a:lnTo>
                    <a:pt x="2127" y="1"/>
                  </a:lnTo>
                  <a:lnTo>
                    <a:pt x="1" y="45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698631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59"/>
            <p:cNvSpPr/>
            <p:nvPr/>
          </p:nvSpPr>
          <p:spPr>
            <a:xfrm>
              <a:off x="3320484" y="2007508"/>
              <a:ext cx="76544" cy="1153414"/>
            </a:xfrm>
            <a:custGeom>
              <a:avLst/>
              <a:gdLst/>
              <a:ahLst/>
              <a:cxnLst/>
              <a:rect l="l" t="t" r="r" b="b"/>
              <a:pathLst>
                <a:path w="2128" h="32066" fill="none" extrusionOk="0">
                  <a:moveTo>
                    <a:pt x="1" y="32066"/>
                  </a:moveTo>
                  <a:lnTo>
                    <a:pt x="2127" y="31734"/>
                  </a:lnTo>
                  <a:lnTo>
                    <a:pt x="2127" y="1"/>
                  </a:lnTo>
                  <a:lnTo>
                    <a:pt x="1" y="45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59"/>
            <p:cNvSpPr/>
            <p:nvPr/>
          </p:nvSpPr>
          <p:spPr>
            <a:xfrm>
              <a:off x="3320448" y="2503392"/>
              <a:ext cx="377793" cy="142297"/>
            </a:xfrm>
            <a:custGeom>
              <a:avLst/>
              <a:gdLst/>
              <a:ahLst/>
              <a:cxnLst/>
              <a:rect l="l" t="t" r="r" b="b"/>
              <a:pathLst>
                <a:path w="10503" h="3956" extrusionOk="0">
                  <a:moveTo>
                    <a:pt x="10503" y="1"/>
                  </a:moveTo>
                  <a:lnTo>
                    <a:pt x="1" y="1591"/>
                  </a:lnTo>
                  <a:lnTo>
                    <a:pt x="1" y="3956"/>
                  </a:lnTo>
                  <a:lnTo>
                    <a:pt x="10503" y="2733"/>
                  </a:lnTo>
                  <a:lnTo>
                    <a:pt x="1050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59"/>
            <p:cNvSpPr/>
            <p:nvPr/>
          </p:nvSpPr>
          <p:spPr>
            <a:xfrm>
              <a:off x="3287608" y="3190565"/>
              <a:ext cx="883171" cy="326572"/>
            </a:xfrm>
            <a:custGeom>
              <a:avLst/>
              <a:gdLst/>
              <a:ahLst/>
              <a:cxnLst/>
              <a:rect l="l" t="t" r="r" b="b"/>
              <a:pathLst>
                <a:path w="24553" h="9079" extrusionOk="0">
                  <a:moveTo>
                    <a:pt x="0" y="0"/>
                  </a:moveTo>
                  <a:lnTo>
                    <a:pt x="0" y="2366"/>
                  </a:lnTo>
                  <a:lnTo>
                    <a:pt x="24552" y="9078"/>
                  </a:lnTo>
                  <a:lnTo>
                    <a:pt x="24552" y="6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59"/>
            <p:cNvSpPr/>
            <p:nvPr/>
          </p:nvSpPr>
          <p:spPr>
            <a:xfrm>
              <a:off x="3806474" y="2403539"/>
              <a:ext cx="493365" cy="183591"/>
            </a:xfrm>
            <a:custGeom>
              <a:avLst/>
              <a:gdLst/>
              <a:ahLst/>
              <a:cxnLst/>
              <a:rect l="l" t="t" r="r" b="b"/>
              <a:pathLst>
                <a:path w="13716" h="5104" extrusionOk="0">
                  <a:moveTo>
                    <a:pt x="13716" y="0"/>
                  </a:moveTo>
                  <a:lnTo>
                    <a:pt x="0" y="2304"/>
                  </a:lnTo>
                  <a:lnTo>
                    <a:pt x="0" y="5104"/>
                  </a:lnTo>
                  <a:lnTo>
                    <a:pt x="13716" y="3678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59"/>
            <p:cNvSpPr/>
            <p:nvPr/>
          </p:nvSpPr>
          <p:spPr>
            <a:xfrm>
              <a:off x="3732843" y="1596586"/>
              <a:ext cx="34675" cy="1663001"/>
            </a:xfrm>
            <a:custGeom>
              <a:avLst/>
              <a:gdLst/>
              <a:ahLst/>
              <a:cxnLst/>
              <a:rect l="l" t="t" r="r" b="b"/>
              <a:pathLst>
                <a:path w="964" h="46233" fill="none" extrusionOk="0">
                  <a:moveTo>
                    <a:pt x="950" y="46232"/>
                  </a:moveTo>
                  <a:lnTo>
                    <a:pt x="0" y="45994"/>
                  </a:lnTo>
                  <a:lnTo>
                    <a:pt x="0" y="102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59"/>
            <p:cNvSpPr/>
            <p:nvPr/>
          </p:nvSpPr>
          <p:spPr>
            <a:xfrm>
              <a:off x="3193906" y="3160890"/>
              <a:ext cx="992952" cy="237114"/>
            </a:xfrm>
            <a:custGeom>
              <a:avLst/>
              <a:gdLst/>
              <a:ahLst/>
              <a:cxnLst/>
              <a:rect l="l" t="t" r="r" b="b"/>
              <a:pathLst>
                <a:path w="27605" h="6592" extrusionOk="0">
                  <a:moveTo>
                    <a:pt x="3520" y="1"/>
                  </a:moveTo>
                  <a:lnTo>
                    <a:pt x="1" y="470"/>
                  </a:lnTo>
                  <a:lnTo>
                    <a:pt x="26183" y="6592"/>
                  </a:lnTo>
                  <a:lnTo>
                    <a:pt x="27604" y="5193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59"/>
            <p:cNvSpPr/>
            <p:nvPr/>
          </p:nvSpPr>
          <p:spPr>
            <a:xfrm>
              <a:off x="3193906" y="3160890"/>
              <a:ext cx="992952" cy="237150"/>
            </a:xfrm>
            <a:custGeom>
              <a:avLst/>
              <a:gdLst/>
              <a:ahLst/>
              <a:cxnLst/>
              <a:rect l="l" t="t" r="r" b="b"/>
              <a:pathLst>
                <a:path w="27605" h="6593" extrusionOk="0">
                  <a:moveTo>
                    <a:pt x="11583" y="3178"/>
                  </a:moveTo>
                  <a:lnTo>
                    <a:pt x="1" y="470"/>
                  </a:lnTo>
                  <a:lnTo>
                    <a:pt x="3520" y="1"/>
                  </a:lnTo>
                  <a:lnTo>
                    <a:pt x="13972" y="2254"/>
                  </a:lnTo>
                  <a:lnTo>
                    <a:pt x="11583" y="3178"/>
                  </a:lnTo>
                  <a:close/>
                  <a:moveTo>
                    <a:pt x="17047" y="2917"/>
                  </a:moveTo>
                  <a:lnTo>
                    <a:pt x="14629" y="3890"/>
                  </a:lnTo>
                  <a:lnTo>
                    <a:pt x="26183" y="6593"/>
                  </a:lnTo>
                  <a:lnTo>
                    <a:pt x="27604" y="5193"/>
                  </a:lnTo>
                  <a:lnTo>
                    <a:pt x="17046" y="291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59"/>
            <p:cNvSpPr/>
            <p:nvPr/>
          </p:nvSpPr>
          <p:spPr>
            <a:xfrm>
              <a:off x="3193906" y="3160890"/>
              <a:ext cx="992952" cy="237114"/>
            </a:xfrm>
            <a:custGeom>
              <a:avLst/>
              <a:gdLst/>
              <a:ahLst/>
              <a:cxnLst/>
              <a:rect l="l" t="t" r="r" b="b"/>
              <a:pathLst>
                <a:path w="27605" h="6592" fill="none" extrusionOk="0">
                  <a:moveTo>
                    <a:pt x="3520" y="1"/>
                  </a:moveTo>
                  <a:lnTo>
                    <a:pt x="1" y="470"/>
                  </a:lnTo>
                  <a:lnTo>
                    <a:pt x="26183" y="6592"/>
                  </a:lnTo>
                  <a:lnTo>
                    <a:pt x="27604" y="519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59"/>
            <p:cNvSpPr/>
            <p:nvPr/>
          </p:nvSpPr>
          <p:spPr>
            <a:xfrm>
              <a:off x="3320448" y="2601699"/>
              <a:ext cx="377793" cy="46545"/>
            </a:xfrm>
            <a:custGeom>
              <a:avLst/>
              <a:gdLst/>
              <a:ahLst/>
              <a:cxnLst/>
              <a:rect l="l" t="t" r="r" b="b"/>
              <a:pathLst>
                <a:path w="10503" h="1294" extrusionOk="0">
                  <a:moveTo>
                    <a:pt x="10503" y="0"/>
                  </a:moveTo>
                  <a:lnTo>
                    <a:pt x="1" y="1223"/>
                  </a:lnTo>
                  <a:lnTo>
                    <a:pt x="2088" y="1293"/>
                  </a:lnTo>
                  <a:lnTo>
                    <a:pt x="10502" y="415"/>
                  </a:lnTo>
                  <a:lnTo>
                    <a:pt x="1050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59"/>
            <p:cNvSpPr/>
            <p:nvPr/>
          </p:nvSpPr>
          <p:spPr>
            <a:xfrm>
              <a:off x="3806510" y="2534579"/>
              <a:ext cx="514047" cy="56833"/>
            </a:xfrm>
            <a:custGeom>
              <a:avLst/>
              <a:gdLst/>
              <a:ahLst/>
              <a:cxnLst/>
              <a:rect l="l" t="t" r="r" b="b"/>
              <a:pathLst>
                <a:path w="14291" h="1580" extrusionOk="0">
                  <a:moveTo>
                    <a:pt x="14034" y="1"/>
                  </a:moveTo>
                  <a:lnTo>
                    <a:pt x="0" y="1484"/>
                  </a:lnTo>
                  <a:lnTo>
                    <a:pt x="2725" y="1579"/>
                  </a:lnTo>
                  <a:lnTo>
                    <a:pt x="14290" y="475"/>
                  </a:lnTo>
                  <a:lnTo>
                    <a:pt x="1403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59"/>
            <p:cNvSpPr/>
            <p:nvPr/>
          </p:nvSpPr>
          <p:spPr>
            <a:xfrm>
              <a:off x="3193654" y="3177760"/>
              <a:ext cx="948025" cy="235028"/>
            </a:xfrm>
            <a:custGeom>
              <a:avLst/>
              <a:gdLst/>
              <a:ahLst/>
              <a:cxnLst/>
              <a:rect l="l" t="t" r="r" b="b"/>
              <a:pathLst>
                <a:path w="26356" h="6534" extrusionOk="0">
                  <a:moveTo>
                    <a:pt x="8" y="1"/>
                  </a:moveTo>
                  <a:lnTo>
                    <a:pt x="1" y="343"/>
                  </a:lnTo>
                  <a:lnTo>
                    <a:pt x="26355" y="6534"/>
                  </a:lnTo>
                  <a:lnTo>
                    <a:pt x="26276" y="6099"/>
                  </a:lnTo>
                  <a:lnTo>
                    <a:pt x="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59"/>
            <p:cNvSpPr/>
            <p:nvPr/>
          </p:nvSpPr>
          <p:spPr>
            <a:xfrm>
              <a:off x="3193654" y="3177760"/>
              <a:ext cx="948025" cy="235028"/>
            </a:xfrm>
            <a:custGeom>
              <a:avLst/>
              <a:gdLst/>
              <a:ahLst/>
              <a:cxnLst/>
              <a:rect l="l" t="t" r="r" b="b"/>
              <a:pathLst>
                <a:path w="26356" h="6534" extrusionOk="0">
                  <a:moveTo>
                    <a:pt x="8" y="1"/>
                  </a:moveTo>
                  <a:lnTo>
                    <a:pt x="1" y="343"/>
                  </a:lnTo>
                  <a:lnTo>
                    <a:pt x="26355" y="6534"/>
                  </a:lnTo>
                  <a:lnTo>
                    <a:pt x="26276" y="6099"/>
                  </a:lnTo>
                  <a:lnTo>
                    <a:pt x="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1" name="Google Shape;2151;p59"/>
          <p:cNvGrpSpPr/>
          <p:nvPr/>
        </p:nvGrpSpPr>
        <p:grpSpPr>
          <a:xfrm>
            <a:off x="1328800" y="1399175"/>
            <a:ext cx="7795075" cy="2848350"/>
            <a:chOff x="1328800" y="1399175"/>
            <a:chExt cx="7795075" cy="2848350"/>
          </a:xfrm>
        </p:grpSpPr>
        <p:sp>
          <p:nvSpPr>
            <p:cNvPr id="2152" name="Google Shape;2152;p59"/>
            <p:cNvSpPr/>
            <p:nvPr/>
          </p:nvSpPr>
          <p:spPr>
            <a:xfrm>
              <a:off x="1328800" y="1399175"/>
              <a:ext cx="7795075" cy="2847300"/>
            </a:xfrm>
            <a:custGeom>
              <a:avLst/>
              <a:gdLst/>
              <a:ahLst/>
              <a:cxnLst/>
              <a:rect l="l" t="t" r="r" b="b"/>
              <a:pathLst>
                <a:path w="311803" h="113892" extrusionOk="0">
                  <a:moveTo>
                    <a:pt x="68" y="0"/>
                  </a:moveTo>
                  <a:lnTo>
                    <a:pt x="0" y="38662"/>
                  </a:lnTo>
                  <a:lnTo>
                    <a:pt x="171438" y="113892"/>
                  </a:lnTo>
                  <a:lnTo>
                    <a:pt x="245295" y="113789"/>
                  </a:lnTo>
                  <a:lnTo>
                    <a:pt x="311803" y="113789"/>
                  </a:lnTo>
                  <a:close/>
                </a:path>
              </a:pathLst>
            </a:custGeom>
            <a:gradFill>
              <a:gsLst>
                <a:gs pos="0">
                  <a:srgbClr val="0B0A33">
                    <a:alpha val="57647"/>
                  </a:srgbClr>
                </a:gs>
                <a:gs pos="100000">
                  <a:srgbClr val="3C4173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</p:sp>
        <p:sp>
          <p:nvSpPr>
            <p:cNvPr id="2153" name="Google Shape;2153;p59"/>
            <p:cNvSpPr/>
            <p:nvPr/>
          </p:nvSpPr>
          <p:spPr>
            <a:xfrm>
              <a:off x="1333150" y="2525300"/>
              <a:ext cx="3380625" cy="1722225"/>
            </a:xfrm>
            <a:custGeom>
              <a:avLst/>
              <a:gdLst/>
              <a:ahLst/>
              <a:cxnLst/>
              <a:rect l="l" t="t" r="r" b="b"/>
              <a:pathLst>
                <a:path w="135225" h="68889" extrusionOk="0">
                  <a:moveTo>
                    <a:pt x="0" y="0"/>
                  </a:moveTo>
                  <a:lnTo>
                    <a:pt x="100" y="36834"/>
                  </a:lnTo>
                  <a:lnTo>
                    <a:pt x="60163" y="68757"/>
                  </a:lnTo>
                  <a:lnTo>
                    <a:pt x="94010" y="68889"/>
                  </a:lnTo>
                  <a:lnTo>
                    <a:pt x="135225" y="68757"/>
                  </a:lnTo>
                  <a:close/>
                </a:path>
              </a:pathLst>
            </a:custGeom>
            <a:gradFill>
              <a:gsLst>
                <a:gs pos="0">
                  <a:srgbClr val="0B0A33">
                    <a:alpha val="57647"/>
                  </a:srgbClr>
                </a:gs>
                <a:gs pos="100000">
                  <a:srgbClr val="3C4173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lezar"/>
              <a:buNone/>
              <a:defRPr sz="4000">
                <a:solidFill>
                  <a:schemeClr val="dk1"/>
                </a:solidFill>
                <a:latin typeface="Lalezar"/>
                <a:ea typeface="Lalezar"/>
                <a:cs typeface="Lalezar"/>
                <a:sym typeface="Lalez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79" r:id="rId7"/>
    <p:sldLayoutId id="2147483684" r:id="rId8"/>
    <p:sldLayoutId id="2147483687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65"/>
          <p:cNvSpPr/>
          <p:nvPr/>
        </p:nvSpPr>
        <p:spPr>
          <a:xfrm>
            <a:off x="2811975" y="3313464"/>
            <a:ext cx="3666751" cy="1106471"/>
          </a:xfrm>
          <a:prstGeom prst="roundRect">
            <a:avLst>
              <a:gd name="adj" fmla="val 24284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9" name="Google Shape;2169;p65"/>
          <p:cNvSpPr txBox="1">
            <a:spLocks noGrp="1"/>
          </p:cNvSpPr>
          <p:nvPr>
            <p:ph type="ctrTitle"/>
          </p:nvPr>
        </p:nvSpPr>
        <p:spPr>
          <a:xfrm>
            <a:off x="2605075" y="906994"/>
            <a:ext cx="40095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dirty="0">
                <a:solidFill>
                  <a:schemeClr val="dk1"/>
                </a:solidFill>
              </a:rPr>
              <a:t>Développement et Conception de l’Application Web</a:t>
            </a:r>
            <a:br>
              <a:rPr lang="fr-FR" sz="4400" dirty="0">
                <a:solidFill>
                  <a:schemeClr val="dk1"/>
                </a:solidFill>
              </a:rPr>
            </a:br>
            <a:r>
              <a:rPr lang="fr-FR" dirty="0">
                <a:solidFill>
                  <a:srgbClr val="7030A0"/>
                </a:solidFill>
              </a:rPr>
              <a:t>WAVVE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170" name="Google Shape;2170;p65"/>
          <p:cNvSpPr txBox="1">
            <a:spLocks noGrp="1"/>
          </p:cNvSpPr>
          <p:nvPr>
            <p:ph type="subTitle" idx="1"/>
          </p:nvPr>
        </p:nvSpPr>
        <p:spPr>
          <a:xfrm>
            <a:off x="2811975" y="3600799"/>
            <a:ext cx="3595700" cy="593066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7030A0"/>
                </a:solidFill>
              </a:rPr>
              <a:t>Présenté par</a:t>
            </a:r>
            <a:r>
              <a:rPr lang="en" sz="1200" dirty="0"/>
              <a:t>: Aymane Bouras</a:t>
            </a:r>
            <a:br>
              <a:rPr lang="en" sz="1200" dirty="0"/>
            </a:br>
            <a:r>
              <a:rPr lang="en" sz="1200" dirty="0"/>
              <a:t>                                  Youssef Amargui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                       Imhah Saad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7030A0"/>
                </a:solidFill>
              </a:rPr>
              <a:t>     Encadré par</a:t>
            </a:r>
            <a:r>
              <a:rPr lang="en" sz="1200" dirty="0"/>
              <a:t>: Mme Ouatik Amina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grpSp>
        <p:nvGrpSpPr>
          <p:cNvPr id="2171" name="Google Shape;2171;p65"/>
          <p:cNvGrpSpPr/>
          <p:nvPr/>
        </p:nvGrpSpPr>
        <p:grpSpPr>
          <a:xfrm>
            <a:off x="7004536" y="836651"/>
            <a:ext cx="1995873" cy="1226326"/>
            <a:chOff x="1718650" y="1257350"/>
            <a:chExt cx="1088975" cy="669100"/>
          </a:xfrm>
        </p:grpSpPr>
        <p:sp>
          <p:nvSpPr>
            <p:cNvPr id="2172" name="Google Shape;2172;p65"/>
            <p:cNvSpPr/>
            <p:nvPr/>
          </p:nvSpPr>
          <p:spPr>
            <a:xfrm>
              <a:off x="1719950" y="1765100"/>
              <a:ext cx="1086375" cy="43500"/>
            </a:xfrm>
            <a:custGeom>
              <a:avLst/>
              <a:gdLst/>
              <a:ahLst/>
              <a:cxnLst/>
              <a:rect l="l" t="t" r="r" b="b"/>
              <a:pathLst>
                <a:path w="43455" h="1740" extrusionOk="0">
                  <a:moveTo>
                    <a:pt x="0" y="0"/>
                  </a:moveTo>
                  <a:lnTo>
                    <a:pt x="0" y="1740"/>
                  </a:lnTo>
                  <a:lnTo>
                    <a:pt x="43455" y="1740"/>
                  </a:lnTo>
                  <a:lnTo>
                    <a:pt x="434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65"/>
            <p:cNvSpPr/>
            <p:nvPr/>
          </p:nvSpPr>
          <p:spPr>
            <a:xfrm>
              <a:off x="1718775" y="1763925"/>
              <a:ext cx="1088725" cy="45850"/>
            </a:xfrm>
            <a:custGeom>
              <a:avLst/>
              <a:gdLst/>
              <a:ahLst/>
              <a:cxnLst/>
              <a:rect l="l" t="t" r="r" b="b"/>
              <a:pathLst>
                <a:path w="43549" h="1834" extrusionOk="0">
                  <a:moveTo>
                    <a:pt x="43450" y="99"/>
                  </a:moveTo>
                  <a:lnTo>
                    <a:pt x="43450" y="1735"/>
                  </a:lnTo>
                  <a:lnTo>
                    <a:pt x="99" y="1735"/>
                  </a:lnTo>
                  <a:lnTo>
                    <a:pt x="99" y="99"/>
                  </a:lnTo>
                  <a:close/>
                  <a:moveTo>
                    <a:pt x="47" y="1"/>
                  </a:moveTo>
                  <a:cubicBezTo>
                    <a:pt x="21" y="1"/>
                    <a:pt x="1" y="21"/>
                    <a:pt x="1" y="47"/>
                  </a:cubicBezTo>
                  <a:lnTo>
                    <a:pt x="1" y="1787"/>
                  </a:lnTo>
                  <a:cubicBezTo>
                    <a:pt x="1" y="1812"/>
                    <a:pt x="21" y="1833"/>
                    <a:pt x="47" y="1833"/>
                  </a:cubicBezTo>
                  <a:lnTo>
                    <a:pt x="43502" y="1833"/>
                  </a:lnTo>
                  <a:cubicBezTo>
                    <a:pt x="43528" y="1833"/>
                    <a:pt x="43548" y="1812"/>
                    <a:pt x="43548" y="1787"/>
                  </a:cubicBezTo>
                  <a:lnTo>
                    <a:pt x="43548" y="47"/>
                  </a:lnTo>
                  <a:cubicBezTo>
                    <a:pt x="43548" y="21"/>
                    <a:pt x="43528" y="1"/>
                    <a:pt x="435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65"/>
            <p:cNvSpPr/>
            <p:nvPr/>
          </p:nvSpPr>
          <p:spPr>
            <a:xfrm>
              <a:off x="1719950" y="1808575"/>
              <a:ext cx="1086375" cy="27275"/>
            </a:xfrm>
            <a:custGeom>
              <a:avLst/>
              <a:gdLst/>
              <a:ahLst/>
              <a:cxnLst/>
              <a:rect l="l" t="t" r="r" b="b"/>
              <a:pathLst>
                <a:path w="43455" h="1091" extrusionOk="0">
                  <a:moveTo>
                    <a:pt x="0" y="1"/>
                  </a:moveTo>
                  <a:lnTo>
                    <a:pt x="3297" y="1091"/>
                  </a:lnTo>
                  <a:lnTo>
                    <a:pt x="40163" y="1091"/>
                  </a:lnTo>
                  <a:lnTo>
                    <a:pt x="434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65"/>
            <p:cNvSpPr/>
            <p:nvPr/>
          </p:nvSpPr>
          <p:spPr>
            <a:xfrm>
              <a:off x="1719950" y="1808575"/>
              <a:ext cx="1086375" cy="27275"/>
            </a:xfrm>
            <a:custGeom>
              <a:avLst/>
              <a:gdLst/>
              <a:ahLst/>
              <a:cxnLst/>
              <a:rect l="l" t="t" r="r" b="b"/>
              <a:pathLst>
                <a:path w="43455" h="1091" extrusionOk="0">
                  <a:moveTo>
                    <a:pt x="43455" y="1"/>
                  </a:moveTo>
                  <a:lnTo>
                    <a:pt x="0" y="1"/>
                  </a:lnTo>
                  <a:lnTo>
                    <a:pt x="3297" y="1091"/>
                  </a:lnTo>
                  <a:lnTo>
                    <a:pt x="40163" y="109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65"/>
            <p:cNvSpPr/>
            <p:nvPr/>
          </p:nvSpPr>
          <p:spPr>
            <a:xfrm>
              <a:off x="1718650" y="1807400"/>
              <a:ext cx="1088975" cy="29725"/>
            </a:xfrm>
            <a:custGeom>
              <a:avLst/>
              <a:gdLst/>
              <a:ahLst/>
              <a:cxnLst/>
              <a:rect l="l" t="t" r="r" b="b"/>
              <a:pathLst>
                <a:path w="43559" h="1189" extrusionOk="0">
                  <a:moveTo>
                    <a:pt x="43206" y="94"/>
                  </a:moveTo>
                  <a:lnTo>
                    <a:pt x="40205" y="1091"/>
                  </a:lnTo>
                  <a:lnTo>
                    <a:pt x="3354" y="1091"/>
                  </a:lnTo>
                  <a:lnTo>
                    <a:pt x="354" y="94"/>
                  </a:lnTo>
                  <a:close/>
                  <a:moveTo>
                    <a:pt x="52" y="1"/>
                  </a:moveTo>
                  <a:cubicBezTo>
                    <a:pt x="32" y="1"/>
                    <a:pt x="11" y="16"/>
                    <a:pt x="6" y="42"/>
                  </a:cubicBezTo>
                  <a:cubicBezTo>
                    <a:pt x="0" y="63"/>
                    <a:pt x="16" y="84"/>
                    <a:pt x="37" y="94"/>
                  </a:cubicBezTo>
                  <a:lnTo>
                    <a:pt x="3334" y="1184"/>
                  </a:lnTo>
                  <a:cubicBezTo>
                    <a:pt x="3334" y="1187"/>
                    <a:pt x="3336" y="1188"/>
                    <a:pt x="3339" y="1188"/>
                  </a:cubicBezTo>
                  <a:cubicBezTo>
                    <a:pt x="3343" y="1188"/>
                    <a:pt x="3347" y="1187"/>
                    <a:pt x="3349" y="1184"/>
                  </a:cubicBezTo>
                  <a:lnTo>
                    <a:pt x="40231" y="1184"/>
                  </a:lnTo>
                  <a:lnTo>
                    <a:pt x="43522" y="94"/>
                  </a:lnTo>
                  <a:cubicBezTo>
                    <a:pt x="43543" y="84"/>
                    <a:pt x="43559" y="63"/>
                    <a:pt x="43553" y="42"/>
                  </a:cubicBezTo>
                  <a:cubicBezTo>
                    <a:pt x="43548" y="16"/>
                    <a:pt x="43528" y="1"/>
                    <a:pt x="435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65"/>
            <p:cNvSpPr/>
            <p:nvPr/>
          </p:nvSpPr>
          <p:spPr>
            <a:xfrm>
              <a:off x="1877525" y="1835825"/>
              <a:ext cx="59450" cy="89325"/>
            </a:xfrm>
            <a:custGeom>
              <a:avLst/>
              <a:gdLst/>
              <a:ahLst/>
              <a:cxnLst/>
              <a:rect l="l" t="t" r="r" b="b"/>
              <a:pathLst>
                <a:path w="2378" h="3573" extrusionOk="0">
                  <a:moveTo>
                    <a:pt x="0" y="1"/>
                  </a:moveTo>
                  <a:lnTo>
                    <a:pt x="0" y="3573"/>
                  </a:lnTo>
                  <a:lnTo>
                    <a:pt x="2378" y="3573"/>
                  </a:lnTo>
                  <a:lnTo>
                    <a:pt x="23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65"/>
            <p:cNvSpPr/>
            <p:nvPr/>
          </p:nvSpPr>
          <p:spPr>
            <a:xfrm>
              <a:off x="1876350" y="1834675"/>
              <a:ext cx="61800" cy="91775"/>
            </a:xfrm>
            <a:custGeom>
              <a:avLst/>
              <a:gdLst/>
              <a:ahLst/>
              <a:cxnLst/>
              <a:rect l="l" t="t" r="r" b="b"/>
              <a:pathLst>
                <a:path w="2472" h="3671" extrusionOk="0">
                  <a:moveTo>
                    <a:pt x="2373" y="93"/>
                  </a:moveTo>
                  <a:lnTo>
                    <a:pt x="2373" y="3572"/>
                  </a:lnTo>
                  <a:lnTo>
                    <a:pt x="99" y="3572"/>
                  </a:lnTo>
                  <a:lnTo>
                    <a:pt x="99" y="93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3619"/>
                  </a:lnTo>
                  <a:cubicBezTo>
                    <a:pt x="0" y="3645"/>
                    <a:pt x="21" y="3671"/>
                    <a:pt x="47" y="3671"/>
                  </a:cubicBezTo>
                  <a:lnTo>
                    <a:pt x="2425" y="3671"/>
                  </a:lnTo>
                  <a:cubicBezTo>
                    <a:pt x="2451" y="3665"/>
                    <a:pt x="2472" y="3645"/>
                    <a:pt x="2472" y="3619"/>
                  </a:cubicBezTo>
                  <a:lnTo>
                    <a:pt x="2472" y="47"/>
                  </a:lnTo>
                  <a:cubicBezTo>
                    <a:pt x="2472" y="21"/>
                    <a:pt x="2446" y="0"/>
                    <a:pt x="24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65"/>
            <p:cNvSpPr/>
            <p:nvPr/>
          </p:nvSpPr>
          <p:spPr>
            <a:xfrm>
              <a:off x="1836500" y="1816100"/>
              <a:ext cx="104000" cy="20925"/>
            </a:xfrm>
            <a:custGeom>
              <a:avLst/>
              <a:gdLst/>
              <a:ahLst/>
              <a:cxnLst/>
              <a:rect l="l" t="t" r="r" b="b"/>
              <a:pathLst>
                <a:path w="4160" h="837" extrusionOk="0">
                  <a:moveTo>
                    <a:pt x="2487" y="94"/>
                  </a:moveTo>
                  <a:lnTo>
                    <a:pt x="3874" y="743"/>
                  </a:lnTo>
                  <a:lnTo>
                    <a:pt x="1651" y="743"/>
                  </a:lnTo>
                  <a:lnTo>
                    <a:pt x="270" y="94"/>
                  </a:lnTo>
                  <a:close/>
                  <a:moveTo>
                    <a:pt x="52" y="1"/>
                  </a:moveTo>
                  <a:cubicBezTo>
                    <a:pt x="26" y="1"/>
                    <a:pt x="6" y="16"/>
                    <a:pt x="6" y="37"/>
                  </a:cubicBezTo>
                  <a:cubicBezTo>
                    <a:pt x="1" y="58"/>
                    <a:pt x="11" y="84"/>
                    <a:pt x="32" y="94"/>
                  </a:cubicBezTo>
                  <a:lnTo>
                    <a:pt x="1620" y="836"/>
                  </a:lnTo>
                  <a:lnTo>
                    <a:pt x="4092" y="836"/>
                  </a:lnTo>
                  <a:cubicBezTo>
                    <a:pt x="4143" y="836"/>
                    <a:pt x="4159" y="769"/>
                    <a:pt x="4112" y="748"/>
                  </a:cubicBezTo>
                  <a:lnTo>
                    <a:pt x="2518" y="6"/>
                  </a:lnTo>
                  <a:cubicBezTo>
                    <a:pt x="2513" y="1"/>
                    <a:pt x="2503" y="1"/>
                    <a:pt x="2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65"/>
            <p:cNvSpPr/>
            <p:nvPr/>
          </p:nvSpPr>
          <p:spPr>
            <a:xfrm>
              <a:off x="1870125" y="1821425"/>
              <a:ext cx="22475" cy="5075"/>
            </a:xfrm>
            <a:custGeom>
              <a:avLst/>
              <a:gdLst/>
              <a:ahLst/>
              <a:cxnLst/>
              <a:rect l="l" t="t" r="r" b="b"/>
              <a:pathLst>
                <a:path w="899" h="203" extrusionOk="0">
                  <a:moveTo>
                    <a:pt x="447" y="0"/>
                  </a:moveTo>
                  <a:cubicBezTo>
                    <a:pt x="197" y="0"/>
                    <a:pt x="0" y="47"/>
                    <a:pt x="0" y="104"/>
                  </a:cubicBezTo>
                  <a:cubicBezTo>
                    <a:pt x="0" y="156"/>
                    <a:pt x="197" y="203"/>
                    <a:pt x="447" y="203"/>
                  </a:cubicBezTo>
                  <a:cubicBezTo>
                    <a:pt x="696" y="203"/>
                    <a:pt x="898" y="156"/>
                    <a:pt x="898" y="104"/>
                  </a:cubicBezTo>
                  <a:cubicBezTo>
                    <a:pt x="898" y="47"/>
                    <a:pt x="696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65"/>
            <p:cNvSpPr/>
            <p:nvPr/>
          </p:nvSpPr>
          <p:spPr>
            <a:xfrm>
              <a:off x="1898800" y="1895025"/>
              <a:ext cx="13400" cy="13375"/>
            </a:xfrm>
            <a:custGeom>
              <a:avLst/>
              <a:gdLst/>
              <a:ahLst/>
              <a:cxnLst/>
              <a:rect l="l" t="t" r="r" b="b"/>
              <a:pathLst>
                <a:path w="536" h="535" extrusionOk="0">
                  <a:moveTo>
                    <a:pt x="265" y="0"/>
                  </a:moveTo>
                  <a:cubicBezTo>
                    <a:pt x="120" y="0"/>
                    <a:pt x="1" y="120"/>
                    <a:pt x="1" y="265"/>
                  </a:cubicBezTo>
                  <a:cubicBezTo>
                    <a:pt x="1" y="415"/>
                    <a:pt x="120" y="535"/>
                    <a:pt x="265" y="535"/>
                  </a:cubicBezTo>
                  <a:cubicBezTo>
                    <a:pt x="416" y="535"/>
                    <a:pt x="535" y="415"/>
                    <a:pt x="535" y="265"/>
                  </a:cubicBezTo>
                  <a:cubicBezTo>
                    <a:pt x="535" y="120"/>
                    <a:pt x="416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65"/>
            <p:cNvSpPr/>
            <p:nvPr/>
          </p:nvSpPr>
          <p:spPr>
            <a:xfrm>
              <a:off x="2602400" y="1835825"/>
              <a:ext cx="59475" cy="89325"/>
            </a:xfrm>
            <a:custGeom>
              <a:avLst/>
              <a:gdLst/>
              <a:ahLst/>
              <a:cxnLst/>
              <a:rect l="l" t="t" r="r" b="b"/>
              <a:pathLst>
                <a:path w="2379" h="3573" extrusionOk="0">
                  <a:moveTo>
                    <a:pt x="1" y="1"/>
                  </a:moveTo>
                  <a:lnTo>
                    <a:pt x="1" y="3573"/>
                  </a:lnTo>
                  <a:lnTo>
                    <a:pt x="2378" y="3573"/>
                  </a:lnTo>
                  <a:lnTo>
                    <a:pt x="23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65"/>
            <p:cNvSpPr/>
            <p:nvPr/>
          </p:nvSpPr>
          <p:spPr>
            <a:xfrm>
              <a:off x="2601225" y="1834675"/>
              <a:ext cx="61825" cy="91775"/>
            </a:xfrm>
            <a:custGeom>
              <a:avLst/>
              <a:gdLst/>
              <a:ahLst/>
              <a:cxnLst/>
              <a:rect l="l" t="t" r="r" b="b"/>
              <a:pathLst>
                <a:path w="2473" h="3671" extrusionOk="0">
                  <a:moveTo>
                    <a:pt x="2373" y="93"/>
                  </a:moveTo>
                  <a:lnTo>
                    <a:pt x="2373" y="3572"/>
                  </a:lnTo>
                  <a:lnTo>
                    <a:pt x="100" y="3572"/>
                  </a:lnTo>
                  <a:lnTo>
                    <a:pt x="100" y="93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3619"/>
                  </a:lnTo>
                  <a:cubicBezTo>
                    <a:pt x="1" y="3645"/>
                    <a:pt x="22" y="3671"/>
                    <a:pt x="48" y="3671"/>
                  </a:cubicBezTo>
                  <a:lnTo>
                    <a:pt x="2425" y="3671"/>
                  </a:lnTo>
                  <a:cubicBezTo>
                    <a:pt x="2451" y="3671"/>
                    <a:pt x="2472" y="3645"/>
                    <a:pt x="2472" y="3619"/>
                  </a:cubicBezTo>
                  <a:lnTo>
                    <a:pt x="2472" y="47"/>
                  </a:lnTo>
                  <a:cubicBezTo>
                    <a:pt x="2472" y="21"/>
                    <a:pt x="2451" y="0"/>
                    <a:pt x="24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65"/>
            <p:cNvSpPr/>
            <p:nvPr/>
          </p:nvSpPr>
          <p:spPr>
            <a:xfrm>
              <a:off x="2599300" y="1815450"/>
              <a:ext cx="98925" cy="21575"/>
            </a:xfrm>
            <a:custGeom>
              <a:avLst/>
              <a:gdLst/>
              <a:ahLst/>
              <a:cxnLst/>
              <a:rect l="l" t="t" r="r" b="b"/>
              <a:pathLst>
                <a:path w="3957" h="863" extrusionOk="0">
                  <a:moveTo>
                    <a:pt x="3707" y="94"/>
                  </a:moveTo>
                  <a:lnTo>
                    <a:pt x="2487" y="769"/>
                  </a:lnTo>
                  <a:lnTo>
                    <a:pt x="244" y="769"/>
                  </a:lnTo>
                  <a:lnTo>
                    <a:pt x="1464" y="94"/>
                  </a:lnTo>
                  <a:close/>
                  <a:moveTo>
                    <a:pt x="1454" y="1"/>
                  </a:moveTo>
                  <a:cubicBezTo>
                    <a:pt x="1443" y="1"/>
                    <a:pt x="1433" y="1"/>
                    <a:pt x="1428" y="6"/>
                  </a:cubicBezTo>
                  <a:lnTo>
                    <a:pt x="31" y="774"/>
                  </a:lnTo>
                  <a:cubicBezTo>
                    <a:pt x="10" y="785"/>
                    <a:pt x="0" y="805"/>
                    <a:pt x="5" y="826"/>
                  </a:cubicBezTo>
                  <a:cubicBezTo>
                    <a:pt x="10" y="852"/>
                    <a:pt x="31" y="862"/>
                    <a:pt x="52" y="862"/>
                  </a:cubicBezTo>
                  <a:lnTo>
                    <a:pt x="2502" y="862"/>
                  </a:lnTo>
                  <a:cubicBezTo>
                    <a:pt x="2508" y="862"/>
                    <a:pt x="2518" y="862"/>
                    <a:pt x="2528" y="857"/>
                  </a:cubicBezTo>
                  <a:lnTo>
                    <a:pt x="3925" y="89"/>
                  </a:lnTo>
                  <a:cubicBezTo>
                    <a:pt x="3946" y="79"/>
                    <a:pt x="3956" y="58"/>
                    <a:pt x="3951" y="37"/>
                  </a:cubicBezTo>
                  <a:cubicBezTo>
                    <a:pt x="3946" y="16"/>
                    <a:pt x="3925" y="1"/>
                    <a:pt x="3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65"/>
            <p:cNvSpPr/>
            <p:nvPr/>
          </p:nvSpPr>
          <p:spPr>
            <a:xfrm>
              <a:off x="2646800" y="1821425"/>
              <a:ext cx="22475" cy="5075"/>
            </a:xfrm>
            <a:custGeom>
              <a:avLst/>
              <a:gdLst/>
              <a:ahLst/>
              <a:cxnLst/>
              <a:rect l="l" t="t" r="r" b="b"/>
              <a:pathLst>
                <a:path w="899" h="203" extrusionOk="0">
                  <a:moveTo>
                    <a:pt x="452" y="0"/>
                  </a:moveTo>
                  <a:cubicBezTo>
                    <a:pt x="203" y="0"/>
                    <a:pt x="0" y="47"/>
                    <a:pt x="0" y="104"/>
                  </a:cubicBezTo>
                  <a:cubicBezTo>
                    <a:pt x="0" y="156"/>
                    <a:pt x="203" y="203"/>
                    <a:pt x="452" y="203"/>
                  </a:cubicBezTo>
                  <a:cubicBezTo>
                    <a:pt x="701" y="203"/>
                    <a:pt x="898" y="156"/>
                    <a:pt x="898" y="104"/>
                  </a:cubicBezTo>
                  <a:cubicBezTo>
                    <a:pt x="898" y="47"/>
                    <a:pt x="701" y="0"/>
                    <a:pt x="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65"/>
            <p:cNvSpPr/>
            <p:nvPr/>
          </p:nvSpPr>
          <p:spPr>
            <a:xfrm>
              <a:off x="2627200" y="1895025"/>
              <a:ext cx="15600" cy="13325"/>
            </a:xfrm>
            <a:custGeom>
              <a:avLst/>
              <a:gdLst/>
              <a:ahLst/>
              <a:cxnLst/>
              <a:rect l="l" t="t" r="r" b="b"/>
              <a:pathLst>
                <a:path w="624" h="533" extrusionOk="0">
                  <a:moveTo>
                    <a:pt x="265" y="0"/>
                  </a:moveTo>
                  <a:cubicBezTo>
                    <a:pt x="120" y="0"/>
                    <a:pt x="0" y="120"/>
                    <a:pt x="0" y="265"/>
                  </a:cubicBezTo>
                  <a:cubicBezTo>
                    <a:pt x="0" y="426"/>
                    <a:pt x="132" y="533"/>
                    <a:pt x="269" y="533"/>
                  </a:cubicBezTo>
                  <a:cubicBezTo>
                    <a:pt x="336" y="533"/>
                    <a:pt x="403" y="508"/>
                    <a:pt x="457" y="452"/>
                  </a:cubicBezTo>
                  <a:cubicBezTo>
                    <a:pt x="623" y="286"/>
                    <a:pt x="504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65"/>
            <p:cNvSpPr/>
            <p:nvPr/>
          </p:nvSpPr>
          <p:spPr>
            <a:xfrm>
              <a:off x="2118025" y="1258525"/>
              <a:ext cx="16500" cy="506075"/>
            </a:xfrm>
            <a:custGeom>
              <a:avLst/>
              <a:gdLst/>
              <a:ahLst/>
              <a:cxnLst/>
              <a:rect l="l" t="t" r="r" b="b"/>
              <a:pathLst>
                <a:path w="660" h="20243" extrusionOk="0">
                  <a:moveTo>
                    <a:pt x="0" y="0"/>
                  </a:moveTo>
                  <a:lnTo>
                    <a:pt x="208" y="20243"/>
                  </a:lnTo>
                  <a:lnTo>
                    <a:pt x="660" y="20243"/>
                  </a:lnTo>
                  <a:lnTo>
                    <a:pt x="452" y="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65"/>
            <p:cNvSpPr/>
            <p:nvPr/>
          </p:nvSpPr>
          <p:spPr>
            <a:xfrm>
              <a:off x="1724875" y="1257350"/>
              <a:ext cx="399525" cy="508425"/>
            </a:xfrm>
            <a:custGeom>
              <a:avLst/>
              <a:gdLst/>
              <a:ahLst/>
              <a:cxnLst/>
              <a:rect l="l" t="t" r="r" b="b"/>
              <a:pathLst>
                <a:path w="15981" h="20337" extrusionOk="0">
                  <a:moveTo>
                    <a:pt x="15680" y="94"/>
                  </a:moveTo>
                  <a:lnTo>
                    <a:pt x="15882" y="20238"/>
                  </a:lnTo>
                  <a:lnTo>
                    <a:pt x="99" y="20238"/>
                  </a:lnTo>
                  <a:lnTo>
                    <a:pt x="307" y="94"/>
                  </a:lnTo>
                  <a:close/>
                  <a:moveTo>
                    <a:pt x="260" y="0"/>
                  </a:moveTo>
                  <a:cubicBezTo>
                    <a:pt x="229" y="0"/>
                    <a:pt x="208" y="21"/>
                    <a:pt x="208" y="47"/>
                  </a:cubicBezTo>
                  <a:lnTo>
                    <a:pt x="1" y="20290"/>
                  </a:lnTo>
                  <a:cubicBezTo>
                    <a:pt x="1" y="20300"/>
                    <a:pt x="6" y="20310"/>
                    <a:pt x="16" y="20321"/>
                  </a:cubicBezTo>
                  <a:cubicBezTo>
                    <a:pt x="27" y="20331"/>
                    <a:pt x="37" y="20336"/>
                    <a:pt x="53" y="20336"/>
                  </a:cubicBezTo>
                  <a:lnTo>
                    <a:pt x="15934" y="20336"/>
                  </a:lnTo>
                  <a:cubicBezTo>
                    <a:pt x="15944" y="20336"/>
                    <a:pt x="15960" y="20331"/>
                    <a:pt x="15965" y="20321"/>
                  </a:cubicBezTo>
                  <a:cubicBezTo>
                    <a:pt x="15975" y="20310"/>
                    <a:pt x="15981" y="20300"/>
                    <a:pt x="15981" y="20290"/>
                  </a:cubicBezTo>
                  <a:lnTo>
                    <a:pt x="15773" y="47"/>
                  </a:lnTo>
                  <a:cubicBezTo>
                    <a:pt x="15773" y="21"/>
                    <a:pt x="15752" y="0"/>
                    <a:pt x="15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65"/>
            <p:cNvSpPr/>
            <p:nvPr/>
          </p:nvSpPr>
          <p:spPr>
            <a:xfrm>
              <a:off x="1750575" y="1282925"/>
              <a:ext cx="348125" cy="457400"/>
            </a:xfrm>
            <a:custGeom>
              <a:avLst/>
              <a:gdLst/>
              <a:ahLst/>
              <a:cxnLst/>
              <a:rect l="l" t="t" r="r" b="b"/>
              <a:pathLst>
                <a:path w="13925" h="18296" extrusionOk="0">
                  <a:moveTo>
                    <a:pt x="13639" y="88"/>
                  </a:moveTo>
                  <a:lnTo>
                    <a:pt x="13826" y="18197"/>
                  </a:lnTo>
                  <a:lnTo>
                    <a:pt x="104" y="18197"/>
                  </a:lnTo>
                  <a:lnTo>
                    <a:pt x="286" y="88"/>
                  </a:lnTo>
                  <a:close/>
                  <a:moveTo>
                    <a:pt x="239" y="0"/>
                  </a:moveTo>
                  <a:cubicBezTo>
                    <a:pt x="213" y="0"/>
                    <a:pt x="193" y="21"/>
                    <a:pt x="193" y="47"/>
                  </a:cubicBezTo>
                  <a:lnTo>
                    <a:pt x="6" y="18249"/>
                  </a:lnTo>
                  <a:cubicBezTo>
                    <a:pt x="1" y="18259"/>
                    <a:pt x="6" y="18275"/>
                    <a:pt x="16" y="18280"/>
                  </a:cubicBezTo>
                  <a:cubicBezTo>
                    <a:pt x="27" y="18290"/>
                    <a:pt x="42" y="18296"/>
                    <a:pt x="53" y="18296"/>
                  </a:cubicBezTo>
                  <a:lnTo>
                    <a:pt x="13873" y="18296"/>
                  </a:lnTo>
                  <a:cubicBezTo>
                    <a:pt x="13888" y="18296"/>
                    <a:pt x="13899" y="18290"/>
                    <a:pt x="13909" y="18280"/>
                  </a:cubicBezTo>
                  <a:cubicBezTo>
                    <a:pt x="13920" y="18275"/>
                    <a:pt x="13925" y="18259"/>
                    <a:pt x="13925" y="18249"/>
                  </a:cubicBezTo>
                  <a:lnTo>
                    <a:pt x="13738" y="47"/>
                  </a:lnTo>
                  <a:cubicBezTo>
                    <a:pt x="13738" y="21"/>
                    <a:pt x="13717" y="0"/>
                    <a:pt x="13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65"/>
            <p:cNvSpPr/>
            <p:nvPr/>
          </p:nvSpPr>
          <p:spPr>
            <a:xfrm>
              <a:off x="1782250" y="1313150"/>
              <a:ext cx="278950" cy="397200"/>
            </a:xfrm>
            <a:custGeom>
              <a:avLst/>
              <a:gdLst/>
              <a:ahLst/>
              <a:cxnLst/>
              <a:rect l="l" t="t" r="r" b="b"/>
              <a:pathLst>
                <a:path w="11158" h="15888" extrusionOk="0">
                  <a:moveTo>
                    <a:pt x="7949" y="1"/>
                  </a:moveTo>
                  <a:cubicBezTo>
                    <a:pt x="7736" y="1"/>
                    <a:pt x="7627" y="260"/>
                    <a:pt x="7778" y="411"/>
                  </a:cubicBezTo>
                  <a:cubicBezTo>
                    <a:pt x="7826" y="459"/>
                    <a:pt x="7885" y="481"/>
                    <a:pt x="7944" y="481"/>
                  </a:cubicBezTo>
                  <a:cubicBezTo>
                    <a:pt x="8068" y="481"/>
                    <a:pt x="8188" y="384"/>
                    <a:pt x="8188" y="240"/>
                  </a:cubicBezTo>
                  <a:cubicBezTo>
                    <a:pt x="8188" y="110"/>
                    <a:pt x="8084" y="1"/>
                    <a:pt x="7954" y="1"/>
                  </a:cubicBezTo>
                  <a:close/>
                  <a:moveTo>
                    <a:pt x="10919" y="3370"/>
                  </a:moveTo>
                  <a:cubicBezTo>
                    <a:pt x="10706" y="3370"/>
                    <a:pt x="10597" y="3630"/>
                    <a:pt x="10747" y="3780"/>
                  </a:cubicBezTo>
                  <a:cubicBezTo>
                    <a:pt x="10797" y="3829"/>
                    <a:pt x="10857" y="3850"/>
                    <a:pt x="10916" y="3850"/>
                  </a:cubicBezTo>
                  <a:cubicBezTo>
                    <a:pt x="11040" y="3850"/>
                    <a:pt x="11157" y="3754"/>
                    <a:pt x="11157" y="3609"/>
                  </a:cubicBezTo>
                  <a:cubicBezTo>
                    <a:pt x="11157" y="3479"/>
                    <a:pt x="11053" y="3370"/>
                    <a:pt x="10919" y="3370"/>
                  </a:cubicBezTo>
                  <a:close/>
                  <a:moveTo>
                    <a:pt x="3318" y="120"/>
                  </a:moveTo>
                  <a:lnTo>
                    <a:pt x="3053" y="1963"/>
                  </a:lnTo>
                  <a:lnTo>
                    <a:pt x="1885" y="515"/>
                  </a:lnTo>
                  <a:lnTo>
                    <a:pt x="2389" y="2301"/>
                  </a:lnTo>
                  <a:lnTo>
                    <a:pt x="738" y="1449"/>
                  </a:lnTo>
                  <a:lnTo>
                    <a:pt x="1927" y="2877"/>
                  </a:lnTo>
                  <a:lnTo>
                    <a:pt x="68" y="2778"/>
                  </a:lnTo>
                  <a:lnTo>
                    <a:pt x="1740" y="3599"/>
                  </a:lnTo>
                  <a:lnTo>
                    <a:pt x="0" y="4258"/>
                  </a:lnTo>
                  <a:lnTo>
                    <a:pt x="1859" y="4331"/>
                  </a:lnTo>
                  <a:lnTo>
                    <a:pt x="540" y="5639"/>
                  </a:lnTo>
                  <a:lnTo>
                    <a:pt x="540" y="5639"/>
                  </a:lnTo>
                  <a:lnTo>
                    <a:pt x="2264" y="4949"/>
                  </a:lnTo>
                  <a:lnTo>
                    <a:pt x="1594" y="6683"/>
                  </a:lnTo>
                  <a:lnTo>
                    <a:pt x="2892" y="5348"/>
                  </a:lnTo>
                  <a:lnTo>
                    <a:pt x="2980" y="7207"/>
                  </a:lnTo>
                  <a:lnTo>
                    <a:pt x="3624" y="5463"/>
                  </a:lnTo>
                  <a:lnTo>
                    <a:pt x="4460" y="7124"/>
                  </a:lnTo>
                  <a:lnTo>
                    <a:pt x="4341" y="5265"/>
                  </a:lnTo>
                  <a:lnTo>
                    <a:pt x="5779" y="6444"/>
                  </a:lnTo>
                  <a:lnTo>
                    <a:pt x="5779" y="6444"/>
                  </a:lnTo>
                  <a:lnTo>
                    <a:pt x="4917" y="4798"/>
                  </a:lnTo>
                  <a:lnTo>
                    <a:pt x="4917" y="4798"/>
                  </a:lnTo>
                  <a:lnTo>
                    <a:pt x="6713" y="5286"/>
                  </a:lnTo>
                  <a:lnTo>
                    <a:pt x="5249" y="4133"/>
                  </a:lnTo>
                  <a:lnTo>
                    <a:pt x="7087" y="3848"/>
                  </a:lnTo>
                  <a:lnTo>
                    <a:pt x="5286" y="3396"/>
                  </a:lnTo>
                  <a:lnTo>
                    <a:pt x="6848" y="2389"/>
                  </a:lnTo>
                  <a:lnTo>
                    <a:pt x="5016" y="2706"/>
                  </a:lnTo>
                  <a:lnTo>
                    <a:pt x="6033" y="1148"/>
                  </a:lnTo>
                  <a:lnTo>
                    <a:pt x="4486" y="2181"/>
                  </a:lnTo>
                  <a:lnTo>
                    <a:pt x="4787" y="344"/>
                  </a:lnTo>
                  <a:lnTo>
                    <a:pt x="3796" y="1922"/>
                  </a:lnTo>
                  <a:lnTo>
                    <a:pt x="3318" y="120"/>
                  </a:lnTo>
                  <a:close/>
                  <a:moveTo>
                    <a:pt x="2498" y="8500"/>
                  </a:moveTo>
                  <a:cubicBezTo>
                    <a:pt x="2285" y="8500"/>
                    <a:pt x="2176" y="8759"/>
                    <a:pt x="2326" y="8910"/>
                  </a:cubicBezTo>
                  <a:cubicBezTo>
                    <a:pt x="2377" y="8961"/>
                    <a:pt x="2439" y="8983"/>
                    <a:pt x="2499" y="8983"/>
                  </a:cubicBezTo>
                  <a:cubicBezTo>
                    <a:pt x="2624" y="8983"/>
                    <a:pt x="2742" y="8887"/>
                    <a:pt x="2742" y="8744"/>
                  </a:cubicBezTo>
                  <a:cubicBezTo>
                    <a:pt x="2742" y="8609"/>
                    <a:pt x="2633" y="8500"/>
                    <a:pt x="2498" y="8500"/>
                  </a:cubicBezTo>
                  <a:close/>
                  <a:moveTo>
                    <a:pt x="9257" y="6506"/>
                  </a:moveTo>
                  <a:lnTo>
                    <a:pt x="9133" y="7347"/>
                  </a:lnTo>
                  <a:lnTo>
                    <a:pt x="8603" y="6688"/>
                  </a:lnTo>
                  <a:lnTo>
                    <a:pt x="8831" y="7503"/>
                  </a:lnTo>
                  <a:lnTo>
                    <a:pt x="8831" y="7503"/>
                  </a:lnTo>
                  <a:lnTo>
                    <a:pt x="8073" y="7113"/>
                  </a:lnTo>
                  <a:lnTo>
                    <a:pt x="8619" y="7768"/>
                  </a:lnTo>
                  <a:lnTo>
                    <a:pt x="7772" y="7721"/>
                  </a:lnTo>
                  <a:lnTo>
                    <a:pt x="7772" y="7721"/>
                  </a:lnTo>
                  <a:lnTo>
                    <a:pt x="8536" y="8100"/>
                  </a:lnTo>
                  <a:lnTo>
                    <a:pt x="7741" y="8401"/>
                  </a:lnTo>
                  <a:lnTo>
                    <a:pt x="8587" y="8432"/>
                  </a:lnTo>
                  <a:lnTo>
                    <a:pt x="7985" y="9034"/>
                  </a:lnTo>
                  <a:lnTo>
                    <a:pt x="7985" y="9034"/>
                  </a:lnTo>
                  <a:lnTo>
                    <a:pt x="8774" y="8718"/>
                  </a:lnTo>
                  <a:lnTo>
                    <a:pt x="8468" y="9512"/>
                  </a:lnTo>
                  <a:lnTo>
                    <a:pt x="9060" y="8899"/>
                  </a:lnTo>
                  <a:lnTo>
                    <a:pt x="9101" y="9751"/>
                  </a:lnTo>
                  <a:lnTo>
                    <a:pt x="9397" y="8951"/>
                  </a:lnTo>
                  <a:lnTo>
                    <a:pt x="9782" y="9709"/>
                  </a:lnTo>
                  <a:lnTo>
                    <a:pt x="9724" y="8863"/>
                  </a:lnTo>
                  <a:lnTo>
                    <a:pt x="10384" y="9398"/>
                  </a:lnTo>
                  <a:lnTo>
                    <a:pt x="9984" y="8645"/>
                  </a:lnTo>
                  <a:lnTo>
                    <a:pt x="10809" y="8868"/>
                  </a:lnTo>
                  <a:lnTo>
                    <a:pt x="10809" y="8868"/>
                  </a:lnTo>
                  <a:lnTo>
                    <a:pt x="10140" y="8344"/>
                  </a:lnTo>
                  <a:lnTo>
                    <a:pt x="10981" y="8214"/>
                  </a:lnTo>
                  <a:lnTo>
                    <a:pt x="10155" y="8006"/>
                  </a:lnTo>
                  <a:lnTo>
                    <a:pt x="10872" y="7544"/>
                  </a:lnTo>
                  <a:lnTo>
                    <a:pt x="10872" y="7544"/>
                  </a:lnTo>
                  <a:lnTo>
                    <a:pt x="10031" y="7690"/>
                  </a:lnTo>
                  <a:lnTo>
                    <a:pt x="10031" y="7690"/>
                  </a:lnTo>
                  <a:lnTo>
                    <a:pt x="10498" y="6973"/>
                  </a:lnTo>
                  <a:lnTo>
                    <a:pt x="10498" y="6973"/>
                  </a:lnTo>
                  <a:lnTo>
                    <a:pt x="9792" y="7446"/>
                  </a:lnTo>
                  <a:lnTo>
                    <a:pt x="9927" y="6610"/>
                  </a:lnTo>
                  <a:lnTo>
                    <a:pt x="9927" y="6610"/>
                  </a:lnTo>
                  <a:lnTo>
                    <a:pt x="9475" y="7326"/>
                  </a:lnTo>
                  <a:lnTo>
                    <a:pt x="9257" y="6506"/>
                  </a:lnTo>
                  <a:close/>
                  <a:moveTo>
                    <a:pt x="10114" y="12108"/>
                  </a:moveTo>
                  <a:cubicBezTo>
                    <a:pt x="9901" y="12108"/>
                    <a:pt x="9792" y="12367"/>
                    <a:pt x="9942" y="12518"/>
                  </a:cubicBezTo>
                  <a:cubicBezTo>
                    <a:pt x="9991" y="12567"/>
                    <a:pt x="10052" y="12589"/>
                    <a:pt x="10111" y="12589"/>
                  </a:cubicBezTo>
                  <a:cubicBezTo>
                    <a:pt x="10234" y="12589"/>
                    <a:pt x="10353" y="12494"/>
                    <a:pt x="10353" y="12347"/>
                  </a:cubicBezTo>
                  <a:cubicBezTo>
                    <a:pt x="10353" y="12217"/>
                    <a:pt x="10249" y="12113"/>
                    <a:pt x="10119" y="12108"/>
                  </a:cubicBezTo>
                  <a:close/>
                  <a:moveTo>
                    <a:pt x="10887" y="13442"/>
                  </a:moveTo>
                  <a:cubicBezTo>
                    <a:pt x="10674" y="13442"/>
                    <a:pt x="10565" y="13702"/>
                    <a:pt x="10721" y="13852"/>
                  </a:cubicBezTo>
                  <a:cubicBezTo>
                    <a:pt x="10770" y="13903"/>
                    <a:pt x="10831" y="13926"/>
                    <a:pt x="10891" y="13926"/>
                  </a:cubicBezTo>
                  <a:cubicBezTo>
                    <a:pt x="11014" y="13926"/>
                    <a:pt x="11131" y="13829"/>
                    <a:pt x="11131" y="13686"/>
                  </a:cubicBezTo>
                  <a:cubicBezTo>
                    <a:pt x="11131" y="13551"/>
                    <a:pt x="11022" y="13447"/>
                    <a:pt x="10893" y="13447"/>
                  </a:cubicBezTo>
                  <a:lnTo>
                    <a:pt x="10887" y="13442"/>
                  </a:lnTo>
                  <a:close/>
                  <a:moveTo>
                    <a:pt x="878" y="14761"/>
                  </a:moveTo>
                  <a:cubicBezTo>
                    <a:pt x="660" y="14761"/>
                    <a:pt x="551" y="15020"/>
                    <a:pt x="706" y="15171"/>
                  </a:cubicBezTo>
                  <a:cubicBezTo>
                    <a:pt x="755" y="15222"/>
                    <a:pt x="816" y="15244"/>
                    <a:pt x="875" y="15244"/>
                  </a:cubicBezTo>
                  <a:cubicBezTo>
                    <a:pt x="998" y="15244"/>
                    <a:pt x="1117" y="15147"/>
                    <a:pt x="1117" y="15000"/>
                  </a:cubicBezTo>
                  <a:cubicBezTo>
                    <a:pt x="1117" y="14870"/>
                    <a:pt x="1008" y="14761"/>
                    <a:pt x="878" y="14761"/>
                  </a:cubicBezTo>
                  <a:close/>
                  <a:moveTo>
                    <a:pt x="4740" y="10005"/>
                  </a:moveTo>
                  <a:lnTo>
                    <a:pt x="4522" y="11532"/>
                  </a:lnTo>
                  <a:lnTo>
                    <a:pt x="3552" y="10332"/>
                  </a:lnTo>
                  <a:lnTo>
                    <a:pt x="3552" y="10332"/>
                  </a:lnTo>
                  <a:lnTo>
                    <a:pt x="3972" y="11817"/>
                  </a:lnTo>
                  <a:lnTo>
                    <a:pt x="2607" y="11111"/>
                  </a:lnTo>
                  <a:lnTo>
                    <a:pt x="2607" y="11111"/>
                  </a:lnTo>
                  <a:lnTo>
                    <a:pt x="3593" y="12295"/>
                  </a:lnTo>
                  <a:lnTo>
                    <a:pt x="2051" y="12212"/>
                  </a:lnTo>
                  <a:lnTo>
                    <a:pt x="3437" y="12892"/>
                  </a:lnTo>
                  <a:lnTo>
                    <a:pt x="1994" y="13437"/>
                  </a:lnTo>
                  <a:lnTo>
                    <a:pt x="3536" y="13499"/>
                  </a:lnTo>
                  <a:lnTo>
                    <a:pt x="2440" y="14589"/>
                  </a:lnTo>
                  <a:lnTo>
                    <a:pt x="3873" y="14013"/>
                  </a:lnTo>
                  <a:lnTo>
                    <a:pt x="3313" y="15456"/>
                  </a:lnTo>
                  <a:lnTo>
                    <a:pt x="4393" y="14345"/>
                  </a:lnTo>
                  <a:lnTo>
                    <a:pt x="4465" y="15887"/>
                  </a:lnTo>
                  <a:lnTo>
                    <a:pt x="5000" y="14439"/>
                  </a:lnTo>
                  <a:lnTo>
                    <a:pt x="5696" y="15820"/>
                  </a:lnTo>
                  <a:lnTo>
                    <a:pt x="5592" y="14278"/>
                  </a:lnTo>
                  <a:lnTo>
                    <a:pt x="6791" y="15254"/>
                  </a:lnTo>
                  <a:lnTo>
                    <a:pt x="6069" y="13889"/>
                  </a:lnTo>
                  <a:lnTo>
                    <a:pt x="6069" y="13889"/>
                  </a:lnTo>
                  <a:lnTo>
                    <a:pt x="7565" y="14294"/>
                  </a:lnTo>
                  <a:lnTo>
                    <a:pt x="6350" y="13338"/>
                  </a:lnTo>
                  <a:lnTo>
                    <a:pt x="7876" y="13105"/>
                  </a:lnTo>
                  <a:lnTo>
                    <a:pt x="6376" y="12726"/>
                  </a:lnTo>
                  <a:lnTo>
                    <a:pt x="7674" y="11890"/>
                  </a:lnTo>
                  <a:lnTo>
                    <a:pt x="6153" y="12149"/>
                  </a:lnTo>
                  <a:lnTo>
                    <a:pt x="6999" y="10857"/>
                  </a:lnTo>
                  <a:lnTo>
                    <a:pt x="5711" y="11718"/>
                  </a:lnTo>
                  <a:lnTo>
                    <a:pt x="5960" y="10192"/>
                  </a:lnTo>
                  <a:lnTo>
                    <a:pt x="5135" y="11495"/>
                  </a:lnTo>
                  <a:lnTo>
                    <a:pt x="4740" y="1000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65"/>
            <p:cNvSpPr/>
            <p:nvPr/>
          </p:nvSpPr>
          <p:spPr>
            <a:xfrm>
              <a:off x="2165525" y="1582350"/>
              <a:ext cx="311525" cy="182375"/>
            </a:xfrm>
            <a:custGeom>
              <a:avLst/>
              <a:gdLst/>
              <a:ahLst/>
              <a:cxnLst/>
              <a:rect l="l" t="t" r="r" b="b"/>
              <a:pathLst>
                <a:path w="12461" h="7295" extrusionOk="0">
                  <a:moveTo>
                    <a:pt x="9771" y="0"/>
                  </a:moveTo>
                  <a:lnTo>
                    <a:pt x="0" y="2425"/>
                  </a:lnTo>
                  <a:lnTo>
                    <a:pt x="10737" y="2425"/>
                  </a:lnTo>
                  <a:lnTo>
                    <a:pt x="10737" y="353"/>
                  </a:lnTo>
                  <a:lnTo>
                    <a:pt x="9771" y="0"/>
                  </a:lnTo>
                  <a:close/>
                  <a:moveTo>
                    <a:pt x="11484" y="2441"/>
                  </a:moveTo>
                  <a:lnTo>
                    <a:pt x="1724" y="4865"/>
                  </a:lnTo>
                  <a:lnTo>
                    <a:pt x="12460" y="4865"/>
                  </a:lnTo>
                  <a:lnTo>
                    <a:pt x="12460" y="2788"/>
                  </a:lnTo>
                  <a:lnTo>
                    <a:pt x="11484" y="2441"/>
                  </a:lnTo>
                  <a:close/>
                  <a:moveTo>
                    <a:pt x="603" y="4870"/>
                  </a:moveTo>
                  <a:lnTo>
                    <a:pt x="603" y="7295"/>
                  </a:lnTo>
                  <a:lnTo>
                    <a:pt x="11339" y="7295"/>
                  </a:lnTo>
                  <a:lnTo>
                    <a:pt x="11339" y="48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65"/>
            <p:cNvSpPr/>
            <p:nvPr/>
          </p:nvSpPr>
          <p:spPr>
            <a:xfrm>
              <a:off x="2156825" y="1704100"/>
              <a:ext cx="268425" cy="60625"/>
            </a:xfrm>
            <a:custGeom>
              <a:avLst/>
              <a:gdLst/>
              <a:ahLst/>
              <a:cxnLst/>
              <a:rect l="l" t="t" r="r" b="b"/>
              <a:pathLst>
                <a:path w="10737" h="2425" extrusionOk="0">
                  <a:moveTo>
                    <a:pt x="1" y="0"/>
                  </a:moveTo>
                  <a:lnTo>
                    <a:pt x="1" y="2425"/>
                  </a:lnTo>
                  <a:lnTo>
                    <a:pt x="10737" y="2425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65"/>
            <p:cNvSpPr/>
            <p:nvPr/>
          </p:nvSpPr>
          <p:spPr>
            <a:xfrm>
              <a:off x="2155650" y="1702800"/>
              <a:ext cx="270900" cy="63100"/>
            </a:xfrm>
            <a:custGeom>
              <a:avLst/>
              <a:gdLst/>
              <a:ahLst/>
              <a:cxnLst/>
              <a:rect l="l" t="t" r="r" b="b"/>
              <a:pathLst>
                <a:path w="10836" h="2524" extrusionOk="0">
                  <a:moveTo>
                    <a:pt x="10737" y="99"/>
                  </a:moveTo>
                  <a:lnTo>
                    <a:pt x="10737" y="2430"/>
                  </a:lnTo>
                  <a:lnTo>
                    <a:pt x="100" y="2430"/>
                  </a:lnTo>
                  <a:lnTo>
                    <a:pt x="100" y="99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52"/>
                  </a:cubicBezTo>
                  <a:lnTo>
                    <a:pt x="1" y="2477"/>
                  </a:lnTo>
                  <a:cubicBezTo>
                    <a:pt x="1" y="2503"/>
                    <a:pt x="22" y="2523"/>
                    <a:pt x="48" y="2523"/>
                  </a:cubicBezTo>
                  <a:lnTo>
                    <a:pt x="10784" y="2523"/>
                  </a:lnTo>
                  <a:cubicBezTo>
                    <a:pt x="10815" y="2523"/>
                    <a:pt x="10836" y="2503"/>
                    <a:pt x="10836" y="2477"/>
                  </a:cubicBezTo>
                  <a:lnTo>
                    <a:pt x="10836" y="52"/>
                  </a:lnTo>
                  <a:cubicBezTo>
                    <a:pt x="10836" y="21"/>
                    <a:pt x="10810" y="0"/>
                    <a:pt x="10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65"/>
            <p:cNvSpPr/>
            <p:nvPr/>
          </p:nvSpPr>
          <p:spPr>
            <a:xfrm>
              <a:off x="2175125" y="1723425"/>
              <a:ext cx="35075" cy="23400"/>
            </a:xfrm>
            <a:custGeom>
              <a:avLst/>
              <a:gdLst/>
              <a:ahLst/>
              <a:cxnLst/>
              <a:rect l="l" t="t" r="r" b="b"/>
              <a:pathLst>
                <a:path w="1403" h="936" extrusionOk="0">
                  <a:moveTo>
                    <a:pt x="701" y="1"/>
                  </a:moveTo>
                  <a:cubicBezTo>
                    <a:pt x="312" y="1"/>
                    <a:pt x="1" y="208"/>
                    <a:pt x="1" y="468"/>
                  </a:cubicBezTo>
                  <a:cubicBezTo>
                    <a:pt x="1" y="728"/>
                    <a:pt x="312" y="935"/>
                    <a:pt x="701" y="935"/>
                  </a:cubicBezTo>
                  <a:cubicBezTo>
                    <a:pt x="1086" y="935"/>
                    <a:pt x="1402" y="728"/>
                    <a:pt x="1402" y="468"/>
                  </a:cubicBezTo>
                  <a:cubicBezTo>
                    <a:pt x="1402" y="214"/>
                    <a:pt x="1091" y="1"/>
                    <a:pt x="7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65"/>
            <p:cNvSpPr/>
            <p:nvPr/>
          </p:nvSpPr>
          <p:spPr>
            <a:xfrm>
              <a:off x="2141775" y="1582350"/>
              <a:ext cx="268425" cy="60625"/>
            </a:xfrm>
            <a:custGeom>
              <a:avLst/>
              <a:gdLst/>
              <a:ahLst/>
              <a:cxnLst/>
              <a:rect l="l" t="t" r="r" b="b"/>
              <a:pathLst>
                <a:path w="10737" h="2425" extrusionOk="0">
                  <a:moveTo>
                    <a:pt x="0" y="0"/>
                  </a:moveTo>
                  <a:lnTo>
                    <a:pt x="0" y="2425"/>
                  </a:lnTo>
                  <a:lnTo>
                    <a:pt x="10737" y="2425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65"/>
            <p:cNvSpPr/>
            <p:nvPr/>
          </p:nvSpPr>
          <p:spPr>
            <a:xfrm>
              <a:off x="2140600" y="1581175"/>
              <a:ext cx="270900" cy="63100"/>
            </a:xfrm>
            <a:custGeom>
              <a:avLst/>
              <a:gdLst/>
              <a:ahLst/>
              <a:cxnLst/>
              <a:rect l="l" t="t" r="r" b="b"/>
              <a:pathLst>
                <a:path w="10836" h="2524" extrusionOk="0">
                  <a:moveTo>
                    <a:pt x="10737" y="99"/>
                  </a:moveTo>
                  <a:lnTo>
                    <a:pt x="10737" y="2425"/>
                  </a:lnTo>
                  <a:lnTo>
                    <a:pt x="94" y="2425"/>
                  </a:lnTo>
                  <a:lnTo>
                    <a:pt x="99" y="99"/>
                  </a:lnTo>
                  <a:close/>
                  <a:moveTo>
                    <a:pt x="47" y="1"/>
                  </a:moveTo>
                  <a:cubicBezTo>
                    <a:pt x="21" y="1"/>
                    <a:pt x="1" y="21"/>
                    <a:pt x="1" y="47"/>
                  </a:cubicBezTo>
                  <a:lnTo>
                    <a:pt x="1" y="2477"/>
                  </a:lnTo>
                  <a:cubicBezTo>
                    <a:pt x="1" y="2503"/>
                    <a:pt x="21" y="2524"/>
                    <a:pt x="47" y="2524"/>
                  </a:cubicBezTo>
                  <a:lnTo>
                    <a:pt x="10784" y="2524"/>
                  </a:lnTo>
                  <a:cubicBezTo>
                    <a:pt x="10815" y="2524"/>
                    <a:pt x="10836" y="2498"/>
                    <a:pt x="10836" y="2472"/>
                  </a:cubicBezTo>
                  <a:lnTo>
                    <a:pt x="10836" y="47"/>
                  </a:lnTo>
                  <a:cubicBezTo>
                    <a:pt x="10836" y="21"/>
                    <a:pt x="10810" y="1"/>
                    <a:pt x="10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65"/>
            <p:cNvSpPr/>
            <p:nvPr/>
          </p:nvSpPr>
          <p:spPr>
            <a:xfrm>
              <a:off x="2160075" y="1601825"/>
              <a:ext cx="35075" cy="23375"/>
            </a:xfrm>
            <a:custGeom>
              <a:avLst/>
              <a:gdLst/>
              <a:ahLst/>
              <a:cxnLst/>
              <a:rect l="l" t="t" r="r" b="b"/>
              <a:pathLst>
                <a:path w="1403" h="935" extrusionOk="0">
                  <a:moveTo>
                    <a:pt x="701" y="0"/>
                  </a:moveTo>
                  <a:cubicBezTo>
                    <a:pt x="317" y="0"/>
                    <a:pt x="0" y="208"/>
                    <a:pt x="0" y="467"/>
                  </a:cubicBezTo>
                  <a:cubicBezTo>
                    <a:pt x="0" y="722"/>
                    <a:pt x="312" y="935"/>
                    <a:pt x="701" y="935"/>
                  </a:cubicBezTo>
                  <a:cubicBezTo>
                    <a:pt x="1085" y="935"/>
                    <a:pt x="1402" y="722"/>
                    <a:pt x="1402" y="467"/>
                  </a:cubicBezTo>
                  <a:cubicBezTo>
                    <a:pt x="1402" y="208"/>
                    <a:pt x="1091" y="0"/>
                    <a:pt x="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65"/>
            <p:cNvSpPr/>
            <p:nvPr/>
          </p:nvSpPr>
          <p:spPr>
            <a:xfrm>
              <a:off x="2185000" y="1643350"/>
              <a:ext cx="268425" cy="60650"/>
            </a:xfrm>
            <a:custGeom>
              <a:avLst/>
              <a:gdLst/>
              <a:ahLst/>
              <a:cxnLst/>
              <a:rect l="l" t="t" r="r" b="b"/>
              <a:pathLst>
                <a:path w="10737" h="2426" extrusionOk="0">
                  <a:moveTo>
                    <a:pt x="0" y="1"/>
                  </a:moveTo>
                  <a:lnTo>
                    <a:pt x="0" y="2425"/>
                  </a:lnTo>
                  <a:lnTo>
                    <a:pt x="10737" y="2425"/>
                  </a:lnTo>
                  <a:lnTo>
                    <a:pt x="10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65"/>
            <p:cNvSpPr/>
            <p:nvPr/>
          </p:nvSpPr>
          <p:spPr>
            <a:xfrm>
              <a:off x="2183700" y="1642050"/>
              <a:ext cx="270900" cy="63100"/>
            </a:xfrm>
            <a:custGeom>
              <a:avLst/>
              <a:gdLst/>
              <a:ahLst/>
              <a:cxnLst/>
              <a:rect l="l" t="t" r="r" b="b"/>
              <a:pathLst>
                <a:path w="10836" h="2524" extrusionOk="0">
                  <a:moveTo>
                    <a:pt x="10742" y="99"/>
                  </a:moveTo>
                  <a:lnTo>
                    <a:pt x="10742" y="2425"/>
                  </a:lnTo>
                  <a:lnTo>
                    <a:pt x="99" y="2425"/>
                  </a:lnTo>
                  <a:lnTo>
                    <a:pt x="99" y="99"/>
                  </a:lnTo>
                  <a:close/>
                  <a:moveTo>
                    <a:pt x="52" y="1"/>
                  </a:moveTo>
                  <a:cubicBezTo>
                    <a:pt x="21" y="1"/>
                    <a:pt x="0" y="27"/>
                    <a:pt x="0" y="53"/>
                  </a:cubicBezTo>
                  <a:lnTo>
                    <a:pt x="0" y="2477"/>
                  </a:lnTo>
                  <a:cubicBezTo>
                    <a:pt x="0" y="2503"/>
                    <a:pt x="21" y="2524"/>
                    <a:pt x="52" y="2524"/>
                  </a:cubicBezTo>
                  <a:lnTo>
                    <a:pt x="10789" y="2524"/>
                  </a:lnTo>
                  <a:cubicBezTo>
                    <a:pt x="10815" y="2524"/>
                    <a:pt x="10835" y="2503"/>
                    <a:pt x="10835" y="2477"/>
                  </a:cubicBezTo>
                  <a:lnTo>
                    <a:pt x="10835" y="53"/>
                  </a:lnTo>
                  <a:cubicBezTo>
                    <a:pt x="10835" y="27"/>
                    <a:pt x="10815" y="1"/>
                    <a:pt x="10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65"/>
            <p:cNvSpPr/>
            <p:nvPr/>
          </p:nvSpPr>
          <p:spPr>
            <a:xfrm>
              <a:off x="2203175" y="1662700"/>
              <a:ext cx="35050" cy="23375"/>
            </a:xfrm>
            <a:custGeom>
              <a:avLst/>
              <a:gdLst/>
              <a:ahLst/>
              <a:cxnLst/>
              <a:rect l="l" t="t" r="r" b="b"/>
              <a:pathLst>
                <a:path w="1402" h="935" extrusionOk="0">
                  <a:moveTo>
                    <a:pt x="701" y="0"/>
                  </a:moveTo>
                  <a:cubicBezTo>
                    <a:pt x="312" y="0"/>
                    <a:pt x="0" y="213"/>
                    <a:pt x="0" y="467"/>
                  </a:cubicBezTo>
                  <a:cubicBezTo>
                    <a:pt x="0" y="727"/>
                    <a:pt x="317" y="935"/>
                    <a:pt x="701" y="935"/>
                  </a:cubicBezTo>
                  <a:cubicBezTo>
                    <a:pt x="1090" y="935"/>
                    <a:pt x="1402" y="727"/>
                    <a:pt x="1402" y="467"/>
                  </a:cubicBezTo>
                  <a:cubicBezTo>
                    <a:pt x="1402" y="213"/>
                    <a:pt x="1090" y="0"/>
                    <a:pt x="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65"/>
            <p:cNvSpPr/>
            <p:nvPr/>
          </p:nvSpPr>
          <p:spPr>
            <a:xfrm>
              <a:off x="2185000" y="1643350"/>
              <a:ext cx="269475" cy="14550"/>
            </a:xfrm>
            <a:custGeom>
              <a:avLst/>
              <a:gdLst/>
              <a:ahLst/>
              <a:cxnLst/>
              <a:rect l="l" t="t" r="r" b="b"/>
              <a:pathLst>
                <a:path w="10779" h="582" extrusionOk="0">
                  <a:moveTo>
                    <a:pt x="0" y="1"/>
                  </a:moveTo>
                  <a:lnTo>
                    <a:pt x="0" y="359"/>
                  </a:lnTo>
                  <a:lnTo>
                    <a:pt x="10778" y="582"/>
                  </a:lnTo>
                  <a:lnTo>
                    <a:pt x="10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65"/>
            <p:cNvSpPr/>
            <p:nvPr/>
          </p:nvSpPr>
          <p:spPr>
            <a:xfrm>
              <a:off x="2534650" y="1519275"/>
              <a:ext cx="234825" cy="245725"/>
            </a:xfrm>
            <a:custGeom>
              <a:avLst/>
              <a:gdLst/>
              <a:ahLst/>
              <a:cxnLst/>
              <a:rect l="l" t="t" r="r" b="b"/>
              <a:pathLst>
                <a:path w="9393" h="9829" extrusionOk="0">
                  <a:moveTo>
                    <a:pt x="6900" y="0"/>
                  </a:moveTo>
                  <a:lnTo>
                    <a:pt x="1" y="4912"/>
                  </a:lnTo>
                  <a:lnTo>
                    <a:pt x="7799" y="5246"/>
                  </a:lnTo>
                  <a:lnTo>
                    <a:pt x="7799" y="5246"/>
                  </a:lnTo>
                  <a:lnTo>
                    <a:pt x="7966" y="5137"/>
                  </a:lnTo>
                  <a:lnTo>
                    <a:pt x="7966" y="5137"/>
                  </a:lnTo>
                  <a:lnTo>
                    <a:pt x="8235" y="5217"/>
                  </a:lnTo>
                  <a:lnTo>
                    <a:pt x="8235" y="5217"/>
                  </a:lnTo>
                  <a:lnTo>
                    <a:pt x="8229" y="493"/>
                  </a:lnTo>
                  <a:lnTo>
                    <a:pt x="6900" y="0"/>
                  </a:lnTo>
                  <a:close/>
                  <a:moveTo>
                    <a:pt x="8235" y="5217"/>
                  </a:moveTo>
                  <a:lnTo>
                    <a:pt x="8235" y="5265"/>
                  </a:lnTo>
                  <a:lnTo>
                    <a:pt x="7799" y="5246"/>
                  </a:lnTo>
                  <a:lnTo>
                    <a:pt x="7799" y="5246"/>
                  </a:lnTo>
                  <a:lnTo>
                    <a:pt x="753" y="9828"/>
                  </a:lnTo>
                  <a:lnTo>
                    <a:pt x="9392" y="9828"/>
                  </a:lnTo>
                  <a:lnTo>
                    <a:pt x="9392" y="5561"/>
                  </a:lnTo>
                  <a:lnTo>
                    <a:pt x="8235" y="52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65"/>
            <p:cNvSpPr/>
            <p:nvPr/>
          </p:nvSpPr>
          <p:spPr>
            <a:xfrm>
              <a:off x="2520500" y="1642175"/>
              <a:ext cx="161750" cy="122825"/>
            </a:xfrm>
            <a:custGeom>
              <a:avLst/>
              <a:gdLst/>
              <a:ahLst/>
              <a:cxnLst/>
              <a:rect l="l" t="t" r="r" b="b"/>
              <a:pathLst>
                <a:path w="6470" h="4913" extrusionOk="0">
                  <a:moveTo>
                    <a:pt x="1" y="1"/>
                  </a:moveTo>
                  <a:lnTo>
                    <a:pt x="1" y="4912"/>
                  </a:lnTo>
                  <a:lnTo>
                    <a:pt x="6470" y="4912"/>
                  </a:lnTo>
                  <a:lnTo>
                    <a:pt x="64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65"/>
            <p:cNvSpPr/>
            <p:nvPr/>
          </p:nvSpPr>
          <p:spPr>
            <a:xfrm>
              <a:off x="2519325" y="1641025"/>
              <a:ext cx="164225" cy="125125"/>
            </a:xfrm>
            <a:custGeom>
              <a:avLst/>
              <a:gdLst/>
              <a:ahLst/>
              <a:cxnLst/>
              <a:rect l="l" t="t" r="r" b="b"/>
              <a:pathLst>
                <a:path w="6569" h="5005" extrusionOk="0">
                  <a:moveTo>
                    <a:pt x="6470" y="99"/>
                  </a:moveTo>
                  <a:lnTo>
                    <a:pt x="6470" y="4911"/>
                  </a:lnTo>
                  <a:lnTo>
                    <a:pt x="100" y="4911"/>
                  </a:lnTo>
                  <a:lnTo>
                    <a:pt x="100" y="99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4958"/>
                  </a:lnTo>
                  <a:cubicBezTo>
                    <a:pt x="1" y="4984"/>
                    <a:pt x="22" y="5005"/>
                    <a:pt x="48" y="5005"/>
                  </a:cubicBezTo>
                  <a:lnTo>
                    <a:pt x="6517" y="5005"/>
                  </a:lnTo>
                  <a:cubicBezTo>
                    <a:pt x="6542" y="5005"/>
                    <a:pt x="6563" y="4984"/>
                    <a:pt x="6568" y="4958"/>
                  </a:cubicBezTo>
                  <a:lnTo>
                    <a:pt x="6568" y="47"/>
                  </a:lnTo>
                  <a:cubicBezTo>
                    <a:pt x="6563" y="21"/>
                    <a:pt x="6542" y="0"/>
                    <a:pt x="65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65"/>
            <p:cNvSpPr/>
            <p:nvPr/>
          </p:nvSpPr>
          <p:spPr>
            <a:xfrm>
              <a:off x="2526475" y="1649700"/>
              <a:ext cx="149925" cy="107750"/>
            </a:xfrm>
            <a:custGeom>
              <a:avLst/>
              <a:gdLst/>
              <a:ahLst/>
              <a:cxnLst/>
              <a:rect l="l" t="t" r="r" b="b"/>
              <a:pathLst>
                <a:path w="5997" h="4310" extrusionOk="0">
                  <a:moveTo>
                    <a:pt x="5898" y="100"/>
                  </a:moveTo>
                  <a:lnTo>
                    <a:pt x="5898" y="4217"/>
                  </a:lnTo>
                  <a:lnTo>
                    <a:pt x="99" y="4217"/>
                  </a:lnTo>
                  <a:lnTo>
                    <a:pt x="99" y="100"/>
                  </a:lnTo>
                  <a:close/>
                  <a:moveTo>
                    <a:pt x="47" y="1"/>
                  </a:moveTo>
                  <a:cubicBezTo>
                    <a:pt x="21" y="1"/>
                    <a:pt x="0" y="22"/>
                    <a:pt x="0" y="48"/>
                  </a:cubicBezTo>
                  <a:lnTo>
                    <a:pt x="0" y="4263"/>
                  </a:lnTo>
                  <a:cubicBezTo>
                    <a:pt x="0" y="4289"/>
                    <a:pt x="21" y="4310"/>
                    <a:pt x="47" y="4310"/>
                  </a:cubicBezTo>
                  <a:lnTo>
                    <a:pt x="5950" y="4310"/>
                  </a:lnTo>
                  <a:cubicBezTo>
                    <a:pt x="5976" y="4310"/>
                    <a:pt x="5997" y="4289"/>
                    <a:pt x="5997" y="4258"/>
                  </a:cubicBezTo>
                  <a:lnTo>
                    <a:pt x="5997" y="48"/>
                  </a:lnTo>
                  <a:cubicBezTo>
                    <a:pt x="5997" y="22"/>
                    <a:pt x="5976" y="1"/>
                    <a:pt x="59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65"/>
            <p:cNvSpPr/>
            <p:nvPr/>
          </p:nvSpPr>
          <p:spPr>
            <a:xfrm>
              <a:off x="2565550" y="1694500"/>
              <a:ext cx="59975" cy="27275"/>
            </a:xfrm>
            <a:custGeom>
              <a:avLst/>
              <a:gdLst/>
              <a:ahLst/>
              <a:cxnLst/>
              <a:rect l="l" t="t" r="r" b="b"/>
              <a:pathLst>
                <a:path w="2399" h="1091" extrusionOk="0">
                  <a:moveTo>
                    <a:pt x="0" y="0"/>
                  </a:moveTo>
                  <a:lnTo>
                    <a:pt x="0" y="680"/>
                  </a:lnTo>
                  <a:cubicBezTo>
                    <a:pt x="0" y="903"/>
                    <a:pt x="161" y="1090"/>
                    <a:pt x="364" y="1090"/>
                  </a:cubicBezTo>
                  <a:lnTo>
                    <a:pt x="2041" y="1090"/>
                  </a:lnTo>
                  <a:cubicBezTo>
                    <a:pt x="2238" y="1090"/>
                    <a:pt x="2399" y="903"/>
                    <a:pt x="2399" y="680"/>
                  </a:cubicBezTo>
                  <a:lnTo>
                    <a:pt x="2399" y="0"/>
                  </a:lnTo>
                  <a:lnTo>
                    <a:pt x="2300" y="0"/>
                  </a:lnTo>
                  <a:lnTo>
                    <a:pt x="2300" y="680"/>
                  </a:lnTo>
                  <a:cubicBezTo>
                    <a:pt x="2300" y="851"/>
                    <a:pt x="2186" y="992"/>
                    <a:pt x="2041" y="992"/>
                  </a:cubicBezTo>
                  <a:lnTo>
                    <a:pt x="358" y="992"/>
                  </a:lnTo>
                  <a:cubicBezTo>
                    <a:pt x="218" y="992"/>
                    <a:pt x="99" y="851"/>
                    <a:pt x="99" y="680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65"/>
            <p:cNvSpPr/>
            <p:nvPr/>
          </p:nvSpPr>
          <p:spPr>
            <a:xfrm>
              <a:off x="2561525" y="1689675"/>
              <a:ext cx="9500" cy="8200"/>
            </a:xfrm>
            <a:custGeom>
              <a:avLst/>
              <a:gdLst/>
              <a:ahLst/>
              <a:cxnLst/>
              <a:rect l="l" t="t" r="r" b="b"/>
              <a:pathLst>
                <a:path w="380" h="328" extrusionOk="0">
                  <a:moveTo>
                    <a:pt x="213" y="1"/>
                  </a:moveTo>
                  <a:cubicBezTo>
                    <a:pt x="73" y="1"/>
                    <a:pt x="0" y="167"/>
                    <a:pt x="89" y="271"/>
                  </a:cubicBezTo>
                  <a:cubicBezTo>
                    <a:pt x="121" y="310"/>
                    <a:pt x="166" y="327"/>
                    <a:pt x="210" y="327"/>
                  </a:cubicBezTo>
                  <a:cubicBezTo>
                    <a:pt x="285" y="327"/>
                    <a:pt x="358" y="278"/>
                    <a:pt x="374" y="193"/>
                  </a:cubicBezTo>
                  <a:cubicBezTo>
                    <a:pt x="379" y="94"/>
                    <a:pt x="307" y="1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65"/>
            <p:cNvSpPr/>
            <p:nvPr/>
          </p:nvSpPr>
          <p:spPr>
            <a:xfrm>
              <a:off x="2618875" y="1689675"/>
              <a:ext cx="9500" cy="8200"/>
            </a:xfrm>
            <a:custGeom>
              <a:avLst/>
              <a:gdLst/>
              <a:ahLst/>
              <a:cxnLst/>
              <a:rect l="l" t="t" r="r" b="b"/>
              <a:pathLst>
                <a:path w="380" h="328" extrusionOk="0">
                  <a:moveTo>
                    <a:pt x="214" y="1"/>
                  </a:moveTo>
                  <a:cubicBezTo>
                    <a:pt x="74" y="1"/>
                    <a:pt x="1" y="167"/>
                    <a:pt x="89" y="271"/>
                  </a:cubicBezTo>
                  <a:cubicBezTo>
                    <a:pt x="122" y="310"/>
                    <a:pt x="167" y="327"/>
                    <a:pt x="211" y="327"/>
                  </a:cubicBezTo>
                  <a:cubicBezTo>
                    <a:pt x="285" y="327"/>
                    <a:pt x="359" y="278"/>
                    <a:pt x="375" y="193"/>
                  </a:cubicBezTo>
                  <a:cubicBezTo>
                    <a:pt x="380" y="94"/>
                    <a:pt x="307" y="1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65"/>
            <p:cNvSpPr/>
            <p:nvPr/>
          </p:nvSpPr>
          <p:spPr>
            <a:xfrm>
              <a:off x="2682225" y="1642175"/>
              <a:ext cx="54275" cy="122825"/>
            </a:xfrm>
            <a:custGeom>
              <a:avLst/>
              <a:gdLst/>
              <a:ahLst/>
              <a:cxnLst/>
              <a:rect l="l" t="t" r="r" b="b"/>
              <a:pathLst>
                <a:path w="2171" h="4913" extrusionOk="0">
                  <a:moveTo>
                    <a:pt x="1" y="1"/>
                  </a:moveTo>
                  <a:lnTo>
                    <a:pt x="1" y="4912"/>
                  </a:lnTo>
                  <a:lnTo>
                    <a:pt x="2171" y="4912"/>
                  </a:lnTo>
                  <a:lnTo>
                    <a:pt x="2171" y="1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65"/>
            <p:cNvSpPr/>
            <p:nvPr/>
          </p:nvSpPr>
          <p:spPr>
            <a:xfrm>
              <a:off x="2681050" y="1641025"/>
              <a:ext cx="56750" cy="125125"/>
            </a:xfrm>
            <a:custGeom>
              <a:avLst/>
              <a:gdLst/>
              <a:ahLst/>
              <a:cxnLst/>
              <a:rect l="l" t="t" r="r" b="b"/>
              <a:pathLst>
                <a:path w="2270" h="5005" extrusionOk="0">
                  <a:moveTo>
                    <a:pt x="99" y="99"/>
                  </a:moveTo>
                  <a:lnTo>
                    <a:pt x="2171" y="244"/>
                  </a:lnTo>
                  <a:lnTo>
                    <a:pt x="2171" y="4911"/>
                  </a:lnTo>
                  <a:lnTo>
                    <a:pt x="99" y="4911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7" y="5"/>
                    <a:pt x="16" y="10"/>
                  </a:cubicBezTo>
                  <a:cubicBezTo>
                    <a:pt x="6" y="21"/>
                    <a:pt x="1" y="36"/>
                    <a:pt x="1" y="47"/>
                  </a:cubicBezTo>
                  <a:lnTo>
                    <a:pt x="1" y="4958"/>
                  </a:lnTo>
                  <a:cubicBezTo>
                    <a:pt x="1" y="4984"/>
                    <a:pt x="22" y="5005"/>
                    <a:pt x="48" y="5005"/>
                  </a:cubicBezTo>
                  <a:lnTo>
                    <a:pt x="2218" y="5005"/>
                  </a:lnTo>
                  <a:cubicBezTo>
                    <a:pt x="2244" y="5005"/>
                    <a:pt x="2264" y="4984"/>
                    <a:pt x="2270" y="4958"/>
                  </a:cubicBezTo>
                  <a:lnTo>
                    <a:pt x="2270" y="197"/>
                  </a:lnTo>
                  <a:cubicBezTo>
                    <a:pt x="2270" y="171"/>
                    <a:pt x="2249" y="151"/>
                    <a:pt x="2223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65"/>
            <p:cNvSpPr/>
            <p:nvPr/>
          </p:nvSpPr>
          <p:spPr>
            <a:xfrm>
              <a:off x="2687275" y="1649700"/>
              <a:ext cx="44300" cy="107750"/>
            </a:xfrm>
            <a:custGeom>
              <a:avLst/>
              <a:gdLst/>
              <a:ahLst/>
              <a:cxnLst/>
              <a:rect l="l" t="t" r="r" b="b"/>
              <a:pathLst>
                <a:path w="1772" h="4310" extrusionOk="0">
                  <a:moveTo>
                    <a:pt x="100" y="105"/>
                  </a:moveTo>
                  <a:lnTo>
                    <a:pt x="1668" y="245"/>
                  </a:lnTo>
                  <a:lnTo>
                    <a:pt x="1668" y="4217"/>
                  </a:lnTo>
                  <a:lnTo>
                    <a:pt x="100" y="4217"/>
                  </a:lnTo>
                  <a:lnTo>
                    <a:pt x="100" y="105"/>
                  </a:lnTo>
                  <a:close/>
                  <a:moveTo>
                    <a:pt x="46" y="0"/>
                  </a:moveTo>
                  <a:cubicBezTo>
                    <a:pt x="23" y="0"/>
                    <a:pt x="1" y="24"/>
                    <a:pt x="1" y="48"/>
                  </a:cubicBezTo>
                  <a:lnTo>
                    <a:pt x="1" y="4263"/>
                  </a:lnTo>
                  <a:cubicBezTo>
                    <a:pt x="1" y="4289"/>
                    <a:pt x="22" y="4310"/>
                    <a:pt x="53" y="4310"/>
                  </a:cubicBezTo>
                  <a:lnTo>
                    <a:pt x="1719" y="4310"/>
                  </a:lnTo>
                  <a:cubicBezTo>
                    <a:pt x="1745" y="4310"/>
                    <a:pt x="1771" y="4289"/>
                    <a:pt x="1771" y="4258"/>
                  </a:cubicBezTo>
                  <a:lnTo>
                    <a:pt x="1771" y="198"/>
                  </a:lnTo>
                  <a:cubicBezTo>
                    <a:pt x="1766" y="172"/>
                    <a:pt x="1751" y="151"/>
                    <a:pt x="1725" y="151"/>
                  </a:cubicBezTo>
                  <a:lnTo>
                    <a:pt x="53" y="1"/>
                  </a:lnTo>
                  <a:cubicBezTo>
                    <a:pt x="51" y="0"/>
                    <a:pt x="48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65"/>
            <p:cNvSpPr/>
            <p:nvPr/>
          </p:nvSpPr>
          <p:spPr>
            <a:xfrm>
              <a:off x="2501550" y="1519275"/>
              <a:ext cx="206000" cy="122800"/>
            </a:xfrm>
            <a:custGeom>
              <a:avLst/>
              <a:gdLst/>
              <a:ahLst/>
              <a:cxnLst/>
              <a:rect l="l" t="t" r="r" b="b"/>
              <a:pathLst>
                <a:path w="8240" h="4912" extrusionOk="0">
                  <a:moveTo>
                    <a:pt x="1" y="0"/>
                  </a:moveTo>
                  <a:lnTo>
                    <a:pt x="1" y="4912"/>
                  </a:lnTo>
                  <a:lnTo>
                    <a:pt x="8240" y="4912"/>
                  </a:lnTo>
                  <a:lnTo>
                    <a:pt x="82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65"/>
            <p:cNvSpPr/>
            <p:nvPr/>
          </p:nvSpPr>
          <p:spPr>
            <a:xfrm>
              <a:off x="2500375" y="1518100"/>
              <a:ext cx="208350" cy="125150"/>
            </a:xfrm>
            <a:custGeom>
              <a:avLst/>
              <a:gdLst/>
              <a:ahLst/>
              <a:cxnLst/>
              <a:rect l="l" t="t" r="r" b="b"/>
              <a:pathLst>
                <a:path w="8334" h="5006" extrusionOk="0">
                  <a:moveTo>
                    <a:pt x="8235" y="99"/>
                  </a:moveTo>
                  <a:lnTo>
                    <a:pt x="8235" y="4912"/>
                  </a:lnTo>
                  <a:lnTo>
                    <a:pt x="100" y="4912"/>
                  </a:lnTo>
                  <a:lnTo>
                    <a:pt x="100" y="99"/>
                  </a:lnTo>
                  <a:close/>
                  <a:moveTo>
                    <a:pt x="48" y="1"/>
                  </a:moveTo>
                  <a:cubicBezTo>
                    <a:pt x="22" y="1"/>
                    <a:pt x="1" y="21"/>
                    <a:pt x="1" y="47"/>
                  </a:cubicBezTo>
                  <a:lnTo>
                    <a:pt x="1" y="4959"/>
                  </a:lnTo>
                  <a:cubicBezTo>
                    <a:pt x="1" y="4985"/>
                    <a:pt x="22" y="5005"/>
                    <a:pt x="48" y="5005"/>
                  </a:cubicBezTo>
                  <a:lnTo>
                    <a:pt x="8287" y="5005"/>
                  </a:lnTo>
                  <a:cubicBezTo>
                    <a:pt x="8313" y="5005"/>
                    <a:pt x="8334" y="4985"/>
                    <a:pt x="8334" y="4959"/>
                  </a:cubicBezTo>
                  <a:lnTo>
                    <a:pt x="8334" y="47"/>
                  </a:lnTo>
                  <a:cubicBezTo>
                    <a:pt x="8334" y="21"/>
                    <a:pt x="8313" y="1"/>
                    <a:pt x="8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65"/>
            <p:cNvSpPr/>
            <p:nvPr/>
          </p:nvSpPr>
          <p:spPr>
            <a:xfrm>
              <a:off x="2509475" y="1526800"/>
              <a:ext cx="190300" cy="107750"/>
            </a:xfrm>
            <a:custGeom>
              <a:avLst/>
              <a:gdLst/>
              <a:ahLst/>
              <a:cxnLst/>
              <a:rect l="l" t="t" r="r" b="b"/>
              <a:pathLst>
                <a:path w="7612" h="4310" extrusionOk="0">
                  <a:moveTo>
                    <a:pt x="7513" y="99"/>
                  </a:moveTo>
                  <a:lnTo>
                    <a:pt x="7513" y="4211"/>
                  </a:lnTo>
                  <a:lnTo>
                    <a:pt x="99" y="4211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4263"/>
                  </a:lnTo>
                  <a:cubicBezTo>
                    <a:pt x="0" y="4289"/>
                    <a:pt x="21" y="4309"/>
                    <a:pt x="47" y="4309"/>
                  </a:cubicBezTo>
                  <a:lnTo>
                    <a:pt x="7559" y="4309"/>
                  </a:lnTo>
                  <a:cubicBezTo>
                    <a:pt x="7585" y="4309"/>
                    <a:pt x="7606" y="4289"/>
                    <a:pt x="7611" y="4263"/>
                  </a:cubicBezTo>
                  <a:lnTo>
                    <a:pt x="7611" y="47"/>
                  </a:lnTo>
                  <a:cubicBezTo>
                    <a:pt x="7606" y="21"/>
                    <a:pt x="7585" y="0"/>
                    <a:pt x="7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65"/>
            <p:cNvSpPr/>
            <p:nvPr/>
          </p:nvSpPr>
          <p:spPr>
            <a:xfrm>
              <a:off x="2567350" y="1571575"/>
              <a:ext cx="69725" cy="27275"/>
            </a:xfrm>
            <a:custGeom>
              <a:avLst/>
              <a:gdLst/>
              <a:ahLst/>
              <a:cxnLst/>
              <a:rect l="l" t="t" r="r" b="b"/>
              <a:pathLst>
                <a:path w="2789" h="1091" extrusionOk="0">
                  <a:moveTo>
                    <a:pt x="1" y="1"/>
                  </a:moveTo>
                  <a:lnTo>
                    <a:pt x="1" y="681"/>
                  </a:lnTo>
                  <a:cubicBezTo>
                    <a:pt x="1" y="904"/>
                    <a:pt x="183" y="1091"/>
                    <a:pt x="411" y="1091"/>
                  </a:cubicBezTo>
                  <a:lnTo>
                    <a:pt x="2379" y="1091"/>
                  </a:lnTo>
                  <a:cubicBezTo>
                    <a:pt x="2602" y="1091"/>
                    <a:pt x="2789" y="904"/>
                    <a:pt x="2789" y="681"/>
                  </a:cubicBezTo>
                  <a:lnTo>
                    <a:pt x="2789" y="1"/>
                  </a:lnTo>
                  <a:lnTo>
                    <a:pt x="2690" y="1"/>
                  </a:lnTo>
                  <a:lnTo>
                    <a:pt x="2690" y="681"/>
                  </a:lnTo>
                  <a:cubicBezTo>
                    <a:pt x="2690" y="852"/>
                    <a:pt x="2550" y="992"/>
                    <a:pt x="2379" y="992"/>
                  </a:cubicBezTo>
                  <a:lnTo>
                    <a:pt x="411" y="992"/>
                  </a:lnTo>
                  <a:cubicBezTo>
                    <a:pt x="240" y="992"/>
                    <a:pt x="100" y="852"/>
                    <a:pt x="100" y="681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65"/>
            <p:cNvSpPr/>
            <p:nvPr/>
          </p:nvSpPr>
          <p:spPr>
            <a:xfrm>
              <a:off x="2562300" y="1566775"/>
              <a:ext cx="10925" cy="9475"/>
            </a:xfrm>
            <a:custGeom>
              <a:avLst/>
              <a:gdLst/>
              <a:ahLst/>
              <a:cxnLst/>
              <a:rect l="l" t="t" r="r" b="b"/>
              <a:pathLst>
                <a:path w="437" h="379" extrusionOk="0">
                  <a:moveTo>
                    <a:pt x="250" y="0"/>
                  </a:moveTo>
                  <a:cubicBezTo>
                    <a:pt x="83" y="0"/>
                    <a:pt x="0" y="203"/>
                    <a:pt x="120" y="322"/>
                  </a:cubicBezTo>
                  <a:cubicBezTo>
                    <a:pt x="157" y="361"/>
                    <a:pt x="204" y="379"/>
                    <a:pt x="250" y="379"/>
                  </a:cubicBezTo>
                  <a:cubicBezTo>
                    <a:pt x="345" y="379"/>
                    <a:pt x="436" y="304"/>
                    <a:pt x="436" y="193"/>
                  </a:cubicBezTo>
                  <a:cubicBezTo>
                    <a:pt x="436" y="89"/>
                    <a:pt x="353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65"/>
            <p:cNvSpPr/>
            <p:nvPr/>
          </p:nvSpPr>
          <p:spPr>
            <a:xfrm>
              <a:off x="2629400" y="1566775"/>
              <a:ext cx="11050" cy="9475"/>
            </a:xfrm>
            <a:custGeom>
              <a:avLst/>
              <a:gdLst/>
              <a:ahLst/>
              <a:cxnLst/>
              <a:rect l="l" t="t" r="r" b="b"/>
              <a:pathLst>
                <a:path w="442" h="379" extrusionOk="0">
                  <a:moveTo>
                    <a:pt x="250" y="0"/>
                  </a:moveTo>
                  <a:cubicBezTo>
                    <a:pt x="84" y="0"/>
                    <a:pt x="0" y="203"/>
                    <a:pt x="120" y="322"/>
                  </a:cubicBezTo>
                  <a:cubicBezTo>
                    <a:pt x="159" y="361"/>
                    <a:pt x="207" y="379"/>
                    <a:pt x="253" y="379"/>
                  </a:cubicBezTo>
                  <a:cubicBezTo>
                    <a:pt x="350" y="379"/>
                    <a:pt x="442" y="304"/>
                    <a:pt x="442" y="193"/>
                  </a:cubicBezTo>
                  <a:cubicBezTo>
                    <a:pt x="437" y="89"/>
                    <a:pt x="354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8" name="Google Shape;2218;p65"/>
          <p:cNvGrpSpPr/>
          <p:nvPr/>
        </p:nvGrpSpPr>
        <p:grpSpPr>
          <a:xfrm>
            <a:off x="343929" y="9"/>
            <a:ext cx="932262" cy="2838322"/>
            <a:chOff x="973775" y="2233375"/>
            <a:chExt cx="404575" cy="1231750"/>
          </a:xfrm>
        </p:grpSpPr>
        <p:sp>
          <p:nvSpPr>
            <p:cNvPr id="2219" name="Google Shape;2219;p65"/>
            <p:cNvSpPr/>
            <p:nvPr/>
          </p:nvSpPr>
          <p:spPr>
            <a:xfrm>
              <a:off x="1223875" y="2922850"/>
              <a:ext cx="58575" cy="27925"/>
            </a:xfrm>
            <a:custGeom>
              <a:avLst/>
              <a:gdLst/>
              <a:ahLst/>
              <a:cxnLst/>
              <a:rect l="l" t="t" r="r" b="b"/>
              <a:pathLst>
                <a:path w="2343" h="1117" extrusionOk="0">
                  <a:moveTo>
                    <a:pt x="2332" y="0"/>
                  </a:moveTo>
                  <a:cubicBezTo>
                    <a:pt x="2254" y="5"/>
                    <a:pt x="328" y="151"/>
                    <a:pt x="1" y="1085"/>
                  </a:cubicBezTo>
                  <a:lnTo>
                    <a:pt x="94" y="1116"/>
                  </a:lnTo>
                  <a:cubicBezTo>
                    <a:pt x="401" y="239"/>
                    <a:pt x="2321" y="99"/>
                    <a:pt x="2342" y="99"/>
                  </a:cubicBezTo>
                  <a:lnTo>
                    <a:pt x="23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65"/>
            <p:cNvSpPr/>
            <p:nvPr/>
          </p:nvSpPr>
          <p:spPr>
            <a:xfrm>
              <a:off x="1042425" y="2920900"/>
              <a:ext cx="73225" cy="72050"/>
            </a:xfrm>
            <a:custGeom>
              <a:avLst/>
              <a:gdLst/>
              <a:ahLst/>
              <a:cxnLst/>
              <a:rect l="l" t="t" r="r" b="b"/>
              <a:pathLst>
                <a:path w="2929" h="2882" extrusionOk="0">
                  <a:moveTo>
                    <a:pt x="1" y="0"/>
                  </a:moveTo>
                  <a:lnTo>
                    <a:pt x="1" y="94"/>
                  </a:lnTo>
                  <a:cubicBezTo>
                    <a:pt x="2566" y="120"/>
                    <a:pt x="2835" y="2856"/>
                    <a:pt x="2835" y="2882"/>
                  </a:cubicBezTo>
                  <a:lnTo>
                    <a:pt x="2929" y="2871"/>
                  </a:lnTo>
                  <a:cubicBezTo>
                    <a:pt x="2929" y="2845"/>
                    <a:pt x="2654" y="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65"/>
            <p:cNvSpPr/>
            <p:nvPr/>
          </p:nvSpPr>
          <p:spPr>
            <a:xfrm>
              <a:off x="975075" y="2993325"/>
              <a:ext cx="102825" cy="45950"/>
            </a:xfrm>
            <a:custGeom>
              <a:avLst/>
              <a:gdLst/>
              <a:ahLst/>
              <a:cxnLst/>
              <a:rect l="l" t="t" r="r" b="b"/>
              <a:pathLst>
                <a:path w="4113" h="1838" extrusionOk="0">
                  <a:moveTo>
                    <a:pt x="2697" y="1"/>
                  </a:moveTo>
                  <a:cubicBezTo>
                    <a:pt x="2373" y="1"/>
                    <a:pt x="2050" y="74"/>
                    <a:pt x="1760" y="208"/>
                  </a:cubicBezTo>
                  <a:cubicBezTo>
                    <a:pt x="1501" y="327"/>
                    <a:pt x="1231" y="478"/>
                    <a:pt x="1059" y="654"/>
                  </a:cubicBezTo>
                  <a:cubicBezTo>
                    <a:pt x="1059" y="654"/>
                    <a:pt x="130" y="789"/>
                    <a:pt x="0" y="1838"/>
                  </a:cubicBezTo>
                  <a:cubicBezTo>
                    <a:pt x="0" y="1838"/>
                    <a:pt x="514" y="1329"/>
                    <a:pt x="1096" y="1329"/>
                  </a:cubicBezTo>
                  <a:cubicBezTo>
                    <a:pt x="1468" y="1329"/>
                    <a:pt x="2219" y="1576"/>
                    <a:pt x="2851" y="1576"/>
                  </a:cubicBezTo>
                  <a:cubicBezTo>
                    <a:pt x="3198" y="1576"/>
                    <a:pt x="3509" y="1502"/>
                    <a:pt x="3702" y="1272"/>
                  </a:cubicBezTo>
                  <a:cubicBezTo>
                    <a:pt x="4112" y="789"/>
                    <a:pt x="4071" y="379"/>
                    <a:pt x="3401" y="125"/>
                  </a:cubicBezTo>
                  <a:cubicBezTo>
                    <a:pt x="3176" y="41"/>
                    <a:pt x="2936" y="1"/>
                    <a:pt x="2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65"/>
            <p:cNvSpPr/>
            <p:nvPr/>
          </p:nvSpPr>
          <p:spPr>
            <a:xfrm>
              <a:off x="973775" y="2992150"/>
              <a:ext cx="102700" cy="48425"/>
            </a:xfrm>
            <a:custGeom>
              <a:avLst/>
              <a:gdLst/>
              <a:ahLst/>
              <a:cxnLst/>
              <a:rect l="l" t="t" r="r" b="b"/>
              <a:pathLst>
                <a:path w="4108" h="1937" extrusionOk="0">
                  <a:moveTo>
                    <a:pt x="2791" y="99"/>
                  </a:moveTo>
                  <a:cubicBezTo>
                    <a:pt x="3011" y="99"/>
                    <a:pt x="3226" y="140"/>
                    <a:pt x="3432" y="218"/>
                  </a:cubicBezTo>
                  <a:cubicBezTo>
                    <a:pt x="3733" y="333"/>
                    <a:pt x="3910" y="478"/>
                    <a:pt x="3956" y="655"/>
                  </a:cubicBezTo>
                  <a:cubicBezTo>
                    <a:pt x="4003" y="836"/>
                    <a:pt x="3920" y="1044"/>
                    <a:pt x="3718" y="1288"/>
                  </a:cubicBezTo>
                  <a:cubicBezTo>
                    <a:pt x="3535" y="1504"/>
                    <a:pt x="3239" y="1574"/>
                    <a:pt x="2905" y="1574"/>
                  </a:cubicBezTo>
                  <a:cubicBezTo>
                    <a:pt x="2556" y="1574"/>
                    <a:pt x="2165" y="1497"/>
                    <a:pt x="1818" y="1428"/>
                  </a:cubicBezTo>
                  <a:cubicBezTo>
                    <a:pt x="1594" y="1376"/>
                    <a:pt x="1371" y="1340"/>
                    <a:pt x="1148" y="1324"/>
                  </a:cubicBezTo>
                  <a:cubicBezTo>
                    <a:pt x="707" y="1324"/>
                    <a:pt x="302" y="1610"/>
                    <a:pt x="120" y="1760"/>
                  </a:cubicBezTo>
                  <a:cubicBezTo>
                    <a:pt x="213" y="1246"/>
                    <a:pt x="608" y="847"/>
                    <a:pt x="1122" y="748"/>
                  </a:cubicBezTo>
                  <a:cubicBezTo>
                    <a:pt x="1132" y="748"/>
                    <a:pt x="1143" y="743"/>
                    <a:pt x="1148" y="732"/>
                  </a:cubicBezTo>
                  <a:cubicBezTo>
                    <a:pt x="1288" y="587"/>
                    <a:pt x="1522" y="442"/>
                    <a:pt x="1833" y="296"/>
                  </a:cubicBezTo>
                  <a:cubicBezTo>
                    <a:pt x="2119" y="166"/>
                    <a:pt x="2435" y="99"/>
                    <a:pt x="2752" y="99"/>
                  </a:cubicBezTo>
                  <a:cubicBezTo>
                    <a:pt x="2765" y="99"/>
                    <a:pt x="2778" y="99"/>
                    <a:pt x="2791" y="99"/>
                  </a:cubicBezTo>
                  <a:close/>
                  <a:moveTo>
                    <a:pt x="2752" y="0"/>
                  </a:moveTo>
                  <a:cubicBezTo>
                    <a:pt x="2429" y="0"/>
                    <a:pt x="2097" y="70"/>
                    <a:pt x="1792" y="208"/>
                  </a:cubicBezTo>
                  <a:cubicBezTo>
                    <a:pt x="1480" y="353"/>
                    <a:pt x="1241" y="504"/>
                    <a:pt x="1091" y="655"/>
                  </a:cubicBezTo>
                  <a:cubicBezTo>
                    <a:pt x="961" y="680"/>
                    <a:pt x="125" y="883"/>
                    <a:pt x="0" y="1880"/>
                  </a:cubicBezTo>
                  <a:cubicBezTo>
                    <a:pt x="0" y="1901"/>
                    <a:pt x="11" y="1921"/>
                    <a:pt x="32" y="1932"/>
                  </a:cubicBezTo>
                  <a:cubicBezTo>
                    <a:pt x="37" y="1932"/>
                    <a:pt x="42" y="1937"/>
                    <a:pt x="52" y="1937"/>
                  </a:cubicBezTo>
                  <a:cubicBezTo>
                    <a:pt x="63" y="1937"/>
                    <a:pt x="78" y="1932"/>
                    <a:pt x="84" y="1921"/>
                  </a:cubicBezTo>
                  <a:cubicBezTo>
                    <a:pt x="89" y="1916"/>
                    <a:pt x="592" y="1423"/>
                    <a:pt x="1148" y="1423"/>
                  </a:cubicBezTo>
                  <a:cubicBezTo>
                    <a:pt x="1366" y="1438"/>
                    <a:pt x="1584" y="1470"/>
                    <a:pt x="1802" y="1522"/>
                  </a:cubicBezTo>
                  <a:cubicBezTo>
                    <a:pt x="2154" y="1592"/>
                    <a:pt x="2550" y="1671"/>
                    <a:pt x="2910" y="1671"/>
                  </a:cubicBezTo>
                  <a:cubicBezTo>
                    <a:pt x="3266" y="1671"/>
                    <a:pt x="3586" y="1593"/>
                    <a:pt x="3790" y="1350"/>
                  </a:cubicBezTo>
                  <a:cubicBezTo>
                    <a:pt x="4019" y="1085"/>
                    <a:pt x="4107" y="841"/>
                    <a:pt x="4050" y="634"/>
                  </a:cubicBezTo>
                  <a:cubicBezTo>
                    <a:pt x="3998" y="421"/>
                    <a:pt x="3801" y="255"/>
                    <a:pt x="3468" y="125"/>
                  </a:cubicBezTo>
                  <a:cubicBezTo>
                    <a:pt x="3245" y="41"/>
                    <a:pt x="3001" y="0"/>
                    <a:pt x="27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65"/>
            <p:cNvSpPr/>
            <p:nvPr/>
          </p:nvSpPr>
          <p:spPr>
            <a:xfrm>
              <a:off x="1001300" y="3004475"/>
              <a:ext cx="47900" cy="8075"/>
            </a:xfrm>
            <a:custGeom>
              <a:avLst/>
              <a:gdLst/>
              <a:ahLst/>
              <a:cxnLst/>
              <a:rect l="l" t="t" r="r" b="b"/>
              <a:pathLst>
                <a:path w="1916" h="323" extrusionOk="0">
                  <a:moveTo>
                    <a:pt x="1023" y="0"/>
                  </a:moveTo>
                  <a:cubicBezTo>
                    <a:pt x="756" y="0"/>
                    <a:pt x="419" y="43"/>
                    <a:pt x="0" y="162"/>
                  </a:cubicBezTo>
                  <a:lnTo>
                    <a:pt x="26" y="255"/>
                  </a:lnTo>
                  <a:cubicBezTo>
                    <a:pt x="437" y="138"/>
                    <a:pt x="764" y="97"/>
                    <a:pt x="1021" y="97"/>
                  </a:cubicBezTo>
                  <a:cubicBezTo>
                    <a:pt x="1620" y="97"/>
                    <a:pt x="1839" y="319"/>
                    <a:pt x="1843" y="322"/>
                  </a:cubicBezTo>
                  <a:lnTo>
                    <a:pt x="1871" y="302"/>
                  </a:lnTo>
                  <a:lnTo>
                    <a:pt x="1871" y="302"/>
                  </a:lnTo>
                  <a:lnTo>
                    <a:pt x="1916" y="260"/>
                  </a:lnTo>
                  <a:cubicBezTo>
                    <a:pt x="1905" y="245"/>
                    <a:pt x="1666" y="0"/>
                    <a:pt x="1023" y="0"/>
                  </a:cubicBezTo>
                  <a:close/>
                  <a:moveTo>
                    <a:pt x="1885" y="291"/>
                  </a:moveTo>
                  <a:lnTo>
                    <a:pt x="1871" y="302"/>
                  </a:lnTo>
                  <a:lnTo>
                    <a:pt x="1871" y="302"/>
                  </a:lnTo>
                  <a:lnTo>
                    <a:pt x="1848" y="322"/>
                  </a:lnTo>
                  <a:lnTo>
                    <a:pt x="1885" y="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65"/>
            <p:cNvSpPr/>
            <p:nvPr/>
          </p:nvSpPr>
          <p:spPr>
            <a:xfrm>
              <a:off x="1125375" y="2910025"/>
              <a:ext cx="98400" cy="66400"/>
            </a:xfrm>
            <a:custGeom>
              <a:avLst/>
              <a:gdLst/>
              <a:ahLst/>
              <a:cxnLst/>
              <a:rect l="l" t="t" r="r" b="b"/>
              <a:pathLst>
                <a:path w="3936" h="2656" extrusionOk="0">
                  <a:moveTo>
                    <a:pt x="2517" y="1"/>
                  </a:moveTo>
                  <a:cubicBezTo>
                    <a:pt x="2208" y="1"/>
                    <a:pt x="1858" y="77"/>
                    <a:pt x="1475" y="285"/>
                  </a:cubicBezTo>
                  <a:cubicBezTo>
                    <a:pt x="0" y="1084"/>
                    <a:pt x="1651" y="1655"/>
                    <a:pt x="1651" y="1655"/>
                  </a:cubicBezTo>
                  <a:cubicBezTo>
                    <a:pt x="1651" y="1655"/>
                    <a:pt x="1366" y="1941"/>
                    <a:pt x="1932" y="2559"/>
                  </a:cubicBezTo>
                  <a:cubicBezTo>
                    <a:pt x="1993" y="2625"/>
                    <a:pt x="2064" y="2655"/>
                    <a:pt x="2143" y="2655"/>
                  </a:cubicBezTo>
                  <a:cubicBezTo>
                    <a:pt x="2792" y="2655"/>
                    <a:pt x="3936" y="627"/>
                    <a:pt x="3936" y="627"/>
                  </a:cubicBezTo>
                  <a:cubicBezTo>
                    <a:pt x="3936" y="627"/>
                    <a:pt x="3397" y="1"/>
                    <a:pt x="2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65"/>
            <p:cNvSpPr/>
            <p:nvPr/>
          </p:nvSpPr>
          <p:spPr>
            <a:xfrm>
              <a:off x="1145225" y="2908850"/>
              <a:ext cx="79850" cy="68775"/>
            </a:xfrm>
            <a:custGeom>
              <a:avLst/>
              <a:gdLst/>
              <a:ahLst/>
              <a:cxnLst/>
              <a:rect l="l" t="t" r="r" b="b"/>
              <a:pathLst>
                <a:path w="3194" h="2751" extrusionOk="0">
                  <a:moveTo>
                    <a:pt x="1730" y="91"/>
                  </a:moveTo>
                  <a:cubicBezTo>
                    <a:pt x="2480" y="91"/>
                    <a:pt x="2968" y="561"/>
                    <a:pt x="3079" y="679"/>
                  </a:cubicBezTo>
                  <a:cubicBezTo>
                    <a:pt x="2939" y="923"/>
                    <a:pt x="1958" y="2585"/>
                    <a:pt x="1382" y="2652"/>
                  </a:cubicBezTo>
                  <a:cubicBezTo>
                    <a:pt x="1371" y="2654"/>
                    <a:pt x="1361" y="2654"/>
                    <a:pt x="1350" y="2654"/>
                  </a:cubicBezTo>
                  <a:cubicBezTo>
                    <a:pt x="1279" y="2654"/>
                    <a:pt x="1215" y="2624"/>
                    <a:pt x="1174" y="2569"/>
                  </a:cubicBezTo>
                  <a:cubicBezTo>
                    <a:pt x="650" y="2003"/>
                    <a:pt x="888" y="1739"/>
                    <a:pt x="894" y="1733"/>
                  </a:cubicBezTo>
                  <a:cubicBezTo>
                    <a:pt x="904" y="1723"/>
                    <a:pt x="909" y="1707"/>
                    <a:pt x="909" y="1692"/>
                  </a:cubicBezTo>
                  <a:cubicBezTo>
                    <a:pt x="904" y="1671"/>
                    <a:pt x="894" y="1661"/>
                    <a:pt x="878" y="1655"/>
                  </a:cubicBezTo>
                  <a:cubicBezTo>
                    <a:pt x="868" y="1650"/>
                    <a:pt x="151" y="1401"/>
                    <a:pt x="120" y="1022"/>
                  </a:cubicBezTo>
                  <a:cubicBezTo>
                    <a:pt x="104" y="814"/>
                    <a:pt x="302" y="596"/>
                    <a:pt x="707" y="373"/>
                  </a:cubicBezTo>
                  <a:cubicBezTo>
                    <a:pt x="1085" y="168"/>
                    <a:pt x="1429" y="91"/>
                    <a:pt x="1730" y="91"/>
                  </a:cubicBezTo>
                  <a:close/>
                  <a:moveTo>
                    <a:pt x="1719" y="1"/>
                  </a:moveTo>
                  <a:cubicBezTo>
                    <a:pt x="1404" y="1"/>
                    <a:pt x="1048" y="79"/>
                    <a:pt x="660" y="290"/>
                  </a:cubicBezTo>
                  <a:cubicBezTo>
                    <a:pt x="219" y="529"/>
                    <a:pt x="1" y="778"/>
                    <a:pt x="21" y="1032"/>
                  </a:cubicBezTo>
                  <a:cubicBezTo>
                    <a:pt x="53" y="1406"/>
                    <a:pt x="598" y="1650"/>
                    <a:pt x="779" y="1723"/>
                  </a:cubicBezTo>
                  <a:cubicBezTo>
                    <a:pt x="717" y="1842"/>
                    <a:pt x="644" y="2143"/>
                    <a:pt x="1101" y="2637"/>
                  </a:cubicBezTo>
                  <a:cubicBezTo>
                    <a:pt x="1164" y="2709"/>
                    <a:pt x="1252" y="2751"/>
                    <a:pt x="1345" y="2751"/>
                  </a:cubicBezTo>
                  <a:cubicBezTo>
                    <a:pt x="1361" y="2751"/>
                    <a:pt x="1376" y="2751"/>
                    <a:pt x="1392" y="2746"/>
                  </a:cubicBezTo>
                  <a:cubicBezTo>
                    <a:pt x="2062" y="2673"/>
                    <a:pt x="3136" y="778"/>
                    <a:pt x="3183" y="695"/>
                  </a:cubicBezTo>
                  <a:cubicBezTo>
                    <a:pt x="3194" y="679"/>
                    <a:pt x="3188" y="659"/>
                    <a:pt x="3178" y="638"/>
                  </a:cubicBezTo>
                  <a:cubicBezTo>
                    <a:pt x="3170" y="630"/>
                    <a:pt x="2612" y="1"/>
                    <a:pt x="1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65"/>
            <p:cNvSpPr/>
            <p:nvPr/>
          </p:nvSpPr>
          <p:spPr>
            <a:xfrm>
              <a:off x="1166650" y="2928425"/>
              <a:ext cx="37650" cy="23000"/>
            </a:xfrm>
            <a:custGeom>
              <a:avLst/>
              <a:gdLst/>
              <a:ahLst/>
              <a:cxnLst/>
              <a:rect l="l" t="t" r="r" b="b"/>
              <a:pathLst>
                <a:path w="1506" h="920" extrusionOk="0">
                  <a:moveTo>
                    <a:pt x="1506" y="0"/>
                  </a:moveTo>
                  <a:cubicBezTo>
                    <a:pt x="1506" y="0"/>
                    <a:pt x="561" y="218"/>
                    <a:pt x="0" y="919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65"/>
            <p:cNvSpPr/>
            <p:nvPr/>
          </p:nvSpPr>
          <p:spPr>
            <a:xfrm>
              <a:off x="1165725" y="2927250"/>
              <a:ext cx="38725" cy="24950"/>
            </a:xfrm>
            <a:custGeom>
              <a:avLst/>
              <a:gdLst/>
              <a:ahLst/>
              <a:cxnLst/>
              <a:rect l="l" t="t" r="r" b="b"/>
              <a:pathLst>
                <a:path w="1549" h="998" extrusionOk="0">
                  <a:moveTo>
                    <a:pt x="1527" y="1"/>
                  </a:moveTo>
                  <a:cubicBezTo>
                    <a:pt x="1491" y="11"/>
                    <a:pt x="562" y="229"/>
                    <a:pt x="1" y="935"/>
                  </a:cubicBezTo>
                  <a:lnTo>
                    <a:pt x="74" y="997"/>
                  </a:lnTo>
                  <a:cubicBezTo>
                    <a:pt x="619" y="317"/>
                    <a:pt x="1543" y="94"/>
                    <a:pt x="1548" y="94"/>
                  </a:cubicBezTo>
                  <a:lnTo>
                    <a:pt x="15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65"/>
            <p:cNvSpPr/>
            <p:nvPr/>
          </p:nvSpPr>
          <p:spPr>
            <a:xfrm>
              <a:off x="1208575" y="2934025"/>
              <a:ext cx="102800" cy="46075"/>
            </a:xfrm>
            <a:custGeom>
              <a:avLst/>
              <a:gdLst/>
              <a:ahLst/>
              <a:cxnLst/>
              <a:rect l="l" t="t" r="r" b="b"/>
              <a:pathLst>
                <a:path w="4112" h="1843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9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9"/>
                    <a:pt x="3017" y="1329"/>
                  </a:cubicBezTo>
                  <a:cubicBezTo>
                    <a:pt x="3598" y="1329"/>
                    <a:pt x="4112" y="1843"/>
                    <a:pt x="4112" y="1843"/>
                  </a:cubicBezTo>
                  <a:cubicBezTo>
                    <a:pt x="3987" y="789"/>
                    <a:pt x="3053" y="654"/>
                    <a:pt x="3053" y="654"/>
                  </a:cubicBezTo>
                  <a:cubicBezTo>
                    <a:pt x="2882" y="477"/>
                    <a:pt x="2612" y="327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65"/>
            <p:cNvSpPr/>
            <p:nvPr/>
          </p:nvSpPr>
          <p:spPr>
            <a:xfrm>
              <a:off x="1210000" y="2932850"/>
              <a:ext cx="102675" cy="48425"/>
            </a:xfrm>
            <a:custGeom>
              <a:avLst/>
              <a:gdLst/>
              <a:ahLst/>
              <a:cxnLst/>
              <a:rect l="l" t="t" r="r" b="b"/>
              <a:pathLst>
                <a:path w="4107" h="1937" extrusionOk="0">
                  <a:moveTo>
                    <a:pt x="1355" y="97"/>
                  </a:moveTo>
                  <a:cubicBezTo>
                    <a:pt x="1665" y="97"/>
                    <a:pt x="1983" y="165"/>
                    <a:pt x="2274" y="301"/>
                  </a:cubicBezTo>
                  <a:cubicBezTo>
                    <a:pt x="2586" y="441"/>
                    <a:pt x="2819" y="586"/>
                    <a:pt x="2960" y="737"/>
                  </a:cubicBezTo>
                  <a:cubicBezTo>
                    <a:pt x="2965" y="742"/>
                    <a:pt x="2975" y="747"/>
                    <a:pt x="2986" y="747"/>
                  </a:cubicBezTo>
                  <a:cubicBezTo>
                    <a:pt x="3494" y="851"/>
                    <a:pt x="3889" y="1251"/>
                    <a:pt x="3988" y="1760"/>
                  </a:cubicBezTo>
                  <a:cubicBezTo>
                    <a:pt x="3806" y="1609"/>
                    <a:pt x="3406" y="1324"/>
                    <a:pt x="2960" y="1324"/>
                  </a:cubicBezTo>
                  <a:cubicBezTo>
                    <a:pt x="2736" y="1339"/>
                    <a:pt x="2508" y="1376"/>
                    <a:pt x="2290" y="1427"/>
                  </a:cubicBezTo>
                  <a:cubicBezTo>
                    <a:pt x="1941" y="1497"/>
                    <a:pt x="1548" y="1576"/>
                    <a:pt x="1198" y="1576"/>
                  </a:cubicBezTo>
                  <a:cubicBezTo>
                    <a:pt x="866" y="1576"/>
                    <a:pt x="572" y="1505"/>
                    <a:pt x="390" y="1287"/>
                  </a:cubicBezTo>
                  <a:cubicBezTo>
                    <a:pt x="187" y="1048"/>
                    <a:pt x="104" y="836"/>
                    <a:pt x="151" y="659"/>
                  </a:cubicBezTo>
                  <a:cubicBezTo>
                    <a:pt x="198" y="477"/>
                    <a:pt x="374" y="332"/>
                    <a:pt x="675" y="218"/>
                  </a:cubicBezTo>
                  <a:cubicBezTo>
                    <a:pt x="887" y="137"/>
                    <a:pt x="1118" y="97"/>
                    <a:pt x="1355" y="97"/>
                  </a:cubicBezTo>
                  <a:close/>
                  <a:moveTo>
                    <a:pt x="1359" y="1"/>
                  </a:moveTo>
                  <a:cubicBezTo>
                    <a:pt x="1109" y="1"/>
                    <a:pt x="863" y="44"/>
                    <a:pt x="639" y="130"/>
                  </a:cubicBezTo>
                  <a:cubicBezTo>
                    <a:pt x="307" y="254"/>
                    <a:pt x="115" y="425"/>
                    <a:pt x="57" y="633"/>
                  </a:cubicBezTo>
                  <a:cubicBezTo>
                    <a:pt x="0" y="841"/>
                    <a:pt x="89" y="1085"/>
                    <a:pt x="317" y="1350"/>
                  </a:cubicBezTo>
                  <a:cubicBezTo>
                    <a:pt x="521" y="1593"/>
                    <a:pt x="841" y="1671"/>
                    <a:pt x="1198" y="1671"/>
                  </a:cubicBezTo>
                  <a:cubicBezTo>
                    <a:pt x="1558" y="1671"/>
                    <a:pt x="1956" y="1591"/>
                    <a:pt x="2311" y="1521"/>
                  </a:cubicBezTo>
                  <a:cubicBezTo>
                    <a:pt x="2523" y="1469"/>
                    <a:pt x="2741" y="1438"/>
                    <a:pt x="2960" y="1422"/>
                  </a:cubicBezTo>
                  <a:cubicBezTo>
                    <a:pt x="3515" y="1422"/>
                    <a:pt x="4019" y="1915"/>
                    <a:pt x="4024" y="1921"/>
                  </a:cubicBezTo>
                  <a:cubicBezTo>
                    <a:pt x="4029" y="1931"/>
                    <a:pt x="4045" y="1936"/>
                    <a:pt x="4055" y="1936"/>
                  </a:cubicBezTo>
                  <a:cubicBezTo>
                    <a:pt x="4065" y="1936"/>
                    <a:pt x="4071" y="1936"/>
                    <a:pt x="4081" y="1931"/>
                  </a:cubicBezTo>
                  <a:cubicBezTo>
                    <a:pt x="4097" y="1921"/>
                    <a:pt x="4107" y="1900"/>
                    <a:pt x="4107" y="1879"/>
                  </a:cubicBezTo>
                  <a:cubicBezTo>
                    <a:pt x="3982" y="882"/>
                    <a:pt x="3146" y="680"/>
                    <a:pt x="3017" y="654"/>
                  </a:cubicBezTo>
                  <a:cubicBezTo>
                    <a:pt x="2866" y="503"/>
                    <a:pt x="2632" y="353"/>
                    <a:pt x="2316" y="213"/>
                  </a:cubicBezTo>
                  <a:cubicBezTo>
                    <a:pt x="2014" y="72"/>
                    <a:pt x="1683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65"/>
            <p:cNvSpPr/>
            <p:nvPr/>
          </p:nvSpPr>
          <p:spPr>
            <a:xfrm>
              <a:off x="1238150" y="2946325"/>
              <a:ext cx="46750" cy="6125"/>
            </a:xfrm>
            <a:custGeom>
              <a:avLst/>
              <a:gdLst/>
              <a:ahLst/>
              <a:cxnLst/>
              <a:rect l="l" t="t" r="r" b="b"/>
              <a:pathLst>
                <a:path w="1870" h="245" extrusionOk="0">
                  <a:moveTo>
                    <a:pt x="859" y="1"/>
                  </a:moveTo>
                  <a:cubicBezTo>
                    <a:pt x="227" y="1"/>
                    <a:pt x="1" y="245"/>
                    <a:pt x="1" y="245"/>
                  </a:cubicBezTo>
                  <a:lnTo>
                    <a:pt x="1870" y="162"/>
                  </a:lnTo>
                  <a:cubicBezTo>
                    <a:pt x="1454" y="43"/>
                    <a:pt x="1122" y="1"/>
                    <a:pt x="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65"/>
            <p:cNvSpPr/>
            <p:nvPr/>
          </p:nvSpPr>
          <p:spPr>
            <a:xfrm>
              <a:off x="1237250" y="2945150"/>
              <a:ext cx="47925" cy="8075"/>
            </a:xfrm>
            <a:custGeom>
              <a:avLst/>
              <a:gdLst/>
              <a:ahLst/>
              <a:cxnLst/>
              <a:rect l="l" t="t" r="r" b="b"/>
              <a:pathLst>
                <a:path w="1917" h="323" extrusionOk="0">
                  <a:moveTo>
                    <a:pt x="893" y="1"/>
                  </a:moveTo>
                  <a:cubicBezTo>
                    <a:pt x="252" y="1"/>
                    <a:pt x="15" y="244"/>
                    <a:pt x="1" y="255"/>
                  </a:cubicBezTo>
                  <a:lnTo>
                    <a:pt x="73" y="323"/>
                  </a:lnTo>
                  <a:cubicBezTo>
                    <a:pt x="77" y="319"/>
                    <a:pt x="296" y="97"/>
                    <a:pt x="895" y="97"/>
                  </a:cubicBezTo>
                  <a:cubicBezTo>
                    <a:pt x="1152" y="97"/>
                    <a:pt x="1480" y="138"/>
                    <a:pt x="1890" y="255"/>
                  </a:cubicBezTo>
                  <a:lnTo>
                    <a:pt x="1916" y="162"/>
                  </a:lnTo>
                  <a:cubicBezTo>
                    <a:pt x="1496" y="43"/>
                    <a:pt x="1160" y="1"/>
                    <a:pt x="8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65"/>
            <p:cNvSpPr/>
            <p:nvPr/>
          </p:nvSpPr>
          <p:spPr>
            <a:xfrm>
              <a:off x="1274250" y="2896000"/>
              <a:ext cx="102800" cy="45950"/>
            </a:xfrm>
            <a:custGeom>
              <a:avLst/>
              <a:gdLst/>
              <a:ahLst/>
              <a:cxnLst/>
              <a:rect l="l" t="t" r="r" b="b"/>
              <a:pathLst>
                <a:path w="4112" h="1838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8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8"/>
                    <a:pt x="3017" y="1328"/>
                  </a:cubicBezTo>
                  <a:cubicBezTo>
                    <a:pt x="3598" y="1328"/>
                    <a:pt x="4112" y="1837"/>
                    <a:pt x="4112" y="1837"/>
                  </a:cubicBezTo>
                  <a:cubicBezTo>
                    <a:pt x="3982" y="788"/>
                    <a:pt x="3053" y="653"/>
                    <a:pt x="3053" y="653"/>
                  </a:cubicBezTo>
                  <a:cubicBezTo>
                    <a:pt x="2882" y="477"/>
                    <a:pt x="2612" y="326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65"/>
            <p:cNvSpPr/>
            <p:nvPr/>
          </p:nvSpPr>
          <p:spPr>
            <a:xfrm>
              <a:off x="1275675" y="2894800"/>
              <a:ext cx="102675" cy="48300"/>
            </a:xfrm>
            <a:custGeom>
              <a:avLst/>
              <a:gdLst/>
              <a:ahLst/>
              <a:cxnLst/>
              <a:rect l="l" t="t" r="r" b="b"/>
              <a:pathLst>
                <a:path w="4107" h="1932" extrusionOk="0">
                  <a:moveTo>
                    <a:pt x="1359" y="97"/>
                  </a:moveTo>
                  <a:cubicBezTo>
                    <a:pt x="1667" y="97"/>
                    <a:pt x="1984" y="165"/>
                    <a:pt x="2274" y="297"/>
                  </a:cubicBezTo>
                  <a:cubicBezTo>
                    <a:pt x="2586" y="442"/>
                    <a:pt x="2819" y="587"/>
                    <a:pt x="2960" y="733"/>
                  </a:cubicBezTo>
                  <a:cubicBezTo>
                    <a:pt x="2965" y="743"/>
                    <a:pt x="2975" y="748"/>
                    <a:pt x="2985" y="748"/>
                  </a:cubicBezTo>
                  <a:cubicBezTo>
                    <a:pt x="3494" y="847"/>
                    <a:pt x="3889" y="1247"/>
                    <a:pt x="3987" y="1755"/>
                  </a:cubicBezTo>
                  <a:cubicBezTo>
                    <a:pt x="3806" y="1605"/>
                    <a:pt x="3406" y="1324"/>
                    <a:pt x="2960" y="1324"/>
                  </a:cubicBezTo>
                  <a:cubicBezTo>
                    <a:pt x="2736" y="1340"/>
                    <a:pt x="2508" y="1371"/>
                    <a:pt x="2290" y="1423"/>
                  </a:cubicBezTo>
                  <a:cubicBezTo>
                    <a:pt x="1941" y="1495"/>
                    <a:pt x="1548" y="1574"/>
                    <a:pt x="1198" y="1574"/>
                  </a:cubicBezTo>
                  <a:cubicBezTo>
                    <a:pt x="866" y="1574"/>
                    <a:pt x="572" y="1503"/>
                    <a:pt x="390" y="1288"/>
                  </a:cubicBezTo>
                  <a:cubicBezTo>
                    <a:pt x="187" y="1044"/>
                    <a:pt x="104" y="836"/>
                    <a:pt x="151" y="655"/>
                  </a:cubicBezTo>
                  <a:cubicBezTo>
                    <a:pt x="198" y="478"/>
                    <a:pt x="374" y="333"/>
                    <a:pt x="675" y="219"/>
                  </a:cubicBezTo>
                  <a:cubicBezTo>
                    <a:pt x="888" y="137"/>
                    <a:pt x="1121" y="97"/>
                    <a:pt x="1359" y="97"/>
                  </a:cubicBezTo>
                  <a:close/>
                  <a:moveTo>
                    <a:pt x="1355" y="0"/>
                  </a:moveTo>
                  <a:cubicBezTo>
                    <a:pt x="1106" y="0"/>
                    <a:pt x="862" y="42"/>
                    <a:pt x="639" y="125"/>
                  </a:cubicBezTo>
                  <a:cubicBezTo>
                    <a:pt x="307" y="250"/>
                    <a:pt x="109" y="421"/>
                    <a:pt x="57" y="634"/>
                  </a:cubicBezTo>
                  <a:cubicBezTo>
                    <a:pt x="0" y="842"/>
                    <a:pt x="89" y="1080"/>
                    <a:pt x="317" y="1350"/>
                  </a:cubicBezTo>
                  <a:cubicBezTo>
                    <a:pt x="521" y="1593"/>
                    <a:pt x="841" y="1672"/>
                    <a:pt x="1198" y="1672"/>
                  </a:cubicBezTo>
                  <a:cubicBezTo>
                    <a:pt x="1558" y="1672"/>
                    <a:pt x="1956" y="1592"/>
                    <a:pt x="2311" y="1522"/>
                  </a:cubicBezTo>
                  <a:cubicBezTo>
                    <a:pt x="2523" y="1470"/>
                    <a:pt x="2741" y="1439"/>
                    <a:pt x="2960" y="1423"/>
                  </a:cubicBezTo>
                  <a:cubicBezTo>
                    <a:pt x="3515" y="1423"/>
                    <a:pt x="4019" y="1916"/>
                    <a:pt x="4024" y="1922"/>
                  </a:cubicBezTo>
                  <a:cubicBezTo>
                    <a:pt x="4029" y="1927"/>
                    <a:pt x="4045" y="1932"/>
                    <a:pt x="4055" y="1932"/>
                  </a:cubicBezTo>
                  <a:cubicBezTo>
                    <a:pt x="4065" y="1932"/>
                    <a:pt x="4071" y="1932"/>
                    <a:pt x="4076" y="1927"/>
                  </a:cubicBezTo>
                  <a:cubicBezTo>
                    <a:pt x="4097" y="1922"/>
                    <a:pt x="4107" y="1901"/>
                    <a:pt x="4107" y="1880"/>
                  </a:cubicBezTo>
                  <a:cubicBezTo>
                    <a:pt x="3982" y="883"/>
                    <a:pt x="3146" y="681"/>
                    <a:pt x="3017" y="655"/>
                  </a:cubicBezTo>
                  <a:cubicBezTo>
                    <a:pt x="2866" y="504"/>
                    <a:pt x="2632" y="354"/>
                    <a:pt x="2316" y="208"/>
                  </a:cubicBezTo>
                  <a:cubicBezTo>
                    <a:pt x="2011" y="70"/>
                    <a:pt x="1679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65"/>
            <p:cNvSpPr/>
            <p:nvPr/>
          </p:nvSpPr>
          <p:spPr>
            <a:xfrm>
              <a:off x="1303825" y="2908275"/>
              <a:ext cx="46750" cy="6025"/>
            </a:xfrm>
            <a:custGeom>
              <a:avLst/>
              <a:gdLst/>
              <a:ahLst/>
              <a:cxnLst/>
              <a:rect l="l" t="t" r="r" b="b"/>
              <a:pathLst>
                <a:path w="1870" h="241" extrusionOk="0">
                  <a:moveTo>
                    <a:pt x="853" y="1"/>
                  </a:moveTo>
                  <a:cubicBezTo>
                    <a:pt x="225" y="1"/>
                    <a:pt x="1" y="240"/>
                    <a:pt x="1" y="240"/>
                  </a:cubicBezTo>
                  <a:lnTo>
                    <a:pt x="1870" y="162"/>
                  </a:lnTo>
                  <a:cubicBezTo>
                    <a:pt x="1451" y="43"/>
                    <a:pt x="1117" y="1"/>
                    <a:pt x="8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65"/>
            <p:cNvSpPr/>
            <p:nvPr/>
          </p:nvSpPr>
          <p:spPr>
            <a:xfrm>
              <a:off x="1302925" y="2907050"/>
              <a:ext cx="47925" cy="8150"/>
            </a:xfrm>
            <a:custGeom>
              <a:avLst/>
              <a:gdLst/>
              <a:ahLst/>
              <a:cxnLst/>
              <a:rect l="l" t="t" r="r" b="b"/>
              <a:pathLst>
                <a:path w="1917" h="326" extrusionOk="0">
                  <a:moveTo>
                    <a:pt x="887" y="0"/>
                  </a:moveTo>
                  <a:cubicBezTo>
                    <a:pt x="251" y="0"/>
                    <a:pt x="15" y="244"/>
                    <a:pt x="1" y="258"/>
                  </a:cubicBezTo>
                  <a:lnTo>
                    <a:pt x="73" y="326"/>
                  </a:lnTo>
                  <a:cubicBezTo>
                    <a:pt x="77" y="322"/>
                    <a:pt x="296" y="100"/>
                    <a:pt x="895" y="100"/>
                  </a:cubicBezTo>
                  <a:cubicBezTo>
                    <a:pt x="1152" y="100"/>
                    <a:pt x="1480" y="141"/>
                    <a:pt x="1890" y="258"/>
                  </a:cubicBezTo>
                  <a:lnTo>
                    <a:pt x="1916" y="165"/>
                  </a:lnTo>
                  <a:cubicBezTo>
                    <a:pt x="1493" y="43"/>
                    <a:pt x="1155" y="0"/>
                    <a:pt x="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65"/>
            <p:cNvSpPr/>
            <p:nvPr/>
          </p:nvSpPr>
          <p:spPr>
            <a:xfrm>
              <a:off x="1132000" y="2880975"/>
              <a:ext cx="75025" cy="45575"/>
            </a:xfrm>
            <a:custGeom>
              <a:avLst/>
              <a:gdLst/>
              <a:ahLst/>
              <a:cxnLst/>
              <a:rect l="l" t="t" r="r" b="b"/>
              <a:pathLst>
                <a:path w="3001" h="1823" extrusionOk="0">
                  <a:moveTo>
                    <a:pt x="2035" y="1"/>
                  </a:moveTo>
                  <a:cubicBezTo>
                    <a:pt x="1791" y="1"/>
                    <a:pt x="1651" y="92"/>
                    <a:pt x="1651" y="92"/>
                  </a:cubicBezTo>
                  <a:cubicBezTo>
                    <a:pt x="1562" y="77"/>
                    <a:pt x="1473" y="70"/>
                    <a:pt x="1383" y="70"/>
                  </a:cubicBezTo>
                  <a:cubicBezTo>
                    <a:pt x="1253" y="70"/>
                    <a:pt x="1123" y="85"/>
                    <a:pt x="997" y="112"/>
                  </a:cubicBezTo>
                  <a:cubicBezTo>
                    <a:pt x="592" y="190"/>
                    <a:pt x="260" y="450"/>
                    <a:pt x="145" y="839"/>
                  </a:cubicBezTo>
                  <a:cubicBezTo>
                    <a:pt x="0" y="1348"/>
                    <a:pt x="270" y="1654"/>
                    <a:pt x="810" y="1800"/>
                  </a:cubicBezTo>
                  <a:cubicBezTo>
                    <a:pt x="867" y="1815"/>
                    <a:pt x="922" y="1823"/>
                    <a:pt x="974" y="1823"/>
                  </a:cubicBezTo>
                  <a:cubicBezTo>
                    <a:pt x="1579" y="1823"/>
                    <a:pt x="1850" y="843"/>
                    <a:pt x="2108" y="585"/>
                  </a:cubicBezTo>
                  <a:cubicBezTo>
                    <a:pt x="2261" y="434"/>
                    <a:pt x="2513" y="400"/>
                    <a:pt x="2711" y="400"/>
                  </a:cubicBezTo>
                  <a:cubicBezTo>
                    <a:pt x="2875" y="400"/>
                    <a:pt x="3001" y="424"/>
                    <a:pt x="3001" y="424"/>
                  </a:cubicBezTo>
                  <a:cubicBezTo>
                    <a:pt x="2605" y="86"/>
                    <a:pt x="2271" y="1"/>
                    <a:pt x="20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65"/>
            <p:cNvSpPr/>
            <p:nvPr/>
          </p:nvSpPr>
          <p:spPr>
            <a:xfrm>
              <a:off x="1132900" y="2879750"/>
              <a:ext cx="75425" cy="48050"/>
            </a:xfrm>
            <a:custGeom>
              <a:avLst/>
              <a:gdLst/>
              <a:ahLst/>
              <a:cxnLst/>
              <a:rect l="l" t="t" r="r" b="b"/>
              <a:pathLst>
                <a:path w="3017" h="1922" extrusionOk="0">
                  <a:moveTo>
                    <a:pt x="1999" y="107"/>
                  </a:moveTo>
                  <a:cubicBezTo>
                    <a:pt x="2199" y="107"/>
                    <a:pt x="2473" y="171"/>
                    <a:pt x="2799" y="411"/>
                  </a:cubicBezTo>
                  <a:cubicBezTo>
                    <a:pt x="2760" y="408"/>
                    <a:pt x="2716" y="406"/>
                    <a:pt x="2669" y="406"/>
                  </a:cubicBezTo>
                  <a:cubicBezTo>
                    <a:pt x="2466" y="406"/>
                    <a:pt x="2205" y="443"/>
                    <a:pt x="2041" y="608"/>
                  </a:cubicBezTo>
                  <a:cubicBezTo>
                    <a:pt x="1937" y="727"/>
                    <a:pt x="1849" y="862"/>
                    <a:pt x="1781" y="1008"/>
                  </a:cubicBezTo>
                  <a:cubicBezTo>
                    <a:pt x="1577" y="1374"/>
                    <a:pt x="1327" y="1827"/>
                    <a:pt x="936" y="1827"/>
                  </a:cubicBezTo>
                  <a:cubicBezTo>
                    <a:pt x="889" y="1827"/>
                    <a:pt x="841" y="1821"/>
                    <a:pt x="790" y="1807"/>
                  </a:cubicBezTo>
                  <a:cubicBezTo>
                    <a:pt x="488" y="1724"/>
                    <a:pt x="286" y="1594"/>
                    <a:pt x="193" y="1423"/>
                  </a:cubicBezTo>
                  <a:cubicBezTo>
                    <a:pt x="109" y="1278"/>
                    <a:pt x="99" y="1106"/>
                    <a:pt x="161" y="904"/>
                  </a:cubicBezTo>
                  <a:cubicBezTo>
                    <a:pt x="260" y="546"/>
                    <a:pt x="566" y="286"/>
                    <a:pt x="971" y="208"/>
                  </a:cubicBezTo>
                  <a:cubicBezTo>
                    <a:pt x="1101" y="182"/>
                    <a:pt x="1231" y="172"/>
                    <a:pt x="1366" y="167"/>
                  </a:cubicBezTo>
                  <a:cubicBezTo>
                    <a:pt x="1444" y="167"/>
                    <a:pt x="1527" y="177"/>
                    <a:pt x="1605" y="198"/>
                  </a:cubicBezTo>
                  <a:cubicBezTo>
                    <a:pt x="1615" y="198"/>
                    <a:pt x="1631" y="198"/>
                    <a:pt x="1641" y="187"/>
                  </a:cubicBezTo>
                  <a:cubicBezTo>
                    <a:pt x="1644" y="187"/>
                    <a:pt x="1774" y="107"/>
                    <a:pt x="1999" y="107"/>
                  </a:cubicBezTo>
                  <a:close/>
                  <a:moveTo>
                    <a:pt x="1998" y="1"/>
                  </a:moveTo>
                  <a:cubicBezTo>
                    <a:pt x="1790" y="1"/>
                    <a:pt x="1652" y="65"/>
                    <a:pt x="1605" y="94"/>
                  </a:cubicBezTo>
                  <a:cubicBezTo>
                    <a:pt x="1516" y="79"/>
                    <a:pt x="1426" y="72"/>
                    <a:pt x="1337" y="72"/>
                  </a:cubicBezTo>
                  <a:cubicBezTo>
                    <a:pt x="1206" y="72"/>
                    <a:pt x="1077" y="87"/>
                    <a:pt x="951" y="115"/>
                  </a:cubicBezTo>
                  <a:cubicBezTo>
                    <a:pt x="509" y="198"/>
                    <a:pt x="177" y="488"/>
                    <a:pt x="68" y="878"/>
                  </a:cubicBezTo>
                  <a:cubicBezTo>
                    <a:pt x="0" y="1101"/>
                    <a:pt x="11" y="1303"/>
                    <a:pt x="104" y="1464"/>
                  </a:cubicBezTo>
                  <a:cubicBezTo>
                    <a:pt x="218" y="1662"/>
                    <a:pt x="437" y="1807"/>
                    <a:pt x="764" y="1895"/>
                  </a:cubicBezTo>
                  <a:cubicBezTo>
                    <a:pt x="821" y="1911"/>
                    <a:pt x="878" y="1921"/>
                    <a:pt x="940" y="1921"/>
                  </a:cubicBezTo>
                  <a:cubicBezTo>
                    <a:pt x="1387" y="1921"/>
                    <a:pt x="1662" y="1423"/>
                    <a:pt x="1869" y="1049"/>
                  </a:cubicBezTo>
                  <a:cubicBezTo>
                    <a:pt x="1932" y="914"/>
                    <a:pt x="2015" y="784"/>
                    <a:pt x="2108" y="670"/>
                  </a:cubicBezTo>
                  <a:cubicBezTo>
                    <a:pt x="2248" y="530"/>
                    <a:pt x="2489" y="499"/>
                    <a:pt x="2678" y="499"/>
                  </a:cubicBezTo>
                  <a:cubicBezTo>
                    <a:pt x="2832" y="499"/>
                    <a:pt x="2952" y="520"/>
                    <a:pt x="2955" y="520"/>
                  </a:cubicBezTo>
                  <a:cubicBezTo>
                    <a:pt x="2958" y="520"/>
                    <a:pt x="2962" y="521"/>
                    <a:pt x="2965" y="521"/>
                  </a:cubicBezTo>
                  <a:cubicBezTo>
                    <a:pt x="2982" y="521"/>
                    <a:pt x="2998" y="511"/>
                    <a:pt x="3006" y="494"/>
                  </a:cubicBezTo>
                  <a:cubicBezTo>
                    <a:pt x="3017" y="473"/>
                    <a:pt x="3012" y="452"/>
                    <a:pt x="2991" y="436"/>
                  </a:cubicBezTo>
                  <a:cubicBezTo>
                    <a:pt x="2586" y="91"/>
                    <a:pt x="2244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65"/>
            <p:cNvSpPr/>
            <p:nvPr/>
          </p:nvSpPr>
          <p:spPr>
            <a:xfrm>
              <a:off x="1147825" y="2882225"/>
              <a:ext cx="25850" cy="25200"/>
            </a:xfrm>
            <a:custGeom>
              <a:avLst/>
              <a:gdLst/>
              <a:ahLst/>
              <a:cxnLst/>
              <a:rect l="l" t="t" r="r" b="b"/>
              <a:pathLst>
                <a:path w="1034" h="1008" extrusionOk="0">
                  <a:moveTo>
                    <a:pt x="997" y="0"/>
                  </a:moveTo>
                  <a:cubicBezTo>
                    <a:pt x="0" y="405"/>
                    <a:pt x="120" y="981"/>
                    <a:pt x="125" y="1007"/>
                  </a:cubicBezTo>
                  <a:lnTo>
                    <a:pt x="219" y="986"/>
                  </a:lnTo>
                  <a:cubicBezTo>
                    <a:pt x="213" y="966"/>
                    <a:pt x="120" y="462"/>
                    <a:pt x="1034" y="88"/>
                  </a:cubicBezTo>
                  <a:lnTo>
                    <a:pt x="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65"/>
            <p:cNvSpPr/>
            <p:nvPr/>
          </p:nvSpPr>
          <p:spPr>
            <a:xfrm>
              <a:off x="1115125" y="2922325"/>
              <a:ext cx="29750" cy="55575"/>
            </a:xfrm>
            <a:custGeom>
              <a:avLst/>
              <a:gdLst/>
              <a:ahLst/>
              <a:cxnLst/>
              <a:rect l="l" t="t" r="r" b="b"/>
              <a:pathLst>
                <a:path w="1190" h="2223" extrusionOk="0">
                  <a:moveTo>
                    <a:pt x="1132" y="0"/>
                  </a:moveTo>
                  <a:cubicBezTo>
                    <a:pt x="1122" y="11"/>
                    <a:pt x="0" y="826"/>
                    <a:pt x="795" y="2222"/>
                  </a:cubicBezTo>
                  <a:lnTo>
                    <a:pt x="883" y="2176"/>
                  </a:lnTo>
                  <a:cubicBezTo>
                    <a:pt x="130" y="857"/>
                    <a:pt x="1148" y="114"/>
                    <a:pt x="1189" y="83"/>
                  </a:cubicBezTo>
                  <a:lnTo>
                    <a:pt x="11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65"/>
            <p:cNvSpPr/>
            <p:nvPr/>
          </p:nvSpPr>
          <p:spPr>
            <a:xfrm>
              <a:off x="1007775" y="2898000"/>
              <a:ext cx="76350" cy="52750"/>
            </a:xfrm>
            <a:custGeom>
              <a:avLst/>
              <a:gdLst/>
              <a:ahLst/>
              <a:cxnLst/>
              <a:rect l="l" t="t" r="r" b="b"/>
              <a:pathLst>
                <a:path w="3054" h="2110" extrusionOk="0">
                  <a:moveTo>
                    <a:pt x="1660" y="1"/>
                  </a:moveTo>
                  <a:cubicBezTo>
                    <a:pt x="1523" y="1"/>
                    <a:pt x="1348" y="56"/>
                    <a:pt x="1127" y="194"/>
                  </a:cubicBezTo>
                  <a:cubicBezTo>
                    <a:pt x="1" y="895"/>
                    <a:pt x="608" y="2105"/>
                    <a:pt x="608" y="2105"/>
                  </a:cubicBezTo>
                  <a:cubicBezTo>
                    <a:pt x="608" y="2105"/>
                    <a:pt x="725" y="2109"/>
                    <a:pt x="905" y="2109"/>
                  </a:cubicBezTo>
                  <a:cubicBezTo>
                    <a:pt x="1560" y="2109"/>
                    <a:pt x="3054" y="2052"/>
                    <a:pt x="2809" y="1518"/>
                  </a:cubicBezTo>
                  <a:cubicBezTo>
                    <a:pt x="2552" y="970"/>
                    <a:pt x="2291" y="919"/>
                    <a:pt x="2203" y="919"/>
                  </a:cubicBezTo>
                  <a:cubicBezTo>
                    <a:pt x="2182" y="919"/>
                    <a:pt x="2171" y="921"/>
                    <a:pt x="2171" y="921"/>
                  </a:cubicBezTo>
                  <a:cubicBezTo>
                    <a:pt x="2171" y="921"/>
                    <a:pt x="2221" y="1"/>
                    <a:pt x="16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65"/>
            <p:cNvSpPr/>
            <p:nvPr/>
          </p:nvSpPr>
          <p:spPr>
            <a:xfrm>
              <a:off x="1006750" y="2896775"/>
              <a:ext cx="73600" cy="55150"/>
            </a:xfrm>
            <a:custGeom>
              <a:avLst/>
              <a:gdLst/>
              <a:ahLst/>
              <a:cxnLst/>
              <a:rect l="l" t="t" r="r" b="b"/>
              <a:pathLst>
                <a:path w="2944" h="2206" extrusionOk="0">
                  <a:moveTo>
                    <a:pt x="1700" y="98"/>
                  </a:moveTo>
                  <a:cubicBezTo>
                    <a:pt x="1769" y="98"/>
                    <a:pt x="1831" y="114"/>
                    <a:pt x="1885" y="145"/>
                  </a:cubicBezTo>
                  <a:cubicBezTo>
                    <a:pt x="2191" y="327"/>
                    <a:pt x="2165" y="965"/>
                    <a:pt x="2165" y="970"/>
                  </a:cubicBezTo>
                  <a:cubicBezTo>
                    <a:pt x="2160" y="986"/>
                    <a:pt x="2170" y="1001"/>
                    <a:pt x="2181" y="1007"/>
                  </a:cubicBezTo>
                  <a:cubicBezTo>
                    <a:pt x="2188" y="1014"/>
                    <a:pt x="2199" y="1019"/>
                    <a:pt x="2210" y="1019"/>
                  </a:cubicBezTo>
                  <a:cubicBezTo>
                    <a:pt x="2214" y="1019"/>
                    <a:pt x="2218" y="1018"/>
                    <a:pt x="2222" y="1017"/>
                  </a:cubicBezTo>
                  <a:cubicBezTo>
                    <a:pt x="2223" y="1017"/>
                    <a:pt x="2229" y="1016"/>
                    <a:pt x="2241" y="1016"/>
                  </a:cubicBezTo>
                  <a:cubicBezTo>
                    <a:pt x="2310" y="1016"/>
                    <a:pt x="2560" y="1054"/>
                    <a:pt x="2809" y="1588"/>
                  </a:cubicBezTo>
                  <a:cubicBezTo>
                    <a:pt x="2840" y="1645"/>
                    <a:pt x="2835" y="1713"/>
                    <a:pt x="2804" y="1770"/>
                  </a:cubicBezTo>
                  <a:cubicBezTo>
                    <a:pt x="2618" y="2044"/>
                    <a:pt x="1605" y="2107"/>
                    <a:pt x="972" y="2107"/>
                  </a:cubicBezTo>
                  <a:cubicBezTo>
                    <a:pt x="861" y="2107"/>
                    <a:pt x="761" y="2105"/>
                    <a:pt x="680" y="2102"/>
                  </a:cubicBezTo>
                  <a:cubicBezTo>
                    <a:pt x="597" y="1926"/>
                    <a:pt x="197" y="908"/>
                    <a:pt x="1194" y="285"/>
                  </a:cubicBezTo>
                  <a:cubicBezTo>
                    <a:pt x="1391" y="160"/>
                    <a:pt x="1561" y="98"/>
                    <a:pt x="1700" y="98"/>
                  </a:cubicBezTo>
                  <a:close/>
                  <a:moveTo>
                    <a:pt x="1703" y="1"/>
                  </a:moveTo>
                  <a:cubicBezTo>
                    <a:pt x="1545" y="1"/>
                    <a:pt x="1357" y="68"/>
                    <a:pt x="1142" y="202"/>
                  </a:cubicBezTo>
                  <a:cubicBezTo>
                    <a:pt x="0" y="924"/>
                    <a:pt x="597" y="2159"/>
                    <a:pt x="608" y="2175"/>
                  </a:cubicBezTo>
                  <a:cubicBezTo>
                    <a:pt x="613" y="2190"/>
                    <a:pt x="628" y="2201"/>
                    <a:pt x="649" y="2201"/>
                  </a:cubicBezTo>
                  <a:cubicBezTo>
                    <a:pt x="665" y="2201"/>
                    <a:pt x="784" y="2206"/>
                    <a:pt x="955" y="2206"/>
                  </a:cubicBezTo>
                  <a:cubicBezTo>
                    <a:pt x="1516" y="2206"/>
                    <a:pt x="2653" y="2159"/>
                    <a:pt x="2882" y="1822"/>
                  </a:cubicBezTo>
                  <a:cubicBezTo>
                    <a:pt x="2939" y="1739"/>
                    <a:pt x="2944" y="1635"/>
                    <a:pt x="2892" y="1547"/>
                  </a:cubicBezTo>
                  <a:cubicBezTo>
                    <a:pt x="2643" y="1012"/>
                    <a:pt x="2378" y="929"/>
                    <a:pt x="2264" y="924"/>
                  </a:cubicBezTo>
                  <a:cubicBezTo>
                    <a:pt x="2264" y="752"/>
                    <a:pt x="2243" y="243"/>
                    <a:pt x="1937" y="62"/>
                  </a:cubicBezTo>
                  <a:cubicBezTo>
                    <a:pt x="1868" y="21"/>
                    <a:pt x="1790" y="1"/>
                    <a:pt x="1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65"/>
            <p:cNvSpPr/>
            <p:nvPr/>
          </p:nvSpPr>
          <p:spPr>
            <a:xfrm>
              <a:off x="1030500" y="2919725"/>
              <a:ext cx="31675" cy="18850"/>
            </a:xfrm>
            <a:custGeom>
              <a:avLst/>
              <a:gdLst/>
              <a:ahLst/>
              <a:cxnLst/>
              <a:rect l="l" t="t" r="r" b="b"/>
              <a:pathLst>
                <a:path w="1267" h="754" extrusionOk="0">
                  <a:moveTo>
                    <a:pt x="1257" y="0"/>
                  </a:moveTo>
                  <a:cubicBezTo>
                    <a:pt x="504" y="94"/>
                    <a:pt x="21" y="665"/>
                    <a:pt x="0" y="691"/>
                  </a:cubicBezTo>
                  <a:lnTo>
                    <a:pt x="73" y="753"/>
                  </a:lnTo>
                  <a:cubicBezTo>
                    <a:pt x="78" y="748"/>
                    <a:pt x="556" y="193"/>
                    <a:pt x="1267" y="99"/>
                  </a:cubicBezTo>
                  <a:lnTo>
                    <a:pt x="12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65"/>
            <p:cNvSpPr/>
            <p:nvPr/>
          </p:nvSpPr>
          <p:spPr>
            <a:xfrm>
              <a:off x="1107200" y="2914925"/>
              <a:ext cx="23000" cy="41425"/>
            </a:xfrm>
            <a:custGeom>
              <a:avLst/>
              <a:gdLst/>
              <a:ahLst/>
              <a:cxnLst/>
              <a:rect l="l" t="t" r="r" b="b"/>
              <a:pathLst>
                <a:path w="920" h="1657" extrusionOk="0">
                  <a:moveTo>
                    <a:pt x="42" y="0"/>
                  </a:moveTo>
                  <a:lnTo>
                    <a:pt x="0" y="89"/>
                  </a:lnTo>
                  <a:cubicBezTo>
                    <a:pt x="774" y="447"/>
                    <a:pt x="826" y="1641"/>
                    <a:pt x="826" y="1656"/>
                  </a:cubicBezTo>
                  <a:lnTo>
                    <a:pt x="919" y="1651"/>
                  </a:lnTo>
                  <a:cubicBezTo>
                    <a:pt x="919" y="1599"/>
                    <a:pt x="867" y="385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65"/>
            <p:cNvSpPr/>
            <p:nvPr/>
          </p:nvSpPr>
          <p:spPr>
            <a:xfrm>
              <a:off x="1037625" y="2892150"/>
              <a:ext cx="109325" cy="60175"/>
            </a:xfrm>
            <a:custGeom>
              <a:avLst/>
              <a:gdLst/>
              <a:ahLst/>
              <a:cxnLst/>
              <a:rect l="l" t="t" r="r" b="b"/>
              <a:pathLst>
                <a:path w="4373" h="2407" extrusionOk="0">
                  <a:moveTo>
                    <a:pt x="1474" y="1"/>
                  </a:moveTo>
                  <a:cubicBezTo>
                    <a:pt x="1253" y="1"/>
                    <a:pt x="1015" y="117"/>
                    <a:pt x="785" y="444"/>
                  </a:cubicBezTo>
                  <a:cubicBezTo>
                    <a:pt x="1" y="1555"/>
                    <a:pt x="1486" y="2407"/>
                    <a:pt x="1486" y="2407"/>
                  </a:cubicBezTo>
                  <a:cubicBezTo>
                    <a:pt x="1486" y="2407"/>
                    <a:pt x="4372" y="1441"/>
                    <a:pt x="3567" y="953"/>
                  </a:cubicBezTo>
                  <a:cubicBezTo>
                    <a:pt x="3130" y="689"/>
                    <a:pt x="2838" y="629"/>
                    <a:pt x="2662" y="629"/>
                  </a:cubicBezTo>
                  <a:cubicBezTo>
                    <a:pt x="2512" y="629"/>
                    <a:pt x="2446" y="673"/>
                    <a:pt x="2446" y="673"/>
                  </a:cubicBezTo>
                  <a:cubicBezTo>
                    <a:pt x="2446" y="673"/>
                    <a:pt x="2008" y="1"/>
                    <a:pt x="14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65"/>
            <p:cNvSpPr/>
            <p:nvPr/>
          </p:nvSpPr>
          <p:spPr>
            <a:xfrm>
              <a:off x="1049300" y="2891025"/>
              <a:ext cx="82450" cy="62525"/>
            </a:xfrm>
            <a:custGeom>
              <a:avLst/>
              <a:gdLst/>
              <a:ahLst/>
              <a:cxnLst/>
              <a:rect l="l" t="t" r="r" b="b"/>
              <a:pathLst>
                <a:path w="3298" h="2501" extrusionOk="0">
                  <a:moveTo>
                    <a:pt x="1019" y="95"/>
                  </a:moveTo>
                  <a:cubicBezTo>
                    <a:pt x="1517" y="105"/>
                    <a:pt x="1937" y="738"/>
                    <a:pt x="1943" y="743"/>
                  </a:cubicBezTo>
                  <a:cubicBezTo>
                    <a:pt x="1953" y="757"/>
                    <a:pt x="1968" y="764"/>
                    <a:pt x="1983" y="764"/>
                  </a:cubicBezTo>
                  <a:cubicBezTo>
                    <a:pt x="1991" y="764"/>
                    <a:pt x="1998" y="762"/>
                    <a:pt x="2005" y="759"/>
                  </a:cubicBezTo>
                  <a:cubicBezTo>
                    <a:pt x="2007" y="757"/>
                    <a:pt x="2066" y="722"/>
                    <a:pt x="2196" y="722"/>
                  </a:cubicBezTo>
                  <a:cubicBezTo>
                    <a:pt x="2362" y="722"/>
                    <a:pt x="2645" y="780"/>
                    <a:pt x="3074" y="1039"/>
                  </a:cubicBezTo>
                  <a:cubicBezTo>
                    <a:pt x="3158" y="1091"/>
                    <a:pt x="3199" y="1148"/>
                    <a:pt x="3194" y="1211"/>
                  </a:cubicBezTo>
                  <a:cubicBezTo>
                    <a:pt x="3147" y="1600"/>
                    <a:pt x="1631" y="2192"/>
                    <a:pt x="1024" y="2400"/>
                  </a:cubicBezTo>
                  <a:cubicBezTo>
                    <a:pt x="910" y="2327"/>
                    <a:pt x="287" y="1917"/>
                    <a:pt x="162" y="1346"/>
                  </a:cubicBezTo>
                  <a:cubicBezTo>
                    <a:pt x="100" y="1065"/>
                    <a:pt x="162" y="795"/>
                    <a:pt x="359" y="515"/>
                  </a:cubicBezTo>
                  <a:cubicBezTo>
                    <a:pt x="551" y="235"/>
                    <a:pt x="775" y="95"/>
                    <a:pt x="1008" y="95"/>
                  </a:cubicBezTo>
                  <a:close/>
                  <a:moveTo>
                    <a:pt x="993" y="1"/>
                  </a:moveTo>
                  <a:cubicBezTo>
                    <a:pt x="733" y="1"/>
                    <a:pt x="492" y="156"/>
                    <a:pt x="276" y="458"/>
                  </a:cubicBezTo>
                  <a:cubicBezTo>
                    <a:pt x="68" y="754"/>
                    <a:pt x="1" y="1060"/>
                    <a:pt x="63" y="1366"/>
                  </a:cubicBezTo>
                  <a:cubicBezTo>
                    <a:pt x="214" y="2041"/>
                    <a:pt x="961" y="2477"/>
                    <a:pt x="993" y="2493"/>
                  </a:cubicBezTo>
                  <a:cubicBezTo>
                    <a:pt x="998" y="2498"/>
                    <a:pt x="1008" y="2498"/>
                    <a:pt x="1019" y="2498"/>
                  </a:cubicBezTo>
                  <a:cubicBezTo>
                    <a:pt x="1020" y="2500"/>
                    <a:pt x="1022" y="2501"/>
                    <a:pt x="1024" y="2501"/>
                  </a:cubicBezTo>
                  <a:cubicBezTo>
                    <a:pt x="1027" y="2501"/>
                    <a:pt x="1031" y="2498"/>
                    <a:pt x="1034" y="2498"/>
                  </a:cubicBezTo>
                  <a:cubicBezTo>
                    <a:pt x="1257" y="2426"/>
                    <a:pt x="3230" y="1751"/>
                    <a:pt x="3287" y="1226"/>
                  </a:cubicBezTo>
                  <a:cubicBezTo>
                    <a:pt x="3298" y="1122"/>
                    <a:pt x="3246" y="1029"/>
                    <a:pt x="3121" y="956"/>
                  </a:cubicBezTo>
                  <a:cubicBezTo>
                    <a:pt x="2677" y="689"/>
                    <a:pt x="2376" y="626"/>
                    <a:pt x="2190" y="626"/>
                  </a:cubicBezTo>
                  <a:cubicBezTo>
                    <a:pt x="2098" y="626"/>
                    <a:pt x="2034" y="641"/>
                    <a:pt x="1995" y="655"/>
                  </a:cubicBezTo>
                  <a:cubicBezTo>
                    <a:pt x="1896" y="520"/>
                    <a:pt x="1501" y="6"/>
                    <a:pt x="1019" y="1"/>
                  </a:cubicBezTo>
                  <a:cubicBezTo>
                    <a:pt x="1010" y="1"/>
                    <a:pt x="1002" y="1"/>
                    <a:pt x="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65"/>
            <p:cNvSpPr/>
            <p:nvPr/>
          </p:nvSpPr>
          <p:spPr>
            <a:xfrm>
              <a:off x="1074500" y="2907775"/>
              <a:ext cx="24800" cy="29500"/>
            </a:xfrm>
            <a:custGeom>
              <a:avLst/>
              <a:gdLst/>
              <a:ahLst/>
              <a:cxnLst/>
              <a:rect l="l" t="t" r="r" b="b"/>
              <a:pathLst>
                <a:path w="992" h="1180" extrusionOk="0">
                  <a:moveTo>
                    <a:pt x="950" y="1"/>
                  </a:moveTo>
                  <a:cubicBezTo>
                    <a:pt x="483" y="234"/>
                    <a:pt x="135" y="655"/>
                    <a:pt x="0" y="1164"/>
                  </a:cubicBezTo>
                  <a:lnTo>
                    <a:pt x="99" y="1179"/>
                  </a:lnTo>
                  <a:cubicBezTo>
                    <a:pt x="229" y="707"/>
                    <a:pt x="556" y="312"/>
                    <a:pt x="992" y="89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65"/>
            <p:cNvSpPr/>
            <p:nvPr/>
          </p:nvSpPr>
          <p:spPr>
            <a:xfrm>
              <a:off x="1172625" y="2586425"/>
              <a:ext cx="88400" cy="248175"/>
            </a:xfrm>
            <a:custGeom>
              <a:avLst/>
              <a:gdLst/>
              <a:ahLst/>
              <a:cxnLst/>
              <a:rect l="l" t="t" r="r" b="b"/>
              <a:pathLst>
                <a:path w="3536" h="9927" extrusionOk="0">
                  <a:moveTo>
                    <a:pt x="88" y="0"/>
                  </a:moveTo>
                  <a:lnTo>
                    <a:pt x="0" y="31"/>
                  </a:lnTo>
                  <a:lnTo>
                    <a:pt x="3442" y="9927"/>
                  </a:lnTo>
                  <a:lnTo>
                    <a:pt x="3536" y="9896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65"/>
            <p:cNvSpPr/>
            <p:nvPr/>
          </p:nvSpPr>
          <p:spPr>
            <a:xfrm>
              <a:off x="1258800" y="2833675"/>
              <a:ext cx="72575" cy="203150"/>
            </a:xfrm>
            <a:custGeom>
              <a:avLst/>
              <a:gdLst/>
              <a:ahLst/>
              <a:cxnLst/>
              <a:rect l="l" t="t" r="r" b="b"/>
              <a:pathLst>
                <a:path w="2903" h="8126" extrusionOk="0">
                  <a:moveTo>
                    <a:pt x="89" y="0"/>
                  </a:moveTo>
                  <a:lnTo>
                    <a:pt x="0" y="31"/>
                  </a:lnTo>
                  <a:lnTo>
                    <a:pt x="2710" y="7819"/>
                  </a:lnTo>
                  <a:lnTo>
                    <a:pt x="789" y="5389"/>
                  </a:lnTo>
                  <a:lnTo>
                    <a:pt x="712" y="5452"/>
                  </a:lnTo>
                  <a:lnTo>
                    <a:pt x="2809" y="8105"/>
                  </a:lnTo>
                  <a:cubicBezTo>
                    <a:pt x="2819" y="8115"/>
                    <a:pt x="2835" y="8125"/>
                    <a:pt x="2851" y="8125"/>
                  </a:cubicBezTo>
                  <a:cubicBezTo>
                    <a:pt x="2856" y="8125"/>
                    <a:pt x="2866" y="8120"/>
                    <a:pt x="2871" y="8115"/>
                  </a:cubicBezTo>
                  <a:cubicBezTo>
                    <a:pt x="2892" y="8105"/>
                    <a:pt x="2903" y="8079"/>
                    <a:pt x="2897" y="8058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65"/>
            <p:cNvSpPr/>
            <p:nvPr/>
          </p:nvSpPr>
          <p:spPr>
            <a:xfrm>
              <a:off x="1146650" y="2547425"/>
              <a:ext cx="47400" cy="40450"/>
            </a:xfrm>
            <a:custGeom>
              <a:avLst/>
              <a:gdLst/>
              <a:ahLst/>
              <a:cxnLst/>
              <a:rect l="l" t="t" r="r" b="b"/>
              <a:pathLst>
                <a:path w="1896" h="1618" extrusionOk="0">
                  <a:moveTo>
                    <a:pt x="1079" y="101"/>
                  </a:moveTo>
                  <a:cubicBezTo>
                    <a:pt x="1082" y="101"/>
                    <a:pt x="1084" y="101"/>
                    <a:pt x="1086" y="101"/>
                  </a:cubicBezTo>
                  <a:cubicBezTo>
                    <a:pt x="1475" y="101"/>
                    <a:pt x="1792" y="418"/>
                    <a:pt x="1797" y="813"/>
                  </a:cubicBezTo>
                  <a:cubicBezTo>
                    <a:pt x="1797" y="1241"/>
                    <a:pt x="1445" y="1527"/>
                    <a:pt x="1077" y="1527"/>
                  </a:cubicBezTo>
                  <a:cubicBezTo>
                    <a:pt x="902" y="1527"/>
                    <a:pt x="723" y="1462"/>
                    <a:pt x="577" y="1316"/>
                  </a:cubicBezTo>
                  <a:cubicBezTo>
                    <a:pt x="127" y="871"/>
                    <a:pt x="445" y="101"/>
                    <a:pt x="1079" y="101"/>
                  </a:cubicBezTo>
                  <a:close/>
                  <a:moveTo>
                    <a:pt x="1080" y="1"/>
                  </a:moveTo>
                  <a:cubicBezTo>
                    <a:pt x="882" y="1"/>
                    <a:pt x="680" y="75"/>
                    <a:pt x="515" y="242"/>
                  </a:cubicBezTo>
                  <a:cubicBezTo>
                    <a:pt x="1" y="750"/>
                    <a:pt x="364" y="1617"/>
                    <a:pt x="1086" y="1617"/>
                  </a:cubicBezTo>
                  <a:cubicBezTo>
                    <a:pt x="1532" y="1617"/>
                    <a:pt x="1891" y="1259"/>
                    <a:pt x="1896" y="813"/>
                  </a:cubicBezTo>
                  <a:cubicBezTo>
                    <a:pt x="1892" y="325"/>
                    <a:pt x="1495" y="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65"/>
            <p:cNvSpPr/>
            <p:nvPr/>
          </p:nvSpPr>
          <p:spPr>
            <a:xfrm>
              <a:off x="1172625" y="2233375"/>
              <a:ext cx="2350" cy="315300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65"/>
            <p:cNvSpPr/>
            <p:nvPr/>
          </p:nvSpPr>
          <p:spPr>
            <a:xfrm>
              <a:off x="1027250" y="3022125"/>
              <a:ext cx="302825" cy="158775"/>
            </a:xfrm>
            <a:custGeom>
              <a:avLst/>
              <a:gdLst/>
              <a:ahLst/>
              <a:cxnLst/>
              <a:rect l="l" t="t" r="r" b="b"/>
              <a:pathLst>
                <a:path w="12113" h="6351" extrusionOk="0">
                  <a:moveTo>
                    <a:pt x="6059" y="1"/>
                  </a:moveTo>
                  <a:cubicBezTo>
                    <a:pt x="2716" y="1"/>
                    <a:pt x="6" y="239"/>
                    <a:pt x="6" y="535"/>
                  </a:cubicBezTo>
                  <a:cubicBezTo>
                    <a:pt x="11" y="541"/>
                    <a:pt x="11" y="546"/>
                    <a:pt x="11" y="551"/>
                  </a:cubicBezTo>
                  <a:lnTo>
                    <a:pt x="0" y="551"/>
                  </a:lnTo>
                  <a:lnTo>
                    <a:pt x="1786" y="5878"/>
                  </a:lnTo>
                  <a:cubicBezTo>
                    <a:pt x="1786" y="6137"/>
                    <a:pt x="3687" y="6350"/>
                    <a:pt x="6028" y="6350"/>
                  </a:cubicBezTo>
                  <a:cubicBezTo>
                    <a:pt x="8369" y="6350"/>
                    <a:pt x="10270" y="6137"/>
                    <a:pt x="10270" y="5878"/>
                  </a:cubicBezTo>
                  <a:lnTo>
                    <a:pt x="12035" y="624"/>
                  </a:lnTo>
                  <a:cubicBezTo>
                    <a:pt x="12081" y="598"/>
                    <a:pt x="12113" y="567"/>
                    <a:pt x="12113" y="535"/>
                  </a:cubicBezTo>
                  <a:cubicBezTo>
                    <a:pt x="12113" y="239"/>
                    <a:pt x="9403" y="1"/>
                    <a:pt x="6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65"/>
            <p:cNvSpPr/>
            <p:nvPr/>
          </p:nvSpPr>
          <p:spPr>
            <a:xfrm>
              <a:off x="1025950" y="3020825"/>
              <a:ext cx="305300" cy="161225"/>
            </a:xfrm>
            <a:custGeom>
              <a:avLst/>
              <a:gdLst/>
              <a:ahLst/>
              <a:cxnLst/>
              <a:rect l="l" t="t" r="r" b="b"/>
              <a:pathLst>
                <a:path w="12212" h="6449" extrusionOk="0">
                  <a:moveTo>
                    <a:pt x="6106" y="99"/>
                  </a:moveTo>
                  <a:cubicBezTo>
                    <a:pt x="7721" y="99"/>
                    <a:pt x="9242" y="156"/>
                    <a:pt x="10384" y="255"/>
                  </a:cubicBezTo>
                  <a:cubicBezTo>
                    <a:pt x="12092" y="411"/>
                    <a:pt x="12113" y="587"/>
                    <a:pt x="12113" y="587"/>
                  </a:cubicBezTo>
                  <a:cubicBezTo>
                    <a:pt x="12113" y="587"/>
                    <a:pt x="12107" y="603"/>
                    <a:pt x="12056" y="634"/>
                  </a:cubicBezTo>
                  <a:cubicBezTo>
                    <a:pt x="12045" y="639"/>
                    <a:pt x="12040" y="650"/>
                    <a:pt x="12035" y="660"/>
                  </a:cubicBezTo>
                  <a:lnTo>
                    <a:pt x="10275" y="5914"/>
                  </a:lnTo>
                  <a:cubicBezTo>
                    <a:pt x="10270" y="5919"/>
                    <a:pt x="10270" y="5924"/>
                    <a:pt x="10275" y="5930"/>
                  </a:cubicBezTo>
                  <a:cubicBezTo>
                    <a:pt x="10275" y="6080"/>
                    <a:pt x="8873" y="6350"/>
                    <a:pt x="6080" y="6350"/>
                  </a:cubicBezTo>
                  <a:cubicBezTo>
                    <a:pt x="3287" y="6350"/>
                    <a:pt x="1885" y="6080"/>
                    <a:pt x="1885" y="5930"/>
                  </a:cubicBezTo>
                  <a:cubicBezTo>
                    <a:pt x="1890" y="5924"/>
                    <a:pt x="1890" y="5919"/>
                    <a:pt x="1885" y="5914"/>
                  </a:cubicBezTo>
                  <a:lnTo>
                    <a:pt x="110" y="613"/>
                  </a:lnTo>
                  <a:lnTo>
                    <a:pt x="110" y="619"/>
                  </a:lnTo>
                  <a:cubicBezTo>
                    <a:pt x="110" y="608"/>
                    <a:pt x="110" y="598"/>
                    <a:pt x="104" y="587"/>
                  </a:cubicBezTo>
                  <a:cubicBezTo>
                    <a:pt x="104" y="587"/>
                    <a:pt x="104" y="582"/>
                    <a:pt x="104" y="582"/>
                  </a:cubicBezTo>
                  <a:cubicBezTo>
                    <a:pt x="115" y="561"/>
                    <a:pt x="250" y="395"/>
                    <a:pt x="1833" y="255"/>
                  </a:cubicBezTo>
                  <a:cubicBezTo>
                    <a:pt x="2975" y="156"/>
                    <a:pt x="4491" y="99"/>
                    <a:pt x="6106" y="99"/>
                  </a:cubicBezTo>
                  <a:close/>
                  <a:moveTo>
                    <a:pt x="6111" y="1"/>
                  </a:moveTo>
                  <a:cubicBezTo>
                    <a:pt x="4491" y="1"/>
                    <a:pt x="2975" y="58"/>
                    <a:pt x="1828" y="162"/>
                  </a:cubicBezTo>
                  <a:cubicBezTo>
                    <a:pt x="115" y="312"/>
                    <a:pt x="16" y="494"/>
                    <a:pt x="11" y="572"/>
                  </a:cubicBezTo>
                  <a:cubicBezTo>
                    <a:pt x="6" y="587"/>
                    <a:pt x="0" y="603"/>
                    <a:pt x="6" y="613"/>
                  </a:cubicBezTo>
                  <a:lnTo>
                    <a:pt x="1792" y="5935"/>
                  </a:lnTo>
                  <a:cubicBezTo>
                    <a:pt x="1833" y="6314"/>
                    <a:pt x="4372" y="6449"/>
                    <a:pt x="6080" y="6449"/>
                  </a:cubicBezTo>
                  <a:cubicBezTo>
                    <a:pt x="7793" y="6449"/>
                    <a:pt x="10327" y="6314"/>
                    <a:pt x="10373" y="5935"/>
                  </a:cubicBezTo>
                  <a:lnTo>
                    <a:pt x="12123" y="707"/>
                  </a:lnTo>
                  <a:cubicBezTo>
                    <a:pt x="12170" y="686"/>
                    <a:pt x="12206" y="639"/>
                    <a:pt x="12211" y="587"/>
                  </a:cubicBezTo>
                  <a:cubicBezTo>
                    <a:pt x="12211" y="515"/>
                    <a:pt x="12211" y="323"/>
                    <a:pt x="10394" y="162"/>
                  </a:cubicBezTo>
                  <a:cubicBezTo>
                    <a:pt x="9252" y="58"/>
                    <a:pt x="7731" y="1"/>
                    <a:pt x="6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65"/>
            <p:cNvSpPr/>
            <p:nvPr/>
          </p:nvSpPr>
          <p:spPr>
            <a:xfrm>
              <a:off x="1008950" y="3022125"/>
              <a:ext cx="339425" cy="62475"/>
            </a:xfrm>
            <a:custGeom>
              <a:avLst/>
              <a:gdLst/>
              <a:ahLst/>
              <a:cxnLst/>
              <a:rect l="l" t="t" r="r" b="b"/>
              <a:pathLst>
                <a:path w="13577" h="2499" extrusionOk="0">
                  <a:moveTo>
                    <a:pt x="6791" y="1"/>
                  </a:moveTo>
                  <a:cubicBezTo>
                    <a:pt x="3048" y="1"/>
                    <a:pt x="6" y="271"/>
                    <a:pt x="6" y="603"/>
                  </a:cubicBezTo>
                  <a:cubicBezTo>
                    <a:pt x="6" y="608"/>
                    <a:pt x="11" y="608"/>
                    <a:pt x="11" y="613"/>
                  </a:cubicBezTo>
                  <a:lnTo>
                    <a:pt x="0" y="613"/>
                  </a:lnTo>
                  <a:lnTo>
                    <a:pt x="431" y="1890"/>
                  </a:lnTo>
                  <a:cubicBezTo>
                    <a:pt x="551" y="2258"/>
                    <a:pt x="889" y="2498"/>
                    <a:pt x="1266" y="2498"/>
                  </a:cubicBezTo>
                  <a:cubicBezTo>
                    <a:pt x="1299" y="2498"/>
                    <a:pt x="1332" y="2496"/>
                    <a:pt x="1366" y="2493"/>
                  </a:cubicBezTo>
                  <a:cubicBezTo>
                    <a:pt x="2607" y="2342"/>
                    <a:pt x="4574" y="2249"/>
                    <a:pt x="6791" y="2249"/>
                  </a:cubicBezTo>
                  <a:cubicBezTo>
                    <a:pt x="8977" y="2249"/>
                    <a:pt x="10913" y="2342"/>
                    <a:pt x="12154" y="2482"/>
                  </a:cubicBezTo>
                  <a:cubicBezTo>
                    <a:pt x="12188" y="2486"/>
                    <a:pt x="12221" y="2488"/>
                    <a:pt x="12254" y="2488"/>
                  </a:cubicBezTo>
                  <a:cubicBezTo>
                    <a:pt x="12631" y="2488"/>
                    <a:pt x="12969" y="2248"/>
                    <a:pt x="13089" y="1885"/>
                  </a:cubicBezTo>
                  <a:lnTo>
                    <a:pt x="13488" y="696"/>
                  </a:lnTo>
                  <a:cubicBezTo>
                    <a:pt x="13545" y="665"/>
                    <a:pt x="13577" y="634"/>
                    <a:pt x="13577" y="603"/>
                  </a:cubicBezTo>
                  <a:cubicBezTo>
                    <a:pt x="13577" y="271"/>
                    <a:pt x="10539" y="1"/>
                    <a:pt x="6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65"/>
            <p:cNvSpPr/>
            <p:nvPr/>
          </p:nvSpPr>
          <p:spPr>
            <a:xfrm>
              <a:off x="1007650" y="3020825"/>
              <a:ext cx="342025" cy="64925"/>
            </a:xfrm>
            <a:custGeom>
              <a:avLst/>
              <a:gdLst/>
              <a:ahLst/>
              <a:cxnLst/>
              <a:rect l="l" t="t" r="r" b="b"/>
              <a:pathLst>
                <a:path w="13681" h="2597" extrusionOk="0">
                  <a:moveTo>
                    <a:pt x="6843" y="99"/>
                  </a:moveTo>
                  <a:cubicBezTo>
                    <a:pt x="8655" y="99"/>
                    <a:pt x="10358" y="162"/>
                    <a:pt x="11640" y="276"/>
                  </a:cubicBezTo>
                  <a:cubicBezTo>
                    <a:pt x="13561" y="447"/>
                    <a:pt x="13582" y="650"/>
                    <a:pt x="13582" y="655"/>
                  </a:cubicBezTo>
                  <a:cubicBezTo>
                    <a:pt x="13582" y="660"/>
                    <a:pt x="13566" y="681"/>
                    <a:pt x="13514" y="707"/>
                  </a:cubicBezTo>
                  <a:cubicBezTo>
                    <a:pt x="13504" y="712"/>
                    <a:pt x="13499" y="722"/>
                    <a:pt x="13494" y="733"/>
                  </a:cubicBezTo>
                  <a:lnTo>
                    <a:pt x="13094" y="1922"/>
                  </a:lnTo>
                  <a:cubicBezTo>
                    <a:pt x="12979" y="2267"/>
                    <a:pt x="12656" y="2492"/>
                    <a:pt x="12301" y="2492"/>
                  </a:cubicBezTo>
                  <a:cubicBezTo>
                    <a:pt x="12271" y="2492"/>
                    <a:pt x="12241" y="2491"/>
                    <a:pt x="12211" y="2488"/>
                  </a:cubicBezTo>
                  <a:cubicBezTo>
                    <a:pt x="10913" y="2337"/>
                    <a:pt x="8956" y="2254"/>
                    <a:pt x="6843" y="2254"/>
                  </a:cubicBezTo>
                  <a:cubicBezTo>
                    <a:pt x="4689" y="2254"/>
                    <a:pt x="2711" y="2342"/>
                    <a:pt x="1413" y="2493"/>
                  </a:cubicBezTo>
                  <a:cubicBezTo>
                    <a:pt x="1383" y="2496"/>
                    <a:pt x="1353" y="2497"/>
                    <a:pt x="1323" y="2497"/>
                  </a:cubicBezTo>
                  <a:cubicBezTo>
                    <a:pt x="968" y="2497"/>
                    <a:pt x="645" y="2272"/>
                    <a:pt x="525" y="1927"/>
                  </a:cubicBezTo>
                  <a:lnTo>
                    <a:pt x="109" y="681"/>
                  </a:lnTo>
                  <a:cubicBezTo>
                    <a:pt x="115" y="676"/>
                    <a:pt x="115" y="665"/>
                    <a:pt x="109" y="655"/>
                  </a:cubicBezTo>
                  <a:cubicBezTo>
                    <a:pt x="109" y="655"/>
                    <a:pt x="109" y="650"/>
                    <a:pt x="109" y="650"/>
                  </a:cubicBezTo>
                  <a:cubicBezTo>
                    <a:pt x="120" y="619"/>
                    <a:pt x="250" y="437"/>
                    <a:pt x="2051" y="276"/>
                  </a:cubicBezTo>
                  <a:cubicBezTo>
                    <a:pt x="3334" y="167"/>
                    <a:pt x="5036" y="99"/>
                    <a:pt x="6843" y="99"/>
                  </a:cubicBezTo>
                  <a:close/>
                  <a:moveTo>
                    <a:pt x="6843" y="1"/>
                  </a:moveTo>
                  <a:cubicBezTo>
                    <a:pt x="5031" y="1"/>
                    <a:pt x="3323" y="68"/>
                    <a:pt x="2041" y="182"/>
                  </a:cubicBezTo>
                  <a:cubicBezTo>
                    <a:pt x="115" y="349"/>
                    <a:pt x="16" y="551"/>
                    <a:pt x="11" y="639"/>
                  </a:cubicBezTo>
                  <a:cubicBezTo>
                    <a:pt x="6" y="655"/>
                    <a:pt x="0" y="670"/>
                    <a:pt x="6" y="681"/>
                  </a:cubicBezTo>
                  <a:lnTo>
                    <a:pt x="437" y="1958"/>
                  </a:lnTo>
                  <a:cubicBezTo>
                    <a:pt x="561" y="2337"/>
                    <a:pt x="914" y="2597"/>
                    <a:pt x="1319" y="2597"/>
                  </a:cubicBezTo>
                  <a:cubicBezTo>
                    <a:pt x="1350" y="2597"/>
                    <a:pt x="1387" y="2591"/>
                    <a:pt x="1423" y="2591"/>
                  </a:cubicBezTo>
                  <a:cubicBezTo>
                    <a:pt x="2721" y="2436"/>
                    <a:pt x="4694" y="2347"/>
                    <a:pt x="6843" y="2347"/>
                  </a:cubicBezTo>
                  <a:cubicBezTo>
                    <a:pt x="8956" y="2347"/>
                    <a:pt x="10903" y="2436"/>
                    <a:pt x="12201" y="2581"/>
                  </a:cubicBezTo>
                  <a:cubicBezTo>
                    <a:pt x="12235" y="2585"/>
                    <a:pt x="12269" y="2586"/>
                    <a:pt x="12302" y="2586"/>
                  </a:cubicBezTo>
                  <a:cubicBezTo>
                    <a:pt x="12699" y="2586"/>
                    <a:pt x="13058" y="2336"/>
                    <a:pt x="13187" y="1953"/>
                  </a:cubicBezTo>
                  <a:lnTo>
                    <a:pt x="13582" y="785"/>
                  </a:lnTo>
                  <a:cubicBezTo>
                    <a:pt x="13644" y="743"/>
                    <a:pt x="13681" y="702"/>
                    <a:pt x="13681" y="655"/>
                  </a:cubicBezTo>
                  <a:cubicBezTo>
                    <a:pt x="13681" y="572"/>
                    <a:pt x="13681" y="359"/>
                    <a:pt x="11645" y="182"/>
                  </a:cubicBezTo>
                  <a:cubicBezTo>
                    <a:pt x="10363" y="68"/>
                    <a:pt x="8660" y="1"/>
                    <a:pt x="6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65"/>
            <p:cNvSpPr/>
            <p:nvPr/>
          </p:nvSpPr>
          <p:spPr>
            <a:xfrm>
              <a:off x="1026075" y="2952550"/>
              <a:ext cx="43000" cy="84275"/>
            </a:xfrm>
            <a:custGeom>
              <a:avLst/>
              <a:gdLst/>
              <a:ahLst/>
              <a:cxnLst/>
              <a:rect l="l" t="t" r="r" b="b"/>
              <a:pathLst>
                <a:path w="1720" h="3371" extrusionOk="0">
                  <a:moveTo>
                    <a:pt x="1086" y="1"/>
                  </a:moveTo>
                  <a:lnTo>
                    <a:pt x="6" y="3303"/>
                  </a:lnTo>
                  <a:cubicBezTo>
                    <a:pt x="1" y="3329"/>
                    <a:pt x="11" y="3355"/>
                    <a:pt x="32" y="3365"/>
                  </a:cubicBezTo>
                  <a:cubicBezTo>
                    <a:pt x="42" y="3365"/>
                    <a:pt x="47" y="3370"/>
                    <a:pt x="53" y="3370"/>
                  </a:cubicBezTo>
                  <a:cubicBezTo>
                    <a:pt x="73" y="3370"/>
                    <a:pt x="89" y="3360"/>
                    <a:pt x="99" y="3344"/>
                  </a:cubicBezTo>
                  <a:lnTo>
                    <a:pt x="1719" y="525"/>
                  </a:lnTo>
                  <a:lnTo>
                    <a:pt x="1636" y="479"/>
                  </a:lnTo>
                  <a:lnTo>
                    <a:pt x="250" y="2893"/>
                  </a:lnTo>
                  <a:lnTo>
                    <a:pt x="1179" y="32"/>
                  </a:lnTo>
                  <a:lnTo>
                    <a:pt x="1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65"/>
            <p:cNvSpPr/>
            <p:nvPr/>
          </p:nvSpPr>
          <p:spPr>
            <a:xfrm>
              <a:off x="1053200" y="2586425"/>
              <a:ext cx="121775" cy="366950"/>
            </a:xfrm>
            <a:custGeom>
              <a:avLst/>
              <a:gdLst/>
              <a:ahLst/>
              <a:cxnLst/>
              <a:rect l="l" t="t" r="r" b="b"/>
              <a:pathLst>
                <a:path w="4871" h="14678" extrusionOk="0">
                  <a:moveTo>
                    <a:pt x="4777" y="0"/>
                  </a:moveTo>
                  <a:lnTo>
                    <a:pt x="1" y="14651"/>
                  </a:lnTo>
                  <a:lnTo>
                    <a:pt x="94" y="14677"/>
                  </a:lnTo>
                  <a:lnTo>
                    <a:pt x="4871" y="31"/>
                  </a:lnTo>
                  <a:lnTo>
                    <a:pt x="4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65"/>
            <p:cNvSpPr/>
            <p:nvPr/>
          </p:nvSpPr>
          <p:spPr>
            <a:xfrm>
              <a:off x="1281375" y="3029400"/>
              <a:ext cx="47925" cy="143450"/>
            </a:xfrm>
            <a:custGeom>
              <a:avLst/>
              <a:gdLst/>
              <a:ahLst/>
              <a:cxnLst/>
              <a:rect l="l" t="t" r="r" b="b"/>
              <a:pathLst>
                <a:path w="1917" h="5738" extrusionOk="0">
                  <a:moveTo>
                    <a:pt x="1828" y="0"/>
                  </a:moveTo>
                  <a:lnTo>
                    <a:pt x="920" y="2077"/>
                  </a:lnTo>
                  <a:lnTo>
                    <a:pt x="634" y="2404"/>
                  </a:lnTo>
                  <a:cubicBezTo>
                    <a:pt x="629" y="2409"/>
                    <a:pt x="624" y="2420"/>
                    <a:pt x="624" y="2425"/>
                  </a:cubicBezTo>
                  <a:lnTo>
                    <a:pt x="1" y="5722"/>
                  </a:lnTo>
                  <a:lnTo>
                    <a:pt x="94" y="5737"/>
                  </a:lnTo>
                  <a:lnTo>
                    <a:pt x="712" y="2456"/>
                  </a:lnTo>
                  <a:lnTo>
                    <a:pt x="998" y="2139"/>
                  </a:lnTo>
                  <a:cubicBezTo>
                    <a:pt x="998" y="2134"/>
                    <a:pt x="1003" y="2129"/>
                    <a:pt x="1003" y="2124"/>
                  </a:cubicBezTo>
                  <a:lnTo>
                    <a:pt x="1916" y="42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65"/>
            <p:cNvSpPr/>
            <p:nvPr/>
          </p:nvSpPr>
          <p:spPr>
            <a:xfrm>
              <a:off x="1026075" y="3035500"/>
              <a:ext cx="199775" cy="146550"/>
            </a:xfrm>
            <a:custGeom>
              <a:avLst/>
              <a:gdLst/>
              <a:ahLst/>
              <a:cxnLst/>
              <a:rect l="l" t="t" r="r" b="b"/>
              <a:pathLst>
                <a:path w="7991" h="5862" extrusionOk="0">
                  <a:moveTo>
                    <a:pt x="94" y="0"/>
                  </a:moveTo>
                  <a:lnTo>
                    <a:pt x="1" y="26"/>
                  </a:lnTo>
                  <a:lnTo>
                    <a:pt x="535" y="1968"/>
                  </a:lnTo>
                  <a:cubicBezTo>
                    <a:pt x="535" y="1973"/>
                    <a:pt x="541" y="1978"/>
                    <a:pt x="541" y="1978"/>
                  </a:cubicBezTo>
                  <a:lnTo>
                    <a:pt x="930" y="2622"/>
                  </a:lnTo>
                  <a:lnTo>
                    <a:pt x="1787" y="5348"/>
                  </a:lnTo>
                  <a:cubicBezTo>
                    <a:pt x="1828" y="5727"/>
                    <a:pt x="4367" y="5862"/>
                    <a:pt x="6075" y="5862"/>
                  </a:cubicBezTo>
                  <a:cubicBezTo>
                    <a:pt x="6750" y="5862"/>
                    <a:pt x="7394" y="5846"/>
                    <a:pt x="7991" y="5810"/>
                  </a:cubicBezTo>
                  <a:lnTo>
                    <a:pt x="7985" y="5716"/>
                  </a:lnTo>
                  <a:cubicBezTo>
                    <a:pt x="7388" y="5748"/>
                    <a:pt x="6745" y="5763"/>
                    <a:pt x="6075" y="5763"/>
                  </a:cubicBezTo>
                  <a:cubicBezTo>
                    <a:pt x="3282" y="5763"/>
                    <a:pt x="1880" y="5493"/>
                    <a:pt x="1880" y="5343"/>
                  </a:cubicBezTo>
                  <a:cubicBezTo>
                    <a:pt x="1880" y="5337"/>
                    <a:pt x="1880" y="5332"/>
                    <a:pt x="1880" y="5327"/>
                  </a:cubicBezTo>
                  <a:lnTo>
                    <a:pt x="1023" y="2591"/>
                  </a:lnTo>
                  <a:cubicBezTo>
                    <a:pt x="1023" y="2586"/>
                    <a:pt x="1018" y="2581"/>
                    <a:pt x="1018" y="2581"/>
                  </a:cubicBezTo>
                  <a:lnTo>
                    <a:pt x="629" y="193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65"/>
            <p:cNvSpPr/>
            <p:nvPr/>
          </p:nvSpPr>
          <p:spPr>
            <a:xfrm>
              <a:off x="1172750" y="2888450"/>
              <a:ext cx="106050" cy="217800"/>
            </a:xfrm>
            <a:custGeom>
              <a:avLst/>
              <a:gdLst/>
              <a:ahLst/>
              <a:cxnLst/>
              <a:rect l="l" t="t" r="r" b="b"/>
              <a:pathLst>
                <a:path w="4242" h="8712" extrusionOk="0">
                  <a:moveTo>
                    <a:pt x="3364" y="0"/>
                  </a:moveTo>
                  <a:lnTo>
                    <a:pt x="3271" y="26"/>
                  </a:lnTo>
                  <a:lnTo>
                    <a:pt x="4138" y="3219"/>
                  </a:lnTo>
                  <a:lnTo>
                    <a:pt x="0" y="8655"/>
                  </a:lnTo>
                  <a:lnTo>
                    <a:pt x="78" y="8712"/>
                  </a:lnTo>
                  <a:lnTo>
                    <a:pt x="4231" y="3261"/>
                  </a:lnTo>
                  <a:cubicBezTo>
                    <a:pt x="4242" y="3250"/>
                    <a:pt x="4242" y="3235"/>
                    <a:pt x="4237" y="3219"/>
                  </a:cubicBezTo>
                  <a:lnTo>
                    <a:pt x="3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65"/>
            <p:cNvSpPr/>
            <p:nvPr/>
          </p:nvSpPr>
          <p:spPr>
            <a:xfrm>
              <a:off x="1172625" y="2586300"/>
              <a:ext cx="84375" cy="302675"/>
            </a:xfrm>
            <a:custGeom>
              <a:avLst/>
              <a:gdLst/>
              <a:ahLst/>
              <a:cxnLst/>
              <a:rect l="l" t="t" r="r" b="b"/>
              <a:pathLst>
                <a:path w="3375" h="12107" extrusionOk="0">
                  <a:moveTo>
                    <a:pt x="94" y="0"/>
                  </a:moveTo>
                  <a:lnTo>
                    <a:pt x="0" y="26"/>
                  </a:lnTo>
                  <a:lnTo>
                    <a:pt x="3281" y="12107"/>
                  </a:lnTo>
                  <a:lnTo>
                    <a:pt x="3375" y="12081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65"/>
            <p:cNvSpPr/>
            <p:nvPr/>
          </p:nvSpPr>
          <p:spPr>
            <a:xfrm>
              <a:off x="1066825" y="2585400"/>
              <a:ext cx="108225" cy="380025"/>
            </a:xfrm>
            <a:custGeom>
              <a:avLst/>
              <a:gdLst/>
              <a:ahLst/>
              <a:cxnLst/>
              <a:rect l="l" t="t" r="r" b="b"/>
              <a:pathLst>
                <a:path w="4329" h="15201" extrusionOk="0">
                  <a:moveTo>
                    <a:pt x="4275" y="0"/>
                  </a:moveTo>
                  <a:cubicBezTo>
                    <a:pt x="4256" y="0"/>
                    <a:pt x="4237" y="11"/>
                    <a:pt x="4232" y="36"/>
                  </a:cubicBezTo>
                  <a:lnTo>
                    <a:pt x="1" y="15175"/>
                  </a:lnTo>
                  <a:lnTo>
                    <a:pt x="94" y="15201"/>
                  </a:lnTo>
                  <a:lnTo>
                    <a:pt x="4232" y="405"/>
                  </a:lnTo>
                  <a:lnTo>
                    <a:pt x="4232" y="11852"/>
                  </a:lnTo>
                  <a:lnTo>
                    <a:pt x="4326" y="11852"/>
                  </a:lnTo>
                  <a:lnTo>
                    <a:pt x="4326" y="52"/>
                  </a:lnTo>
                  <a:cubicBezTo>
                    <a:pt x="4328" y="19"/>
                    <a:pt x="4301" y="0"/>
                    <a:pt x="4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65"/>
            <p:cNvSpPr/>
            <p:nvPr/>
          </p:nvSpPr>
          <p:spPr>
            <a:xfrm>
              <a:off x="1066975" y="2964500"/>
              <a:ext cx="107750" cy="141900"/>
            </a:xfrm>
            <a:custGeom>
              <a:avLst/>
              <a:gdLst/>
              <a:ahLst/>
              <a:cxnLst/>
              <a:rect l="l" t="t" r="r" b="b"/>
              <a:pathLst>
                <a:path w="4310" h="5676" extrusionOk="0">
                  <a:moveTo>
                    <a:pt x="78" y="1"/>
                  </a:moveTo>
                  <a:lnTo>
                    <a:pt x="0" y="58"/>
                  </a:lnTo>
                  <a:lnTo>
                    <a:pt x="4231" y="5675"/>
                  </a:lnTo>
                  <a:lnTo>
                    <a:pt x="4309" y="5618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65"/>
            <p:cNvSpPr/>
            <p:nvPr/>
          </p:nvSpPr>
          <p:spPr>
            <a:xfrm>
              <a:off x="1172625" y="3105450"/>
              <a:ext cx="6625" cy="75450"/>
            </a:xfrm>
            <a:custGeom>
              <a:avLst/>
              <a:gdLst/>
              <a:ahLst/>
              <a:cxnLst/>
              <a:rect l="l" t="t" r="r" b="b"/>
              <a:pathLst>
                <a:path w="265" h="3018" extrusionOk="0">
                  <a:moveTo>
                    <a:pt x="99" y="1"/>
                  </a:moveTo>
                  <a:lnTo>
                    <a:pt x="0" y="6"/>
                  </a:lnTo>
                  <a:lnTo>
                    <a:pt x="171" y="3017"/>
                  </a:lnTo>
                  <a:lnTo>
                    <a:pt x="265" y="3012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65"/>
            <p:cNvSpPr/>
            <p:nvPr/>
          </p:nvSpPr>
          <p:spPr>
            <a:xfrm>
              <a:off x="1146400" y="3283650"/>
              <a:ext cx="44025" cy="152275"/>
            </a:xfrm>
            <a:custGeom>
              <a:avLst/>
              <a:gdLst/>
              <a:ahLst/>
              <a:cxnLst/>
              <a:rect l="l" t="t" r="r" b="b"/>
              <a:pathLst>
                <a:path w="1761" h="6091" extrusionOk="0">
                  <a:moveTo>
                    <a:pt x="94" y="1"/>
                  </a:moveTo>
                  <a:lnTo>
                    <a:pt x="0" y="37"/>
                  </a:lnTo>
                  <a:cubicBezTo>
                    <a:pt x="21" y="79"/>
                    <a:pt x="1646" y="4658"/>
                    <a:pt x="68" y="6018"/>
                  </a:cubicBezTo>
                  <a:lnTo>
                    <a:pt x="135" y="6091"/>
                  </a:lnTo>
                  <a:cubicBezTo>
                    <a:pt x="1760" y="4684"/>
                    <a:pt x="161" y="193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65"/>
            <p:cNvSpPr/>
            <p:nvPr/>
          </p:nvSpPr>
          <p:spPr>
            <a:xfrm>
              <a:off x="1098500" y="340412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94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65"/>
            <p:cNvSpPr/>
            <p:nvPr/>
          </p:nvSpPr>
          <p:spPr>
            <a:xfrm>
              <a:off x="1097075" y="340292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8" y="724"/>
                    <a:pt x="2136" y="734"/>
                    <a:pt x="2154" y="734"/>
                  </a:cubicBezTo>
                  <a:cubicBezTo>
                    <a:pt x="2164" y="734"/>
                    <a:pt x="2173" y="730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6"/>
                    <a:pt x="717" y="484"/>
                  </a:cubicBezTo>
                  <a:cubicBezTo>
                    <a:pt x="1" y="1636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lnTo>
                    <a:pt x="1304" y="2488"/>
                  </a:ln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39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3"/>
                    <a:pt x="1781" y="11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65"/>
            <p:cNvSpPr/>
            <p:nvPr/>
          </p:nvSpPr>
          <p:spPr>
            <a:xfrm>
              <a:off x="1130550" y="342007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65"/>
            <p:cNvSpPr/>
            <p:nvPr/>
          </p:nvSpPr>
          <p:spPr>
            <a:xfrm>
              <a:off x="1129275" y="341902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65"/>
            <p:cNvSpPr/>
            <p:nvPr/>
          </p:nvSpPr>
          <p:spPr>
            <a:xfrm>
              <a:off x="1127825" y="3018750"/>
              <a:ext cx="30550" cy="69075"/>
            </a:xfrm>
            <a:custGeom>
              <a:avLst/>
              <a:gdLst/>
              <a:ahLst/>
              <a:cxnLst/>
              <a:rect l="l" t="t" r="r" b="b"/>
              <a:pathLst>
                <a:path w="1222" h="2763" extrusionOk="0">
                  <a:moveTo>
                    <a:pt x="1138" y="1"/>
                  </a:moveTo>
                  <a:cubicBezTo>
                    <a:pt x="1091" y="73"/>
                    <a:pt x="1" y="1813"/>
                    <a:pt x="323" y="2763"/>
                  </a:cubicBezTo>
                  <a:lnTo>
                    <a:pt x="416" y="2731"/>
                  </a:lnTo>
                  <a:cubicBezTo>
                    <a:pt x="105" y="1823"/>
                    <a:pt x="1211" y="73"/>
                    <a:pt x="1221" y="53"/>
                  </a:cubicBezTo>
                  <a:lnTo>
                    <a:pt x="1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65"/>
            <p:cNvSpPr/>
            <p:nvPr/>
          </p:nvSpPr>
          <p:spPr>
            <a:xfrm>
              <a:off x="1012575" y="2955800"/>
              <a:ext cx="139950" cy="76875"/>
            </a:xfrm>
            <a:custGeom>
              <a:avLst/>
              <a:gdLst/>
              <a:ahLst/>
              <a:cxnLst/>
              <a:rect l="l" t="t" r="r" b="b"/>
              <a:pathLst>
                <a:path w="5598" h="3075" extrusionOk="0">
                  <a:moveTo>
                    <a:pt x="1672" y="1"/>
                  </a:moveTo>
                  <a:cubicBezTo>
                    <a:pt x="1327" y="1"/>
                    <a:pt x="978" y="186"/>
                    <a:pt x="722" y="759"/>
                  </a:cubicBezTo>
                  <a:cubicBezTo>
                    <a:pt x="1" y="2373"/>
                    <a:pt x="2135" y="3074"/>
                    <a:pt x="2135" y="3074"/>
                  </a:cubicBezTo>
                  <a:cubicBezTo>
                    <a:pt x="2135" y="3074"/>
                    <a:pt x="5597" y="1101"/>
                    <a:pt x="4429" y="686"/>
                  </a:cubicBezTo>
                  <a:cubicBezTo>
                    <a:pt x="3992" y="532"/>
                    <a:pt x="3670" y="484"/>
                    <a:pt x="3439" y="484"/>
                  </a:cubicBezTo>
                  <a:cubicBezTo>
                    <a:pt x="3053" y="484"/>
                    <a:pt x="2918" y="619"/>
                    <a:pt x="2918" y="619"/>
                  </a:cubicBezTo>
                  <a:cubicBezTo>
                    <a:pt x="2918" y="619"/>
                    <a:pt x="2303" y="1"/>
                    <a:pt x="16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65"/>
            <p:cNvSpPr/>
            <p:nvPr/>
          </p:nvSpPr>
          <p:spPr>
            <a:xfrm>
              <a:off x="1024400" y="2954650"/>
              <a:ext cx="107750" cy="79250"/>
            </a:xfrm>
            <a:custGeom>
              <a:avLst/>
              <a:gdLst/>
              <a:ahLst/>
              <a:cxnLst/>
              <a:rect l="l" t="t" r="r" b="b"/>
              <a:pathLst>
                <a:path w="4310" h="3170" extrusionOk="0">
                  <a:moveTo>
                    <a:pt x="1194" y="93"/>
                  </a:moveTo>
                  <a:cubicBezTo>
                    <a:pt x="1802" y="93"/>
                    <a:pt x="2404" y="690"/>
                    <a:pt x="2414" y="701"/>
                  </a:cubicBezTo>
                  <a:cubicBezTo>
                    <a:pt x="2425" y="709"/>
                    <a:pt x="2436" y="713"/>
                    <a:pt x="2448" y="713"/>
                  </a:cubicBezTo>
                  <a:cubicBezTo>
                    <a:pt x="2460" y="713"/>
                    <a:pt x="2471" y="709"/>
                    <a:pt x="2482" y="701"/>
                  </a:cubicBezTo>
                  <a:cubicBezTo>
                    <a:pt x="2482" y="698"/>
                    <a:pt x="2612" y="581"/>
                    <a:pt x="2969" y="581"/>
                  </a:cubicBezTo>
                  <a:cubicBezTo>
                    <a:pt x="3195" y="581"/>
                    <a:pt x="3510" y="628"/>
                    <a:pt x="3941" y="779"/>
                  </a:cubicBezTo>
                  <a:cubicBezTo>
                    <a:pt x="4076" y="825"/>
                    <a:pt x="4143" y="893"/>
                    <a:pt x="4148" y="981"/>
                  </a:cubicBezTo>
                  <a:cubicBezTo>
                    <a:pt x="4195" y="1495"/>
                    <a:pt x="2388" y="2653"/>
                    <a:pt x="1656" y="3068"/>
                  </a:cubicBezTo>
                  <a:cubicBezTo>
                    <a:pt x="1511" y="3016"/>
                    <a:pt x="571" y="2653"/>
                    <a:pt x="255" y="1942"/>
                  </a:cubicBezTo>
                  <a:cubicBezTo>
                    <a:pt x="104" y="1599"/>
                    <a:pt x="114" y="1220"/>
                    <a:pt x="296" y="825"/>
                  </a:cubicBezTo>
                  <a:cubicBezTo>
                    <a:pt x="478" y="405"/>
                    <a:pt x="732" y="166"/>
                    <a:pt x="1044" y="109"/>
                  </a:cubicBezTo>
                  <a:cubicBezTo>
                    <a:pt x="1090" y="99"/>
                    <a:pt x="1142" y="93"/>
                    <a:pt x="1194" y="93"/>
                  </a:cubicBezTo>
                  <a:close/>
                  <a:moveTo>
                    <a:pt x="1195" y="0"/>
                  </a:moveTo>
                  <a:cubicBezTo>
                    <a:pt x="1138" y="0"/>
                    <a:pt x="1080" y="5"/>
                    <a:pt x="1023" y="16"/>
                  </a:cubicBezTo>
                  <a:cubicBezTo>
                    <a:pt x="680" y="78"/>
                    <a:pt x="405" y="337"/>
                    <a:pt x="203" y="784"/>
                  </a:cubicBezTo>
                  <a:cubicBezTo>
                    <a:pt x="16" y="1210"/>
                    <a:pt x="0" y="1615"/>
                    <a:pt x="166" y="1983"/>
                  </a:cubicBezTo>
                  <a:cubicBezTo>
                    <a:pt x="525" y="2793"/>
                    <a:pt x="1604" y="3151"/>
                    <a:pt x="1646" y="3167"/>
                  </a:cubicBezTo>
                  <a:lnTo>
                    <a:pt x="1662" y="3167"/>
                  </a:lnTo>
                  <a:cubicBezTo>
                    <a:pt x="1665" y="3169"/>
                    <a:pt x="1668" y="3169"/>
                    <a:pt x="1672" y="3169"/>
                  </a:cubicBezTo>
                  <a:cubicBezTo>
                    <a:pt x="1678" y="3169"/>
                    <a:pt x="1684" y="3167"/>
                    <a:pt x="1687" y="3167"/>
                  </a:cubicBezTo>
                  <a:cubicBezTo>
                    <a:pt x="1797" y="3105"/>
                    <a:pt x="4309" y="1661"/>
                    <a:pt x="4247" y="976"/>
                  </a:cubicBezTo>
                  <a:cubicBezTo>
                    <a:pt x="4237" y="846"/>
                    <a:pt x="4143" y="748"/>
                    <a:pt x="3977" y="690"/>
                  </a:cubicBezTo>
                  <a:cubicBezTo>
                    <a:pt x="3534" y="534"/>
                    <a:pt x="3205" y="485"/>
                    <a:pt x="2967" y="485"/>
                  </a:cubicBezTo>
                  <a:cubicBezTo>
                    <a:pt x="2674" y="485"/>
                    <a:pt x="2516" y="559"/>
                    <a:pt x="2451" y="602"/>
                  </a:cubicBezTo>
                  <a:cubicBezTo>
                    <a:pt x="2314" y="475"/>
                    <a:pt x="1766" y="0"/>
                    <a:pt x="1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65"/>
            <p:cNvSpPr/>
            <p:nvPr/>
          </p:nvSpPr>
          <p:spPr>
            <a:xfrm>
              <a:off x="1063325" y="2971250"/>
              <a:ext cx="22225" cy="41825"/>
            </a:xfrm>
            <a:custGeom>
              <a:avLst/>
              <a:gdLst/>
              <a:ahLst/>
              <a:cxnLst/>
              <a:rect l="l" t="t" r="r" b="b"/>
              <a:pathLst>
                <a:path w="889" h="1673" extrusionOk="0">
                  <a:moveTo>
                    <a:pt x="888" y="1"/>
                  </a:moveTo>
                  <a:lnTo>
                    <a:pt x="888" y="1"/>
                  </a:lnTo>
                  <a:cubicBezTo>
                    <a:pt x="369" y="405"/>
                    <a:pt x="42" y="1013"/>
                    <a:pt x="1" y="1672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65"/>
            <p:cNvSpPr/>
            <p:nvPr/>
          </p:nvSpPr>
          <p:spPr>
            <a:xfrm>
              <a:off x="1062025" y="297035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0"/>
                  </a:moveTo>
                  <a:cubicBezTo>
                    <a:pt x="375" y="410"/>
                    <a:pt x="42" y="1033"/>
                    <a:pt x="1" y="1708"/>
                  </a:cubicBezTo>
                  <a:lnTo>
                    <a:pt x="99" y="1708"/>
                  </a:lnTo>
                  <a:cubicBezTo>
                    <a:pt x="146" y="1064"/>
                    <a:pt x="463" y="473"/>
                    <a:pt x="972" y="78"/>
                  </a:cubicBez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65"/>
            <p:cNvSpPr/>
            <p:nvPr/>
          </p:nvSpPr>
          <p:spPr>
            <a:xfrm>
              <a:off x="1082025" y="2975375"/>
              <a:ext cx="139925" cy="76900"/>
            </a:xfrm>
            <a:custGeom>
              <a:avLst/>
              <a:gdLst/>
              <a:ahLst/>
              <a:cxnLst/>
              <a:rect l="l" t="t" r="r" b="b"/>
              <a:pathLst>
                <a:path w="5597" h="3076" extrusionOk="0">
                  <a:moveTo>
                    <a:pt x="1667" y="0"/>
                  </a:moveTo>
                  <a:cubicBezTo>
                    <a:pt x="1323" y="0"/>
                    <a:pt x="975" y="184"/>
                    <a:pt x="722" y="754"/>
                  </a:cubicBezTo>
                  <a:cubicBezTo>
                    <a:pt x="0" y="2374"/>
                    <a:pt x="2134" y="3075"/>
                    <a:pt x="2134" y="3075"/>
                  </a:cubicBezTo>
                  <a:cubicBezTo>
                    <a:pt x="2134" y="3075"/>
                    <a:pt x="5597" y="1097"/>
                    <a:pt x="4429" y="687"/>
                  </a:cubicBezTo>
                  <a:cubicBezTo>
                    <a:pt x="3991" y="533"/>
                    <a:pt x="3670" y="485"/>
                    <a:pt x="3439" y="485"/>
                  </a:cubicBezTo>
                  <a:cubicBezTo>
                    <a:pt x="3052" y="485"/>
                    <a:pt x="2918" y="619"/>
                    <a:pt x="2918" y="619"/>
                  </a:cubicBezTo>
                  <a:cubicBezTo>
                    <a:pt x="2918" y="619"/>
                    <a:pt x="2299" y="0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65"/>
            <p:cNvSpPr/>
            <p:nvPr/>
          </p:nvSpPr>
          <p:spPr>
            <a:xfrm>
              <a:off x="1093825" y="2974225"/>
              <a:ext cx="107750" cy="79200"/>
            </a:xfrm>
            <a:custGeom>
              <a:avLst/>
              <a:gdLst/>
              <a:ahLst/>
              <a:cxnLst/>
              <a:rect l="l" t="t" r="r" b="b"/>
              <a:pathLst>
                <a:path w="4310" h="3168" extrusionOk="0">
                  <a:moveTo>
                    <a:pt x="1195" y="94"/>
                  </a:moveTo>
                  <a:cubicBezTo>
                    <a:pt x="1797" y="94"/>
                    <a:pt x="2404" y="691"/>
                    <a:pt x="2415" y="702"/>
                  </a:cubicBezTo>
                  <a:cubicBezTo>
                    <a:pt x="2425" y="710"/>
                    <a:pt x="2437" y="713"/>
                    <a:pt x="2448" y="713"/>
                  </a:cubicBezTo>
                  <a:cubicBezTo>
                    <a:pt x="2459" y="713"/>
                    <a:pt x="2469" y="710"/>
                    <a:pt x="2477" y="702"/>
                  </a:cubicBezTo>
                  <a:cubicBezTo>
                    <a:pt x="2480" y="699"/>
                    <a:pt x="2611" y="580"/>
                    <a:pt x="2968" y="580"/>
                  </a:cubicBezTo>
                  <a:cubicBezTo>
                    <a:pt x="3194" y="580"/>
                    <a:pt x="3510" y="627"/>
                    <a:pt x="3941" y="780"/>
                  </a:cubicBezTo>
                  <a:cubicBezTo>
                    <a:pt x="4071" y="826"/>
                    <a:pt x="4139" y="894"/>
                    <a:pt x="4149" y="982"/>
                  </a:cubicBezTo>
                  <a:cubicBezTo>
                    <a:pt x="4196" y="1496"/>
                    <a:pt x="2384" y="2649"/>
                    <a:pt x="1657" y="3069"/>
                  </a:cubicBezTo>
                  <a:cubicBezTo>
                    <a:pt x="1506" y="3012"/>
                    <a:pt x="567" y="2654"/>
                    <a:pt x="255" y="1937"/>
                  </a:cubicBezTo>
                  <a:cubicBezTo>
                    <a:pt x="99" y="1595"/>
                    <a:pt x="115" y="1221"/>
                    <a:pt x="291" y="821"/>
                  </a:cubicBezTo>
                  <a:cubicBezTo>
                    <a:pt x="478" y="406"/>
                    <a:pt x="728" y="167"/>
                    <a:pt x="1039" y="110"/>
                  </a:cubicBezTo>
                  <a:cubicBezTo>
                    <a:pt x="1091" y="100"/>
                    <a:pt x="1143" y="94"/>
                    <a:pt x="1195" y="94"/>
                  </a:cubicBezTo>
                  <a:close/>
                  <a:moveTo>
                    <a:pt x="1201" y="0"/>
                  </a:moveTo>
                  <a:cubicBezTo>
                    <a:pt x="1142" y="0"/>
                    <a:pt x="1083" y="5"/>
                    <a:pt x="1024" y="16"/>
                  </a:cubicBezTo>
                  <a:cubicBezTo>
                    <a:pt x="676" y="79"/>
                    <a:pt x="400" y="338"/>
                    <a:pt x="203" y="785"/>
                  </a:cubicBezTo>
                  <a:cubicBezTo>
                    <a:pt x="16" y="1211"/>
                    <a:pt x="1" y="1610"/>
                    <a:pt x="167" y="1979"/>
                  </a:cubicBezTo>
                  <a:cubicBezTo>
                    <a:pt x="525" y="2789"/>
                    <a:pt x="1600" y="3152"/>
                    <a:pt x="1647" y="3168"/>
                  </a:cubicBezTo>
                  <a:lnTo>
                    <a:pt x="1662" y="3168"/>
                  </a:lnTo>
                  <a:cubicBezTo>
                    <a:pt x="1672" y="3168"/>
                    <a:pt x="1678" y="3168"/>
                    <a:pt x="1688" y="3163"/>
                  </a:cubicBezTo>
                  <a:cubicBezTo>
                    <a:pt x="1797" y="3100"/>
                    <a:pt x="4310" y="1662"/>
                    <a:pt x="4248" y="972"/>
                  </a:cubicBezTo>
                  <a:cubicBezTo>
                    <a:pt x="4232" y="842"/>
                    <a:pt x="4144" y="749"/>
                    <a:pt x="3972" y="691"/>
                  </a:cubicBezTo>
                  <a:cubicBezTo>
                    <a:pt x="3529" y="535"/>
                    <a:pt x="3202" y="486"/>
                    <a:pt x="2964" y="486"/>
                  </a:cubicBezTo>
                  <a:cubicBezTo>
                    <a:pt x="2673" y="486"/>
                    <a:pt x="2517" y="560"/>
                    <a:pt x="2451" y="603"/>
                  </a:cubicBezTo>
                  <a:cubicBezTo>
                    <a:pt x="2315" y="476"/>
                    <a:pt x="1770" y="0"/>
                    <a:pt x="1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65"/>
            <p:cNvSpPr/>
            <p:nvPr/>
          </p:nvSpPr>
          <p:spPr>
            <a:xfrm>
              <a:off x="1132650" y="2990850"/>
              <a:ext cx="22350" cy="41675"/>
            </a:xfrm>
            <a:custGeom>
              <a:avLst/>
              <a:gdLst/>
              <a:ahLst/>
              <a:cxnLst/>
              <a:rect l="l" t="t" r="r" b="b"/>
              <a:pathLst>
                <a:path w="894" h="1667" extrusionOk="0">
                  <a:moveTo>
                    <a:pt x="893" y="0"/>
                  </a:moveTo>
                  <a:cubicBezTo>
                    <a:pt x="369" y="405"/>
                    <a:pt x="47" y="1013"/>
                    <a:pt x="0" y="1667"/>
                  </a:cubicBezTo>
                  <a:lnTo>
                    <a:pt x="8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65"/>
            <p:cNvSpPr/>
            <p:nvPr/>
          </p:nvSpPr>
          <p:spPr>
            <a:xfrm>
              <a:off x="1131475" y="298980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1"/>
                  </a:moveTo>
                  <a:cubicBezTo>
                    <a:pt x="374" y="416"/>
                    <a:pt x="42" y="1039"/>
                    <a:pt x="0" y="1709"/>
                  </a:cubicBezTo>
                  <a:lnTo>
                    <a:pt x="99" y="1709"/>
                  </a:lnTo>
                  <a:cubicBezTo>
                    <a:pt x="146" y="1070"/>
                    <a:pt x="462" y="473"/>
                    <a:pt x="971" y="7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65"/>
            <p:cNvSpPr/>
            <p:nvPr/>
          </p:nvSpPr>
          <p:spPr>
            <a:xfrm>
              <a:off x="1053725" y="3010575"/>
              <a:ext cx="86200" cy="76350"/>
            </a:xfrm>
            <a:custGeom>
              <a:avLst/>
              <a:gdLst/>
              <a:ahLst/>
              <a:cxnLst/>
              <a:rect l="l" t="t" r="r" b="b"/>
              <a:pathLst>
                <a:path w="3448" h="3054" extrusionOk="0">
                  <a:moveTo>
                    <a:pt x="1466" y="1"/>
                  </a:moveTo>
                  <a:cubicBezTo>
                    <a:pt x="1288" y="1"/>
                    <a:pt x="1072" y="156"/>
                    <a:pt x="821" y="603"/>
                  </a:cubicBezTo>
                  <a:cubicBezTo>
                    <a:pt x="1" y="2056"/>
                    <a:pt x="1008" y="3053"/>
                    <a:pt x="1008" y="3053"/>
                  </a:cubicBezTo>
                  <a:cubicBezTo>
                    <a:pt x="1008" y="3053"/>
                    <a:pt x="3448" y="1662"/>
                    <a:pt x="2903" y="1091"/>
                  </a:cubicBezTo>
                  <a:cubicBezTo>
                    <a:pt x="2629" y="799"/>
                    <a:pt x="2422" y="727"/>
                    <a:pt x="2284" y="727"/>
                  </a:cubicBezTo>
                  <a:cubicBezTo>
                    <a:pt x="2151" y="727"/>
                    <a:pt x="2082" y="795"/>
                    <a:pt x="2082" y="795"/>
                  </a:cubicBezTo>
                  <a:cubicBezTo>
                    <a:pt x="2082" y="795"/>
                    <a:pt x="1870" y="1"/>
                    <a:pt x="1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65"/>
            <p:cNvSpPr/>
            <p:nvPr/>
          </p:nvSpPr>
          <p:spPr>
            <a:xfrm>
              <a:off x="1052425" y="3009350"/>
              <a:ext cx="77525" cy="78750"/>
            </a:xfrm>
            <a:custGeom>
              <a:avLst/>
              <a:gdLst/>
              <a:ahLst/>
              <a:cxnLst/>
              <a:rect l="l" t="t" r="r" b="b"/>
              <a:pathLst>
                <a:path w="3101" h="3150" extrusionOk="0">
                  <a:moveTo>
                    <a:pt x="1517" y="96"/>
                  </a:moveTo>
                  <a:lnTo>
                    <a:pt x="1543" y="101"/>
                  </a:lnTo>
                  <a:cubicBezTo>
                    <a:pt x="1885" y="143"/>
                    <a:pt x="2082" y="849"/>
                    <a:pt x="2082" y="854"/>
                  </a:cubicBezTo>
                  <a:cubicBezTo>
                    <a:pt x="2088" y="875"/>
                    <a:pt x="2098" y="885"/>
                    <a:pt x="2114" y="891"/>
                  </a:cubicBezTo>
                  <a:cubicBezTo>
                    <a:pt x="2118" y="892"/>
                    <a:pt x="2122" y="893"/>
                    <a:pt x="2127" y="893"/>
                  </a:cubicBezTo>
                  <a:cubicBezTo>
                    <a:pt x="2140" y="893"/>
                    <a:pt x="2153" y="888"/>
                    <a:pt x="2160" y="880"/>
                  </a:cubicBezTo>
                  <a:cubicBezTo>
                    <a:pt x="2207" y="843"/>
                    <a:pt x="2262" y="822"/>
                    <a:pt x="2322" y="822"/>
                  </a:cubicBezTo>
                  <a:cubicBezTo>
                    <a:pt x="2328" y="822"/>
                    <a:pt x="2335" y="823"/>
                    <a:pt x="2342" y="823"/>
                  </a:cubicBezTo>
                  <a:cubicBezTo>
                    <a:pt x="2456" y="828"/>
                    <a:pt x="2648" y="891"/>
                    <a:pt x="2918" y="1171"/>
                  </a:cubicBezTo>
                  <a:cubicBezTo>
                    <a:pt x="2970" y="1223"/>
                    <a:pt x="2996" y="1301"/>
                    <a:pt x="2981" y="1373"/>
                  </a:cubicBezTo>
                  <a:cubicBezTo>
                    <a:pt x="2898" y="1945"/>
                    <a:pt x="1314" y="2889"/>
                    <a:pt x="1065" y="3035"/>
                  </a:cubicBezTo>
                  <a:cubicBezTo>
                    <a:pt x="909" y="2869"/>
                    <a:pt x="182" y="1965"/>
                    <a:pt x="909" y="673"/>
                  </a:cubicBezTo>
                  <a:cubicBezTo>
                    <a:pt x="1127" y="294"/>
                    <a:pt x="1330" y="96"/>
                    <a:pt x="1517" y="96"/>
                  </a:cubicBezTo>
                  <a:close/>
                  <a:moveTo>
                    <a:pt x="1524" y="1"/>
                  </a:moveTo>
                  <a:cubicBezTo>
                    <a:pt x="1302" y="1"/>
                    <a:pt x="1067" y="209"/>
                    <a:pt x="831" y="626"/>
                  </a:cubicBezTo>
                  <a:cubicBezTo>
                    <a:pt x="1" y="2095"/>
                    <a:pt x="1013" y="3123"/>
                    <a:pt x="1029" y="3133"/>
                  </a:cubicBezTo>
                  <a:cubicBezTo>
                    <a:pt x="1034" y="3144"/>
                    <a:pt x="1049" y="3149"/>
                    <a:pt x="1060" y="3149"/>
                  </a:cubicBezTo>
                  <a:cubicBezTo>
                    <a:pt x="1070" y="3149"/>
                    <a:pt x="1075" y="3144"/>
                    <a:pt x="1086" y="3139"/>
                  </a:cubicBezTo>
                  <a:cubicBezTo>
                    <a:pt x="1164" y="3097"/>
                    <a:pt x="2986" y="2054"/>
                    <a:pt x="3084" y="1389"/>
                  </a:cubicBezTo>
                  <a:cubicBezTo>
                    <a:pt x="3100" y="1285"/>
                    <a:pt x="3069" y="1176"/>
                    <a:pt x="2996" y="1103"/>
                  </a:cubicBezTo>
                  <a:cubicBezTo>
                    <a:pt x="2757" y="859"/>
                    <a:pt x="2539" y="730"/>
                    <a:pt x="2347" y="730"/>
                  </a:cubicBezTo>
                  <a:cubicBezTo>
                    <a:pt x="2339" y="729"/>
                    <a:pt x="2330" y="729"/>
                    <a:pt x="2321" y="729"/>
                  </a:cubicBezTo>
                  <a:cubicBezTo>
                    <a:pt x="2264" y="729"/>
                    <a:pt x="2211" y="743"/>
                    <a:pt x="2166" y="766"/>
                  </a:cubicBezTo>
                  <a:cubicBezTo>
                    <a:pt x="2103" y="579"/>
                    <a:pt x="1906" y="44"/>
                    <a:pt x="1563" y="3"/>
                  </a:cubicBezTo>
                  <a:cubicBezTo>
                    <a:pt x="1550" y="1"/>
                    <a:pt x="1537" y="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65"/>
            <p:cNvSpPr/>
            <p:nvPr/>
          </p:nvSpPr>
          <p:spPr>
            <a:xfrm>
              <a:off x="1082550" y="3030425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29" y="1"/>
                  </a:moveTo>
                  <a:lnTo>
                    <a:pt x="929" y="1"/>
                  </a:lnTo>
                  <a:cubicBezTo>
                    <a:pt x="254" y="546"/>
                    <a:pt x="0" y="1481"/>
                    <a:pt x="0" y="1481"/>
                  </a:cubicBezTo>
                  <a:lnTo>
                    <a:pt x="9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65"/>
            <p:cNvSpPr/>
            <p:nvPr/>
          </p:nvSpPr>
          <p:spPr>
            <a:xfrm>
              <a:off x="1081375" y="3029525"/>
              <a:ext cx="25200" cy="38325"/>
            </a:xfrm>
            <a:custGeom>
              <a:avLst/>
              <a:gdLst/>
              <a:ahLst/>
              <a:cxnLst/>
              <a:rect l="l" t="t" r="r" b="b"/>
              <a:pathLst>
                <a:path w="1008" h="1533" extrusionOk="0">
                  <a:moveTo>
                    <a:pt x="945" y="1"/>
                  </a:moveTo>
                  <a:cubicBezTo>
                    <a:pt x="265" y="546"/>
                    <a:pt x="11" y="1465"/>
                    <a:pt x="0" y="1506"/>
                  </a:cubicBezTo>
                  <a:lnTo>
                    <a:pt x="94" y="1532"/>
                  </a:lnTo>
                  <a:cubicBezTo>
                    <a:pt x="94" y="1522"/>
                    <a:pt x="348" y="603"/>
                    <a:pt x="1008" y="73"/>
                  </a:cubicBezTo>
                  <a:lnTo>
                    <a:pt x="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65"/>
            <p:cNvSpPr/>
            <p:nvPr/>
          </p:nvSpPr>
          <p:spPr>
            <a:xfrm>
              <a:off x="1259175" y="2986150"/>
              <a:ext cx="81150" cy="63525"/>
            </a:xfrm>
            <a:custGeom>
              <a:avLst/>
              <a:gdLst/>
              <a:ahLst/>
              <a:cxnLst/>
              <a:rect l="l" t="t" r="r" b="b"/>
              <a:pathLst>
                <a:path w="3246" h="2541" extrusionOk="0">
                  <a:moveTo>
                    <a:pt x="1174" y="0"/>
                  </a:moveTo>
                  <a:cubicBezTo>
                    <a:pt x="598" y="0"/>
                    <a:pt x="821" y="1024"/>
                    <a:pt x="821" y="1024"/>
                  </a:cubicBezTo>
                  <a:cubicBezTo>
                    <a:pt x="821" y="1024"/>
                    <a:pt x="799" y="1017"/>
                    <a:pt x="763" y="1017"/>
                  </a:cubicBezTo>
                  <a:cubicBezTo>
                    <a:pt x="649" y="1017"/>
                    <a:pt x="390" y="1086"/>
                    <a:pt x="224" y="1663"/>
                  </a:cubicBezTo>
                  <a:cubicBezTo>
                    <a:pt x="1" y="2421"/>
                    <a:pt x="2804" y="2540"/>
                    <a:pt x="2804" y="2540"/>
                  </a:cubicBezTo>
                  <a:cubicBezTo>
                    <a:pt x="2804" y="2540"/>
                    <a:pt x="3246" y="1196"/>
                    <a:pt x="1854" y="277"/>
                  </a:cubicBezTo>
                  <a:cubicBezTo>
                    <a:pt x="1553" y="78"/>
                    <a:pt x="1333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65"/>
            <p:cNvSpPr/>
            <p:nvPr/>
          </p:nvSpPr>
          <p:spPr>
            <a:xfrm>
              <a:off x="1262825" y="2984800"/>
              <a:ext cx="78675" cy="66050"/>
            </a:xfrm>
            <a:custGeom>
              <a:avLst/>
              <a:gdLst/>
              <a:ahLst/>
              <a:cxnLst/>
              <a:rect l="l" t="t" r="r" b="b"/>
              <a:pathLst>
                <a:path w="3147" h="2642" extrusionOk="0">
                  <a:moveTo>
                    <a:pt x="1030" y="103"/>
                  </a:moveTo>
                  <a:cubicBezTo>
                    <a:pt x="1194" y="103"/>
                    <a:pt x="1415" y="191"/>
                    <a:pt x="1682" y="367"/>
                  </a:cubicBezTo>
                  <a:cubicBezTo>
                    <a:pt x="2923" y="1187"/>
                    <a:pt x="2684" y="2324"/>
                    <a:pt x="2627" y="2542"/>
                  </a:cubicBezTo>
                  <a:cubicBezTo>
                    <a:pt x="2337" y="2527"/>
                    <a:pt x="499" y="2413"/>
                    <a:pt x="161" y="1940"/>
                  </a:cubicBezTo>
                  <a:cubicBezTo>
                    <a:pt x="115" y="1883"/>
                    <a:pt x="99" y="1800"/>
                    <a:pt x="125" y="1727"/>
                  </a:cubicBezTo>
                  <a:cubicBezTo>
                    <a:pt x="234" y="1359"/>
                    <a:pt x="374" y="1213"/>
                    <a:pt x="478" y="1156"/>
                  </a:cubicBezTo>
                  <a:cubicBezTo>
                    <a:pt x="519" y="1135"/>
                    <a:pt x="566" y="1120"/>
                    <a:pt x="618" y="1120"/>
                  </a:cubicBezTo>
                  <a:cubicBezTo>
                    <a:pt x="634" y="1120"/>
                    <a:pt x="649" y="1125"/>
                    <a:pt x="665" y="1125"/>
                  </a:cubicBezTo>
                  <a:cubicBezTo>
                    <a:pt x="671" y="1128"/>
                    <a:pt x="678" y="1129"/>
                    <a:pt x="684" y="1129"/>
                  </a:cubicBezTo>
                  <a:cubicBezTo>
                    <a:pt x="713" y="1129"/>
                    <a:pt x="736" y="1102"/>
                    <a:pt x="727" y="1068"/>
                  </a:cubicBezTo>
                  <a:cubicBezTo>
                    <a:pt x="727" y="1063"/>
                    <a:pt x="571" y="346"/>
                    <a:pt x="857" y="149"/>
                  </a:cubicBezTo>
                  <a:cubicBezTo>
                    <a:pt x="904" y="118"/>
                    <a:pt x="962" y="103"/>
                    <a:pt x="1030" y="103"/>
                  </a:cubicBezTo>
                  <a:close/>
                  <a:moveTo>
                    <a:pt x="1031" y="0"/>
                  </a:moveTo>
                  <a:cubicBezTo>
                    <a:pt x="943" y="0"/>
                    <a:pt x="867" y="22"/>
                    <a:pt x="805" y="66"/>
                  </a:cubicBezTo>
                  <a:cubicBezTo>
                    <a:pt x="519" y="263"/>
                    <a:pt x="587" y="829"/>
                    <a:pt x="618" y="1021"/>
                  </a:cubicBezTo>
                  <a:cubicBezTo>
                    <a:pt x="556" y="1021"/>
                    <a:pt x="494" y="1037"/>
                    <a:pt x="436" y="1068"/>
                  </a:cubicBezTo>
                  <a:cubicBezTo>
                    <a:pt x="265" y="1161"/>
                    <a:pt x="130" y="1374"/>
                    <a:pt x="31" y="1701"/>
                  </a:cubicBezTo>
                  <a:cubicBezTo>
                    <a:pt x="0" y="1800"/>
                    <a:pt x="21" y="1909"/>
                    <a:pt x="83" y="1992"/>
                  </a:cubicBezTo>
                  <a:cubicBezTo>
                    <a:pt x="478" y="2542"/>
                    <a:pt x="2570" y="2641"/>
                    <a:pt x="2658" y="2641"/>
                  </a:cubicBezTo>
                  <a:cubicBezTo>
                    <a:pt x="2662" y="2642"/>
                    <a:pt x="2665" y="2642"/>
                    <a:pt x="2668" y="2642"/>
                  </a:cubicBezTo>
                  <a:cubicBezTo>
                    <a:pt x="2690" y="2642"/>
                    <a:pt x="2706" y="2627"/>
                    <a:pt x="2710" y="2605"/>
                  </a:cubicBezTo>
                  <a:cubicBezTo>
                    <a:pt x="2710" y="2594"/>
                    <a:pt x="3146" y="1213"/>
                    <a:pt x="1740" y="284"/>
                  </a:cubicBezTo>
                  <a:cubicBezTo>
                    <a:pt x="1452" y="95"/>
                    <a:pt x="1214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65"/>
            <p:cNvSpPr/>
            <p:nvPr/>
          </p:nvSpPr>
          <p:spPr>
            <a:xfrm>
              <a:off x="1279700" y="3011750"/>
              <a:ext cx="37650" cy="22350"/>
            </a:xfrm>
            <a:custGeom>
              <a:avLst/>
              <a:gdLst/>
              <a:ahLst/>
              <a:cxnLst/>
              <a:rect l="l" t="t" r="r" b="b"/>
              <a:pathLst>
                <a:path w="1506" h="894" extrusionOk="0">
                  <a:moveTo>
                    <a:pt x="0" y="0"/>
                  </a:moveTo>
                  <a:lnTo>
                    <a:pt x="1506" y="893"/>
                  </a:lnTo>
                  <a:cubicBezTo>
                    <a:pt x="1506" y="893"/>
                    <a:pt x="857" y="18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65"/>
            <p:cNvSpPr/>
            <p:nvPr/>
          </p:nvSpPr>
          <p:spPr>
            <a:xfrm>
              <a:off x="1279425" y="3010575"/>
              <a:ext cx="38700" cy="24300"/>
            </a:xfrm>
            <a:custGeom>
              <a:avLst/>
              <a:gdLst/>
              <a:ahLst/>
              <a:cxnLst/>
              <a:rect l="l" t="t" r="r" b="b"/>
              <a:pathLst>
                <a:path w="1548" h="972" extrusionOk="0">
                  <a:moveTo>
                    <a:pt x="22" y="1"/>
                  </a:moveTo>
                  <a:lnTo>
                    <a:pt x="1" y="94"/>
                  </a:lnTo>
                  <a:cubicBezTo>
                    <a:pt x="832" y="265"/>
                    <a:pt x="1470" y="966"/>
                    <a:pt x="1480" y="971"/>
                  </a:cubicBezTo>
                  <a:lnTo>
                    <a:pt x="1548" y="909"/>
                  </a:lnTo>
                  <a:cubicBezTo>
                    <a:pt x="1522" y="878"/>
                    <a:pt x="878" y="177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65"/>
            <p:cNvSpPr/>
            <p:nvPr/>
          </p:nvSpPr>
          <p:spPr>
            <a:xfrm>
              <a:off x="1158075" y="2972000"/>
              <a:ext cx="139825" cy="76900"/>
            </a:xfrm>
            <a:custGeom>
              <a:avLst/>
              <a:gdLst/>
              <a:ahLst/>
              <a:cxnLst/>
              <a:rect l="l" t="t" r="r" b="b"/>
              <a:pathLst>
                <a:path w="5593" h="3076" extrusionOk="0">
                  <a:moveTo>
                    <a:pt x="3928" y="0"/>
                  </a:moveTo>
                  <a:cubicBezTo>
                    <a:pt x="3297" y="0"/>
                    <a:pt x="2680" y="619"/>
                    <a:pt x="2680" y="619"/>
                  </a:cubicBezTo>
                  <a:cubicBezTo>
                    <a:pt x="2680" y="619"/>
                    <a:pt x="2543" y="485"/>
                    <a:pt x="2157" y="485"/>
                  </a:cubicBezTo>
                  <a:cubicBezTo>
                    <a:pt x="1925" y="485"/>
                    <a:pt x="1604" y="533"/>
                    <a:pt x="1169" y="687"/>
                  </a:cubicBezTo>
                  <a:cubicBezTo>
                    <a:pt x="1" y="1097"/>
                    <a:pt x="3463" y="3075"/>
                    <a:pt x="3463" y="3075"/>
                  </a:cubicBezTo>
                  <a:cubicBezTo>
                    <a:pt x="3463" y="3075"/>
                    <a:pt x="5592" y="2374"/>
                    <a:pt x="4876" y="754"/>
                  </a:cubicBezTo>
                  <a:cubicBezTo>
                    <a:pt x="4621" y="184"/>
                    <a:pt x="427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65"/>
            <p:cNvSpPr/>
            <p:nvPr/>
          </p:nvSpPr>
          <p:spPr>
            <a:xfrm>
              <a:off x="1178450" y="2970750"/>
              <a:ext cx="107750" cy="79300"/>
            </a:xfrm>
            <a:custGeom>
              <a:avLst/>
              <a:gdLst/>
              <a:ahLst/>
              <a:cxnLst/>
              <a:rect l="l" t="t" r="r" b="b"/>
              <a:pathLst>
                <a:path w="4310" h="3172" extrusionOk="0">
                  <a:moveTo>
                    <a:pt x="3114" y="95"/>
                  </a:moveTo>
                  <a:cubicBezTo>
                    <a:pt x="3165" y="95"/>
                    <a:pt x="3216" y="99"/>
                    <a:pt x="3266" y="109"/>
                  </a:cubicBezTo>
                  <a:cubicBezTo>
                    <a:pt x="3578" y="171"/>
                    <a:pt x="3832" y="410"/>
                    <a:pt x="4014" y="825"/>
                  </a:cubicBezTo>
                  <a:cubicBezTo>
                    <a:pt x="4190" y="1225"/>
                    <a:pt x="4206" y="1599"/>
                    <a:pt x="4055" y="1941"/>
                  </a:cubicBezTo>
                  <a:cubicBezTo>
                    <a:pt x="3739" y="2653"/>
                    <a:pt x="2799" y="3016"/>
                    <a:pt x="2648" y="3068"/>
                  </a:cubicBezTo>
                  <a:cubicBezTo>
                    <a:pt x="1922" y="2653"/>
                    <a:pt x="115" y="1500"/>
                    <a:pt x="162" y="981"/>
                  </a:cubicBezTo>
                  <a:cubicBezTo>
                    <a:pt x="167" y="893"/>
                    <a:pt x="240" y="830"/>
                    <a:pt x="369" y="784"/>
                  </a:cubicBezTo>
                  <a:cubicBezTo>
                    <a:pt x="800" y="628"/>
                    <a:pt x="1117" y="581"/>
                    <a:pt x="1340" y="581"/>
                  </a:cubicBezTo>
                  <a:cubicBezTo>
                    <a:pt x="1693" y="581"/>
                    <a:pt x="1828" y="701"/>
                    <a:pt x="1828" y="701"/>
                  </a:cubicBezTo>
                  <a:cubicBezTo>
                    <a:pt x="1839" y="711"/>
                    <a:pt x="1850" y="716"/>
                    <a:pt x="1862" y="716"/>
                  </a:cubicBezTo>
                  <a:cubicBezTo>
                    <a:pt x="1874" y="716"/>
                    <a:pt x="1885" y="711"/>
                    <a:pt x="1896" y="701"/>
                  </a:cubicBezTo>
                  <a:cubicBezTo>
                    <a:pt x="1905" y="696"/>
                    <a:pt x="2511" y="95"/>
                    <a:pt x="3114" y="95"/>
                  </a:cubicBezTo>
                  <a:close/>
                  <a:moveTo>
                    <a:pt x="3116" y="0"/>
                  </a:moveTo>
                  <a:cubicBezTo>
                    <a:pt x="2545" y="0"/>
                    <a:pt x="1996" y="480"/>
                    <a:pt x="1859" y="607"/>
                  </a:cubicBezTo>
                  <a:cubicBezTo>
                    <a:pt x="1793" y="561"/>
                    <a:pt x="1637" y="485"/>
                    <a:pt x="1342" y="485"/>
                  </a:cubicBezTo>
                  <a:cubicBezTo>
                    <a:pt x="1104" y="485"/>
                    <a:pt x="776" y="535"/>
                    <a:pt x="333" y="690"/>
                  </a:cubicBezTo>
                  <a:cubicBezTo>
                    <a:pt x="167" y="753"/>
                    <a:pt x="73" y="846"/>
                    <a:pt x="63" y="976"/>
                  </a:cubicBezTo>
                  <a:cubicBezTo>
                    <a:pt x="1" y="1661"/>
                    <a:pt x="2513" y="3104"/>
                    <a:pt x="2623" y="3167"/>
                  </a:cubicBezTo>
                  <a:cubicBezTo>
                    <a:pt x="2628" y="3172"/>
                    <a:pt x="2638" y="3172"/>
                    <a:pt x="2648" y="3172"/>
                  </a:cubicBezTo>
                  <a:lnTo>
                    <a:pt x="2664" y="3172"/>
                  </a:lnTo>
                  <a:cubicBezTo>
                    <a:pt x="2711" y="3156"/>
                    <a:pt x="3785" y="2793"/>
                    <a:pt x="4144" y="1983"/>
                  </a:cubicBezTo>
                  <a:cubicBezTo>
                    <a:pt x="4310" y="1614"/>
                    <a:pt x="4294" y="1209"/>
                    <a:pt x="4107" y="784"/>
                  </a:cubicBezTo>
                  <a:cubicBezTo>
                    <a:pt x="3910" y="342"/>
                    <a:pt x="3630" y="83"/>
                    <a:pt x="3287" y="15"/>
                  </a:cubicBezTo>
                  <a:cubicBezTo>
                    <a:pt x="3230" y="5"/>
                    <a:pt x="3173" y="0"/>
                    <a:pt x="3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65"/>
            <p:cNvSpPr/>
            <p:nvPr/>
          </p:nvSpPr>
          <p:spPr>
            <a:xfrm>
              <a:off x="1225050" y="2987475"/>
              <a:ext cx="22225" cy="41675"/>
            </a:xfrm>
            <a:custGeom>
              <a:avLst/>
              <a:gdLst/>
              <a:ahLst/>
              <a:cxnLst/>
              <a:rect l="l" t="t" r="r" b="b"/>
              <a:pathLst>
                <a:path w="889" h="1667" extrusionOk="0">
                  <a:moveTo>
                    <a:pt x="1" y="0"/>
                  </a:moveTo>
                  <a:lnTo>
                    <a:pt x="888" y="1667"/>
                  </a:lnTo>
                  <a:cubicBezTo>
                    <a:pt x="847" y="1013"/>
                    <a:pt x="520" y="40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65"/>
            <p:cNvSpPr/>
            <p:nvPr/>
          </p:nvSpPr>
          <p:spPr>
            <a:xfrm>
              <a:off x="1224275" y="2986425"/>
              <a:ext cx="24175" cy="42875"/>
            </a:xfrm>
            <a:custGeom>
              <a:avLst/>
              <a:gdLst/>
              <a:ahLst/>
              <a:cxnLst/>
              <a:rect l="l" t="t" r="r" b="b"/>
              <a:pathLst>
                <a:path w="967" h="1715" extrusionOk="0">
                  <a:moveTo>
                    <a:pt x="57" y="1"/>
                  </a:moveTo>
                  <a:lnTo>
                    <a:pt x="0" y="79"/>
                  </a:lnTo>
                  <a:cubicBezTo>
                    <a:pt x="509" y="473"/>
                    <a:pt x="826" y="1070"/>
                    <a:pt x="873" y="1714"/>
                  </a:cubicBezTo>
                  <a:lnTo>
                    <a:pt x="966" y="1709"/>
                  </a:lnTo>
                  <a:cubicBezTo>
                    <a:pt x="924" y="1039"/>
                    <a:pt x="597" y="416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65"/>
            <p:cNvSpPr/>
            <p:nvPr/>
          </p:nvSpPr>
          <p:spPr>
            <a:xfrm>
              <a:off x="1121350" y="2938625"/>
              <a:ext cx="142150" cy="60950"/>
            </a:xfrm>
            <a:custGeom>
              <a:avLst/>
              <a:gdLst/>
              <a:ahLst/>
              <a:cxnLst/>
              <a:rect l="l" t="t" r="r" b="b"/>
              <a:pathLst>
                <a:path w="5686" h="2438" extrusionOk="0">
                  <a:moveTo>
                    <a:pt x="1778" y="1"/>
                  </a:moveTo>
                  <a:cubicBezTo>
                    <a:pt x="1504" y="1"/>
                    <a:pt x="1220" y="109"/>
                    <a:pt x="956" y="407"/>
                  </a:cubicBezTo>
                  <a:cubicBezTo>
                    <a:pt x="0" y="1482"/>
                    <a:pt x="1984" y="2437"/>
                    <a:pt x="1984" y="2437"/>
                  </a:cubicBezTo>
                  <a:cubicBezTo>
                    <a:pt x="1984" y="2437"/>
                    <a:pt x="5685" y="1638"/>
                    <a:pt x="4600" y="1093"/>
                  </a:cubicBezTo>
                  <a:cubicBezTo>
                    <a:pt x="3964" y="773"/>
                    <a:pt x="3568" y="707"/>
                    <a:pt x="3350" y="707"/>
                  </a:cubicBezTo>
                  <a:cubicBezTo>
                    <a:pt x="3197" y="707"/>
                    <a:pt x="3131" y="740"/>
                    <a:pt x="3131" y="740"/>
                  </a:cubicBezTo>
                  <a:cubicBezTo>
                    <a:pt x="3131" y="740"/>
                    <a:pt x="2492" y="1"/>
                    <a:pt x="17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65"/>
            <p:cNvSpPr/>
            <p:nvPr/>
          </p:nvSpPr>
          <p:spPr>
            <a:xfrm>
              <a:off x="1136525" y="2937375"/>
              <a:ext cx="106325" cy="63500"/>
            </a:xfrm>
            <a:custGeom>
              <a:avLst/>
              <a:gdLst/>
              <a:ahLst/>
              <a:cxnLst/>
              <a:rect l="l" t="t" r="r" b="b"/>
              <a:pathLst>
                <a:path w="4253" h="2540" extrusionOk="0">
                  <a:moveTo>
                    <a:pt x="1174" y="99"/>
                  </a:moveTo>
                  <a:cubicBezTo>
                    <a:pt x="1854" y="104"/>
                    <a:pt x="2482" y="816"/>
                    <a:pt x="2488" y="826"/>
                  </a:cubicBezTo>
                  <a:cubicBezTo>
                    <a:pt x="2498" y="836"/>
                    <a:pt x="2510" y="842"/>
                    <a:pt x="2523" y="842"/>
                  </a:cubicBezTo>
                  <a:cubicBezTo>
                    <a:pt x="2530" y="842"/>
                    <a:pt x="2537" y="840"/>
                    <a:pt x="2545" y="836"/>
                  </a:cubicBezTo>
                  <a:cubicBezTo>
                    <a:pt x="2547" y="834"/>
                    <a:pt x="2606" y="809"/>
                    <a:pt x="2739" y="809"/>
                  </a:cubicBezTo>
                  <a:cubicBezTo>
                    <a:pt x="2947" y="809"/>
                    <a:pt x="3338" y="872"/>
                    <a:pt x="3972" y="1189"/>
                  </a:cubicBezTo>
                  <a:cubicBezTo>
                    <a:pt x="4092" y="1246"/>
                    <a:pt x="4149" y="1309"/>
                    <a:pt x="4144" y="1376"/>
                  </a:cubicBezTo>
                  <a:cubicBezTo>
                    <a:pt x="4097" y="1724"/>
                    <a:pt x="2477" y="2202"/>
                    <a:pt x="1382" y="2441"/>
                  </a:cubicBezTo>
                  <a:cubicBezTo>
                    <a:pt x="1252" y="2373"/>
                    <a:pt x="281" y="1859"/>
                    <a:pt x="151" y="1210"/>
                  </a:cubicBezTo>
                  <a:cubicBezTo>
                    <a:pt x="99" y="961"/>
                    <a:pt x="183" y="722"/>
                    <a:pt x="385" y="488"/>
                  </a:cubicBezTo>
                  <a:cubicBezTo>
                    <a:pt x="613" y="229"/>
                    <a:pt x="878" y="99"/>
                    <a:pt x="1169" y="99"/>
                  </a:cubicBezTo>
                  <a:close/>
                  <a:moveTo>
                    <a:pt x="1174" y="0"/>
                  </a:moveTo>
                  <a:cubicBezTo>
                    <a:pt x="852" y="0"/>
                    <a:pt x="562" y="141"/>
                    <a:pt x="312" y="426"/>
                  </a:cubicBezTo>
                  <a:cubicBezTo>
                    <a:pt x="89" y="681"/>
                    <a:pt x="1" y="951"/>
                    <a:pt x="58" y="1226"/>
                  </a:cubicBezTo>
                  <a:cubicBezTo>
                    <a:pt x="203" y="1973"/>
                    <a:pt x="1309" y="2508"/>
                    <a:pt x="1356" y="2534"/>
                  </a:cubicBezTo>
                  <a:cubicBezTo>
                    <a:pt x="1361" y="2534"/>
                    <a:pt x="1371" y="2539"/>
                    <a:pt x="1377" y="2539"/>
                  </a:cubicBezTo>
                  <a:lnTo>
                    <a:pt x="1387" y="2539"/>
                  </a:lnTo>
                  <a:cubicBezTo>
                    <a:pt x="1673" y="2477"/>
                    <a:pt x="4175" y="1921"/>
                    <a:pt x="4237" y="1387"/>
                  </a:cubicBezTo>
                  <a:cubicBezTo>
                    <a:pt x="4253" y="1278"/>
                    <a:pt x="4175" y="1184"/>
                    <a:pt x="4014" y="1101"/>
                  </a:cubicBezTo>
                  <a:cubicBezTo>
                    <a:pt x="3372" y="777"/>
                    <a:pt x="2968" y="710"/>
                    <a:pt x="2742" y="710"/>
                  </a:cubicBezTo>
                  <a:cubicBezTo>
                    <a:pt x="2642" y="710"/>
                    <a:pt x="2576" y="723"/>
                    <a:pt x="2540" y="733"/>
                  </a:cubicBezTo>
                  <a:cubicBezTo>
                    <a:pt x="2415" y="603"/>
                    <a:pt x="1833" y="6"/>
                    <a:pt x="1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65"/>
            <p:cNvSpPr/>
            <p:nvPr/>
          </p:nvSpPr>
          <p:spPr>
            <a:xfrm>
              <a:off x="1170150" y="2955925"/>
              <a:ext cx="29875" cy="28600"/>
            </a:xfrm>
            <a:custGeom>
              <a:avLst/>
              <a:gdLst/>
              <a:ahLst/>
              <a:cxnLst/>
              <a:rect l="l" t="t" r="r" b="b"/>
              <a:pathLst>
                <a:path w="1195" h="1144" extrusionOk="0">
                  <a:moveTo>
                    <a:pt x="1163" y="1"/>
                  </a:moveTo>
                  <a:cubicBezTo>
                    <a:pt x="167" y="359"/>
                    <a:pt x="6" y="1091"/>
                    <a:pt x="0" y="1122"/>
                  </a:cubicBezTo>
                  <a:lnTo>
                    <a:pt x="94" y="1143"/>
                  </a:lnTo>
                  <a:cubicBezTo>
                    <a:pt x="99" y="1138"/>
                    <a:pt x="250" y="437"/>
                    <a:pt x="1195" y="94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65"/>
            <p:cNvSpPr/>
            <p:nvPr/>
          </p:nvSpPr>
          <p:spPr>
            <a:xfrm>
              <a:off x="1137950" y="3111950"/>
              <a:ext cx="43900" cy="152275"/>
            </a:xfrm>
            <a:custGeom>
              <a:avLst/>
              <a:gdLst/>
              <a:ahLst/>
              <a:cxnLst/>
              <a:rect l="l" t="t" r="r" b="b"/>
              <a:pathLst>
                <a:path w="1756" h="6091" extrusionOk="0">
                  <a:moveTo>
                    <a:pt x="89" y="0"/>
                  </a:moveTo>
                  <a:lnTo>
                    <a:pt x="1" y="37"/>
                  </a:lnTo>
                  <a:cubicBezTo>
                    <a:pt x="16" y="83"/>
                    <a:pt x="1641" y="4657"/>
                    <a:pt x="68" y="6017"/>
                  </a:cubicBezTo>
                  <a:lnTo>
                    <a:pt x="131" y="6090"/>
                  </a:lnTo>
                  <a:cubicBezTo>
                    <a:pt x="1756" y="4683"/>
                    <a:pt x="162" y="192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65"/>
            <p:cNvSpPr/>
            <p:nvPr/>
          </p:nvSpPr>
          <p:spPr>
            <a:xfrm>
              <a:off x="1098500" y="325797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89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65"/>
            <p:cNvSpPr/>
            <p:nvPr/>
          </p:nvSpPr>
          <p:spPr>
            <a:xfrm>
              <a:off x="1097075" y="325677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9" y="723"/>
                    <a:pt x="2129" y="728"/>
                    <a:pt x="2145" y="733"/>
                  </a:cubicBezTo>
                  <a:cubicBezTo>
                    <a:pt x="2155" y="733"/>
                    <a:pt x="2171" y="733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7"/>
                    <a:pt x="717" y="484"/>
                  </a:cubicBezTo>
                  <a:cubicBezTo>
                    <a:pt x="1" y="1637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cubicBezTo>
                    <a:pt x="1288" y="2488"/>
                    <a:pt x="1298" y="2488"/>
                    <a:pt x="1304" y="2483"/>
                  </a:cubicBez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40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4"/>
                    <a:pt x="1781" y="12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65"/>
            <p:cNvSpPr/>
            <p:nvPr/>
          </p:nvSpPr>
          <p:spPr>
            <a:xfrm>
              <a:off x="1130550" y="327392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65"/>
            <p:cNvSpPr/>
            <p:nvPr/>
          </p:nvSpPr>
          <p:spPr>
            <a:xfrm>
              <a:off x="1129275" y="327287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65"/>
            <p:cNvSpPr/>
            <p:nvPr/>
          </p:nvSpPr>
          <p:spPr>
            <a:xfrm>
              <a:off x="1084750" y="3133200"/>
              <a:ext cx="86200" cy="76250"/>
            </a:xfrm>
            <a:custGeom>
              <a:avLst/>
              <a:gdLst/>
              <a:ahLst/>
              <a:cxnLst/>
              <a:rect l="l" t="t" r="r" b="b"/>
              <a:pathLst>
                <a:path w="3448" h="3050" extrusionOk="0">
                  <a:moveTo>
                    <a:pt x="1465" y="0"/>
                  </a:moveTo>
                  <a:cubicBezTo>
                    <a:pt x="1287" y="0"/>
                    <a:pt x="1071" y="154"/>
                    <a:pt x="821" y="599"/>
                  </a:cubicBezTo>
                  <a:cubicBezTo>
                    <a:pt x="0" y="2058"/>
                    <a:pt x="1008" y="3049"/>
                    <a:pt x="1008" y="3049"/>
                  </a:cubicBezTo>
                  <a:cubicBezTo>
                    <a:pt x="1008" y="3049"/>
                    <a:pt x="3448" y="1663"/>
                    <a:pt x="2902" y="1087"/>
                  </a:cubicBezTo>
                  <a:cubicBezTo>
                    <a:pt x="2630" y="799"/>
                    <a:pt x="2424" y="727"/>
                    <a:pt x="2286" y="727"/>
                  </a:cubicBezTo>
                  <a:cubicBezTo>
                    <a:pt x="2151" y="727"/>
                    <a:pt x="2082" y="796"/>
                    <a:pt x="2082" y="796"/>
                  </a:cubicBezTo>
                  <a:cubicBezTo>
                    <a:pt x="2082" y="796"/>
                    <a:pt x="1869" y="0"/>
                    <a:pt x="1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65"/>
            <p:cNvSpPr/>
            <p:nvPr/>
          </p:nvSpPr>
          <p:spPr>
            <a:xfrm>
              <a:off x="1083450" y="3131975"/>
              <a:ext cx="77500" cy="78775"/>
            </a:xfrm>
            <a:custGeom>
              <a:avLst/>
              <a:gdLst/>
              <a:ahLst/>
              <a:cxnLst/>
              <a:rect l="l" t="t" r="r" b="b"/>
              <a:pathLst>
                <a:path w="3100" h="3151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8" y="887"/>
                    <a:pt x="2113" y="892"/>
                  </a:cubicBezTo>
                  <a:cubicBezTo>
                    <a:pt x="2117" y="893"/>
                    <a:pt x="2122" y="894"/>
                    <a:pt x="2126" y="894"/>
                  </a:cubicBezTo>
                  <a:cubicBezTo>
                    <a:pt x="2139" y="894"/>
                    <a:pt x="2152" y="888"/>
                    <a:pt x="2160" y="876"/>
                  </a:cubicBezTo>
                  <a:cubicBezTo>
                    <a:pt x="2207" y="844"/>
                    <a:pt x="2262" y="823"/>
                    <a:pt x="2318" y="823"/>
                  </a:cubicBezTo>
                  <a:cubicBezTo>
                    <a:pt x="2324" y="823"/>
                    <a:pt x="2330" y="824"/>
                    <a:pt x="2337" y="824"/>
                  </a:cubicBezTo>
                  <a:cubicBezTo>
                    <a:pt x="2456" y="829"/>
                    <a:pt x="2648" y="892"/>
                    <a:pt x="2918" y="1172"/>
                  </a:cubicBezTo>
                  <a:cubicBezTo>
                    <a:pt x="2970" y="1224"/>
                    <a:pt x="2996" y="1297"/>
                    <a:pt x="2980" y="1375"/>
                  </a:cubicBezTo>
                  <a:cubicBezTo>
                    <a:pt x="2897" y="1946"/>
                    <a:pt x="1314" y="2891"/>
                    <a:pt x="1065" y="3036"/>
                  </a:cubicBezTo>
                  <a:cubicBezTo>
                    <a:pt x="909" y="2870"/>
                    <a:pt x="182" y="1961"/>
                    <a:pt x="909" y="674"/>
                  </a:cubicBezTo>
                  <a:cubicBezTo>
                    <a:pt x="1122" y="295"/>
                    <a:pt x="1329" y="97"/>
                    <a:pt x="1511" y="97"/>
                  </a:cubicBezTo>
                  <a:close/>
                  <a:moveTo>
                    <a:pt x="1516" y="1"/>
                  </a:moveTo>
                  <a:cubicBezTo>
                    <a:pt x="1292" y="1"/>
                    <a:pt x="1064" y="209"/>
                    <a:pt x="831" y="622"/>
                  </a:cubicBezTo>
                  <a:cubicBezTo>
                    <a:pt x="0" y="2096"/>
                    <a:pt x="1013" y="3124"/>
                    <a:pt x="1023" y="3135"/>
                  </a:cubicBezTo>
                  <a:cubicBezTo>
                    <a:pt x="1034" y="3140"/>
                    <a:pt x="1044" y="3145"/>
                    <a:pt x="1060" y="3150"/>
                  </a:cubicBezTo>
                  <a:cubicBezTo>
                    <a:pt x="1070" y="3145"/>
                    <a:pt x="1075" y="3145"/>
                    <a:pt x="1085" y="3140"/>
                  </a:cubicBezTo>
                  <a:cubicBezTo>
                    <a:pt x="1163" y="3098"/>
                    <a:pt x="2980" y="2055"/>
                    <a:pt x="3079" y="1390"/>
                  </a:cubicBezTo>
                  <a:cubicBezTo>
                    <a:pt x="3100" y="1286"/>
                    <a:pt x="3069" y="1177"/>
                    <a:pt x="2991" y="1105"/>
                  </a:cubicBezTo>
                  <a:cubicBezTo>
                    <a:pt x="2757" y="855"/>
                    <a:pt x="2539" y="726"/>
                    <a:pt x="2342" y="726"/>
                  </a:cubicBezTo>
                  <a:cubicBezTo>
                    <a:pt x="2280" y="726"/>
                    <a:pt x="2217" y="741"/>
                    <a:pt x="2160" y="767"/>
                  </a:cubicBezTo>
                  <a:cubicBezTo>
                    <a:pt x="2103" y="580"/>
                    <a:pt x="1906" y="46"/>
                    <a:pt x="1563" y="4"/>
                  </a:cubicBezTo>
                  <a:cubicBezTo>
                    <a:pt x="1548" y="2"/>
                    <a:pt x="1532" y="1"/>
                    <a:pt x="1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65"/>
            <p:cNvSpPr/>
            <p:nvPr/>
          </p:nvSpPr>
          <p:spPr>
            <a:xfrm>
              <a:off x="1113550" y="3153100"/>
              <a:ext cx="23275" cy="37000"/>
            </a:xfrm>
            <a:custGeom>
              <a:avLst/>
              <a:gdLst/>
              <a:ahLst/>
              <a:cxnLst/>
              <a:rect l="l" t="t" r="r" b="b"/>
              <a:pathLst>
                <a:path w="931" h="1480" extrusionOk="0">
                  <a:moveTo>
                    <a:pt x="930" y="0"/>
                  </a:moveTo>
                  <a:lnTo>
                    <a:pt x="930" y="0"/>
                  </a:lnTo>
                  <a:cubicBezTo>
                    <a:pt x="250" y="545"/>
                    <a:pt x="1" y="1480"/>
                    <a:pt x="1" y="1480"/>
                  </a:cubicBezTo>
                  <a:lnTo>
                    <a:pt x="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65"/>
            <p:cNvSpPr/>
            <p:nvPr/>
          </p:nvSpPr>
          <p:spPr>
            <a:xfrm>
              <a:off x="1112250" y="3152175"/>
              <a:ext cx="25225" cy="38200"/>
            </a:xfrm>
            <a:custGeom>
              <a:avLst/>
              <a:gdLst/>
              <a:ahLst/>
              <a:cxnLst/>
              <a:rect l="l" t="t" r="r" b="b"/>
              <a:pathLst>
                <a:path w="1009" h="1528" extrusionOk="0">
                  <a:moveTo>
                    <a:pt x="951" y="1"/>
                  </a:moveTo>
                  <a:cubicBezTo>
                    <a:pt x="266" y="546"/>
                    <a:pt x="11" y="1465"/>
                    <a:pt x="1" y="1501"/>
                  </a:cubicBezTo>
                  <a:lnTo>
                    <a:pt x="100" y="1527"/>
                  </a:lnTo>
                  <a:cubicBezTo>
                    <a:pt x="100" y="1522"/>
                    <a:pt x="354" y="603"/>
                    <a:pt x="1008" y="73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65"/>
            <p:cNvSpPr/>
            <p:nvPr/>
          </p:nvSpPr>
          <p:spPr>
            <a:xfrm>
              <a:off x="1055675" y="3106400"/>
              <a:ext cx="74525" cy="58425"/>
            </a:xfrm>
            <a:custGeom>
              <a:avLst/>
              <a:gdLst/>
              <a:ahLst/>
              <a:cxnLst/>
              <a:rect l="l" t="t" r="r" b="b"/>
              <a:pathLst>
                <a:path w="2981" h="2337" extrusionOk="0">
                  <a:moveTo>
                    <a:pt x="2140" y="1"/>
                  </a:moveTo>
                  <a:cubicBezTo>
                    <a:pt x="1989" y="1"/>
                    <a:pt x="1784" y="53"/>
                    <a:pt x="1511" y="181"/>
                  </a:cubicBezTo>
                  <a:cubicBezTo>
                    <a:pt x="0" y="887"/>
                    <a:pt x="234" y="2283"/>
                    <a:pt x="234" y="2283"/>
                  </a:cubicBezTo>
                  <a:cubicBezTo>
                    <a:pt x="234" y="2283"/>
                    <a:pt x="741" y="2336"/>
                    <a:pt x="1314" y="2336"/>
                  </a:cubicBezTo>
                  <a:cubicBezTo>
                    <a:pt x="2087" y="2336"/>
                    <a:pt x="2981" y="2240"/>
                    <a:pt x="2918" y="1790"/>
                  </a:cubicBezTo>
                  <a:cubicBezTo>
                    <a:pt x="2824" y="1119"/>
                    <a:pt x="2522" y="1073"/>
                    <a:pt x="2440" y="1073"/>
                  </a:cubicBezTo>
                  <a:cubicBezTo>
                    <a:pt x="2427" y="1073"/>
                    <a:pt x="2420" y="1074"/>
                    <a:pt x="2420" y="1074"/>
                  </a:cubicBezTo>
                  <a:cubicBezTo>
                    <a:pt x="2420" y="1074"/>
                    <a:pt x="2824" y="1"/>
                    <a:pt x="2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65"/>
            <p:cNvSpPr/>
            <p:nvPr/>
          </p:nvSpPr>
          <p:spPr>
            <a:xfrm>
              <a:off x="1054625" y="3105325"/>
              <a:ext cx="75575" cy="60775"/>
            </a:xfrm>
            <a:custGeom>
              <a:avLst/>
              <a:gdLst/>
              <a:ahLst/>
              <a:cxnLst/>
              <a:rect l="l" t="t" r="r" b="b"/>
              <a:pathLst>
                <a:path w="3023" h="2431" extrusionOk="0">
                  <a:moveTo>
                    <a:pt x="2178" y="95"/>
                  </a:moveTo>
                  <a:cubicBezTo>
                    <a:pt x="2280" y="95"/>
                    <a:pt x="2360" y="120"/>
                    <a:pt x="2415" y="172"/>
                  </a:cubicBezTo>
                  <a:cubicBezTo>
                    <a:pt x="2669" y="405"/>
                    <a:pt x="2410" y="1096"/>
                    <a:pt x="2410" y="1101"/>
                  </a:cubicBezTo>
                  <a:cubicBezTo>
                    <a:pt x="2405" y="1117"/>
                    <a:pt x="2410" y="1137"/>
                    <a:pt x="2420" y="1148"/>
                  </a:cubicBezTo>
                  <a:cubicBezTo>
                    <a:pt x="2431" y="1163"/>
                    <a:pt x="2446" y="1169"/>
                    <a:pt x="2467" y="1169"/>
                  </a:cubicBezTo>
                  <a:cubicBezTo>
                    <a:pt x="2473" y="1168"/>
                    <a:pt x="2479" y="1168"/>
                    <a:pt x="2486" y="1168"/>
                  </a:cubicBezTo>
                  <a:cubicBezTo>
                    <a:pt x="2542" y="1168"/>
                    <a:pt x="2597" y="1188"/>
                    <a:pt x="2643" y="1226"/>
                  </a:cubicBezTo>
                  <a:cubicBezTo>
                    <a:pt x="2737" y="1298"/>
                    <a:pt x="2856" y="1459"/>
                    <a:pt x="2908" y="1844"/>
                  </a:cubicBezTo>
                  <a:cubicBezTo>
                    <a:pt x="2924" y="1916"/>
                    <a:pt x="2898" y="1994"/>
                    <a:pt x="2846" y="2046"/>
                  </a:cubicBezTo>
                  <a:cubicBezTo>
                    <a:pt x="2621" y="2276"/>
                    <a:pt x="1957" y="2333"/>
                    <a:pt x="1361" y="2333"/>
                  </a:cubicBezTo>
                  <a:cubicBezTo>
                    <a:pt x="882" y="2333"/>
                    <a:pt x="447" y="2296"/>
                    <a:pt x="318" y="2285"/>
                  </a:cubicBezTo>
                  <a:lnTo>
                    <a:pt x="318" y="2280"/>
                  </a:lnTo>
                  <a:cubicBezTo>
                    <a:pt x="292" y="2056"/>
                    <a:pt x="224" y="893"/>
                    <a:pt x="1569" y="270"/>
                  </a:cubicBezTo>
                  <a:cubicBezTo>
                    <a:pt x="1817" y="154"/>
                    <a:pt x="2023" y="95"/>
                    <a:pt x="2178" y="95"/>
                  </a:cubicBezTo>
                  <a:close/>
                  <a:moveTo>
                    <a:pt x="2176" y="0"/>
                  </a:moveTo>
                  <a:cubicBezTo>
                    <a:pt x="2006" y="0"/>
                    <a:pt x="1790" y="61"/>
                    <a:pt x="1527" y="182"/>
                  </a:cubicBezTo>
                  <a:cubicBezTo>
                    <a:pt x="1" y="893"/>
                    <a:pt x="229" y="2321"/>
                    <a:pt x="229" y="2337"/>
                  </a:cubicBezTo>
                  <a:cubicBezTo>
                    <a:pt x="229" y="2358"/>
                    <a:pt x="250" y="2373"/>
                    <a:pt x="271" y="2373"/>
                  </a:cubicBezTo>
                  <a:cubicBezTo>
                    <a:pt x="312" y="2378"/>
                    <a:pt x="800" y="2430"/>
                    <a:pt x="1356" y="2430"/>
                  </a:cubicBezTo>
                  <a:cubicBezTo>
                    <a:pt x="1974" y="2430"/>
                    <a:pt x="2669" y="2363"/>
                    <a:pt x="2913" y="2119"/>
                  </a:cubicBezTo>
                  <a:cubicBezTo>
                    <a:pt x="2991" y="2041"/>
                    <a:pt x="3022" y="1937"/>
                    <a:pt x="3007" y="1833"/>
                  </a:cubicBezTo>
                  <a:cubicBezTo>
                    <a:pt x="2960" y="1496"/>
                    <a:pt x="2856" y="1267"/>
                    <a:pt x="2701" y="1148"/>
                  </a:cubicBezTo>
                  <a:cubicBezTo>
                    <a:pt x="2649" y="1112"/>
                    <a:pt x="2592" y="1086"/>
                    <a:pt x="2529" y="1075"/>
                  </a:cubicBezTo>
                  <a:cubicBezTo>
                    <a:pt x="2586" y="883"/>
                    <a:pt x="2737" y="338"/>
                    <a:pt x="2482" y="104"/>
                  </a:cubicBezTo>
                  <a:cubicBezTo>
                    <a:pt x="2406" y="35"/>
                    <a:pt x="2304" y="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65"/>
            <p:cNvSpPr/>
            <p:nvPr/>
          </p:nvSpPr>
          <p:spPr>
            <a:xfrm>
              <a:off x="1075650" y="3133225"/>
              <a:ext cx="40525" cy="16650"/>
            </a:xfrm>
            <a:custGeom>
              <a:avLst/>
              <a:gdLst/>
              <a:ahLst/>
              <a:cxnLst/>
              <a:rect l="l" t="t" r="r" b="b"/>
              <a:pathLst>
                <a:path w="1621" h="666" extrusionOk="0">
                  <a:moveTo>
                    <a:pt x="1621" y="1"/>
                  </a:moveTo>
                  <a:lnTo>
                    <a:pt x="1621" y="1"/>
                  </a:lnTo>
                  <a:cubicBezTo>
                    <a:pt x="749" y="53"/>
                    <a:pt x="1" y="665"/>
                    <a:pt x="1" y="665"/>
                  </a:cubicBezTo>
                  <a:lnTo>
                    <a:pt x="16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65"/>
            <p:cNvSpPr/>
            <p:nvPr/>
          </p:nvSpPr>
          <p:spPr>
            <a:xfrm>
              <a:off x="1074875" y="3132050"/>
              <a:ext cx="41300" cy="18725"/>
            </a:xfrm>
            <a:custGeom>
              <a:avLst/>
              <a:gdLst/>
              <a:ahLst/>
              <a:cxnLst/>
              <a:rect l="l" t="t" r="r" b="b"/>
              <a:pathLst>
                <a:path w="1652" h="749" extrusionOk="0">
                  <a:moveTo>
                    <a:pt x="1647" y="1"/>
                  </a:moveTo>
                  <a:cubicBezTo>
                    <a:pt x="774" y="48"/>
                    <a:pt x="32" y="645"/>
                    <a:pt x="1" y="671"/>
                  </a:cubicBezTo>
                  <a:lnTo>
                    <a:pt x="63" y="749"/>
                  </a:lnTo>
                  <a:cubicBezTo>
                    <a:pt x="73" y="743"/>
                    <a:pt x="811" y="146"/>
                    <a:pt x="1652" y="94"/>
                  </a:cubicBez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65"/>
            <p:cNvSpPr/>
            <p:nvPr/>
          </p:nvSpPr>
          <p:spPr>
            <a:xfrm>
              <a:off x="1069300" y="3076675"/>
              <a:ext cx="109050" cy="59825"/>
            </a:xfrm>
            <a:custGeom>
              <a:avLst/>
              <a:gdLst/>
              <a:ahLst/>
              <a:cxnLst/>
              <a:rect l="l" t="t" r="r" b="b"/>
              <a:pathLst>
                <a:path w="4362" h="2393" extrusionOk="0">
                  <a:moveTo>
                    <a:pt x="3061" y="1"/>
                  </a:moveTo>
                  <a:cubicBezTo>
                    <a:pt x="2569" y="1"/>
                    <a:pt x="2088" y="482"/>
                    <a:pt x="2088" y="482"/>
                  </a:cubicBezTo>
                  <a:cubicBezTo>
                    <a:pt x="2088" y="482"/>
                    <a:pt x="1983" y="380"/>
                    <a:pt x="1686" y="380"/>
                  </a:cubicBezTo>
                  <a:cubicBezTo>
                    <a:pt x="1505" y="380"/>
                    <a:pt x="1253" y="417"/>
                    <a:pt x="909" y="539"/>
                  </a:cubicBezTo>
                  <a:cubicBezTo>
                    <a:pt x="1" y="856"/>
                    <a:pt x="2695" y="2393"/>
                    <a:pt x="2695" y="2393"/>
                  </a:cubicBezTo>
                  <a:cubicBezTo>
                    <a:pt x="2695" y="2393"/>
                    <a:pt x="4362" y="1847"/>
                    <a:pt x="3801" y="591"/>
                  </a:cubicBezTo>
                  <a:cubicBezTo>
                    <a:pt x="3602" y="145"/>
                    <a:pt x="3330" y="1"/>
                    <a:pt x="3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65"/>
            <p:cNvSpPr/>
            <p:nvPr/>
          </p:nvSpPr>
          <p:spPr>
            <a:xfrm>
              <a:off x="1085125" y="3075525"/>
              <a:ext cx="84275" cy="62200"/>
            </a:xfrm>
            <a:custGeom>
              <a:avLst/>
              <a:gdLst/>
              <a:ahLst/>
              <a:cxnLst/>
              <a:rect l="l" t="t" r="r" b="b"/>
              <a:pathLst>
                <a:path w="3371" h="2488" extrusionOk="0">
                  <a:moveTo>
                    <a:pt x="2431" y="97"/>
                  </a:moveTo>
                  <a:cubicBezTo>
                    <a:pt x="2471" y="97"/>
                    <a:pt x="2511" y="100"/>
                    <a:pt x="2550" y="107"/>
                  </a:cubicBezTo>
                  <a:cubicBezTo>
                    <a:pt x="2789" y="154"/>
                    <a:pt x="2981" y="336"/>
                    <a:pt x="3121" y="658"/>
                  </a:cubicBezTo>
                  <a:cubicBezTo>
                    <a:pt x="3261" y="964"/>
                    <a:pt x="3272" y="1255"/>
                    <a:pt x="3152" y="1520"/>
                  </a:cubicBezTo>
                  <a:cubicBezTo>
                    <a:pt x="2913" y="2065"/>
                    <a:pt x="2202" y="2340"/>
                    <a:pt x="2072" y="2387"/>
                  </a:cubicBezTo>
                  <a:cubicBezTo>
                    <a:pt x="1506" y="2065"/>
                    <a:pt x="110" y="1172"/>
                    <a:pt x="141" y="777"/>
                  </a:cubicBezTo>
                  <a:cubicBezTo>
                    <a:pt x="151" y="715"/>
                    <a:pt x="198" y="668"/>
                    <a:pt x="297" y="632"/>
                  </a:cubicBezTo>
                  <a:cubicBezTo>
                    <a:pt x="536" y="538"/>
                    <a:pt x="790" y="486"/>
                    <a:pt x="1050" y="476"/>
                  </a:cubicBezTo>
                  <a:cubicBezTo>
                    <a:pt x="1320" y="476"/>
                    <a:pt x="1423" y="564"/>
                    <a:pt x="1423" y="564"/>
                  </a:cubicBezTo>
                  <a:cubicBezTo>
                    <a:pt x="1434" y="572"/>
                    <a:pt x="1445" y="576"/>
                    <a:pt x="1457" y="576"/>
                  </a:cubicBezTo>
                  <a:cubicBezTo>
                    <a:pt x="1469" y="576"/>
                    <a:pt x="1481" y="572"/>
                    <a:pt x="1491" y="564"/>
                  </a:cubicBezTo>
                  <a:cubicBezTo>
                    <a:pt x="1496" y="564"/>
                    <a:pt x="1964" y="97"/>
                    <a:pt x="2431" y="97"/>
                  </a:cubicBezTo>
                  <a:close/>
                  <a:moveTo>
                    <a:pt x="2423" y="1"/>
                  </a:moveTo>
                  <a:cubicBezTo>
                    <a:pt x="1985" y="1"/>
                    <a:pt x="1572" y="358"/>
                    <a:pt x="1455" y="466"/>
                  </a:cubicBezTo>
                  <a:cubicBezTo>
                    <a:pt x="1398" y="432"/>
                    <a:pt x="1275" y="378"/>
                    <a:pt x="1055" y="378"/>
                  </a:cubicBezTo>
                  <a:cubicBezTo>
                    <a:pt x="868" y="378"/>
                    <a:pt x="611" y="417"/>
                    <a:pt x="266" y="538"/>
                  </a:cubicBezTo>
                  <a:cubicBezTo>
                    <a:pt x="131" y="585"/>
                    <a:pt x="53" y="663"/>
                    <a:pt x="48" y="767"/>
                  </a:cubicBezTo>
                  <a:cubicBezTo>
                    <a:pt x="1" y="1302"/>
                    <a:pt x="1834" y="2361"/>
                    <a:pt x="2041" y="2480"/>
                  </a:cubicBezTo>
                  <a:cubicBezTo>
                    <a:pt x="2049" y="2484"/>
                    <a:pt x="2053" y="2487"/>
                    <a:pt x="2059" y="2487"/>
                  </a:cubicBezTo>
                  <a:cubicBezTo>
                    <a:pt x="2062" y="2487"/>
                    <a:pt x="2064" y="2487"/>
                    <a:pt x="2067" y="2485"/>
                  </a:cubicBezTo>
                  <a:cubicBezTo>
                    <a:pt x="2069" y="2487"/>
                    <a:pt x="2071" y="2488"/>
                    <a:pt x="2072" y="2488"/>
                  </a:cubicBezTo>
                  <a:cubicBezTo>
                    <a:pt x="2076" y="2488"/>
                    <a:pt x="2079" y="2485"/>
                    <a:pt x="2083" y="2485"/>
                  </a:cubicBezTo>
                  <a:cubicBezTo>
                    <a:pt x="2119" y="2475"/>
                    <a:pt x="2960" y="2189"/>
                    <a:pt x="3241" y="1556"/>
                  </a:cubicBezTo>
                  <a:cubicBezTo>
                    <a:pt x="3370" y="1265"/>
                    <a:pt x="3360" y="948"/>
                    <a:pt x="3209" y="616"/>
                  </a:cubicBezTo>
                  <a:cubicBezTo>
                    <a:pt x="3054" y="268"/>
                    <a:pt x="2836" y="61"/>
                    <a:pt x="2566" y="14"/>
                  </a:cubicBezTo>
                  <a:cubicBezTo>
                    <a:pt x="2518" y="5"/>
                    <a:pt x="2470" y="1"/>
                    <a:pt x="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65"/>
            <p:cNvSpPr/>
            <p:nvPr/>
          </p:nvSpPr>
          <p:spPr>
            <a:xfrm>
              <a:off x="1121475" y="3088700"/>
              <a:ext cx="17425" cy="32475"/>
            </a:xfrm>
            <a:custGeom>
              <a:avLst/>
              <a:gdLst/>
              <a:ahLst/>
              <a:cxnLst/>
              <a:rect l="l" t="t" r="r" b="b"/>
              <a:pathLst>
                <a:path w="697" h="1299" extrusionOk="0">
                  <a:moveTo>
                    <a:pt x="1" y="1"/>
                  </a:moveTo>
                  <a:lnTo>
                    <a:pt x="696" y="1299"/>
                  </a:lnTo>
                  <a:cubicBezTo>
                    <a:pt x="660" y="790"/>
                    <a:pt x="411" y="31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65"/>
            <p:cNvSpPr/>
            <p:nvPr/>
          </p:nvSpPr>
          <p:spPr>
            <a:xfrm>
              <a:off x="1120825" y="3087800"/>
              <a:ext cx="19375" cy="33375"/>
            </a:xfrm>
            <a:custGeom>
              <a:avLst/>
              <a:gdLst/>
              <a:ahLst/>
              <a:cxnLst/>
              <a:rect l="l" t="t" r="r" b="b"/>
              <a:pathLst>
                <a:path w="775" h="1335" extrusionOk="0">
                  <a:moveTo>
                    <a:pt x="63" y="1"/>
                  </a:moveTo>
                  <a:lnTo>
                    <a:pt x="1" y="73"/>
                  </a:lnTo>
                  <a:cubicBezTo>
                    <a:pt x="395" y="385"/>
                    <a:pt x="639" y="842"/>
                    <a:pt x="676" y="1335"/>
                  </a:cubicBezTo>
                  <a:lnTo>
                    <a:pt x="774" y="1335"/>
                  </a:lnTo>
                  <a:cubicBezTo>
                    <a:pt x="743" y="811"/>
                    <a:pt x="483" y="323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65"/>
            <p:cNvSpPr/>
            <p:nvPr/>
          </p:nvSpPr>
          <p:spPr>
            <a:xfrm>
              <a:off x="1127825" y="3164900"/>
              <a:ext cx="30550" cy="69200"/>
            </a:xfrm>
            <a:custGeom>
              <a:avLst/>
              <a:gdLst/>
              <a:ahLst/>
              <a:cxnLst/>
              <a:rect l="l" t="t" r="r" b="b"/>
              <a:pathLst>
                <a:path w="1222" h="2768" extrusionOk="0">
                  <a:moveTo>
                    <a:pt x="1138" y="0"/>
                  </a:moveTo>
                  <a:cubicBezTo>
                    <a:pt x="1091" y="73"/>
                    <a:pt x="1" y="1812"/>
                    <a:pt x="323" y="2768"/>
                  </a:cubicBezTo>
                  <a:lnTo>
                    <a:pt x="416" y="2736"/>
                  </a:lnTo>
                  <a:cubicBezTo>
                    <a:pt x="105" y="1823"/>
                    <a:pt x="1211" y="73"/>
                    <a:pt x="1221" y="52"/>
                  </a:cubicBezTo>
                  <a:lnTo>
                    <a:pt x="11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65"/>
            <p:cNvSpPr/>
            <p:nvPr/>
          </p:nvSpPr>
          <p:spPr>
            <a:xfrm>
              <a:off x="1093175" y="3304900"/>
              <a:ext cx="86350" cy="76250"/>
            </a:xfrm>
            <a:custGeom>
              <a:avLst/>
              <a:gdLst/>
              <a:ahLst/>
              <a:cxnLst/>
              <a:rect l="l" t="t" r="r" b="b"/>
              <a:pathLst>
                <a:path w="3454" h="3050" extrusionOk="0">
                  <a:moveTo>
                    <a:pt x="1465" y="1"/>
                  </a:moveTo>
                  <a:cubicBezTo>
                    <a:pt x="1287" y="1"/>
                    <a:pt x="1072" y="155"/>
                    <a:pt x="821" y="599"/>
                  </a:cubicBezTo>
                  <a:cubicBezTo>
                    <a:pt x="1" y="2058"/>
                    <a:pt x="1013" y="3050"/>
                    <a:pt x="1013" y="3050"/>
                  </a:cubicBezTo>
                  <a:cubicBezTo>
                    <a:pt x="1013" y="3050"/>
                    <a:pt x="3453" y="1664"/>
                    <a:pt x="2908" y="1087"/>
                  </a:cubicBezTo>
                  <a:cubicBezTo>
                    <a:pt x="2633" y="799"/>
                    <a:pt x="2425" y="728"/>
                    <a:pt x="2287" y="728"/>
                  </a:cubicBezTo>
                  <a:cubicBezTo>
                    <a:pt x="2151" y="728"/>
                    <a:pt x="2083" y="797"/>
                    <a:pt x="2083" y="797"/>
                  </a:cubicBezTo>
                  <a:cubicBezTo>
                    <a:pt x="2083" y="797"/>
                    <a:pt x="1870" y="1"/>
                    <a:pt x="1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65"/>
            <p:cNvSpPr/>
            <p:nvPr/>
          </p:nvSpPr>
          <p:spPr>
            <a:xfrm>
              <a:off x="1092025" y="3303700"/>
              <a:ext cx="77375" cy="78625"/>
            </a:xfrm>
            <a:custGeom>
              <a:avLst/>
              <a:gdLst/>
              <a:ahLst/>
              <a:cxnLst/>
              <a:rect l="l" t="t" r="r" b="b"/>
              <a:pathLst>
                <a:path w="3095" h="3145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7" y="886"/>
                    <a:pt x="2113" y="891"/>
                  </a:cubicBezTo>
                  <a:cubicBezTo>
                    <a:pt x="2129" y="891"/>
                    <a:pt x="2144" y="891"/>
                    <a:pt x="2160" y="876"/>
                  </a:cubicBezTo>
                  <a:cubicBezTo>
                    <a:pt x="2201" y="839"/>
                    <a:pt x="2258" y="823"/>
                    <a:pt x="2313" y="823"/>
                  </a:cubicBezTo>
                  <a:cubicBezTo>
                    <a:pt x="2321" y="823"/>
                    <a:pt x="2329" y="823"/>
                    <a:pt x="2336" y="824"/>
                  </a:cubicBezTo>
                  <a:cubicBezTo>
                    <a:pt x="2456" y="824"/>
                    <a:pt x="2648" y="886"/>
                    <a:pt x="2913" y="1167"/>
                  </a:cubicBezTo>
                  <a:cubicBezTo>
                    <a:pt x="2970" y="1224"/>
                    <a:pt x="2990" y="1296"/>
                    <a:pt x="2980" y="1374"/>
                  </a:cubicBezTo>
                  <a:cubicBezTo>
                    <a:pt x="2892" y="1945"/>
                    <a:pt x="1314" y="2890"/>
                    <a:pt x="1064" y="3036"/>
                  </a:cubicBezTo>
                  <a:cubicBezTo>
                    <a:pt x="909" y="2869"/>
                    <a:pt x="182" y="1961"/>
                    <a:pt x="909" y="668"/>
                  </a:cubicBezTo>
                  <a:cubicBezTo>
                    <a:pt x="1121" y="289"/>
                    <a:pt x="1329" y="97"/>
                    <a:pt x="1511" y="97"/>
                  </a:cubicBezTo>
                  <a:close/>
                  <a:moveTo>
                    <a:pt x="1512" y="1"/>
                  </a:moveTo>
                  <a:cubicBezTo>
                    <a:pt x="1291" y="1"/>
                    <a:pt x="1058" y="209"/>
                    <a:pt x="826" y="621"/>
                  </a:cubicBezTo>
                  <a:cubicBezTo>
                    <a:pt x="0" y="2096"/>
                    <a:pt x="1012" y="3124"/>
                    <a:pt x="1023" y="3134"/>
                  </a:cubicBezTo>
                  <a:cubicBezTo>
                    <a:pt x="1033" y="3139"/>
                    <a:pt x="1044" y="3145"/>
                    <a:pt x="1059" y="3145"/>
                  </a:cubicBezTo>
                  <a:cubicBezTo>
                    <a:pt x="1064" y="3145"/>
                    <a:pt x="1075" y="3145"/>
                    <a:pt x="1080" y="3139"/>
                  </a:cubicBezTo>
                  <a:cubicBezTo>
                    <a:pt x="1158" y="3098"/>
                    <a:pt x="2980" y="2054"/>
                    <a:pt x="3079" y="1390"/>
                  </a:cubicBezTo>
                  <a:cubicBezTo>
                    <a:pt x="3094" y="1286"/>
                    <a:pt x="3063" y="1177"/>
                    <a:pt x="2990" y="1104"/>
                  </a:cubicBezTo>
                  <a:cubicBezTo>
                    <a:pt x="2757" y="855"/>
                    <a:pt x="2534" y="725"/>
                    <a:pt x="2342" y="725"/>
                  </a:cubicBezTo>
                  <a:cubicBezTo>
                    <a:pt x="2279" y="725"/>
                    <a:pt x="2217" y="741"/>
                    <a:pt x="2160" y="767"/>
                  </a:cubicBezTo>
                  <a:cubicBezTo>
                    <a:pt x="2097" y="580"/>
                    <a:pt x="1900" y="45"/>
                    <a:pt x="1558" y="4"/>
                  </a:cubicBezTo>
                  <a:cubicBezTo>
                    <a:pt x="1542" y="2"/>
                    <a:pt x="1527" y="1"/>
                    <a:pt x="1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65"/>
            <p:cNvSpPr/>
            <p:nvPr/>
          </p:nvSpPr>
          <p:spPr>
            <a:xfrm>
              <a:off x="1122000" y="3324800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30" y="1"/>
                  </a:moveTo>
                  <a:lnTo>
                    <a:pt x="930" y="1"/>
                  </a:lnTo>
                  <a:cubicBezTo>
                    <a:pt x="255" y="546"/>
                    <a:pt x="0" y="1480"/>
                    <a:pt x="0" y="1480"/>
                  </a:cubicBezTo>
                  <a:lnTo>
                    <a:pt x="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65"/>
            <p:cNvSpPr/>
            <p:nvPr/>
          </p:nvSpPr>
          <p:spPr>
            <a:xfrm>
              <a:off x="1120825" y="3323775"/>
              <a:ext cx="25200" cy="38300"/>
            </a:xfrm>
            <a:custGeom>
              <a:avLst/>
              <a:gdLst/>
              <a:ahLst/>
              <a:cxnLst/>
              <a:rect l="l" t="t" r="r" b="b"/>
              <a:pathLst>
                <a:path w="1008" h="1532" extrusionOk="0">
                  <a:moveTo>
                    <a:pt x="945" y="0"/>
                  </a:moveTo>
                  <a:cubicBezTo>
                    <a:pt x="265" y="550"/>
                    <a:pt x="11" y="1469"/>
                    <a:pt x="1" y="1506"/>
                  </a:cubicBezTo>
                  <a:lnTo>
                    <a:pt x="94" y="1532"/>
                  </a:lnTo>
                  <a:cubicBezTo>
                    <a:pt x="99" y="1526"/>
                    <a:pt x="354" y="608"/>
                    <a:pt x="1008" y="78"/>
                  </a:cubicBez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65"/>
            <p:cNvSpPr/>
            <p:nvPr/>
          </p:nvSpPr>
          <p:spPr>
            <a:xfrm>
              <a:off x="1103425" y="3195625"/>
              <a:ext cx="108925" cy="59775"/>
            </a:xfrm>
            <a:custGeom>
              <a:avLst/>
              <a:gdLst/>
              <a:ahLst/>
              <a:cxnLst/>
              <a:rect l="l" t="t" r="r" b="b"/>
              <a:pathLst>
                <a:path w="4357" h="2391" extrusionOk="0">
                  <a:moveTo>
                    <a:pt x="3057" y="0"/>
                  </a:moveTo>
                  <a:cubicBezTo>
                    <a:pt x="2567" y="0"/>
                    <a:pt x="2088" y="480"/>
                    <a:pt x="2088" y="480"/>
                  </a:cubicBezTo>
                  <a:cubicBezTo>
                    <a:pt x="2088" y="480"/>
                    <a:pt x="1984" y="377"/>
                    <a:pt x="1686" y="377"/>
                  </a:cubicBezTo>
                  <a:cubicBezTo>
                    <a:pt x="1505" y="377"/>
                    <a:pt x="1253" y="415"/>
                    <a:pt x="909" y="537"/>
                  </a:cubicBezTo>
                  <a:cubicBezTo>
                    <a:pt x="1" y="853"/>
                    <a:pt x="2695" y="2390"/>
                    <a:pt x="2695" y="2390"/>
                  </a:cubicBezTo>
                  <a:cubicBezTo>
                    <a:pt x="2695" y="2390"/>
                    <a:pt x="4357" y="1845"/>
                    <a:pt x="3796" y="589"/>
                  </a:cubicBezTo>
                  <a:cubicBezTo>
                    <a:pt x="3598" y="144"/>
                    <a:pt x="3326" y="0"/>
                    <a:pt x="3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65"/>
            <p:cNvSpPr/>
            <p:nvPr/>
          </p:nvSpPr>
          <p:spPr>
            <a:xfrm>
              <a:off x="1119150" y="3194425"/>
              <a:ext cx="84250" cy="62250"/>
            </a:xfrm>
            <a:custGeom>
              <a:avLst/>
              <a:gdLst/>
              <a:ahLst/>
              <a:cxnLst/>
              <a:rect l="l" t="t" r="r" b="b"/>
              <a:pathLst>
                <a:path w="3370" h="2490" extrusionOk="0">
                  <a:moveTo>
                    <a:pt x="2436" y="97"/>
                  </a:moveTo>
                  <a:cubicBezTo>
                    <a:pt x="2474" y="97"/>
                    <a:pt x="2512" y="100"/>
                    <a:pt x="2549" y="107"/>
                  </a:cubicBezTo>
                  <a:cubicBezTo>
                    <a:pt x="2788" y="154"/>
                    <a:pt x="2980" y="341"/>
                    <a:pt x="3126" y="657"/>
                  </a:cubicBezTo>
                  <a:cubicBezTo>
                    <a:pt x="3260" y="964"/>
                    <a:pt x="3271" y="1254"/>
                    <a:pt x="3157" y="1519"/>
                  </a:cubicBezTo>
                  <a:cubicBezTo>
                    <a:pt x="2918" y="2064"/>
                    <a:pt x="2201" y="2339"/>
                    <a:pt x="2072" y="2386"/>
                  </a:cubicBezTo>
                  <a:cubicBezTo>
                    <a:pt x="1506" y="2064"/>
                    <a:pt x="109" y="1171"/>
                    <a:pt x="145" y="777"/>
                  </a:cubicBezTo>
                  <a:cubicBezTo>
                    <a:pt x="151" y="714"/>
                    <a:pt x="203" y="668"/>
                    <a:pt x="301" y="631"/>
                  </a:cubicBezTo>
                  <a:cubicBezTo>
                    <a:pt x="540" y="538"/>
                    <a:pt x="794" y="486"/>
                    <a:pt x="1054" y="476"/>
                  </a:cubicBezTo>
                  <a:cubicBezTo>
                    <a:pt x="1324" y="476"/>
                    <a:pt x="1428" y="564"/>
                    <a:pt x="1428" y="564"/>
                  </a:cubicBezTo>
                  <a:cubicBezTo>
                    <a:pt x="1438" y="572"/>
                    <a:pt x="1450" y="576"/>
                    <a:pt x="1462" y="576"/>
                  </a:cubicBezTo>
                  <a:cubicBezTo>
                    <a:pt x="1473" y="576"/>
                    <a:pt x="1485" y="572"/>
                    <a:pt x="1495" y="564"/>
                  </a:cubicBezTo>
                  <a:cubicBezTo>
                    <a:pt x="1495" y="559"/>
                    <a:pt x="1970" y="97"/>
                    <a:pt x="2436" y="97"/>
                  </a:cubicBezTo>
                  <a:close/>
                  <a:moveTo>
                    <a:pt x="2423" y="0"/>
                  </a:moveTo>
                  <a:cubicBezTo>
                    <a:pt x="1988" y="0"/>
                    <a:pt x="1571" y="357"/>
                    <a:pt x="1454" y="465"/>
                  </a:cubicBezTo>
                  <a:cubicBezTo>
                    <a:pt x="1398" y="432"/>
                    <a:pt x="1274" y="378"/>
                    <a:pt x="1054" y="378"/>
                  </a:cubicBezTo>
                  <a:cubicBezTo>
                    <a:pt x="867" y="378"/>
                    <a:pt x="610" y="416"/>
                    <a:pt x="265" y="538"/>
                  </a:cubicBezTo>
                  <a:cubicBezTo>
                    <a:pt x="130" y="585"/>
                    <a:pt x="57" y="663"/>
                    <a:pt x="47" y="766"/>
                  </a:cubicBezTo>
                  <a:cubicBezTo>
                    <a:pt x="0" y="1301"/>
                    <a:pt x="1833" y="2360"/>
                    <a:pt x="2046" y="2480"/>
                  </a:cubicBezTo>
                  <a:cubicBezTo>
                    <a:pt x="2051" y="2485"/>
                    <a:pt x="2061" y="2490"/>
                    <a:pt x="2066" y="2490"/>
                  </a:cubicBezTo>
                  <a:cubicBezTo>
                    <a:pt x="2072" y="2490"/>
                    <a:pt x="2077" y="2490"/>
                    <a:pt x="2082" y="2485"/>
                  </a:cubicBezTo>
                  <a:cubicBezTo>
                    <a:pt x="2118" y="2474"/>
                    <a:pt x="2959" y="2194"/>
                    <a:pt x="3245" y="1555"/>
                  </a:cubicBezTo>
                  <a:cubicBezTo>
                    <a:pt x="3370" y="1265"/>
                    <a:pt x="3359" y="953"/>
                    <a:pt x="3214" y="616"/>
                  </a:cubicBezTo>
                  <a:cubicBezTo>
                    <a:pt x="3058" y="268"/>
                    <a:pt x="2840" y="60"/>
                    <a:pt x="2565" y="14"/>
                  </a:cubicBezTo>
                  <a:cubicBezTo>
                    <a:pt x="2518" y="4"/>
                    <a:pt x="2470" y="0"/>
                    <a:pt x="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65"/>
            <p:cNvSpPr/>
            <p:nvPr/>
          </p:nvSpPr>
          <p:spPr>
            <a:xfrm>
              <a:off x="1155600" y="3207725"/>
              <a:ext cx="17300" cy="32475"/>
            </a:xfrm>
            <a:custGeom>
              <a:avLst/>
              <a:gdLst/>
              <a:ahLst/>
              <a:cxnLst/>
              <a:rect l="l" t="t" r="r" b="b"/>
              <a:pathLst>
                <a:path w="692" h="1299" extrusionOk="0">
                  <a:moveTo>
                    <a:pt x="1" y="1"/>
                  </a:moveTo>
                  <a:lnTo>
                    <a:pt x="691" y="1299"/>
                  </a:lnTo>
                  <a:cubicBezTo>
                    <a:pt x="660" y="785"/>
                    <a:pt x="406" y="31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65"/>
            <p:cNvSpPr/>
            <p:nvPr/>
          </p:nvSpPr>
          <p:spPr>
            <a:xfrm>
              <a:off x="1154975" y="3206700"/>
              <a:ext cx="19350" cy="33500"/>
            </a:xfrm>
            <a:custGeom>
              <a:avLst/>
              <a:gdLst/>
              <a:ahLst/>
              <a:cxnLst/>
              <a:rect l="l" t="t" r="r" b="b"/>
              <a:pathLst>
                <a:path w="774" h="1340" extrusionOk="0">
                  <a:moveTo>
                    <a:pt x="57" y="0"/>
                  </a:moveTo>
                  <a:lnTo>
                    <a:pt x="0" y="78"/>
                  </a:lnTo>
                  <a:cubicBezTo>
                    <a:pt x="389" y="384"/>
                    <a:pt x="639" y="841"/>
                    <a:pt x="675" y="1340"/>
                  </a:cubicBezTo>
                  <a:lnTo>
                    <a:pt x="774" y="1340"/>
                  </a:lnTo>
                  <a:cubicBezTo>
                    <a:pt x="737" y="810"/>
                    <a:pt x="478" y="322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9" name="Google Shape;2319;p65"/>
          <p:cNvGrpSpPr/>
          <p:nvPr/>
        </p:nvGrpSpPr>
        <p:grpSpPr>
          <a:xfrm>
            <a:off x="6821475" y="2244700"/>
            <a:ext cx="2433050" cy="2489097"/>
            <a:chOff x="368025" y="3604500"/>
            <a:chExt cx="817200" cy="836025"/>
          </a:xfrm>
        </p:grpSpPr>
        <p:sp>
          <p:nvSpPr>
            <p:cNvPr id="2320" name="Google Shape;2320;p65"/>
            <p:cNvSpPr/>
            <p:nvPr/>
          </p:nvSpPr>
          <p:spPr>
            <a:xfrm>
              <a:off x="420200" y="3665375"/>
              <a:ext cx="139425" cy="136700"/>
            </a:xfrm>
            <a:custGeom>
              <a:avLst/>
              <a:gdLst/>
              <a:ahLst/>
              <a:cxnLst/>
              <a:rect l="l" t="t" r="r" b="b"/>
              <a:pathLst>
                <a:path w="5577" h="5468" extrusionOk="0">
                  <a:moveTo>
                    <a:pt x="5478" y="99"/>
                  </a:moveTo>
                  <a:lnTo>
                    <a:pt x="5478" y="5369"/>
                  </a:lnTo>
                  <a:lnTo>
                    <a:pt x="100" y="5369"/>
                  </a:lnTo>
                  <a:lnTo>
                    <a:pt x="100" y="99"/>
                  </a:lnTo>
                  <a:close/>
                  <a:moveTo>
                    <a:pt x="48" y="1"/>
                  </a:moveTo>
                  <a:cubicBezTo>
                    <a:pt x="22" y="1"/>
                    <a:pt x="1" y="21"/>
                    <a:pt x="1" y="52"/>
                  </a:cubicBezTo>
                  <a:lnTo>
                    <a:pt x="1" y="5421"/>
                  </a:lnTo>
                  <a:cubicBezTo>
                    <a:pt x="1" y="5447"/>
                    <a:pt x="22" y="5467"/>
                    <a:pt x="48" y="5467"/>
                  </a:cubicBezTo>
                  <a:lnTo>
                    <a:pt x="5525" y="5467"/>
                  </a:lnTo>
                  <a:cubicBezTo>
                    <a:pt x="5556" y="5467"/>
                    <a:pt x="5577" y="5447"/>
                    <a:pt x="5577" y="5421"/>
                  </a:cubicBezTo>
                  <a:lnTo>
                    <a:pt x="5577" y="52"/>
                  </a:lnTo>
                  <a:cubicBezTo>
                    <a:pt x="5577" y="21"/>
                    <a:pt x="5556" y="1"/>
                    <a:pt x="5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65"/>
            <p:cNvSpPr/>
            <p:nvPr/>
          </p:nvSpPr>
          <p:spPr>
            <a:xfrm>
              <a:off x="428250" y="3675750"/>
              <a:ext cx="122825" cy="115550"/>
            </a:xfrm>
            <a:custGeom>
              <a:avLst/>
              <a:gdLst/>
              <a:ahLst/>
              <a:cxnLst/>
              <a:rect l="l" t="t" r="r" b="b"/>
              <a:pathLst>
                <a:path w="4913" h="4622" extrusionOk="0">
                  <a:moveTo>
                    <a:pt x="1" y="1"/>
                  </a:moveTo>
                  <a:lnTo>
                    <a:pt x="1" y="4621"/>
                  </a:lnTo>
                  <a:lnTo>
                    <a:pt x="4912" y="4621"/>
                  </a:lnTo>
                  <a:lnTo>
                    <a:pt x="49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65"/>
            <p:cNvSpPr/>
            <p:nvPr/>
          </p:nvSpPr>
          <p:spPr>
            <a:xfrm>
              <a:off x="434100" y="3681475"/>
              <a:ext cx="15850" cy="20925"/>
            </a:xfrm>
            <a:custGeom>
              <a:avLst/>
              <a:gdLst/>
              <a:ahLst/>
              <a:cxnLst/>
              <a:rect l="l" t="t" r="r" b="b"/>
              <a:pathLst>
                <a:path w="634" h="837" extrusionOk="0">
                  <a:moveTo>
                    <a:pt x="0" y="0"/>
                  </a:moveTo>
                  <a:lnTo>
                    <a:pt x="0" y="836"/>
                  </a:lnTo>
                  <a:lnTo>
                    <a:pt x="634" y="8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65"/>
            <p:cNvSpPr/>
            <p:nvPr/>
          </p:nvSpPr>
          <p:spPr>
            <a:xfrm>
              <a:off x="432800" y="3680300"/>
              <a:ext cx="18450" cy="23400"/>
            </a:xfrm>
            <a:custGeom>
              <a:avLst/>
              <a:gdLst/>
              <a:ahLst/>
              <a:cxnLst/>
              <a:rect l="l" t="t" r="r" b="b"/>
              <a:pathLst>
                <a:path w="738" h="936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52" y="1"/>
                  </a:moveTo>
                  <a:cubicBezTo>
                    <a:pt x="21" y="1"/>
                    <a:pt x="1" y="21"/>
                    <a:pt x="1" y="47"/>
                  </a:cubicBezTo>
                  <a:lnTo>
                    <a:pt x="1" y="883"/>
                  </a:lnTo>
                  <a:cubicBezTo>
                    <a:pt x="1" y="909"/>
                    <a:pt x="21" y="930"/>
                    <a:pt x="52" y="935"/>
                  </a:cubicBezTo>
                  <a:lnTo>
                    <a:pt x="686" y="935"/>
                  </a:lnTo>
                  <a:cubicBezTo>
                    <a:pt x="712" y="935"/>
                    <a:pt x="738" y="909"/>
                    <a:pt x="738" y="883"/>
                  </a:cubicBezTo>
                  <a:lnTo>
                    <a:pt x="738" y="47"/>
                  </a:lnTo>
                  <a:cubicBezTo>
                    <a:pt x="738" y="21"/>
                    <a:pt x="712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65"/>
            <p:cNvSpPr/>
            <p:nvPr/>
          </p:nvSpPr>
          <p:spPr>
            <a:xfrm>
              <a:off x="449925" y="3681475"/>
              <a:ext cx="16000" cy="20925"/>
            </a:xfrm>
            <a:custGeom>
              <a:avLst/>
              <a:gdLst/>
              <a:ahLst/>
              <a:cxnLst/>
              <a:rect l="l" t="t" r="r" b="b"/>
              <a:pathLst>
                <a:path w="640" h="837" extrusionOk="0">
                  <a:moveTo>
                    <a:pt x="1" y="0"/>
                  </a:moveTo>
                  <a:lnTo>
                    <a:pt x="1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65"/>
            <p:cNvSpPr/>
            <p:nvPr/>
          </p:nvSpPr>
          <p:spPr>
            <a:xfrm>
              <a:off x="448775" y="3680300"/>
              <a:ext cx="18325" cy="23400"/>
            </a:xfrm>
            <a:custGeom>
              <a:avLst/>
              <a:gdLst/>
              <a:ahLst/>
              <a:cxnLst/>
              <a:rect l="l" t="t" r="r" b="b"/>
              <a:pathLst>
                <a:path w="733" h="936" extrusionOk="0">
                  <a:moveTo>
                    <a:pt x="633" y="99"/>
                  </a:moveTo>
                  <a:lnTo>
                    <a:pt x="633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47" y="1"/>
                  </a:moveTo>
                  <a:cubicBezTo>
                    <a:pt x="21" y="1"/>
                    <a:pt x="0" y="21"/>
                    <a:pt x="0" y="47"/>
                  </a:cubicBezTo>
                  <a:lnTo>
                    <a:pt x="0" y="883"/>
                  </a:lnTo>
                  <a:cubicBezTo>
                    <a:pt x="0" y="909"/>
                    <a:pt x="21" y="930"/>
                    <a:pt x="47" y="935"/>
                  </a:cubicBezTo>
                  <a:lnTo>
                    <a:pt x="685" y="935"/>
                  </a:lnTo>
                  <a:cubicBezTo>
                    <a:pt x="711" y="935"/>
                    <a:pt x="732" y="909"/>
                    <a:pt x="732" y="883"/>
                  </a:cubicBezTo>
                  <a:lnTo>
                    <a:pt x="732" y="47"/>
                  </a:lnTo>
                  <a:cubicBezTo>
                    <a:pt x="732" y="21"/>
                    <a:pt x="711" y="1"/>
                    <a:pt x="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5"/>
            <p:cNvSpPr/>
            <p:nvPr/>
          </p:nvSpPr>
          <p:spPr>
            <a:xfrm>
              <a:off x="465900" y="3681475"/>
              <a:ext cx="15850" cy="20925"/>
            </a:xfrm>
            <a:custGeom>
              <a:avLst/>
              <a:gdLst/>
              <a:ahLst/>
              <a:cxnLst/>
              <a:rect l="l" t="t" r="r" b="b"/>
              <a:pathLst>
                <a:path w="634" h="837" extrusionOk="0">
                  <a:moveTo>
                    <a:pt x="0" y="0"/>
                  </a:moveTo>
                  <a:lnTo>
                    <a:pt x="0" y="836"/>
                  </a:lnTo>
                  <a:lnTo>
                    <a:pt x="634" y="8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65"/>
            <p:cNvSpPr/>
            <p:nvPr/>
          </p:nvSpPr>
          <p:spPr>
            <a:xfrm>
              <a:off x="464600" y="3680300"/>
              <a:ext cx="18450" cy="23400"/>
            </a:xfrm>
            <a:custGeom>
              <a:avLst/>
              <a:gdLst/>
              <a:ahLst/>
              <a:cxnLst/>
              <a:rect l="l" t="t" r="r" b="b"/>
              <a:pathLst>
                <a:path w="738" h="936" extrusionOk="0">
                  <a:moveTo>
                    <a:pt x="644" y="99"/>
                  </a:moveTo>
                  <a:lnTo>
                    <a:pt x="644" y="836"/>
                  </a:lnTo>
                  <a:lnTo>
                    <a:pt x="99" y="836"/>
                  </a:lnTo>
                  <a:lnTo>
                    <a:pt x="104" y="99"/>
                  </a:lnTo>
                  <a:close/>
                  <a:moveTo>
                    <a:pt x="52" y="1"/>
                  </a:moveTo>
                  <a:cubicBezTo>
                    <a:pt x="26" y="1"/>
                    <a:pt x="0" y="21"/>
                    <a:pt x="0" y="47"/>
                  </a:cubicBezTo>
                  <a:lnTo>
                    <a:pt x="0" y="883"/>
                  </a:lnTo>
                  <a:cubicBezTo>
                    <a:pt x="0" y="909"/>
                    <a:pt x="26" y="930"/>
                    <a:pt x="52" y="935"/>
                  </a:cubicBezTo>
                  <a:lnTo>
                    <a:pt x="686" y="935"/>
                  </a:lnTo>
                  <a:cubicBezTo>
                    <a:pt x="717" y="935"/>
                    <a:pt x="738" y="909"/>
                    <a:pt x="738" y="883"/>
                  </a:cubicBezTo>
                  <a:lnTo>
                    <a:pt x="738" y="47"/>
                  </a:lnTo>
                  <a:cubicBezTo>
                    <a:pt x="738" y="21"/>
                    <a:pt x="717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65"/>
            <p:cNvSpPr/>
            <p:nvPr/>
          </p:nvSpPr>
          <p:spPr>
            <a:xfrm>
              <a:off x="481725" y="3681475"/>
              <a:ext cx="16000" cy="20925"/>
            </a:xfrm>
            <a:custGeom>
              <a:avLst/>
              <a:gdLst/>
              <a:ahLst/>
              <a:cxnLst/>
              <a:rect l="l" t="t" r="r" b="b"/>
              <a:pathLst>
                <a:path w="640" h="837" extrusionOk="0">
                  <a:moveTo>
                    <a:pt x="1" y="0"/>
                  </a:moveTo>
                  <a:lnTo>
                    <a:pt x="1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5"/>
            <p:cNvSpPr/>
            <p:nvPr/>
          </p:nvSpPr>
          <p:spPr>
            <a:xfrm>
              <a:off x="480575" y="3680300"/>
              <a:ext cx="18325" cy="23400"/>
            </a:xfrm>
            <a:custGeom>
              <a:avLst/>
              <a:gdLst/>
              <a:ahLst/>
              <a:cxnLst/>
              <a:rect l="l" t="t" r="r" b="b"/>
              <a:pathLst>
                <a:path w="733" h="936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47" y="1"/>
                  </a:moveTo>
                  <a:cubicBezTo>
                    <a:pt x="21" y="1"/>
                    <a:pt x="0" y="21"/>
                    <a:pt x="0" y="47"/>
                  </a:cubicBezTo>
                  <a:lnTo>
                    <a:pt x="0" y="883"/>
                  </a:lnTo>
                  <a:cubicBezTo>
                    <a:pt x="0" y="909"/>
                    <a:pt x="21" y="930"/>
                    <a:pt x="47" y="935"/>
                  </a:cubicBezTo>
                  <a:lnTo>
                    <a:pt x="685" y="935"/>
                  </a:lnTo>
                  <a:cubicBezTo>
                    <a:pt x="711" y="935"/>
                    <a:pt x="732" y="909"/>
                    <a:pt x="732" y="883"/>
                  </a:cubicBezTo>
                  <a:lnTo>
                    <a:pt x="732" y="47"/>
                  </a:lnTo>
                  <a:cubicBezTo>
                    <a:pt x="732" y="21"/>
                    <a:pt x="711" y="1"/>
                    <a:pt x="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65"/>
            <p:cNvSpPr/>
            <p:nvPr/>
          </p:nvSpPr>
          <p:spPr>
            <a:xfrm>
              <a:off x="497700" y="3681475"/>
              <a:ext cx="15975" cy="20925"/>
            </a:xfrm>
            <a:custGeom>
              <a:avLst/>
              <a:gdLst/>
              <a:ahLst/>
              <a:cxnLst/>
              <a:rect l="l" t="t" r="r" b="b"/>
              <a:pathLst>
                <a:path w="639" h="837" extrusionOk="0">
                  <a:moveTo>
                    <a:pt x="0" y="0"/>
                  </a:moveTo>
                  <a:lnTo>
                    <a:pt x="0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65"/>
            <p:cNvSpPr/>
            <p:nvPr/>
          </p:nvSpPr>
          <p:spPr>
            <a:xfrm>
              <a:off x="496525" y="3680300"/>
              <a:ext cx="18325" cy="23400"/>
            </a:xfrm>
            <a:custGeom>
              <a:avLst/>
              <a:gdLst/>
              <a:ahLst/>
              <a:cxnLst/>
              <a:rect l="l" t="t" r="r" b="b"/>
              <a:pathLst>
                <a:path w="733" h="936" extrusionOk="0">
                  <a:moveTo>
                    <a:pt x="634" y="99"/>
                  </a:moveTo>
                  <a:lnTo>
                    <a:pt x="634" y="836"/>
                  </a:lnTo>
                  <a:lnTo>
                    <a:pt x="94" y="836"/>
                  </a:lnTo>
                  <a:lnTo>
                    <a:pt x="94" y="99"/>
                  </a:lnTo>
                  <a:close/>
                  <a:moveTo>
                    <a:pt x="47" y="1"/>
                  </a:moveTo>
                  <a:cubicBezTo>
                    <a:pt x="21" y="1"/>
                    <a:pt x="1" y="21"/>
                    <a:pt x="1" y="47"/>
                  </a:cubicBezTo>
                  <a:lnTo>
                    <a:pt x="1" y="883"/>
                  </a:lnTo>
                  <a:cubicBezTo>
                    <a:pt x="1" y="909"/>
                    <a:pt x="21" y="930"/>
                    <a:pt x="47" y="935"/>
                  </a:cubicBezTo>
                  <a:lnTo>
                    <a:pt x="686" y="935"/>
                  </a:lnTo>
                  <a:cubicBezTo>
                    <a:pt x="712" y="935"/>
                    <a:pt x="733" y="909"/>
                    <a:pt x="733" y="883"/>
                  </a:cubicBezTo>
                  <a:lnTo>
                    <a:pt x="733" y="47"/>
                  </a:lnTo>
                  <a:cubicBezTo>
                    <a:pt x="733" y="21"/>
                    <a:pt x="712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65"/>
            <p:cNvSpPr/>
            <p:nvPr/>
          </p:nvSpPr>
          <p:spPr>
            <a:xfrm>
              <a:off x="513650" y="3681475"/>
              <a:ext cx="15875" cy="20925"/>
            </a:xfrm>
            <a:custGeom>
              <a:avLst/>
              <a:gdLst/>
              <a:ahLst/>
              <a:cxnLst/>
              <a:rect l="l" t="t" r="r" b="b"/>
              <a:pathLst>
                <a:path w="635" h="837" extrusionOk="0">
                  <a:moveTo>
                    <a:pt x="1" y="0"/>
                  </a:moveTo>
                  <a:lnTo>
                    <a:pt x="1" y="836"/>
                  </a:lnTo>
                  <a:lnTo>
                    <a:pt x="634" y="8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65"/>
            <p:cNvSpPr/>
            <p:nvPr/>
          </p:nvSpPr>
          <p:spPr>
            <a:xfrm>
              <a:off x="512375" y="3680300"/>
              <a:ext cx="18450" cy="23400"/>
            </a:xfrm>
            <a:custGeom>
              <a:avLst/>
              <a:gdLst/>
              <a:ahLst/>
              <a:cxnLst/>
              <a:rect l="l" t="t" r="r" b="b"/>
              <a:pathLst>
                <a:path w="738" h="936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52" y="1"/>
                  </a:moveTo>
                  <a:cubicBezTo>
                    <a:pt x="21" y="1"/>
                    <a:pt x="0" y="21"/>
                    <a:pt x="0" y="47"/>
                  </a:cubicBezTo>
                  <a:lnTo>
                    <a:pt x="0" y="883"/>
                  </a:lnTo>
                  <a:cubicBezTo>
                    <a:pt x="0" y="909"/>
                    <a:pt x="21" y="930"/>
                    <a:pt x="52" y="935"/>
                  </a:cubicBezTo>
                  <a:lnTo>
                    <a:pt x="685" y="935"/>
                  </a:lnTo>
                  <a:cubicBezTo>
                    <a:pt x="711" y="930"/>
                    <a:pt x="737" y="909"/>
                    <a:pt x="737" y="883"/>
                  </a:cubicBezTo>
                  <a:lnTo>
                    <a:pt x="737" y="47"/>
                  </a:lnTo>
                  <a:cubicBezTo>
                    <a:pt x="737" y="21"/>
                    <a:pt x="711" y="1"/>
                    <a:pt x="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65"/>
            <p:cNvSpPr/>
            <p:nvPr/>
          </p:nvSpPr>
          <p:spPr>
            <a:xfrm>
              <a:off x="529500" y="3681475"/>
              <a:ext cx="15975" cy="20925"/>
            </a:xfrm>
            <a:custGeom>
              <a:avLst/>
              <a:gdLst/>
              <a:ahLst/>
              <a:cxnLst/>
              <a:rect l="l" t="t" r="r" b="b"/>
              <a:pathLst>
                <a:path w="639" h="837" extrusionOk="0">
                  <a:moveTo>
                    <a:pt x="0" y="0"/>
                  </a:moveTo>
                  <a:lnTo>
                    <a:pt x="0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65"/>
            <p:cNvSpPr/>
            <p:nvPr/>
          </p:nvSpPr>
          <p:spPr>
            <a:xfrm>
              <a:off x="528325" y="3680300"/>
              <a:ext cx="18325" cy="23400"/>
            </a:xfrm>
            <a:custGeom>
              <a:avLst/>
              <a:gdLst/>
              <a:ahLst/>
              <a:cxnLst/>
              <a:rect l="l" t="t" r="r" b="b"/>
              <a:pathLst>
                <a:path w="733" h="936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47" y="1"/>
                  </a:moveTo>
                  <a:cubicBezTo>
                    <a:pt x="21" y="1"/>
                    <a:pt x="1" y="21"/>
                    <a:pt x="1" y="47"/>
                  </a:cubicBezTo>
                  <a:lnTo>
                    <a:pt x="1" y="883"/>
                  </a:lnTo>
                  <a:cubicBezTo>
                    <a:pt x="1" y="909"/>
                    <a:pt x="21" y="930"/>
                    <a:pt x="47" y="935"/>
                  </a:cubicBezTo>
                  <a:lnTo>
                    <a:pt x="686" y="935"/>
                  </a:lnTo>
                  <a:cubicBezTo>
                    <a:pt x="712" y="930"/>
                    <a:pt x="733" y="909"/>
                    <a:pt x="733" y="883"/>
                  </a:cubicBezTo>
                  <a:lnTo>
                    <a:pt x="733" y="47"/>
                  </a:lnTo>
                  <a:cubicBezTo>
                    <a:pt x="733" y="21"/>
                    <a:pt x="712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65"/>
            <p:cNvSpPr/>
            <p:nvPr/>
          </p:nvSpPr>
          <p:spPr>
            <a:xfrm>
              <a:off x="434100" y="3702375"/>
              <a:ext cx="15850" cy="20925"/>
            </a:xfrm>
            <a:custGeom>
              <a:avLst/>
              <a:gdLst/>
              <a:ahLst/>
              <a:cxnLst/>
              <a:rect l="l" t="t" r="r" b="b"/>
              <a:pathLst>
                <a:path w="634" h="837" extrusionOk="0">
                  <a:moveTo>
                    <a:pt x="0" y="0"/>
                  </a:moveTo>
                  <a:lnTo>
                    <a:pt x="0" y="836"/>
                  </a:lnTo>
                  <a:lnTo>
                    <a:pt x="634" y="8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65"/>
            <p:cNvSpPr/>
            <p:nvPr/>
          </p:nvSpPr>
          <p:spPr>
            <a:xfrm>
              <a:off x="432800" y="3701200"/>
              <a:ext cx="18450" cy="23250"/>
            </a:xfrm>
            <a:custGeom>
              <a:avLst/>
              <a:gdLst/>
              <a:ahLst/>
              <a:cxnLst/>
              <a:rect l="l" t="t" r="r" b="b"/>
              <a:pathLst>
                <a:path w="738" h="930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52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883"/>
                  </a:lnTo>
                  <a:cubicBezTo>
                    <a:pt x="1" y="909"/>
                    <a:pt x="21" y="930"/>
                    <a:pt x="52" y="930"/>
                  </a:cubicBezTo>
                  <a:lnTo>
                    <a:pt x="686" y="930"/>
                  </a:lnTo>
                  <a:cubicBezTo>
                    <a:pt x="712" y="930"/>
                    <a:pt x="738" y="909"/>
                    <a:pt x="738" y="883"/>
                  </a:cubicBezTo>
                  <a:lnTo>
                    <a:pt x="738" y="47"/>
                  </a:lnTo>
                  <a:cubicBezTo>
                    <a:pt x="738" y="21"/>
                    <a:pt x="712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65"/>
            <p:cNvSpPr/>
            <p:nvPr/>
          </p:nvSpPr>
          <p:spPr>
            <a:xfrm>
              <a:off x="449925" y="3702375"/>
              <a:ext cx="16000" cy="20925"/>
            </a:xfrm>
            <a:custGeom>
              <a:avLst/>
              <a:gdLst/>
              <a:ahLst/>
              <a:cxnLst/>
              <a:rect l="l" t="t" r="r" b="b"/>
              <a:pathLst>
                <a:path w="640" h="837" extrusionOk="0">
                  <a:moveTo>
                    <a:pt x="1" y="0"/>
                  </a:moveTo>
                  <a:lnTo>
                    <a:pt x="1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65"/>
            <p:cNvSpPr/>
            <p:nvPr/>
          </p:nvSpPr>
          <p:spPr>
            <a:xfrm>
              <a:off x="448775" y="3701200"/>
              <a:ext cx="18325" cy="23250"/>
            </a:xfrm>
            <a:custGeom>
              <a:avLst/>
              <a:gdLst/>
              <a:ahLst/>
              <a:cxnLst/>
              <a:rect l="l" t="t" r="r" b="b"/>
              <a:pathLst>
                <a:path w="733" h="930" extrusionOk="0">
                  <a:moveTo>
                    <a:pt x="633" y="99"/>
                  </a:moveTo>
                  <a:lnTo>
                    <a:pt x="633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883"/>
                  </a:lnTo>
                  <a:cubicBezTo>
                    <a:pt x="0" y="909"/>
                    <a:pt x="21" y="930"/>
                    <a:pt x="47" y="930"/>
                  </a:cubicBezTo>
                  <a:lnTo>
                    <a:pt x="685" y="930"/>
                  </a:lnTo>
                  <a:cubicBezTo>
                    <a:pt x="711" y="930"/>
                    <a:pt x="732" y="909"/>
                    <a:pt x="732" y="883"/>
                  </a:cubicBezTo>
                  <a:lnTo>
                    <a:pt x="732" y="47"/>
                  </a:lnTo>
                  <a:cubicBezTo>
                    <a:pt x="732" y="21"/>
                    <a:pt x="711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65"/>
            <p:cNvSpPr/>
            <p:nvPr/>
          </p:nvSpPr>
          <p:spPr>
            <a:xfrm>
              <a:off x="465900" y="3702375"/>
              <a:ext cx="15850" cy="20925"/>
            </a:xfrm>
            <a:custGeom>
              <a:avLst/>
              <a:gdLst/>
              <a:ahLst/>
              <a:cxnLst/>
              <a:rect l="l" t="t" r="r" b="b"/>
              <a:pathLst>
                <a:path w="634" h="837" extrusionOk="0">
                  <a:moveTo>
                    <a:pt x="0" y="0"/>
                  </a:moveTo>
                  <a:lnTo>
                    <a:pt x="0" y="836"/>
                  </a:lnTo>
                  <a:lnTo>
                    <a:pt x="634" y="8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65"/>
            <p:cNvSpPr/>
            <p:nvPr/>
          </p:nvSpPr>
          <p:spPr>
            <a:xfrm>
              <a:off x="464600" y="3701200"/>
              <a:ext cx="18450" cy="23250"/>
            </a:xfrm>
            <a:custGeom>
              <a:avLst/>
              <a:gdLst/>
              <a:ahLst/>
              <a:cxnLst/>
              <a:rect l="l" t="t" r="r" b="b"/>
              <a:pathLst>
                <a:path w="738" h="930" extrusionOk="0">
                  <a:moveTo>
                    <a:pt x="644" y="99"/>
                  </a:moveTo>
                  <a:lnTo>
                    <a:pt x="644" y="836"/>
                  </a:lnTo>
                  <a:lnTo>
                    <a:pt x="99" y="836"/>
                  </a:lnTo>
                  <a:lnTo>
                    <a:pt x="104" y="99"/>
                  </a:lnTo>
                  <a:close/>
                  <a:moveTo>
                    <a:pt x="52" y="0"/>
                  </a:moveTo>
                  <a:cubicBezTo>
                    <a:pt x="26" y="0"/>
                    <a:pt x="0" y="21"/>
                    <a:pt x="0" y="47"/>
                  </a:cubicBezTo>
                  <a:lnTo>
                    <a:pt x="0" y="883"/>
                  </a:lnTo>
                  <a:cubicBezTo>
                    <a:pt x="0" y="909"/>
                    <a:pt x="26" y="930"/>
                    <a:pt x="52" y="930"/>
                  </a:cubicBezTo>
                  <a:lnTo>
                    <a:pt x="686" y="930"/>
                  </a:lnTo>
                  <a:cubicBezTo>
                    <a:pt x="717" y="930"/>
                    <a:pt x="738" y="909"/>
                    <a:pt x="738" y="883"/>
                  </a:cubicBezTo>
                  <a:lnTo>
                    <a:pt x="738" y="47"/>
                  </a:lnTo>
                  <a:cubicBezTo>
                    <a:pt x="738" y="21"/>
                    <a:pt x="717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65"/>
            <p:cNvSpPr/>
            <p:nvPr/>
          </p:nvSpPr>
          <p:spPr>
            <a:xfrm>
              <a:off x="481725" y="3702375"/>
              <a:ext cx="16000" cy="20925"/>
            </a:xfrm>
            <a:custGeom>
              <a:avLst/>
              <a:gdLst/>
              <a:ahLst/>
              <a:cxnLst/>
              <a:rect l="l" t="t" r="r" b="b"/>
              <a:pathLst>
                <a:path w="640" h="837" extrusionOk="0">
                  <a:moveTo>
                    <a:pt x="1" y="0"/>
                  </a:moveTo>
                  <a:lnTo>
                    <a:pt x="1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65"/>
            <p:cNvSpPr/>
            <p:nvPr/>
          </p:nvSpPr>
          <p:spPr>
            <a:xfrm>
              <a:off x="480575" y="3701200"/>
              <a:ext cx="18325" cy="23250"/>
            </a:xfrm>
            <a:custGeom>
              <a:avLst/>
              <a:gdLst/>
              <a:ahLst/>
              <a:cxnLst/>
              <a:rect l="l" t="t" r="r" b="b"/>
              <a:pathLst>
                <a:path w="733" h="930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883"/>
                  </a:lnTo>
                  <a:cubicBezTo>
                    <a:pt x="0" y="909"/>
                    <a:pt x="21" y="930"/>
                    <a:pt x="47" y="930"/>
                  </a:cubicBezTo>
                  <a:lnTo>
                    <a:pt x="685" y="930"/>
                  </a:lnTo>
                  <a:cubicBezTo>
                    <a:pt x="711" y="930"/>
                    <a:pt x="732" y="909"/>
                    <a:pt x="732" y="883"/>
                  </a:cubicBezTo>
                  <a:lnTo>
                    <a:pt x="732" y="47"/>
                  </a:lnTo>
                  <a:cubicBezTo>
                    <a:pt x="732" y="21"/>
                    <a:pt x="711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65"/>
            <p:cNvSpPr/>
            <p:nvPr/>
          </p:nvSpPr>
          <p:spPr>
            <a:xfrm>
              <a:off x="497700" y="3702375"/>
              <a:ext cx="15975" cy="20925"/>
            </a:xfrm>
            <a:custGeom>
              <a:avLst/>
              <a:gdLst/>
              <a:ahLst/>
              <a:cxnLst/>
              <a:rect l="l" t="t" r="r" b="b"/>
              <a:pathLst>
                <a:path w="639" h="837" extrusionOk="0">
                  <a:moveTo>
                    <a:pt x="0" y="0"/>
                  </a:moveTo>
                  <a:lnTo>
                    <a:pt x="0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65"/>
            <p:cNvSpPr/>
            <p:nvPr/>
          </p:nvSpPr>
          <p:spPr>
            <a:xfrm>
              <a:off x="496525" y="3701200"/>
              <a:ext cx="18325" cy="23250"/>
            </a:xfrm>
            <a:custGeom>
              <a:avLst/>
              <a:gdLst/>
              <a:ahLst/>
              <a:cxnLst/>
              <a:rect l="l" t="t" r="r" b="b"/>
              <a:pathLst>
                <a:path w="733" h="930" extrusionOk="0">
                  <a:moveTo>
                    <a:pt x="634" y="99"/>
                  </a:moveTo>
                  <a:lnTo>
                    <a:pt x="634" y="836"/>
                  </a:lnTo>
                  <a:lnTo>
                    <a:pt x="94" y="836"/>
                  </a:lnTo>
                  <a:lnTo>
                    <a:pt x="94" y="99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883"/>
                  </a:lnTo>
                  <a:cubicBezTo>
                    <a:pt x="1" y="909"/>
                    <a:pt x="21" y="930"/>
                    <a:pt x="47" y="930"/>
                  </a:cubicBezTo>
                  <a:lnTo>
                    <a:pt x="686" y="930"/>
                  </a:lnTo>
                  <a:cubicBezTo>
                    <a:pt x="712" y="930"/>
                    <a:pt x="733" y="909"/>
                    <a:pt x="733" y="883"/>
                  </a:cubicBezTo>
                  <a:lnTo>
                    <a:pt x="733" y="47"/>
                  </a:lnTo>
                  <a:cubicBezTo>
                    <a:pt x="733" y="21"/>
                    <a:pt x="712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65"/>
            <p:cNvSpPr/>
            <p:nvPr/>
          </p:nvSpPr>
          <p:spPr>
            <a:xfrm>
              <a:off x="513650" y="3702375"/>
              <a:ext cx="15875" cy="20925"/>
            </a:xfrm>
            <a:custGeom>
              <a:avLst/>
              <a:gdLst/>
              <a:ahLst/>
              <a:cxnLst/>
              <a:rect l="l" t="t" r="r" b="b"/>
              <a:pathLst>
                <a:path w="635" h="837" extrusionOk="0">
                  <a:moveTo>
                    <a:pt x="1" y="0"/>
                  </a:moveTo>
                  <a:lnTo>
                    <a:pt x="1" y="836"/>
                  </a:lnTo>
                  <a:lnTo>
                    <a:pt x="634" y="8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65"/>
            <p:cNvSpPr/>
            <p:nvPr/>
          </p:nvSpPr>
          <p:spPr>
            <a:xfrm>
              <a:off x="512375" y="3701200"/>
              <a:ext cx="18450" cy="23250"/>
            </a:xfrm>
            <a:custGeom>
              <a:avLst/>
              <a:gdLst/>
              <a:ahLst/>
              <a:cxnLst/>
              <a:rect l="l" t="t" r="r" b="b"/>
              <a:pathLst>
                <a:path w="738" h="930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52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883"/>
                  </a:lnTo>
                  <a:cubicBezTo>
                    <a:pt x="0" y="909"/>
                    <a:pt x="21" y="930"/>
                    <a:pt x="52" y="930"/>
                  </a:cubicBezTo>
                  <a:lnTo>
                    <a:pt x="685" y="930"/>
                  </a:lnTo>
                  <a:cubicBezTo>
                    <a:pt x="711" y="930"/>
                    <a:pt x="737" y="909"/>
                    <a:pt x="737" y="883"/>
                  </a:cubicBezTo>
                  <a:lnTo>
                    <a:pt x="737" y="47"/>
                  </a:lnTo>
                  <a:cubicBezTo>
                    <a:pt x="737" y="21"/>
                    <a:pt x="711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65"/>
            <p:cNvSpPr/>
            <p:nvPr/>
          </p:nvSpPr>
          <p:spPr>
            <a:xfrm>
              <a:off x="529500" y="3702375"/>
              <a:ext cx="15975" cy="20925"/>
            </a:xfrm>
            <a:custGeom>
              <a:avLst/>
              <a:gdLst/>
              <a:ahLst/>
              <a:cxnLst/>
              <a:rect l="l" t="t" r="r" b="b"/>
              <a:pathLst>
                <a:path w="639" h="837" extrusionOk="0">
                  <a:moveTo>
                    <a:pt x="0" y="0"/>
                  </a:moveTo>
                  <a:lnTo>
                    <a:pt x="0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65"/>
            <p:cNvSpPr/>
            <p:nvPr/>
          </p:nvSpPr>
          <p:spPr>
            <a:xfrm>
              <a:off x="528325" y="3701200"/>
              <a:ext cx="18325" cy="23250"/>
            </a:xfrm>
            <a:custGeom>
              <a:avLst/>
              <a:gdLst/>
              <a:ahLst/>
              <a:cxnLst/>
              <a:rect l="l" t="t" r="r" b="b"/>
              <a:pathLst>
                <a:path w="733" h="930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883"/>
                  </a:lnTo>
                  <a:cubicBezTo>
                    <a:pt x="1" y="909"/>
                    <a:pt x="21" y="930"/>
                    <a:pt x="47" y="930"/>
                  </a:cubicBezTo>
                  <a:lnTo>
                    <a:pt x="686" y="930"/>
                  </a:lnTo>
                  <a:cubicBezTo>
                    <a:pt x="712" y="930"/>
                    <a:pt x="733" y="909"/>
                    <a:pt x="733" y="883"/>
                  </a:cubicBezTo>
                  <a:lnTo>
                    <a:pt x="733" y="47"/>
                  </a:lnTo>
                  <a:cubicBezTo>
                    <a:pt x="733" y="21"/>
                    <a:pt x="712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65"/>
            <p:cNvSpPr/>
            <p:nvPr/>
          </p:nvSpPr>
          <p:spPr>
            <a:xfrm>
              <a:off x="434100" y="3723275"/>
              <a:ext cx="15850" cy="20900"/>
            </a:xfrm>
            <a:custGeom>
              <a:avLst/>
              <a:gdLst/>
              <a:ahLst/>
              <a:cxnLst/>
              <a:rect l="l" t="t" r="r" b="b"/>
              <a:pathLst>
                <a:path w="634" h="836" extrusionOk="0">
                  <a:moveTo>
                    <a:pt x="0" y="0"/>
                  </a:moveTo>
                  <a:lnTo>
                    <a:pt x="0" y="836"/>
                  </a:lnTo>
                  <a:lnTo>
                    <a:pt x="634" y="8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65"/>
            <p:cNvSpPr/>
            <p:nvPr/>
          </p:nvSpPr>
          <p:spPr>
            <a:xfrm>
              <a:off x="432800" y="3722075"/>
              <a:ext cx="18450" cy="23275"/>
            </a:xfrm>
            <a:custGeom>
              <a:avLst/>
              <a:gdLst/>
              <a:ahLst/>
              <a:cxnLst/>
              <a:rect l="l" t="t" r="r" b="b"/>
              <a:pathLst>
                <a:path w="738" h="931" extrusionOk="0">
                  <a:moveTo>
                    <a:pt x="639" y="95"/>
                  </a:moveTo>
                  <a:lnTo>
                    <a:pt x="639" y="832"/>
                  </a:lnTo>
                  <a:lnTo>
                    <a:pt x="99" y="832"/>
                  </a:lnTo>
                  <a:lnTo>
                    <a:pt x="99" y="95"/>
                  </a:lnTo>
                  <a:close/>
                  <a:moveTo>
                    <a:pt x="693" y="1"/>
                  </a:moveTo>
                  <a:cubicBezTo>
                    <a:pt x="690" y="1"/>
                    <a:pt x="688" y="1"/>
                    <a:pt x="686" y="1"/>
                  </a:cubicBezTo>
                  <a:lnTo>
                    <a:pt x="52" y="1"/>
                  </a:lnTo>
                  <a:cubicBezTo>
                    <a:pt x="21" y="1"/>
                    <a:pt x="1" y="22"/>
                    <a:pt x="1" y="48"/>
                  </a:cubicBezTo>
                  <a:lnTo>
                    <a:pt x="1" y="884"/>
                  </a:lnTo>
                  <a:cubicBezTo>
                    <a:pt x="1" y="910"/>
                    <a:pt x="21" y="931"/>
                    <a:pt x="52" y="931"/>
                  </a:cubicBezTo>
                  <a:lnTo>
                    <a:pt x="686" y="931"/>
                  </a:lnTo>
                  <a:cubicBezTo>
                    <a:pt x="712" y="931"/>
                    <a:pt x="738" y="910"/>
                    <a:pt x="738" y="884"/>
                  </a:cubicBezTo>
                  <a:lnTo>
                    <a:pt x="738" y="48"/>
                  </a:lnTo>
                  <a:cubicBezTo>
                    <a:pt x="738" y="24"/>
                    <a:pt x="716" y="1"/>
                    <a:pt x="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65"/>
            <p:cNvSpPr/>
            <p:nvPr/>
          </p:nvSpPr>
          <p:spPr>
            <a:xfrm>
              <a:off x="449925" y="3723275"/>
              <a:ext cx="16000" cy="20900"/>
            </a:xfrm>
            <a:custGeom>
              <a:avLst/>
              <a:gdLst/>
              <a:ahLst/>
              <a:cxnLst/>
              <a:rect l="l" t="t" r="r" b="b"/>
              <a:pathLst>
                <a:path w="640" h="836" extrusionOk="0">
                  <a:moveTo>
                    <a:pt x="1" y="0"/>
                  </a:moveTo>
                  <a:lnTo>
                    <a:pt x="1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65"/>
            <p:cNvSpPr/>
            <p:nvPr/>
          </p:nvSpPr>
          <p:spPr>
            <a:xfrm>
              <a:off x="448775" y="3722075"/>
              <a:ext cx="18325" cy="23275"/>
            </a:xfrm>
            <a:custGeom>
              <a:avLst/>
              <a:gdLst/>
              <a:ahLst/>
              <a:cxnLst/>
              <a:rect l="l" t="t" r="r" b="b"/>
              <a:pathLst>
                <a:path w="733" h="931" extrusionOk="0">
                  <a:moveTo>
                    <a:pt x="633" y="95"/>
                  </a:moveTo>
                  <a:lnTo>
                    <a:pt x="633" y="832"/>
                  </a:lnTo>
                  <a:lnTo>
                    <a:pt x="99" y="832"/>
                  </a:lnTo>
                  <a:lnTo>
                    <a:pt x="99" y="95"/>
                  </a:lnTo>
                  <a:close/>
                  <a:moveTo>
                    <a:pt x="692" y="1"/>
                  </a:moveTo>
                  <a:cubicBezTo>
                    <a:pt x="690" y="1"/>
                    <a:pt x="688" y="1"/>
                    <a:pt x="685" y="1"/>
                  </a:cubicBezTo>
                  <a:lnTo>
                    <a:pt x="47" y="1"/>
                  </a:lnTo>
                  <a:cubicBezTo>
                    <a:pt x="21" y="1"/>
                    <a:pt x="0" y="22"/>
                    <a:pt x="0" y="48"/>
                  </a:cubicBezTo>
                  <a:lnTo>
                    <a:pt x="0" y="884"/>
                  </a:lnTo>
                  <a:cubicBezTo>
                    <a:pt x="0" y="910"/>
                    <a:pt x="21" y="931"/>
                    <a:pt x="47" y="931"/>
                  </a:cubicBezTo>
                  <a:lnTo>
                    <a:pt x="685" y="931"/>
                  </a:lnTo>
                  <a:cubicBezTo>
                    <a:pt x="711" y="931"/>
                    <a:pt x="732" y="910"/>
                    <a:pt x="732" y="884"/>
                  </a:cubicBezTo>
                  <a:lnTo>
                    <a:pt x="732" y="48"/>
                  </a:lnTo>
                  <a:cubicBezTo>
                    <a:pt x="732" y="24"/>
                    <a:pt x="715" y="1"/>
                    <a:pt x="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65"/>
            <p:cNvSpPr/>
            <p:nvPr/>
          </p:nvSpPr>
          <p:spPr>
            <a:xfrm>
              <a:off x="465900" y="3723275"/>
              <a:ext cx="15850" cy="20900"/>
            </a:xfrm>
            <a:custGeom>
              <a:avLst/>
              <a:gdLst/>
              <a:ahLst/>
              <a:cxnLst/>
              <a:rect l="l" t="t" r="r" b="b"/>
              <a:pathLst>
                <a:path w="634" h="836" extrusionOk="0">
                  <a:moveTo>
                    <a:pt x="0" y="0"/>
                  </a:moveTo>
                  <a:lnTo>
                    <a:pt x="0" y="836"/>
                  </a:lnTo>
                  <a:lnTo>
                    <a:pt x="634" y="8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65"/>
            <p:cNvSpPr/>
            <p:nvPr/>
          </p:nvSpPr>
          <p:spPr>
            <a:xfrm>
              <a:off x="464600" y="3722075"/>
              <a:ext cx="18450" cy="23275"/>
            </a:xfrm>
            <a:custGeom>
              <a:avLst/>
              <a:gdLst/>
              <a:ahLst/>
              <a:cxnLst/>
              <a:rect l="l" t="t" r="r" b="b"/>
              <a:pathLst>
                <a:path w="738" h="931" extrusionOk="0">
                  <a:moveTo>
                    <a:pt x="644" y="95"/>
                  </a:moveTo>
                  <a:lnTo>
                    <a:pt x="644" y="832"/>
                  </a:lnTo>
                  <a:lnTo>
                    <a:pt x="99" y="832"/>
                  </a:lnTo>
                  <a:lnTo>
                    <a:pt x="104" y="95"/>
                  </a:lnTo>
                  <a:close/>
                  <a:moveTo>
                    <a:pt x="694" y="1"/>
                  </a:moveTo>
                  <a:cubicBezTo>
                    <a:pt x="691" y="1"/>
                    <a:pt x="688" y="1"/>
                    <a:pt x="686" y="1"/>
                  </a:cubicBezTo>
                  <a:lnTo>
                    <a:pt x="52" y="1"/>
                  </a:lnTo>
                  <a:cubicBezTo>
                    <a:pt x="26" y="1"/>
                    <a:pt x="0" y="22"/>
                    <a:pt x="0" y="48"/>
                  </a:cubicBezTo>
                  <a:lnTo>
                    <a:pt x="0" y="884"/>
                  </a:lnTo>
                  <a:cubicBezTo>
                    <a:pt x="0" y="910"/>
                    <a:pt x="26" y="931"/>
                    <a:pt x="52" y="931"/>
                  </a:cubicBezTo>
                  <a:lnTo>
                    <a:pt x="686" y="931"/>
                  </a:lnTo>
                  <a:cubicBezTo>
                    <a:pt x="717" y="931"/>
                    <a:pt x="738" y="910"/>
                    <a:pt x="738" y="884"/>
                  </a:cubicBezTo>
                  <a:lnTo>
                    <a:pt x="738" y="48"/>
                  </a:lnTo>
                  <a:cubicBezTo>
                    <a:pt x="738" y="24"/>
                    <a:pt x="720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65"/>
            <p:cNvSpPr/>
            <p:nvPr/>
          </p:nvSpPr>
          <p:spPr>
            <a:xfrm>
              <a:off x="481725" y="3723275"/>
              <a:ext cx="16000" cy="20900"/>
            </a:xfrm>
            <a:custGeom>
              <a:avLst/>
              <a:gdLst/>
              <a:ahLst/>
              <a:cxnLst/>
              <a:rect l="l" t="t" r="r" b="b"/>
              <a:pathLst>
                <a:path w="640" h="836" extrusionOk="0">
                  <a:moveTo>
                    <a:pt x="1" y="0"/>
                  </a:moveTo>
                  <a:lnTo>
                    <a:pt x="1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65"/>
            <p:cNvSpPr/>
            <p:nvPr/>
          </p:nvSpPr>
          <p:spPr>
            <a:xfrm>
              <a:off x="480575" y="3722075"/>
              <a:ext cx="18325" cy="23275"/>
            </a:xfrm>
            <a:custGeom>
              <a:avLst/>
              <a:gdLst/>
              <a:ahLst/>
              <a:cxnLst/>
              <a:rect l="l" t="t" r="r" b="b"/>
              <a:pathLst>
                <a:path w="733" h="931" extrusionOk="0">
                  <a:moveTo>
                    <a:pt x="639" y="95"/>
                  </a:moveTo>
                  <a:lnTo>
                    <a:pt x="639" y="832"/>
                  </a:lnTo>
                  <a:lnTo>
                    <a:pt x="99" y="832"/>
                  </a:lnTo>
                  <a:lnTo>
                    <a:pt x="99" y="95"/>
                  </a:lnTo>
                  <a:close/>
                  <a:moveTo>
                    <a:pt x="692" y="1"/>
                  </a:moveTo>
                  <a:cubicBezTo>
                    <a:pt x="690" y="1"/>
                    <a:pt x="688" y="1"/>
                    <a:pt x="685" y="1"/>
                  </a:cubicBezTo>
                  <a:lnTo>
                    <a:pt x="47" y="1"/>
                  </a:lnTo>
                  <a:cubicBezTo>
                    <a:pt x="21" y="1"/>
                    <a:pt x="0" y="22"/>
                    <a:pt x="0" y="48"/>
                  </a:cubicBezTo>
                  <a:lnTo>
                    <a:pt x="0" y="884"/>
                  </a:lnTo>
                  <a:cubicBezTo>
                    <a:pt x="0" y="910"/>
                    <a:pt x="21" y="931"/>
                    <a:pt x="47" y="931"/>
                  </a:cubicBezTo>
                  <a:lnTo>
                    <a:pt x="685" y="931"/>
                  </a:lnTo>
                  <a:cubicBezTo>
                    <a:pt x="711" y="931"/>
                    <a:pt x="732" y="910"/>
                    <a:pt x="732" y="884"/>
                  </a:cubicBezTo>
                  <a:lnTo>
                    <a:pt x="732" y="48"/>
                  </a:lnTo>
                  <a:cubicBezTo>
                    <a:pt x="732" y="24"/>
                    <a:pt x="715" y="1"/>
                    <a:pt x="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65"/>
            <p:cNvSpPr/>
            <p:nvPr/>
          </p:nvSpPr>
          <p:spPr>
            <a:xfrm>
              <a:off x="497700" y="3723275"/>
              <a:ext cx="15975" cy="20900"/>
            </a:xfrm>
            <a:custGeom>
              <a:avLst/>
              <a:gdLst/>
              <a:ahLst/>
              <a:cxnLst/>
              <a:rect l="l" t="t" r="r" b="b"/>
              <a:pathLst>
                <a:path w="639" h="836" extrusionOk="0">
                  <a:moveTo>
                    <a:pt x="0" y="0"/>
                  </a:moveTo>
                  <a:lnTo>
                    <a:pt x="0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65"/>
            <p:cNvSpPr/>
            <p:nvPr/>
          </p:nvSpPr>
          <p:spPr>
            <a:xfrm>
              <a:off x="496525" y="3722075"/>
              <a:ext cx="18325" cy="23275"/>
            </a:xfrm>
            <a:custGeom>
              <a:avLst/>
              <a:gdLst/>
              <a:ahLst/>
              <a:cxnLst/>
              <a:rect l="l" t="t" r="r" b="b"/>
              <a:pathLst>
                <a:path w="733" h="931" extrusionOk="0">
                  <a:moveTo>
                    <a:pt x="634" y="95"/>
                  </a:moveTo>
                  <a:lnTo>
                    <a:pt x="634" y="832"/>
                  </a:lnTo>
                  <a:lnTo>
                    <a:pt x="94" y="832"/>
                  </a:lnTo>
                  <a:lnTo>
                    <a:pt x="94" y="95"/>
                  </a:lnTo>
                  <a:close/>
                  <a:moveTo>
                    <a:pt x="693" y="1"/>
                  </a:moveTo>
                  <a:cubicBezTo>
                    <a:pt x="690" y="1"/>
                    <a:pt x="688" y="1"/>
                    <a:pt x="686" y="1"/>
                  </a:cubicBezTo>
                  <a:lnTo>
                    <a:pt x="47" y="1"/>
                  </a:lnTo>
                  <a:cubicBezTo>
                    <a:pt x="21" y="1"/>
                    <a:pt x="1" y="22"/>
                    <a:pt x="1" y="48"/>
                  </a:cubicBezTo>
                  <a:lnTo>
                    <a:pt x="1" y="884"/>
                  </a:lnTo>
                  <a:cubicBezTo>
                    <a:pt x="1" y="910"/>
                    <a:pt x="21" y="931"/>
                    <a:pt x="47" y="931"/>
                  </a:cubicBezTo>
                  <a:lnTo>
                    <a:pt x="686" y="931"/>
                  </a:lnTo>
                  <a:cubicBezTo>
                    <a:pt x="712" y="931"/>
                    <a:pt x="733" y="910"/>
                    <a:pt x="733" y="884"/>
                  </a:cubicBezTo>
                  <a:lnTo>
                    <a:pt x="733" y="48"/>
                  </a:lnTo>
                  <a:cubicBezTo>
                    <a:pt x="733" y="24"/>
                    <a:pt x="715" y="1"/>
                    <a:pt x="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65"/>
            <p:cNvSpPr/>
            <p:nvPr/>
          </p:nvSpPr>
          <p:spPr>
            <a:xfrm>
              <a:off x="513650" y="3723275"/>
              <a:ext cx="15875" cy="20900"/>
            </a:xfrm>
            <a:custGeom>
              <a:avLst/>
              <a:gdLst/>
              <a:ahLst/>
              <a:cxnLst/>
              <a:rect l="l" t="t" r="r" b="b"/>
              <a:pathLst>
                <a:path w="635" h="836" extrusionOk="0">
                  <a:moveTo>
                    <a:pt x="1" y="0"/>
                  </a:moveTo>
                  <a:lnTo>
                    <a:pt x="1" y="836"/>
                  </a:lnTo>
                  <a:lnTo>
                    <a:pt x="634" y="8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65"/>
            <p:cNvSpPr/>
            <p:nvPr/>
          </p:nvSpPr>
          <p:spPr>
            <a:xfrm>
              <a:off x="512375" y="3722100"/>
              <a:ext cx="18450" cy="23250"/>
            </a:xfrm>
            <a:custGeom>
              <a:avLst/>
              <a:gdLst/>
              <a:ahLst/>
              <a:cxnLst/>
              <a:rect l="l" t="t" r="r" b="b"/>
              <a:pathLst>
                <a:path w="738" h="930" extrusionOk="0">
                  <a:moveTo>
                    <a:pt x="639" y="94"/>
                  </a:moveTo>
                  <a:lnTo>
                    <a:pt x="639" y="831"/>
                  </a:lnTo>
                  <a:lnTo>
                    <a:pt x="99" y="831"/>
                  </a:lnTo>
                  <a:lnTo>
                    <a:pt x="99" y="94"/>
                  </a:lnTo>
                  <a:close/>
                  <a:moveTo>
                    <a:pt x="52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883"/>
                  </a:lnTo>
                  <a:cubicBezTo>
                    <a:pt x="0" y="909"/>
                    <a:pt x="21" y="930"/>
                    <a:pt x="52" y="930"/>
                  </a:cubicBezTo>
                  <a:lnTo>
                    <a:pt x="685" y="930"/>
                  </a:lnTo>
                  <a:cubicBezTo>
                    <a:pt x="711" y="930"/>
                    <a:pt x="737" y="909"/>
                    <a:pt x="737" y="883"/>
                  </a:cubicBezTo>
                  <a:lnTo>
                    <a:pt x="737" y="47"/>
                  </a:lnTo>
                  <a:cubicBezTo>
                    <a:pt x="737" y="21"/>
                    <a:pt x="711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65"/>
            <p:cNvSpPr/>
            <p:nvPr/>
          </p:nvSpPr>
          <p:spPr>
            <a:xfrm>
              <a:off x="529500" y="3723275"/>
              <a:ext cx="15975" cy="20900"/>
            </a:xfrm>
            <a:custGeom>
              <a:avLst/>
              <a:gdLst/>
              <a:ahLst/>
              <a:cxnLst/>
              <a:rect l="l" t="t" r="r" b="b"/>
              <a:pathLst>
                <a:path w="639" h="836" extrusionOk="0">
                  <a:moveTo>
                    <a:pt x="0" y="0"/>
                  </a:moveTo>
                  <a:lnTo>
                    <a:pt x="0" y="836"/>
                  </a:lnTo>
                  <a:lnTo>
                    <a:pt x="639" y="836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65"/>
            <p:cNvSpPr/>
            <p:nvPr/>
          </p:nvSpPr>
          <p:spPr>
            <a:xfrm>
              <a:off x="528325" y="3722100"/>
              <a:ext cx="18325" cy="23250"/>
            </a:xfrm>
            <a:custGeom>
              <a:avLst/>
              <a:gdLst/>
              <a:ahLst/>
              <a:cxnLst/>
              <a:rect l="l" t="t" r="r" b="b"/>
              <a:pathLst>
                <a:path w="733" h="930" extrusionOk="0">
                  <a:moveTo>
                    <a:pt x="639" y="94"/>
                  </a:moveTo>
                  <a:lnTo>
                    <a:pt x="639" y="831"/>
                  </a:lnTo>
                  <a:lnTo>
                    <a:pt x="99" y="831"/>
                  </a:lnTo>
                  <a:lnTo>
                    <a:pt x="99" y="94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883"/>
                  </a:lnTo>
                  <a:cubicBezTo>
                    <a:pt x="1" y="909"/>
                    <a:pt x="21" y="930"/>
                    <a:pt x="47" y="930"/>
                  </a:cubicBezTo>
                  <a:lnTo>
                    <a:pt x="686" y="930"/>
                  </a:lnTo>
                  <a:cubicBezTo>
                    <a:pt x="712" y="930"/>
                    <a:pt x="733" y="909"/>
                    <a:pt x="733" y="883"/>
                  </a:cubicBezTo>
                  <a:lnTo>
                    <a:pt x="733" y="47"/>
                  </a:lnTo>
                  <a:cubicBezTo>
                    <a:pt x="733" y="21"/>
                    <a:pt x="712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65"/>
            <p:cNvSpPr/>
            <p:nvPr/>
          </p:nvSpPr>
          <p:spPr>
            <a:xfrm>
              <a:off x="434100" y="3744150"/>
              <a:ext cx="15850" cy="20800"/>
            </a:xfrm>
            <a:custGeom>
              <a:avLst/>
              <a:gdLst/>
              <a:ahLst/>
              <a:cxnLst/>
              <a:rect l="l" t="t" r="r" b="b"/>
              <a:pathLst>
                <a:path w="634" h="832" extrusionOk="0">
                  <a:moveTo>
                    <a:pt x="0" y="1"/>
                  </a:moveTo>
                  <a:lnTo>
                    <a:pt x="0" y="832"/>
                  </a:lnTo>
                  <a:lnTo>
                    <a:pt x="634" y="832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65"/>
            <p:cNvSpPr/>
            <p:nvPr/>
          </p:nvSpPr>
          <p:spPr>
            <a:xfrm>
              <a:off x="432800" y="3742875"/>
              <a:ext cx="18450" cy="23375"/>
            </a:xfrm>
            <a:custGeom>
              <a:avLst/>
              <a:gdLst/>
              <a:ahLst/>
              <a:cxnLst/>
              <a:rect l="l" t="t" r="r" b="b"/>
              <a:pathLst>
                <a:path w="738" h="935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52" y="0"/>
                  </a:moveTo>
                  <a:cubicBezTo>
                    <a:pt x="21" y="0"/>
                    <a:pt x="1" y="21"/>
                    <a:pt x="1" y="52"/>
                  </a:cubicBezTo>
                  <a:lnTo>
                    <a:pt x="1" y="883"/>
                  </a:lnTo>
                  <a:cubicBezTo>
                    <a:pt x="1" y="914"/>
                    <a:pt x="21" y="935"/>
                    <a:pt x="52" y="935"/>
                  </a:cubicBezTo>
                  <a:lnTo>
                    <a:pt x="686" y="935"/>
                  </a:lnTo>
                  <a:cubicBezTo>
                    <a:pt x="712" y="935"/>
                    <a:pt x="738" y="914"/>
                    <a:pt x="738" y="883"/>
                  </a:cubicBezTo>
                  <a:lnTo>
                    <a:pt x="738" y="52"/>
                  </a:lnTo>
                  <a:cubicBezTo>
                    <a:pt x="738" y="21"/>
                    <a:pt x="712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65"/>
            <p:cNvSpPr/>
            <p:nvPr/>
          </p:nvSpPr>
          <p:spPr>
            <a:xfrm>
              <a:off x="449925" y="3744150"/>
              <a:ext cx="16000" cy="20800"/>
            </a:xfrm>
            <a:custGeom>
              <a:avLst/>
              <a:gdLst/>
              <a:ahLst/>
              <a:cxnLst/>
              <a:rect l="l" t="t" r="r" b="b"/>
              <a:pathLst>
                <a:path w="640" h="832" extrusionOk="0">
                  <a:moveTo>
                    <a:pt x="1" y="1"/>
                  </a:moveTo>
                  <a:lnTo>
                    <a:pt x="1" y="832"/>
                  </a:lnTo>
                  <a:lnTo>
                    <a:pt x="639" y="83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65"/>
            <p:cNvSpPr/>
            <p:nvPr/>
          </p:nvSpPr>
          <p:spPr>
            <a:xfrm>
              <a:off x="448775" y="3742875"/>
              <a:ext cx="18325" cy="23375"/>
            </a:xfrm>
            <a:custGeom>
              <a:avLst/>
              <a:gdLst/>
              <a:ahLst/>
              <a:cxnLst/>
              <a:rect l="l" t="t" r="r" b="b"/>
              <a:pathLst>
                <a:path w="733" h="935" extrusionOk="0">
                  <a:moveTo>
                    <a:pt x="633" y="99"/>
                  </a:moveTo>
                  <a:lnTo>
                    <a:pt x="633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52"/>
                  </a:cubicBezTo>
                  <a:lnTo>
                    <a:pt x="0" y="883"/>
                  </a:lnTo>
                  <a:cubicBezTo>
                    <a:pt x="0" y="914"/>
                    <a:pt x="21" y="935"/>
                    <a:pt x="47" y="935"/>
                  </a:cubicBezTo>
                  <a:lnTo>
                    <a:pt x="685" y="935"/>
                  </a:lnTo>
                  <a:cubicBezTo>
                    <a:pt x="711" y="935"/>
                    <a:pt x="732" y="914"/>
                    <a:pt x="732" y="883"/>
                  </a:cubicBezTo>
                  <a:lnTo>
                    <a:pt x="732" y="52"/>
                  </a:lnTo>
                  <a:cubicBezTo>
                    <a:pt x="732" y="21"/>
                    <a:pt x="711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65"/>
            <p:cNvSpPr/>
            <p:nvPr/>
          </p:nvSpPr>
          <p:spPr>
            <a:xfrm>
              <a:off x="465900" y="3744150"/>
              <a:ext cx="15850" cy="20800"/>
            </a:xfrm>
            <a:custGeom>
              <a:avLst/>
              <a:gdLst/>
              <a:ahLst/>
              <a:cxnLst/>
              <a:rect l="l" t="t" r="r" b="b"/>
              <a:pathLst>
                <a:path w="634" h="832" extrusionOk="0">
                  <a:moveTo>
                    <a:pt x="0" y="1"/>
                  </a:moveTo>
                  <a:lnTo>
                    <a:pt x="0" y="832"/>
                  </a:lnTo>
                  <a:lnTo>
                    <a:pt x="634" y="832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65"/>
            <p:cNvSpPr/>
            <p:nvPr/>
          </p:nvSpPr>
          <p:spPr>
            <a:xfrm>
              <a:off x="464600" y="3742875"/>
              <a:ext cx="18450" cy="23375"/>
            </a:xfrm>
            <a:custGeom>
              <a:avLst/>
              <a:gdLst/>
              <a:ahLst/>
              <a:cxnLst/>
              <a:rect l="l" t="t" r="r" b="b"/>
              <a:pathLst>
                <a:path w="738" h="935" extrusionOk="0">
                  <a:moveTo>
                    <a:pt x="644" y="99"/>
                  </a:moveTo>
                  <a:lnTo>
                    <a:pt x="644" y="836"/>
                  </a:lnTo>
                  <a:lnTo>
                    <a:pt x="99" y="836"/>
                  </a:lnTo>
                  <a:lnTo>
                    <a:pt x="104" y="99"/>
                  </a:lnTo>
                  <a:close/>
                  <a:moveTo>
                    <a:pt x="52" y="0"/>
                  </a:moveTo>
                  <a:cubicBezTo>
                    <a:pt x="26" y="0"/>
                    <a:pt x="0" y="21"/>
                    <a:pt x="0" y="52"/>
                  </a:cubicBezTo>
                  <a:lnTo>
                    <a:pt x="0" y="883"/>
                  </a:lnTo>
                  <a:cubicBezTo>
                    <a:pt x="0" y="914"/>
                    <a:pt x="26" y="935"/>
                    <a:pt x="52" y="935"/>
                  </a:cubicBezTo>
                  <a:lnTo>
                    <a:pt x="686" y="935"/>
                  </a:lnTo>
                  <a:cubicBezTo>
                    <a:pt x="717" y="935"/>
                    <a:pt x="738" y="914"/>
                    <a:pt x="738" y="883"/>
                  </a:cubicBezTo>
                  <a:lnTo>
                    <a:pt x="738" y="52"/>
                  </a:lnTo>
                  <a:cubicBezTo>
                    <a:pt x="738" y="21"/>
                    <a:pt x="717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65"/>
            <p:cNvSpPr/>
            <p:nvPr/>
          </p:nvSpPr>
          <p:spPr>
            <a:xfrm>
              <a:off x="481725" y="3744150"/>
              <a:ext cx="16000" cy="20800"/>
            </a:xfrm>
            <a:custGeom>
              <a:avLst/>
              <a:gdLst/>
              <a:ahLst/>
              <a:cxnLst/>
              <a:rect l="l" t="t" r="r" b="b"/>
              <a:pathLst>
                <a:path w="640" h="832" extrusionOk="0">
                  <a:moveTo>
                    <a:pt x="1" y="1"/>
                  </a:moveTo>
                  <a:lnTo>
                    <a:pt x="1" y="832"/>
                  </a:lnTo>
                  <a:lnTo>
                    <a:pt x="639" y="83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65"/>
            <p:cNvSpPr/>
            <p:nvPr/>
          </p:nvSpPr>
          <p:spPr>
            <a:xfrm>
              <a:off x="480575" y="3742875"/>
              <a:ext cx="18325" cy="23375"/>
            </a:xfrm>
            <a:custGeom>
              <a:avLst/>
              <a:gdLst/>
              <a:ahLst/>
              <a:cxnLst/>
              <a:rect l="l" t="t" r="r" b="b"/>
              <a:pathLst>
                <a:path w="733" h="935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52"/>
                  </a:cubicBezTo>
                  <a:lnTo>
                    <a:pt x="0" y="883"/>
                  </a:lnTo>
                  <a:cubicBezTo>
                    <a:pt x="0" y="914"/>
                    <a:pt x="21" y="935"/>
                    <a:pt x="47" y="935"/>
                  </a:cubicBezTo>
                  <a:lnTo>
                    <a:pt x="685" y="935"/>
                  </a:lnTo>
                  <a:cubicBezTo>
                    <a:pt x="711" y="935"/>
                    <a:pt x="732" y="914"/>
                    <a:pt x="732" y="883"/>
                  </a:cubicBezTo>
                  <a:lnTo>
                    <a:pt x="732" y="52"/>
                  </a:lnTo>
                  <a:cubicBezTo>
                    <a:pt x="732" y="21"/>
                    <a:pt x="711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65"/>
            <p:cNvSpPr/>
            <p:nvPr/>
          </p:nvSpPr>
          <p:spPr>
            <a:xfrm>
              <a:off x="497700" y="3744150"/>
              <a:ext cx="15975" cy="20800"/>
            </a:xfrm>
            <a:custGeom>
              <a:avLst/>
              <a:gdLst/>
              <a:ahLst/>
              <a:cxnLst/>
              <a:rect l="l" t="t" r="r" b="b"/>
              <a:pathLst>
                <a:path w="639" h="832" extrusionOk="0">
                  <a:moveTo>
                    <a:pt x="0" y="1"/>
                  </a:moveTo>
                  <a:lnTo>
                    <a:pt x="0" y="832"/>
                  </a:lnTo>
                  <a:lnTo>
                    <a:pt x="639" y="83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65"/>
            <p:cNvSpPr/>
            <p:nvPr/>
          </p:nvSpPr>
          <p:spPr>
            <a:xfrm>
              <a:off x="496525" y="3742875"/>
              <a:ext cx="18325" cy="23375"/>
            </a:xfrm>
            <a:custGeom>
              <a:avLst/>
              <a:gdLst/>
              <a:ahLst/>
              <a:cxnLst/>
              <a:rect l="l" t="t" r="r" b="b"/>
              <a:pathLst>
                <a:path w="733" h="935" extrusionOk="0">
                  <a:moveTo>
                    <a:pt x="634" y="99"/>
                  </a:moveTo>
                  <a:lnTo>
                    <a:pt x="634" y="836"/>
                  </a:lnTo>
                  <a:lnTo>
                    <a:pt x="94" y="836"/>
                  </a:lnTo>
                  <a:lnTo>
                    <a:pt x="94" y="99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52"/>
                  </a:cubicBezTo>
                  <a:lnTo>
                    <a:pt x="1" y="883"/>
                  </a:lnTo>
                  <a:cubicBezTo>
                    <a:pt x="1" y="914"/>
                    <a:pt x="21" y="935"/>
                    <a:pt x="47" y="935"/>
                  </a:cubicBezTo>
                  <a:lnTo>
                    <a:pt x="686" y="935"/>
                  </a:lnTo>
                  <a:cubicBezTo>
                    <a:pt x="712" y="935"/>
                    <a:pt x="733" y="914"/>
                    <a:pt x="733" y="883"/>
                  </a:cubicBezTo>
                  <a:lnTo>
                    <a:pt x="733" y="52"/>
                  </a:lnTo>
                  <a:cubicBezTo>
                    <a:pt x="733" y="21"/>
                    <a:pt x="712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65"/>
            <p:cNvSpPr/>
            <p:nvPr/>
          </p:nvSpPr>
          <p:spPr>
            <a:xfrm>
              <a:off x="513650" y="3744150"/>
              <a:ext cx="15875" cy="20800"/>
            </a:xfrm>
            <a:custGeom>
              <a:avLst/>
              <a:gdLst/>
              <a:ahLst/>
              <a:cxnLst/>
              <a:rect l="l" t="t" r="r" b="b"/>
              <a:pathLst>
                <a:path w="635" h="832" extrusionOk="0">
                  <a:moveTo>
                    <a:pt x="1" y="1"/>
                  </a:moveTo>
                  <a:lnTo>
                    <a:pt x="1" y="832"/>
                  </a:lnTo>
                  <a:lnTo>
                    <a:pt x="634" y="832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65"/>
            <p:cNvSpPr/>
            <p:nvPr/>
          </p:nvSpPr>
          <p:spPr>
            <a:xfrm>
              <a:off x="512375" y="3742875"/>
              <a:ext cx="18450" cy="23375"/>
            </a:xfrm>
            <a:custGeom>
              <a:avLst/>
              <a:gdLst/>
              <a:ahLst/>
              <a:cxnLst/>
              <a:rect l="l" t="t" r="r" b="b"/>
              <a:pathLst>
                <a:path w="738" h="935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52" y="0"/>
                  </a:moveTo>
                  <a:cubicBezTo>
                    <a:pt x="21" y="0"/>
                    <a:pt x="0" y="21"/>
                    <a:pt x="0" y="52"/>
                  </a:cubicBezTo>
                  <a:lnTo>
                    <a:pt x="0" y="883"/>
                  </a:lnTo>
                  <a:cubicBezTo>
                    <a:pt x="0" y="914"/>
                    <a:pt x="21" y="935"/>
                    <a:pt x="52" y="935"/>
                  </a:cubicBezTo>
                  <a:lnTo>
                    <a:pt x="685" y="935"/>
                  </a:lnTo>
                  <a:cubicBezTo>
                    <a:pt x="711" y="935"/>
                    <a:pt x="737" y="914"/>
                    <a:pt x="737" y="883"/>
                  </a:cubicBezTo>
                  <a:lnTo>
                    <a:pt x="737" y="52"/>
                  </a:lnTo>
                  <a:cubicBezTo>
                    <a:pt x="737" y="21"/>
                    <a:pt x="711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65"/>
            <p:cNvSpPr/>
            <p:nvPr/>
          </p:nvSpPr>
          <p:spPr>
            <a:xfrm>
              <a:off x="529500" y="3744150"/>
              <a:ext cx="15975" cy="20800"/>
            </a:xfrm>
            <a:custGeom>
              <a:avLst/>
              <a:gdLst/>
              <a:ahLst/>
              <a:cxnLst/>
              <a:rect l="l" t="t" r="r" b="b"/>
              <a:pathLst>
                <a:path w="639" h="832" extrusionOk="0">
                  <a:moveTo>
                    <a:pt x="0" y="1"/>
                  </a:moveTo>
                  <a:lnTo>
                    <a:pt x="0" y="832"/>
                  </a:lnTo>
                  <a:lnTo>
                    <a:pt x="639" y="83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65"/>
            <p:cNvSpPr/>
            <p:nvPr/>
          </p:nvSpPr>
          <p:spPr>
            <a:xfrm>
              <a:off x="528325" y="3742875"/>
              <a:ext cx="18325" cy="23375"/>
            </a:xfrm>
            <a:custGeom>
              <a:avLst/>
              <a:gdLst/>
              <a:ahLst/>
              <a:cxnLst/>
              <a:rect l="l" t="t" r="r" b="b"/>
              <a:pathLst>
                <a:path w="733" h="935" extrusionOk="0">
                  <a:moveTo>
                    <a:pt x="639" y="99"/>
                  </a:moveTo>
                  <a:lnTo>
                    <a:pt x="639" y="836"/>
                  </a:lnTo>
                  <a:lnTo>
                    <a:pt x="99" y="836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52"/>
                  </a:cubicBezTo>
                  <a:lnTo>
                    <a:pt x="1" y="883"/>
                  </a:lnTo>
                  <a:cubicBezTo>
                    <a:pt x="1" y="914"/>
                    <a:pt x="21" y="935"/>
                    <a:pt x="47" y="935"/>
                  </a:cubicBezTo>
                  <a:lnTo>
                    <a:pt x="686" y="935"/>
                  </a:lnTo>
                  <a:cubicBezTo>
                    <a:pt x="712" y="935"/>
                    <a:pt x="733" y="914"/>
                    <a:pt x="733" y="883"/>
                  </a:cubicBezTo>
                  <a:lnTo>
                    <a:pt x="733" y="52"/>
                  </a:lnTo>
                  <a:cubicBezTo>
                    <a:pt x="733" y="21"/>
                    <a:pt x="712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65"/>
            <p:cNvSpPr/>
            <p:nvPr/>
          </p:nvSpPr>
          <p:spPr>
            <a:xfrm>
              <a:off x="434100" y="3764925"/>
              <a:ext cx="15850" cy="20925"/>
            </a:xfrm>
            <a:custGeom>
              <a:avLst/>
              <a:gdLst/>
              <a:ahLst/>
              <a:cxnLst/>
              <a:rect l="l" t="t" r="r" b="b"/>
              <a:pathLst>
                <a:path w="634" h="837" extrusionOk="0">
                  <a:moveTo>
                    <a:pt x="0" y="1"/>
                  </a:moveTo>
                  <a:lnTo>
                    <a:pt x="0" y="836"/>
                  </a:lnTo>
                  <a:lnTo>
                    <a:pt x="634" y="836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65"/>
            <p:cNvSpPr/>
            <p:nvPr/>
          </p:nvSpPr>
          <p:spPr>
            <a:xfrm>
              <a:off x="432800" y="3763750"/>
              <a:ext cx="18450" cy="23400"/>
            </a:xfrm>
            <a:custGeom>
              <a:avLst/>
              <a:gdLst/>
              <a:ahLst/>
              <a:cxnLst/>
              <a:rect l="l" t="t" r="r" b="b"/>
              <a:pathLst>
                <a:path w="738" h="936" extrusionOk="0">
                  <a:moveTo>
                    <a:pt x="639" y="100"/>
                  </a:moveTo>
                  <a:lnTo>
                    <a:pt x="639" y="837"/>
                  </a:lnTo>
                  <a:lnTo>
                    <a:pt x="99" y="837"/>
                  </a:lnTo>
                  <a:lnTo>
                    <a:pt x="99" y="100"/>
                  </a:lnTo>
                  <a:close/>
                  <a:moveTo>
                    <a:pt x="52" y="1"/>
                  </a:moveTo>
                  <a:cubicBezTo>
                    <a:pt x="21" y="1"/>
                    <a:pt x="1" y="22"/>
                    <a:pt x="1" y="48"/>
                  </a:cubicBezTo>
                  <a:lnTo>
                    <a:pt x="1" y="883"/>
                  </a:lnTo>
                  <a:cubicBezTo>
                    <a:pt x="1" y="909"/>
                    <a:pt x="21" y="935"/>
                    <a:pt x="52" y="935"/>
                  </a:cubicBezTo>
                  <a:lnTo>
                    <a:pt x="686" y="935"/>
                  </a:lnTo>
                  <a:cubicBezTo>
                    <a:pt x="712" y="935"/>
                    <a:pt x="738" y="909"/>
                    <a:pt x="738" y="883"/>
                  </a:cubicBezTo>
                  <a:lnTo>
                    <a:pt x="738" y="48"/>
                  </a:lnTo>
                  <a:cubicBezTo>
                    <a:pt x="738" y="22"/>
                    <a:pt x="712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65"/>
            <p:cNvSpPr/>
            <p:nvPr/>
          </p:nvSpPr>
          <p:spPr>
            <a:xfrm>
              <a:off x="449925" y="3764925"/>
              <a:ext cx="16000" cy="20925"/>
            </a:xfrm>
            <a:custGeom>
              <a:avLst/>
              <a:gdLst/>
              <a:ahLst/>
              <a:cxnLst/>
              <a:rect l="l" t="t" r="r" b="b"/>
              <a:pathLst>
                <a:path w="640" h="837" extrusionOk="0">
                  <a:moveTo>
                    <a:pt x="1" y="1"/>
                  </a:moveTo>
                  <a:lnTo>
                    <a:pt x="1" y="836"/>
                  </a:lnTo>
                  <a:lnTo>
                    <a:pt x="639" y="836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65"/>
            <p:cNvSpPr/>
            <p:nvPr/>
          </p:nvSpPr>
          <p:spPr>
            <a:xfrm>
              <a:off x="448775" y="3763750"/>
              <a:ext cx="18325" cy="23400"/>
            </a:xfrm>
            <a:custGeom>
              <a:avLst/>
              <a:gdLst/>
              <a:ahLst/>
              <a:cxnLst/>
              <a:rect l="l" t="t" r="r" b="b"/>
              <a:pathLst>
                <a:path w="733" h="936" extrusionOk="0">
                  <a:moveTo>
                    <a:pt x="633" y="100"/>
                  </a:moveTo>
                  <a:lnTo>
                    <a:pt x="633" y="837"/>
                  </a:lnTo>
                  <a:lnTo>
                    <a:pt x="99" y="837"/>
                  </a:lnTo>
                  <a:lnTo>
                    <a:pt x="99" y="100"/>
                  </a:lnTo>
                  <a:close/>
                  <a:moveTo>
                    <a:pt x="47" y="1"/>
                  </a:moveTo>
                  <a:cubicBezTo>
                    <a:pt x="21" y="1"/>
                    <a:pt x="0" y="22"/>
                    <a:pt x="0" y="48"/>
                  </a:cubicBezTo>
                  <a:lnTo>
                    <a:pt x="0" y="883"/>
                  </a:lnTo>
                  <a:cubicBezTo>
                    <a:pt x="0" y="909"/>
                    <a:pt x="21" y="935"/>
                    <a:pt x="47" y="935"/>
                  </a:cubicBezTo>
                  <a:lnTo>
                    <a:pt x="685" y="935"/>
                  </a:lnTo>
                  <a:cubicBezTo>
                    <a:pt x="711" y="935"/>
                    <a:pt x="732" y="909"/>
                    <a:pt x="732" y="883"/>
                  </a:cubicBezTo>
                  <a:lnTo>
                    <a:pt x="732" y="48"/>
                  </a:lnTo>
                  <a:cubicBezTo>
                    <a:pt x="732" y="22"/>
                    <a:pt x="711" y="1"/>
                    <a:pt x="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65"/>
            <p:cNvSpPr/>
            <p:nvPr/>
          </p:nvSpPr>
          <p:spPr>
            <a:xfrm>
              <a:off x="465900" y="3764925"/>
              <a:ext cx="15850" cy="20925"/>
            </a:xfrm>
            <a:custGeom>
              <a:avLst/>
              <a:gdLst/>
              <a:ahLst/>
              <a:cxnLst/>
              <a:rect l="l" t="t" r="r" b="b"/>
              <a:pathLst>
                <a:path w="634" h="837" extrusionOk="0">
                  <a:moveTo>
                    <a:pt x="0" y="1"/>
                  </a:moveTo>
                  <a:lnTo>
                    <a:pt x="0" y="836"/>
                  </a:lnTo>
                  <a:lnTo>
                    <a:pt x="634" y="836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65"/>
            <p:cNvSpPr/>
            <p:nvPr/>
          </p:nvSpPr>
          <p:spPr>
            <a:xfrm>
              <a:off x="464600" y="3763750"/>
              <a:ext cx="18450" cy="23400"/>
            </a:xfrm>
            <a:custGeom>
              <a:avLst/>
              <a:gdLst/>
              <a:ahLst/>
              <a:cxnLst/>
              <a:rect l="l" t="t" r="r" b="b"/>
              <a:pathLst>
                <a:path w="738" h="936" extrusionOk="0">
                  <a:moveTo>
                    <a:pt x="644" y="100"/>
                  </a:moveTo>
                  <a:lnTo>
                    <a:pt x="644" y="837"/>
                  </a:lnTo>
                  <a:lnTo>
                    <a:pt x="99" y="837"/>
                  </a:lnTo>
                  <a:lnTo>
                    <a:pt x="104" y="100"/>
                  </a:lnTo>
                  <a:close/>
                  <a:moveTo>
                    <a:pt x="52" y="1"/>
                  </a:moveTo>
                  <a:cubicBezTo>
                    <a:pt x="26" y="1"/>
                    <a:pt x="0" y="22"/>
                    <a:pt x="0" y="48"/>
                  </a:cubicBezTo>
                  <a:lnTo>
                    <a:pt x="0" y="883"/>
                  </a:lnTo>
                  <a:cubicBezTo>
                    <a:pt x="0" y="909"/>
                    <a:pt x="26" y="935"/>
                    <a:pt x="52" y="935"/>
                  </a:cubicBezTo>
                  <a:lnTo>
                    <a:pt x="686" y="935"/>
                  </a:lnTo>
                  <a:cubicBezTo>
                    <a:pt x="717" y="935"/>
                    <a:pt x="738" y="909"/>
                    <a:pt x="738" y="883"/>
                  </a:cubicBezTo>
                  <a:lnTo>
                    <a:pt x="738" y="48"/>
                  </a:lnTo>
                  <a:cubicBezTo>
                    <a:pt x="738" y="22"/>
                    <a:pt x="717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65"/>
            <p:cNvSpPr/>
            <p:nvPr/>
          </p:nvSpPr>
          <p:spPr>
            <a:xfrm>
              <a:off x="481725" y="3764925"/>
              <a:ext cx="16000" cy="20925"/>
            </a:xfrm>
            <a:custGeom>
              <a:avLst/>
              <a:gdLst/>
              <a:ahLst/>
              <a:cxnLst/>
              <a:rect l="l" t="t" r="r" b="b"/>
              <a:pathLst>
                <a:path w="640" h="837" extrusionOk="0">
                  <a:moveTo>
                    <a:pt x="1" y="1"/>
                  </a:moveTo>
                  <a:lnTo>
                    <a:pt x="1" y="836"/>
                  </a:lnTo>
                  <a:lnTo>
                    <a:pt x="639" y="836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65"/>
            <p:cNvSpPr/>
            <p:nvPr/>
          </p:nvSpPr>
          <p:spPr>
            <a:xfrm>
              <a:off x="480575" y="3763750"/>
              <a:ext cx="18450" cy="23400"/>
            </a:xfrm>
            <a:custGeom>
              <a:avLst/>
              <a:gdLst/>
              <a:ahLst/>
              <a:cxnLst/>
              <a:rect l="l" t="t" r="r" b="b"/>
              <a:pathLst>
                <a:path w="738" h="936" extrusionOk="0">
                  <a:moveTo>
                    <a:pt x="639" y="100"/>
                  </a:moveTo>
                  <a:lnTo>
                    <a:pt x="639" y="837"/>
                  </a:lnTo>
                  <a:lnTo>
                    <a:pt x="99" y="837"/>
                  </a:lnTo>
                  <a:lnTo>
                    <a:pt x="99" y="100"/>
                  </a:lnTo>
                  <a:close/>
                  <a:moveTo>
                    <a:pt x="47" y="1"/>
                  </a:moveTo>
                  <a:cubicBezTo>
                    <a:pt x="21" y="1"/>
                    <a:pt x="0" y="22"/>
                    <a:pt x="0" y="48"/>
                  </a:cubicBezTo>
                  <a:lnTo>
                    <a:pt x="0" y="883"/>
                  </a:lnTo>
                  <a:cubicBezTo>
                    <a:pt x="0" y="909"/>
                    <a:pt x="21" y="935"/>
                    <a:pt x="47" y="935"/>
                  </a:cubicBezTo>
                  <a:lnTo>
                    <a:pt x="685" y="935"/>
                  </a:lnTo>
                  <a:cubicBezTo>
                    <a:pt x="711" y="935"/>
                    <a:pt x="737" y="909"/>
                    <a:pt x="732" y="883"/>
                  </a:cubicBezTo>
                  <a:lnTo>
                    <a:pt x="732" y="48"/>
                  </a:lnTo>
                  <a:cubicBezTo>
                    <a:pt x="732" y="22"/>
                    <a:pt x="711" y="1"/>
                    <a:pt x="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65"/>
            <p:cNvSpPr/>
            <p:nvPr/>
          </p:nvSpPr>
          <p:spPr>
            <a:xfrm>
              <a:off x="497700" y="3764925"/>
              <a:ext cx="15975" cy="20925"/>
            </a:xfrm>
            <a:custGeom>
              <a:avLst/>
              <a:gdLst/>
              <a:ahLst/>
              <a:cxnLst/>
              <a:rect l="l" t="t" r="r" b="b"/>
              <a:pathLst>
                <a:path w="639" h="837" extrusionOk="0">
                  <a:moveTo>
                    <a:pt x="0" y="1"/>
                  </a:moveTo>
                  <a:lnTo>
                    <a:pt x="0" y="836"/>
                  </a:lnTo>
                  <a:lnTo>
                    <a:pt x="639" y="836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65"/>
            <p:cNvSpPr/>
            <p:nvPr/>
          </p:nvSpPr>
          <p:spPr>
            <a:xfrm>
              <a:off x="496525" y="3763750"/>
              <a:ext cx="18325" cy="23400"/>
            </a:xfrm>
            <a:custGeom>
              <a:avLst/>
              <a:gdLst/>
              <a:ahLst/>
              <a:cxnLst/>
              <a:rect l="l" t="t" r="r" b="b"/>
              <a:pathLst>
                <a:path w="733" h="936" extrusionOk="0">
                  <a:moveTo>
                    <a:pt x="634" y="100"/>
                  </a:moveTo>
                  <a:lnTo>
                    <a:pt x="634" y="837"/>
                  </a:lnTo>
                  <a:lnTo>
                    <a:pt x="94" y="837"/>
                  </a:lnTo>
                  <a:lnTo>
                    <a:pt x="94" y="100"/>
                  </a:lnTo>
                  <a:close/>
                  <a:moveTo>
                    <a:pt x="47" y="1"/>
                  </a:moveTo>
                  <a:cubicBezTo>
                    <a:pt x="21" y="1"/>
                    <a:pt x="1" y="22"/>
                    <a:pt x="1" y="48"/>
                  </a:cubicBezTo>
                  <a:lnTo>
                    <a:pt x="1" y="883"/>
                  </a:lnTo>
                  <a:cubicBezTo>
                    <a:pt x="1" y="909"/>
                    <a:pt x="21" y="935"/>
                    <a:pt x="47" y="935"/>
                  </a:cubicBezTo>
                  <a:lnTo>
                    <a:pt x="686" y="935"/>
                  </a:lnTo>
                  <a:cubicBezTo>
                    <a:pt x="712" y="935"/>
                    <a:pt x="733" y="909"/>
                    <a:pt x="733" y="883"/>
                  </a:cubicBezTo>
                  <a:lnTo>
                    <a:pt x="733" y="48"/>
                  </a:lnTo>
                  <a:cubicBezTo>
                    <a:pt x="733" y="22"/>
                    <a:pt x="712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65"/>
            <p:cNvSpPr/>
            <p:nvPr/>
          </p:nvSpPr>
          <p:spPr>
            <a:xfrm>
              <a:off x="513650" y="3764925"/>
              <a:ext cx="15875" cy="20925"/>
            </a:xfrm>
            <a:custGeom>
              <a:avLst/>
              <a:gdLst/>
              <a:ahLst/>
              <a:cxnLst/>
              <a:rect l="l" t="t" r="r" b="b"/>
              <a:pathLst>
                <a:path w="635" h="837" extrusionOk="0">
                  <a:moveTo>
                    <a:pt x="1" y="1"/>
                  </a:moveTo>
                  <a:lnTo>
                    <a:pt x="1" y="836"/>
                  </a:lnTo>
                  <a:lnTo>
                    <a:pt x="634" y="836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65"/>
            <p:cNvSpPr/>
            <p:nvPr/>
          </p:nvSpPr>
          <p:spPr>
            <a:xfrm>
              <a:off x="512375" y="3763750"/>
              <a:ext cx="18450" cy="23400"/>
            </a:xfrm>
            <a:custGeom>
              <a:avLst/>
              <a:gdLst/>
              <a:ahLst/>
              <a:cxnLst/>
              <a:rect l="l" t="t" r="r" b="b"/>
              <a:pathLst>
                <a:path w="738" h="936" extrusionOk="0">
                  <a:moveTo>
                    <a:pt x="639" y="100"/>
                  </a:moveTo>
                  <a:lnTo>
                    <a:pt x="639" y="837"/>
                  </a:lnTo>
                  <a:lnTo>
                    <a:pt x="99" y="837"/>
                  </a:lnTo>
                  <a:lnTo>
                    <a:pt x="99" y="100"/>
                  </a:lnTo>
                  <a:close/>
                  <a:moveTo>
                    <a:pt x="52" y="1"/>
                  </a:moveTo>
                  <a:cubicBezTo>
                    <a:pt x="21" y="1"/>
                    <a:pt x="0" y="22"/>
                    <a:pt x="0" y="48"/>
                  </a:cubicBezTo>
                  <a:lnTo>
                    <a:pt x="0" y="883"/>
                  </a:lnTo>
                  <a:cubicBezTo>
                    <a:pt x="0" y="909"/>
                    <a:pt x="21" y="935"/>
                    <a:pt x="52" y="935"/>
                  </a:cubicBezTo>
                  <a:lnTo>
                    <a:pt x="685" y="935"/>
                  </a:lnTo>
                  <a:cubicBezTo>
                    <a:pt x="716" y="935"/>
                    <a:pt x="737" y="909"/>
                    <a:pt x="737" y="883"/>
                  </a:cubicBezTo>
                  <a:lnTo>
                    <a:pt x="737" y="48"/>
                  </a:lnTo>
                  <a:cubicBezTo>
                    <a:pt x="737" y="22"/>
                    <a:pt x="711" y="1"/>
                    <a:pt x="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65"/>
            <p:cNvSpPr/>
            <p:nvPr/>
          </p:nvSpPr>
          <p:spPr>
            <a:xfrm>
              <a:off x="529500" y="3764925"/>
              <a:ext cx="15975" cy="20925"/>
            </a:xfrm>
            <a:custGeom>
              <a:avLst/>
              <a:gdLst/>
              <a:ahLst/>
              <a:cxnLst/>
              <a:rect l="l" t="t" r="r" b="b"/>
              <a:pathLst>
                <a:path w="639" h="837" extrusionOk="0">
                  <a:moveTo>
                    <a:pt x="0" y="1"/>
                  </a:moveTo>
                  <a:lnTo>
                    <a:pt x="0" y="836"/>
                  </a:lnTo>
                  <a:lnTo>
                    <a:pt x="639" y="836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65"/>
            <p:cNvSpPr/>
            <p:nvPr/>
          </p:nvSpPr>
          <p:spPr>
            <a:xfrm>
              <a:off x="528325" y="3763750"/>
              <a:ext cx="18325" cy="23400"/>
            </a:xfrm>
            <a:custGeom>
              <a:avLst/>
              <a:gdLst/>
              <a:ahLst/>
              <a:cxnLst/>
              <a:rect l="l" t="t" r="r" b="b"/>
              <a:pathLst>
                <a:path w="733" h="936" extrusionOk="0">
                  <a:moveTo>
                    <a:pt x="639" y="100"/>
                  </a:moveTo>
                  <a:lnTo>
                    <a:pt x="639" y="837"/>
                  </a:lnTo>
                  <a:lnTo>
                    <a:pt x="99" y="837"/>
                  </a:lnTo>
                  <a:lnTo>
                    <a:pt x="99" y="100"/>
                  </a:lnTo>
                  <a:close/>
                  <a:moveTo>
                    <a:pt x="47" y="1"/>
                  </a:moveTo>
                  <a:cubicBezTo>
                    <a:pt x="21" y="1"/>
                    <a:pt x="1" y="22"/>
                    <a:pt x="1" y="48"/>
                  </a:cubicBezTo>
                  <a:lnTo>
                    <a:pt x="1" y="883"/>
                  </a:lnTo>
                  <a:cubicBezTo>
                    <a:pt x="1" y="909"/>
                    <a:pt x="21" y="935"/>
                    <a:pt x="47" y="935"/>
                  </a:cubicBezTo>
                  <a:lnTo>
                    <a:pt x="686" y="935"/>
                  </a:lnTo>
                  <a:cubicBezTo>
                    <a:pt x="712" y="935"/>
                    <a:pt x="733" y="909"/>
                    <a:pt x="733" y="883"/>
                  </a:cubicBezTo>
                  <a:lnTo>
                    <a:pt x="733" y="48"/>
                  </a:lnTo>
                  <a:cubicBezTo>
                    <a:pt x="733" y="22"/>
                    <a:pt x="712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65"/>
            <p:cNvSpPr/>
            <p:nvPr/>
          </p:nvSpPr>
          <p:spPr>
            <a:xfrm>
              <a:off x="433450" y="3680775"/>
              <a:ext cx="17775" cy="22525"/>
            </a:xfrm>
            <a:custGeom>
              <a:avLst/>
              <a:gdLst/>
              <a:ahLst/>
              <a:cxnLst/>
              <a:rect l="l" t="t" r="r" b="b"/>
              <a:pathLst>
                <a:path w="711" h="901" extrusionOk="0">
                  <a:moveTo>
                    <a:pt x="641" y="0"/>
                  </a:moveTo>
                  <a:cubicBezTo>
                    <a:pt x="627" y="0"/>
                    <a:pt x="613" y="7"/>
                    <a:pt x="603" y="23"/>
                  </a:cubicBezTo>
                  <a:lnTo>
                    <a:pt x="16" y="828"/>
                  </a:lnTo>
                  <a:cubicBezTo>
                    <a:pt x="0" y="849"/>
                    <a:pt x="6" y="875"/>
                    <a:pt x="26" y="895"/>
                  </a:cubicBezTo>
                  <a:cubicBezTo>
                    <a:pt x="37" y="901"/>
                    <a:pt x="47" y="901"/>
                    <a:pt x="58" y="901"/>
                  </a:cubicBezTo>
                  <a:cubicBezTo>
                    <a:pt x="68" y="901"/>
                    <a:pt x="84" y="895"/>
                    <a:pt x="94" y="885"/>
                  </a:cubicBezTo>
                  <a:lnTo>
                    <a:pt x="681" y="80"/>
                  </a:lnTo>
                  <a:cubicBezTo>
                    <a:pt x="710" y="43"/>
                    <a:pt x="676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65"/>
            <p:cNvSpPr/>
            <p:nvPr/>
          </p:nvSpPr>
          <p:spPr>
            <a:xfrm>
              <a:off x="449150" y="3680650"/>
              <a:ext cx="18025" cy="22650"/>
            </a:xfrm>
            <a:custGeom>
              <a:avLst/>
              <a:gdLst/>
              <a:ahLst/>
              <a:cxnLst/>
              <a:rect l="l" t="t" r="r" b="b"/>
              <a:pathLst>
                <a:path w="721" h="906" extrusionOk="0">
                  <a:moveTo>
                    <a:pt x="647" y="0"/>
                  </a:moveTo>
                  <a:cubicBezTo>
                    <a:pt x="633" y="0"/>
                    <a:pt x="618" y="7"/>
                    <a:pt x="608" y="23"/>
                  </a:cubicBezTo>
                  <a:lnTo>
                    <a:pt x="27" y="828"/>
                  </a:lnTo>
                  <a:cubicBezTo>
                    <a:pt x="1" y="864"/>
                    <a:pt x="27" y="906"/>
                    <a:pt x="63" y="906"/>
                  </a:cubicBezTo>
                  <a:cubicBezTo>
                    <a:pt x="79" y="906"/>
                    <a:pt x="94" y="900"/>
                    <a:pt x="105" y="890"/>
                  </a:cubicBezTo>
                  <a:lnTo>
                    <a:pt x="691" y="80"/>
                  </a:lnTo>
                  <a:cubicBezTo>
                    <a:pt x="721" y="43"/>
                    <a:pt x="684" y="0"/>
                    <a:pt x="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65"/>
            <p:cNvSpPr/>
            <p:nvPr/>
          </p:nvSpPr>
          <p:spPr>
            <a:xfrm>
              <a:off x="465125" y="3680725"/>
              <a:ext cx="17550" cy="22575"/>
            </a:xfrm>
            <a:custGeom>
              <a:avLst/>
              <a:gdLst/>
              <a:ahLst/>
              <a:cxnLst/>
              <a:rect l="l" t="t" r="r" b="b"/>
              <a:pathLst>
                <a:path w="702" h="903" extrusionOk="0">
                  <a:moveTo>
                    <a:pt x="647" y="1"/>
                  </a:moveTo>
                  <a:cubicBezTo>
                    <a:pt x="632" y="1"/>
                    <a:pt x="617" y="7"/>
                    <a:pt x="608" y="20"/>
                  </a:cubicBezTo>
                  <a:lnTo>
                    <a:pt x="26" y="825"/>
                  </a:lnTo>
                  <a:cubicBezTo>
                    <a:pt x="0" y="861"/>
                    <a:pt x="26" y="903"/>
                    <a:pt x="63" y="903"/>
                  </a:cubicBezTo>
                  <a:cubicBezTo>
                    <a:pt x="78" y="903"/>
                    <a:pt x="94" y="897"/>
                    <a:pt x="104" y="882"/>
                  </a:cubicBezTo>
                  <a:lnTo>
                    <a:pt x="686" y="77"/>
                  </a:lnTo>
                  <a:cubicBezTo>
                    <a:pt x="701" y="56"/>
                    <a:pt x="696" y="25"/>
                    <a:pt x="675" y="10"/>
                  </a:cubicBezTo>
                  <a:cubicBezTo>
                    <a:pt x="667" y="3"/>
                    <a:pt x="657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5"/>
            <p:cNvSpPr/>
            <p:nvPr/>
          </p:nvSpPr>
          <p:spPr>
            <a:xfrm>
              <a:off x="433450" y="3701025"/>
              <a:ext cx="17775" cy="22650"/>
            </a:xfrm>
            <a:custGeom>
              <a:avLst/>
              <a:gdLst/>
              <a:ahLst/>
              <a:cxnLst/>
              <a:rect l="l" t="t" r="r" b="b"/>
              <a:pathLst>
                <a:path w="711" h="906" extrusionOk="0">
                  <a:moveTo>
                    <a:pt x="641" y="0"/>
                  </a:moveTo>
                  <a:cubicBezTo>
                    <a:pt x="627" y="0"/>
                    <a:pt x="613" y="7"/>
                    <a:pt x="603" y="23"/>
                  </a:cubicBezTo>
                  <a:lnTo>
                    <a:pt x="16" y="828"/>
                  </a:lnTo>
                  <a:cubicBezTo>
                    <a:pt x="0" y="849"/>
                    <a:pt x="6" y="880"/>
                    <a:pt x="26" y="895"/>
                  </a:cubicBezTo>
                  <a:cubicBezTo>
                    <a:pt x="37" y="900"/>
                    <a:pt x="47" y="906"/>
                    <a:pt x="58" y="906"/>
                  </a:cubicBezTo>
                  <a:cubicBezTo>
                    <a:pt x="68" y="906"/>
                    <a:pt x="84" y="900"/>
                    <a:pt x="94" y="890"/>
                  </a:cubicBezTo>
                  <a:lnTo>
                    <a:pt x="681" y="80"/>
                  </a:lnTo>
                  <a:cubicBezTo>
                    <a:pt x="710" y="43"/>
                    <a:pt x="676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5"/>
            <p:cNvSpPr/>
            <p:nvPr/>
          </p:nvSpPr>
          <p:spPr>
            <a:xfrm>
              <a:off x="449425" y="3701025"/>
              <a:ext cx="17750" cy="22650"/>
            </a:xfrm>
            <a:custGeom>
              <a:avLst/>
              <a:gdLst/>
              <a:ahLst/>
              <a:cxnLst/>
              <a:rect l="l" t="t" r="r" b="b"/>
              <a:pathLst>
                <a:path w="710" h="906" extrusionOk="0">
                  <a:moveTo>
                    <a:pt x="636" y="0"/>
                  </a:moveTo>
                  <a:cubicBezTo>
                    <a:pt x="622" y="0"/>
                    <a:pt x="607" y="7"/>
                    <a:pt x="597" y="23"/>
                  </a:cubicBezTo>
                  <a:lnTo>
                    <a:pt x="16" y="828"/>
                  </a:lnTo>
                  <a:cubicBezTo>
                    <a:pt x="0" y="849"/>
                    <a:pt x="5" y="880"/>
                    <a:pt x="26" y="895"/>
                  </a:cubicBezTo>
                  <a:cubicBezTo>
                    <a:pt x="31" y="900"/>
                    <a:pt x="42" y="906"/>
                    <a:pt x="52" y="906"/>
                  </a:cubicBezTo>
                  <a:cubicBezTo>
                    <a:pt x="68" y="906"/>
                    <a:pt x="83" y="900"/>
                    <a:pt x="94" y="890"/>
                  </a:cubicBezTo>
                  <a:lnTo>
                    <a:pt x="680" y="80"/>
                  </a:lnTo>
                  <a:cubicBezTo>
                    <a:pt x="710" y="43"/>
                    <a:pt x="673" y="0"/>
                    <a:pt x="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65"/>
            <p:cNvSpPr/>
            <p:nvPr/>
          </p:nvSpPr>
          <p:spPr>
            <a:xfrm>
              <a:off x="465375" y="3701100"/>
              <a:ext cx="17300" cy="22575"/>
            </a:xfrm>
            <a:custGeom>
              <a:avLst/>
              <a:gdLst/>
              <a:ahLst/>
              <a:cxnLst/>
              <a:rect l="l" t="t" r="r" b="b"/>
              <a:pathLst>
                <a:path w="692" h="903" extrusionOk="0">
                  <a:moveTo>
                    <a:pt x="637" y="1"/>
                  </a:moveTo>
                  <a:cubicBezTo>
                    <a:pt x="622" y="1"/>
                    <a:pt x="607" y="7"/>
                    <a:pt x="598" y="20"/>
                  </a:cubicBezTo>
                  <a:lnTo>
                    <a:pt x="16" y="825"/>
                  </a:lnTo>
                  <a:cubicBezTo>
                    <a:pt x="1" y="846"/>
                    <a:pt x="6" y="877"/>
                    <a:pt x="27" y="892"/>
                  </a:cubicBezTo>
                  <a:cubicBezTo>
                    <a:pt x="32" y="897"/>
                    <a:pt x="42" y="903"/>
                    <a:pt x="53" y="903"/>
                  </a:cubicBezTo>
                  <a:cubicBezTo>
                    <a:pt x="68" y="903"/>
                    <a:pt x="84" y="892"/>
                    <a:pt x="94" y="882"/>
                  </a:cubicBezTo>
                  <a:lnTo>
                    <a:pt x="676" y="77"/>
                  </a:lnTo>
                  <a:cubicBezTo>
                    <a:pt x="691" y="56"/>
                    <a:pt x="686" y="25"/>
                    <a:pt x="665" y="10"/>
                  </a:cubicBezTo>
                  <a:cubicBezTo>
                    <a:pt x="657" y="4"/>
                    <a:pt x="647" y="1"/>
                    <a:pt x="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65"/>
            <p:cNvSpPr/>
            <p:nvPr/>
          </p:nvSpPr>
          <p:spPr>
            <a:xfrm>
              <a:off x="481350" y="3680825"/>
              <a:ext cx="17550" cy="22500"/>
            </a:xfrm>
            <a:custGeom>
              <a:avLst/>
              <a:gdLst/>
              <a:ahLst/>
              <a:cxnLst/>
              <a:rect l="l" t="t" r="r" b="b"/>
              <a:pathLst>
                <a:path w="702" h="900" extrusionOk="0">
                  <a:moveTo>
                    <a:pt x="634" y="1"/>
                  </a:moveTo>
                  <a:cubicBezTo>
                    <a:pt x="621" y="1"/>
                    <a:pt x="607" y="7"/>
                    <a:pt x="597" y="21"/>
                  </a:cubicBezTo>
                  <a:lnTo>
                    <a:pt x="11" y="826"/>
                  </a:lnTo>
                  <a:cubicBezTo>
                    <a:pt x="0" y="847"/>
                    <a:pt x="5" y="878"/>
                    <a:pt x="26" y="893"/>
                  </a:cubicBezTo>
                  <a:cubicBezTo>
                    <a:pt x="31" y="899"/>
                    <a:pt x="42" y="899"/>
                    <a:pt x="52" y="899"/>
                  </a:cubicBezTo>
                  <a:cubicBezTo>
                    <a:pt x="55" y="899"/>
                    <a:pt x="58" y="900"/>
                    <a:pt x="61" y="900"/>
                  </a:cubicBezTo>
                  <a:cubicBezTo>
                    <a:pt x="73" y="900"/>
                    <a:pt x="85" y="891"/>
                    <a:pt x="94" y="883"/>
                  </a:cubicBezTo>
                  <a:lnTo>
                    <a:pt x="675" y="78"/>
                  </a:lnTo>
                  <a:cubicBezTo>
                    <a:pt x="701" y="41"/>
                    <a:pt x="668" y="1"/>
                    <a:pt x="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65"/>
            <p:cNvSpPr/>
            <p:nvPr/>
          </p:nvSpPr>
          <p:spPr>
            <a:xfrm>
              <a:off x="497175" y="3680825"/>
              <a:ext cx="17675" cy="22475"/>
            </a:xfrm>
            <a:custGeom>
              <a:avLst/>
              <a:gdLst/>
              <a:ahLst/>
              <a:cxnLst/>
              <a:rect l="l" t="t" r="r" b="b"/>
              <a:pathLst>
                <a:path w="707" h="899" extrusionOk="0">
                  <a:moveTo>
                    <a:pt x="640" y="1"/>
                  </a:moveTo>
                  <a:cubicBezTo>
                    <a:pt x="626" y="1"/>
                    <a:pt x="613" y="7"/>
                    <a:pt x="603" y="21"/>
                  </a:cubicBezTo>
                  <a:lnTo>
                    <a:pt x="16" y="826"/>
                  </a:lnTo>
                  <a:cubicBezTo>
                    <a:pt x="1" y="847"/>
                    <a:pt x="6" y="878"/>
                    <a:pt x="27" y="893"/>
                  </a:cubicBezTo>
                  <a:cubicBezTo>
                    <a:pt x="37" y="899"/>
                    <a:pt x="47" y="899"/>
                    <a:pt x="58" y="899"/>
                  </a:cubicBezTo>
                  <a:cubicBezTo>
                    <a:pt x="73" y="899"/>
                    <a:pt x="84" y="893"/>
                    <a:pt x="94" y="883"/>
                  </a:cubicBezTo>
                  <a:lnTo>
                    <a:pt x="681" y="78"/>
                  </a:lnTo>
                  <a:cubicBezTo>
                    <a:pt x="707" y="41"/>
                    <a:pt x="674" y="1"/>
                    <a:pt x="6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65"/>
            <p:cNvSpPr/>
            <p:nvPr/>
          </p:nvSpPr>
          <p:spPr>
            <a:xfrm>
              <a:off x="513150" y="3680850"/>
              <a:ext cx="17275" cy="22450"/>
            </a:xfrm>
            <a:custGeom>
              <a:avLst/>
              <a:gdLst/>
              <a:ahLst/>
              <a:cxnLst/>
              <a:rect l="l" t="t" r="r" b="b"/>
              <a:pathLst>
                <a:path w="691" h="898" extrusionOk="0">
                  <a:moveTo>
                    <a:pt x="637" y="1"/>
                  </a:moveTo>
                  <a:cubicBezTo>
                    <a:pt x="622" y="1"/>
                    <a:pt x="607" y="8"/>
                    <a:pt x="597" y="20"/>
                  </a:cubicBezTo>
                  <a:lnTo>
                    <a:pt x="16" y="825"/>
                  </a:lnTo>
                  <a:cubicBezTo>
                    <a:pt x="0" y="846"/>
                    <a:pt x="5" y="877"/>
                    <a:pt x="26" y="892"/>
                  </a:cubicBezTo>
                  <a:cubicBezTo>
                    <a:pt x="37" y="898"/>
                    <a:pt x="47" y="898"/>
                    <a:pt x="57" y="898"/>
                  </a:cubicBezTo>
                  <a:cubicBezTo>
                    <a:pt x="68" y="898"/>
                    <a:pt x="83" y="892"/>
                    <a:pt x="94" y="877"/>
                  </a:cubicBezTo>
                  <a:lnTo>
                    <a:pt x="675" y="72"/>
                  </a:lnTo>
                  <a:cubicBezTo>
                    <a:pt x="691" y="51"/>
                    <a:pt x="685" y="25"/>
                    <a:pt x="665" y="10"/>
                  </a:cubicBezTo>
                  <a:cubicBezTo>
                    <a:pt x="657" y="4"/>
                    <a:pt x="647" y="1"/>
                    <a:pt x="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65"/>
            <p:cNvSpPr/>
            <p:nvPr/>
          </p:nvSpPr>
          <p:spPr>
            <a:xfrm>
              <a:off x="529100" y="3680775"/>
              <a:ext cx="17750" cy="22525"/>
            </a:xfrm>
            <a:custGeom>
              <a:avLst/>
              <a:gdLst/>
              <a:ahLst/>
              <a:cxnLst/>
              <a:rect l="l" t="t" r="r" b="b"/>
              <a:pathLst>
                <a:path w="710" h="901" extrusionOk="0">
                  <a:moveTo>
                    <a:pt x="637" y="0"/>
                  </a:moveTo>
                  <a:cubicBezTo>
                    <a:pt x="622" y="0"/>
                    <a:pt x="608" y="7"/>
                    <a:pt x="598" y="23"/>
                  </a:cubicBezTo>
                  <a:lnTo>
                    <a:pt x="16" y="828"/>
                  </a:lnTo>
                  <a:cubicBezTo>
                    <a:pt x="1" y="849"/>
                    <a:pt x="6" y="875"/>
                    <a:pt x="27" y="895"/>
                  </a:cubicBezTo>
                  <a:cubicBezTo>
                    <a:pt x="32" y="901"/>
                    <a:pt x="42" y="901"/>
                    <a:pt x="53" y="901"/>
                  </a:cubicBezTo>
                  <a:cubicBezTo>
                    <a:pt x="68" y="901"/>
                    <a:pt x="84" y="895"/>
                    <a:pt x="94" y="885"/>
                  </a:cubicBezTo>
                  <a:lnTo>
                    <a:pt x="676" y="80"/>
                  </a:lnTo>
                  <a:cubicBezTo>
                    <a:pt x="709" y="43"/>
                    <a:pt x="673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65"/>
            <p:cNvSpPr/>
            <p:nvPr/>
          </p:nvSpPr>
          <p:spPr>
            <a:xfrm>
              <a:off x="369325" y="3839300"/>
              <a:ext cx="814725" cy="9100"/>
            </a:xfrm>
            <a:custGeom>
              <a:avLst/>
              <a:gdLst/>
              <a:ahLst/>
              <a:cxnLst/>
              <a:rect l="l" t="t" r="r" b="b"/>
              <a:pathLst>
                <a:path w="32589" h="364" extrusionOk="0">
                  <a:moveTo>
                    <a:pt x="2218" y="0"/>
                  </a:moveTo>
                  <a:lnTo>
                    <a:pt x="1" y="364"/>
                  </a:lnTo>
                  <a:lnTo>
                    <a:pt x="32589" y="364"/>
                  </a:lnTo>
                  <a:lnTo>
                    <a:pt x="309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65"/>
            <p:cNvSpPr/>
            <p:nvPr/>
          </p:nvSpPr>
          <p:spPr>
            <a:xfrm>
              <a:off x="368025" y="3838125"/>
              <a:ext cx="817200" cy="11450"/>
            </a:xfrm>
            <a:custGeom>
              <a:avLst/>
              <a:gdLst/>
              <a:ahLst/>
              <a:cxnLst/>
              <a:rect l="l" t="t" r="r" b="b"/>
              <a:pathLst>
                <a:path w="32688" h="458" extrusionOk="0">
                  <a:moveTo>
                    <a:pt x="31026" y="94"/>
                  </a:moveTo>
                  <a:lnTo>
                    <a:pt x="32200" y="359"/>
                  </a:lnTo>
                  <a:lnTo>
                    <a:pt x="655" y="359"/>
                  </a:lnTo>
                  <a:lnTo>
                    <a:pt x="2275" y="94"/>
                  </a:lnTo>
                  <a:close/>
                  <a:moveTo>
                    <a:pt x="2259" y="1"/>
                  </a:moveTo>
                  <a:lnTo>
                    <a:pt x="48" y="364"/>
                  </a:lnTo>
                  <a:cubicBezTo>
                    <a:pt x="22" y="364"/>
                    <a:pt x="1" y="390"/>
                    <a:pt x="6" y="411"/>
                  </a:cubicBezTo>
                  <a:cubicBezTo>
                    <a:pt x="6" y="437"/>
                    <a:pt x="27" y="458"/>
                    <a:pt x="53" y="458"/>
                  </a:cubicBezTo>
                  <a:lnTo>
                    <a:pt x="32641" y="458"/>
                  </a:lnTo>
                  <a:cubicBezTo>
                    <a:pt x="32662" y="458"/>
                    <a:pt x="32682" y="437"/>
                    <a:pt x="32688" y="416"/>
                  </a:cubicBezTo>
                  <a:cubicBezTo>
                    <a:pt x="32688" y="390"/>
                    <a:pt x="32672" y="369"/>
                    <a:pt x="32651" y="364"/>
                  </a:cubicBezTo>
                  <a:lnTo>
                    <a:pt x="31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65"/>
            <p:cNvSpPr/>
            <p:nvPr/>
          </p:nvSpPr>
          <p:spPr>
            <a:xfrm>
              <a:off x="1147425" y="3947550"/>
              <a:ext cx="23925" cy="491675"/>
            </a:xfrm>
            <a:custGeom>
              <a:avLst/>
              <a:gdLst/>
              <a:ahLst/>
              <a:cxnLst/>
              <a:rect l="l" t="t" r="r" b="b"/>
              <a:pathLst>
                <a:path w="957" h="19667" extrusionOk="0">
                  <a:moveTo>
                    <a:pt x="1" y="0"/>
                  </a:moveTo>
                  <a:lnTo>
                    <a:pt x="608" y="19666"/>
                  </a:lnTo>
                  <a:lnTo>
                    <a:pt x="956" y="19666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65"/>
            <p:cNvSpPr/>
            <p:nvPr/>
          </p:nvSpPr>
          <p:spPr>
            <a:xfrm>
              <a:off x="1146125" y="3946250"/>
              <a:ext cx="26375" cy="494275"/>
            </a:xfrm>
            <a:custGeom>
              <a:avLst/>
              <a:gdLst/>
              <a:ahLst/>
              <a:cxnLst/>
              <a:rect l="l" t="t" r="r" b="b"/>
              <a:pathLst>
                <a:path w="1055" h="19771" extrusionOk="0">
                  <a:moveTo>
                    <a:pt x="961" y="99"/>
                  </a:moveTo>
                  <a:lnTo>
                    <a:pt x="961" y="19672"/>
                  </a:lnTo>
                  <a:lnTo>
                    <a:pt x="707" y="19672"/>
                  </a:lnTo>
                  <a:lnTo>
                    <a:pt x="100" y="99"/>
                  </a:lnTo>
                  <a:close/>
                  <a:moveTo>
                    <a:pt x="53" y="0"/>
                  </a:moveTo>
                  <a:cubicBezTo>
                    <a:pt x="37" y="0"/>
                    <a:pt x="27" y="6"/>
                    <a:pt x="17" y="16"/>
                  </a:cubicBezTo>
                  <a:cubicBezTo>
                    <a:pt x="6" y="26"/>
                    <a:pt x="1" y="37"/>
                    <a:pt x="1" y="52"/>
                  </a:cubicBezTo>
                  <a:lnTo>
                    <a:pt x="614" y="19724"/>
                  </a:lnTo>
                  <a:cubicBezTo>
                    <a:pt x="614" y="19749"/>
                    <a:pt x="634" y="19770"/>
                    <a:pt x="660" y="19770"/>
                  </a:cubicBezTo>
                  <a:lnTo>
                    <a:pt x="1008" y="19770"/>
                  </a:lnTo>
                  <a:cubicBezTo>
                    <a:pt x="1034" y="19770"/>
                    <a:pt x="1055" y="19749"/>
                    <a:pt x="1055" y="19718"/>
                  </a:cubicBezTo>
                  <a:lnTo>
                    <a:pt x="1055" y="52"/>
                  </a:lnTo>
                  <a:cubicBezTo>
                    <a:pt x="1055" y="26"/>
                    <a:pt x="1034" y="0"/>
                    <a:pt x="1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65"/>
            <p:cNvSpPr/>
            <p:nvPr/>
          </p:nvSpPr>
          <p:spPr>
            <a:xfrm>
              <a:off x="1113950" y="3947550"/>
              <a:ext cx="23900" cy="416125"/>
            </a:xfrm>
            <a:custGeom>
              <a:avLst/>
              <a:gdLst/>
              <a:ahLst/>
              <a:cxnLst/>
              <a:rect l="l" t="t" r="r" b="b"/>
              <a:pathLst>
                <a:path w="956" h="16645" extrusionOk="0">
                  <a:moveTo>
                    <a:pt x="0" y="0"/>
                  </a:moveTo>
                  <a:lnTo>
                    <a:pt x="608" y="16645"/>
                  </a:lnTo>
                  <a:lnTo>
                    <a:pt x="956" y="16645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65"/>
            <p:cNvSpPr/>
            <p:nvPr/>
          </p:nvSpPr>
          <p:spPr>
            <a:xfrm>
              <a:off x="1112650" y="3946250"/>
              <a:ext cx="26500" cy="418600"/>
            </a:xfrm>
            <a:custGeom>
              <a:avLst/>
              <a:gdLst/>
              <a:ahLst/>
              <a:cxnLst/>
              <a:rect l="l" t="t" r="r" b="b"/>
              <a:pathLst>
                <a:path w="1060" h="16744" extrusionOk="0">
                  <a:moveTo>
                    <a:pt x="961" y="99"/>
                  </a:moveTo>
                  <a:lnTo>
                    <a:pt x="961" y="16645"/>
                  </a:lnTo>
                  <a:lnTo>
                    <a:pt x="707" y="16645"/>
                  </a:lnTo>
                  <a:lnTo>
                    <a:pt x="104" y="99"/>
                  </a:lnTo>
                  <a:close/>
                  <a:moveTo>
                    <a:pt x="52" y="0"/>
                  </a:moveTo>
                  <a:cubicBezTo>
                    <a:pt x="26" y="0"/>
                    <a:pt x="1" y="26"/>
                    <a:pt x="6" y="52"/>
                  </a:cubicBezTo>
                  <a:lnTo>
                    <a:pt x="613" y="16697"/>
                  </a:lnTo>
                  <a:cubicBezTo>
                    <a:pt x="613" y="16723"/>
                    <a:pt x="634" y="16744"/>
                    <a:pt x="660" y="16744"/>
                  </a:cubicBezTo>
                  <a:lnTo>
                    <a:pt x="1008" y="16744"/>
                  </a:lnTo>
                  <a:cubicBezTo>
                    <a:pt x="1034" y="16744"/>
                    <a:pt x="1060" y="16723"/>
                    <a:pt x="1060" y="16697"/>
                  </a:cubicBezTo>
                  <a:lnTo>
                    <a:pt x="1060" y="52"/>
                  </a:lnTo>
                  <a:cubicBezTo>
                    <a:pt x="1060" y="26"/>
                    <a:pt x="1034" y="0"/>
                    <a:pt x="1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65"/>
            <p:cNvSpPr/>
            <p:nvPr/>
          </p:nvSpPr>
          <p:spPr>
            <a:xfrm>
              <a:off x="382175" y="3870825"/>
              <a:ext cx="789025" cy="76475"/>
            </a:xfrm>
            <a:custGeom>
              <a:avLst/>
              <a:gdLst/>
              <a:ahLst/>
              <a:cxnLst/>
              <a:rect l="l" t="t" r="r" b="b"/>
              <a:pathLst>
                <a:path w="31561" h="3059" extrusionOk="0">
                  <a:moveTo>
                    <a:pt x="1" y="1"/>
                  </a:moveTo>
                  <a:lnTo>
                    <a:pt x="1" y="3059"/>
                  </a:lnTo>
                  <a:lnTo>
                    <a:pt x="31561" y="3059"/>
                  </a:lnTo>
                  <a:lnTo>
                    <a:pt x="315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65"/>
            <p:cNvSpPr/>
            <p:nvPr/>
          </p:nvSpPr>
          <p:spPr>
            <a:xfrm>
              <a:off x="380875" y="3869675"/>
              <a:ext cx="791625" cy="78800"/>
            </a:xfrm>
            <a:custGeom>
              <a:avLst/>
              <a:gdLst/>
              <a:ahLst/>
              <a:cxnLst/>
              <a:rect l="l" t="t" r="r" b="b"/>
              <a:pathLst>
                <a:path w="31665" h="3152" extrusionOk="0">
                  <a:moveTo>
                    <a:pt x="31566" y="94"/>
                  </a:moveTo>
                  <a:lnTo>
                    <a:pt x="31566" y="3058"/>
                  </a:lnTo>
                  <a:lnTo>
                    <a:pt x="99" y="3058"/>
                  </a:lnTo>
                  <a:lnTo>
                    <a:pt x="99" y="94"/>
                  </a:lnTo>
                  <a:close/>
                  <a:moveTo>
                    <a:pt x="53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3105"/>
                  </a:lnTo>
                  <a:cubicBezTo>
                    <a:pt x="1" y="3131"/>
                    <a:pt x="22" y="3152"/>
                    <a:pt x="53" y="3152"/>
                  </a:cubicBezTo>
                  <a:lnTo>
                    <a:pt x="31613" y="3152"/>
                  </a:lnTo>
                  <a:cubicBezTo>
                    <a:pt x="31639" y="3152"/>
                    <a:pt x="31665" y="3131"/>
                    <a:pt x="31665" y="3105"/>
                  </a:cubicBezTo>
                  <a:lnTo>
                    <a:pt x="31665" y="47"/>
                  </a:lnTo>
                  <a:cubicBezTo>
                    <a:pt x="31665" y="21"/>
                    <a:pt x="31639" y="0"/>
                    <a:pt x="31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65"/>
            <p:cNvSpPr/>
            <p:nvPr/>
          </p:nvSpPr>
          <p:spPr>
            <a:xfrm>
              <a:off x="382175" y="3947150"/>
              <a:ext cx="249225" cy="486350"/>
            </a:xfrm>
            <a:custGeom>
              <a:avLst/>
              <a:gdLst/>
              <a:ahLst/>
              <a:cxnLst/>
              <a:rect l="l" t="t" r="r" b="b"/>
              <a:pathLst>
                <a:path w="9969" h="19454" extrusionOk="0">
                  <a:moveTo>
                    <a:pt x="1" y="1"/>
                  </a:moveTo>
                  <a:lnTo>
                    <a:pt x="1" y="19454"/>
                  </a:lnTo>
                  <a:lnTo>
                    <a:pt x="9969" y="19454"/>
                  </a:lnTo>
                  <a:lnTo>
                    <a:pt x="99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65"/>
            <p:cNvSpPr/>
            <p:nvPr/>
          </p:nvSpPr>
          <p:spPr>
            <a:xfrm>
              <a:off x="382175" y="3947150"/>
              <a:ext cx="249225" cy="486350"/>
            </a:xfrm>
            <a:custGeom>
              <a:avLst/>
              <a:gdLst/>
              <a:ahLst/>
              <a:cxnLst/>
              <a:rect l="l" t="t" r="r" b="b"/>
              <a:pathLst>
                <a:path w="9969" h="19454" extrusionOk="0">
                  <a:moveTo>
                    <a:pt x="1" y="1"/>
                  </a:moveTo>
                  <a:lnTo>
                    <a:pt x="9969" y="1"/>
                  </a:lnTo>
                  <a:lnTo>
                    <a:pt x="9969" y="19454"/>
                  </a:lnTo>
                  <a:lnTo>
                    <a:pt x="1" y="1945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100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2" name="Google Shape;2412;p65"/>
            <p:cNvSpPr/>
            <p:nvPr/>
          </p:nvSpPr>
          <p:spPr>
            <a:xfrm>
              <a:off x="380875" y="3945975"/>
              <a:ext cx="251825" cy="488825"/>
            </a:xfrm>
            <a:custGeom>
              <a:avLst/>
              <a:gdLst/>
              <a:ahLst/>
              <a:cxnLst/>
              <a:rect l="l" t="t" r="r" b="b"/>
              <a:pathLst>
                <a:path w="10073" h="19553" extrusionOk="0">
                  <a:moveTo>
                    <a:pt x="9974" y="94"/>
                  </a:moveTo>
                  <a:lnTo>
                    <a:pt x="9974" y="19454"/>
                  </a:lnTo>
                  <a:lnTo>
                    <a:pt x="99" y="19454"/>
                  </a:lnTo>
                  <a:lnTo>
                    <a:pt x="99" y="94"/>
                  </a:lnTo>
                  <a:close/>
                  <a:moveTo>
                    <a:pt x="53" y="1"/>
                  </a:moveTo>
                  <a:cubicBezTo>
                    <a:pt x="22" y="1"/>
                    <a:pt x="1" y="22"/>
                    <a:pt x="1" y="48"/>
                  </a:cubicBezTo>
                  <a:lnTo>
                    <a:pt x="1" y="19506"/>
                  </a:lnTo>
                  <a:cubicBezTo>
                    <a:pt x="1" y="19532"/>
                    <a:pt x="22" y="19553"/>
                    <a:pt x="53" y="19553"/>
                  </a:cubicBezTo>
                  <a:lnTo>
                    <a:pt x="10021" y="19553"/>
                  </a:lnTo>
                  <a:cubicBezTo>
                    <a:pt x="10047" y="19553"/>
                    <a:pt x="10073" y="19527"/>
                    <a:pt x="10068" y="19501"/>
                  </a:cubicBezTo>
                  <a:lnTo>
                    <a:pt x="10068" y="48"/>
                  </a:lnTo>
                  <a:cubicBezTo>
                    <a:pt x="10068" y="22"/>
                    <a:pt x="10047" y="1"/>
                    <a:pt x="10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65"/>
            <p:cNvSpPr/>
            <p:nvPr/>
          </p:nvSpPr>
          <p:spPr>
            <a:xfrm>
              <a:off x="395550" y="3965325"/>
              <a:ext cx="222500" cy="151625"/>
            </a:xfrm>
            <a:custGeom>
              <a:avLst/>
              <a:gdLst/>
              <a:ahLst/>
              <a:cxnLst/>
              <a:rect l="l" t="t" r="r" b="b"/>
              <a:pathLst>
                <a:path w="8900" h="6065" extrusionOk="0">
                  <a:moveTo>
                    <a:pt x="8800" y="99"/>
                  </a:moveTo>
                  <a:lnTo>
                    <a:pt x="8800" y="5966"/>
                  </a:lnTo>
                  <a:lnTo>
                    <a:pt x="94" y="5966"/>
                  </a:lnTo>
                  <a:lnTo>
                    <a:pt x="94" y="99"/>
                  </a:lnTo>
                  <a:close/>
                  <a:moveTo>
                    <a:pt x="47" y="1"/>
                  </a:moveTo>
                  <a:cubicBezTo>
                    <a:pt x="21" y="1"/>
                    <a:pt x="1" y="26"/>
                    <a:pt x="1" y="52"/>
                  </a:cubicBezTo>
                  <a:lnTo>
                    <a:pt x="1" y="6018"/>
                  </a:lnTo>
                  <a:cubicBezTo>
                    <a:pt x="1" y="6044"/>
                    <a:pt x="21" y="6064"/>
                    <a:pt x="47" y="6064"/>
                  </a:cubicBezTo>
                  <a:lnTo>
                    <a:pt x="8852" y="6064"/>
                  </a:lnTo>
                  <a:cubicBezTo>
                    <a:pt x="8878" y="6064"/>
                    <a:pt x="8899" y="6044"/>
                    <a:pt x="8899" y="6018"/>
                  </a:cubicBezTo>
                  <a:lnTo>
                    <a:pt x="8899" y="52"/>
                  </a:lnTo>
                  <a:cubicBezTo>
                    <a:pt x="8899" y="26"/>
                    <a:pt x="8878" y="1"/>
                    <a:pt x="88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65"/>
            <p:cNvSpPr/>
            <p:nvPr/>
          </p:nvSpPr>
          <p:spPr>
            <a:xfrm>
              <a:off x="395550" y="4263725"/>
              <a:ext cx="222500" cy="151625"/>
            </a:xfrm>
            <a:custGeom>
              <a:avLst/>
              <a:gdLst/>
              <a:ahLst/>
              <a:cxnLst/>
              <a:rect l="l" t="t" r="r" b="b"/>
              <a:pathLst>
                <a:path w="8900" h="6065" extrusionOk="0">
                  <a:moveTo>
                    <a:pt x="8800" y="94"/>
                  </a:moveTo>
                  <a:lnTo>
                    <a:pt x="8800" y="5965"/>
                  </a:lnTo>
                  <a:lnTo>
                    <a:pt x="94" y="5965"/>
                  </a:lnTo>
                  <a:lnTo>
                    <a:pt x="94" y="94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6017"/>
                  </a:lnTo>
                  <a:cubicBezTo>
                    <a:pt x="1" y="6043"/>
                    <a:pt x="21" y="6064"/>
                    <a:pt x="47" y="6064"/>
                  </a:cubicBezTo>
                  <a:lnTo>
                    <a:pt x="8852" y="6064"/>
                  </a:lnTo>
                  <a:cubicBezTo>
                    <a:pt x="8878" y="6064"/>
                    <a:pt x="8899" y="6043"/>
                    <a:pt x="8899" y="6017"/>
                  </a:cubicBezTo>
                  <a:lnTo>
                    <a:pt x="8899" y="47"/>
                  </a:lnTo>
                  <a:cubicBezTo>
                    <a:pt x="8899" y="21"/>
                    <a:pt x="8878" y="0"/>
                    <a:pt x="8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65"/>
            <p:cNvSpPr/>
            <p:nvPr/>
          </p:nvSpPr>
          <p:spPr>
            <a:xfrm>
              <a:off x="369325" y="3848375"/>
              <a:ext cx="814600" cy="22750"/>
            </a:xfrm>
            <a:custGeom>
              <a:avLst/>
              <a:gdLst/>
              <a:ahLst/>
              <a:cxnLst/>
              <a:rect l="l" t="t" r="r" b="b"/>
              <a:pathLst>
                <a:path w="32584" h="910" extrusionOk="0">
                  <a:moveTo>
                    <a:pt x="1" y="1"/>
                  </a:moveTo>
                  <a:lnTo>
                    <a:pt x="1" y="909"/>
                  </a:lnTo>
                  <a:lnTo>
                    <a:pt x="32584" y="909"/>
                  </a:lnTo>
                  <a:lnTo>
                    <a:pt x="32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65"/>
            <p:cNvSpPr/>
            <p:nvPr/>
          </p:nvSpPr>
          <p:spPr>
            <a:xfrm>
              <a:off x="368175" y="3847225"/>
              <a:ext cx="817050" cy="25200"/>
            </a:xfrm>
            <a:custGeom>
              <a:avLst/>
              <a:gdLst/>
              <a:ahLst/>
              <a:cxnLst/>
              <a:rect l="l" t="t" r="r" b="b"/>
              <a:pathLst>
                <a:path w="32682" h="1008" extrusionOk="0">
                  <a:moveTo>
                    <a:pt x="32583" y="94"/>
                  </a:moveTo>
                  <a:lnTo>
                    <a:pt x="32583" y="909"/>
                  </a:lnTo>
                  <a:lnTo>
                    <a:pt x="94" y="909"/>
                  </a:lnTo>
                  <a:lnTo>
                    <a:pt x="99" y="94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955"/>
                  </a:lnTo>
                  <a:cubicBezTo>
                    <a:pt x="0" y="987"/>
                    <a:pt x="21" y="1007"/>
                    <a:pt x="47" y="1007"/>
                  </a:cubicBezTo>
                  <a:lnTo>
                    <a:pt x="32635" y="1007"/>
                  </a:lnTo>
                  <a:cubicBezTo>
                    <a:pt x="32661" y="1007"/>
                    <a:pt x="32682" y="987"/>
                    <a:pt x="32682" y="955"/>
                  </a:cubicBezTo>
                  <a:lnTo>
                    <a:pt x="32682" y="47"/>
                  </a:lnTo>
                  <a:cubicBezTo>
                    <a:pt x="32682" y="21"/>
                    <a:pt x="32661" y="0"/>
                    <a:pt x="32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65"/>
            <p:cNvSpPr/>
            <p:nvPr/>
          </p:nvSpPr>
          <p:spPr>
            <a:xfrm>
              <a:off x="479525" y="3987525"/>
              <a:ext cx="54400" cy="7925"/>
            </a:xfrm>
            <a:custGeom>
              <a:avLst/>
              <a:gdLst/>
              <a:ahLst/>
              <a:cxnLst/>
              <a:rect l="l" t="t" r="r" b="b"/>
              <a:pathLst>
                <a:path w="2176" h="317" extrusionOk="0">
                  <a:moveTo>
                    <a:pt x="1" y="0"/>
                  </a:moveTo>
                  <a:lnTo>
                    <a:pt x="1" y="317"/>
                  </a:lnTo>
                  <a:lnTo>
                    <a:pt x="2176" y="317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65"/>
            <p:cNvSpPr/>
            <p:nvPr/>
          </p:nvSpPr>
          <p:spPr>
            <a:xfrm>
              <a:off x="478350" y="3986350"/>
              <a:ext cx="56875" cy="10400"/>
            </a:xfrm>
            <a:custGeom>
              <a:avLst/>
              <a:gdLst/>
              <a:ahLst/>
              <a:cxnLst/>
              <a:rect l="l" t="t" r="r" b="b"/>
              <a:pathLst>
                <a:path w="2275" h="416" extrusionOk="0">
                  <a:moveTo>
                    <a:pt x="2176" y="99"/>
                  </a:moveTo>
                  <a:lnTo>
                    <a:pt x="2176" y="317"/>
                  </a:lnTo>
                  <a:lnTo>
                    <a:pt x="99" y="317"/>
                  </a:lnTo>
                  <a:lnTo>
                    <a:pt x="99" y="99"/>
                  </a:lnTo>
                  <a:close/>
                  <a:moveTo>
                    <a:pt x="48" y="1"/>
                  </a:moveTo>
                  <a:cubicBezTo>
                    <a:pt x="22" y="1"/>
                    <a:pt x="1" y="21"/>
                    <a:pt x="1" y="47"/>
                  </a:cubicBezTo>
                  <a:lnTo>
                    <a:pt x="1" y="369"/>
                  </a:lnTo>
                  <a:cubicBezTo>
                    <a:pt x="1" y="395"/>
                    <a:pt x="22" y="416"/>
                    <a:pt x="48" y="416"/>
                  </a:cubicBezTo>
                  <a:lnTo>
                    <a:pt x="2223" y="416"/>
                  </a:lnTo>
                  <a:cubicBezTo>
                    <a:pt x="2249" y="416"/>
                    <a:pt x="2275" y="395"/>
                    <a:pt x="2275" y="369"/>
                  </a:cubicBezTo>
                  <a:lnTo>
                    <a:pt x="2275" y="47"/>
                  </a:lnTo>
                  <a:cubicBezTo>
                    <a:pt x="2275" y="21"/>
                    <a:pt x="2249" y="1"/>
                    <a:pt x="2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65"/>
            <p:cNvSpPr/>
            <p:nvPr/>
          </p:nvSpPr>
          <p:spPr>
            <a:xfrm>
              <a:off x="479525" y="4282025"/>
              <a:ext cx="54400" cy="7925"/>
            </a:xfrm>
            <a:custGeom>
              <a:avLst/>
              <a:gdLst/>
              <a:ahLst/>
              <a:cxnLst/>
              <a:rect l="l" t="t" r="r" b="b"/>
              <a:pathLst>
                <a:path w="2176" h="317" extrusionOk="0">
                  <a:moveTo>
                    <a:pt x="1" y="0"/>
                  </a:moveTo>
                  <a:lnTo>
                    <a:pt x="1" y="317"/>
                  </a:lnTo>
                  <a:lnTo>
                    <a:pt x="2176" y="317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65"/>
            <p:cNvSpPr/>
            <p:nvPr/>
          </p:nvSpPr>
          <p:spPr>
            <a:xfrm>
              <a:off x="478350" y="4280850"/>
              <a:ext cx="56875" cy="10400"/>
            </a:xfrm>
            <a:custGeom>
              <a:avLst/>
              <a:gdLst/>
              <a:ahLst/>
              <a:cxnLst/>
              <a:rect l="l" t="t" r="r" b="b"/>
              <a:pathLst>
                <a:path w="2275" h="416" extrusionOk="0">
                  <a:moveTo>
                    <a:pt x="2176" y="94"/>
                  </a:moveTo>
                  <a:lnTo>
                    <a:pt x="2176" y="317"/>
                  </a:lnTo>
                  <a:lnTo>
                    <a:pt x="99" y="317"/>
                  </a:lnTo>
                  <a:lnTo>
                    <a:pt x="99" y="94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364"/>
                  </a:lnTo>
                  <a:cubicBezTo>
                    <a:pt x="1" y="395"/>
                    <a:pt x="22" y="416"/>
                    <a:pt x="48" y="416"/>
                  </a:cubicBezTo>
                  <a:lnTo>
                    <a:pt x="2223" y="416"/>
                  </a:lnTo>
                  <a:cubicBezTo>
                    <a:pt x="2249" y="416"/>
                    <a:pt x="2275" y="395"/>
                    <a:pt x="2275" y="364"/>
                  </a:cubicBezTo>
                  <a:lnTo>
                    <a:pt x="2275" y="47"/>
                  </a:lnTo>
                  <a:cubicBezTo>
                    <a:pt x="2275" y="21"/>
                    <a:pt x="2249" y="0"/>
                    <a:pt x="2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65"/>
            <p:cNvSpPr/>
            <p:nvPr/>
          </p:nvSpPr>
          <p:spPr>
            <a:xfrm>
              <a:off x="382175" y="3870825"/>
              <a:ext cx="789025" cy="76475"/>
            </a:xfrm>
            <a:custGeom>
              <a:avLst/>
              <a:gdLst/>
              <a:ahLst/>
              <a:cxnLst/>
              <a:rect l="l" t="t" r="r" b="b"/>
              <a:pathLst>
                <a:path w="31561" h="3059" extrusionOk="0">
                  <a:moveTo>
                    <a:pt x="1" y="1"/>
                  </a:moveTo>
                  <a:lnTo>
                    <a:pt x="1" y="3059"/>
                  </a:lnTo>
                  <a:lnTo>
                    <a:pt x="31561" y="3059"/>
                  </a:lnTo>
                  <a:lnTo>
                    <a:pt x="31561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65"/>
            <p:cNvSpPr/>
            <p:nvPr/>
          </p:nvSpPr>
          <p:spPr>
            <a:xfrm>
              <a:off x="369325" y="3839300"/>
              <a:ext cx="814725" cy="9100"/>
            </a:xfrm>
            <a:custGeom>
              <a:avLst/>
              <a:gdLst/>
              <a:ahLst/>
              <a:cxnLst/>
              <a:rect l="l" t="t" r="r" b="b"/>
              <a:pathLst>
                <a:path w="32589" h="364" extrusionOk="0">
                  <a:moveTo>
                    <a:pt x="32589" y="364"/>
                  </a:moveTo>
                  <a:lnTo>
                    <a:pt x="1" y="364"/>
                  </a:lnTo>
                  <a:lnTo>
                    <a:pt x="2218" y="0"/>
                  </a:lnTo>
                  <a:lnTo>
                    <a:pt x="3098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65"/>
            <p:cNvSpPr/>
            <p:nvPr/>
          </p:nvSpPr>
          <p:spPr>
            <a:xfrm>
              <a:off x="368025" y="3838125"/>
              <a:ext cx="817200" cy="11450"/>
            </a:xfrm>
            <a:custGeom>
              <a:avLst/>
              <a:gdLst/>
              <a:ahLst/>
              <a:cxnLst/>
              <a:rect l="l" t="t" r="r" b="b"/>
              <a:pathLst>
                <a:path w="32688" h="458" extrusionOk="0">
                  <a:moveTo>
                    <a:pt x="31026" y="94"/>
                  </a:moveTo>
                  <a:lnTo>
                    <a:pt x="32200" y="359"/>
                  </a:lnTo>
                  <a:lnTo>
                    <a:pt x="655" y="359"/>
                  </a:lnTo>
                  <a:lnTo>
                    <a:pt x="2275" y="94"/>
                  </a:lnTo>
                  <a:close/>
                  <a:moveTo>
                    <a:pt x="2259" y="1"/>
                  </a:moveTo>
                  <a:lnTo>
                    <a:pt x="48" y="364"/>
                  </a:lnTo>
                  <a:cubicBezTo>
                    <a:pt x="22" y="364"/>
                    <a:pt x="1" y="390"/>
                    <a:pt x="6" y="411"/>
                  </a:cubicBezTo>
                  <a:cubicBezTo>
                    <a:pt x="6" y="437"/>
                    <a:pt x="27" y="458"/>
                    <a:pt x="53" y="458"/>
                  </a:cubicBezTo>
                  <a:lnTo>
                    <a:pt x="32641" y="458"/>
                  </a:lnTo>
                  <a:cubicBezTo>
                    <a:pt x="32662" y="458"/>
                    <a:pt x="32682" y="437"/>
                    <a:pt x="32688" y="416"/>
                  </a:cubicBezTo>
                  <a:cubicBezTo>
                    <a:pt x="32688" y="390"/>
                    <a:pt x="32672" y="369"/>
                    <a:pt x="32651" y="364"/>
                  </a:cubicBezTo>
                  <a:lnTo>
                    <a:pt x="31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65"/>
            <p:cNvSpPr/>
            <p:nvPr/>
          </p:nvSpPr>
          <p:spPr>
            <a:xfrm>
              <a:off x="385825" y="4100050"/>
              <a:ext cx="241950" cy="8325"/>
            </a:xfrm>
            <a:custGeom>
              <a:avLst/>
              <a:gdLst/>
              <a:ahLst/>
              <a:cxnLst/>
              <a:rect l="l" t="t" r="r" b="b"/>
              <a:pathLst>
                <a:path w="9678" h="333" extrusionOk="0">
                  <a:moveTo>
                    <a:pt x="431" y="0"/>
                  </a:moveTo>
                  <a:lnTo>
                    <a:pt x="0" y="333"/>
                  </a:lnTo>
                  <a:lnTo>
                    <a:pt x="9677" y="333"/>
                  </a:lnTo>
                  <a:lnTo>
                    <a:pt x="92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65"/>
            <p:cNvSpPr/>
            <p:nvPr/>
          </p:nvSpPr>
          <p:spPr>
            <a:xfrm>
              <a:off x="384125" y="4098875"/>
              <a:ext cx="245325" cy="10675"/>
            </a:xfrm>
            <a:custGeom>
              <a:avLst/>
              <a:gdLst/>
              <a:ahLst/>
              <a:cxnLst/>
              <a:rect l="l" t="t" r="r" b="b"/>
              <a:pathLst>
                <a:path w="9813" h="427" extrusionOk="0">
                  <a:moveTo>
                    <a:pt x="9299" y="94"/>
                  </a:moveTo>
                  <a:lnTo>
                    <a:pt x="9600" y="328"/>
                  </a:lnTo>
                  <a:lnTo>
                    <a:pt x="208" y="328"/>
                  </a:lnTo>
                  <a:lnTo>
                    <a:pt x="515" y="94"/>
                  </a:lnTo>
                  <a:close/>
                  <a:moveTo>
                    <a:pt x="499" y="1"/>
                  </a:moveTo>
                  <a:cubicBezTo>
                    <a:pt x="489" y="1"/>
                    <a:pt x="478" y="6"/>
                    <a:pt x="468" y="11"/>
                  </a:cubicBezTo>
                  <a:lnTo>
                    <a:pt x="37" y="338"/>
                  </a:lnTo>
                  <a:cubicBezTo>
                    <a:pt x="1" y="369"/>
                    <a:pt x="21" y="426"/>
                    <a:pt x="68" y="426"/>
                  </a:cubicBezTo>
                  <a:lnTo>
                    <a:pt x="9745" y="426"/>
                  </a:lnTo>
                  <a:cubicBezTo>
                    <a:pt x="9792" y="426"/>
                    <a:pt x="9813" y="369"/>
                    <a:pt x="9771" y="338"/>
                  </a:cubicBezTo>
                  <a:lnTo>
                    <a:pt x="9340" y="11"/>
                  </a:lnTo>
                  <a:cubicBezTo>
                    <a:pt x="9335" y="6"/>
                    <a:pt x="9325" y="1"/>
                    <a:pt x="9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65"/>
            <p:cNvSpPr/>
            <p:nvPr/>
          </p:nvSpPr>
          <p:spPr>
            <a:xfrm>
              <a:off x="421900" y="4079275"/>
              <a:ext cx="123575" cy="28725"/>
            </a:xfrm>
            <a:custGeom>
              <a:avLst/>
              <a:gdLst/>
              <a:ahLst/>
              <a:cxnLst/>
              <a:rect l="l" t="t" r="r" b="b"/>
              <a:pathLst>
                <a:path w="4943" h="1149" extrusionOk="0">
                  <a:moveTo>
                    <a:pt x="32" y="1"/>
                  </a:moveTo>
                  <a:cubicBezTo>
                    <a:pt x="16" y="1"/>
                    <a:pt x="0" y="11"/>
                    <a:pt x="0" y="27"/>
                  </a:cubicBezTo>
                  <a:lnTo>
                    <a:pt x="0" y="1122"/>
                  </a:lnTo>
                  <a:cubicBezTo>
                    <a:pt x="0" y="1138"/>
                    <a:pt x="16" y="1148"/>
                    <a:pt x="32" y="1148"/>
                  </a:cubicBezTo>
                  <a:lnTo>
                    <a:pt x="4917" y="1148"/>
                  </a:lnTo>
                  <a:cubicBezTo>
                    <a:pt x="4933" y="1148"/>
                    <a:pt x="4943" y="1138"/>
                    <a:pt x="4943" y="1122"/>
                  </a:cubicBezTo>
                  <a:lnTo>
                    <a:pt x="4943" y="27"/>
                  </a:lnTo>
                  <a:cubicBezTo>
                    <a:pt x="4943" y="11"/>
                    <a:pt x="4933" y="1"/>
                    <a:pt x="4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65"/>
            <p:cNvSpPr/>
            <p:nvPr/>
          </p:nvSpPr>
          <p:spPr>
            <a:xfrm>
              <a:off x="420725" y="4077975"/>
              <a:ext cx="125925" cy="31325"/>
            </a:xfrm>
            <a:custGeom>
              <a:avLst/>
              <a:gdLst/>
              <a:ahLst/>
              <a:cxnLst/>
              <a:rect l="l" t="t" r="r" b="b"/>
              <a:pathLst>
                <a:path w="5037" h="1253" extrusionOk="0">
                  <a:moveTo>
                    <a:pt x="4938" y="100"/>
                  </a:moveTo>
                  <a:lnTo>
                    <a:pt x="4938" y="1153"/>
                  </a:lnTo>
                  <a:lnTo>
                    <a:pt x="94" y="1153"/>
                  </a:lnTo>
                  <a:lnTo>
                    <a:pt x="99" y="100"/>
                  </a:lnTo>
                  <a:close/>
                  <a:moveTo>
                    <a:pt x="73" y="1"/>
                  </a:moveTo>
                  <a:cubicBezTo>
                    <a:pt x="32" y="1"/>
                    <a:pt x="1" y="37"/>
                    <a:pt x="1" y="79"/>
                  </a:cubicBezTo>
                  <a:lnTo>
                    <a:pt x="1" y="1174"/>
                  </a:lnTo>
                  <a:cubicBezTo>
                    <a:pt x="1" y="1216"/>
                    <a:pt x="32" y="1252"/>
                    <a:pt x="73" y="1252"/>
                  </a:cubicBezTo>
                  <a:lnTo>
                    <a:pt x="4964" y="1252"/>
                  </a:lnTo>
                  <a:cubicBezTo>
                    <a:pt x="5005" y="1252"/>
                    <a:pt x="5037" y="1216"/>
                    <a:pt x="5037" y="1174"/>
                  </a:cubicBezTo>
                  <a:lnTo>
                    <a:pt x="5037" y="79"/>
                  </a:lnTo>
                  <a:cubicBezTo>
                    <a:pt x="5037" y="37"/>
                    <a:pt x="5005" y="1"/>
                    <a:pt x="4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65"/>
            <p:cNvSpPr/>
            <p:nvPr/>
          </p:nvSpPr>
          <p:spPr>
            <a:xfrm>
              <a:off x="413450" y="4075525"/>
              <a:ext cx="155775" cy="123450"/>
            </a:xfrm>
            <a:custGeom>
              <a:avLst/>
              <a:gdLst/>
              <a:ahLst/>
              <a:cxnLst/>
              <a:rect l="l" t="t" r="r" b="b"/>
              <a:pathLst>
                <a:path w="6231" h="4938" extrusionOk="0">
                  <a:moveTo>
                    <a:pt x="5961" y="0"/>
                  </a:moveTo>
                  <a:lnTo>
                    <a:pt x="4424" y="5"/>
                  </a:lnTo>
                  <a:cubicBezTo>
                    <a:pt x="4352" y="5"/>
                    <a:pt x="4279" y="31"/>
                    <a:pt x="4232" y="83"/>
                  </a:cubicBezTo>
                  <a:lnTo>
                    <a:pt x="3806" y="519"/>
                  </a:lnTo>
                  <a:lnTo>
                    <a:pt x="473" y="519"/>
                  </a:lnTo>
                  <a:cubicBezTo>
                    <a:pt x="214" y="519"/>
                    <a:pt x="1" y="732"/>
                    <a:pt x="1" y="992"/>
                  </a:cubicBezTo>
                  <a:lnTo>
                    <a:pt x="11" y="4465"/>
                  </a:lnTo>
                  <a:cubicBezTo>
                    <a:pt x="11" y="4730"/>
                    <a:pt x="224" y="4938"/>
                    <a:pt x="484" y="4938"/>
                  </a:cubicBezTo>
                  <a:lnTo>
                    <a:pt x="5759" y="4922"/>
                  </a:lnTo>
                  <a:cubicBezTo>
                    <a:pt x="6018" y="4922"/>
                    <a:pt x="6231" y="4709"/>
                    <a:pt x="6231" y="4450"/>
                  </a:cubicBezTo>
                  <a:lnTo>
                    <a:pt x="6221" y="898"/>
                  </a:lnTo>
                  <a:lnTo>
                    <a:pt x="6221" y="260"/>
                  </a:lnTo>
                  <a:cubicBezTo>
                    <a:pt x="6221" y="114"/>
                    <a:pt x="6101" y="0"/>
                    <a:pt x="59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65"/>
            <p:cNvSpPr/>
            <p:nvPr/>
          </p:nvSpPr>
          <p:spPr>
            <a:xfrm>
              <a:off x="412300" y="4074350"/>
              <a:ext cx="158100" cy="125800"/>
            </a:xfrm>
            <a:custGeom>
              <a:avLst/>
              <a:gdLst/>
              <a:ahLst/>
              <a:cxnLst/>
              <a:rect l="l" t="t" r="r" b="b"/>
              <a:pathLst>
                <a:path w="6324" h="5032" extrusionOk="0">
                  <a:moveTo>
                    <a:pt x="6002" y="94"/>
                  </a:moveTo>
                  <a:cubicBezTo>
                    <a:pt x="6116" y="94"/>
                    <a:pt x="6209" y="187"/>
                    <a:pt x="6215" y="307"/>
                  </a:cubicBezTo>
                  <a:lnTo>
                    <a:pt x="6225" y="4497"/>
                  </a:lnTo>
                  <a:cubicBezTo>
                    <a:pt x="6225" y="4730"/>
                    <a:pt x="6033" y="4917"/>
                    <a:pt x="5799" y="4922"/>
                  </a:cubicBezTo>
                  <a:lnTo>
                    <a:pt x="530" y="4933"/>
                  </a:lnTo>
                  <a:cubicBezTo>
                    <a:pt x="296" y="4933"/>
                    <a:pt x="104" y="4746"/>
                    <a:pt x="104" y="4512"/>
                  </a:cubicBezTo>
                  <a:lnTo>
                    <a:pt x="94" y="1039"/>
                  </a:lnTo>
                  <a:cubicBezTo>
                    <a:pt x="94" y="805"/>
                    <a:pt x="281" y="613"/>
                    <a:pt x="519" y="613"/>
                  </a:cubicBezTo>
                  <a:lnTo>
                    <a:pt x="3852" y="613"/>
                  </a:lnTo>
                  <a:cubicBezTo>
                    <a:pt x="3863" y="613"/>
                    <a:pt x="3878" y="608"/>
                    <a:pt x="3889" y="598"/>
                  </a:cubicBezTo>
                  <a:lnTo>
                    <a:pt x="4309" y="161"/>
                  </a:lnTo>
                  <a:cubicBezTo>
                    <a:pt x="4351" y="120"/>
                    <a:pt x="4403" y="99"/>
                    <a:pt x="4465" y="99"/>
                  </a:cubicBezTo>
                  <a:lnTo>
                    <a:pt x="6002" y="94"/>
                  </a:lnTo>
                  <a:close/>
                  <a:moveTo>
                    <a:pt x="4465" y="1"/>
                  </a:moveTo>
                  <a:cubicBezTo>
                    <a:pt x="4382" y="6"/>
                    <a:pt x="4299" y="37"/>
                    <a:pt x="4242" y="99"/>
                  </a:cubicBezTo>
                  <a:lnTo>
                    <a:pt x="3832" y="520"/>
                  </a:lnTo>
                  <a:lnTo>
                    <a:pt x="519" y="520"/>
                  </a:lnTo>
                  <a:cubicBezTo>
                    <a:pt x="234" y="520"/>
                    <a:pt x="0" y="753"/>
                    <a:pt x="0" y="1039"/>
                  </a:cubicBezTo>
                  <a:lnTo>
                    <a:pt x="11" y="4512"/>
                  </a:lnTo>
                  <a:cubicBezTo>
                    <a:pt x="11" y="4798"/>
                    <a:pt x="239" y="5031"/>
                    <a:pt x="530" y="5031"/>
                  </a:cubicBezTo>
                  <a:lnTo>
                    <a:pt x="5805" y="5021"/>
                  </a:lnTo>
                  <a:cubicBezTo>
                    <a:pt x="6090" y="5021"/>
                    <a:pt x="6324" y="4787"/>
                    <a:pt x="6324" y="4497"/>
                  </a:cubicBezTo>
                  <a:lnTo>
                    <a:pt x="6313" y="307"/>
                  </a:lnTo>
                  <a:cubicBezTo>
                    <a:pt x="6313" y="136"/>
                    <a:pt x="6173" y="1"/>
                    <a:pt x="6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65"/>
            <p:cNvSpPr/>
            <p:nvPr/>
          </p:nvSpPr>
          <p:spPr>
            <a:xfrm>
              <a:off x="428525" y="4085250"/>
              <a:ext cx="123450" cy="28850"/>
            </a:xfrm>
            <a:custGeom>
              <a:avLst/>
              <a:gdLst/>
              <a:ahLst/>
              <a:cxnLst/>
              <a:rect l="l" t="t" r="r" b="b"/>
              <a:pathLst>
                <a:path w="4938" h="1154" extrusionOk="0">
                  <a:moveTo>
                    <a:pt x="31" y="1"/>
                  </a:moveTo>
                  <a:cubicBezTo>
                    <a:pt x="16" y="1"/>
                    <a:pt x="0" y="16"/>
                    <a:pt x="0" y="37"/>
                  </a:cubicBezTo>
                  <a:lnTo>
                    <a:pt x="0" y="1117"/>
                  </a:lnTo>
                  <a:cubicBezTo>
                    <a:pt x="0" y="1138"/>
                    <a:pt x="16" y="1153"/>
                    <a:pt x="31" y="1153"/>
                  </a:cubicBezTo>
                  <a:lnTo>
                    <a:pt x="4906" y="1153"/>
                  </a:lnTo>
                  <a:cubicBezTo>
                    <a:pt x="4922" y="1153"/>
                    <a:pt x="4937" y="1138"/>
                    <a:pt x="4937" y="1117"/>
                  </a:cubicBezTo>
                  <a:lnTo>
                    <a:pt x="4937" y="37"/>
                  </a:lnTo>
                  <a:cubicBezTo>
                    <a:pt x="4937" y="16"/>
                    <a:pt x="4922" y="1"/>
                    <a:pt x="4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65"/>
            <p:cNvSpPr/>
            <p:nvPr/>
          </p:nvSpPr>
          <p:spPr>
            <a:xfrm>
              <a:off x="427225" y="4084075"/>
              <a:ext cx="126050" cy="31175"/>
            </a:xfrm>
            <a:custGeom>
              <a:avLst/>
              <a:gdLst/>
              <a:ahLst/>
              <a:cxnLst/>
              <a:rect l="l" t="t" r="r" b="b"/>
              <a:pathLst>
                <a:path w="5042" h="1247" extrusionOk="0">
                  <a:moveTo>
                    <a:pt x="4943" y="100"/>
                  </a:moveTo>
                  <a:lnTo>
                    <a:pt x="4943" y="1148"/>
                  </a:lnTo>
                  <a:lnTo>
                    <a:pt x="99" y="1148"/>
                  </a:lnTo>
                  <a:lnTo>
                    <a:pt x="99" y="100"/>
                  </a:lnTo>
                  <a:close/>
                  <a:moveTo>
                    <a:pt x="89" y="1"/>
                  </a:moveTo>
                  <a:cubicBezTo>
                    <a:pt x="42" y="1"/>
                    <a:pt x="0" y="37"/>
                    <a:pt x="0" y="84"/>
                  </a:cubicBezTo>
                  <a:lnTo>
                    <a:pt x="0" y="1164"/>
                  </a:lnTo>
                  <a:cubicBezTo>
                    <a:pt x="0" y="1211"/>
                    <a:pt x="42" y="1247"/>
                    <a:pt x="89" y="1247"/>
                  </a:cubicBezTo>
                  <a:lnTo>
                    <a:pt x="4958" y="1247"/>
                  </a:lnTo>
                  <a:cubicBezTo>
                    <a:pt x="5005" y="1247"/>
                    <a:pt x="5041" y="1211"/>
                    <a:pt x="5041" y="1164"/>
                  </a:cubicBezTo>
                  <a:lnTo>
                    <a:pt x="5041" y="84"/>
                  </a:lnTo>
                  <a:cubicBezTo>
                    <a:pt x="5041" y="37"/>
                    <a:pt x="5005" y="1"/>
                    <a:pt x="49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65"/>
            <p:cNvSpPr/>
            <p:nvPr/>
          </p:nvSpPr>
          <p:spPr>
            <a:xfrm>
              <a:off x="419950" y="4081625"/>
              <a:ext cx="155775" cy="123450"/>
            </a:xfrm>
            <a:custGeom>
              <a:avLst/>
              <a:gdLst/>
              <a:ahLst/>
              <a:cxnLst/>
              <a:rect l="l" t="t" r="r" b="b"/>
              <a:pathLst>
                <a:path w="6231" h="4938" extrusionOk="0">
                  <a:moveTo>
                    <a:pt x="4424" y="0"/>
                  </a:moveTo>
                  <a:cubicBezTo>
                    <a:pt x="4351" y="0"/>
                    <a:pt x="4284" y="31"/>
                    <a:pt x="4232" y="83"/>
                  </a:cubicBezTo>
                  <a:lnTo>
                    <a:pt x="3811" y="519"/>
                  </a:lnTo>
                  <a:lnTo>
                    <a:pt x="473" y="519"/>
                  </a:lnTo>
                  <a:cubicBezTo>
                    <a:pt x="213" y="519"/>
                    <a:pt x="1" y="732"/>
                    <a:pt x="6" y="992"/>
                  </a:cubicBezTo>
                  <a:lnTo>
                    <a:pt x="11" y="4465"/>
                  </a:lnTo>
                  <a:cubicBezTo>
                    <a:pt x="11" y="4725"/>
                    <a:pt x="224" y="4938"/>
                    <a:pt x="489" y="4938"/>
                  </a:cubicBezTo>
                  <a:lnTo>
                    <a:pt x="5758" y="4922"/>
                  </a:lnTo>
                  <a:cubicBezTo>
                    <a:pt x="6018" y="4922"/>
                    <a:pt x="6231" y="4709"/>
                    <a:pt x="6231" y="4450"/>
                  </a:cubicBezTo>
                  <a:lnTo>
                    <a:pt x="6220" y="898"/>
                  </a:lnTo>
                  <a:lnTo>
                    <a:pt x="6220" y="260"/>
                  </a:lnTo>
                  <a:cubicBezTo>
                    <a:pt x="6220" y="114"/>
                    <a:pt x="6106" y="0"/>
                    <a:pt x="59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65"/>
            <p:cNvSpPr/>
            <p:nvPr/>
          </p:nvSpPr>
          <p:spPr>
            <a:xfrm>
              <a:off x="418775" y="4080200"/>
              <a:ext cx="158250" cy="126050"/>
            </a:xfrm>
            <a:custGeom>
              <a:avLst/>
              <a:gdLst/>
              <a:ahLst/>
              <a:cxnLst/>
              <a:rect l="l" t="t" r="r" b="b"/>
              <a:pathLst>
                <a:path w="6330" h="5042" extrusionOk="0">
                  <a:moveTo>
                    <a:pt x="6008" y="99"/>
                  </a:moveTo>
                  <a:cubicBezTo>
                    <a:pt x="6122" y="99"/>
                    <a:pt x="6215" y="197"/>
                    <a:pt x="6215" y="312"/>
                  </a:cubicBezTo>
                  <a:lnTo>
                    <a:pt x="6226" y="4501"/>
                  </a:lnTo>
                  <a:cubicBezTo>
                    <a:pt x="6231" y="4735"/>
                    <a:pt x="6039" y="4927"/>
                    <a:pt x="5805" y="4927"/>
                  </a:cubicBezTo>
                  <a:lnTo>
                    <a:pt x="530" y="4943"/>
                  </a:lnTo>
                  <a:cubicBezTo>
                    <a:pt x="297" y="4943"/>
                    <a:pt x="110" y="4751"/>
                    <a:pt x="110" y="4517"/>
                  </a:cubicBezTo>
                  <a:lnTo>
                    <a:pt x="99" y="1044"/>
                  </a:lnTo>
                  <a:cubicBezTo>
                    <a:pt x="99" y="810"/>
                    <a:pt x="286" y="623"/>
                    <a:pt x="520" y="618"/>
                  </a:cubicBezTo>
                  <a:lnTo>
                    <a:pt x="3858" y="623"/>
                  </a:lnTo>
                  <a:cubicBezTo>
                    <a:pt x="3869" y="623"/>
                    <a:pt x="3884" y="618"/>
                    <a:pt x="3889" y="608"/>
                  </a:cubicBezTo>
                  <a:lnTo>
                    <a:pt x="4315" y="171"/>
                  </a:lnTo>
                  <a:cubicBezTo>
                    <a:pt x="4357" y="130"/>
                    <a:pt x="4409" y="104"/>
                    <a:pt x="4466" y="104"/>
                  </a:cubicBezTo>
                  <a:lnTo>
                    <a:pt x="6008" y="99"/>
                  </a:lnTo>
                  <a:close/>
                  <a:moveTo>
                    <a:pt x="6008" y="0"/>
                  </a:moveTo>
                  <a:lnTo>
                    <a:pt x="4471" y="5"/>
                  </a:lnTo>
                  <a:cubicBezTo>
                    <a:pt x="4383" y="5"/>
                    <a:pt x="4305" y="42"/>
                    <a:pt x="4248" y="104"/>
                  </a:cubicBezTo>
                  <a:lnTo>
                    <a:pt x="3837" y="525"/>
                  </a:lnTo>
                  <a:lnTo>
                    <a:pt x="525" y="525"/>
                  </a:lnTo>
                  <a:cubicBezTo>
                    <a:pt x="234" y="525"/>
                    <a:pt x="1" y="758"/>
                    <a:pt x="6" y="1049"/>
                  </a:cubicBezTo>
                  <a:lnTo>
                    <a:pt x="11" y="4522"/>
                  </a:lnTo>
                  <a:cubicBezTo>
                    <a:pt x="11" y="4808"/>
                    <a:pt x="245" y="5041"/>
                    <a:pt x="530" y="5041"/>
                  </a:cubicBezTo>
                  <a:lnTo>
                    <a:pt x="536" y="5036"/>
                  </a:lnTo>
                  <a:lnTo>
                    <a:pt x="5810" y="5021"/>
                  </a:lnTo>
                  <a:cubicBezTo>
                    <a:pt x="5813" y="5021"/>
                    <a:pt x="5816" y="5021"/>
                    <a:pt x="5819" y="5021"/>
                  </a:cubicBezTo>
                  <a:cubicBezTo>
                    <a:pt x="6101" y="5021"/>
                    <a:pt x="6329" y="4784"/>
                    <a:pt x="6329" y="4501"/>
                  </a:cubicBezTo>
                  <a:lnTo>
                    <a:pt x="6314" y="312"/>
                  </a:lnTo>
                  <a:cubicBezTo>
                    <a:pt x="6314" y="140"/>
                    <a:pt x="6179" y="0"/>
                    <a:pt x="6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65"/>
            <p:cNvSpPr/>
            <p:nvPr/>
          </p:nvSpPr>
          <p:spPr>
            <a:xfrm>
              <a:off x="385825" y="4108350"/>
              <a:ext cx="241950" cy="163950"/>
            </a:xfrm>
            <a:custGeom>
              <a:avLst/>
              <a:gdLst/>
              <a:ahLst/>
              <a:cxnLst/>
              <a:rect l="l" t="t" r="r" b="b"/>
              <a:pathLst>
                <a:path w="9678" h="6558" extrusionOk="0">
                  <a:moveTo>
                    <a:pt x="0" y="1"/>
                  </a:moveTo>
                  <a:lnTo>
                    <a:pt x="0" y="6558"/>
                  </a:lnTo>
                  <a:lnTo>
                    <a:pt x="9677" y="6558"/>
                  </a:lnTo>
                  <a:lnTo>
                    <a:pt x="96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65"/>
            <p:cNvSpPr/>
            <p:nvPr/>
          </p:nvSpPr>
          <p:spPr>
            <a:xfrm>
              <a:off x="385825" y="4108350"/>
              <a:ext cx="241950" cy="163950"/>
            </a:xfrm>
            <a:custGeom>
              <a:avLst/>
              <a:gdLst/>
              <a:ahLst/>
              <a:cxnLst/>
              <a:rect l="l" t="t" r="r" b="b"/>
              <a:pathLst>
                <a:path w="9678" h="6558" extrusionOk="0">
                  <a:moveTo>
                    <a:pt x="0" y="1"/>
                  </a:moveTo>
                  <a:lnTo>
                    <a:pt x="9677" y="1"/>
                  </a:lnTo>
                  <a:lnTo>
                    <a:pt x="9677" y="6558"/>
                  </a:lnTo>
                  <a:lnTo>
                    <a:pt x="0" y="655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100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65"/>
            <p:cNvSpPr/>
            <p:nvPr/>
          </p:nvSpPr>
          <p:spPr>
            <a:xfrm>
              <a:off x="384525" y="4107050"/>
              <a:ext cx="244425" cy="166425"/>
            </a:xfrm>
            <a:custGeom>
              <a:avLst/>
              <a:gdLst/>
              <a:ahLst/>
              <a:cxnLst/>
              <a:rect l="l" t="t" r="r" b="b"/>
              <a:pathLst>
                <a:path w="9777" h="6657" extrusionOk="0">
                  <a:moveTo>
                    <a:pt x="9678" y="99"/>
                  </a:moveTo>
                  <a:lnTo>
                    <a:pt x="9678" y="6563"/>
                  </a:lnTo>
                  <a:lnTo>
                    <a:pt x="99" y="6563"/>
                  </a:lnTo>
                  <a:lnTo>
                    <a:pt x="99" y="99"/>
                  </a:lnTo>
                  <a:close/>
                  <a:moveTo>
                    <a:pt x="52" y="1"/>
                  </a:moveTo>
                  <a:cubicBezTo>
                    <a:pt x="26" y="1"/>
                    <a:pt x="0" y="27"/>
                    <a:pt x="0" y="53"/>
                  </a:cubicBezTo>
                  <a:lnTo>
                    <a:pt x="0" y="6610"/>
                  </a:lnTo>
                  <a:cubicBezTo>
                    <a:pt x="0" y="6636"/>
                    <a:pt x="26" y="6657"/>
                    <a:pt x="52" y="6657"/>
                  </a:cubicBezTo>
                  <a:lnTo>
                    <a:pt x="9729" y="6657"/>
                  </a:lnTo>
                  <a:cubicBezTo>
                    <a:pt x="9755" y="6657"/>
                    <a:pt x="9776" y="6636"/>
                    <a:pt x="9776" y="6610"/>
                  </a:cubicBezTo>
                  <a:lnTo>
                    <a:pt x="9776" y="53"/>
                  </a:lnTo>
                  <a:cubicBezTo>
                    <a:pt x="9776" y="27"/>
                    <a:pt x="9755" y="1"/>
                    <a:pt x="9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65"/>
            <p:cNvSpPr/>
            <p:nvPr/>
          </p:nvSpPr>
          <p:spPr>
            <a:xfrm>
              <a:off x="476800" y="4129250"/>
              <a:ext cx="59850" cy="8725"/>
            </a:xfrm>
            <a:custGeom>
              <a:avLst/>
              <a:gdLst/>
              <a:ahLst/>
              <a:cxnLst/>
              <a:rect l="l" t="t" r="r" b="b"/>
              <a:pathLst>
                <a:path w="2394" h="349" extrusionOk="0">
                  <a:moveTo>
                    <a:pt x="0" y="1"/>
                  </a:moveTo>
                  <a:lnTo>
                    <a:pt x="0" y="348"/>
                  </a:lnTo>
                  <a:lnTo>
                    <a:pt x="2394" y="348"/>
                  </a:lnTo>
                  <a:lnTo>
                    <a:pt x="23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65"/>
            <p:cNvSpPr/>
            <p:nvPr/>
          </p:nvSpPr>
          <p:spPr>
            <a:xfrm>
              <a:off x="475625" y="4127950"/>
              <a:ext cx="62325" cy="11325"/>
            </a:xfrm>
            <a:custGeom>
              <a:avLst/>
              <a:gdLst/>
              <a:ahLst/>
              <a:cxnLst/>
              <a:rect l="l" t="t" r="r" b="b"/>
              <a:pathLst>
                <a:path w="2493" h="453" extrusionOk="0">
                  <a:moveTo>
                    <a:pt x="2394" y="99"/>
                  </a:moveTo>
                  <a:lnTo>
                    <a:pt x="2394" y="354"/>
                  </a:lnTo>
                  <a:lnTo>
                    <a:pt x="99" y="354"/>
                  </a:lnTo>
                  <a:lnTo>
                    <a:pt x="99" y="99"/>
                  </a:lnTo>
                  <a:close/>
                  <a:moveTo>
                    <a:pt x="47" y="1"/>
                  </a:moveTo>
                  <a:cubicBezTo>
                    <a:pt x="22" y="6"/>
                    <a:pt x="1" y="27"/>
                    <a:pt x="1" y="53"/>
                  </a:cubicBezTo>
                  <a:lnTo>
                    <a:pt x="1" y="400"/>
                  </a:lnTo>
                  <a:cubicBezTo>
                    <a:pt x="1" y="432"/>
                    <a:pt x="22" y="452"/>
                    <a:pt x="47" y="452"/>
                  </a:cubicBezTo>
                  <a:lnTo>
                    <a:pt x="2441" y="452"/>
                  </a:lnTo>
                  <a:cubicBezTo>
                    <a:pt x="2467" y="452"/>
                    <a:pt x="2493" y="432"/>
                    <a:pt x="2493" y="400"/>
                  </a:cubicBezTo>
                  <a:lnTo>
                    <a:pt x="2493" y="53"/>
                  </a:lnTo>
                  <a:cubicBezTo>
                    <a:pt x="2488" y="27"/>
                    <a:pt x="2467" y="6"/>
                    <a:pt x="2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65"/>
            <p:cNvSpPr/>
            <p:nvPr/>
          </p:nvSpPr>
          <p:spPr>
            <a:xfrm>
              <a:off x="504325" y="3673550"/>
              <a:ext cx="46875" cy="44050"/>
            </a:xfrm>
            <a:custGeom>
              <a:avLst/>
              <a:gdLst/>
              <a:ahLst/>
              <a:cxnLst/>
              <a:rect l="l" t="t" r="r" b="b"/>
              <a:pathLst>
                <a:path w="1875" h="1762" extrusionOk="0">
                  <a:moveTo>
                    <a:pt x="187" y="1"/>
                  </a:moveTo>
                  <a:cubicBezTo>
                    <a:pt x="187" y="1"/>
                    <a:pt x="125" y="1361"/>
                    <a:pt x="0" y="1641"/>
                  </a:cubicBezTo>
                  <a:cubicBezTo>
                    <a:pt x="0" y="1641"/>
                    <a:pt x="483" y="1761"/>
                    <a:pt x="1058" y="1761"/>
                  </a:cubicBezTo>
                  <a:cubicBezTo>
                    <a:pt x="1303" y="1761"/>
                    <a:pt x="1564" y="1740"/>
                    <a:pt x="1812" y="1678"/>
                  </a:cubicBezTo>
                  <a:lnTo>
                    <a:pt x="1874" y="27"/>
                  </a:lnTo>
                  <a:lnTo>
                    <a:pt x="1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65"/>
            <p:cNvSpPr/>
            <p:nvPr/>
          </p:nvSpPr>
          <p:spPr>
            <a:xfrm>
              <a:off x="503025" y="3672375"/>
              <a:ext cx="49475" cy="46500"/>
            </a:xfrm>
            <a:custGeom>
              <a:avLst/>
              <a:gdLst/>
              <a:ahLst/>
              <a:cxnLst/>
              <a:rect l="l" t="t" r="r" b="b"/>
              <a:pathLst>
                <a:path w="1979" h="1860" extrusionOk="0">
                  <a:moveTo>
                    <a:pt x="291" y="100"/>
                  </a:moveTo>
                  <a:lnTo>
                    <a:pt x="1880" y="120"/>
                  </a:lnTo>
                  <a:lnTo>
                    <a:pt x="1817" y="1688"/>
                  </a:lnTo>
                  <a:cubicBezTo>
                    <a:pt x="1588" y="1742"/>
                    <a:pt x="1347" y="1761"/>
                    <a:pt x="1120" y="1761"/>
                  </a:cubicBezTo>
                  <a:cubicBezTo>
                    <a:pt x="661" y="1761"/>
                    <a:pt x="257" y="1683"/>
                    <a:pt x="114" y="1652"/>
                  </a:cubicBezTo>
                  <a:cubicBezTo>
                    <a:pt x="218" y="1320"/>
                    <a:pt x="275" y="328"/>
                    <a:pt x="291" y="100"/>
                  </a:cubicBezTo>
                  <a:close/>
                  <a:moveTo>
                    <a:pt x="244" y="1"/>
                  </a:moveTo>
                  <a:cubicBezTo>
                    <a:pt x="218" y="1"/>
                    <a:pt x="192" y="22"/>
                    <a:pt x="192" y="48"/>
                  </a:cubicBezTo>
                  <a:cubicBezTo>
                    <a:pt x="192" y="58"/>
                    <a:pt x="125" y="1397"/>
                    <a:pt x="5" y="1667"/>
                  </a:cubicBezTo>
                  <a:cubicBezTo>
                    <a:pt x="0" y="1683"/>
                    <a:pt x="0" y="1699"/>
                    <a:pt x="5" y="1709"/>
                  </a:cubicBezTo>
                  <a:cubicBezTo>
                    <a:pt x="11" y="1719"/>
                    <a:pt x="26" y="1730"/>
                    <a:pt x="37" y="1735"/>
                  </a:cubicBezTo>
                  <a:cubicBezTo>
                    <a:pt x="390" y="1813"/>
                    <a:pt x="748" y="1854"/>
                    <a:pt x="1106" y="1860"/>
                  </a:cubicBezTo>
                  <a:cubicBezTo>
                    <a:pt x="1366" y="1860"/>
                    <a:pt x="1625" y="1828"/>
                    <a:pt x="1874" y="1771"/>
                  </a:cubicBezTo>
                  <a:cubicBezTo>
                    <a:pt x="1895" y="1766"/>
                    <a:pt x="1911" y="1745"/>
                    <a:pt x="1911" y="1725"/>
                  </a:cubicBezTo>
                  <a:lnTo>
                    <a:pt x="1978" y="74"/>
                  </a:lnTo>
                  <a:cubicBezTo>
                    <a:pt x="1978" y="48"/>
                    <a:pt x="1957" y="22"/>
                    <a:pt x="1932" y="22"/>
                  </a:cubicBezTo>
                  <a:lnTo>
                    <a:pt x="2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65"/>
            <p:cNvSpPr/>
            <p:nvPr/>
          </p:nvSpPr>
          <p:spPr>
            <a:xfrm>
              <a:off x="566100" y="3638775"/>
              <a:ext cx="47000" cy="43900"/>
            </a:xfrm>
            <a:custGeom>
              <a:avLst/>
              <a:gdLst/>
              <a:ahLst/>
              <a:cxnLst/>
              <a:rect l="l" t="t" r="r" b="b"/>
              <a:pathLst>
                <a:path w="1880" h="1756" extrusionOk="0">
                  <a:moveTo>
                    <a:pt x="192" y="0"/>
                  </a:moveTo>
                  <a:cubicBezTo>
                    <a:pt x="192" y="0"/>
                    <a:pt x="125" y="1355"/>
                    <a:pt x="0" y="1636"/>
                  </a:cubicBezTo>
                  <a:cubicBezTo>
                    <a:pt x="0" y="1636"/>
                    <a:pt x="486" y="1756"/>
                    <a:pt x="1061" y="1756"/>
                  </a:cubicBezTo>
                  <a:cubicBezTo>
                    <a:pt x="1305" y="1756"/>
                    <a:pt x="1566" y="1734"/>
                    <a:pt x="1812" y="1672"/>
                  </a:cubicBezTo>
                  <a:lnTo>
                    <a:pt x="1880" y="21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65"/>
            <p:cNvSpPr/>
            <p:nvPr/>
          </p:nvSpPr>
          <p:spPr>
            <a:xfrm>
              <a:off x="564925" y="3637475"/>
              <a:ext cx="49475" cy="46500"/>
            </a:xfrm>
            <a:custGeom>
              <a:avLst/>
              <a:gdLst/>
              <a:ahLst/>
              <a:cxnLst/>
              <a:rect l="l" t="t" r="r" b="b"/>
              <a:pathLst>
                <a:path w="1979" h="1860" extrusionOk="0">
                  <a:moveTo>
                    <a:pt x="286" y="99"/>
                  </a:moveTo>
                  <a:lnTo>
                    <a:pt x="1880" y="125"/>
                  </a:lnTo>
                  <a:lnTo>
                    <a:pt x="1818" y="1688"/>
                  </a:lnTo>
                  <a:cubicBezTo>
                    <a:pt x="1588" y="1741"/>
                    <a:pt x="1345" y="1760"/>
                    <a:pt x="1117" y="1760"/>
                  </a:cubicBezTo>
                  <a:cubicBezTo>
                    <a:pt x="659" y="1760"/>
                    <a:pt x="257" y="1684"/>
                    <a:pt x="115" y="1657"/>
                  </a:cubicBezTo>
                  <a:lnTo>
                    <a:pt x="110" y="1657"/>
                  </a:lnTo>
                  <a:cubicBezTo>
                    <a:pt x="214" y="1319"/>
                    <a:pt x="271" y="333"/>
                    <a:pt x="286" y="99"/>
                  </a:cubicBezTo>
                  <a:close/>
                  <a:moveTo>
                    <a:pt x="245" y="0"/>
                  </a:moveTo>
                  <a:cubicBezTo>
                    <a:pt x="219" y="0"/>
                    <a:pt x="193" y="21"/>
                    <a:pt x="193" y="47"/>
                  </a:cubicBezTo>
                  <a:cubicBezTo>
                    <a:pt x="193" y="63"/>
                    <a:pt x="125" y="1397"/>
                    <a:pt x="6" y="1667"/>
                  </a:cubicBezTo>
                  <a:cubicBezTo>
                    <a:pt x="1" y="1682"/>
                    <a:pt x="1" y="1698"/>
                    <a:pt x="6" y="1708"/>
                  </a:cubicBezTo>
                  <a:cubicBezTo>
                    <a:pt x="11" y="1724"/>
                    <a:pt x="27" y="1734"/>
                    <a:pt x="37" y="1734"/>
                  </a:cubicBezTo>
                  <a:cubicBezTo>
                    <a:pt x="390" y="1817"/>
                    <a:pt x="748" y="1859"/>
                    <a:pt x="1106" y="1859"/>
                  </a:cubicBezTo>
                  <a:cubicBezTo>
                    <a:pt x="1125" y="1859"/>
                    <a:pt x="1144" y="1860"/>
                    <a:pt x="1162" y="1860"/>
                  </a:cubicBezTo>
                  <a:cubicBezTo>
                    <a:pt x="1403" y="1860"/>
                    <a:pt x="1644" y="1829"/>
                    <a:pt x="1875" y="1771"/>
                  </a:cubicBezTo>
                  <a:cubicBezTo>
                    <a:pt x="1896" y="1766"/>
                    <a:pt x="1911" y="1750"/>
                    <a:pt x="1911" y="1729"/>
                  </a:cubicBezTo>
                  <a:lnTo>
                    <a:pt x="1979" y="73"/>
                  </a:lnTo>
                  <a:cubicBezTo>
                    <a:pt x="1979" y="63"/>
                    <a:pt x="1973" y="52"/>
                    <a:pt x="1963" y="42"/>
                  </a:cubicBezTo>
                  <a:cubicBezTo>
                    <a:pt x="1958" y="32"/>
                    <a:pt x="1942" y="26"/>
                    <a:pt x="1932" y="26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65"/>
            <p:cNvSpPr/>
            <p:nvPr/>
          </p:nvSpPr>
          <p:spPr>
            <a:xfrm>
              <a:off x="568950" y="3690025"/>
              <a:ext cx="46875" cy="44050"/>
            </a:xfrm>
            <a:custGeom>
              <a:avLst/>
              <a:gdLst/>
              <a:ahLst/>
              <a:cxnLst/>
              <a:rect l="l" t="t" r="r" b="b"/>
              <a:pathLst>
                <a:path w="1875" h="1762" extrusionOk="0">
                  <a:moveTo>
                    <a:pt x="187" y="1"/>
                  </a:moveTo>
                  <a:cubicBezTo>
                    <a:pt x="187" y="1"/>
                    <a:pt x="125" y="1361"/>
                    <a:pt x="1" y="1642"/>
                  </a:cubicBezTo>
                  <a:cubicBezTo>
                    <a:pt x="1" y="1642"/>
                    <a:pt x="483" y="1762"/>
                    <a:pt x="1058" y="1762"/>
                  </a:cubicBezTo>
                  <a:cubicBezTo>
                    <a:pt x="1303" y="1762"/>
                    <a:pt x="1565" y="1740"/>
                    <a:pt x="1812" y="1678"/>
                  </a:cubicBezTo>
                  <a:lnTo>
                    <a:pt x="1875" y="27"/>
                  </a:lnTo>
                  <a:lnTo>
                    <a:pt x="1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65"/>
            <p:cNvSpPr/>
            <p:nvPr/>
          </p:nvSpPr>
          <p:spPr>
            <a:xfrm>
              <a:off x="567650" y="3688875"/>
              <a:ext cx="49475" cy="46475"/>
            </a:xfrm>
            <a:custGeom>
              <a:avLst/>
              <a:gdLst/>
              <a:ahLst/>
              <a:cxnLst/>
              <a:rect l="l" t="t" r="r" b="b"/>
              <a:pathLst>
                <a:path w="1979" h="1859" extrusionOk="0">
                  <a:moveTo>
                    <a:pt x="286" y="99"/>
                  </a:moveTo>
                  <a:lnTo>
                    <a:pt x="1880" y="120"/>
                  </a:lnTo>
                  <a:lnTo>
                    <a:pt x="1818" y="1688"/>
                  </a:lnTo>
                  <a:cubicBezTo>
                    <a:pt x="1589" y="1741"/>
                    <a:pt x="1347" y="1760"/>
                    <a:pt x="1119" y="1760"/>
                  </a:cubicBezTo>
                  <a:cubicBezTo>
                    <a:pt x="659" y="1760"/>
                    <a:pt x="254" y="1682"/>
                    <a:pt x="115" y="1651"/>
                  </a:cubicBezTo>
                  <a:cubicBezTo>
                    <a:pt x="219" y="1319"/>
                    <a:pt x="276" y="333"/>
                    <a:pt x="286" y="99"/>
                  </a:cubicBezTo>
                  <a:close/>
                  <a:moveTo>
                    <a:pt x="239" y="0"/>
                  </a:moveTo>
                  <a:cubicBezTo>
                    <a:pt x="214" y="0"/>
                    <a:pt x="193" y="21"/>
                    <a:pt x="193" y="47"/>
                  </a:cubicBezTo>
                  <a:cubicBezTo>
                    <a:pt x="193" y="57"/>
                    <a:pt x="125" y="1397"/>
                    <a:pt x="6" y="1667"/>
                  </a:cubicBezTo>
                  <a:cubicBezTo>
                    <a:pt x="1" y="1682"/>
                    <a:pt x="1" y="1698"/>
                    <a:pt x="6" y="1708"/>
                  </a:cubicBezTo>
                  <a:cubicBezTo>
                    <a:pt x="11" y="1724"/>
                    <a:pt x="27" y="1734"/>
                    <a:pt x="37" y="1734"/>
                  </a:cubicBezTo>
                  <a:cubicBezTo>
                    <a:pt x="390" y="1817"/>
                    <a:pt x="748" y="1859"/>
                    <a:pt x="1107" y="1859"/>
                  </a:cubicBezTo>
                  <a:cubicBezTo>
                    <a:pt x="1366" y="1859"/>
                    <a:pt x="1626" y="1833"/>
                    <a:pt x="1875" y="1771"/>
                  </a:cubicBezTo>
                  <a:cubicBezTo>
                    <a:pt x="1896" y="1765"/>
                    <a:pt x="1911" y="1750"/>
                    <a:pt x="1911" y="1724"/>
                  </a:cubicBezTo>
                  <a:lnTo>
                    <a:pt x="1979" y="73"/>
                  </a:lnTo>
                  <a:cubicBezTo>
                    <a:pt x="1979" y="63"/>
                    <a:pt x="1974" y="47"/>
                    <a:pt x="1963" y="42"/>
                  </a:cubicBezTo>
                  <a:cubicBezTo>
                    <a:pt x="1953" y="31"/>
                    <a:pt x="1942" y="26"/>
                    <a:pt x="1927" y="26"/>
                  </a:cubicBezTo>
                  <a:lnTo>
                    <a:pt x="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65"/>
            <p:cNvSpPr/>
            <p:nvPr/>
          </p:nvSpPr>
          <p:spPr>
            <a:xfrm>
              <a:off x="638125" y="3605675"/>
              <a:ext cx="338400" cy="217425"/>
            </a:xfrm>
            <a:custGeom>
              <a:avLst/>
              <a:gdLst/>
              <a:ahLst/>
              <a:cxnLst/>
              <a:rect l="l" t="t" r="r" b="b"/>
              <a:pathLst>
                <a:path w="13536" h="8697" extrusionOk="0">
                  <a:moveTo>
                    <a:pt x="307" y="0"/>
                  </a:moveTo>
                  <a:cubicBezTo>
                    <a:pt x="136" y="0"/>
                    <a:pt x="1" y="141"/>
                    <a:pt x="1" y="307"/>
                  </a:cubicBezTo>
                  <a:lnTo>
                    <a:pt x="1" y="8390"/>
                  </a:lnTo>
                  <a:cubicBezTo>
                    <a:pt x="1" y="8561"/>
                    <a:pt x="136" y="8696"/>
                    <a:pt x="307" y="8696"/>
                  </a:cubicBezTo>
                  <a:lnTo>
                    <a:pt x="13234" y="8696"/>
                  </a:lnTo>
                  <a:cubicBezTo>
                    <a:pt x="13400" y="8696"/>
                    <a:pt x="13535" y="8561"/>
                    <a:pt x="13535" y="8390"/>
                  </a:cubicBezTo>
                  <a:lnTo>
                    <a:pt x="13535" y="307"/>
                  </a:lnTo>
                  <a:cubicBezTo>
                    <a:pt x="13535" y="141"/>
                    <a:pt x="13400" y="0"/>
                    <a:pt x="132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65"/>
            <p:cNvSpPr/>
            <p:nvPr/>
          </p:nvSpPr>
          <p:spPr>
            <a:xfrm>
              <a:off x="638125" y="3605675"/>
              <a:ext cx="338400" cy="217425"/>
            </a:xfrm>
            <a:custGeom>
              <a:avLst/>
              <a:gdLst/>
              <a:ahLst/>
              <a:cxnLst/>
              <a:rect l="l" t="t" r="r" b="b"/>
              <a:pathLst>
                <a:path w="13536" h="8697" extrusionOk="0">
                  <a:moveTo>
                    <a:pt x="13234" y="8696"/>
                  </a:moveTo>
                  <a:lnTo>
                    <a:pt x="307" y="8696"/>
                  </a:lnTo>
                  <a:cubicBezTo>
                    <a:pt x="136" y="8696"/>
                    <a:pt x="1" y="8561"/>
                    <a:pt x="1" y="8390"/>
                  </a:cubicBezTo>
                  <a:lnTo>
                    <a:pt x="1" y="307"/>
                  </a:lnTo>
                  <a:cubicBezTo>
                    <a:pt x="1" y="141"/>
                    <a:pt x="136" y="0"/>
                    <a:pt x="307" y="0"/>
                  </a:cubicBezTo>
                  <a:lnTo>
                    <a:pt x="13234" y="0"/>
                  </a:lnTo>
                  <a:cubicBezTo>
                    <a:pt x="13400" y="0"/>
                    <a:pt x="13535" y="141"/>
                    <a:pt x="13535" y="307"/>
                  </a:cubicBezTo>
                  <a:lnTo>
                    <a:pt x="13535" y="8390"/>
                  </a:lnTo>
                  <a:cubicBezTo>
                    <a:pt x="13535" y="8561"/>
                    <a:pt x="13400" y="8696"/>
                    <a:pt x="13234" y="869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65"/>
            <p:cNvSpPr/>
            <p:nvPr/>
          </p:nvSpPr>
          <p:spPr>
            <a:xfrm>
              <a:off x="638125" y="3605800"/>
              <a:ext cx="338525" cy="193550"/>
            </a:xfrm>
            <a:custGeom>
              <a:avLst/>
              <a:gdLst/>
              <a:ahLst/>
              <a:cxnLst/>
              <a:rect l="l" t="t" r="r" b="b"/>
              <a:pathLst>
                <a:path w="13541" h="7742" extrusionOk="0">
                  <a:moveTo>
                    <a:pt x="307" y="1"/>
                  </a:moveTo>
                  <a:cubicBezTo>
                    <a:pt x="136" y="1"/>
                    <a:pt x="1" y="136"/>
                    <a:pt x="1" y="302"/>
                  </a:cubicBezTo>
                  <a:lnTo>
                    <a:pt x="1" y="7741"/>
                  </a:lnTo>
                  <a:lnTo>
                    <a:pt x="13541" y="7741"/>
                  </a:lnTo>
                  <a:lnTo>
                    <a:pt x="13541" y="302"/>
                  </a:lnTo>
                  <a:cubicBezTo>
                    <a:pt x="13541" y="136"/>
                    <a:pt x="13400" y="1"/>
                    <a:pt x="13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65"/>
            <p:cNvSpPr/>
            <p:nvPr/>
          </p:nvSpPr>
          <p:spPr>
            <a:xfrm>
              <a:off x="636975" y="3604500"/>
              <a:ext cx="340850" cy="196025"/>
            </a:xfrm>
            <a:custGeom>
              <a:avLst/>
              <a:gdLst/>
              <a:ahLst/>
              <a:cxnLst/>
              <a:rect l="l" t="t" r="r" b="b"/>
              <a:pathLst>
                <a:path w="13634" h="7841" extrusionOk="0">
                  <a:moveTo>
                    <a:pt x="13280" y="99"/>
                  </a:moveTo>
                  <a:cubicBezTo>
                    <a:pt x="13421" y="99"/>
                    <a:pt x="13535" y="214"/>
                    <a:pt x="13535" y="354"/>
                  </a:cubicBezTo>
                  <a:lnTo>
                    <a:pt x="13535" y="7741"/>
                  </a:lnTo>
                  <a:lnTo>
                    <a:pt x="99" y="7741"/>
                  </a:lnTo>
                  <a:lnTo>
                    <a:pt x="99" y="354"/>
                  </a:lnTo>
                  <a:cubicBezTo>
                    <a:pt x="99" y="214"/>
                    <a:pt x="208" y="99"/>
                    <a:pt x="353" y="99"/>
                  </a:cubicBezTo>
                  <a:close/>
                  <a:moveTo>
                    <a:pt x="353" y="1"/>
                  </a:moveTo>
                  <a:cubicBezTo>
                    <a:pt x="156" y="1"/>
                    <a:pt x="0" y="162"/>
                    <a:pt x="0" y="354"/>
                  </a:cubicBezTo>
                  <a:lnTo>
                    <a:pt x="0" y="7793"/>
                  </a:lnTo>
                  <a:cubicBezTo>
                    <a:pt x="0" y="7819"/>
                    <a:pt x="21" y="7840"/>
                    <a:pt x="47" y="7840"/>
                  </a:cubicBezTo>
                  <a:lnTo>
                    <a:pt x="13587" y="7840"/>
                  </a:lnTo>
                  <a:cubicBezTo>
                    <a:pt x="13613" y="7840"/>
                    <a:pt x="13633" y="7819"/>
                    <a:pt x="13633" y="7793"/>
                  </a:cubicBezTo>
                  <a:lnTo>
                    <a:pt x="13633" y="354"/>
                  </a:lnTo>
                  <a:cubicBezTo>
                    <a:pt x="13633" y="162"/>
                    <a:pt x="13478" y="1"/>
                    <a:pt x="13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65"/>
            <p:cNvSpPr/>
            <p:nvPr/>
          </p:nvSpPr>
          <p:spPr>
            <a:xfrm>
              <a:off x="638125" y="3605800"/>
              <a:ext cx="338525" cy="193550"/>
            </a:xfrm>
            <a:custGeom>
              <a:avLst/>
              <a:gdLst/>
              <a:ahLst/>
              <a:cxnLst/>
              <a:rect l="l" t="t" r="r" b="b"/>
              <a:pathLst>
                <a:path w="13541" h="7742" extrusionOk="0">
                  <a:moveTo>
                    <a:pt x="13541" y="7741"/>
                  </a:moveTo>
                  <a:lnTo>
                    <a:pt x="1" y="7741"/>
                  </a:lnTo>
                  <a:lnTo>
                    <a:pt x="1" y="302"/>
                  </a:lnTo>
                  <a:cubicBezTo>
                    <a:pt x="1" y="136"/>
                    <a:pt x="136" y="1"/>
                    <a:pt x="307" y="1"/>
                  </a:cubicBezTo>
                  <a:lnTo>
                    <a:pt x="13234" y="1"/>
                  </a:lnTo>
                  <a:cubicBezTo>
                    <a:pt x="13400" y="1"/>
                    <a:pt x="13541" y="136"/>
                    <a:pt x="13541" y="302"/>
                  </a:cubicBezTo>
                  <a:lnTo>
                    <a:pt x="13541" y="7741"/>
                  </a:ln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65"/>
            <p:cNvSpPr/>
            <p:nvPr/>
          </p:nvSpPr>
          <p:spPr>
            <a:xfrm>
              <a:off x="636975" y="3604500"/>
              <a:ext cx="340850" cy="219775"/>
            </a:xfrm>
            <a:custGeom>
              <a:avLst/>
              <a:gdLst/>
              <a:ahLst/>
              <a:cxnLst/>
              <a:rect l="l" t="t" r="r" b="b"/>
              <a:pathLst>
                <a:path w="13634" h="8791" extrusionOk="0">
                  <a:moveTo>
                    <a:pt x="13280" y="99"/>
                  </a:moveTo>
                  <a:cubicBezTo>
                    <a:pt x="13421" y="99"/>
                    <a:pt x="13535" y="214"/>
                    <a:pt x="13535" y="354"/>
                  </a:cubicBezTo>
                  <a:lnTo>
                    <a:pt x="13535" y="8437"/>
                  </a:lnTo>
                  <a:cubicBezTo>
                    <a:pt x="13535" y="8577"/>
                    <a:pt x="13421" y="8692"/>
                    <a:pt x="13280" y="8692"/>
                  </a:cubicBezTo>
                  <a:lnTo>
                    <a:pt x="353" y="8692"/>
                  </a:lnTo>
                  <a:cubicBezTo>
                    <a:pt x="208" y="8692"/>
                    <a:pt x="93" y="8577"/>
                    <a:pt x="99" y="8437"/>
                  </a:cubicBezTo>
                  <a:lnTo>
                    <a:pt x="99" y="354"/>
                  </a:lnTo>
                  <a:cubicBezTo>
                    <a:pt x="99" y="214"/>
                    <a:pt x="208" y="99"/>
                    <a:pt x="353" y="99"/>
                  </a:cubicBezTo>
                  <a:close/>
                  <a:moveTo>
                    <a:pt x="353" y="1"/>
                  </a:moveTo>
                  <a:cubicBezTo>
                    <a:pt x="156" y="1"/>
                    <a:pt x="0" y="162"/>
                    <a:pt x="0" y="354"/>
                  </a:cubicBezTo>
                  <a:lnTo>
                    <a:pt x="0" y="8437"/>
                  </a:lnTo>
                  <a:cubicBezTo>
                    <a:pt x="0" y="8634"/>
                    <a:pt x="156" y="8790"/>
                    <a:pt x="353" y="8790"/>
                  </a:cubicBezTo>
                  <a:lnTo>
                    <a:pt x="13280" y="8790"/>
                  </a:lnTo>
                  <a:cubicBezTo>
                    <a:pt x="13478" y="8790"/>
                    <a:pt x="13633" y="8634"/>
                    <a:pt x="13633" y="8437"/>
                  </a:cubicBezTo>
                  <a:lnTo>
                    <a:pt x="13633" y="354"/>
                  </a:lnTo>
                  <a:cubicBezTo>
                    <a:pt x="13633" y="162"/>
                    <a:pt x="13478" y="1"/>
                    <a:pt x="13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65"/>
            <p:cNvSpPr/>
            <p:nvPr/>
          </p:nvSpPr>
          <p:spPr>
            <a:xfrm>
              <a:off x="798950" y="38040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8" y="0"/>
                  </a:moveTo>
                  <a:cubicBezTo>
                    <a:pt x="114" y="0"/>
                    <a:pt x="0" y="270"/>
                    <a:pt x="161" y="431"/>
                  </a:cubicBezTo>
                  <a:cubicBezTo>
                    <a:pt x="211" y="481"/>
                    <a:pt x="272" y="503"/>
                    <a:pt x="332" y="503"/>
                  </a:cubicBezTo>
                  <a:cubicBezTo>
                    <a:pt x="462" y="503"/>
                    <a:pt x="587" y="402"/>
                    <a:pt x="587" y="249"/>
                  </a:cubicBezTo>
                  <a:cubicBezTo>
                    <a:pt x="587" y="114"/>
                    <a:pt x="473" y="0"/>
                    <a:pt x="3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65"/>
            <p:cNvSpPr/>
            <p:nvPr/>
          </p:nvSpPr>
          <p:spPr>
            <a:xfrm>
              <a:off x="797375" y="3802775"/>
              <a:ext cx="17425" cy="15000"/>
            </a:xfrm>
            <a:custGeom>
              <a:avLst/>
              <a:gdLst/>
              <a:ahLst/>
              <a:cxnLst/>
              <a:rect l="l" t="t" r="r" b="b"/>
              <a:pathLst>
                <a:path w="697" h="600" extrusionOk="0">
                  <a:moveTo>
                    <a:pt x="401" y="101"/>
                  </a:moveTo>
                  <a:cubicBezTo>
                    <a:pt x="510" y="101"/>
                    <a:pt x="598" y="189"/>
                    <a:pt x="603" y="298"/>
                  </a:cubicBezTo>
                  <a:cubicBezTo>
                    <a:pt x="603" y="422"/>
                    <a:pt x="503" y="502"/>
                    <a:pt x="398" y="502"/>
                  </a:cubicBezTo>
                  <a:cubicBezTo>
                    <a:pt x="348" y="502"/>
                    <a:pt x="297" y="484"/>
                    <a:pt x="255" y="444"/>
                  </a:cubicBezTo>
                  <a:cubicBezTo>
                    <a:pt x="131" y="314"/>
                    <a:pt x="219" y="101"/>
                    <a:pt x="401" y="101"/>
                  </a:cubicBezTo>
                  <a:close/>
                  <a:moveTo>
                    <a:pt x="398" y="0"/>
                  </a:moveTo>
                  <a:cubicBezTo>
                    <a:pt x="324" y="0"/>
                    <a:pt x="249" y="28"/>
                    <a:pt x="188" y="91"/>
                  </a:cubicBezTo>
                  <a:cubicBezTo>
                    <a:pt x="1" y="278"/>
                    <a:pt x="136" y="600"/>
                    <a:pt x="401" y="600"/>
                  </a:cubicBezTo>
                  <a:cubicBezTo>
                    <a:pt x="567" y="600"/>
                    <a:pt x="697" y="465"/>
                    <a:pt x="697" y="298"/>
                  </a:cubicBezTo>
                  <a:cubicBezTo>
                    <a:pt x="697" y="120"/>
                    <a:pt x="550" y="0"/>
                    <a:pt x="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65"/>
            <p:cNvSpPr/>
            <p:nvPr/>
          </p:nvSpPr>
          <p:spPr>
            <a:xfrm>
              <a:off x="594650" y="3823075"/>
              <a:ext cx="425475" cy="9375"/>
            </a:xfrm>
            <a:custGeom>
              <a:avLst/>
              <a:gdLst/>
              <a:ahLst/>
              <a:cxnLst/>
              <a:rect l="l" t="t" r="r" b="b"/>
              <a:pathLst>
                <a:path w="17019" h="375" extrusionOk="0">
                  <a:moveTo>
                    <a:pt x="1864" y="0"/>
                  </a:moveTo>
                  <a:cubicBezTo>
                    <a:pt x="1786" y="0"/>
                    <a:pt x="1709" y="6"/>
                    <a:pt x="1631" y="16"/>
                  </a:cubicBezTo>
                  <a:lnTo>
                    <a:pt x="1" y="374"/>
                  </a:lnTo>
                  <a:lnTo>
                    <a:pt x="17019" y="374"/>
                  </a:lnTo>
                  <a:lnTo>
                    <a:pt x="15383" y="16"/>
                  </a:lnTo>
                  <a:cubicBezTo>
                    <a:pt x="15306" y="6"/>
                    <a:pt x="15228" y="0"/>
                    <a:pt x="151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65"/>
            <p:cNvSpPr/>
            <p:nvPr/>
          </p:nvSpPr>
          <p:spPr>
            <a:xfrm>
              <a:off x="594650" y="3832425"/>
              <a:ext cx="425475" cy="11450"/>
            </a:xfrm>
            <a:custGeom>
              <a:avLst/>
              <a:gdLst/>
              <a:ahLst/>
              <a:cxnLst/>
              <a:rect l="l" t="t" r="r" b="b"/>
              <a:pathLst>
                <a:path w="17019" h="458" extrusionOk="0">
                  <a:moveTo>
                    <a:pt x="1" y="0"/>
                  </a:moveTo>
                  <a:lnTo>
                    <a:pt x="312" y="457"/>
                  </a:lnTo>
                  <a:lnTo>
                    <a:pt x="16702" y="457"/>
                  </a:lnTo>
                  <a:lnTo>
                    <a:pt x="170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65"/>
            <p:cNvSpPr/>
            <p:nvPr/>
          </p:nvSpPr>
          <p:spPr>
            <a:xfrm>
              <a:off x="593350" y="3831250"/>
              <a:ext cx="428075" cy="13775"/>
            </a:xfrm>
            <a:custGeom>
              <a:avLst/>
              <a:gdLst/>
              <a:ahLst/>
              <a:cxnLst/>
              <a:rect l="l" t="t" r="r" b="b"/>
              <a:pathLst>
                <a:path w="17123" h="551" extrusionOk="0">
                  <a:moveTo>
                    <a:pt x="16977" y="99"/>
                  </a:moveTo>
                  <a:lnTo>
                    <a:pt x="16733" y="452"/>
                  </a:lnTo>
                  <a:lnTo>
                    <a:pt x="390" y="452"/>
                  </a:lnTo>
                  <a:lnTo>
                    <a:pt x="146" y="99"/>
                  </a:lnTo>
                  <a:close/>
                  <a:moveTo>
                    <a:pt x="53" y="1"/>
                  </a:moveTo>
                  <a:cubicBezTo>
                    <a:pt x="32" y="1"/>
                    <a:pt x="16" y="11"/>
                    <a:pt x="6" y="26"/>
                  </a:cubicBezTo>
                  <a:cubicBezTo>
                    <a:pt x="1" y="42"/>
                    <a:pt x="1" y="63"/>
                    <a:pt x="11" y="78"/>
                  </a:cubicBezTo>
                  <a:lnTo>
                    <a:pt x="328" y="530"/>
                  </a:lnTo>
                  <a:cubicBezTo>
                    <a:pt x="333" y="546"/>
                    <a:pt x="348" y="551"/>
                    <a:pt x="364" y="551"/>
                  </a:cubicBezTo>
                  <a:lnTo>
                    <a:pt x="16754" y="551"/>
                  </a:lnTo>
                  <a:cubicBezTo>
                    <a:pt x="16770" y="551"/>
                    <a:pt x="16785" y="546"/>
                    <a:pt x="16796" y="530"/>
                  </a:cubicBezTo>
                  <a:lnTo>
                    <a:pt x="17112" y="78"/>
                  </a:lnTo>
                  <a:cubicBezTo>
                    <a:pt x="17123" y="63"/>
                    <a:pt x="17123" y="42"/>
                    <a:pt x="17112" y="26"/>
                  </a:cubicBezTo>
                  <a:cubicBezTo>
                    <a:pt x="17107" y="11"/>
                    <a:pt x="17092" y="1"/>
                    <a:pt x="17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65"/>
            <p:cNvSpPr/>
            <p:nvPr/>
          </p:nvSpPr>
          <p:spPr>
            <a:xfrm>
              <a:off x="594650" y="3823075"/>
              <a:ext cx="425475" cy="9375"/>
            </a:xfrm>
            <a:custGeom>
              <a:avLst/>
              <a:gdLst/>
              <a:ahLst/>
              <a:cxnLst/>
              <a:rect l="l" t="t" r="r" b="b"/>
              <a:pathLst>
                <a:path w="17019" h="375" extrusionOk="0">
                  <a:moveTo>
                    <a:pt x="1" y="374"/>
                  </a:moveTo>
                  <a:lnTo>
                    <a:pt x="17019" y="374"/>
                  </a:lnTo>
                  <a:lnTo>
                    <a:pt x="15383" y="16"/>
                  </a:lnTo>
                  <a:cubicBezTo>
                    <a:pt x="15306" y="6"/>
                    <a:pt x="15228" y="0"/>
                    <a:pt x="15150" y="0"/>
                  </a:cubicBezTo>
                  <a:lnTo>
                    <a:pt x="1864" y="0"/>
                  </a:lnTo>
                  <a:cubicBezTo>
                    <a:pt x="1786" y="0"/>
                    <a:pt x="1709" y="6"/>
                    <a:pt x="1631" y="1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65"/>
            <p:cNvSpPr/>
            <p:nvPr/>
          </p:nvSpPr>
          <p:spPr>
            <a:xfrm>
              <a:off x="592975" y="3821775"/>
              <a:ext cx="428850" cy="11975"/>
            </a:xfrm>
            <a:custGeom>
              <a:avLst/>
              <a:gdLst/>
              <a:ahLst/>
              <a:cxnLst/>
              <a:rect l="l" t="t" r="r" b="b"/>
              <a:pathLst>
                <a:path w="17154" h="479" extrusionOk="0">
                  <a:moveTo>
                    <a:pt x="15217" y="99"/>
                  </a:moveTo>
                  <a:cubicBezTo>
                    <a:pt x="15295" y="99"/>
                    <a:pt x="15367" y="104"/>
                    <a:pt x="15440" y="115"/>
                  </a:cubicBezTo>
                  <a:lnTo>
                    <a:pt x="16639" y="380"/>
                  </a:lnTo>
                  <a:lnTo>
                    <a:pt x="514" y="380"/>
                  </a:lnTo>
                  <a:lnTo>
                    <a:pt x="1703" y="115"/>
                  </a:lnTo>
                  <a:cubicBezTo>
                    <a:pt x="1781" y="104"/>
                    <a:pt x="1853" y="99"/>
                    <a:pt x="1931" y="99"/>
                  </a:cubicBezTo>
                  <a:close/>
                  <a:moveTo>
                    <a:pt x="1937" y="1"/>
                  </a:moveTo>
                  <a:cubicBezTo>
                    <a:pt x="1853" y="1"/>
                    <a:pt x="1770" y="6"/>
                    <a:pt x="1687" y="21"/>
                  </a:cubicBezTo>
                  <a:lnTo>
                    <a:pt x="57" y="380"/>
                  </a:lnTo>
                  <a:cubicBezTo>
                    <a:pt x="0" y="395"/>
                    <a:pt x="10" y="473"/>
                    <a:pt x="68" y="478"/>
                  </a:cubicBezTo>
                  <a:lnTo>
                    <a:pt x="17086" y="478"/>
                  </a:lnTo>
                  <a:cubicBezTo>
                    <a:pt x="17143" y="473"/>
                    <a:pt x="17153" y="395"/>
                    <a:pt x="17096" y="380"/>
                  </a:cubicBezTo>
                  <a:lnTo>
                    <a:pt x="15461" y="21"/>
                  </a:lnTo>
                  <a:cubicBezTo>
                    <a:pt x="15378" y="6"/>
                    <a:pt x="15300" y="1"/>
                    <a:pt x="15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65"/>
            <p:cNvSpPr/>
            <p:nvPr/>
          </p:nvSpPr>
          <p:spPr>
            <a:xfrm>
              <a:off x="594650" y="3832425"/>
              <a:ext cx="425475" cy="11450"/>
            </a:xfrm>
            <a:custGeom>
              <a:avLst/>
              <a:gdLst/>
              <a:ahLst/>
              <a:cxnLst/>
              <a:rect l="l" t="t" r="r" b="b"/>
              <a:pathLst>
                <a:path w="17019" h="458" extrusionOk="0">
                  <a:moveTo>
                    <a:pt x="1" y="0"/>
                  </a:moveTo>
                  <a:lnTo>
                    <a:pt x="312" y="457"/>
                  </a:lnTo>
                  <a:lnTo>
                    <a:pt x="16702" y="457"/>
                  </a:lnTo>
                  <a:lnTo>
                    <a:pt x="170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65"/>
            <p:cNvSpPr/>
            <p:nvPr/>
          </p:nvSpPr>
          <p:spPr>
            <a:xfrm>
              <a:off x="418275" y="3840200"/>
              <a:ext cx="72300" cy="4450"/>
            </a:xfrm>
            <a:custGeom>
              <a:avLst/>
              <a:gdLst/>
              <a:ahLst/>
              <a:cxnLst/>
              <a:rect l="l" t="t" r="r" b="b"/>
              <a:pathLst>
                <a:path w="2892" h="178" extrusionOk="0">
                  <a:moveTo>
                    <a:pt x="1443" y="1"/>
                  </a:moveTo>
                  <a:cubicBezTo>
                    <a:pt x="649" y="1"/>
                    <a:pt x="0" y="42"/>
                    <a:pt x="0" y="89"/>
                  </a:cubicBezTo>
                  <a:cubicBezTo>
                    <a:pt x="0" y="141"/>
                    <a:pt x="649" y="177"/>
                    <a:pt x="1443" y="177"/>
                  </a:cubicBezTo>
                  <a:cubicBezTo>
                    <a:pt x="2243" y="177"/>
                    <a:pt x="2892" y="141"/>
                    <a:pt x="2892" y="89"/>
                  </a:cubicBezTo>
                  <a:cubicBezTo>
                    <a:pt x="2892" y="42"/>
                    <a:pt x="2243" y="1"/>
                    <a:pt x="14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65"/>
            <p:cNvSpPr/>
            <p:nvPr/>
          </p:nvSpPr>
          <p:spPr>
            <a:xfrm>
              <a:off x="428900" y="3718200"/>
              <a:ext cx="24425" cy="111775"/>
            </a:xfrm>
            <a:custGeom>
              <a:avLst/>
              <a:gdLst/>
              <a:ahLst/>
              <a:cxnLst/>
              <a:rect l="l" t="t" r="r" b="b"/>
              <a:pathLst>
                <a:path w="977" h="4471" extrusionOk="0">
                  <a:moveTo>
                    <a:pt x="556" y="1"/>
                  </a:moveTo>
                  <a:lnTo>
                    <a:pt x="1" y="4419"/>
                  </a:lnTo>
                  <a:lnTo>
                    <a:pt x="421" y="4471"/>
                  </a:lnTo>
                  <a:lnTo>
                    <a:pt x="977" y="53"/>
                  </a:lnTo>
                  <a:lnTo>
                    <a:pt x="5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65"/>
            <p:cNvSpPr/>
            <p:nvPr/>
          </p:nvSpPr>
          <p:spPr>
            <a:xfrm>
              <a:off x="427750" y="3717175"/>
              <a:ext cx="26875" cy="114100"/>
            </a:xfrm>
            <a:custGeom>
              <a:avLst/>
              <a:gdLst/>
              <a:ahLst/>
              <a:cxnLst/>
              <a:rect l="l" t="t" r="r" b="b"/>
              <a:pathLst>
                <a:path w="1075" h="4564" extrusionOk="0">
                  <a:moveTo>
                    <a:pt x="644" y="99"/>
                  </a:moveTo>
                  <a:lnTo>
                    <a:pt x="966" y="140"/>
                  </a:lnTo>
                  <a:lnTo>
                    <a:pt x="426" y="4460"/>
                  </a:lnTo>
                  <a:lnTo>
                    <a:pt x="104" y="4418"/>
                  </a:lnTo>
                  <a:lnTo>
                    <a:pt x="644" y="99"/>
                  </a:lnTo>
                  <a:close/>
                  <a:moveTo>
                    <a:pt x="607" y="0"/>
                  </a:moveTo>
                  <a:cubicBezTo>
                    <a:pt x="592" y="0"/>
                    <a:pt x="582" y="5"/>
                    <a:pt x="571" y="10"/>
                  </a:cubicBezTo>
                  <a:cubicBezTo>
                    <a:pt x="561" y="21"/>
                    <a:pt x="556" y="31"/>
                    <a:pt x="550" y="42"/>
                  </a:cubicBezTo>
                  <a:lnTo>
                    <a:pt x="0" y="4455"/>
                  </a:lnTo>
                  <a:cubicBezTo>
                    <a:pt x="0" y="4470"/>
                    <a:pt x="0" y="4480"/>
                    <a:pt x="10" y="4491"/>
                  </a:cubicBezTo>
                  <a:cubicBezTo>
                    <a:pt x="16" y="4501"/>
                    <a:pt x="31" y="4512"/>
                    <a:pt x="42" y="4512"/>
                  </a:cubicBezTo>
                  <a:lnTo>
                    <a:pt x="462" y="4564"/>
                  </a:lnTo>
                  <a:lnTo>
                    <a:pt x="467" y="4564"/>
                  </a:lnTo>
                  <a:cubicBezTo>
                    <a:pt x="493" y="4564"/>
                    <a:pt x="514" y="4543"/>
                    <a:pt x="514" y="4522"/>
                  </a:cubicBezTo>
                  <a:lnTo>
                    <a:pt x="1070" y="109"/>
                  </a:lnTo>
                  <a:cubicBezTo>
                    <a:pt x="1075" y="83"/>
                    <a:pt x="1054" y="57"/>
                    <a:pt x="1028" y="52"/>
                  </a:cubicBezTo>
                  <a:lnTo>
                    <a:pt x="6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65"/>
            <p:cNvSpPr/>
            <p:nvPr/>
          </p:nvSpPr>
          <p:spPr>
            <a:xfrm>
              <a:off x="442800" y="3707950"/>
              <a:ext cx="10525" cy="11575"/>
            </a:xfrm>
            <a:custGeom>
              <a:avLst/>
              <a:gdLst/>
              <a:ahLst/>
              <a:cxnLst/>
              <a:rect l="l" t="t" r="r" b="b"/>
              <a:pathLst>
                <a:path w="421" h="463" extrusionOk="0">
                  <a:moveTo>
                    <a:pt x="260" y="0"/>
                  </a:moveTo>
                  <a:lnTo>
                    <a:pt x="0" y="411"/>
                  </a:lnTo>
                  <a:lnTo>
                    <a:pt x="421" y="46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65"/>
            <p:cNvSpPr/>
            <p:nvPr/>
          </p:nvSpPr>
          <p:spPr>
            <a:xfrm>
              <a:off x="441500" y="3706750"/>
              <a:ext cx="12875" cy="14075"/>
            </a:xfrm>
            <a:custGeom>
              <a:avLst/>
              <a:gdLst/>
              <a:ahLst/>
              <a:cxnLst/>
              <a:rect l="l" t="t" r="r" b="b"/>
              <a:pathLst>
                <a:path w="515" h="563" extrusionOk="0">
                  <a:moveTo>
                    <a:pt x="296" y="163"/>
                  </a:moveTo>
                  <a:lnTo>
                    <a:pt x="400" y="453"/>
                  </a:lnTo>
                  <a:lnTo>
                    <a:pt x="135" y="422"/>
                  </a:lnTo>
                  <a:lnTo>
                    <a:pt x="296" y="163"/>
                  </a:lnTo>
                  <a:close/>
                  <a:moveTo>
                    <a:pt x="301" y="0"/>
                  </a:moveTo>
                  <a:cubicBezTo>
                    <a:pt x="286" y="0"/>
                    <a:pt x="274" y="10"/>
                    <a:pt x="265" y="22"/>
                  </a:cubicBezTo>
                  <a:lnTo>
                    <a:pt x="6" y="433"/>
                  </a:lnTo>
                  <a:cubicBezTo>
                    <a:pt x="0" y="448"/>
                    <a:pt x="0" y="464"/>
                    <a:pt x="6" y="479"/>
                  </a:cubicBezTo>
                  <a:cubicBezTo>
                    <a:pt x="11" y="495"/>
                    <a:pt x="26" y="505"/>
                    <a:pt x="42" y="511"/>
                  </a:cubicBezTo>
                  <a:lnTo>
                    <a:pt x="462" y="562"/>
                  </a:lnTo>
                  <a:lnTo>
                    <a:pt x="473" y="562"/>
                  </a:lnTo>
                  <a:cubicBezTo>
                    <a:pt x="483" y="557"/>
                    <a:pt x="494" y="552"/>
                    <a:pt x="504" y="542"/>
                  </a:cubicBezTo>
                  <a:cubicBezTo>
                    <a:pt x="514" y="531"/>
                    <a:pt x="514" y="511"/>
                    <a:pt x="509" y="495"/>
                  </a:cubicBezTo>
                  <a:lnTo>
                    <a:pt x="353" y="33"/>
                  </a:lnTo>
                  <a:cubicBezTo>
                    <a:pt x="348" y="17"/>
                    <a:pt x="333" y="2"/>
                    <a:pt x="312" y="2"/>
                  </a:cubicBezTo>
                  <a:cubicBezTo>
                    <a:pt x="308" y="1"/>
                    <a:pt x="305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65"/>
            <p:cNvSpPr/>
            <p:nvPr/>
          </p:nvSpPr>
          <p:spPr>
            <a:xfrm>
              <a:off x="414900" y="3717300"/>
              <a:ext cx="30775" cy="111375"/>
            </a:xfrm>
            <a:custGeom>
              <a:avLst/>
              <a:gdLst/>
              <a:ahLst/>
              <a:cxnLst/>
              <a:rect l="l" t="t" r="r" b="b"/>
              <a:pathLst>
                <a:path w="1231" h="4455" extrusionOk="0">
                  <a:moveTo>
                    <a:pt x="415" y="0"/>
                  </a:moveTo>
                  <a:lnTo>
                    <a:pt x="0" y="78"/>
                  </a:lnTo>
                  <a:lnTo>
                    <a:pt x="815" y="4455"/>
                  </a:lnTo>
                  <a:lnTo>
                    <a:pt x="1230" y="4377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65"/>
            <p:cNvSpPr/>
            <p:nvPr/>
          </p:nvSpPr>
          <p:spPr>
            <a:xfrm>
              <a:off x="415025" y="3707425"/>
              <a:ext cx="10400" cy="11850"/>
            </a:xfrm>
            <a:custGeom>
              <a:avLst/>
              <a:gdLst/>
              <a:ahLst/>
              <a:cxnLst/>
              <a:rect l="l" t="t" r="r" b="b"/>
              <a:pathLst>
                <a:path w="416" h="474" extrusionOk="0">
                  <a:moveTo>
                    <a:pt x="120" y="1"/>
                  </a:moveTo>
                  <a:lnTo>
                    <a:pt x="0" y="473"/>
                  </a:lnTo>
                  <a:lnTo>
                    <a:pt x="416" y="395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65"/>
            <p:cNvSpPr/>
            <p:nvPr/>
          </p:nvSpPr>
          <p:spPr>
            <a:xfrm>
              <a:off x="414900" y="3717300"/>
              <a:ext cx="30775" cy="111375"/>
            </a:xfrm>
            <a:custGeom>
              <a:avLst/>
              <a:gdLst/>
              <a:ahLst/>
              <a:cxnLst/>
              <a:rect l="l" t="t" r="r" b="b"/>
              <a:pathLst>
                <a:path w="1231" h="4455" extrusionOk="0">
                  <a:moveTo>
                    <a:pt x="0" y="78"/>
                  </a:moveTo>
                  <a:lnTo>
                    <a:pt x="415" y="0"/>
                  </a:lnTo>
                  <a:lnTo>
                    <a:pt x="1230" y="4377"/>
                  </a:lnTo>
                  <a:lnTo>
                    <a:pt x="815" y="44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65"/>
            <p:cNvSpPr/>
            <p:nvPr/>
          </p:nvSpPr>
          <p:spPr>
            <a:xfrm>
              <a:off x="415025" y="3707425"/>
              <a:ext cx="10400" cy="11850"/>
            </a:xfrm>
            <a:custGeom>
              <a:avLst/>
              <a:gdLst/>
              <a:ahLst/>
              <a:cxnLst/>
              <a:rect l="l" t="t" r="r" b="b"/>
              <a:pathLst>
                <a:path w="416" h="474" extrusionOk="0">
                  <a:moveTo>
                    <a:pt x="120" y="1"/>
                  </a:moveTo>
                  <a:lnTo>
                    <a:pt x="0" y="473"/>
                  </a:lnTo>
                  <a:lnTo>
                    <a:pt x="416" y="39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65"/>
            <p:cNvSpPr/>
            <p:nvPr/>
          </p:nvSpPr>
          <p:spPr>
            <a:xfrm>
              <a:off x="413600" y="3716075"/>
              <a:ext cx="33375" cy="113775"/>
            </a:xfrm>
            <a:custGeom>
              <a:avLst/>
              <a:gdLst/>
              <a:ahLst/>
              <a:cxnLst/>
              <a:rect l="l" t="t" r="r" b="b"/>
              <a:pathLst>
                <a:path w="1335" h="4551" extrusionOk="0">
                  <a:moveTo>
                    <a:pt x="431" y="112"/>
                  </a:moveTo>
                  <a:lnTo>
                    <a:pt x="1231" y="4389"/>
                  </a:lnTo>
                  <a:lnTo>
                    <a:pt x="909" y="4452"/>
                  </a:lnTo>
                  <a:lnTo>
                    <a:pt x="109" y="169"/>
                  </a:lnTo>
                  <a:lnTo>
                    <a:pt x="431" y="112"/>
                  </a:lnTo>
                  <a:close/>
                  <a:moveTo>
                    <a:pt x="472" y="0"/>
                  </a:moveTo>
                  <a:cubicBezTo>
                    <a:pt x="469" y="0"/>
                    <a:pt x="465" y="1"/>
                    <a:pt x="462" y="3"/>
                  </a:cubicBezTo>
                  <a:lnTo>
                    <a:pt x="47" y="80"/>
                  </a:lnTo>
                  <a:cubicBezTo>
                    <a:pt x="21" y="86"/>
                    <a:pt x="0" y="112"/>
                    <a:pt x="5" y="138"/>
                  </a:cubicBezTo>
                  <a:lnTo>
                    <a:pt x="820" y="4514"/>
                  </a:lnTo>
                  <a:cubicBezTo>
                    <a:pt x="826" y="4535"/>
                    <a:pt x="846" y="4550"/>
                    <a:pt x="867" y="4550"/>
                  </a:cubicBezTo>
                  <a:lnTo>
                    <a:pt x="878" y="4550"/>
                  </a:lnTo>
                  <a:lnTo>
                    <a:pt x="1293" y="4473"/>
                  </a:lnTo>
                  <a:cubicBezTo>
                    <a:pt x="1308" y="4473"/>
                    <a:pt x="1319" y="4462"/>
                    <a:pt x="1324" y="4452"/>
                  </a:cubicBezTo>
                  <a:cubicBezTo>
                    <a:pt x="1334" y="4441"/>
                    <a:pt x="1334" y="4431"/>
                    <a:pt x="1334" y="4415"/>
                  </a:cubicBezTo>
                  <a:lnTo>
                    <a:pt x="519" y="39"/>
                  </a:lnTo>
                  <a:cubicBezTo>
                    <a:pt x="514" y="28"/>
                    <a:pt x="509" y="18"/>
                    <a:pt x="499" y="8"/>
                  </a:cubicBezTo>
                  <a:cubicBezTo>
                    <a:pt x="491" y="4"/>
                    <a:pt x="481" y="0"/>
                    <a:pt x="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65"/>
            <p:cNvSpPr/>
            <p:nvPr/>
          </p:nvSpPr>
          <p:spPr>
            <a:xfrm>
              <a:off x="413725" y="3706225"/>
              <a:ext cx="12875" cy="14200"/>
            </a:xfrm>
            <a:custGeom>
              <a:avLst/>
              <a:gdLst/>
              <a:ahLst/>
              <a:cxnLst/>
              <a:rect l="l" t="t" r="r" b="b"/>
              <a:pathLst>
                <a:path w="515" h="568" extrusionOk="0">
                  <a:moveTo>
                    <a:pt x="192" y="163"/>
                  </a:moveTo>
                  <a:lnTo>
                    <a:pt x="379" y="412"/>
                  </a:lnTo>
                  <a:lnTo>
                    <a:pt x="115" y="459"/>
                  </a:lnTo>
                  <a:lnTo>
                    <a:pt x="192" y="163"/>
                  </a:lnTo>
                  <a:close/>
                  <a:moveTo>
                    <a:pt x="175" y="1"/>
                  </a:moveTo>
                  <a:cubicBezTo>
                    <a:pt x="172" y="1"/>
                    <a:pt x="169" y="1"/>
                    <a:pt x="166" y="2"/>
                  </a:cubicBezTo>
                  <a:cubicBezTo>
                    <a:pt x="146" y="7"/>
                    <a:pt x="130" y="23"/>
                    <a:pt x="125" y="38"/>
                  </a:cubicBezTo>
                  <a:lnTo>
                    <a:pt x="0" y="511"/>
                  </a:lnTo>
                  <a:cubicBezTo>
                    <a:pt x="0" y="526"/>
                    <a:pt x="0" y="542"/>
                    <a:pt x="16" y="552"/>
                  </a:cubicBezTo>
                  <a:cubicBezTo>
                    <a:pt x="21" y="563"/>
                    <a:pt x="37" y="568"/>
                    <a:pt x="52" y="568"/>
                  </a:cubicBezTo>
                  <a:lnTo>
                    <a:pt x="57" y="568"/>
                  </a:lnTo>
                  <a:lnTo>
                    <a:pt x="473" y="490"/>
                  </a:lnTo>
                  <a:cubicBezTo>
                    <a:pt x="494" y="490"/>
                    <a:pt x="504" y="474"/>
                    <a:pt x="509" y="464"/>
                  </a:cubicBezTo>
                  <a:cubicBezTo>
                    <a:pt x="514" y="443"/>
                    <a:pt x="514" y="428"/>
                    <a:pt x="504" y="417"/>
                  </a:cubicBezTo>
                  <a:lnTo>
                    <a:pt x="213" y="23"/>
                  </a:lnTo>
                  <a:cubicBezTo>
                    <a:pt x="205" y="10"/>
                    <a:pt x="189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65"/>
            <p:cNvSpPr/>
            <p:nvPr/>
          </p:nvSpPr>
          <p:spPr>
            <a:xfrm>
              <a:off x="427750" y="3701725"/>
              <a:ext cx="10775" cy="111250"/>
            </a:xfrm>
            <a:custGeom>
              <a:avLst/>
              <a:gdLst/>
              <a:ahLst/>
              <a:cxnLst/>
              <a:rect l="l" t="t" r="r" b="b"/>
              <a:pathLst>
                <a:path w="431" h="4450" extrusionOk="0">
                  <a:moveTo>
                    <a:pt x="5" y="0"/>
                  </a:moveTo>
                  <a:lnTo>
                    <a:pt x="0" y="4450"/>
                  </a:lnTo>
                  <a:lnTo>
                    <a:pt x="421" y="4450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65"/>
            <p:cNvSpPr/>
            <p:nvPr/>
          </p:nvSpPr>
          <p:spPr>
            <a:xfrm>
              <a:off x="428125" y="3690675"/>
              <a:ext cx="10550" cy="11075"/>
            </a:xfrm>
            <a:custGeom>
              <a:avLst/>
              <a:gdLst/>
              <a:ahLst/>
              <a:cxnLst/>
              <a:rect l="l" t="t" r="r" b="b"/>
              <a:pathLst>
                <a:path w="422" h="443" extrusionOk="0">
                  <a:moveTo>
                    <a:pt x="208" y="1"/>
                  </a:moveTo>
                  <a:lnTo>
                    <a:pt x="1" y="442"/>
                  </a:lnTo>
                  <a:lnTo>
                    <a:pt x="421" y="442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65"/>
            <p:cNvSpPr/>
            <p:nvPr/>
          </p:nvSpPr>
          <p:spPr>
            <a:xfrm>
              <a:off x="427750" y="3701725"/>
              <a:ext cx="10775" cy="111250"/>
            </a:xfrm>
            <a:custGeom>
              <a:avLst/>
              <a:gdLst/>
              <a:ahLst/>
              <a:cxnLst/>
              <a:rect l="l" t="t" r="r" b="b"/>
              <a:pathLst>
                <a:path w="431" h="4450" extrusionOk="0">
                  <a:moveTo>
                    <a:pt x="5" y="0"/>
                  </a:moveTo>
                  <a:lnTo>
                    <a:pt x="431" y="0"/>
                  </a:lnTo>
                  <a:lnTo>
                    <a:pt x="421" y="4450"/>
                  </a:lnTo>
                  <a:lnTo>
                    <a:pt x="0" y="445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65"/>
            <p:cNvSpPr/>
            <p:nvPr/>
          </p:nvSpPr>
          <p:spPr>
            <a:xfrm>
              <a:off x="428125" y="3690675"/>
              <a:ext cx="10550" cy="11075"/>
            </a:xfrm>
            <a:custGeom>
              <a:avLst/>
              <a:gdLst/>
              <a:ahLst/>
              <a:cxnLst/>
              <a:rect l="l" t="t" r="r" b="b"/>
              <a:pathLst>
                <a:path w="422" h="443" extrusionOk="0">
                  <a:moveTo>
                    <a:pt x="208" y="1"/>
                  </a:moveTo>
                  <a:lnTo>
                    <a:pt x="1" y="442"/>
                  </a:lnTo>
                  <a:lnTo>
                    <a:pt x="421" y="442"/>
                  </a:ln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426700" y="3700550"/>
              <a:ext cx="13275" cy="113725"/>
            </a:xfrm>
            <a:custGeom>
              <a:avLst/>
              <a:gdLst/>
              <a:ahLst/>
              <a:cxnLst/>
              <a:rect l="l" t="t" r="r" b="b"/>
              <a:pathLst>
                <a:path w="531" h="4549" extrusionOk="0">
                  <a:moveTo>
                    <a:pt x="431" y="94"/>
                  </a:moveTo>
                  <a:lnTo>
                    <a:pt x="421" y="4450"/>
                  </a:lnTo>
                  <a:lnTo>
                    <a:pt x="99" y="4450"/>
                  </a:lnTo>
                  <a:lnTo>
                    <a:pt x="104" y="94"/>
                  </a:lnTo>
                  <a:close/>
                  <a:moveTo>
                    <a:pt x="58" y="1"/>
                  </a:moveTo>
                  <a:cubicBezTo>
                    <a:pt x="32" y="1"/>
                    <a:pt x="11" y="21"/>
                    <a:pt x="11" y="47"/>
                  </a:cubicBezTo>
                  <a:lnTo>
                    <a:pt x="1" y="4497"/>
                  </a:lnTo>
                  <a:cubicBezTo>
                    <a:pt x="1" y="4528"/>
                    <a:pt x="21" y="4548"/>
                    <a:pt x="47" y="4548"/>
                  </a:cubicBezTo>
                  <a:lnTo>
                    <a:pt x="473" y="4548"/>
                  </a:lnTo>
                  <a:cubicBezTo>
                    <a:pt x="483" y="4548"/>
                    <a:pt x="494" y="4543"/>
                    <a:pt x="504" y="4533"/>
                  </a:cubicBezTo>
                  <a:cubicBezTo>
                    <a:pt x="514" y="4522"/>
                    <a:pt x="520" y="4512"/>
                    <a:pt x="520" y="4502"/>
                  </a:cubicBezTo>
                  <a:lnTo>
                    <a:pt x="530" y="47"/>
                  </a:lnTo>
                  <a:cubicBezTo>
                    <a:pt x="530" y="37"/>
                    <a:pt x="525" y="21"/>
                    <a:pt x="514" y="16"/>
                  </a:cubicBezTo>
                  <a:cubicBezTo>
                    <a:pt x="504" y="6"/>
                    <a:pt x="494" y="1"/>
                    <a:pt x="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65"/>
            <p:cNvSpPr/>
            <p:nvPr/>
          </p:nvSpPr>
          <p:spPr>
            <a:xfrm>
              <a:off x="426825" y="3689525"/>
              <a:ext cx="13400" cy="13525"/>
            </a:xfrm>
            <a:custGeom>
              <a:avLst/>
              <a:gdLst/>
              <a:ahLst/>
              <a:cxnLst/>
              <a:rect l="l" t="t" r="r" b="b"/>
              <a:pathLst>
                <a:path w="536" h="541" extrusionOk="0">
                  <a:moveTo>
                    <a:pt x="260" y="161"/>
                  </a:moveTo>
                  <a:lnTo>
                    <a:pt x="395" y="442"/>
                  </a:lnTo>
                  <a:lnTo>
                    <a:pt x="130" y="442"/>
                  </a:lnTo>
                  <a:lnTo>
                    <a:pt x="260" y="161"/>
                  </a:lnTo>
                  <a:close/>
                  <a:moveTo>
                    <a:pt x="260" y="0"/>
                  </a:moveTo>
                  <a:cubicBezTo>
                    <a:pt x="245" y="0"/>
                    <a:pt x="229" y="11"/>
                    <a:pt x="219" y="26"/>
                  </a:cubicBezTo>
                  <a:lnTo>
                    <a:pt x="11" y="467"/>
                  </a:lnTo>
                  <a:cubicBezTo>
                    <a:pt x="1" y="483"/>
                    <a:pt x="1" y="499"/>
                    <a:pt x="11" y="514"/>
                  </a:cubicBezTo>
                  <a:cubicBezTo>
                    <a:pt x="21" y="530"/>
                    <a:pt x="37" y="535"/>
                    <a:pt x="53" y="540"/>
                  </a:cubicBezTo>
                  <a:lnTo>
                    <a:pt x="478" y="540"/>
                  </a:lnTo>
                  <a:cubicBezTo>
                    <a:pt x="515" y="540"/>
                    <a:pt x="535" y="499"/>
                    <a:pt x="520" y="467"/>
                  </a:cubicBezTo>
                  <a:lnTo>
                    <a:pt x="307" y="26"/>
                  </a:lnTo>
                  <a:cubicBezTo>
                    <a:pt x="297" y="11"/>
                    <a:pt x="281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65"/>
            <p:cNvSpPr/>
            <p:nvPr/>
          </p:nvSpPr>
          <p:spPr>
            <a:xfrm>
              <a:off x="461100" y="3731125"/>
              <a:ext cx="23125" cy="28500"/>
            </a:xfrm>
            <a:custGeom>
              <a:avLst/>
              <a:gdLst/>
              <a:ahLst/>
              <a:cxnLst/>
              <a:rect l="l" t="t" r="r" b="b"/>
              <a:pathLst>
                <a:path w="925" h="1140" extrusionOk="0">
                  <a:moveTo>
                    <a:pt x="613" y="96"/>
                  </a:moveTo>
                  <a:cubicBezTo>
                    <a:pt x="649" y="96"/>
                    <a:pt x="691" y="112"/>
                    <a:pt x="717" y="138"/>
                  </a:cubicBezTo>
                  <a:cubicBezTo>
                    <a:pt x="810" y="221"/>
                    <a:pt x="815" y="413"/>
                    <a:pt x="732" y="548"/>
                  </a:cubicBezTo>
                  <a:lnTo>
                    <a:pt x="504" y="916"/>
                  </a:lnTo>
                  <a:cubicBezTo>
                    <a:pt x="473" y="979"/>
                    <a:pt x="410" y="1031"/>
                    <a:pt x="333" y="1046"/>
                  </a:cubicBezTo>
                  <a:cubicBezTo>
                    <a:pt x="327" y="1047"/>
                    <a:pt x="321" y="1047"/>
                    <a:pt x="315" y="1047"/>
                  </a:cubicBezTo>
                  <a:cubicBezTo>
                    <a:pt x="275" y="1047"/>
                    <a:pt x="240" y="1032"/>
                    <a:pt x="208" y="1005"/>
                  </a:cubicBezTo>
                  <a:cubicBezTo>
                    <a:pt x="120" y="922"/>
                    <a:pt x="109" y="730"/>
                    <a:pt x="192" y="595"/>
                  </a:cubicBezTo>
                  <a:lnTo>
                    <a:pt x="421" y="226"/>
                  </a:lnTo>
                  <a:cubicBezTo>
                    <a:pt x="457" y="159"/>
                    <a:pt x="519" y="112"/>
                    <a:pt x="592" y="96"/>
                  </a:cubicBezTo>
                  <a:close/>
                  <a:moveTo>
                    <a:pt x="615" y="0"/>
                  </a:moveTo>
                  <a:cubicBezTo>
                    <a:pt x="602" y="0"/>
                    <a:pt x="590" y="1"/>
                    <a:pt x="577" y="3"/>
                  </a:cubicBezTo>
                  <a:cubicBezTo>
                    <a:pt x="478" y="18"/>
                    <a:pt x="390" y="81"/>
                    <a:pt x="338" y="174"/>
                  </a:cubicBezTo>
                  <a:lnTo>
                    <a:pt x="109" y="543"/>
                  </a:lnTo>
                  <a:cubicBezTo>
                    <a:pt x="0" y="719"/>
                    <a:pt x="11" y="953"/>
                    <a:pt x="140" y="1072"/>
                  </a:cubicBezTo>
                  <a:cubicBezTo>
                    <a:pt x="187" y="1114"/>
                    <a:pt x="250" y="1140"/>
                    <a:pt x="312" y="1140"/>
                  </a:cubicBezTo>
                  <a:lnTo>
                    <a:pt x="348" y="1135"/>
                  </a:lnTo>
                  <a:cubicBezTo>
                    <a:pt x="447" y="1119"/>
                    <a:pt x="540" y="1057"/>
                    <a:pt x="587" y="963"/>
                  </a:cubicBezTo>
                  <a:lnTo>
                    <a:pt x="815" y="595"/>
                  </a:lnTo>
                  <a:cubicBezTo>
                    <a:pt x="924" y="418"/>
                    <a:pt x="914" y="184"/>
                    <a:pt x="784" y="65"/>
                  </a:cubicBezTo>
                  <a:cubicBezTo>
                    <a:pt x="737" y="22"/>
                    <a:pt x="678" y="0"/>
                    <a:pt x="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442275" y="3734675"/>
              <a:ext cx="29750" cy="46250"/>
            </a:xfrm>
            <a:custGeom>
              <a:avLst/>
              <a:gdLst/>
              <a:ahLst/>
              <a:cxnLst/>
              <a:rect l="l" t="t" r="r" b="b"/>
              <a:pathLst>
                <a:path w="1190" h="1850" extrusionOk="0">
                  <a:moveTo>
                    <a:pt x="1112" y="1"/>
                  </a:moveTo>
                  <a:lnTo>
                    <a:pt x="1" y="1797"/>
                  </a:lnTo>
                  <a:lnTo>
                    <a:pt x="84" y="1849"/>
                  </a:lnTo>
                  <a:lnTo>
                    <a:pt x="1189" y="53"/>
                  </a:lnTo>
                  <a:lnTo>
                    <a:pt x="1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65"/>
            <p:cNvSpPr/>
            <p:nvPr/>
          </p:nvSpPr>
          <p:spPr>
            <a:xfrm>
              <a:off x="443175" y="3724950"/>
              <a:ext cx="16900" cy="30275"/>
            </a:xfrm>
            <a:custGeom>
              <a:avLst/>
              <a:gdLst/>
              <a:ahLst/>
              <a:cxnLst/>
              <a:rect l="l" t="t" r="r" b="b"/>
              <a:pathLst>
                <a:path w="676" h="1211" extrusionOk="0">
                  <a:moveTo>
                    <a:pt x="359" y="99"/>
                  </a:moveTo>
                  <a:cubicBezTo>
                    <a:pt x="390" y="99"/>
                    <a:pt x="421" y="110"/>
                    <a:pt x="447" y="130"/>
                  </a:cubicBezTo>
                  <a:cubicBezTo>
                    <a:pt x="504" y="177"/>
                    <a:pt x="536" y="250"/>
                    <a:pt x="536" y="322"/>
                  </a:cubicBezTo>
                  <a:lnTo>
                    <a:pt x="562" y="753"/>
                  </a:lnTo>
                  <a:cubicBezTo>
                    <a:pt x="572" y="914"/>
                    <a:pt x="478" y="1075"/>
                    <a:pt x="359" y="1106"/>
                  </a:cubicBezTo>
                  <a:cubicBezTo>
                    <a:pt x="344" y="1111"/>
                    <a:pt x="329" y="1114"/>
                    <a:pt x="314" y="1114"/>
                  </a:cubicBezTo>
                  <a:cubicBezTo>
                    <a:pt x="283" y="1114"/>
                    <a:pt x="254" y="1103"/>
                    <a:pt x="229" y="1086"/>
                  </a:cubicBezTo>
                  <a:cubicBezTo>
                    <a:pt x="167" y="1039"/>
                    <a:pt x="136" y="966"/>
                    <a:pt x="136" y="888"/>
                  </a:cubicBezTo>
                  <a:lnTo>
                    <a:pt x="110" y="457"/>
                  </a:lnTo>
                  <a:cubicBezTo>
                    <a:pt x="99" y="302"/>
                    <a:pt x="193" y="136"/>
                    <a:pt x="318" y="104"/>
                  </a:cubicBezTo>
                  <a:cubicBezTo>
                    <a:pt x="328" y="99"/>
                    <a:pt x="344" y="99"/>
                    <a:pt x="359" y="99"/>
                  </a:cubicBezTo>
                  <a:close/>
                  <a:moveTo>
                    <a:pt x="363" y="1"/>
                  </a:moveTo>
                  <a:cubicBezTo>
                    <a:pt x="339" y="1"/>
                    <a:pt x="315" y="4"/>
                    <a:pt x="292" y="11"/>
                  </a:cubicBezTo>
                  <a:cubicBezTo>
                    <a:pt x="125" y="58"/>
                    <a:pt x="1" y="255"/>
                    <a:pt x="16" y="463"/>
                  </a:cubicBezTo>
                  <a:lnTo>
                    <a:pt x="42" y="894"/>
                  </a:lnTo>
                  <a:cubicBezTo>
                    <a:pt x="42" y="997"/>
                    <a:pt x="89" y="1096"/>
                    <a:pt x="172" y="1163"/>
                  </a:cubicBezTo>
                  <a:cubicBezTo>
                    <a:pt x="214" y="1195"/>
                    <a:pt x="260" y="1210"/>
                    <a:pt x="312" y="1210"/>
                  </a:cubicBezTo>
                  <a:cubicBezTo>
                    <a:pt x="338" y="1210"/>
                    <a:pt x="359" y="1205"/>
                    <a:pt x="385" y="1200"/>
                  </a:cubicBezTo>
                  <a:cubicBezTo>
                    <a:pt x="551" y="1153"/>
                    <a:pt x="676" y="951"/>
                    <a:pt x="660" y="743"/>
                  </a:cubicBezTo>
                  <a:lnTo>
                    <a:pt x="634" y="312"/>
                  </a:lnTo>
                  <a:cubicBezTo>
                    <a:pt x="634" y="208"/>
                    <a:pt x="588" y="110"/>
                    <a:pt x="504" y="47"/>
                  </a:cubicBezTo>
                  <a:cubicBezTo>
                    <a:pt x="462" y="16"/>
                    <a:pt x="413" y="1"/>
                    <a:pt x="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65"/>
            <p:cNvSpPr/>
            <p:nvPr/>
          </p:nvSpPr>
          <p:spPr>
            <a:xfrm>
              <a:off x="456425" y="3731950"/>
              <a:ext cx="5725" cy="52850"/>
            </a:xfrm>
            <a:custGeom>
              <a:avLst/>
              <a:gdLst/>
              <a:ahLst/>
              <a:cxnLst/>
              <a:rect l="l" t="t" r="r" b="b"/>
              <a:pathLst>
                <a:path w="229" h="2114" extrusionOk="0">
                  <a:moveTo>
                    <a:pt x="99" y="1"/>
                  </a:moveTo>
                  <a:lnTo>
                    <a:pt x="0" y="6"/>
                  </a:lnTo>
                  <a:lnTo>
                    <a:pt x="130" y="2114"/>
                  </a:lnTo>
                  <a:lnTo>
                    <a:pt x="229" y="2109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65"/>
            <p:cNvSpPr/>
            <p:nvPr/>
          </p:nvSpPr>
          <p:spPr>
            <a:xfrm>
              <a:off x="414100" y="3762725"/>
              <a:ext cx="58450" cy="81400"/>
            </a:xfrm>
            <a:custGeom>
              <a:avLst/>
              <a:gdLst/>
              <a:ahLst/>
              <a:cxnLst/>
              <a:rect l="l" t="t" r="r" b="b"/>
              <a:pathLst>
                <a:path w="2338" h="3256" extrusionOk="0">
                  <a:moveTo>
                    <a:pt x="1" y="0"/>
                  </a:moveTo>
                  <a:lnTo>
                    <a:pt x="203" y="3152"/>
                  </a:lnTo>
                  <a:lnTo>
                    <a:pt x="707" y="3224"/>
                  </a:lnTo>
                  <a:cubicBezTo>
                    <a:pt x="852" y="3245"/>
                    <a:pt x="998" y="3256"/>
                    <a:pt x="1143" y="3256"/>
                  </a:cubicBezTo>
                  <a:cubicBezTo>
                    <a:pt x="1288" y="3256"/>
                    <a:pt x="1434" y="3245"/>
                    <a:pt x="1579" y="3224"/>
                  </a:cubicBezTo>
                  <a:lnTo>
                    <a:pt x="2135" y="3146"/>
                  </a:lnTo>
                  <a:lnTo>
                    <a:pt x="2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65"/>
            <p:cNvSpPr/>
            <p:nvPr/>
          </p:nvSpPr>
          <p:spPr>
            <a:xfrm>
              <a:off x="414100" y="3762725"/>
              <a:ext cx="58450" cy="81650"/>
            </a:xfrm>
            <a:custGeom>
              <a:avLst/>
              <a:gdLst/>
              <a:ahLst/>
              <a:cxnLst/>
              <a:rect l="l" t="t" r="r" b="b"/>
              <a:pathLst>
                <a:path w="2338" h="3266" extrusionOk="0">
                  <a:moveTo>
                    <a:pt x="2135" y="3146"/>
                  </a:moveTo>
                  <a:lnTo>
                    <a:pt x="1579" y="3224"/>
                  </a:lnTo>
                  <a:cubicBezTo>
                    <a:pt x="1288" y="3266"/>
                    <a:pt x="998" y="3266"/>
                    <a:pt x="707" y="3224"/>
                  </a:cubicBezTo>
                  <a:lnTo>
                    <a:pt x="203" y="3152"/>
                  </a:lnTo>
                  <a:lnTo>
                    <a:pt x="1" y="0"/>
                  </a:lnTo>
                  <a:lnTo>
                    <a:pt x="233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65"/>
            <p:cNvSpPr/>
            <p:nvPr/>
          </p:nvSpPr>
          <p:spPr>
            <a:xfrm>
              <a:off x="412825" y="3761425"/>
              <a:ext cx="60875" cy="84000"/>
            </a:xfrm>
            <a:custGeom>
              <a:avLst/>
              <a:gdLst/>
              <a:ahLst/>
              <a:cxnLst/>
              <a:rect l="l" t="t" r="r" b="b"/>
              <a:pathLst>
                <a:path w="2435" h="3360" extrusionOk="0">
                  <a:moveTo>
                    <a:pt x="2336" y="99"/>
                  </a:moveTo>
                  <a:lnTo>
                    <a:pt x="2139" y="3152"/>
                  </a:lnTo>
                  <a:lnTo>
                    <a:pt x="1620" y="3224"/>
                  </a:lnTo>
                  <a:cubicBezTo>
                    <a:pt x="1480" y="3245"/>
                    <a:pt x="1337" y="3256"/>
                    <a:pt x="1194" y="3256"/>
                  </a:cubicBezTo>
                  <a:cubicBezTo>
                    <a:pt x="1051" y="3256"/>
                    <a:pt x="909" y="3245"/>
                    <a:pt x="768" y="3224"/>
                  </a:cubicBezTo>
                  <a:lnTo>
                    <a:pt x="301" y="3157"/>
                  </a:lnTo>
                  <a:lnTo>
                    <a:pt x="104" y="99"/>
                  </a:lnTo>
                  <a:close/>
                  <a:moveTo>
                    <a:pt x="52" y="0"/>
                  </a:moveTo>
                  <a:cubicBezTo>
                    <a:pt x="21" y="0"/>
                    <a:pt x="0" y="26"/>
                    <a:pt x="5" y="52"/>
                  </a:cubicBezTo>
                  <a:lnTo>
                    <a:pt x="208" y="3204"/>
                  </a:lnTo>
                  <a:cubicBezTo>
                    <a:pt x="208" y="3224"/>
                    <a:pt x="223" y="3245"/>
                    <a:pt x="249" y="3245"/>
                  </a:cubicBezTo>
                  <a:lnTo>
                    <a:pt x="753" y="3323"/>
                  </a:lnTo>
                  <a:cubicBezTo>
                    <a:pt x="903" y="3344"/>
                    <a:pt x="1054" y="3354"/>
                    <a:pt x="1204" y="3359"/>
                  </a:cubicBezTo>
                  <a:cubicBezTo>
                    <a:pt x="1350" y="3354"/>
                    <a:pt x="1495" y="3349"/>
                    <a:pt x="1635" y="3328"/>
                  </a:cubicBezTo>
                  <a:lnTo>
                    <a:pt x="2191" y="3245"/>
                  </a:lnTo>
                  <a:cubicBezTo>
                    <a:pt x="2217" y="3245"/>
                    <a:pt x="2232" y="3224"/>
                    <a:pt x="2232" y="3204"/>
                  </a:cubicBezTo>
                  <a:lnTo>
                    <a:pt x="2435" y="52"/>
                  </a:lnTo>
                  <a:cubicBezTo>
                    <a:pt x="2435" y="42"/>
                    <a:pt x="2435" y="26"/>
                    <a:pt x="2425" y="16"/>
                  </a:cubicBezTo>
                  <a:cubicBezTo>
                    <a:pt x="2414" y="6"/>
                    <a:pt x="2399" y="0"/>
                    <a:pt x="2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65"/>
            <p:cNvSpPr/>
            <p:nvPr/>
          </p:nvSpPr>
          <p:spPr>
            <a:xfrm>
              <a:off x="507175" y="3842675"/>
              <a:ext cx="72325" cy="4575"/>
            </a:xfrm>
            <a:custGeom>
              <a:avLst/>
              <a:gdLst/>
              <a:ahLst/>
              <a:cxnLst/>
              <a:rect l="l" t="t" r="r" b="b"/>
              <a:pathLst>
                <a:path w="2893" h="183" extrusionOk="0">
                  <a:moveTo>
                    <a:pt x="1449" y="0"/>
                  </a:moveTo>
                  <a:cubicBezTo>
                    <a:pt x="649" y="0"/>
                    <a:pt x="0" y="42"/>
                    <a:pt x="0" y="89"/>
                  </a:cubicBezTo>
                  <a:cubicBezTo>
                    <a:pt x="0" y="141"/>
                    <a:pt x="649" y="182"/>
                    <a:pt x="1449" y="182"/>
                  </a:cubicBezTo>
                  <a:cubicBezTo>
                    <a:pt x="2243" y="182"/>
                    <a:pt x="2892" y="141"/>
                    <a:pt x="2892" y="89"/>
                  </a:cubicBezTo>
                  <a:cubicBezTo>
                    <a:pt x="2892" y="42"/>
                    <a:pt x="2243" y="0"/>
                    <a:pt x="1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65"/>
            <p:cNvSpPr/>
            <p:nvPr/>
          </p:nvSpPr>
          <p:spPr>
            <a:xfrm>
              <a:off x="497175" y="3773625"/>
              <a:ext cx="65825" cy="74000"/>
            </a:xfrm>
            <a:custGeom>
              <a:avLst/>
              <a:gdLst/>
              <a:ahLst/>
              <a:cxnLst/>
              <a:rect l="l" t="t" r="r" b="b"/>
              <a:pathLst>
                <a:path w="2633" h="2960" extrusionOk="0">
                  <a:moveTo>
                    <a:pt x="1" y="0"/>
                  </a:moveTo>
                  <a:lnTo>
                    <a:pt x="322" y="2804"/>
                  </a:lnTo>
                  <a:cubicBezTo>
                    <a:pt x="322" y="2887"/>
                    <a:pt x="759" y="2954"/>
                    <a:pt x="1293" y="2960"/>
                  </a:cubicBezTo>
                  <a:cubicBezTo>
                    <a:pt x="1828" y="2960"/>
                    <a:pt x="2264" y="2897"/>
                    <a:pt x="2264" y="2814"/>
                  </a:cubicBezTo>
                  <a:lnTo>
                    <a:pt x="2633" y="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65"/>
            <p:cNvSpPr/>
            <p:nvPr/>
          </p:nvSpPr>
          <p:spPr>
            <a:xfrm>
              <a:off x="495875" y="3772450"/>
              <a:ext cx="68300" cy="76350"/>
            </a:xfrm>
            <a:custGeom>
              <a:avLst/>
              <a:gdLst/>
              <a:ahLst/>
              <a:cxnLst/>
              <a:rect l="l" t="t" r="r" b="b"/>
              <a:pathLst>
                <a:path w="2732" h="3054" extrusionOk="0">
                  <a:moveTo>
                    <a:pt x="105" y="99"/>
                  </a:moveTo>
                  <a:lnTo>
                    <a:pt x="2628" y="110"/>
                  </a:lnTo>
                  <a:lnTo>
                    <a:pt x="2269" y="2851"/>
                  </a:lnTo>
                  <a:cubicBezTo>
                    <a:pt x="2225" y="2896"/>
                    <a:pt x="1897" y="2955"/>
                    <a:pt x="1407" y="2955"/>
                  </a:cubicBezTo>
                  <a:cubicBezTo>
                    <a:pt x="1386" y="2955"/>
                    <a:pt x="1366" y="2955"/>
                    <a:pt x="1345" y="2955"/>
                  </a:cubicBezTo>
                  <a:cubicBezTo>
                    <a:pt x="821" y="2955"/>
                    <a:pt x="473" y="2887"/>
                    <a:pt x="426" y="2846"/>
                  </a:cubicBezTo>
                  <a:lnTo>
                    <a:pt x="105" y="99"/>
                  </a:lnTo>
                  <a:close/>
                  <a:moveTo>
                    <a:pt x="53" y="1"/>
                  </a:moveTo>
                  <a:cubicBezTo>
                    <a:pt x="37" y="1"/>
                    <a:pt x="27" y="6"/>
                    <a:pt x="16" y="16"/>
                  </a:cubicBezTo>
                  <a:cubicBezTo>
                    <a:pt x="6" y="27"/>
                    <a:pt x="1" y="42"/>
                    <a:pt x="1" y="53"/>
                  </a:cubicBezTo>
                  <a:lnTo>
                    <a:pt x="328" y="2851"/>
                  </a:lnTo>
                  <a:cubicBezTo>
                    <a:pt x="328" y="2872"/>
                    <a:pt x="338" y="2892"/>
                    <a:pt x="354" y="2908"/>
                  </a:cubicBezTo>
                  <a:cubicBezTo>
                    <a:pt x="447" y="3007"/>
                    <a:pt x="920" y="3053"/>
                    <a:pt x="1345" y="3053"/>
                  </a:cubicBezTo>
                  <a:lnTo>
                    <a:pt x="1371" y="3053"/>
                  </a:lnTo>
                  <a:cubicBezTo>
                    <a:pt x="1584" y="3053"/>
                    <a:pt x="2363" y="3043"/>
                    <a:pt x="2363" y="2872"/>
                  </a:cubicBezTo>
                  <a:lnTo>
                    <a:pt x="2731" y="68"/>
                  </a:lnTo>
                  <a:cubicBezTo>
                    <a:pt x="2731" y="53"/>
                    <a:pt x="2731" y="37"/>
                    <a:pt x="2721" y="27"/>
                  </a:cubicBezTo>
                  <a:cubicBezTo>
                    <a:pt x="2711" y="16"/>
                    <a:pt x="2695" y="11"/>
                    <a:pt x="2685" y="11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65"/>
            <p:cNvSpPr/>
            <p:nvPr/>
          </p:nvSpPr>
          <p:spPr>
            <a:xfrm>
              <a:off x="497175" y="3773625"/>
              <a:ext cx="65825" cy="74000"/>
            </a:xfrm>
            <a:custGeom>
              <a:avLst/>
              <a:gdLst/>
              <a:ahLst/>
              <a:cxnLst/>
              <a:rect l="l" t="t" r="r" b="b"/>
              <a:pathLst>
                <a:path w="2633" h="2960" extrusionOk="0">
                  <a:moveTo>
                    <a:pt x="1" y="0"/>
                  </a:moveTo>
                  <a:lnTo>
                    <a:pt x="322" y="2804"/>
                  </a:lnTo>
                  <a:cubicBezTo>
                    <a:pt x="322" y="2887"/>
                    <a:pt x="759" y="2954"/>
                    <a:pt x="1293" y="2960"/>
                  </a:cubicBezTo>
                  <a:cubicBezTo>
                    <a:pt x="1828" y="2960"/>
                    <a:pt x="2264" y="2897"/>
                    <a:pt x="2264" y="2814"/>
                  </a:cubicBezTo>
                  <a:lnTo>
                    <a:pt x="2633" y="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65"/>
            <p:cNvSpPr/>
            <p:nvPr/>
          </p:nvSpPr>
          <p:spPr>
            <a:xfrm>
              <a:off x="497175" y="3773625"/>
              <a:ext cx="65825" cy="74000"/>
            </a:xfrm>
            <a:custGeom>
              <a:avLst/>
              <a:gdLst/>
              <a:ahLst/>
              <a:cxnLst/>
              <a:rect l="l" t="t" r="r" b="b"/>
              <a:pathLst>
                <a:path w="2633" h="2960" extrusionOk="0">
                  <a:moveTo>
                    <a:pt x="1" y="0"/>
                  </a:moveTo>
                  <a:lnTo>
                    <a:pt x="322" y="2804"/>
                  </a:lnTo>
                  <a:cubicBezTo>
                    <a:pt x="322" y="2887"/>
                    <a:pt x="759" y="2954"/>
                    <a:pt x="1293" y="2960"/>
                  </a:cubicBezTo>
                  <a:cubicBezTo>
                    <a:pt x="1828" y="2960"/>
                    <a:pt x="2264" y="2897"/>
                    <a:pt x="2264" y="2814"/>
                  </a:cubicBezTo>
                  <a:lnTo>
                    <a:pt x="2633" y="1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65"/>
            <p:cNvSpPr/>
            <p:nvPr/>
          </p:nvSpPr>
          <p:spPr>
            <a:xfrm>
              <a:off x="495875" y="3772450"/>
              <a:ext cx="68300" cy="76350"/>
            </a:xfrm>
            <a:custGeom>
              <a:avLst/>
              <a:gdLst/>
              <a:ahLst/>
              <a:cxnLst/>
              <a:rect l="l" t="t" r="r" b="b"/>
              <a:pathLst>
                <a:path w="2732" h="3054" extrusionOk="0">
                  <a:moveTo>
                    <a:pt x="105" y="99"/>
                  </a:moveTo>
                  <a:lnTo>
                    <a:pt x="2628" y="110"/>
                  </a:lnTo>
                  <a:lnTo>
                    <a:pt x="2269" y="2851"/>
                  </a:lnTo>
                  <a:cubicBezTo>
                    <a:pt x="2225" y="2896"/>
                    <a:pt x="1897" y="2955"/>
                    <a:pt x="1407" y="2955"/>
                  </a:cubicBezTo>
                  <a:cubicBezTo>
                    <a:pt x="1386" y="2955"/>
                    <a:pt x="1366" y="2955"/>
                    <a:pt x="1345" y="2955"/>
                  </a:cubicBezTo>
                  <a:cubicBezTo>
                    <a:pt x="821" y="2955"/>
                    <a:pt x="473" y="2887"/>
                    <a:pt x="426" y="2846"/>
                  </a:cubicBezTo>
                  <a:lnTo>
                    <a:pt x="105" y="99"/>
                  </a:lnTo>
                  <a:close/>
                  <a:moveTo>
                    <a:pt x="53" y="1"/>
                  </a:moveTo>
                  <a:cubicBezTo>
                    <a:pt x="37" y="1"/>
                    <a:pt x="27" y="6"/>
                    <a:pt x="16" y="16"/>
                  </a:cubicBezTo>
                  <a:cubicBezTo>
                    <a:pt x="6" y="27"/>
                    <a:pt x="1" y="42"/>
                    <a:pt x="1" y="53"/>
                  </a:cubicBezTo>
                  <a:lnTo>
                    <a:pt x="328" y="2851"/>
                  </a:lnTo>
                  <a:cubicBezTo>
                    <a:pt x="328" y="2872"/>
                    <a:pt x="338" y="2892"/>
                    <a:pt x="354" y="2908"/>
                  </a:cubicBezTo>
                  <a:cubicBezTo>
                    <a:pt x="447" y="3007"/>
                    <a:pt x="920" y="3053"/>
                    <a:pt x="1345" y="3053"/>
                  </a:cubicBezTo>
                  <a:lnTo>
                    <a:pt x="1371" y="3053"/>
                  </a:lnTo>
                  <a:cubicBezTo>
                    <a:pt x="1584" y="3053"/>
                    <a:pt x="2363" y="3043"/>
                    <a:pt x="2363" y="2872"/>
                  </a:cubicBezTo>
                  <a:lnTo>
                    <a:pt x="2731" y="68"/>
                  </a:lnTo>
                  <a:cubicBezTo>
                    <a:pt x="2731" y="53"/>
                    <a:pt x="2731" y="37"/>
                    <a:pt x="2721" y="27"/>
                  </a:cubicBezTo>
                  <a:cubicBezTo>
                    <a:pt x="2711" y="16"/>
                    <a:pt x="2695" y="11"/>
                    <a:pt x="2685" y="11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498875" y="3801000"/>
              <a:ext cx="62175" cy="18725"/>
            </a:xfrm>
            <a:custGeom>
              <a:avLst/>
              <a:gdLst/>
              <a:ahLst/>
              <a:cxnLst/>
              <a:rect l="l" t="t" r="r" b="b"/>
              <a:pathLst>
                <a:path w="2487" h="749" extrusionOk="0">
                  <a:moveTo>
                    <a:pt x="0" y="1"/>
                  </a:moveTo>
                  <a:lnTo>
                    <a:pt x="88" y="598"/>
                  </a:lnTo>
                  <a:cubicBezTo>
                    <a:pt x="88" y="676"/>
                    <a:pt x="602" y="748"/>
                    <a:pt x="1241" y="748"/>
                  </a:cubicBezTo>
                  <a:cubicBezTo>
                    <a:pt x="1266" y="749"/>
                    <a:pt x="1290" y="749"/>
                    <a:pt x="1314" y="749"/>
                  </a:cubicBezTo>
                  <a:cubicBezTo>
                    <a:pt x="1914" y="749"/>
                    <a:pt x="2393" y="688"/>
                    <a:pt x="2393" y="608"/>
                  </a:cubicBezTo>
                  <a:lnTo>
                    <a:pt x="2487" y="11"/>
                  </a:lnTo>
                  <a:lnTo>
                    <a:pt x="2487" y="11"/>
                  </a:lnTo>
                  <a:cubicBezTo>
                    <a:pt x="2330" y="65"/>
                    <a:pt x="1882" y="105"/>
                    <a:pt x="1340" y="105"/>
                  </a:cubicBezTo>
                  <a:cubicBezTo>
                    <a:pt x="1307" y="105"/>
                    <a:pt x="1274" y="105"/>
                    <a:pt x="1241" y="105"/>
                  </a:cubicBezTo>
                  <a:cubicBezTo>
                    <a:pt x="659" y="105"/>
                    <a:pt x="171" y="58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65"/>
            <p:cNvSpPr/>
            <p:nvPr/>
          </p:nvSpPr>
          <p:spPr>
            <a:xfrm>
              <a:off x="497175" y="3768425"/>
              <a:ext cx="65825" cy="7325"/>
            </a:xfrm>
            <a:custGeom>
              <a:avLst/>
              <a:gdLst/>
              <a:ahLst/>
              <a:cxnLst/>
              <a:rect l="l" t="t" r="r" b="b"/>
              <a:pathLst>
                <a:path w="2633" h="293" extrusionOk="0">
                  <a:moveTo>
                    <a:pt x="1212" y="0"/>
                  </a:moveTo>
                  <a:cubicBezTo>
                    <a:pt x="585" y="0"/>
                    <a:pt x="94" y="45"/>
                    <a:pt x="94" y="105"/>
                  </a:cubicBezTo>
                  <a:lnTo>
                    <a:pt x="21" y="172"/>
                  </a:lnTo>
                  <a:cubicBezTo>
                    <a:pt x="6" y="177"/>
                    <a:pt x="1" y="182"/>
                    <a:pt x="1" y="188"/>
                  </a:cubicBezTo>
                  <a:cubicBezTo>
                    <a:pt x="1" y="250"/>
                    <a:pt x="587" y="286"/>
                    <a:pt x="1314" y="291"/>
                  </a:cubicBezTo>
                  <a:cubicBezTo>
                    <a:pt x="1366" y="292"/>
                    <a:pt x="1418" y="292"/>
                    <a:pt x="1468" y="292"/>
                  </a:cubicBezTo>
                  <a:cubicBezTo>
                    <a:pt x="2123" y="292"/>
                    <a:pt x="2633" y="261"/>
                    <a:pt x="2633" y="203"/>
                  </a:cubicBezTo>
                  <a:cubicBezTo>
                    <a:pt x="2633" y="198"/>
                    <a:pt x="2622" y="193"/>
                    <a:pt x="2612" y="188"/>
                  </a:cubicBezTo>
                  <a:lnTo>
                    <a:pt x="2534" y="115"/>
                  </a:lnTo>
                  <a:cubicBezTo>
                    <a:pt x="2534" y="58"/>
                    <a:pt x="1989" y="6"/>
                    <a:pt x="1314" y="1"/>
                  </a:cubicBezTo>
                  <a:cubicBezTo>
                    <a:pt x="1280" y="0"/>
                    <a:pt x="1246" y="0"/>
                    <a:pt x="1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65"/>
            <p:cNvSpPr/>
            <p:nvPr/>
          </p:nvSpPr>
          <p:spPr>
            <a:xfrm>
              <a:off x="496000" y="3767225"/>
              <a:ext cx="68175" cy="9800"/>
            </a:xfrm>
            <a:custGeom>
              <a:avLst/>
              <a:gdLst/>
              <a:ahLst/>
              <a:cxnLst/>
              <a:rect l="l" t="t" r="r" b="b"/>
              <a:pathLst>
                <a:path w="2727" h="392" extrusionOk="0">
                  <a:moveTo>
                    <a:pt x="1366" y="95"/>
                  </a:moveTo>
                  <a:cubicBezTo>
                    <a:pt x="2041" y="101"/>
                    <a:pt x="2472" y="153"/>
                    <a:pt x="2545" y="189"/>
                  </a:cubicBezTo>
                  <a:cubicBezTo>
                    <a:pt x="2545" y="194"/>
                    <a:pt x="2550" y="194"/>
                    <a:pt x="2555" y="199"/>
                  </a:cubicBezTo>
                  <a:lnTo>
                    <a:pt x="2597" y="241"/>
                  </a:lnTo>
                  <a:cubicBezTo>
                    <a:pt x="2467" y="267"/>
                    <a:pt x="2083" y="293"/>
                    <a:pt x="1361" y="293"/>
                  </a:cubicBezTo>
                  <a:cubicBezTo>
                    <a:pt x="645" y="293"/>
                    <a:pt x="260" y="256"/>
                    <a:pt x="131" y="230"/>
                  </a:cubicBezTo>
                  <a:lnTo>
                    <a:pt x="177" y="189"/>
                  </a:lnTo>
                  <a:cubicBezTo>
                    <a:pt x="183" y="184"/>
                    <a:pt x="183" y="179"/>
                    <a:pt x="188" y="179"/>
                  </a:cubicBezTo>
                  <a:cubicBezTo>
                    <a:pt x="260" y="142"/>
                    <a:pt x="691" y="95"/>
                    <a:pt x="1366" y="95"/>
                  </a:cubicBezTo>
                  <a:close/>
                  <a:moveTo>
                    <a:pt x="1200" y="1"/>
                  </a:moveTo>
                  <a:cubicBezTo>
                    <a:pt x="935" y="1"/>
                    <a:pt x="689" y="11"/>
                    <a:pt x="499" y="28"/>
                  </a:cubicBezTo>
                  <a:cubicBezTo>
                    <a:pt x="188" y="54"/>
                    <a:pt x="115" y="90"/>
                    <a:pt x="100" y="127"/>
                  </a:cubicBezTo>
                  <a:lnTo>
                    <a:pt x="42" y="179"/>
                  </a:lnTo>
                  <a:cubicBezTo>
                    <a:pt x="16" y="189"/>
                    <a:pt x="1" y="215"/>
                    <a:pt x="1" y="241"/>
                  </a:cubicBezTo>
                  <a:cubicBezTo>
                    <a:pt x="1" y="256"/>
                    <a:pt x="6" y="272"/>
                    <a:pt x="16" y="282"/>
                  </a:cubicBezTo>
                  <a:cubicBezTo>
                    <a:pt x="105" y="371"/>
                    <a:pt x="899" y="391"/>
                    <a:pt x="1361" y="391"/>
                  </a:cubicBezTo>
                  <a:lnTo>
                    <a:pt x="1491" y="391"/>
                  </a:lnTo>
                  <a:cubicBezTo>
                    <a:pt x="2726" y="391"/>
                    <a:pt x="2726" y="303"/>
                    <a:pt x="2726" y="251"/>
                  </a:cubicBezTo>
                  <a:cubicBezTo>
                    <a:pt x="2726" y="225"/>
                    <a:pt x="2711" y="205"/>
                    <a:pt x="2690" y="194"/>
                  </a:cubicBezTo>
                  <a:lnTo>
                    <a:pt x="2628" y="137"/>
                  </a:lnTo>
                  <a:cubicBezTo>
                    <a:pt x="2623" y="132"/>
                    <a:pt x="2623" y="127"/>
                    <a:pt x="2617" y="121"/>
                  </a:cubicBezTo>
                  <a:cubicBezTo>
                    <a:pt x="2503" y="7"/>
                    <a:pt x="1413" y="2"/>
                    <a:pt x="1366" y="2"/>
                  </a:cubicBezTo>
                  <a:cubicBezTo>
                    <a:pt x="1310" y="1"/>
                    <a:pt x="1255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65"/>
            <p:cNvSpPr/>
            <p:nvPr/>
          </p:nvSpPr>
          <p:spPr>
            <a:xfrm>
              <a:off x="498875" y="3801000"/>
              <a:ext cx="62175" cy="18850"/>
            </a:xfrm>
            <a:custGeom>
              <a:avLst/>
              <a:gdLst/>
              <a:ahLst/>
              <a:cxnLst/>
              <a:rect l="l" t="t" r="r" b="b"/>
              <a:pathLst>
                <a:path w="2487" h="754" extrusionOk="0">
                  <a:moveTo>
                    <a:pt x="1241" y="105"/>
                  </a:moveTo>
                  <a:cubicBezTo>
                    <a:pt x="659" y="105"/>
                    <a:pt x="171" y="58"/>
                    <a:pt x="0" y="1"/>
                  </a:cubicBezTo>
                  <a:lnTo>
                    <a:pt x="88" y="598"/>
                  </a:lnTo>
                  <a:cubicBezTo>
                    <a:pt x="88" y="676"/>
                    <a:pt x="602" y="748"/>
                    <a:pt x="1241" y="748"/>
                  </a:cubicBezTo>
                  <a:cubicBezTo>
                    <a:pt x="1874" y="754"/>
                    <a:pt x="2393" y="691"/>
                    <a:pt x="2393" y="608"/>
                  </a:cubicBezTo>
                  <a:lnTo>
                    <a:pt x="2487" y="11"/>
                  </a:lnTo>
                  <a:cubicBezTo>
                    <a:pt x="2321" y="68"/>
                    <a:pt x="1828" y="110"/>
                    <a:pt x="1241" y="10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65"/>
            <p:cNvSpPr/>
            <p:nvPr/>
          </p:nvSpPr>
          <p:spPr>
            <a:xfrm>
              <a:off x="497575" y="3799775"/>
              <a:ext cx="64775" cy="21250"/>
            </a:xfrm>
            <a:custGeom>
              <a:avLst/>
              <a:gdLst/>
              <a:ahLst/>
              <a:cxnLst/>
              <a:rect l="l" t="t" r="r" b="b"/>
              <a:pathLst>
                <a:path w="2591" h="850" extrusionOk="0">
                  <a:moveTo>
                    <a:pt x="109" y="117"/>
                  </a:moveTo>
                  <a:cubicBezTo>
                    <a:pt x="332" y="169"/>
                    <a:pt x="779" y="206"/>
                    <a:pt x="1288" y="206"/>
                  </a:cubicBezTo>
                  <a:cubicBezTo>
                    <a:pt x="1325" y="206"/>
                    <a:pt x="1362" y="206"/>
                    <a:pt x="1399" y="206"/>
                  </a:cubicBezTo>
                  <a:cubicBezTo>
                    <a:pt x="1867" y="206"/>
                    <a:pt x="2274" y="176"/>
                    <a:pt x="2477" y="128"/>
                  </a:cubicBezTo>
                  <a:lnTo>
                    <a:pt x="2477" y="128"/>
                  </a:lnTo>
                  <a:lnTo>
                    <a:pt x="2399" y="647"/>
                  </a:lnTo>
                  <a:cubicBezTo>
                    <a:pt x="2339" y="692"/>
                    <a:pt x="1958" y="751"/>
                    <a:pt x="1362" y="751"/>
                  </a:cubicBezTo>
                  <a:cubicBezTo>
                    <a:pt x="1338" y="751"/>
                    <a:pt x="1313" y="751"/>
                    <a:pt x="1288" y="751"/>
                  </a:cubicBezTo>
                  <a:cubicBezTo>
                    <a:pt x="654" y="751"/>
                    <a:pt x="244" y="683"/>
                    <a:pt x="187" y="637"/>
                  </a:cubicBezTo>
                  <a:lnTo>
                    <a:pt x="109" y="117"/>
                  </a:lnTo>
                  <a:close/>
                  <a:moveTo>
                    <a:pt x="57" y="1"/>
                  </a:moveTo>
                  <a:cubicBezTo>
                    <a:pt x="26" y="1"/>
                    <a:pt x="1" y="24"/>
                    <a:pt x="5" y="55"/>
                  </a:cubicBezTo>
                  <a:lnTo>
                    <a:pt x="88" y="652"/>
                  </a:lnTo>
                  <a:cubicBezTo>
                    <a:pt x="94" y="714"/>
                    <a:pt x="161" y="761"/>
                    <a:pt x="467" y="803"/>
                  </a:cubicBezTo>
                  <a:cubicBezTo>
                    <a:pt x="743" y="834"/>
                    <a:pt x="1018" y="849"/>
                    <a:pt x="1293" y="849"/>
                  </a:cubicBezTo>
                  <a:lnTo>
                    <a:pt x="1340" y="849"/>
                  </a:lnTo>
                  <a:cubicBezTo>
                    <a:pt x="1662" y="849"/>
                    <a:pt x="2477" y="834"/>
                    <a:pt x="2497" y="668"/>
                  </a:cubicBezTo>
                  <a:lnTo>
                    <a:pt x="2591" y="65"/>
                  </a:lnTo>
                  <a:cubicBezTo>
                    <a:pt x="2591" y="50"/>
                    <a:pt x="2586" y="34"/>
                    <a:pt x="2570" y="24"/>
                  </a:cubicBezTo>
                  <a:cubicBezTo>
                    <a:pt x="2562" y="16"/>
                    <a:pt x="2549" y="11"/>
                    <a:pt x="2537" y="11"/>
                  </a:cubicBezTo>
                  <a:cubicBezTo>
                    <a:pt x="2532" y="11"/>
                    <a:pt x="2527" y="12"/>
                    <a:pt x="2523" y="14"/>
                  </a:cubicBezTo>
                  <a:cubicBezTo>
                    <a:pt x="2373" y="72"/>
                    <a:pt x="1917" y="107"/>
                    <a:pt x="1399" y="107"/>
                  </a:cubicBezTo>
                  <a:cubicBezTo>
                    <a:pt x="1364" y="107"/>
                    <a:pt x="1328" y="107"/>
                    <a:pt x="1293" y="107"/>
                  </a:cubicBezTo>
                  <a:cubicBezTo>
                    <a:pt x="743" y="107"/>
                    <a:pt x="239" y="65"/>
                    <a:pt x="73" y="3"/>
                  </a:cubicBezTo>
                  <a:cubicBezTo>
                    <a:pt x="67" y="2"/>
                    <a:pt x="6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4" name="Google Shape;2494;p65"/>
          <p:cNvGrpSpPr/>
          <p:nvPr/>
        </p:nvGrpSpPr>
        <p:grpSpPr>
          <a:xfrm>
            <a:off x="1409917" y="2684726"/>
            <a:ext cx="1023931" cy="1973036"/>
            <a:chOff x="359850" y="2880925"/>
            <a:chExt cx="329450" cy="634825"/>
          </a:xfrm>
        </p:grpSpPr>
        <p:sp>
          <p:nvSpPr>
            <p:cNvPr id="2495" name="Google Shape;2495;p65"/>
            <p:cNvSpPr/>
            <p:nvPr/>
          </p:nvSpPr>
          <p:spPr>
            <a:xfrm>
              <a:off x="501725" y="3240050"/>
              <a:ext cx="39225" cy="275700"/>
            </a:xfrm>
            <a:custGeom>
              <a:avLst/>
              <a:gdLst/>
              <a:ahLst/>
              <a:cxnLst/>
              <a:rect l="l" t="t" r="r" b="b"/>
              <a:pathLst>
                <a:path w="1569" h="11028" extrusionOk="0">
                  <a:moveTo>
                    <a:pt x="0" y="0"/>
                  </a:moveTo>
                  <a:lnTo>
                    <a:pt x="166" y="9776"/>
                  </a:lnTo>
                  <a:cubicBezTo>
                    <a:pt x="166" y="9787"/>
                    <a:pt x="172" y="9797"/>
                    <a:pt x="177" y="9808"/>
                  </a:cubicBezTo>
                  <a:lnTo>
                    <a:pt x="1137" y="11007"/>
                  </a:lnTo>
                  <a:cubicBezTo>
                    <a:pt x="1148" y="11017"/>
                    <a:pt x="1163" y="11028"/>
                    <a:pt x="1179" y="11028"/>
                  </a:cubicBezTo>
                  <a:lnTo>
                    <a:pt x="1194" y="11028"/>
                  </a:lnTo>
                  <a:cubicBezTo>
                    <a:pt x="1210" y="11017"/>
                    <a:pt x="1226" y="11002"/>
                    <a:pt x="1226" y="10981"/>
                  </a:cubicBezTo>
                  <a:lnTo>
                    <a:pt x="1568" y="1319"/>
                  </a:lnTo>
                  <a:lnTo>
                    <a:pt x="1470" y="1319"/>
                  </a:lnTo>
                  <a:lnTo>
                    <a:pt x="1132" y="10846"/>
                  </a:lnTo>
                  <a:lnTo>
                    <a:pt x="265" y="9761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65"/>
            <p:cNvSpPr/>
            <p:nvPr/>
          </p:nvSpPr>
          <p:spPr>
            <a:xfrm>
              <a:off x="461475" y="3332200"/>
              <a:ext cx="116725" cy="169675"/>
            </a:xfrm>
            <a:custGeom>
              <a:avLst/>
              <a:gdLst/>
              <a:ahLst/>
              <a:cxnLst/>
              <a:rect l="l" t="t" r="r" b="b"/>
              <a:pathLst>
                <a:path w="4669" h="6787" extrusionOk="0">
                  <a:moveTo>
                    <a:pt x="100" y="1"/>
                  </a:moveTo>
                  <a:lnTo>
                    <a:pt x="1" y="6"/>
                  </a:lnTo>
                  <a:lnTo>
                    <a:pt x="271" y="6739"/>
                  </a:lnTo>
                  <a:cubicBezTo>
                    <a:pt x="271" y="6765"/>
                    <a:pt x="292" y="6786"/>
                    <a:pt x="318" y="6786"/>
                  </a:cubicBezTo>
                  <a:lnTo>
                    <a:pt x="4289" y="6786"/>
                  </a:lnTo>
                  <a:cubicBezTo>
                    <a:pt x="4315" y="6786"/>
                    <a:pt x="4336" y="6765"/>
                    <a:pt x="4336" y="6739"/>
                  </a:cubicBezTo>
                  <a:lnTo>
                    <a:pt x="4668" y="6"/>
                  </a:lnTo>
                  <a:lnTo>
                    <a:pt x="4575" y="1"/>
                  </a:lnTo>
                  <a:lnTo>
                    <a:pt x="4242" y="6693"/>
                  </a:lnTo>
                  <a:lnTo>
                    <a:pt x="364" y="6693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65"/>
            <p:cNvSpPr/>
            <p:nvPr/>
          </p:nvSpPr>
          <p:spPr>
            <a:xfrm>
              <a:off x="442925" y="3215775"/>
              <a:ext cx="153825" cy="13400"/>
            </a:xfrm>
            <a:custGeom>
              <a:avLst/>
              <a:gdLst/>
              <a:ahLst/>
              <a:cxnLst/>
              <a:rect l="l" t="t" r="r" b="b"/>
              <a:pathLst>
                <a:path w="6153" h="536" extrusionOk="0">
                  <a:moveTo>
                    <a:pt x="3079" y="1"/>
                  </a:moveTo>
                  <a:cubicBezTo>
                    <a:pt x="1376" y="1"/>
                    <a:pt x="0" y="120"/>
                    <a:pt x="0" y="265"/>
                  </a:cubicBezTo>
                  <a:cubicBezTo>
                    <a:pt x="0" y="416"/>
                    <a:pt x="1376" y="535"/>
                    <a:pt x="3079" y="535"/>
                  </a:cubicBezTo>
                  <a:cubicBezTo>
                    <a:pt x="4777" y="535"/>
                    <a:pt x="6153" y="416"/>
                    <a:pt x="6153" y="265"/>
                  </a:cubicBezTo>
                  <a:cubicBezTo>
                    <a:pt x="6153" y="120"/>
                    <a:pt x="4777" y="1"/>
                    <a:pt x="30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65"/>
            <p:cNvSpPr/>
            <p:nvPr/>
          </p:nvSpPr>
          <p:spPr>
            <a:xfrm>
              <a:off x="441750" y="3214600"/>
              <a:ext cx="156175" cy="15750"/>
            </a:xfrm>
            <a:custGeom>
              <a:avLst/>
              <a:gdLst/>
              <a:ahLst/>
              <a:cxnLst/>
              <a:rect l="l" t="t" r="r" b="b"/>
              <a:pathLst>
                <a:path w="6247" h="630" extrusionOk="0">
                  <a:moveTo>
                    <a:pt x="3126" y="100"/>
                  </a:moveTo>
                  <a:cubicBezTo>
                    <a:pt x="4907" y="100"/>
                    <a:pt x="5987" y="219"/>
                    <a:pt x="6137" y="312"/>
                  </a:cubicBezTo>
                  <a:cubicBezTo>
                    <a:pt x="5987" y="411"/>
                    <a:pt x="4907" y="530"/>
                    <a:pt x="3126" y="530"/>
                  </a:cubicBezTo>
                  <a:cubicBezTo>
                    <a:pt x="1340" y="530"/>
                    <a:pt x="260" y="411"/>
                    <a:pt x="110" y="312"/>
                  </a:cubicBezTo>
                  <a:cubicBezTo>
                    <a:pt x="260" y="219"/>
                    <a:pt x="1340" y="100"/>
                    <a:pt x="3126" y="100"/>
                  </a:cubicBezTo>
                  <a:close/>
                  <a:moveTo>
                    <a:pt x="3126" y="1"/>
                  </a:moveTo>
                  <a:cubicBezTo>
                    <a:pt x="2301" y="1"/>
                    <a:pt x="1527" y="27"/>
                    <a:pt x="946" y="79"/>
                  </a:cubicBezTo>
                  <a:cubicBezTo>
                    <a:pt x="1" y="162"/>
                    <a:pt x="1" y="260"/>
                    <a:pt x="1" y="312"/>
                  </a:cubicBezTo>
                  <a:cubicBezTo>
                    <a:pt x="1" y="370"/>
                    <a:pt x="1" y="468"/>
                    <a:pt x="946" y="551"/>
                  </a:cubicBezTo>
                  <a:cubicBezTo>
                    <a:pt x="1527" y="603"/>
                    <a:pt x="2301" y="629"/>
                    <a:pt x="3126" y="629"/>
                  </a:cubicBezTo>
                  <a:cubicBezTo>
                    <a:pt x="3946" y="629"/>
                    <a:pt x="4720" y="603"/>
                    <a:pt x="5301" y="551"/>
                  </a:cubicBezTo>
                  <a:cubicBezTo>
                    <a:pt x="6246" y="468"/>
                    <a:pt x="6246" y="370"/>
                    <a:pt x="6246" y="312"/>
                  </a:cubicBezTo>
                  <a:cubicBezTo>
                    <a:pt x="6246" y="260"/>
                    <a:pt x="6246" y="162"/>
                    <a:pt x="5301" y="79"/>
                  </a:cubicBezTo>
                  <a:cubicBezTo>
                    <a:pt x="4720" y="27"/>
                    <a:pt x="3946" y="1"/>
                    <a:pt x="3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65"/>
            <p:cNvSpPr/>
            <p:nvPr/>
          </p:nvSpPr>
          <p:spPr>
            <a:xfrm>
              <a:off x="451225" y="3230825"/>
              <a:ext cx="137225" cy="136375"/>
            </a:xfrm>
            <a:custGeom>
              <a:avLst/>
              <a:gdLst/>
              <a:ahLst/>
              <a:cxnLst/>
              <a:rect l="l" t="t" r="r" b="b"/>
              <a:pathLst>
                <a:path w="5489" h="5455" extrusionOk="0">
                  <a:moveTo>
                    <a:pt x="5488" y="1"/>
                  </a:moveTo>
                  <a:lnTo>
                    <a:pt x="5487" y="7"/>
                  </a:lnTo>
                  <a:lnTo>
                    <a:pt x="5487" y="7"/>
                  </a:lnTo>
                  <a:cubicBezTo>
                    <a:pt x="5488" y="5"/>
                    <a:pt x="5488" y="3"/>
                    <a:pt x="5488" y="1"/>
                  </a:cubicBezTo>
                  <a:close/>
                  <a:moveTo>
                    <a:pt x="1" y="1"/>
                  </a:moveTo>
                  <a:cubicBezTo>
                    <a:pt x="1" y="3"/>
                    <a:pt x="1" y="6"/>
                    <a:pt x="2" y="8"/>
                  </a:cubicBezTo>
                  <a:lnTo>
                    <a:pt x="2" y="8"/>
                  </a:lnTo>
                  <a:lnTo>
                    <a:pt x="1" y="1"/>
                  </a:lnTo>
                  <a:close/>
                  <a:moveTo>
                    <a:pt x="5487" y="7"/>
                  </a:moveTo>
                  <a:cubicBezTo>
                    <a:pt x="5450" y="145"/>
                    <a:pt x="4239" y="266"/>
                    <a:pt x="2747" y="266"/>
                  </a:cubicBezTo>
                  <a:cubicBezTo>
                    <a:pt x="1256" y="266"/>
                    <a:pt x="41" y="150"/>
                    <a:pt x="2" y="8"/>
                  </a:cubicBezTo>
                  <a:lnTo>
                    <a:pt x="2" y="8"/>
                  </a:lnTo>
                  <a:lnTo>
                    <a:pt x="707" y="5167"/>
                  </a:lnTo>
                  <a:lnTo>
                    <a:pt x="738" y="5177"/>
                  </a:lnTo>
                  <a:cubicBezTo>
                    <a:pt x="1393" y="5362"/>
                    <a:pt x="2067" y="5454"/>
                    <a:pt x="2741" y="5454"/>
                  </a:cubicBezTo>
                  <a:cubicBezTo>
                    <a:pt x="3429" y="5454"/>
                    <a:pt x="4116" y="5358"/>
                    <a:pt x="4782" y="5167"/>
                  </a:cubicBezTo>
                  <a:lnTo>
                    <a:pt x="5487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65"/>
            <p:cNvSpPr/>
            <p:nvPr/>
          </p:nvSpPr>
          <p:spPr>
            <a:xfrm>
              <a:off x="451225" y="3230825"/>
              <a:ext cx="137225" cy="138775"/>
            </a:xfrm>
            <a:custGeom>
              <a:avLst/>
              <a:gdLst/>
              <a:ahLst/>
              <a:cxnLst/>
              <a:rect l="l" t="t" r="r" b="b"/>
              <a:pathLst>
                <a:path w="5489" h="5551" extrusionOk="0">
                  <a:moveTo>
                    <a:pt x="2747" y="266"/>
                  </a:moveTo>
                  <a:cubicBezTo>
                    <a:pt x="1231" y="266"/>
                    <a:pt x="1" y="146"/>
                    <a:pt x="1" y="1"/>
                  </a:cubicBezTo>
                  <a:lnTo>
                    <a:pt x="707" y="5167"/>
                  </a:lnTo>
                  <a:lnTo>
                    <a:pt x="738" y="5177"/>
                  </a:lnTo>
                  <a:cubicBezTo>
                    <a:pt x="2062" y="5551"/>
                    <a:pt x="3464" y="5546"/>
                    <a:pt x="4782" y="5167"/>
                  </a:cubicBezTo>
                  <a:lnTo>
                    <a:pt x="4782" y="5167"/>
                  </a:lnTo>
                  <a:lnTo>
                    <a:pt x="5488" y="1"/>
                  </a:lnTo>
                  <a:cubicBezTo>
                    <a:pt x="5488" y="141"/>
                    <a:pt x="4263" y="266"/>
                    <a:pt x="2747" y="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65"/>
            <p:cNvSpPr/>
            <p:nvPr/>
          </p:nvSpPr>
          <p:spPr>
            <a:xfrm>
              <a:off x="450075" y="3229425"/>
              <a:ext cx="139675" cy="138875"/>
            </a:xfrm>
            <a:custGeom>
              <a:avLst/>
              <a:gdLst/>
              <a:ahLst/>
              <a:cxnLst/>
              <a:rect l="l" t="t" r="r" b="b"/>
              <a:pathLst>
                <a:path w="5587" h="5555" extrusionOk="0">
                  <a:moveTo>
                    <a:pt x="104" y="161"/>
                  </a:moveTo>
                  <a:cubicBezTo>
                    <a:pt x="213" y="202"/>
                    <a:pt x="426" y="249"/>
                    <a:pt x="841" y="290"/>
                  </a:cubicBezTo>
                  <a:cubicBezTo>
                    <a:pt x="1360" y="337"/>
                    <a:pt x="2051" y="368"/>
                    <a:pt x="2788" y="368"/>
                  </a:cubicBezTo>
                  <a:cubicBezTo>
                    <a:pt x="3525" y="368"/>
                    <a:pt x="4216" y="337"/>
                    <a:pt x="4735" y="290"/>
                  </a:cubicBezTo>
                  <a:cubicBezTo>
                    <a:pt x="5150" y="249"/>
                    <a:pt x="5358" y="202"/>
                    <a:pt x="5467" y="161"/>
                  </a:cubicBezTo>
                  <a:lnTo>
                    <a:pt x="5467" y="161"/>
                  </a:lnTo>
                  <a:lnTo>
                    <a:pt x="4782" y="5181"/>
                  </a:lnTo>
                  <a:cubicBezTo>
                    <a:pt x="4130" y="5365"/>
                    <a:pt x="3459" y="5457"/>
                    <a:pt x="2788" y="5457"/>
                  </a:cubicBezTo>
                  <a:cubicBezTo>
                    <a:pt x="2117" y="5457"/>
                    <a:pt x="1446" y="5365"/>
                    <a:pt x="794" y="5181"/>
                  </a:cubicBezTo>
                  <a:lnTo>
                    <a:pt x="104" y="161"/>
                  </a:lnTo>
                  <a:close/>
                  <a:moveTo>
                    <a:pt x="5535" y="0"/>
                  </a:moveTo>
                  <a:cubicBezTo>
                    <a:pt x="5512" y="0"/>
                    <a:pt x="5490" y="15"/>
                    <a:pt x="5488" y="46"/>
                  </a:cubicBezTo>
                  <a:cubicBezTo>
                    <a:pt x="5405" y="140"/>
                    <a:pt x="4429" y="270"/>
                    <a:pt x="2793" y="270"/>
                  </a:cubicBezTo>
                  <a:cubicBezTo>
                    <a:pt x="1153" y="270"/>
                    <a:pt x="177" y="140"/>
                    <a:pt x="93" y="46"/>
                  </a:cubicBezTo>
                  <a:cubicBezTo>
                    <a:pt x="93" y="23"/>
                    <a:pt x="73" y="4"/>
                    <a:pt x="50" y="4"/>
                  </a:cubicBezTo>
                  <a:cubicBezTo>
                    <a:pt x="47" y="4"/>
                    <a:pt x="44" y="4"/>
                    <a:pt x="42" y="5"/>
                  </a:cubicBezTo>
                  <a:cubicBezTo>
                    <a:pt x="16" y="5"/>
                    <a:pt x="0" y="26"/>
                    <a:pt x="0" y="52"/>
                  </a:cubicBezTo>
                  <a:cubicBezTo>
                    <a:pt x="0" y="62"/>
                    <a:pt x="0" y="72"/>
                    <a:pt x="0" y="83"/>
                  </a:cubicBezTo>
                  <a:lnTo>
                    <a:pt x="706" y="5223"/>
                  </a:lnTo>
                  <a:cubicBezTo>
                    <a:pt x="706" y="5243"/>
                    <a:pt x="722" y="5259"/>
                    <a:pt x="737" y="5264"/>
                  </a:cubicBezTo>
                  <a:lnTo>
                    <a:pt x="774" y="5274"/>
                  </a:lnTo>
                  <a:cubicBezTo>
                    <a:pt x="1428" y="5461"/>
                    <a:pt x="2108" y="5555"/>
                    <a:pt x="2793" y="5555"/>
                  </a:cubicBezTo>
                  <a:cubicBezTo>
                    <a:pt x="3484" y="5555"/>
                    <a:pt x="4179" y="5456"/>
                    <a:pt x="4844" y="5264"/>
                  </a:cubicBezTo>
                  <a:cubicBezTo>
                    <a:pt x="4865" y="5259"/>
                    <a:pt x="4875" y="5243"/>
                    <a:pt x="4880" y="5223"/>
                  </a:cubicBezTo>
                  <a:lnTo>
                    <a:pt x="5581" y="83"/>
                  </a:lnTo>
                  <a:cubicBezTo>
                    <a:pt x="5581" y="72"/>
                    <a:pt x="5586" y="62"/>
                    <a:pt x="5586" y="52"/>
                  </a:cubicBezTo>
                  <a:cubicBezTo>
                    <a:pt x="5586" y="19"/>
                    <a:pt x="5560" y="0"/>
                    <a:pt x="5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65"/>
            <p:cNvSpPr/>
            <p:nvPr/>
          </p:nvSpPr>
          <p:spPr>
            <a:xfrm>
              <a:off x="461475" y="3328700"/>
              <a:ext cx="116725" cy="14550"/>
            </a:xfrm>
            <a:custGeom>
              <a:avLst/>
              <a:gdLst/>
              <a:ahLst/>
              <a:cxnLst/>
              <a:rect l="l" t="t" r="r" b="b"/>
              <a:pathLst>
                <a:path w="4669" h="582" extrusionOk="0">
                  <a:moveTo>
                    <a:pt x="94" y="0"/>
                  </a:moveTo>
                  <a:cubicBezTo>
                    <a:pt x="42" y="26"/>
                    <a:pt x="6" y="83"/>
                    <a:pt x="1" y="141"/>
                  </a:cubicBezTo>
                  <a:cubicBezTo>
                    <a:pt x="1" y="462"/>
                    <a:pt x="1397" y="582"/>
                    <a:pt x="2337" y="582"/>
                  </a:cubicBezTo>
                  <a:cubicBezTo>
                    <a:pt x="3272" y="582"/>
                    <a:pt x="4668" y="462"/>
                    <a:pt x="4668" y="141"/>
                  </a:cubicBezTo>
                  <a:cubicBezTo>
                    <a:pt x="4663" y="83"/>
                    <a:pt x="4627" y="26"/>
                    <a:pt x="4570" y="0"/>
                  </a:cubicBezTo>
                  <a:lnTo>
                    <a:pt x="4518" y="83"/>
                  </a:lnTo>
                  <a:cubicBezTo>
                    <a:pt x="4549" y="104"/>
                    <a:pt x="4570" y="125"/>
                    <a:pt x="4570" y="141"/>
                  </a:cubicBezTo>
                  <a:cubicBezTo>
                    <a:pt x="4570" y="281"/>
                    <a:pt x="3697" y="483"/>
                    <a:pt x="2332" y="483"/>
                  </a:cubicBezTo>
                  <a:cubicBezTo>
                    <a:pt x="967" y="483"/>
                    <a:pt x="94" y="281"/>
                    <a:pt x="94" y="141"/>
                  </a:cubicBezTo>
                  <a:cubicBezTo>
                    <a:pt x="94" y="125"/>
                    <a:pt x="115" y="104"/>
                    <a:pt x="146" y="83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65"/>
            <p:cNvSpPr/>
            <p:nvPr/>
          </p:nvSpPr>
          <p:spPr>
            <a:xfrm>
              <a:off x="388025" y="2884925"/>
              <a:ext cx="159275" cy="199575"/>
            </a:xfrm>
            <a:custGeom>
              <a:avLst/>
              <a:gdLst/>
              <a:ahLst/>
              <a:cxnLst/>
              <a:rect l="l" t="t" r="r" b="b"/>
              <a:pathLst>
                <a:path w="6371" h="7983" extrusionOk="0">
                  <a:moveTo>
                    <a:pt x="1794" y="0"/>
                  </a:moveTo>
                  <a:cubicBezTo>
                    <a:pt x="1091" y="0"/>
                    <a:pt x="41" y="448"/>
                    <a:pt x="11" y="448"/>
                  </a:cubicBezTo>
                  <a:cubicBezTo>
                    <a:pt x="11" y="448"/>
                    <a:pt x="11" y="448"/>
                    <a:pt x="11" y="448"/>
                  </a:cubicBezTo>
                  <a:lnTo>
                    <a:pt x="11" y="448"/>
                  </a:lnTo>
                  <a:cubicBezTo>
                    <a:pt x="0" y="484"/>
                    <a:pt x="1075" y="536"/>
                    <a:pt x="1579" y="1387"/>
                  </a:cubicBezTo>
                  <a:cubicBezTo>
                    <a:pt x="2082" y="2275"/>
                    <a:pt x="1978" y="2187"/>
                    <a:pt x="2560" y="4305"/>
                  </a:cubicBezTo>
                  <a:cubicBezTo>
                    <a:pt x="3135" y="6492"/>
                    <a:pt x="4841" y="7972"/>
                    <a:pt x="4910" y="7972"/>
                  </a:cubicBezTo>
                  <a:cubicBezTo>
                    <a:pt x="4911" y="7972"/>
                    <a:pt x="4912" y="7972"/>
                    <a:pt x="4912" y="7971"/>
                  </a:cubicBezTo>
                  <a:lnTo>
                    <a:pt x="4912" y="7971"/>
                  </a:lnTo>
                  <a:cubicBezTo>
                    <a:pt x="4912" y="7975"/>
                    <a:pt x="4943" y="7983"/>
                    <a:pt x="4994" y="7983"/>
                  </a:cubicBezTo>
                  <a:cubicBezTo>
                    <a:pt x="5288" y="7983"/>
                    <a:pt x="6264" y="7750"/>
                    <a:pt x="6334" y="5520"/>
                  </a:cubicBezTo>
                  <a:cubicBezTo>
                    <a:pt x="6371" y="4222"/>
                    <a:pt x="5966" y="3235"/>
                    <a:pt x="5530" y="2394"/>
                  </a:cubicBezTo>
                  <a:cubicBezTo>
                    <a:pt x="5182" y="1740"/>
                    <a:pt x="4787" y="1112"/>
                    <a:pt x="4361" y="510"/>
                  </a:cubicBezTo>
                  <a:cubicBezTo>
                    <a:pt x="4103" y="166"/>
                    <a:pt x="3692" y="116"/>
                    <a:pt x="3264" y="116"/>
                  </a:cubicBezTo>
                  <a:cubicBezTo>
                    <a:pt x="3088" y="116"/>
                    <a:pt x="2910" y="125"/>
                    <a:pt x="2739" y="125"/>
                  </a:cubicBezTo>
                  <a:cubicBezTo>
                    <a:pt x="2512" y="125"/>
                    <a:pt x="2296" y="110"/>
                    <a:pt x="2113" y="43"/>
                  </a:cubicBezTo>
                  <a:cubicBezTo>
                    <a:pt x="2021" y="13"/>
                    <a:pt x="1913" y="0"/>
                    <a:pt x="1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65"/>
            <p:cNvSpPr/>
            <p:nvPr/>
          </p:nvSpPr>
          <p:spPr>
            <a:xfrm>
              <a:off x="391850" y="2887100"/>
              <a:ext cx="157000" cy="197300"/>
            </a:xfrm>
            <a:custGeom>
              <a:avLst/>
              <a:gdLst/>
              <a:ahLst/>
              <a:cxnLst/>
              <a:rect l="l" t="t" r="r" b="b"/>
              <a:pathLst>
                <a:path w="6280" h="7892" extrusionOk="0">
                  <a:moveTo>
                    <a:pt x="1346" y="0"/>
                  </a:moveTo>
                  <a:cubicBezTo>
                    <a:pt x="985" y="0"/>
                    <a:pt x="700" y="108"/>
                    <a:pt x="688" y="132"/>
                  </a:cubicBezTo>
                  <a:cubicBezTo>
                    <a:pt x="679" y="155"/>
                    <a:pt x="0" y="385"/>
                    <a:pt x="161" y="385"/>
                  </a:cubicBezTo>
                  <a:cubicBezTo>
                    <a:pt x="179" y="385"/>
                    <a:pt x="207" y="382"/>
                    <a:pt x="247" y="376"/>
                  </a:cubicBezTo>
                  <a:cubicBezTo>
                    <a:pt x="321" y="354"/>
                    <a:pt x="417" y="345"/>
                    <a:pt x="525" y="345"/>
                  </a:cubicBezTo>
                  <a:cubicBezTo>
                    <a:pt x="1052" y="345"/>
                    <a:pt x="1865" y="569"/>
                    <a:pt x="1857" y="651"/>
                  </a:cubicBezTo>
                  <a:cubicBezTo>
                    <a:pt x="1852" y="656"/>
                    <a:pt x="1842" y="658"/>
                    <a:pt x="1826" y="658"/>
                  </a:cubicBezTo>
                  <a:cubicBezTo>
                    <a:pt x="1729" y="658"/>
                    <a:pt x="1440" y="574"/>
                    <a:pt x="1276" y="574"/>
                  </a:cubicBezTo>
                  <a:cubicBezTo>
                    <a:pt x="1221" y="574"/>
                    <a:pt x="1180" y="584"/>
                    <a:pt x="1166" y="610"/>
                  </a:cubicBezTo>
                  <a:cubicBezTo>
                    <a:pt x="1119" y="667"/>
                    <a:pt x="1337" y="771"/>
                    <a:pt x="1540" y="932"/>
                  </a:cubicBezTo>
                  <a:cubicBezTo>
                    <a:pt x="1883" y="1196"/>
                    <a:pt x="2241" y="1176"/>
                    <a:pt x="2256" y="1368"/>
                  </a:cubicBezTo>
                  <a:cubicBezTo>
                    <a:pt x="2272" y="1534"/>
                    <a:pt x="2018" y="1586"/>
                    <a:pt x="1997" y="1799"/>
                  </a:cubicBezTo>
                  <a:cubicBezTo>
                    <a:pt x="1986" y="1923"/>
                    <a:pt x="2043" y="2027"/>
                    <a:pt x="2542" y="2520"/>
                  </a:cubicBezTo>
                  <a:cubicBezTo>
                    <a:pt x="2968" y="2946"/>
                    <a:pt x="3248" y="3185"/>
                    <a:pt x="3222" y="3252"/>
                  </a:cubicBezTo>
                  <a:cubicBezTo>
                    <a:pt x="3218" y="3264"/>
                    <a:pt x="3206" y="3269"/>
                    <a:pt x="3188" y="3269"/>
                  </a:cubicBezTo>
                  <a:cubicBezTo>
                    <a:pt x="3096" y="3269"/>
                    <a:pt x="2850" y="3145"/>
                    <a:pt x="2752" y="3145"/>
                  </a:cubicBezTo>
                  <a:cubicBezTo>
                    <a:pt x="2732" y="3145"/>
                    <a:pt x="2718" y="3151"/>
                    <a:pt x="2713" y="3164"/>
                  </a:cubicBezTo>
                  <a:cubicBezTo>
                    <a:pt x="2682" y="3247"/>
                    <a:pt x="3154" y="3553"/>
                    <a:pt x="3580" y="4197"/>
                  </a:cubicBezTo>
                  <a:cubicBezTo>
                    <a:pt x="3892" y="4664"/>
                    <a:pt x="4151" y="5261"/>
                    <a:pt x="4037" y="5381"/>
                  </a:cubicBezTo>
                  <a:cubicBezTo>
                    <a:pt x="4023" y="5395"/>
                    <a:pt x="4004" y="5402"/>
                    <a:pt x="3982" y="5402"/>
                  </a:cubicBezTo>
                  <a:cubicBezTo>
                    <a:pt x="3818" y="5402"/>
                    <a:pt x="3461" y="5057"/>
                    <a:pt x="3369" y="5057"/>
                  </a:cubicBezTo>
                  <a:cubicBezTo>
                    <a:pt x="3361" y="5057"/>
                    <a:pt x="3356" y="5059"/>
                    <a:pt x="3352" y="5064"/>
                  </a:cubicBezTo>
                  <a:cubicBezTo>
                    <a:pt x="3289" y="5152"/>
                    <a:pt x="3975" y="5838"/>
                    <a:pt x="4411" y="6694"/>
                  </a:cubicBezTo>
                  <a:cubicBezTo>
                    <a:pt x="4598" y="7068"/>
                    <a:pt x="4712" y="7473"/>
                    <a:pt x="4748" y="7888"/>
                  </a:cubicBezTo>
                  <a:cubicBezTo>
                    <a:pt x="4774" y="7890"/>
                    <a:pt x="4800" y="7891"/>
                    <a:pt x="4826" y="7891"/>
                  </a:cubicBezTo>
                  <a:cubicBezTo>
                    <a:pt x="4935" y="7891"/>
                    <a:pt x="5042" y="7873"/>
                    <a:pt x="5143" y="7831"/>
                  </a:cubicBezTo>
                  <a:cubicBezTo>
                    <a:pt x="5174" y="7650"/>
                    <a:pt x="5195" y="7458"/>
                    <a:pt x="5210" y="7255"/>
                  </a:cubicBezTo>
                  <a:cubicBezTo>
                    <a:pt x="5247" y="6663"/>
                    <a:pt x="5164" y="6684"/>
                    <a:pt x="5200" y="6212"/>
                  </a:cubicBezTo>
                  <a:cubicBezTo>
                    <a:pt x="5278" y="5106"/>
                    <a:pt x="6280" y="5043"/>
                    <a:pt x="5382" y="2889"/>
                  </a:cubicBezTo>
                  <a:cubicBezTo>
                    <a:pt x="5372" y="2836"/>
                    <a:pt x="5365" y="2813"/>
                    <a:pt x="5359" y="2813"/>
                  </a:cubicBezTo>
                  <a:cubicBezTo>
                    <a:pt x="5314" y="2813"/>
                    <a:pt x="5361" y="4151"/>
                    <a:pt x="5242" y="4192"/>
                  </a:cubicBezTo>
                  <a:cubicBezTo>
                    <a:pt x="5227" y="4198"/>
                    <a:pt x="5211" y="4200"/>
                    <a:pt x="5195" y="4200"/>
                  </a:cubicBezTo>
                  <a:cubicBezTo>
                    <a:pt x="5124" y="4200"/>
                    <a:pt x="5041" y="4156"/>
                    <a:pt x="4977" y="4156"/>
                  </a:cubicBezTo>
                  <a:cubicBezTo>
                    <a:pt x="4898" y="4156"/>
                    <a:pt x="4847" y="4223"/>
                    <a:pt x="4883" y="4524"/>
                  </a:cubicBezTo>
                  <a:cubicBezTo>
                    <a:pt x="4935" y="4914"/>
                    <a:pt x="5060" y="5168"/>
                    <a:pt x="4987" y="5230"/>
                  </a:cubicBezTo>
                  <a:cubicBezTo>
                    <a:pt x="4976" y="5240"/>
                    <a:pt x="4962" y="5245"/>
                    <a:pt x="4946" y="5245"/>
                  </a:cubicBezTo>
                  <a:cubicBezTo>
                    <a:pt x="4859" y="5245"/>
                    <a:pt x="4706" y="5115"/>
                    <a:pt x="4619" y="4945"/>
                  </a:cubicBezTo>
                  <a:cubicBezTo>
                    <a:pt x="4463" y="4638"/>
                    <a:pt x="4603" y="4379"/>
                    <a:pt x="4613" y="3855"/>
                  </a:cubicBezTo>
                  <a:cubicBezTo>
                    <a:pt x="4624" y="3252"/>
                    <a:pt x="4432" y="1773"/>
                    <a:pt x="4219" y="1716"/>
                  </a:cubicBezTo>
                  <a:cubicBezTo>
                    <a:pt x="4217" y="1715"/>
                    <a:pt x="4215" y="1715"/>
                    <a:pt x="4213" y="1715"/>
                  </a:cubicBezTo>
                  <a:cubicBezTo>
                    <a:pt x="4112" y="1715"/>
                    <a:pt x="4020" y="2513"/>
                    <a:pt x="3944" y="2666"/>
                  </a:cubicBezTo>
                  <a:cubicBezTo>
                    <a:pt x="3871" y="2474"/>
                    <a:pt x="3777" y="2230"/>
                    <a:pt x="3674" y="1954"/>
                  </a:cubicBezTo>
                  <a:cubicBezTo>
                    <a:pt x="3393" y="1207"/>
                    <a:pt x="3326" y="1087"/>
                    <a:pt x="3232" y="973"/>
                  </a:cubicBezTo>
                  <a:cubicBezTo>
                    <a:pt x="3040" y="740"/>
                    <a:pt x="2926" y="755"/>
                    <a:pt x="2552" y="547"/>
                  </a:cubicBezTo>
                  <a:cubicBezTo>
                    <a:pt x="2012" y="262"/>
                    <a:pt x="2012" y="117"/>
                    <a:pt x="1680" y="33"/>
                  </a:cubicBezTo>
                  <a:cubicBezTo>
                    <a:pt x="1565" y="10"/>
                    <a:pt x="1452" y="0"/>
                    <a:pt x="1346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65"/>
            <p:cNvSpPr/>
            <p:nvPr/>
          </p:nvSpPr>
          <p:spPr>
            <a:xfrm>
              <a:off x="415275" y="2890400"/>
              <a:ext cx="99450" cy="168225"/>
            </a:xfrm>
            <a:custGeom>
              <a:avLst/>
              <a:gdLst/>
              <a:ahLst/>
              <a:cxnLst/>
              <a:rect l="l" t="t" r="r" b="b"/>
              <a:pathLst>
                <a:path w="3978" h="6729" extrusionOk="0">
                  <a:moveTo>
                    <a:pt x="27" y="0"/>
                  </a:moveTo>
                  <a:lnTo>
                    <a:pt x="1" y="99"/>
                  </a:lnTo>
                  <a:cubicBezTo>
                    <a:pt x="21" y="99"/>
                    <a:pt x="2223" y="701"/>
                    <a:pt x="2783" y="2954"/>
                  </a:cubicBezTo>
                  <a:cubicBezTo>
                    <a:pt x="3178" y="4548"/>
                    <a:pt x="3879" y="6708"/>
                    <a:pt x="3884" y="6729"/>
                  </a:cubicBezTo>
                  <a:lnTo>
                    <a:pt x="3977" y="6703"/>
                  </a:lnTo>
                  <a:cubicBezTo>
                    <a:pt x="3972" y="6682"/>
                    <a:pt x="3277" y="4517"/>
                    <a:pt x="2882" y="2933"/>
                  </a:cubicBezTo>
                  <a:cubicBezTo>
                    <a:pt x="2306" y="623"/>
                    <a:pt x="47" y="10"/>
                    <a:pt x="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65"/>
            <p:cNvSpPr/>
            <p:nvPr/>
          </p:nvSpPr>
          <p:spPr>
            <a:xfrm>
              <a:off x="388025" y="2880925"/>
              <a:ext cx="95950" cy="53625"/>
            </a:xfrm>
            <a:custGeom>
              <a:avLst/>
              <a:gdLst/>
              <a:ahLst/>
              <a:cxnLst/>
              <a:rect l="l" t="t" r="r" b="b"/>
              <a:pathLst>
                <a:path w="3838" h="2145" extrusionOk="0">
                  <a:moveTo>
                    <a:pt x="2113" y="208"/>
                  </a:moveTo>
                  <a:cubicBezTo>
                    <a:pt x="1464" y="0"/>
                    <a:pt x="11" y="628"/>
                    <a:pt x="11" y="608"/>
                  </a:cubicBezTo>
                  <a:cubicBezTo>
                    <a:pt x="0" y="644"/>
                    <a:pt x="1075" y="701"/>
                    <a:pt x="1579" y="1547"/>
                  </a:cubicBezTo>
                  <a:cubicBezTo>
                    <a:pt x="1693" y="1739"/>
                    <a:pt x="1797" y="1942"/>
                    <a:pt x="1890" y="2144"/>
                  </a:cubicBezTo>
                  <a:cubicBezTo>
                    <a:pt x="2222" y="1256"/>
                    <a:pt x="3235" y="701"/>
                    <a:pt x="3837" y="332"/>
                  </a:cubicBezTo>
                  <a:cubicBezTo>
                    <a:pt x="3302" y="213"/>
                    <a:pt x="2586" y="369"/>
                    <a:pt x="2113" y="208"/>
                  </a:cubicBezTo>
                  <a:close/>
                </a:path>
              </a:pathLst>
            </a:custGeom>
            <a:solidFill>
              <a:schemeClr val="accent3">
                <a:alpha val="89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65"/>
            <p:cNvSpPr/>
            <p:nvPr/>
          </p:nvSpPr>
          <p:spPr>
            <a:xfrm>
              <a:off x="386975" y="2883850"/>
              <a:ext cx="161500" cy="201900"/>
            </a:xfrm>
            <a:custGeom>
              <a:avLst/>
              <a:gdLst/>
              <a:ahLst/>
              <a:cxnLst/>
              <a:rect l="l" t="t" r="r" b="b"/>
              <a:pathLst>
                <a:path w="6460" h="8076" extrusionOk="0">
                  <a:moveTo>
                    <a:pt x="1832" y="92"/>
                  </a:moveTo>
                  <a:cubicBezTo>
                    <a:pt x="1944" y="92"/>
                    <a:pt x="2047" y="104"/>
                    <a:pt x="2135" y="132"/>
                  </a:cubicBezTo>
                  <a:cubicBezTo>
                    <a:pt x="2326" y="205"/>
                    <a:pt x="2548" y="218"/>
                    <a:pt x="2785" y="218"/>
                  </a:cubicBezTo>
                  <a:cubicBezTo>
                    <a:pt x="2869" y="218"/>
                    <a:pt x="2956" y="217"/>
                    <a:pt x="3043" y="215"/>
                  </a:cubicBezTo>
                  <a:cubicBezTo>
                    <a:pt x="3129" y="214"/>
                    <a:pt x="3216" y="212"/>
                    <a:pt x="3302" y="212"/>
                  </a:cubicBezTo>
                  <a:cubicBezTo>
                    <a:pt x="3719" y="212"/>
                    <a:pt x="4121" y="257"/>
                    <a:pt x="4362" y="584"/>
                  </a:cubicBezTo>
                  <a:cubicBezTo>
                    <a:pt x="4788" y="1186"/>
                    <a:pt x="5177" y="1809"/>
                    <a:pt x="5525" y="2458"/>
                  </a:cubicBezTo>
                  <a:cubicBezTo>
                    <a:pt x="5966" y="3310"/>
                    <a:pt x="6366" y="4275"/>
                    <a:pt x="6324" y="5558"/>
                  </a:cubicBezTo>
                  <a:cubicBezTo>
                    <a:pt x="6283" y="6975"/>
                    <a:pt x="5873" y="7562"/>
                    <a:pt x="5535" y="7800"/>
                  </a:cubicBezTo>
                  <a:cubicBezTo>
                    <a:pt x="5326" y="7948"/>
                    <a:pt x="5130" y="7976"/>
                    <a:pt x="5033" y="7976"/>
                  </a:cubicBezTo>
                  <a:cubicBezTo>
                    <a:pt x="5008" y="7976"/>
                    <a:pt x="4989" y="7974"/>
                    <a:pt x="4980" y="7972"/>
                  </a:cubicBezTo>
                  <a:cubicBezTo>
                    <a:pt x="4974" y="7967"/>
                    <a:pt x="4964" y="7967"/>
                    <a:pt x="4959" y="7967"/>
                  </a:cubicBezTo>
                  <a:cubicBezTo>
                    <a:pt x="4788" y="7868"/>
                    <a:pt x="3204" y="6451"/>
                    <a:pt x="2649" y="4338"/>
                  </a:cubicBezTo>
                  <a:cubicBezTo>
                    <a:pt x="2519" y="3860"/>
                    <a:pt x="2420" y="3497"/>
                    <a:pt x="2347" y="3206"/>
                  </a:cubicBezTo>
                  <a:cubicBezTo>
                    <a:pt x="2083" y="2204"/>
                    <a:pt x="2057" y="2100"/>
                    <a:pt x="1662" y="1409"/>
                  </a:cubicBezTo>
                  <a:cubicBezTo>
                    <a:pt x="1268" y="745"/>
                    <a:pt x="536" y="548"/>
                    <a:pt x="219" y="485"/>
                  </a:cubicBezTo>
                  <a:cubicBezTo>
                    <a:pt x="537" y="365"/>
                    <a:pt x="1294" y="92"/>
                    <a:pt x="1832" y="92"/>
                  </a:cubicBezTo>
                  <a:close/>
                  <a:moveTo>
                    <a:pt x="1833" y="0"/>
                  </a:moveTo>
                  <a:cubicBezTo>
                    <a:pt x="1250" y="0"/>
                    <a:pt x="447" y="296"/>
                    <a:pt x="151" y="407"/>
                  </a:cubicBezTo>
                  <a:cubicBezTo>
                    <a:pt x="105" y="423"/>
                    <a:pt x="63" y="439"/>
                    <a:pt x="48" y="444"/>
                  </a:cubicBezTo>
                  <a:cubicBezTo>
                    <a:pt x="27" y="444"/>
                    <a:pt x="6" y="459"/>
                    <a:pt x="1" y="480"/>
                  </a:cubicBezTo>
                  <a:cubicBezTo>
                    <a:pt x="1" y="491"/>
                    <a:pt x="1" y="506"/>
                    <a:pt x="6" y="522"/>
                  </a:cubicBezTo>
                  <a:cubicBezTo>
                    <a:pt x="27" y="542"/>
                    <a:pt x="48" y="548"/>
                    <a:pt x="136" y="568"/>
                  </a:cubicBezTo>
                  <a:cubicBezTo>
                    <a:pt x="395" y="620"/>
                    <a:pt x="1190" y="776"/>
                    <a:pt x="1574" y="1456"/>
                  </a:cubicBezTo>
                  <a:cubicBezTo>
                    <a:pt x="1963" y="2136"/>
                    <a:pt x="1989" y="2240"/>
                    <a:pt x="2249" y="3227"/>
                  </a:cubicBezTo>
                  <a:cubicBezTo>
                    <a:pt x="2327" y="3517"/>
                    <a:pt x="2425" y="3886"/>
                    <a:pt x="2555" y="4364"/>
                  </a:cubicBezTo>
                  <a:cubicBezTo>
                    <a:pt x="3100" y="6440"/>
                    <a:pt x="4642" y="7889"/>
                    <a:pt x="4917" y="8050"/>
                  </a:cubicBezTo>
                  <a:lnTo>
                    <a:pt x="4923" y="8055"/>
                  </a:lnTo>
                  <a:cubicBezTo>
                    <a:pt x="4959" y="8070"/>
                    <a:pt x="4995" y="8076"/>
                    <a:pt x="5037" y="8076"/>
                  </a:cubicBezTo>
                  <a:cubicBezTo>
                    <a:pt x="5156" y="8070"/>
                    <a:pt x="5281" y="8044"/>
                    <a:pt x="5395" y="7992"/>
                  </a:cubicBezTo>
                  <a:cubicBezTo>
                    <a:pt x="5836" y="7795"/>
                    <a:pt x="6371" y="7214"/>
                    <a:pt x="6418" y="5563"/>
                  </a:cubicBezTo>
                  <a:cubicBezTo>
                    <a:pt x="6459" y="4254"/>
                    <a:pt x="6054" y="3278"/>
                    <a:pt x="5608" y="2411"/>
                  </a:cubicBezTo>
                  <a:cubicBezTo>
                    <a:pt x="5260" y="1762"/>
                    <a:pt x="4871" y="1129"/>
                    <a:pt x="4440" y="527"/>
                  </a:cubicBezTo>
                  <a:cubicBezTo>
                    <a:pt x="4166" y="162"/>
                    <a:pt x="3739" y="113"/>
                    <a:pt x="3296" y="113"/>
                  </a:cubicBezTo>
                  <a:cubicBezTo>
                    <a:pt x="3211" y="113"/>
                    <a:pt x="3124" y="115"/>
                    <a:pt x="3038" y="117"/>
                  </a:cubicBezTo>
                  <a:cubicBezTo>
                    <a:pt x="2945" y="120"/>
                    <a:pt x="2853" y="122"/>
                    <a:pt x="2764" y="122"/>
                  </a:cubicBezTo>
                  <a:cubicBezTo>
                    <a:pt x="2544" y="122"/>
                    <a:pt x="2339" y="107"/>
                    <a:pt x="2166" y="44"/>
                  </a:cubicBezTo>
                  <a:cubicBezTo>
                    <a:pt x="2069" y="13"/>
                    <a:pt x="1956" y="0"/>
                    <a:pt x="1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65"/>
            <p:cNvSpPr/>
            <p:nvPr/>
          </p:nvSpPr>
          <p:spPr>
            <a:xfrm>
              <a:off x="499775" y="2959300"/>
              <a:ext cx="187825" cy="194850"/>
            </a:xfrm>
            <a:custGeom>
              <a:avLst/>
              <a:gdLst/>
              <a:ahLst/>
              <a:cxnLst/>
              <a:rect l="l" t="t" r="r" b="b"/>
              <a:pathLst>
                <a:path w="7513" h="7794" extrusionOk="0">
                  <a:moveTo>
                    <a:pt x="7513" y="1"/>
                  </a:moveTo>
                  <a:cubicBezTo>
                    <a:pt x="7513" y="1"/>
                    <a:pt x="5576" y="1"/>
                    <a:pt x="4725" y="453"/>
                  </a:cubicBezTo>
                  <a:cubicBezTo>
                    <a:pt x="3873" y="904"/>
                    <a:pt x="2492" y="691"/>
                    <a:pt x="1932" y="1361"/>
                  </a:cubicBezTo>
                  <a:cubicBezTo>
                    <a:pt x="1376" y="2031"/>
                    <a:pt x="0" y="3973"/>
                    <a:pt x="369" y="5847"/>
                  </a:cubicBezTo>
                  <a:cubicBezTo>
                    <a:pt x="738" y="7726"/>
                    <a:pt x="1937" y="7794"/>
                    <a:pt x="1937" y="7794"/>
                  </a:cubicBezTo>
                  <a:cubicBezTo>
                    <a:pt x="1937" y="7794"/>
                    <a:pt x="3458" y="6916"/>
                    <a:pt x="4102" y="4881"/>
                  </a:cubicBezTo>
                  <a:cubicBezTo>
                    <a:pt x="4746" y="2851"/>
                    <a:pt x="4657" y="2903"/>
                    <a:pt x="5301" y="1880"/>
                  </a:cubicBezTo>
                  <a:cubicBezTo>
                    <a:pt x="5945" y="857"/>
                    <a:pt x="7513" y="1"/>
                    <a:pt x="75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65"/>
            <p:cNvSpPr/>
            <p:nvPr/>
          </p:nvSpPr>
          <p:spPr>
            <a:xfrm>
              <a:off x="563500" y="2959175"/>
              <a:ext cx="124100" cy="64400"/>
            </a:xfrm>
            <a:custGeom>
              <a:avLst/>
              <a:gdLst/>
              <a:ahLst/>
              <a:cxnLst/>
              <a:rect l="l" t="t" r="r" b="b"/>
              <a:pathLst>
                <a:path w="4964" h="2576" extrusionOk="0">
                  <a:moveTo>
                    <a:pt x="2176" y="458"/>
                  </a:moveTo>
                  <a:cubicBezTo>
                    <a:pt x="3027" y="1"/>
                    <a:pt x="4964" y="6"/>
                    <a:pt x="4964" y="6"/>
                  </a:cubicBezTo>
                  <a:cubicBezTo>
                    <a:pt x="4964" y="6"/>
                    <a:pt x="3396" y="862"/>
                    <a:pt x="2752" y="1885"/>
                  </a:cubicBezTo>
                  <a:cubicBezTo>
                    <a:pt x="2565" y="2176"/>
                    <a:pt x="2441" y="2384"/>
                    <a:pt x="2342" y="2576"/>
                  </a:cubicBezTo>
                  <a:cubicBezTo>
                    <a:pt x="2025" y="1563"/>
                    <a:pt x="769" y="1148"/>
                    <a:pt x="1" y="982"/>
                  </a:cubicBezTo>
                  <a:cubicBezTo>
                    <a:pt x="660" y="764"/>
                    <a:pt x="1553" y="785"/>
                    <a:pt x="2176" y="458"/>
                  </a:cubicBezTo>
                  <a:close/>
                </a:path>
              </a:pathLst>
            </a:custGeom>
            <a:solidFill>
              <a:schemeClr val="accent3">
                <a:alpha val="89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65"/>
            <p:cNvSpPr/>
            <p:nvPr/>
          </p:nvSpPr>
          <p:spPr>
            <a:xfrm>
              <a:off x="498225" y="2958150"/>
              <a:ext cx="191075" cy="197300"/>
            </a:xfrm>
            <a:custGeom>
              <a:avLst/>
              <a:gdLst/>
              <a:ahLst/>
              <a:cxnLst/>
              <a:rect l="l" t="t" r="r" b="b"/>
              <a:pathLst>
                <a:path w="7643" h="7892" extrusionOk="0">
                  <a:moveTo>
                    <a:pt x="7379" y="104"/>
                  </a:moveTo>
                  <a:lnTo>
                    <a:pt x="7379" y="104"/>
                  </a:lnTo>
                  <a:cubicBezTo>
                    <a:pt x="6952" y="363"/>
                    <a:pt x="5842" y="1075"/>
                    <a:pt x="5316" y="1900"/>
                  </a:cubicBezTo>
                  <a:cubicBezTo>
                    <a:pt x="4792" y="2731"/>
                    <a:pt x="4751" y="2871"/>
                    <a:pt x="4413" y="3961"/>
                  </a:cubicBezTo>
                  <a:cubicBezTo>
                    <a:pt x="4335" y="4221"/>
                    <a:pt x="4237" y="4532"/>
                    <a:pt x="4117" y="4917"/>
                  </a:cubicBezTo>
                  <a:cubicBezTo>
                    <a:pt x="3515" y="6806"/>
                    <a:pt x="2134" y="7699"/>
                    <a:pt x="1989" y="7793"/>
                  </a:cubicBezTo>
                  <a:cubicBezTo>
                    <a:pt x="1854" y="7772"/>
                    <a:pt x="815" y="7585"/>
                    <a:pt x="478" y="5882"/>
                  </a:cubicBezTo>
                  <a:cubicBezTo>
                    <a:pt x="88" y="3904"/>
                    <a:pt x="1708" y="1833"/>
                    <a:pt x="2035" y="1438"/>
                  </a:cubicBezTo>
                  <a:cubicBezTo>
                    <a:pt x="2342" y="1070"/>
                    <a:pt x="2918" y="976"/>
                    <a:pt x="3525" y="883"/>
                  </a:cubicBezTo>
                  <a:cubicBezTo>
                    <a:pt x="3972" y="810"/>
                    <a:pt x="4439" y="737"/>
                    <a:pt x="4808" y="545"/>
                  </a:cubicBezTo>
                  <a:cubicBezTo>
                    <a:pt x="5484" y="189"/>
                    <a:pt x="6863" y="115"/>
                    <a:pt x="7379" y="104"/>
                  </a:cubicBezTo>
                  <a:close/>
                  <a:moveTo>
                    <a:pt x="7575" y="0"/>
                  </a:moveTo>
                  <a:cubicBezTo>
                    <a:pt x="7492" y="0"/>
                    <a:pt x="5618" y="5"/>
                    <a:pt x="4766" y="457"/>
                  </a:cubicBezTo>
                  <a:cubicBezTo>
                    <a:pt x="4413" y="644"/>
                    <a:pt x="3951" y="717"/>
                    <a:pt x="3510" y="784"/>
                  </a:cubicBezTo>
                  <a:cubicBezTo>
                    <a:pt x="2887" y="883"/>
                    <a:pt x="2295" y="976"/>
                    <a:pt x="1963" y="1376"/>
                  </a:cubicBezTo>
                  <a:cubicBezTo>
                    <a:pt x="1495" y="1937"/>
                    <a:pt x="0" y="3930"/>
                    <a:pt x="390" y="5903"/>
                  </a:cubicBezTo>
                  <a:cubicBezTo>
                    <a:pt x="758" y="7793"/>
                    <a:pt x="1989" y="7891"/>
                    <a:pt x="1999" y="7891"/>
                  </a:cubicBezTo>
                  <a:cubicBezTo>
                    <a:pt x="2009" y="7891"/>
                    <a:pt x="2020" y="7886"/>
                    <a:pt x="2025" y="7886"/>
                  </a:cubicBezTo>
                  <a:cubicBezTo>
                    <a:pt x="2040" y="7876"/>
                    <a:pt x="3572" y="6973"/>
                    <a:pt x="4211" y="4948"/>
                  </a:cubicBezTo>
                  <a:cubicBezTo>
                    <a:pt x="4335" y="4564"/>
                    <a:pt x="4429" y="4252"/>
                    <a:pt x="4512" y="3993"/>
                  </a:cubicBezTo>
                  <a:cubicBezTo>
                    <a:pt x="4849" y="2892"/>
                    <a:pt x="4885" y="2778"/>
                    <a:pt x="5405" y="1952"/>
                  </a:cubicBezTo>
                  <a:cubicBezTo>
                    <a:pt x="6038" y="950"/>
                    <a:pt x="7585" y="104"/>
                    <a:pt x="7601" y="94"/>
                  </a:cubicBezTo>
                  <a:cubicBezTo>
                    <a:pt x="7642" y="68"/>
                    <a:pt x="7627" y="0"/>
                    <a:pt x="7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65"/>
            <p:cNvSpPr/>
            <p:nvPr/>
          </p:nvSpPr>
          <p:spPr>
            <a:xfrm>
              <a:off x="518975" y="2961775"/>
              <a:ext cx="168500" cy="192375"/>
            </a:xfrm>
            <a:custGeom>
              <a:avLst/>
              <a:gdLst/>
              <a:ahLst/>
              <a:cxnLst/>
              <a:rect l="l" t="t" r="r" b="b"/>
              <a:pathLst>
                <a:path w="6740" h="7695" extrusionOk="0">
                  <a:moveTo>
                    <a:pt x="5554" y="14"/>
                  </a:moveTo>
                  <a:cubicBezTo>
                    <a:pt x="5365" y="14"/>
                    <a:pt x="4848" y="92"/>
                    <a:pt x="4315" y="338"/>
                  </a:cubicBezTo>
                  <a:cubicBezTo>
                    <a:pt x="3879" y="546"/>
                    <a:pt x="3863" y="727"/>
                    <a:pt x="3188" y="1096"/>
                  </a:cubicBezTo>
                  <a:cubicBezTo>
                    <a:pt x="2732" y="1350"/>
                    <a:pt x="2597" y="1340"/>
                    <a:pt x="2373" y="1574"/>
                  </a:cubicBezTo>
                  <a:cubicBezTo>
                    <a:pt x="2270" y="1683"/>
                    <a:pt x="2181" y="1802"/>
                    <a:pt x="1901" y="2461"/>
                  </a:cubicBezTo>
                  <a:cubicBezTo>
                    <a:pt x="1797" y="2705"/>
                    <a:pt x="1709" y="2913"/>
                    <a:pt x="1636" y="3084"/>
                  </a:cubicBezTo>
                  <a:cubicBezTo>
                    <a:pt x="1539" y="2952"/>
                    <a:pt x="1193" y="2081"/>
                    <a:pt x="1072" y="2081"/>
                  </a:cubicBezTo>
                  <a:cubicBezTo>
                    <a:pt x="1070" y="2081"/>
                    <a:pt x="1067" y="2082"/>
                    <a:pt x="1065" y="2082"/>
                  </a:cubicBezTo>
                  <a:cubicBezTo>
                    <a:pt x="831" y="2160"/>
                    <a:pt x="935" y="3619"/>
                    <a:pt x="1003" y="4128"/>
                  </a:cubicBezTo>
                  <a:cubicBezTo>
                    <a:pt x="1055" y="4569"/>
                    <a:pt x="1216" y="4792"/>
                    <a:pt x="1081" y="5057"/>
                  </a:cubicBezTo>
                  <a:cubicBezTo>
                    <a:pt x="1005" y="5208"/>
                    <a:pt x="862" y="5328"/>
                    <a:pt x="773" y="5328"/>
                  </a:cubicBezTo>
                  <a:cubicBezTo>
                    <a:pt x="758" y="5328"/>
                    <a:pt x="744" y="5324"/>
                    <a:pt x="733" y="5317"/>
                  </a:cubicBezTo>
                  <a:cubicBezTo>
                    <a:pt x="655" y="5270"/>
                    <a:pt x="759" y="5042"/>
                    <a:pt x="774" y="4715"/>
                  </a:cubicBezTo>
                  <a:cubicBezTo>
                    <a:pt x="800" y="4195"/>
                    <a:pt x="598" y="3635"/>
                    <a:pt x="427" y="3629"/>
                  </a:cubicBezTo>
                  <a:cubicBezTo>
                    <a:pt x="426" y="3629"/>
                    <a:pt x="425" y="3629"/>
                    <a:pt x="424" y="3629"/>
                  </a:cubicBezTo>
                  <a:cubicBezTo>
                    <a:pt x="279" y="3629"/>
                    <a:pt x="94" y="4011"/>
                    <a:pt x="58" y="4387"/>
                  </a:cubicBezTo>
                  <a:cubicBezTo>
                    <a:pt x="1" y="5036"/>
                    <a:pt x="437" y="5213"/>
                    <a:pt x="613" y="6158"/>
                  </a:cubicBezTo>
                  <a:cubicBezTo>
                    <a:pt x="691" y="6568"/>
                    <a:pt x="613" y="6547"/>
                    <a:pt x="696" y="7066"/>
                  </a:cubicBezTo>
                  <a:cubicBezTo>
                    <a:pt x="728" y="7248"/>
                    <a:pt x="764" y="7425"/>
                    <a:pt x="806" y="7586"/>
                  </a:cubicBezTo>
                  <a:cubicBezTo>
                    <a:pt x="920" y="7643"/>
                    <a:pt x="1039" y="7679"/>
                    <a:pt x="1169" y="7695"/>
                  </a:cubicBezTo>
                  <a:cubicBezTo>
                    <a:pt x="1169" y="7326"/>
                    <a:pt x="1247" y="6968"/>
                    <a:pt x="1408" y="6635"/>
                  </a:cubicBezTo>
                  <a:cubicBezTo>
                    <a:pt x="1766" y="5914"/>
                    <a:pt x="2441" y="5441"/>
                    <a:pt x="2368" y="5338"/>
                  </a:cubicBezTo>
                  <a:cubicBezTo>
                    <a:pt x="2362" y="5329"/>
                    <a:pt x="2352" y="5325"/>
                    <a:pt x="2338" y="5325"/>
                  </a:cubicBezTo>
                  <a:cubicBezTo>
                    <a:pt x="2237" y="5325"/>
                    <a:pt x="1942" y="5523"/>
                    <a:pt x="1777" y="5523"/>
                  </a:cubicBezTo>
                  <a:cubicBezTo>
                    <a:pt x="1742" y="5523"/>
                    <a:pt x="1713" y="5514"/>
                    <a:pt x="1693" y="5493"/>
                  </a:cubicBezTo>
                  <a:cubicBezTo>
                    <a:pt x="1574" y="5364"/>
                    <a:pt x="1797" y="4855"/>
                    <a:pt x="2103" y="4476"/>
                  </a:cubicBezTo>
                  <a:cubicBezTo>
                    <a:pt x="2524" y="3951"/>
                    <a:pt x="3038" y="3739"/>
                    <a:pt x="3002" y="3650"/>
                  </a:cubicBezTo>
                  <a:cubicBezTo>
                    <a:pt x="2995" y="3632"/>
                    <a:pt x="2968" y="3625"/>
                    <a:pt x="2929" y="3625"/>
                  </a:cubicBezTo>
                  <a:cubicBezTo>
                    <a:pt x="2823" y="3625"/>
                    <a:pt x="2630" y="3676"/>
                    <a:pt x="2524" y="3676"/>
                  </a:cubicBezTo>
                  <a:cubicBezTo>
                    <a:pt x="2485" y="3676"/>
                    <a:pt x="2458" y="3669"/>
                    <a:pt x="2451" y="3650"/>
                  </a:cubicBezTo>
                  <a:cubicBezTo>
                    <a:pt x="2425" y="3583"/>
                    <a:pt x="2716" y="3411"/>
                    <a:pt x="3188" y="3043"/>
                  </a:cubicBezTo>
                  <a:cubicBezTo>
                    <a:pt x="3749" y="2612"/>
                    <a:pt x="3832" y="2477"/>
                    <a:pt x="3822" y="2352"/>
                  </a:cubicBezTo>
                  <a:cubicBezTo>
                    <a:pt x="3806" y="2124"/>
                    <a:pt x="3516" y="2067"/>
                    <a:pt x="3536" y="1901"/>
                  </a:cubicBezTo>
                  <a:cubicBezTo>
                    <a:pt x="3557" y="1698"/>
                    <a:pt x="3983" y="1724"/>
                    <a:pt x="4414" y="1356"/>
                  </a:cubicBezTo>
                  <a:cubicBezTo>
                    <a:pt x="4678" y="1137"/>
                    <a:pt x="4969" y="935"/>
                    <a:pt x="4923" y="873"/>
                  </a:cubicBezTo>
                  <a:cubicBezTo>
                    <a:pt x="4914" y="861"/>
                    <a:pt x="4896" y="856"/>
                    <a:pt x="4871" y="856"/>
                  </a:cubicBezTo>
                  <a:cubicBezTo>
                    <a:pt x="4696" y="856"/>
                    <a:pt x="4181" y="1103"/>
                    <a:pt x="4066" y="1103"/>
                  </a:cubicBezTo>
                  <a:cubicBezTo>
                    <a:pt x="4056" y="1103"/>
                    <a:pt x="4048" y="1101"/>
                    <a:pt x="4045" y="1096"/>
                  </a:cubicBezTo>
                  <a:cubicBezTo>
                    <a:pt x="4019" y="1054"/>
                    <a:pt x="5571" y="281"/>
                    <a:pt x="6189" y="130"/>
                  </a:cubicBezTo>
                  <a:cubicBezTo>
                    <a:pt x="6740" y="1"/>
                    <a:pt x="5634" y="68"/>
                    <a:pt x="5629" y="26"/>
                  </a:cubicBezTo>
                  <a:cubicBezTo>
                    <a:pt x="5627" y="18"/>
                    <a:pt x="5600" y="14"/>
                    <a:pt x="5554" y="14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65"/>
            <p:cNvSpPr/>
            <p:nvPr/>
          </p:nvSpPr>
          <p:spPr>
            <a:xfrm>
              <a:off x="512100" y="2968400"/>
              <a:ext cx="134750" cy="267650"/>
            </a:xfrm>
            <a:custGeom>
              <a:avLst/>
              <a:gdLst/>
              <a:ahLst/>
              <a:cxnLst/>
              <a:rect l="l" t="t" r="r" b="b"/>
              <a:pathLst>
                <a:path w="5390" h="10706" extrusionOk="0">
                  <a:moveTo>
                    <a:pt x="5348" y="0"/>
                  </a:moveTo>
                  <a:cubicBezTo>
                    <a:pt x="5338" y="5"/>
                    <a:pt x="4237" y="514"/>
                    <a:pt x="3033" y="2087"/>
                  </a:cubicBezTo>
                  <a:cubicBezTo>
                    <a:pt x="1927" y="3536"/>
                    <a:pt x="499" y="6199"/>
                    <a:pt x="1" y="10695"/>
                  </a:cubicBezTo>
                  <a:lnTo>
                    <a:pt x="99" y="10706"/>
                  </a:lnTo>
                  <a:cubicBezTo>
                    <a:pt x="592" y="6235"/>
                    <a:pt x="2005" y="3588"/>
                    <a:pt x="3105" y="2155"/>
                  </a:cubicBezTo>
                  <a:cubicBezTo>
                    <a:pt x="4294" y="597"/>
                    <a:pt x="5379" y="94"/>
                    <a:pt x="5390" y="89"/>
                  </a:cubicBezTo>
                  <a:lnTo>
                    <a:pt x="5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65"/>
            <p:cNvSpPr/>
            <p:nvPr/>
          </p:nvSpPr>
          <p:spPr>
            <a:xfrm>
              <a:off x="517300" y="3072875"/>
              <a:ext cx="136175" cy="150200"/>
            </a:xfrm>
            <a:custGeom>
              <a:avLst/>
              <a:gdLst/>
              <a:ahLst/>
              <a:cxnLst/>
              <a:rect l="l" t="t" r="r" b="b"/>
              <a:pathLst>
                <a:path w="5447" h="6008" extrusionOk="0">
                  <a:moveTo>
                    <a:pt x="5446" y="1"/>
                  </a:moveTo>
                  <a:cubicBezTo>
                    <a:pt x="5446" y="1"/>
                    <a:pt x="4045" y="1"/>
                    <a:pt x="3427" y="348"/>
                  </a:cubicBezTo>
                  <a:cubicBezTo>
                    <a:pt x="2809" y="696"/>
                    <a:pt x="1802" y="530"/>
                    <a:pt x="1407" y="1044"/>
                  </a:cubicBezTo>
                  <a:cubicBezTo>
                    <a:pt x="1007" y="1558"/>
                    <a:pt x="0" y="3058"/>
                    <a:pt x="270" y="4507"/>
                  </a:cubicBezTo>
                  <a:cubicBezTo>
                    <a:pt x="535" y="5955"/>
                    <a:pt x="1407" y="6007"/>
                    <a:pt x="1407" y="6007"/>
                  </a:cubicBezTo>
                  <a:cubicBezTo>
                    <a:pt x="1407" y="6007"/>
                    <a:pt x="2508" y="5327"/>
                    <a:pt x="2975" y="3765"/>
                  </a:cubicBezTo>
                  <a:cubicBezTo>
                    <a:pt x="3442" y="2197"/>
                    <a:pt x="3375" y="2233"/>
                    <a:pt x="3842" y="1449"/>
                  </a:cubicBezTo>
                  <a:cubicBezTo>
                    <a:pt x="4309" y="660"/>
                    <a:pt x="5446" y="1"/>
                    <a:pt x="5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65"/>
            <p:cNvSpPr/>
            <p:nvPr/>
          </p:nvSpPr>
          <p:spPr>
            <a:xfrm>
              <a:off x="515750" y="3071700"/>
              <a:ext cx="139400" cy="152550"/>
            </a:xfrm>
            <a:custGeom>
              <a:avLst/>
              <a:gdLst/>
              <a:ahLst/>
              <a:cxnLst/>
              <a:rect l="l" t="t" r="r" b="b"/>
              <a:pathLst>
                <a:path w="5576" h="6102" extrusionOk="0">
                  <a:moveTo>
                    <a:pt x="5332" y="100"/>
                  </a:moveTo>
                  <a:cubicBezTo>
                    <a:pt x="5000" y="312"/>
                    <a:pt x="4236" y="842"/>
                    <a:pt x="3868" y="1470"/>
                  </a:cubicBezTo>
                  <a:cubicBezTo>
                    <a:pt x="3484" y="2114"/>
                    <a:pt x="3452" y="2218"/>
                    <a:pt x="3208" y="3064"/>
                  </a:cubicBezTo>
                  <a:cubicBezTo>
                    <a:pt x="3151" y="3261"/>
                    <a:pt x="3079" y="3500"/>
                    <a:pt x="2990" y="3796"/>
                  </a:cubicBezTo>
                  <a:cubicBezTo>
                    <a:pt x="2565" y="5229"/>
                    <a:pt x="1589" y="5919"/>
                    <a:pt x="1459" y="6002"/>
                  </a:cubicBezTo>
                  <a:cubicBezTo>
                    <a:pt x="1345" y="5987"/>
                    <a:pt x="618" y="5831"/>
                    <a:pt x="379" y="4544"/>
                  </a:cubicBezTo>
                  <a:cubicBezTo>
                    <a:pt x="99" y="3022"/>
                    <a:pt x="1272" y="1429"/>
                    <a:pt x="1506" y="1122"/>
                  </a:cubicBezTo>
                  <a:cubicBezTo>
                    <a:pt x="1724" y="842"/>
                    <a:pt x="2139" y="774"/>
                    <a:pt x="2575" y="702"/>
                  </a:cubicBezTo>
                  <a:cubicBezTo>
                    <a:pt x="2902" y="645"/>
                    <a:pt x="3245" y="588"/>
                    <a:pt x="3515" y="437"/>
                  </a:cubicBezTo>
                  <a:cubicBezTo>
                    <a:pt x="3982" y="172"/>
                    <a:pt x="4937" y="115"/>
                    <a:pt x="5332" y="100"/>
                  </a:cubicBezTo>
                  <a:close/>
                  <a:moveTo>
                    <a:pt x="5508" y="1"/>
                  </a:moveTo>
                  <a:cubicBezTo>
                    <a:pt x="5446" y="1"/>
                    <a:pt x="4086" y="1"/>
                    <a:pt x="3463" y="354"/>
                  </a:cubicBezTo>
                  <a:cubicBezTo>
                    <a:pt x="3208" y="494"/>
                    <a:pt x="2881" y="551"/>
                    <a:pt x="2559" y="603"/>
                  </a:cubicBezTo>
                  <a:cubicBezTo>
                    <a:pt x="2103" y="681"/>
                    <a:pt x="1672" y="754"/>
                    <a:pt x="1428" y="1065"/>
                  </a:cubicBezTo>
                  <a:cubicBezTo>
                    <a:pt x="1090" y="1496"/>
                    <a:pt x="0" y="3038"/>
                    <a:pt x="286" y="4559"/>
                  </a:cubicBezTo>
                  <a:cubicBezTo>
                    <a:pt x="556" y="6028"/>
                    <a:pt x="1428" y="6101"/>
                    <a:pt x="1464" y="6101"/>
                  </a:cubicBezTo>
                  <a:lnTo>
                    <a:pt x="1469" y="6101"/>
                  </a:lnTo>
                  <a:cubicBezTo>
                    <a:pt x="1474" y="6101"/>
                    <a:pt x="1485" y="6101"/>
                    <a:pt x="1490" y="6096"/>
                  </a:cubicBezTo>
                  <a:cubicBezTo>
                    <a:pt x="1500" y="6091"/>
                    <a:pt x="2617" y="5390"/>
                    <a:pt x="3084" y="3822"/>
                  </a:cubicBezTo>
                  <a:cubicBezTo>
                    <a:pt x="3167" y="3526"/>
                    <a:pt x="3240" y="3287"/>
                    <a:pt x="3297" y="3090"/>
                  </a:cubicBezTo>
                  <a:cubicBezTo>
                    <a:pt x="3546" y="2238"/>
                    <a:pt x="3572" y="2150"/>
                    <a:pt x="3946" y="1517"/>
                  </a:cubicBezTo>
                  <a:cubicBezTo>
                    <a:pt x="4403" y="748"/>
                    <a:pt x="5524" y="94"/>
                    <a:pt x="5534" y="89"/>
                  </a:cubicBezTo>
                  <a:cubicBezTo>
                    <a:pt x="5576" y="63"/>
                    <a:pt x="5560" y="1"/>
                    <a:pt x="5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65"/>
            <p:cNvSpPr/>
            <p:nvPr/>
          </p:nvSpPr>
          <p:spPr>
            <a:xfrm>
              <a:off x="531175" y="3074700"/>
              <a:ext cx="122300" cy="148375"/>
            </a:xfrm>
            <a:custGeom>
              <a:avLst/>
              <a:gdLst/>
              <a:ahLst/>
              <a:cxnLst/>
              <a:rect l="l" t="t" r="r" b="b"/>
              <a:pathLst>
                <a:path w="4892" h="5935" extrusionOk="0">
                  <a:moveTo>
                    <a:pt x="4035" y="12"/>
                  </a:moveTo>
                  <a:cubicBezTo>
                    <a:pt x="3900" y="12"/>
                    <a:pt x="3522" y="72"/>
                    <a:pt x="3137" y="265"/>
                  </a:cubicBezTo>
                  <a:cubicBezTo>
                    <a:pt x="2820" y="421"/>
                    <a:pt x="2804" y="561"/>
                    <a:pt x="2316" y="847"/>
                  </a:cubicBezTo>
                  <a:cubicBezTo>
                    <a:pt x="1984" y="1044"/>
                    <a:pt x="1885" y="1033"/>
                    <a:pt x="1724" y="1215"/>
                  </a:cubicBezTo>
                  <a:cubicBezTo>
                    <a:pt x="1652" y="1298"/>
                    <a:pt x="1589" y="1392"/>
                    <a:pt x="1382" y="1900"/>
                  </a:cubicBezTo>
                  <a:cubicBezTo>
                    <a:pt x="1309" y="2087"/>
                    <a:pt x="1242" y="2248"/>
                    <a:pt x="1190" y="2378"/>
                  </a:cubicBezTo>
                  <a:cubicBezTo>
                    <a:pt x="1132" y="2289"/>
                    <a:pt x="1036" y="2227"/>
                    <a:pt x="961" y="2227"/>
                  </a:cubicBezTo>
                  <a:cubicBezTo>
                    <a:pt x="948" y="2227"/>
                    <a:pt x="936" y="2229"/>
                    <a:pt x="925" y="2233"/>
                  </a:cubicBezTo>
                  <a:cubicBezTo>
                    <a:pt x="748" y="2290"/>
                    <a:pt x="681" y="2793"/>
                    <a:pt x="728" y="3183"/>
                  </a:cubicBezTo>
                  <a:cubicBezTo>
                    <a:pt x="769" y="3525"/>
                    <a:pt x="883" y="3697"/>
                    <a:pt x="790" y="3899"/>
                  </a:cubicBezTo>
                  <a:cubicBezTo>
                    <a:pt x="732" y="4020"/>
                    <a:pt x="628" y="4109"/>
                    <a:pt x="564" y="4109"/>
                  </a:cubicBezTo>
                  <a:cubicBezTo>
                    <a:pt x="553" y="4109"/>
                    <a:pt x="544" y="4107"/>
                    <a:pt x="536" y="4102"/>
                  </a:cubicBezTo>
                  <a:cubicBezTo>
                    <a:pt x="478" y="4065"/>
                    <a:pt x="551" y="3889"/>
                    <a:pt x="567" y="3634"/>
                  </a:cubicBezTo>
                  <a:cubicBezTo>
                    <a:pt x="582" y="3235"/>
                    <a:pt x="437" y="2804"/>
                    <a:pt x="312" y="2799"/>
                  </a:cubicBezTo>
                  <a:cubicBezTo>
                    <a:pt x="311" y="2799"/>
                    <a:pt x="311" y="2799"/>
                    <a:pt x="310" y="2799"/>
                  </a:cubicBezTo>
                  <a:cubicBezTo>
                    <a:pt x="206" y="2799"/>
                    <a:pt x="68" y="3092"/>
                    <a:pt x="48" y="3385"/>
                  </a:cubicBezTo>
                  <a:cubicBezTo>
                    <a:pt x="1" y="3884"/>
                    <a:pt x="323" y="4024"/>
                    <a:pt x="447" y="4751"/>
                  </a:cubicBezTo>
                  <a:cubicBezTo>
                    <a:pt x="504" y="5062"/>
                    <a:pt x="447" y="5052"/>
                    <a:pt x="510" y="5452"/>
                  </a:cubicBezTo>
                  <a:cubicBezTo>
                    <a:pt x="530" y="5592"/>
                    <a:pt x="556" y="5721"/>
                    <a:pt x="587" y="5851"/>
                  </a:cubicBezTo>
                  <a:cubicBezTo>
                    <a:pt x="671" y="5893"/>
                    <a:pt x="759" y="5924"/>
                    <a:pt x="852" y="5934"/>
                  </a:cubicBezTo>
                  <a:cubicBezTo>
                    <a:pt x="852" y="5654"/>
                    <a:pt x="915" y="5374"/>
                    <a:pt x="1029" y="5119"/>
                  </a:cubicBezTo>
                  <a:cubicBezTo>
                    <a:pt x="1288" y="4564"/>
                    <a:pt x="1776" y="4195"/>
                    <a:pt x="1724" y="4117"/>
                  </a:cubicBezTo>
                  <a:cubicBezTo>
                    <a:pt x="1720" y="4110"/>
                    <a:pt x="1712" y="4107"/>
                    <a:pt x="1700" y="4107"/>
                  </a:cubicBezTo>
                  <a:cubicBezTo>
                    <a:pt x="1622" y="4107"/>
                    <a:pt x="1402" y="4256"/>
                    <a:pt x="1289" y="4256"/>
                  </a:cubicBezTo>
                  <a:cubicBezTo>
                    <a:pt x="1267" y="4256"/>
                    <a:pt x="1249" y="4250"/>
                    <a:pt x="1236" y="4237"/>
                  </a:cubicBezTo>
                  <a:cubicBezTo>
                    <a:pt x="1148" y="4138"/>
                    <a:pt x="1309" y="3743"/>
                    <a:pt x="1532" y="3453"/>
                  </a:cubicBezTo>
                  <a:cubicBezTo>
                    <a:pt x="1839" y="3048"/>
                    <a:pt x="2212" y="2882"/>
                    <a:pt x="2187" y="2814"/>
                  </a:cubicBezTo>
                  <a:cubicBezTo>
                    <a:pt x="2181" y="2801"/>
                    <a:pt x="2162" y="2797"/>
                    <a:pt x="2135" y="2797"/>
                  </a:cubicBezTo>
                  <a:cubicBezTo>
                    <a:pt x="2059" y="2797"/>
                    <a:pt x="1918" y="2834"/>
                    <a:pt x="1838" y="2834"/>
                  </a:cubicBezTo>
                  <a:cubicBezTo>
                    <a:pt x="1808" y="2834"/>
                    <a:pt x="1787" y="2829"/>
                    <a:pt x="1782" y="2814"/>
                  </a:cubicBezTo>
                  <a:cubicBezTo>
                    <a:pt x="1766" y="2762"/>
                    <a:pt x="1974" y="2632"/>
                    <a:pt x="2316" y="2347"/>
                  </a:cubicBezTo>
                  <a:cubicBezTo>
                    <a:pt x="2726" y="2015"/>
                    <a:pt x="2784" y="1911"/>
                    <a:pt x="2778" y="1817"/>
                  </a:cubicBezTo>
                  <a:cubicBezTo>
                    <a:pt x="2768" y="1641"/>
                    <a:pt x="2555" y="1594"/>
                    <a:pt x="2571" y="1464"/>
                  </a:cubicBezTo>
                  <a:cubicBezTo>
                    <a:pt x="2586" y="1309"/>
                    <a:pt x="2893" y="1329"/>
                    <a:pt x="3209" y="1049"/>
                  </a:cubicBezTo>
                  <a:cubicBezTo>
                    <a:pt x="3401" y="878"/>
                    <a:pt x="3609" y="722"/>
                    <a:pt x="3573" y="670"/>
                  </a:cubicBezTo>
                  <a:cubicBezTo>
                    <a:pt x="3567" y="662"/>
                    <a:pt x="3555" y="658"/>
                    <a:pt x="3539" y="658"/>
                  </a:cubicBezTo>
                  <a:cubicBezTo>
                    <a:pt x="3417" y="658"/>
                    <a:pt x="3038" y="852"/>
                    <a:pt x="2958" y="852"/>
                  </a:cubicBezTo>
                  <a:cubicBezTo>
                    <a:pt x="2951" y="852"/>
                    <a:pt x="2946" y="850"/>
                    <a:pt x="2944" y="847"/>
                  </a:cubicBezTo>
                  <a:cubicBezTo>
                    <a:pt x="2924" y="815"/>
                    <a:pt x="4045" y="218"/>
                    <a:pt x="4492" y="104"/>
                  </a:cubicBezTo>
                  <a:cubicBezTo>
                    <a:pt x="4891" y="0"/>
                    <a:pt x="4092" y="52"/>
                    <a:pt x="4087" y="21"/>
                  </a:cubicBezTo>
                  <a:cubicBezTo>
                    <a:pt x="4086" y="15"/>
                    <a:pt x="4067" y="12"/>
                    <a:pt x="4035" y="12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65"/>
            <p:cNvSpPr/>
            <p:nvPr/>
          </p:nvSpPr>
          <p:spPr>
            <a:xfrm>
              <a:off x="361550" y="3005650"/>
              <a:ext cx="187700" cy="194700"/>
            </a:xfrm>
            <a:custGeom>
              <a:avLst/>
              <a:gdLst/>
              <a:ahLst/>
              <a:cxnLst/>
              <a:rect l="l" t="t" r="r" b="b"/>
              <a:pathLst>
                <a:path w="7508" h="7788" extrusionOk="0">
                  <a:moveTo>
                    <a:pt x="0" y="0"/>
                  </a:moveTo>
                  <a:cubicBezTo>
                    <a:pt x="0" y="0"/>
                    <a:pt x="1568" y="852"/>
                    <a:pt x="2212" y="1874"/>
                  </a:cubicBezTo>
                  <a:cubicBezTo>
                    <a:pt x="2856" y="2897"/>
                    <a:pt x="2762" y="2845"/>
                    <a:pt x="3411" y="4880"/>
                  </a:cubicBezTo>
                  <a:cubicBezTo>
                    <a:pt x="4055" y="6910"/>
                    <a:pt x="5576" y="7788"/>
                    <a:pt x="5576" y="7788"/>
                  </a:cubicBezTo>
                  <a:cubicBezTo>
                    <a:pt x="5576" y="7788"/>
                    <a:pt x="6770" y="7720"/>
                    <a:pt x="7139" y="5846"/>
                  </a:cubicBezTo>
                  <a:cubicBezTo>
                    <a:pt x="7507" y="3967"/>
                    <a:pt x="6126" y="2025"/>
                    <a:pt x="5576" y="1355"/>
                  </a:cubicBezTo>
                  <a:cubicBezTo>
                    <a:pt x="5021" y="691"/>
                    <a:pt x="3640" y="898"/>
                    <a:pt x="2788" y="447"/>
                  </a:cubicBezTo>
                  <a:cubicBezTo>
                    <a:pt x="1937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65"/>
            <p:cNvSpPr/>
            <p:nvPr/>
          </p:nvSpPr>
          <p:spPr>
            <a:xfrm>
              <a:off x="361675" y="3007975"/>
              <a:ext cx="168500" cy="192375"/>
            </a:xfrm>
            <a:custGeom>
              <a:avLst/>
              <a:gdLst/>
              <a:ahLst/>
              <a:cxnLst/>
              <a:rect l="l" t="t" r="r" b="b"/>
              <a:pathLst>
                <a:path w="6740" h="7695" extrusionOk="0">
                  <a:moveTo>
                    <a:pt x="1186" y="14"/>
                  </a:moveTo>
                  <a:cubicBezTo>
                    <a:pt x="1140" y="14"/>
                    <a:pt x="1114" y="19"/>
                    <a:pt x="1111" y="27"/>
                  </a:cubicBezTo>
                  <a:cubicBezTo>
                    <a:pt x="1106" y="68"/>
                    <a:pt x="0" y="1"/>
                    <a:pt x="551" y="136"/>
                  </a:cubicBezTo>
                  <a:cubicBezTo>
                    <a:pt x="1169" y="281"/>
                    <a:pt x="2716" y="1055"/>
                    <a:pt x="2690" y="1101"/>
                  </a:cubicBezTo>
                  <a:cubicBezTo>
                    <a:pt x="2687" y="1105"/>
                    <a:pt x="2681" y="1107"/>
                    <a:pt x="2672" y="1107"/>
                  </a:cubicBezTo>
                  <a:cubicBezTo>
                    <a:pt x="2566" y="1107"/>
                    <a:pt x="2045" y="857"/>
                    <a:pt x="1869" y="857"/>
                  </a:cubicBezTo>
                  <a:cubicBezTo>
                    <a:pt x="1844" y="857"/>
                    <a:pt x="1827" y="862"/>
                    <a:pt x="1818" y="873"/>
                  </a:cubicBezTo>
                  <a:cubicBezTo>
                    <a:pt x="1771" y="935"/>
                    <a:pt x="2062" y="1138"/>
                    <a:pt x="2321" y="1361"/>
                  </a:cubicBezTo>
                  <a:cubicBezTo>
                    <a:pt x="2757" y="1724"/>
                    <a:pt x="3178" y="1698"/>
                    <a:pt x="3204" y="1901"/>
                  </a:cubicBezTo>
                  <a:cubicBezTo>
                    <a:pt x="3225" y="2067"/>
                    <a:pt x="2929" y="2129"/>
                    <a:pt x="2918" y="2353"/>
                  </a:cubicBezTo>
                  <a:cubicBezTo>
                    <a:pt x="2908" y="2482"/>
                    <a:pt x="2991" y="2612"/>
                    <a:pt x="3552" y="3048"/>
                  </a:cubicBezTo>
                  <a:cubicBezTo>
                    <a:pt x="4024" y="3412"/>
                    <a:pt x="4315" y="3583"/>
                    <a:pt x="4289" y="3650"/>
                  </a:cubicBezTo>
                  <a:cubicBezTo>
                    <a:pt x="4282" y="3669"/>
                    <a:pt x="4255" y="3676"/>
                    <a:pt x="4216" y="3676"/>
                  </a:cubicBezTo>
                  <a:cubicBezTo>
                    <a:pt x="4110" y="3676"/>
                    <a:pt x="3916" y="3625"/>
                    <a:pt x="3808" y="3625"/>
                  </a:cubicBezTo>
                  <a:cubicBezTo>
                    <a:pt x="3769" y="3625"/>
                    <a:pt x="3741" y="3632"/>
                    <a:pt x="3733" y="3650"/>
                  </a:cubicBezTo>
                  <a:cubicBezTo>
                    <a:pt x="3702" y="3739"/>
                    <a:pt x="4216" y="3952"/>
                    <a:pt x="4637" y="4476"/>
                  </a:cubicBezTo>
                  <a:cubicBezTo>
                    <a:pt x="4943" y="4855"/>
                    <a:pt x="5166" y="5369"/>
                    <a:pt x="5047" y="5494"/>
                  </a:cubicBezTo>
                  <a:cubicBezTo>
                    <a:pt x="5027" y="5515"/>
                    <a:pt x="4998" y="5523"/>
                    <a:pt x="4963" y="5523"/>
                  </a:cubicBezTo>
                  <a:cubicBezTo>
                    <a:pt x="4799" y="5523"/>
                    <a:pt x="4508" y="5329"/>
                    <a:pt x="4404" y="5329"/>
                  </a:cubicBezTo>
                  <a:cubicBezTo>
                    <a:pt x="4389" y="5329"/>
                    <a:pt x="4378" y="5333"/>
                    <a:pt x="4372" y="5343"/>
                  </a:cubicBezTo>
                  <a:cubicBezTo>
                    <a:pt x="4299" y="5442"/>
                    <a:pt x="4974" y="5914"/>
                    <a:pt x="5332" y="6641"/>
                  </a:cubicBezTo>
                  <a:cubicBezTo>
                    <a:pt x="5488" y="6968"/>
                    <a:pt x="5571" y="7331"/>
                    <a:pt x="5571" y="7695"/>
                  </a:cubicBezTo>
                  <a:cubicBezTo>
                    <a:pt x="5701" y="7679"/>
                    <a:pt x="5826" y="7643"/>
                    <a:pt x="5940" y="7586"/>
                  </a:cubicBezTo>
                  <a:cubicBezTo>
                    <a:pt x="5981" y="7420"/>
                    <a:pt x="6018" y="7248"/>
                    <a:pt x="6049" y="7067"/>
                  </a:cubicBezTo>
                  <a:cubicBezTo>
                    <a:pt x="6132" y="6547"/>
                    <a:pt x="6054" y="6563"/>
                    <a:pt x="6132" y="6158"/>
                  </a:cubicBezTo>
                  <a:cubicBezTo>
                    <a:pt x="6298" y="5213"/>
                    <a:pt x="6739" y="5037"/>
                    <a:pt x="6682" y="4388"/>
                  </a:cubicBezTo>
                  <a:cubicBezTo>
                    <a:pt x="6646" y="4011"/>
                    <a:pt x="6456" y="3630"/>
                    <a:pt x="6316" y="3630"/>
                  </a:cubicBezTo>
                  <a:cubicBezTo>
                    <a:pt x="6315" y="3630"/>
                    <a:pt x="6314" y="3630"/>
                    <a:pt x="6314" y="3630"/>
                  </a:cubicBezTo>
                  <a:cubicBezTo>
                    <a:pt x="6137" y="3640"/>
                    <a:pt x="5940" y="4196"/>
                    <a:pt x="5966" y="4715"/>
                  </a:cubicBezTo>
                  <a:cubicBezTo>
                    <a:pt x="5976" y="5042"/>
                    <a:pt x="6080" y="5270"/>
                    <a:pt x="6002" y="5317"/>
                  </a:cubicBezTo>
                  <a:cubicBezTo>
                    <a:pt x="5991" y="5325"/>
                    <a:pt x="5978" y="5329"/>
                    <a:pt x="5962" y="5329"/>
                  </a:cubicBezTo>
                  <a:cubicBezTo>
                    <a:pt x="5875" y="5329"/>
                    <a:pt x="5729" y="5212"/>
                    <a:pt x="5654" y="5057"/>
                  </a:cubicBezTo>
                  <a:cubicBezTo>
                    <a:pt x="5519" y="4798"/>
                    <a:pt x="5680" y="4569"/>
                    <a:pt x="5737" y="4128"/>
                  </a:cubicBezTo>
                  <a:cubicBezTo>
                    <a:pt x="5805" y="3619"/>
                    <a:pt x="5597" y="2264"/>
                    <a:pt x="5363" y="2186"/>
                  </a:cubicBezTo>
                  <a:cubicBezTo>
                    <a:pt x="5361" y="2186"/>
                    <a:pt x="5358" y="2185"/>
                    <a:pt x="5356" y="2185"/>
                  </a:cubicBezTo>
                  <a:cubicBezTo>
                    <a:pt x="5247" y="2185"/>
                    <a:pt x="5195" y="2953"/>
                    <a:pt x="5104" y="3085"/>
                  </a:cubicBezTo>
                  <a:cubicBezTo>
                    <a:pt x="5031" y="2913"/>
                    <a:pt x="4943" y="2706"/>
                    <a:pt x="4839" y="2462"/>
                  </a:cubicBezTo>
                  <a:cubicBezTo>
                    <a:pt x="4559" y="1802"/>
                    <a:pt x="4471" y="1683"/>
                    <a:pt x="4367" y="1574"/>
                  </a:cubicBezTo>
                  <a:cubicBezTo>
                    <a:pt x="4143" y="1345"/>
                    <a:pt x="4008" y="1351"/>
                    <a:pt x="3552" y="1101"/>
                  </a:cubicBezTo>
                  <a:cubicBezTo>
                    <a:pt x="2877" y="728"/>
                    <a:pt x="2861" y="546"/>
                    <a:pt x="2425" y="343"/>
                  </a:cubicBezTo>
                  <a:cubicBezTo>
                    <a:pt x="1891" y="93"/>
                    <a:pt x="1374" y="14"/>
                    <a:pt x="1186" y="14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65"/>
            <p:cNvSpPr/>
            <p:nvPr/>
          </p:nvSpPr>
          <p:spPr>
            <a:xfrm>
              <a:off x="381400" y="3011350"/>
              <a:ext cx="126825" cy="219125"/>
            </a:xfrm>
            <a:custGeom>
              <a:avLst/>
              <a:gdLst/>
              <a:ahLst/>
              <a:cxnLst/>
              <a:rect l="l" t="t" r="r" b="b"/>
              <a:pathLst>
                <a:path w="5073" h="8765" extrusionOk="0">
                  <a:moveTo>
                    <a:pt x="21" y="1"/>
                  </a:moveTo>
                  <a:lnTo>
                    <a:pt x="1" y="94"/>
                  </a:lnTo>
                  <a:cubicBezTo>
                    <a:pt x="940" y="338"/>
                    <a:pt x="1807" y="795"/>
                    <a:pt x="2539" y="1423"/>
                  </a:cubicBezTo>
                  <a:cubicBezTo>
                    <a:pt x="3671" y="2394"/>
                    <a:pt x="4969" y="4248"/>
                    <a:pt x="4746" y="7555"/>
                  </a:cubicBezTo>
                  <a:cubicBezTo>
                    <a:pt x="4746" y="7555"/>
                    <a:pt x="4746" y="7560"/>
                    <a:pt x="4746" y="7565"/>
                  </a:cubicBezTo>
                  <a:cubicBezTo>
                    <a:pt x="4777" y="7960"/>
                    <a:pt x="4761" y="8354"/>
                    <a:pt x="4694" y="8744"/>
                  </a:cubicBezTo>
                  <a:lnTo>
                    <a:pt x="4793" y="8764"/>
                  </a:lnTo>
                  <a:cubicBezTo>
                    <a:pt x="4855" y="8365"/>
                    <a:pt x="4876" y="7960"/>
                    <a:pt x="4844" y="7560"/>
                  </a:cubicBezTo>
                  <a:cubicBezTo>
                    <a:pt x="5073" y="4211"/>
                    <a:pt x="3749" y="2332"/>
                    <a:pt x="2602" y="1351"/>
                  </a:cubicBezTo>
                  <a:cubicBezTo>
                    <a:pt x="1854" y="707"/>
                    <a:pt x="971" y="245"/>
                    <a:pt x="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65"/>
            <p:cNvSpPr/>
            <p:nvPr/>
          </p:nvSpPr>
          <p:spPr>
            <a:xfrm>
              <a:off x="646300" y="296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close/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65"/>
            <p:cNvSpPr/>
            <p:nvPr/>
          </p:nvSpPr>
          <p:spPr>
            <a:xfrm>
              <a:off x="541575" y="3074050"/>
              <a:ext cx="92050" cy="171475"/>
            </a:xfrm>
            <a:custGeom>
              <a:avLst/>
              <a:gdLst/>
              <a:ahLst/>
              <a:cxnLst/>
              <a:rect l="l" t="t" r="r" b="b"/>
              <a:pathLst>
                <a:path w="3682" h="6859" extrusionOk="0">
                  <a:moveTo>
                    <a:pt x="3655" y="0"/>
                  </a:moveTo>
                  <a:cubicBezTo>
                    <a:pt x="3645" y="6"/>
                    <a:pt x="2653" y="301"/>
                    <a:pt x="1755" y="1298"/>
                  </a:cubicBezTo>
                  <a:cubicBezTo>
                    <a:pt x="924" y="2212"/>
                    <a:pt x="0" y="3920"/>
                    <a:pt x="317" y="6859"/>
                  </a:cubicBezTo>
                  <a:lnTo>
                    <a:pt x="415" y="6848"/>
                  </a:lnTo>
                  <a:cubicBezTo>
                    <a:pt x="104" y="3946"/>
                    <a:pt x="1007" y="2264"/>
                    <a:pt x="1822" y="1361"/>
                  </a:cubicBezTo>
                  <a:cubicBezTo>
                    <a:pt x="2705" y="390"/>
                    <a:pt x="3671" y="94"/>
                    <a:pt x="3681" y="94"/>
                  </a:cubicBezTo>
                  <a:lnTo>
                    <a:pt x="36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65"/>
            <p:cNvSpPr/>
            <p:nvPr/>
          </p:nvSpPr>
          <p:spPr>
            <a:xfrm>
              <a:off x="359850" y="3004350"/>
              <a:ext cx="191075" cy="197300"/>
            </a:xfrm>
            <a:custGeom>
              <a:avLst/>
              <a:gdLst/>
              <a:ahLst/>
              <a:cxnLst/>
              <a:rect l="l" t="t" r="r" b="b"/>
              <a:pathLst>
                <a:path w="7643" h="7892" extrusionOk="0">
                  <a:moveTo>
                    <a:pt x="255" y="104"/>
                  </a:moveTo>
                  <a:cubicBezTo>
                    <a:pt x="759" y="115"/>
                    <a:pt x="2155" y="187"/>
                    <a:pt x="2830" y="546"/>
                  </a:cubicBezTo>
                  <a:cubicBezTo>
                    <a:pt x="3199" y="743"/>
                    <a:pt x="3666" y="815"/>
                    <a:pt x="4118" y="883"/>
                  </a:cubicBezTo>
                  <a:cubicBezTo>
                    <a:pt x="4725" y="982"/>
                    <a:pt x="5296" y="1070"/>
                    <a:pt x="5603" y="1438"/>
                  </a:cubicBezTo>
                  <a:cubicBezTo>
                    <a:pt x="5935" y="1833"/>
                    <a:pt x="7549" y="3905"/>
                    <a:pt x="7160" y="5883"/>
                  </a:cubicBezTo>
                  <a:cubicBezTo>
                    <a:pt x="6828" y="7591"/>
                    <a:pt x="5790" y="7778"/>
                    <a:pt x="5655" y="7793"/>
                  </a:cubicBezTo>
                  <a:cubicBezTo>
                    <a:pt x="5504" y="7700"/>
                    <a:pt x="4123" y="6807"/>
                    <a:pt x="3526" y="4917"/>
                  </a:cubicBezTo>
                  <a:cubicBezTo>
                    <a:pt x="3401" y="4533"/>
                    <a:pt x="3308" y="4226"/>
                    <a:pt x="3225" y="3967"/>
                  </a:cubicBezTo>
                  <a:cubicBezTo>
                    <a:pt x="2887" y="2877"/>
                    <a:pt x="2841" y="2726"/>
                    <a:pt x="2321" y="1901"/>
                  </a:cubicBezTo>
                  <a:cubicBezTo>
                    <a:pt x="1802" y="1075"/>
                    <a:pt x="676" y="353"/>
                    <a:pt x="255" y="104"/>
                  </a:cubicBezTo>
                  <a:close/>
                  <a:moveTo>
                    <a:pt x="68" y="0"/>
                  </a:moveTo>
                  <a:cubicBezTo>
                    <a:pt x="16" y="0"/>
                    <a:pt x="1" y="68"/>
                    <a:pt x="42" y="94"/>
                  </a:cubicBezTo>
                  <a:cubicBezTo>
                    <a:pt x="58" y="99"/>
                    <a:pt x="1605" y="950"/>
                    <a:pt x="2238" y="1952"/>
                  </a:cubicBezTo>
                  <a:cubicBezTo>
                    <a:pt x="2758" y="2773"/>
                    <a:pt x="2794" y="2887"/>
                    <a:pt x="3131" y="3993"/>
                  </a:cubicBezTo>
                  <a:cubicBezTo>
                    <a:pt x="3209" y="4247"/>
                    <a:pt x="3308" y="4559"/>
                    <a:pt x="3432" y="4948"/>
                  </a:cubicBezTo>
                  <a:cubicBezTo>
                    <a:pt x="4076" y="6973"/>
                    <a:pt x="5603" y="7876"/>
                    <a:pt x="5618" y="7881"/>
                  </a:cubicBezTo>
                  <a:cubicBezTo>
                    <a:pt x="5623" y="7887"/>
                    <a:pt x="5634" y="7892"/>
                    <a:pt x="5644" y="7892"/>
                  </a:cubicBezTo>
                  <a:lnTo>
                    <a:pt x="5644" y="7887"/>
                  </a:lnTo>
                  <a:cubicBezTo>
                    <a:pt x="5660" y="7887"/>
                    <a:pt x="6885" y="7793"/>
                    <a:pt x="7254" y="5898"/>
                  </a:cubicBezTo>
                  <a:cubicBezTo>
                    <a:pt x="7643" y="3925"/>
                    <a:pt x="6148" y="1937"/>
                    <a:pt x="5680" y="1371"/>
                  </a:cubicBezTo>
                  <a:cubicBezTo>
                    <a:pt x="5348" y="976"/>
                    <a:pt x="4756" y="883"/>
                    <a:pt x="4133" y="784"/>
                  </a:cubicBezTo>
                  <a:cubicBezTo>
                    <a:pt x="3692" y="717"/>
                    <a:pt x="3230" y="644"/>
                    <a:pt x="2877" y="457"/>
                  </a:cubicBezTo>
                  <a:cubicBezTo>
                    <a:pt x="2026" y="6"/>
                    <a:pt x="157" y="0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65"/>
            <p:cNvSpPr/>
            <p:nvPr/>
          </p:nvSpPr>
          <p:spPr>
            <a:xfrm>
              <a:off x="442925" y="3221500"/>
              <a:ext cx="153825" cy="46475"/>
            </a:xfrm>
            <a:custGeom>
              <a:avLst/>
              <a:gdLst/>
              <a:ahLst/>
              <a:cxnLst/>
              <a:rect l="l" t="t" r="r" b="b"/>
              <a:pathLst>
                <a:path w="6153" h="1859" extrusionOk="0">
                  <a:moveTo>
                    <a:pt x="0" y="0"/>
                  </a:moveTo>
                  <a:cubicBezTo>
                    <a:pt x="0" y="3"/>
                    <a:pt x="1" y="6"/>
                    <a:pt x="2" y="8"/>
                  </a:cubicBezTo>
                  <a:lnTo>
                    <a:pt x="2" y="8"/>
                  </a:lnTo>
                  <a:lnTo>
                    <a:pt x="0" y="0"/>
                  </a:lnTo>
                  <a:close/>
                  <a:moveTo>
                    <a:pt x="6153" y="0"/>
                  </a:moveTo>
                  <a:lnTo>
                    <a:pt x="6151" y="8"/>
                  </a:lnTo>
                  <a:lnTo>
                    <a:pt x="6151" y="8"/>
                  </a:lnTo>
                  <a:cubicBezTo>
                    <a:pt x="6152" y="6"/>
                    <a:pt x="6153" y="3"/>
                    <a:pt x="6153" y="0"/>
                  </a:cubicBezTo>
                  <a:close/>
                  <a:moveTo>
                    <a:pt x="2" y="8"/>
                  </a:moveTo>
                  <a:lnTo>
                    <a:pt x="229" y="1672"/>
                  </a:lnTo>
                  <a:cubicBezTo>
                    <a:pt x="686" y="1781"/>
                    <a:pt x="1792" y="1859"/>
                    <a:pt x="3079" y="1859"/>
                  </a:cubicBezTo>
                  <a:cubicBezTo>
                    <a:pt x="4367" y="1859"/>
                    <a:pt x="5467" y="1781"/>
                    <a:pt x="5924" y="1672"/>
                  </a:cubicBezTo>
                  <a:lnTo>
                    <a:pt x="6151" y="8"/>
                  </a:lnTo>
                  <a:lnTo>
                    <a:pt x="6151" y="8"/>
                  </a:lnTo>
                  <a:cubicBezTo>
                    <a:pt x="6107" y="171"/>
                    <a:pt x="4749" y="301"/>
                    <a:pt x="3079" y="301"/>
                  </a:cubicBezTo>
                  <a:cubicBezTo>
                    <a:pt x="1404" y="301"/>
                    <a:pt x="46" y="171"/>
                    <a:pt x="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65"/>
            <p:cNvSpPr/>
            <p:nvPr/>
          </p:nvSpPr>
          <p:spPr>
            <a:xfrm>
              <a:off x="442925" y="3221500"/>
              <a:ext cx="153825" cy="46475"/>
            </a:xfrm>
            <a:custGeom>
              <a:avLst/>
              <a:gdLst/>
              <a:ahLst/>
              <a:cxnLst/>
              <a:rect l="l" t="t" r="r" b="b"/>
              <a:pathLst>
                <a:path w="6153" h="1859" extrusionOk="0">
                  <a:moveTo>
                    <a:pt x="3079" y="1859"/>
                  </a:moveTo>
                  <a:cubicBezTo>
                    <a:pt x="4367" y="1859"/>
                    <a:pt x="5467" y="1781"/>
                    <a:pt x="5924" y="1672"/>
                  </a:cubicBezTo>
                  <a:lnTo>
                    <a:pt x="6153" y="0"/>
                  </a:lnTo>
                  <a:cubicBezTo>
                    <a:pt x="6153" y="166"/>
                    <a:pt x="4777" y="301"/>
                    <a:pt x="3079" y="301"/>
                  </a:cubicBezTo>
                  <a:cubicBezTo>
                    <a:pt x="1376" y="301"/>
                    <a:pt x="0" y="166"/>
                    <a:pt x="0" y="0"/>
                  </a:cubicBezTo>
                  <a:lnTo>
                    <a:pt x="229" y="1672"/>
                  </a:lnTo>
                  <a:cubicBezTo>
                    <a:pt x="686" y="1781"/>
                    <a:pt x="1792" y="1859"/>
                    <a:pt x="3079" y="185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65"/>
            <p:cNvSpPr/>
            <p:nvPr/>
          </p:nvSpPr>
          <p:spPr>
            <a:xfrm>
              <a:off x="441700" y="3220250"/>
              <a:ext cx="156350" cy="48900"/>
            </a:xfrm>
            <a:custGeom>
              <a:avLst/>
              <a:gdLst/>
              <a:ahLst/>
              <a:cxnLst/>
              <a:rect l="l" t="t" r="r" b="b"/>
              <a:pathLst>
                <a:path w="6254" h="1956" extrusionOk="0">
                  <a:moveTo>
                    <a:pt x="117" y="164"/>
                  </a:moveTo>
                  <a:cubicBezTo>
                    <a:pt x="231" y="211"/>
                    <a:pt x="470" y="263"/>
                    <a:pt x="948" y="310"/>
                  </a:cubicBezTo>
                  <a:cubicBezTo>
                    <a:pt x="1529" y="367"/>
                    <a:pt x="2303" y="398"/>
                    <a:pt x="3128" y="398"/>
                  </a:cubicBezTo>
                  <a:cubicBezTo>
                    <a:pt x="3948" y="398"/>
                    <a:pt x="4722" y="367"/>
                    <a:pt x="5303" y="310"/>
                  </a:cubicBezTo>
                  <a:cubicBezTo>
                    <a:pt x="5786" y="263"/>
                    <a:pt x="6020" y="211"/>
                    <a:pt x="6139" y="164"/>
                  </a:cubicBezTo>
                  <a:lnTo>
                    <a:pt x="6139" y="164"/>
                  </a:lnTo>
                  <a:lnTo>
                    <a:pt x="5932" y="1680"/>
                  </a:lnTo>
                  <a:cubicBezTo>
                    <a:pt x="5444" y="1789"/>
                    <a:pt x="4348" y="1857"/>
                    <a:pt x="3128" y="1857"/>
                  </a:cubicBezTo>
                  <a:cubicBezTo>
                    <a:pt x="1903" y="1857"/>
                    <a:pt x="813" y="1789"/>
                    <a:pt x="325" y="1680"/>
                  </a:cubicBezTo>
                  <a:lnTo>
                    <a:pt x="117" y="164"/>
                  </a:lnTo>
                  <a:close/>
                  <a:moveTo>
                    <a:pt x="51" y="1"/>
                  </a:moveTo>
                  <a:cubicBezTo>
                    <a:pt x="26" y="1"/>
                    <a:pt x="0" y="18"/>
                    <a:pt x="3" y="50"/>
                  </a:cubicBezTo>
                  <a:cubicBezTo>
                    <a:pt x="3" y="60"/>
                    <a:pt x="3" y="71"/>
                    <a:pt x="8" y="81"/>
                  </a:cubicBezTo>
                  <a:lnTo>
                    <a:pt x="231" y="1727"/>
                  </a:lnTo>
                  <a:cubicBezTo>
                    <a:pt x="231" y="1748"/>
                    <a:pt x="247" y="1763"/>
                    <a:pt x="268" y="1768"/>
                  </a:cubicBezTo>
                  <a:cubicBezTo>
                    <a:pt x="745" y="1883"/>
                    <a:pt x="1867" y="1955"/>
                    <a:pt x="3128" y="1955"/>
                  </a:cubicBezTo>
                  <a:cubicBezTo>
                    <a:pt x="4385" y="1955"/>
                    <a:pt x="5506" y="1883"/>
                    <a:pt x="5984" y="1768"/>
                  </a:cubicBezTo>
                  <a:cubicBezTo>
                    <a:pt x="6004" y="1763"/>
                    <a:pt x="6020" y="1748"/>
                    <a:pt x="6020" y="1727"/>
                  </a:cubicBezTo>
                  <a:lnTo>
                    <a:pt x="6248" y="81"/>
                  </a:lnTo>
                  <a:cubicBezTo>
                    <a:pt x="6254" y="71"/>
                    <a:pt x="6254" y="60"/>
                    <a:pt x="6248" y="50"/>
                  </a:cubicBezTo>
                  <a:cubicBezTo>
                    <a:pt x="6248" y="20"/>
                    <a:pt x="6224" y="5"/>
                    <a:pt x="6200" y="5"/>
                  </a:cubicBezTo>
                  <a:cubicBezTo>
                    <a:pt x="6179" y="5"/>
                    <a:pt x="6157" y="18"/>
                    <a:pt x="6155" y="45"/>
                  </a:cubicBezTo>
                  <a:cubicBezTo>
                    <a:pt x="6072" y="149"/>
                    <a:pt x="4956" y="299"/>
                    <a:pt x="3128" y="299"/>
                  </a:cubicBezTo>
                  <a:cubicBezTo>
                    <a:pt x="1295" y="299"/>
                    <a:pt x="179" y="149"/>
                    <a:pt x="101" y="45"/>
                  </a:cubicBezTo>
                  <a:cubicBezTo>
                    <a:pt x="99" y="15"/>
                    <a:pt x="75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65"/>
            <p:cNvSpPr/>
            <p:nvPr/>
          </p:nvSpPr>
          <p:spPr>
            <a:xfrm>
              <a:off x="454225" y="3484450"/>
              <a:ext cx="130850" cy="29625"/>
            </a:xfrm>
            <a:custGeom>
              <a:avLst/>
              <a:gdLst/>
              <a:ahLst/>
              <a:cxnLst/>
              <a:rect l="l" t="t" r="r" b="b"/>
              <a:pathLst>
                <a:path w="5234" h="1185" extrusionOk="0">
                  <a:moveTo>
                    <a:pt x="2617" y="0"/>
                  </a:moveTo>
                  <a:cubicBezTo>
                    <a:pt x="1173" y="0"/>
                    <a:pt x="0" y="265"/>
                    <a:pt x="0" y="592"/>
                  </a:cubicBezTo>
                  <a:cubicBezTo>
                    <a:pt x="0" y="919"/>
                    <a:pt x="1173" y="1184"/>
                    <a:pt x="2617" y="1184"/>
                  </a:cubicBezTo>
                  <a:cubicBezTo>
                    <a:pt x="4060" y="1184"/>
                    <a:pt x="5233" y="919"/>
                    <a:pt x="5233" y="592"/>
                  </a:cubicBezTo>
                  <a:cubicBezTo>
                    <a:pt x="5233" y="265"/>
                    <a:pt x="4060" y="0"/>
                    <a:pt x="261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6" name="Google Shape;2526;p65"/>
          <p:cNvGrpSpPr/>
          <p:nvPr/>
        </p:nvGrpSpPr>
        <p:grpSpPr>
          <a:xfrm>
            <a:off x="1075496" y="4161667"/>
            <a:ext cx="479612" cy="651591"/>
            <a:chOff x="4285550" y="1948775"/>
            <a:chExt cx="412250" cy="560075"/>
          </a:xfrm>
        </p:grpSpPr>
        <p:sp>
          <p:nvSpPr>
            <p:cNvPr id="2527" name="Google Shape;2527;p65"/>
            <p:cNvSpPr/>
            <p:nvPr/>
          </p:nvSpPr>
          <p:spPr>
            <a:xfrm>
              <a:off x="4285550" y="1948775"/>
              <a:ext cx="79075" cy="166225"/>
            </a:xfrm>
            <a:custGeom>
              <a:avLst/>
              <a:gdLst/>
              <a:ahLst/>
              <a:cxnLst/>
              <a:rect l="l" t="t" r="r" b="b"/>
              <a:pathLst>
                <a:path w="3163" h="6649" extrusionOk="0">
                  <a:moveTo>
                    <a:pt x="2669" y="103"/>
                  </a:moveTo>
                  <a:lnTo>
                    <a:pt x="3048" y="228"/>
                  </a:lnTo>
                  <a:lnTo>
                    <a:pt x="462" y="6536"/>
                  </a:lnTo>
                  <a:lnTo>
                    <a:pt x="99" y="6416"/>
                  </a:lnTo>
                  <a:lnTo>
                    <a:pt x="99" y="1012"/>
                  </a:lnTo>
                  <a:lnTo>
                    <a:pt x="2669" y="103"/>
                  </a:lnTo>
                  <a:close/>
                  <a:moveTo>
                    <a:pt x="2669" y="1"/>
                  </a:moveTo>
                  <a:cubicBezTo>
                    <a:pt x="2664" y="1"/>
                    <a:pt x="2658" y="2"/>
                    <a:pt x="2653" y="5"/>
                  </a:cubicBezTo>
                  <a:lnTo>
                    <a:pt x="31" y="929"/>
                  </a:lnTo>
                  <a:cubicBezTo>
                    <a:pt x="16" y="934"/>
                    <a:pt x="0" y="955"/>
                    <a:pt x="0" y="976"/>
                  </a:cubicBezTo>
                  <a:lnTo>
                    <a:pt x="0" y="6453"/>
                  </a:lnTo>
                  <a:cubicBezTo>
                    <a:pt x="0" y="6474"/>
                    <a:pt x="16" y="6494"/>
                    <a:pt x="31" y="6499"/>
                  </a:cubicBezTo>
                  <a:lnTo>
                    <a:pt x="473" y="6645"/>
                  </a:lnTo>
                  <a:cubicBezTo>
                    <a:pt x="475" y="6647"/>
                    <a:pt x="478" y="6649"/>
                    <a:pt x="481" y="6649"/>
                  </a:cubicBezTo>
                  <a:cubicBezTo>
                    <a:pt x="483" y="6649"/>
                    <a:pt x="486" y="6647"/>
                    <a:pt x="488" y="6645"/>
                  </a:cubicBezTo>
                  <a:cubicBezTo>
                    <a:pt x="509" y="6645"/>
                    <a:pt x="525" y="6634"/>
                    <a:pt x="535" y="6619"/>
                  </a:cubicBezTo>
                  <a:lnTo>
                    <a:pt x="3157" y="218"/>
                  </a:lnTo>
                  <a:cubicBezTo>
                    <a:pt x="3162" y="202"/>
                    <a:pt x="3162" y="186"/>
                    <a:pt x="3157" y="176"/>
                  </a:cubicBezTo>
                  <a:cubicBezTo>
                    <a:pt x="3152" y="166"/>
                    <a:pt x="3136" y="155"/>
                    <a:pt x="3126" y="150"/>
                  </a:cubicBezTo>
                  <a:lnTo>
                    <a:pt x="2684" y="5"/>
                  </a:lnTo>
                  <a:cubicBezTo>
                    <a:pt x="2679" y="2"/>
                    <a:pt x="2674" y="1"/>
                    <a:pt x="2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65"/>
            <p:cNvSpPr/>
            <p:nvPr/>
          </p:nvSpPr>
          <p:spPr>
            <a:xfrm>
              <a:off x="4297750" y="1953675"/>
              <a:ext cx="65575" cy="160075"/>
            </a:xfrm>
            <a:custGeom>
              <a:avLst/>
              <a:gdLst/>
              <a:ahLst/>
              <a:cxnLst/>
              <a:rect l="l" t="t" r="r" b="b"/>
              <a:pathLst>
                <a:path w="2623" h="6403" extrusionOk="0">
                  <a:moveTo>
                    <a:pt x="2622" y="1"/>
                  </a:moveTo>
                  <a:lnTo>
                    <a:pt x="0" y="925"/>
                  </a:lnTo>
                  <a:lnTo>
                    <a:pt x="0" y="6402"/>
                  </a:lnTo>
                  <a:lnTo>
                    <a:pt x="2622" y="5021"/>
                  </a:lnTo>
                  <a:lnTo>
                    <a:pt x="26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65"/>
            <p:cNvSpPr/>
            <p:nvPr/>
          </p:nvSpPr>
          <p:spPr>
            <a:xfrm>
              <a:off x="4296575" y="1952450"/>
              <a:ext cx="67900" cy="162450"/>
            </a:xfrm>
            <a:custGeom>
              <a:avLst/>
              <a:gdLst/>
              <a:ahLst/>
              <a:cxnLst/>
              <a:rect l="l" t="t" r="r" b="b"/>
              <a:pathLst>
                <a:path w="2716" h="6498" extrusionOk="0">
                  <a:moveTo>
                    <a:pt x="2622" y="117"/>
                  </a:moveTo>
                  <a:lnTo>
                    <a:pt x="2622" y="5039"/>
                  </a:lnTo>
                  <a:lnTo>
                    <a:pt x="99" y="6373"/>
                  </a:lnTo>
                  <a:lnTo>
                    <a:pt x="99" y="1005"/>
                  </a:lnTo>
                  <a:lnTo>
                    <a:pt x="2622" y="117"/>
                  </a:lnTo>
                  <a:close/>
                  <a:moveTo>
                    <a:pt x="2670" y="0"/>
                  </a:moveTo>
                  <a:cubicBezTo>
                    <a:pt x="2664" y="0"/>
                    <a:pt x="2659" y="1"/>
                    <a:pt x="2654" y="3"/>
                  </a:cubicBezTo>
                  <a:lnTo>
                    <a:pt x="32" y="927"/>
                  </a:lnTo>
                  <a:cubicBezTo>
                    <a:pt x="16" y="938"/>
                    <a:pt x="1" y="953"/>
                    <a:pt x="1" y="974"/>
                  </a:cubicBezTo>
                  <a:lnTo>
                    <a:pt x="1" y="6451"/>
                  </a:lnTo>
                  <a:cubicBezTo>
                    <a:pt x="1" y="6467"/>
                    <a:pt x="11" y="6482"/>
                    <a:pt x="27" y="6493"/>
                  </a:cubicBezTo>
                  <a:cubicBezTo>
                    <a:pt x="32" y="6498"/>
                    <a:pt x="42" y="6498"/>
                    <a:pt x="47" y="6498"/>
                  </a:cubicBezTo>
                  <a:cubicBezTo>
                    <a:pt x="58" y="6498"/>
                    <a:pt x="63" y="6498"/>
                    <a:pt x="73" y="6493"/>
                  </a:cubicBezTo>
                  <a:lnTo>
                    <a:pt x="2690" y="5112"/>
                  </a:lnTo>
                  <a:cubicBezTo>
                    <a:pt x="2711" y="5106"/>
                    <a:pt x="2716" y="5086"/>
                    <a:pt x="2716" y="5070"/>
                  </a:cubicBezTo>
                  <a:lnTo>
                    <a:pt x="2716" y="50"/>
                  </a:lnTo>
                  <a:cubicBezTo>
                    <a:pt x="2716" y="20"/>
                    <a:pt x="2695" y="0"/>
                    <a:pt x="2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65"/>
            <p:cNvSpPr/>
            <p:nvPr/>
          </p:nvSpPr>
          <p:spPr>
            <a:xfrm>
              <a:off x="4293600" y="2343950"/>
              <a:ext cx="336825" cy="164900"/>
            </a:xfrm>
            <a:custGeom>
              <a:avLst/>
              <a:gdLst/>
              <a:ahLst/>
              <a:cxnLst/>
              <a:rect l="l" t="t" r="r" b="b"/>
              <a:pathLst>
                <a:path w="13473" h="6596" extrusionOk="0">
                  <a:moveTo>
                    <a:pt x="8758" y="0"/>
                  </a:moveTo>
                  <a:cubicBezTo>
                    <a:pt x="8709" y="0"/>
                    <a:pt x="8659" y="11"/>
                    <a:pt x="8613" y="32"/>
                  </a:cubicBezTo>
                  <a:lnTo>
                    <a:pt x="281" y="3947"/>
                  </a:lnTo>
                  <a:cubicBezTo>
                    <a:pt x="0" y="4071"/>
                    <a:pt x="94" y="4347"/>
                    <a:pt x="535" y="4611"/>
                  </a:cubicBezTo>
                  <a:lnTo>
                    <a:pt x="5135" y="6569"/>
                  </a:lnTo>
                  <a:cubicBezTo>
                    <a:pt x="5180" y="6586"/>
                    <a:pt x="5226" y="6595"/>
                    <a:pt x="5272" y="6595"/>
                  </a:cubicBezTo>
                  <a:cubicBezTo>
                    <a:pt x="5321" y="6595"/>
                    <a:pt x="5370" y="6585"/>
                    <a:pt x="5415" y="6563"/>
                  </a:cubicBezTo>
                  <a:lnTo>
                    <a:pt x="12767" y="3230"/>
                  </a:lnTo>
                  <a:cubicBezTo>
                    <a:pt x="13260" y="3043"/>
                    <a:pt x="13473" y="2353"/>
                    <a:pt x="13187" y="2234"/>
                  </a:cubicBezTo>
                  <a:lnTo>
                    <a:pt x="8894" y="27"/>
                  </a:lnTo>
                  <a:cubicBezTo>
                    <a:pt x="8851" y="10"/>
                    <a:pt x="8805" y="0"/>
                    <a:pt x="87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65"/>
            <p:cNvSpPr/>
            <p:nvPr/>
          </p:nvSpPr>
          <p:spPr>
            <a:xfrm>
              <a:off x="4343550" y="2067000"/>
              <a:ext cx="12625" cy="23125"/>
            </a:xfrm>
            <a:custGeom>
              <a:avLst/>
              <a:gdLst/>
              <a:ahLst/>
              <a:cxnLst/>
              <a:rect l="l" t="t" r="r" b="b"/>
              <a:pathLst>
                <a:path w="505" h="925" extrusionOk="0">
                  <a:moveTo>
                    <a:pt x="1" y="0"/>
                  </a:moveTo>
                  <a:lnTo>
                    <a:pt x="1" y="675"/>
                  </a:lnTo>
                  <a:cubicBezTo>
                    <a:pt x="1" y="815"/>
                    <a:pt x="115" y="924"/>
                    <a:pt x="250" y="924"/>
                  </a:cubicBezTo>
                  <a:cubicBezTo>
                    <a:pt x="390" y="924"/>
                    <a:pt x="505" y="815"/>
                    <a:pt x="505" y="675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65"/>
            <p:cNvSpPr/>
            <p:nvPr/>
          </p:nvSpPr>
          <p:spPr>
            <a:xfrm>
              <a:off x="4342400" y="2065825"/>
              <a:ext cx="14950" cy="25600"/>
            </a:xfrm>
            <a:custGeom>
              <a:avLst/>
              <a:gdLst/>
              <a:ahLst/>
              <a:cxnLst/>
              <a:rect l="l" t="t" r="r" b="b"/>
              <a:pathLst>
                <a:path w="598" h="1024" extrusionOk="0">
                  <a:moveTo>
                    <a:pt x="499" y="99"/>
                  </a:moveTo>
                  <a:lnTo>
                    <a:pt x="499" y="722"/>
                  </a:lnTo>
                  <a:cubicBezTo>
                    <a:pt x="499" y="857"/>
                    <a:pt x="399" y="925"/>
                    <a:pt x="298" y="925"/>
                  </a:cubicBezTo>
                  <a:cubicBezTo>
                    <a:pt x="198" y="925"/>
                    <a:pt x="96" y="857"/>
                    <a:pt x="94" y="722"/>
                  </a:cubicBezTo>
                  <a:lnTo>
                    <a:pt x="94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722"/>
                  </a:lnTo>
                  <a:cubicBezTo>
                    <a:pt x="0" y="888"/>
                    <a:pt x="135" y="1023"/>
                    <a:pt x="296" y="1023"/>
                  </a:cubicBezTo>
                  <a:cubicBezTo>
                    <a:pt x="462" y="1023"/>
                    <a:pt x="597" y="888"/>
                    <a:pt x="597" y="722"/>
                  </a:cubicBezTo>
                  <a:lnTo>
                    <a:pt x="597" y="47"/>
                  </a:lnTo>
                  <a:cubicBezTo>
                    <a:pt x="597" y="21"/>
                    <a:pt x="577" y="0"/>
                    <a:pt x="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65"/>
            <p:cNvSpPr/>
            <p:nvPr/>
          </p:nvSpPr>
          <p:spPr>
            <a:xfrm>
              <a:off x="4312800" y="1998525"/>
              <a:ext cx="68300" cy="82650"/>
            </a:xfrm>
            <a:custGeom>
              <a:avLst/>
              <a:gdLst/>
              <a:ahLst/>
              <a:cxnLst/>
              <a:rect l="l" t="t" r="r" b="b"/>
              <a:pathLst>
                <a:path w="2732" h="3306" extrusionOk="0">
                  <a:moveTo>
                    <a:pt x="1581" y="1"/>
                  </a:moveTo>
                  <a:cubicBezTo>
                    <a:pt x="1535" y="1"/>
                    <a:pt x="1488" y="8"/>
                    <a:pt x="1444" y="24"/>
                  </a:cubicBezTo>
                  <a:lnTo>
                    <a:pt x="286" y="429"/>
                  </a:lnTo>
                  <a:cubicBezTo>
                    <a:pt x="115" y="491"/>
                    <a:pt x="1" y="652"/>
                    <a:pt x="1" y="834"/>
                  </a:cubicBezTo>
                  <a:lnTo>
                    <a:pt x="1" y="2672"/>
                  </a:lnTo>
                  <a:cubicBezTo>
                    <a:pt x="1" y="2853"/>
                    <a:pt x="120" y="3019"/>
                    <a:pt x="296" y="3077"/>
                  </a:cubicBezTo>
                  <a:lnTo>
                    <a:pt x="930" y="3279"/>
                  </a:lnTo>
                  <a:cubicBezTo>
                    <a:pt x="984" y="3297"/>
                    <a:pt x="1041" y="3306"/>
                    <a:pt x="1098" y="3306"/>
                  </a:cubicBezTo>
                  <a:cubicBezTo>
                    <a:pt x="1188" y="3306"/>
                    <a:pt x="1278" y="3284"/>
                    <a:pt x="1361" y="3243"/>
                  </a:cubicBezTo>
                  <a:lnTo>
                    <a:pt x="2441" y="2672"/>
                  </a:lnTo>
                  <a:cubicBezTo>
                    <a:pt x="2622" y="2578"/>
                    <a:pt x="2731" y="2391"/>
                    <a:pt x="2731" y="2194"/>
                  </a:cubicBezTo>
                  <a:lnTo>
                    <a:pt x="2731" y="756"/>
                  </a:lnTo>
                  <a:cubicBezTo>
                    <a:pt x="2731" y="512"/>
                    <a:pt x="2576" y="299"/>
                    <a:pt x="2342" y="221"/>
                  </a:cubicBezTo>
                  <a:lnTo>
                    <a:pt x="1719" y="24"/>
                  </a:lnTo>
                  <a:cubicBezTo>
                    <a:pt x="1675" y="8"/>
                    <a:pt x="1628" y="1"/>
                    <a:pt x="15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65"/>
            <p:cNvSpPr/>
            <p:nvPr/>
          </p:nvSpPr>
          <p:spPr>
            <a:xfrm>
              <a:off x="4311625" y="1997250"/>
              <a:ext cx="70650" cy="85200"/>
            </a:xfrm>
            <a:custGeom>
              <a:avLst/>
              <a:gdLst/>
              <a:ahLst/>
              <a:cxnLst/>
              <a:rect l="l" t="t" r="r" b="b"/>
              <a:pathLst>
                <a:path w="2826" h="3408" extrusionOk="0">
                  <a:moveTo>
                    <a:pt x="1634" y="101"/>
                  </a:moveTo>
                  <a:cubicBezTo>
                    <a:pt x="1674" y="101"/>
                    <a:pt x="1710" y="106"/>
                    <a:pt x="1745" y="116"/>
                  </a:cubicBezTo>
                  <a:lnTo>
                    <a:pt x="2373" y="319"/>
                  </a:lnTo>
                  <a:cubicBezTo>
                    <a:pt x="2586" y="386"/>
                    <a:pt x="2726" y="584"/>
                    <a:pt x="2726" y="807"/>
                  </a:cubicBezTo>
                  <a:lnTo>
                    <a:pt x="2726" y="2245"/>
                  </a:lnTo>
                  <a:cubicBezTo>
                    <a:pt x="2726" y="2427"/>
                    <a:pt x="2628" y="2593"/>
                    <a:pt x="2467" y="2681"/>
                  </a:cubicBezTo>
                  <a:lnTo>
                    <a:pt x="1382" y="3252"/>
                  </a:lnTo>
                  <a:cubicBezTo>
                    <a:pt x="1310" y="3290"/>
                    <a:pt x="1231" y="3308"/>
                    <a:pt x="1150" y="3308"/>
                  </a:cubicBezTo>
                  <a:cubicBezTo>
                    <a:pt x="1096" y="3308"/>
                    <a:pt x="1041" y="3300"/>
                    <a:pt x="987" y="3283"/>
                  </a:cubicBezTo>
                  <a:lnTo>
                    <a:pt x="359" y="3081"/>
                  </a:lnTo>
                  <a:cubicBezTo>
                    <a:pt x="203" y="3029"/>
                    <a:pt x="99" y="2884"/>
                    <a:pt x="99" y="2723"/>
                  </a:cubicBezTo>
                  <a:lnTo>
                    <a:pt x="99" y="885"/>
                  </a:lnTo>
                  <a:cubicBezTo>
                    <a:pt x="99" y="724"/>
                    <a:pt x="198" y="584"/>
                    <a:pt x="354" y="527"/>
                  </a:cubicBezTo>
                  <a:lnTo>
                    <a:pt x="1512" y="122"/>
                  </a:lnTo>
                  <a:cubicBezTo>
                    <a:pt x="1547" y="106"/>
                    <a:pt x="1593" y="101"/>
                    <a:pt x="1634" y="101"/>
                  </a:cubicBezTo>
                  <a:close/>
                  <a:moveTo>
                    <a:pt x="1632" y="0"/>
                  </a:moveTo>
                  <a:cubicBezTo>
                    <a:pt x="1579" y="0"/>
                    <a:pt x="1527" y="9"/>
                    <a:pt x="1475" y="28"/>
                  </a:cubicBezTo>
                  <a:lnTo>
                    <a:pt x="318" y="438"/>
                  </a:lnTo>
                  <a:cubicBezTo>
                    <a:pt x="131" y="506"/>
                    <a:pt x="1" y="687"/>
                    <a:pt x="1" y="890"/>
                  </a:cubicBezTo>
                  <a:lnTo>
                    <a:pt x="1" y="2723"/>
                  </a:lnTo>
                  <a:cubicBezTo>
                    <a:pt x="1" y="2930"/>
                    <a:pt x="136" y="3112"/>
                    <a:pt x="333" y="3174"/>
                  </a:cubicBezTo>
                  <a:lnTo>
                    <a:pt x="961" y="3382"/>
                  </a:lnTo>
                  <a:cubicBezTo>
                    <a:pt x="1024" y="3398"/>
                    <a:pt x="1086" y="3408"/>
                    <a:pt x="1148" y="3408"/>
                  </a:cubicBezTo>
                  <a:cubicBezTo>
                    <a:pt x="1247" y="3408"/>
                    <a:pt x="1345" y="3382"/>
                    <a:pt x="1429" y="3335"/>
                  </a:cubicBezTo>
                  <a:lnTo>
                    <a:pt x="2508" y="2764"/>
                  </a:lnTo>
                  <a:cubicBezTo>
                    <a:pt x="2706" y="2660"/>
                    <a:pt x="2825" y="2463"/>
                    <a:pt x="2825" y="2245"/>
                  </a:cubicBezTo>
                  <a:lnTo>
                    <a:pt x="2825" y="807"/>
                  </a:lnTo>
                  <a:cubicBezTo>
                    <a:pt x="2825" y="542"/>
                    <a:pt x="2654" y="309"/>
                    <a:pt x="2405" y="225"/>
                  </a:cubicBezTo>
                  <a:lnTo>
                    <a:pt x="1776" y="23"/>
                  </a:lnTo>
                  <a:cubicBezTo>
                    <a:pt x="1729" y="8"/>
                    <a:pt x="1680" y="0"/>
                    <a:pt x="16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65"/>
            <p:cNvSpPr/>
            <p:nvPr/>
          </p:nvSpPr>
          <p:spPr>
            <a:xfrm>
              <a:off x="4341625" y="2010000"/>
              <a:ext cx="39475" cy="68050"/>
            </a:xfrm>
            <a:custGeom>
              <a:avLst/>
              <a:gdLst/>
              <a:ahLst/>
              <a:cxnLst/>
              <a:rect l="l" t="t" r="r" b="b"/>
              <a:pathLst>
                <a:path w="1579" h="2722" extrusionOk="0">
                  <a:moveTo>
                    <a:pt x="1314" y="1"/>
                  </a:moveTo>
                  <a:cubicBezTo>
                    <a:pt x="1285" y="1"/>
                    <a:pt x="1255" y="6"/>
                    <a:pt x="1225" y="17"/>
                  </a:cubicBezTo>
                  <a:lnTo>
                    <a:pt x="561" y="250"/>
                  </a:lnTo>
                  <a:cubicBezTo>
                    <a:pt x="223" y="370"/>
                    <a:pt x="0" y="686"/>
                    <a:pt x="0" y="1039"/>
                  </a:cubicBezTo>
                  <a:lnTo>
                    <a:pt x="0" y="2457"/>
                  </a:lnTo>
                  <a:cubicBezTo>
                    <a:pt x="0" y="2609"/>
                    <a:pt x="127" y="2721"/>
                    <a:pt x="266" y="2721"/>
                  </a:cubicBezTo>
                  <a:cubicBezTo>
                    <a:pt x="307" y="2721"/>
                    <a:pt x="349" y="2712"/>
                    <a:pt x="390" y="2690"/>
                  </a:cubicBezTo>
                  <a:lnTo>
                    <a:pt x="1293" y="2218"/>
                  </a:lnTo>
                  <a:cubicBezTo>
                    <a:pt x="1469" y="2119"/>
                    <a:pt x="1578" y="1937"/>
                    <a:pt x="1578" y="1735"/>
                  </a:cubicBezTo>
                  <a:lnTo>
                    <a:pt x="1578" y="266"/>
                  </a:lnTo>
                  <a:cubicBezTo>
                    <a:pt x="1578" y="115"/>
                    <a:pt x="1454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65"/>
            <p:cNvSpPr/>
            <p:nvPr/>
          </p:nvSpPr>
          <p:spPr>
            <a:xfrm>
              <a:off x="4340325" y="2008775"/>
              <a:ext cx="42050" cy="70450"/>
            </a:xfrm>
            <a:custGeom>
              <a:avLst/>
              <a:gdLst/>
              <a:ahLst/>
              <a:cxnLst/>
              <a:rect l="l" t="t" r="r" b="b"/>
              <a:pathLst>
                <a:path w="1682" h="2818" extrusionOk="0">
                  <a:moveTo>
                    <a:pt x="1366" y="92"/>
                  </a:moveTo>
                  <a:lnTo>
                    <a:pt x="1366" y="97"/>
                  </a:lnTo>
                  <a:cubicBezTo>
                    <a:pt x="1485" y="97"/>
                    <a:pt x="1578" y="195"/>
                    <a:pt x="1578" y="315"/>
                  </a:cubicBezTo>
                  <a:lnTo>
                    <a:pt x="1578" y="1789"/>
                  </a:lnTo>
                  <a:cubicBezTo>
                    <a:pt x="1578" y="1971"/>
                    <a:pt x="1480" y="2137"/>
                    <a:pt x="1319" y="2225"/>
                  </a:cubicBezTo>
                  <a:lnTo>
                    <a:pt x="421" y="2698"/>
                  </a:lnTo>
                  <a:cubicBezTo>
                    <a:pt x="389" y="2715"/>
                    <a:pt x="355" y="2723"/>
                    <a:pt x="320" y="2723"/>
                  </a:cubicBezTo>
                  <a:cubicBezTo>
                    <a:pt x="281" y="2723"/>
                    <a:pt x="241" y="2712"/>
                    <a:pt x="208" y="2693"/>
                  </a:cubicBezTo>
                  <a:cubicBezTo>
                    <a:pt x="140" y="2651"/>
                    <a:pt x="99" y="2584"/>
                    <a:pt x="99" y="2506"/>
                  </a:cubicBezTo>
                  <a:lnTo>
                    <a:pt x="99" y="1088"/>
                  </a:lnTo>
                  <a:cubicBezTo>
                    <a:pt x="99" y="756"/>
                    <a:pt x="312" y="455"/>
                    <a:pt x="628" y="346"/>
                  </a:cubicBezTo>
                  <a:lnTo>
                    <a:pt x="1293" y="107"/>
                  </a:lnTo>
                  <a:cubicBezTo>
                    <a:pt x="1319" y="97"/>
                    <a:pt x="1340" y="92"/>
                    <a:pt x="1366" y="92"/>
                  </a:cubicBezTo>
                  <a:close/>
                  <a:moveTo>
                    <a:pt x="1367" y="0"/>
                  </a:moveTo>
                  <a:cubicBezTo>
                    <a:pt x="1332" y="0"/>
                    <a:pt x="1297" y="6"/>
                    <a:pt x="1262" y="19"/>
                  </a:cubicBezTo>
                  <a:lnTo>
                    <a:pt x="592" y="252"/>
                  </a:lnTo>
                  <a:cubicBezTo>
                    <a:pt x="239" y="377"/>
                    <a:pt x="5" y="715"/>
                    <a:pt x="0" y="1088"/>
                  </a:cubicBezTo>
                  <a:lnTo>
                    <a:pt x="0" y="2506"/>
                  </a:lnTo>
                  <a:cubicBezTo>
                    <a:pt x="5" y="2677"/>
                    <a:pt x="146" y="2817"/>
                    <a:pt x="317" y="2817"/>
                  </a:cubicBezTo>
                  <a:cubicBezTo>
                    <a:pt x="369" y="2817"/>
                    <a:pt x="421" y="2807"/>
                    <a:pt x="462" y="2781"/>
                  </a:cubicBezTo>
                  <a:lnTo>
                    <a:pt x="1366" y="2303"/>
                  </a:lnTo>
                  <a:cubicBezTo>
                    <a:pt x="1558" y="2205"/>
                    <a:pt x="1677" y="2002"/>
                    <a:pt x="1677" y="1784"/>
                  </a:cubicBezTo>
                  <a:lnTo>
                    <a:pt x="1677" y="315"/>
                  </a:lnTo>
                  <a:cubicBezTo>
                    <a:pt x="1681" y="134"/>
                    <a:pt x="1533" y="0"/>
                    <a:pt x="1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65"/>
            <p:cNvSpPr/>
            <p:nvPr/>
          </p:nvSpPr>
          <p:spPr>
            <a:xfrm>
              <a:off x="4329425" y="2089700"/>
              <a:ext cx="368375" cy="275700"/>
            </a:xfrm>
            <a:custGeom>
              <a:avLst/>
              <a:gdLst/>
              <a:ahLst/>
              <a:cxnLst/>
              <a:rect l="l" t="t" r="r" b="b"/>
              <a:pathLst>
                <a:path w="14735" h="11028" extrusionOk="0">
                  <a:moveTo>
                    <a:pt x="800" y="1"/>
                  </a:moveTo>
                  <a:cubicBezTo>
                    <a:pt x="654" y="1340"/>
                    <a:pt x="602" y="2690"/>
                    <a:pt x="644" y="4040"/>
                  </a:cubicBezTo>
                  <a:cubicBezTo>
                    <a:pt x="753" y="6890"/>
                    <a:pt x="1334" y="8749"/>
                    <a:pt x="2383" y="9569"/>
                  </a:cubicBezTo>
                  <a:cubicBezTo>
                    <a:pt x="2778" y="9877"/>
                    <a:pt x="3238" y="10032"/>
                    <a:pt x="3759" y="10032"/>
                  </a:cubicBezTo>
                  <a:cubicBezTo>
                    <a:pt x="4150" y="10032"/>
                    <a:pt x="4575" y="9945"/>
                    <a:pt x="5031" y="9771"/>
                  </a:cubicBezTo>
                  <a:cubicBezTo>
                    <a:pt x="9215" y="8174"/>
                    <a:pt x="12735" y="7177"/>
                    <a:pt x="14040" y="7177"/>
                  </a:cubicBezTo>
                  <a:cubicBezTo>
                    <a:pt x="14317" y="7177"/>
                    <a:pt x="14495" y="7222"/>
                    <a:pt x="14558" y="7316"/>
                  </a:cubicBezTo>
                  <a:cubicBezTo>
                    <a:pt x="14641" y="7446"/>
                    <a:pt x="14475" y="7669"/>
                    <a:pt x="14324" y="7835"/>
                  </a:cubicBezTo>
                  <a:cubicBezTo>
                    <a:pt x="12808" y="9470"/>
                    <a:pt x="9641" y="10924"/>
                    <a:pt x="9605" y="10940"/>
                  </a:cubicBezTo>
                  <a:lnTo>
                    <a:pt x="9646" y="11028"/>
                  </a:lnTo>
                  <a:cubicBezTo>
                    <a:pt x="9677" y="11012"/>
                    <a:pt x="12870" y="9548"/>
                    <a:pt x="14397" y="7897"/>
                  </a:cubicBezTo>
                  <a:cubicBezTo>
                    <a:pt x="14656" y="7612"/>
                    <a:pt x="14734" y="7404"/>
                    <a:pt x="14641" y="7259"/>
                  </a:cubicBezTo>
                  <a:cubicBezTo>
                    <a:pt x="14560" y="7140"/>
                    <a:pt x="14346" y="7085"/>
                    <a:pt x="14026" y="7085"/>
                  </a:cubicBezTo>
                  <a:cubicBezTo>
                    <a:pt x="12503" y="7085"/>
                    <a:pt x="8565" y="8318"/>
                    <a:pt x="5000" y="9678"/>
                  </a:cubicBezTo>
                  <a:cubicBezTo>
                    <a:pt x="4554" y="9848"/>
                    <a:pt x="4139" y="9934"/>
                    <a:pt x="3759" y="9934"/>
                  </a:cubicBezTo>
                  <a:cubicBezTo>
                    <a:pt x="3259" y="9934"/>
                    <a:pt x="2818" y="9786"/>
                    <a:pt x="2440" y="9491"/>
                  </a:cubicBezTo>
                  <a:cubicBezTo>
                    <a:pt x="0" y="7581"/>
                    <a:pt x="888" y="89"/>
                    <a:pt x="893" y="16"/>
                  </a:cubicBezTo>
                  <a:lnTo>
                    <a:pt x="8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65"/>
            <p:cNvSpPr/>
            <p:nvPr/>
          </p:nvSpPr>
          <p:spPr>
            <a:xfrm>
              <a:off x="4314100" y="2357325"/>
              <a:ext cx="313475" cy="143350"/>
            </a:xfrm>
            <a:custGeom>
              <a:avLst/>
              <a:gdLst/>
              <a:ahLst/>
              <a:cxnLst/>
              <a:rect l="l" t="t" r="r" b="b"/>
              <a:pathLst>
                <a:path w="12539" h="5734" extrusionOk="0">
                  <a:moveTo>
                    <a:pt x="8146" y="0"/>
                  </a:moveTo>
                  <a:cubicBezTo>
                    <a:pt x="8096" y="0"/>
                    <a:pt x="8046" y="11"/>
                    <a:pt x="8001" y="32"/>
                  </a:cubicBezTo>
                  <a:lnTo>
                    <a:pt x="494" y="2991"/>
                  </a:lnTo>
                  <a:cubicBezTo>
                    <a:pt x="213" y="3121"/>
                    <a:pt x="0" y="3708"/>
                    <a:pt x="442" y="3973"/>
                  </a:cubicBezTo>
                  <a:lnTo>
                    <a:pt x="4413" y="5707"/>
                  </a:lnTo>
                  <a:cubicBezTo>
                    <a:pt x="4459" y="5724"/>
                    <a:pt x="4505" y="5733"/>
                    <a:pt x="4551" y="5733"/>
                  </a:cubicBezTo>
                  <a:cubicBezTo>
                    <a:pt x="4601" y="5733"/>
                    <a:pt x="4651" y="5723"/>
                    <a:pt x="4699" y="5701"/>
                  </a:cubicBezTo>
                  <a:lnTo>
                    <a:pt x="12050" y="2373"/>
                  </a:lnTo>
                  <a:cubicBezTo>
                    <a:pt x="12538" y="2187"/>
                    <a:pt x="12481" y="1377"/>
                    <a:pt x="12196" y="1262"/>
                  </a:cubicBezTo>
                  <a:lnTo>
                    <a:pt x="8281" y="27"/>
                  </a:lnTo>
                  <a:cubicBezTo>
                    <a:pt x="8239" y="9"/>
                    <a:pt x="8192" y="0"/>
                    <a:pt x="81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65"/>
            <p:cNvSpPr/>
            <p:nvPr/>
          </p:nvSpPr>
          <p:spPr>
            <a:xfrm>
              <a:off x="4314100" y="2357075"/>
              <a:ext cx="313475" cy="143825"/>
            </a:xfrm>
            <a:custGeom>
              <a:avLst/>
              <a:gdLst/>
              <a:ahLst/>
              <a:cxnLst/>
              <a:rect l="l" t="t" r="r" b="b"/>
              <a:pathLst>
                <a:path w="12539" h="5753" extrusionOk="0">
                  <a:moveTo>
                    <a:pt x="4413" y="5717"/>
                  </a:moveTo>
                  <a:lnTo>
                    <a:pt x="442" y="3983"/>
                  </a:lnTo>
                  <a:cubicBezTo>
                    <a:pt x="0" y="3718"/>
                    <a:pt x="213" y="3131"/>
                    <a:pt x="494" y="3001"/>
                  </a:cubicBezTo>
                  <a:lnTo>
                    <a:pt x="8001" y="42"/>
                  </a:lnTo>
                  <a:cubicBezTo>
                    <a:pt x="8089" y="1"/>
                    <a:pt x="8193" y="1"/>
                    <a:pt x="8281" y="37"/>
                  </a:cubicBezTo>
                  <a:lnTo>
                    <a:pt x="12196" y="1272"/>
                  </a:lnTo>
                  <a:cubicBezTo>
                    <a:pt x="12481" y="1387"/>
                    <a:pt x="12538" y="2197"/>
                    <a:pt x="12050" y="2383"/>
                  </a:cubicBezTo>
                  <a:lnTo>
                    <a:pt x="4699" y="5711"/>
                  </a:lnTo>
                  <a:cubicBezTo>
                    <a:pt x="4606" y="5753"/>
                    <a:pt x="4507" y="5753"/>
                    <a:pt x="4413" y="5717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50000">
                  <a:schemeClr val="accent3"/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65"/>
            <p:cNvSpPr/>
            <p:nvPr/>
          </p:nvSpPr>
          <p:spPr>
            <a:xfrm>
              <a:off x="4317350" y="2356050"/>
              <a:ext cx="308525" cy="145900"/>
            </a:xfrm>
            <a:custGeom>
              <a:avLst/>
              <a:gdLst/>
              <a:ahLst/>
              <a:cxnLst/>
              <a:rect l="l" t="t" r="r" b="b"/>
              <a:pathLst>
                <a:path w="12341" h="5836" extrusionOk="0">
                  <a:moveTo>
                    <a:pt x="8019" y="97"/>
                  </a:moveTo>
                  <a:cubicBezTo>
                    <a:pt x="8060" y="97"/>
                    <a:pt x="8102" y="106"/>
                    <a:pt x="8141" y="125"/>
                  </a:cubicBezTo>
                  <a:lnTo>
                    <a:pt x="12050" y="1355"/>
                  </a:lnTo>
                  <a:cubicBezTo>
                    <a:pt x="12164" y="1402"/>
                    <a:pt x="12237" y="1594"/>
                    <a:pt x="12237" y="1812"/>
                  </a:cubicBezTo>
                  <a:cubicBezTo>
                    <a:pt x="12237" y="1916"/>
                    <a:pt x="12211" y="2264"/>
                    <a:pt x="11905" y="2378"/>
                  </a:cubicBezTo>
                  <a:lnTo>
                    <a:pt x="4548" y="5711"/>
                  </a:lnTo>
                  <a:cubicBezTo>
                    <a:pt x="4509" y="5728"/>
                    <a:pt x="4465" y="5737"/>
                    <a:pt x="4421" y="5737"/>
                  </a:cubicBezTo>
                  <a:cubicBezTo>
                    <a:pt x="4383" y="5737"/>
                    <a:pt x="4345" y="5730"/>
                    <a:pt x="4309" y="5716"/>
                  </a:cubicBezTo>
                  <a:lnTo>
                    <a:pt x="343" y="3982"/>
                  </a:lnTo>
                  <a:cubicBezTo>
                    <a:pt x="187" y="3894"/>
                    <a:pt x="99" y="3728"/>
                    <a:pt x="114" y="3551"/>
                  </a:cubicBezTo>
                  <a:cubicBezTo>
                    <a:pt x="125" y="3359"/>
                    <a:pt x="244" y="3157"/>
                    <a:pt x="384" y="3089"/>
                  </a:cubicBezTo>
                  <a:lnTo>
                    <a:pt x="7897" y="125"/>
                  </a:lnTo>
                  <a:cubicBezTo>
                    <a:pt x="7936" y="106"/>
                    <a:pt x="7977" y="97"/>
                    <a:pt x="8019" y="97"/>
                  </a:cubicBezTo>
                  <a:close/>
                  <a:moveTo>
                    <a:pt x="8021" y="1"/>
                  </a:moveTo>
                  <a:cubicBezTo>
                    <a:pt x="7965" y="1"/>
                    <a:pt x="7909" y="12"/>
                    <a:pt x="7855" y="36"/>
                  </a:cubicBezTo>
                  <a:lnTo>
                    <a:pt x="348" y="3001"/>
                  </a:lnTo>
                  <a:cubicBezTo>
                    <a:pt x="172" y="3084"/>
                    <a:pt x="31" y="3317"/>
                    <a:pt x="16" y="3551"/>
                  </a:cubicBezTo>
                  <a:cubicBezTo>
                    <a:pt x="0" y="3764"/>
                    <a:pt x="109" y="3966"/>
                    <a:pt x="296" y="4070"/>
                  </a:cubicBezTo>
                  <a:lnTo>
                    <a:pt x="4273" y="5804"/>
                  </a:lnTo>
                  <a:cubicBezTo>
                    <a:pt x="4320" y="5825"/>
                    <a:pt x="4372" y="5835"/>
                    <a:pt x="4424" y="5835"/>
                  </a:cubicBezTo>
                  <a:cubicBezTo>
                    <a:pt x="4481" y="5835"/>
                    <a:pt x="4538" y="5820"/>
                    <a:pt x="4590" y="5799"/>
                  </a:cubicBezTo>
                  <a:lnTo>
                    <a:pt x="11941" y="2471"/>
                  </a:lnTo>
                  <a:cubicBezTo>
                    <a:pt x="12227" y="2362"/>
                    <a:pt x="12331" y="2061"/>
                    <a:pt x="12336" y="1812"/>
                  </a:cubicBezTo>
                  <a:cubicBezTo>
                    <a:pt x="12341" y="1552"/>
                    <a:pt x="12237" y="1329"/>
                    <a:pt x="12087" y="1267"/>
                  </a:cubicBezTo>
                  <a:lnTo>
                    <a:pt x="8177" y="31"/>
                  </a:lnTo>
                  <a:cubicBezTo>
                    <a:pt x="8127" y="11"/>
                    <a:pt x="8074" y="1"/>
                    <a:pt x="8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65"/>
            <p:cNvSpPr/>
            <p:nvPr/>
          </p:nvSpPr>
          <p:spPr>
            <a:xfrm>
              <a:off x="4321875" y="2345900"/>
              <a:ext cx="301800" cy="141250"/>
            </a:xfrm>
            <a:custGeom>
              <a:avLst/>
              <a:gdLst/>
              <a:ahLst/>
              <a:cxnLst/>
              <a:rect l="l" t="t" r="r" b="b"/>
              <a:pathLst>
                <a:path w="12072" h="5650" extrusionOk="0">
                  <a:moveTo>
                    <a:pt x="7847" y="0"/>
                  </a:moveTo>
                  <a:cubicBezTo>
                    <a:pt x="7732" y="0"/>
                    <a:pt x="7616" y="25"/>
                    <a:pt x="7508" y="74"/>
                  </a:cubicBezTo>
                  <a:lnTo>
                    <a:pt x="287" y="3355"/>
                  </a:lnTo>
                  <a:cubicBezTo>
                    <a:pt x="1" y="3485"/>
                    <a:pt x="11" y="3890"/>
                    <a:pt x="297" y="4004"/>
                  </a:cubicBezTo>
                  <a:lnTo>
                    <a:pt x="3905" y="5587"/>
                  </a:lnTo>
                  <a:cubicBezTo>
                    <a:pt x="4008" y="5629"/>
                    <a:pt x="4118" y="5650"/>
                    <a:pt x="4228" y="5650"/>
                  </a:cubicBezTo>
                  <a:cubicBezTo>
                    <a:pt x="4352" y="5650"/>
                    <a:pt x="4475" y="5624"/>
                    <a:pt x="4590" y="5572"/>
                  </a:cubicBezTo>
                  <a:lnTo>
                    <a:pt x="11791" y="2296"/>
                  </a:lnTo>
                  <a:cubicBezTo>
                    <a:pt x="12072" y="2166"/>
                    <a:pt x="12066" y="1766"/>
                    <a:pt x="11786" y="1652"/>
                  </a:cubicBezTo>
                  <a:lnTo>
                    <a:pt x="8157" y="63"/>
                  </a:lnTo>
                  <a:cubicBezTo>
                    <a:pt x="8058" y="21"/>
                    <a:pt x="7952" y="0"/>
                    <a:pt x="7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65"/>
            <p:cNvSpPr/>
            <p:nvPr/>
          </p:nvSpPr>
          <p:spPr>
            <a:xfrm>
              <a:off x="4320600" y="2344750"/>
              <a:ext cx="304500" cy="143700"/>
            </a:xfrm>
            <a:custGeom>
              <a:avLst/>
              <a:gdLst/>
              <a:ahLst/>
              <a:cxnLst/>
              <a:rect l="l" t="t" r="r" b="b"/>
              <a:pathLst>
                <a:path w="12180" h="5748" extrusionOk="0">
                  <a:moveTo>
                    <a:pt x="7896" y="97"/>
                  </a:moveTo>
                  <a:cubicBezTo>
                    <a:pt x="7994" y="97"/>
                    <a:pt x="8093" y="116"/>
                    <a:pt x="8187" y="156"/>
                  </a:cubicBezTo>
                  <a:lnTo>
                    <a:pt x="11811" y="1745"/>
                  </a:lnTo>
                  <a:cubicBezTo>
                    <a:pt x="12055" y="1843"/>
                    <a:pt x="12066" y="2191"/>
                    <a:pt x="11822" y="2300"/>
                  </a:cubicBezTo>
                  <a:lnTo>
                    <a:pt x="4615" y="5576"/>
                  </a:lnTo>
                  <a:cubicBezTo>
                    <a:pt x="4510" y="5625"/>
                    <a:pt x="4396" y="5650"/>
                    <a:pt x="4282" y="5650"/>
                  </a:cubicBezTo>
                  <a:cubicBezTo>
                    <a:pt x="4178" y="5650"/>
                    <a:pt x="4074" y="5629"/>
                    <a:pt x="3977" y="5587"/>
                  </a:cubicBezTo>
                  <a:lnTo>
                    <a:pt x="363" y="4008"/>
                  </a:lnTo>
                  <a:cubicBezTo>
                    <a:pt x="119" y="3904"/>
                    <a:pt x="114" y="3557"/>
                    <a:pt x="358" y="3448"/>
                  </a:cubicBezTo>
                  <a:lnTo>
                    <a:pt x="7580" y="166"/>
                  </a:lnTo>
                  <a:cubicBezTo>
                    <a:pt x="7680" y="120"/>
                    <a:pt x="7788" y="97"/>
                    <a:pt x="7896" y="97"/>
                  </a:cubicBezTo>
                  <a:close/>
                  <a:moveTo>
                    <a:pt x="7901" y="0"/>
                  </a:moveTo>
                  <a:cubicBezTo>
                    <a:pt x="7777" y="0"/>
                    <a:pt x="7653" y="26"/>
                    <a:pt x="7538" y="78"/>
                  </a:cubicBezTo>
                  <a:lnTo>
                    <a:pt x="317" y="3359"/>
                  </a:lnTo>
                  <a:cubicBezTo>
                    <a:pt x="0" y="3505"/>
                    <a:pt x="5" y="3962"/>
                    <a:pt x="332" y="4097"/>
                  </a:cubicBezTo>
                  <a:lnTo>
                    <a:pt x="3935" y="5680"/>
                  </a:lnTo>
                  <a:cubicBezTo>
                    <a:pt x="4050" y="5722"/>
                    <a:pt x="4164" y="5747"/>
                    <a:pt x="4283" y="5747"/>
                  </a:cubicBezTo>
                  <a:cubicBezTo>
                    <a:pt x="4413" y="5747"/>
                    <a:pt x="4543" y="5716"/>
                    <a:pt x="4657" y="5664"/>
                  </a:cubicBezTo>
                  <a:lnTo>
                    <a:pt x="11863" y="2388"/>
                  </a:lnTo>
                  <a:cubicBezTo>
                    <a:pt x="12180" y="2243"/>
                    <a:pt x="12175" y="1791"/>
                    <a:pt x="11853" y="1656"/>
                  </a:cubicBezTo>
                  <a:lnTo>
                    <a:pt x="8224" y="63"/>
                  </a:lnTo>
                  <a:cubicBezTo>
                    <a:pt x="8121" y="21"/>
                    <a:pt x="8011" y="0"/>
                    <a:pt x="7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65"/>
            <p:cNvSpPr/>
            <p:nvPr/>
          </p:nvSpPr>
          <p:spPr>
            <a:xfrm>
              <a:off x="4333825" y="2361425"/>
              <a:ext cx="252600" cy="116825"/>
            </a:xfrm>
            <a:custGeom>
              <a:avLst/>
              <a:gdLst/>
              <a:ahLst/>
              <a:cxnLst/>
              <a:rect l="l" t="t" r="r" b="b"/>
              <a:pathLst>
                <a:path w="10104" h="4673" extrusionOk="0">
                  <a:moveTo>
                    <a:pt x="6459" y="0"/>
                  </a:moveTo>
                  <a:cubicBezTo>
                    <a:pt x="6424" y="0"/>
                    <a:pt x="6389" y="8"/>
                    <a:pt x="6355" y="24"/>
                  </a:cubicBezTo>
                  <a:lnTo>
                    <a:pt x="483" y="2682"/>
                  </a:lnTo>
                  <a:cubicBezTo>
                    <a:pt x="47" y="2931"/>
                    <a:pt x="1" y="3004"/>
                    <a:pt x="494" y="3263"/>
                  </a:cubicBezTo>
                  <a:lnTo>
                    <a:pt x="3536" y="4613"/>
                  </a:lnTo>
                  <a:cubicBezTo>
                    <a:pt x="3630" y="4653"/>
                    <a:pt x="3730" y="4672"/>
                    <a:pt x="3831" y="4672"/>
                  </a:cubicBezTo>
                  <a:cubicBezTo>
                    <a:pt x="3941" y="4672"/>
                    <a:pt x="4051" y="4649"/>
                    <a:pt x="4154" y="4603"/>
                  </a:cubicBezTo>
                  <a:lnTo>
                    <a:pt x="9891" y="2007"/>
                  </a:lnTo>
                  <a:cubicBezTo>
                    <a:pt x="10104" y="1919"/>
                    <a:pt x="10098" y="1612"/>
                    <a:pt x="9886" y="1529"/>
                  </a:cubicBezTo>
                  <a:lnTo>
                    <a:pt x="6563" y="24"/>
                  </a:lnTo>
                  <a:cubicBezTo>
                    <a:pt x="6529" y="8"/>
                    <a:pt x="6494" y="0"/>
                    <a:pt x="6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65"/>
            <p:cNvSpPr/>
            <p:nvPr/>
          </p:nvSpPr>
          <p:spPr>
            <a:xfrm>
              <a:off x="4523975" y="2361825"/>
              <a:ext cx="47400" cy="22400"/>
            </a:xfrm>
            <a:custGeom>
              <a:avLst/>
              <a:gdLst/>
              <a:ahLst/>
              <a:cxnLst/>
              <a:rect l="l" t="t" r="r" b="b"/>
              <a:pathLst>
                <a:path w="1896" h="896" extrusionOk="0">
                  <a:moveTo>
                    <a:pt x="73" y="0"/>
                  </a:moveTo>
                  <a:cubicBezTo>
                    <a:pt x="26" y="0"/>
                    <a:pt x="1" y="78"/>
                    <a:pt x="63" y="96"/>
                  </a:cubicBezTo>
                  <a:lnTo>
                    <a:pt x="1818" y="890"/>
                  </a:lnTo>
                  <a:cubicBezTo>
                    <a:pt x="1823" y="890"/>
                    <a:pt x="1833" y="896"/>
                    <a:pt x="1838" y="896"/>
                  </a:cubicBezTo>
                  <a:cubicBezTo>
                    <a:pt x="1859" y="896"/>
                    <a:pt x="1875" y="880"/>
                    <a:pt x="1885" y="864"/>
                  </a:cubicBezTo>
                  <a:cubicBezTo>
                    <a:pt x="1895" y="838"/>
                    <a:pt x="1885" y="813"/>
                    <a:pt x="1859" y="802"/>
                  </a:cubicBezTo>
                  <a:lnTo>
                    <a:pt x="99" y="8"/>
                  </a:ln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4561875" y="2356000"/>
              <a:ext cx="24750" cy="10175"/>
            </a:xfrm>
            <a:custGeom>
              <a:avLst/>
              <a:gdLst/>
              <a:ahLst/>
              <a:cxnLst/>
              <a:rect l="l" t="t" r="r" b="b"/>
              <a:pathLst>
                <a:path w="990" h="407" extrusionOk="0">
                  <a:moveTo>
                    <a:pt x="740" y="0"/>
                  </a:moveTo>
                  <a:cubicBezTo>
                    <a:pt x="690" y="0"/>
                    <a:pt x="649" y="7"/>
                    <a:pt x="649" y="7"/>
                  </a:cubicBezTo>
                  <a:cubicBezTo>
                    <a:pt x="426" y="69"/>
                    <a:pt x="0" y="199"/>
                    <a:pt x="0" y="199"/>
                  </a:cubicBezTo>
                  <a:lnTo>
                    <a:pt x="509" y="407"/>
                  </a:lnTo>
                  <a:lnTo>
                    <a:pt x="919" y="199"/>
                  </a:lnTo>
                  <a:cubicBezTo>
                    <a:pt x="989" y="29"/>
                    <a:pt x="844" y="0"/>
                    <a:pt x="7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4560325" y="2354775"/>
              <a:ext cx="26500" cy="12700"/>
            </a:xfrm>
            <a:custGeom>
              <a:avLst/>
              <a:gdLst/>
              <a:ahLst/>
              <a:cxnLst/>
              <a:rect l="l" t="t" r="r" b="b"/>
              <a:pathLst>
                <a:path w="1060" h="508" extrusionOk="0">
                  <a:moveTo>
                    <a:pt x="807" y="96"/>
                  </a:moveTo>
                  <a:cubicBezTo>
                    <a:pt x="863" y="96"/>
                    <a:pt x="922" y="105"/>
                    <a:pt x="945" y="134"/>
                  </a:cubicBezTo>
                  <a:cubicBezTo>
                    <a:pt x="961" y="160"/>
                    <a:pt x="961" y="191"/>
                    <a:pt x="945" y="217"/>
                  </a:cubicBezTo>
                  <a:lnTo>
                    <a:pt x="571" y="409"/>
                  </a:lnTo>
                  <a:lnTo>
                    <a:pt x="203" y="259"/>
                  </a:lnTo>
                  <a:cubicBezTo>
                    <a:pt x="353" y="212"/>
                    <a:pt x="582" y="144"/>
                    <a:pt x="722" y="103"/>
                  </a:cubicBezTo>
                  <a:cubicBezTo>
                    <a:pt x="743" y="99"/>
                    <a:pt x="774" y="96"/>
                    <a:pt x="807" y="96"/>
                  </a:cubicBezTo>
                  <a:close/>
                  <a:moveTo>
                    <a:pt x="804" y="1"/>
                  </a:moveTo>
                  <a:cubicBezTo>
                    <a:pt x="752" y="1"/>
                    <a:pt x="709" y="7"/>
                    <a:pt x="696" y="9"/>
                  </a:cubicBezTo>
                  <a:cubicBezTo>
                    <a:pt x="478" y="72"/>
                    <a:pt x="52" y="202"/>
                    <a:pt x="47" y="202"/>
                  </a:cubicBezTo>
                  <a:cubicBezTo>
                    <a:pt x="0" y="217"/>
                    <a:pt x="0" y="279"/>
                    <a:pt x="42" y="295"/>
                  </a:cubicBezTo>
                  <a:lnTo>
                    <a:pt x="556" y="508"/>
                  </a:lnTo>
                  <a:lnTo>
                    <a:pt x="571" y="508"/>
                  </a:lnTo>
                  <a:cubicBezTo>
                    <a:pt x="576" y="508"/>
                    <a:pt x="587" y="508"/>
                    <a:pt x="592" y="503"/>
                  </a:cubicBezTo>
                  <a:lnTo>
                    <a:pt x="1002" y="295"/>
                  </a:lnTo>
                  <a:cubicBezTo>
                    <a:pt x="1012" y="290"/>
                    <a:pt x="1023" y="279"/>
                    <a:pt x="1028" y="269"/>
                  </a:cubicBezTo>
                  <a:cubicBezTo>
                    <a:pt x="1059" y="207"/>
                    <a:pt x="1054" y="129"/>
                    <a:pt x="1018" y="72"/>
                  </a:cubicBezTo>
                  <a:cubicBezTo>
                    <a:pt x="969" y="14"/>
                    <a:pt x="877" y="1"/>
                    <a:pt x="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65"/>
            <p:cNvSpPr/>
            <p:nvPr/>
          </p:nvSpPr>
          <p:spPr>
            <a:xfrm>
              <a:off x="4345375" y="2364600"/>
              <a:ext cx="233925" cy="108400"/>
            </a:xfrm>
            <a:custGeom>
              <a:avLst/>
              <a:gdLst/>
              <a:ahLst/>
              <a:cxnLst/>
              <a:rect l="l" t="t" r="r" b="b"/>
              <a:pathLst>
                <a:path w="9357" h="4336" extrusionOk="0">
                  <a:moveTo>
                    <a:pt x="6111" y="27"/>
                  </a:moveTo>
                  <a:cubicBezTo>
                    <a:pt x="6049" y="1"/>
                    <a:pt x="5976" y="1"/>
                    <a:pt x="5914" y="27"/>
                  </a:cubicBezTo>
                  <a:lnTo>
                    <a:pt x="240" y="2487"/>
                  </a:lnTo>
                  <a:cubicBezTo>
                    <a:pt x="1" y="2596"/>
                    <a:pt x="11" y="2934"/>
                    <a:pt x="250" y="3038"/>
                  </a:cubicBezTo>
                  <a:lnTo>
                    <a:pt x="2898" y="4258"/>
                  </a:lnTo>
                  <a:cubicBezTo>
                    <a:pt x="3079" y="4336"/>
                    <a:pt x="3292" y="4330"/>
                    <a:pt x="3474" y="4247"/>
                  </a:cubicBezTo>
                  <a:lnTo>
                    <a:pt x="9242" y="1740"/>
                  </a:lnTo>
                  <a:cubicBezTo>
                    <a:pt x="9356" y="1693"/>
                    <a:pt x="9351" y="1527"/>
                    <a:pt x="9237" y="148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8" name="Google Shape;2548;p65"/>
          <p:cNvGrpSpPr/>
          <p:nvPr/>
        </p:nvGrpSpPr>
        <p:grpSpPr>
          <a:xfrm>
            <a:off x="7675514" y="2744739"/>
            <a:ext cx="1360369" cy="2307284"/>
            <a:chOff x="5919875" y="1632800"/>
            <a:chExt cx="573850" cy="973250"/>
          </a:xfrm>
        </p:grpSpPr>
        <p:sp>
          <p:nvSpPr>
            <p:cNvPr id="2549" name="Google Shape;2549;p65"/>
            <p:cNvSpPr/>
            <p:nvPr/>
          </p:nvSpPr>
          <p:spPr>
            <a:xfrm>
              <a:off x="5962325" y="2436000"/>
              <a:ext cx="444700" cy="152650"/>
            </a:xfrm>
            <a:custGeom>
              <a:avLst/>
              <a:gdLst/>
              <a:ahLst/>
              <a:cxnLst/>
              <a:rect l="l" t="t" r="r" b="b"/>
              <a:pathLst>
                <a:path w="17788" h="6106" extrusionOk="0">
                  <a:moveTo>
                    <a:pt x="10962" y="1"/>
                  </a:moveTo>
                  <a:cubicBezTo>
                    <a:pt x="10313" y="1"/>
                    <a:pt x="9639" y="28"/>
                    <a:pt x="8951" y="83"/>
                  </a:cubicBezTo>
                  <a:cubicBezTo>
                    <a:pt x="3100" y="550"/>
                    <a:pt x="1" y="1075"/>
                    <a:pt x="1" y="2861"/>
                  </a:cubicBezTo>
                  <a:cubicBezTo>
                    <a:pt x="1" y="4652"/>
                    <a:pt x="3879" y="6105"/>
                    <a:pt x="8660" y="6105"/>
                  </a:cubicBezTo>
                  <a:cubicBezTo>
                    <a:pt x="13437" y="6105"/>
                    <a:pt x="17787" y="4273"/>
                    <a:pt x="17787" y="2482"/>
                  </a:cubicBezTo>
                  <a:cubicBezTo>
                    <a:pt x="17787" y="945"/>
                    <a:pt x="14808" y="1"/>
                    <a:pt x="10962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65"/>
            <p:cNvSpPr/>
            <p:nvPr/>
          </p:nvSpPr>
          <p:spPr>
            <a:xfrm>
              <a:off x="6336400" y="2424825"/>
              <a:ext cx="49725" cy="47150"/>
            </a:xfrm>
            <a:custGeom>
              <a:avLst/>
              <a:gdLst/>
              <a:ahLst/>
              <a:cxnLst/>
              <a:rect l="l" t="t" r="r" b="b"/>
              <a:pathLst>
                <a:path w="1989" h="1886" extrusionOk="0">
                  <a:moveTo>
                    <a:pt x="1101" y="1"/>
                  </a:moveTo>
                  <a:cubicBezTo>
                    <a:pt x="607" y="1"/>
                    <a:pt x="0" y="328"/>
                    <a:pt x="0" y="800"/>
                  </a:cubicBezTo>
                  <a:cubicBezTo>
                    <a:pt x="0" y="1267"/>
                    <a:pt x="337" y="1885"/>
                    <a:pt x="831" y="1885"/>
                  </a:cubicBezTo>
                  <a:cubicBezTo>
                    <a:pt x="1319" y="1885"/>
                    <a:pt x="1988" y="1324"/>
                    <a:pt x="1988" y="852"/>
                  </a:cubicBezTo>
                  <a:cubicBezTo>
                    <a:pt x="1988" y="380"/>
                    <a:pt x="1589" y="1"/>
                    <a:pt x="11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65"/>
            <p:cNvSpPr/>
            <p:nvPr/>
          </p:nvSpPr>
          <p:spPr>
            <a:xfrm>
              <a:off x="6335225" y="2423650"/>
              <a:ext cx="52075" cy="49475"/>
            </a:xfrm>
            <a:custGeom>
              <a:avLst/>
              <a:gdLst/>
              <a:ahLst/>
              <a:cxnLst/>
              <a:rect l="l" t="t" r="r" b="b"/>
              <a:pathLst>
                <a:path w="2083" h="1979" extrusionOk="0">
                  <a:moveTo>
                    <a:pt x="1148" y="94"/>
                  </a:moveTo>
                  <a:cubicBezTo>
                    <a:pt x="1610" y="94"/>
                    <a:pt x="1989" y="458"/>
                    <a:pt x="1989" y="904"/>
                  </a:cubicBezTo>
                  <a:cubicBezTo>
                    <a:pt x="1989" y="1335"/>
                    <a:pt x="1366" y="1885"/>
                    <a:pt x="878" y="1885"/>
                  </a:cubicBezTo>
                  <a:cubicBezTo>
                    <a:pt x="400" y="1885"/>
                    <a:pt x="99" y="1273"/>
                    <a:pt x="99" y="847"/>
                  </a:cubicBezTo>
                  <a:cubicBezTo>
                    <a:pt x="99" y="421"/>
                    <a:pt x="660" y="99"/>
                    <a:pt x="1148" y="99"/>
                  </a:cubicBezTo>
                  <a:lnTo>
                    <a:pt x="1148" y="94"/>
                  </a:lnTo>
                  <a:close/>
                  <a:moveTo>
                    <a:pt x="1148" y="1"/>
                  </a:moveTo>
                  <a:cubicBezTo>
                    <a:pt x="608" y="1"/>
                    <a:pt x="0" y="359"/>
                    <a:pt x="0" y="847"/>
                  </a:cubicBezTo>
                  <a:cubicBezTo>
                    <a:pt x="0" y="1320"/>
                    <a:pt x="333" y="1979"/>
                    <a:pt x="878" y="1979"/>
                  </a:cubicBezTo>
                  <a:cubicBezTo>
                    <a:pt x="1376" y="1979"/>
                    <a:pt x="2082" y="1418"/>
                    <a:pt x="2082" y="904"/>
                  </a:cubicBezTo>
                  <a:cubicBezTo>
                    <a:pt x="2082" y="406"/>
                    <a:pt x="1667" y="1"/>
                    <a:pt x="1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65"/>
            <p:cNvSpPr/>
            <p:nvPr/>
          </p:nvSpPr>
          <p:spPr>
            <a:xfrm>
              <a:off x="6332375" y="2428600"/>
              <a:ext cx="45300" cy="43375"/>
            </a:xfrm>
            <a:custGeom>
              <a:avLst/>
              <a:gdLst/>
              <a:ahLst/>
              <a:cxnLst/>
              <a:rect l="l" t="t" r="r" b="b"/>
              <a:pathLst>
                <a:path w="1812" h="1735" extrusionOk="0">
                  <a:moveTo>
                    <a:pt x="909" y="0"/>
                  </a:moveTo>
                  <a:cubicBezTo>
                    <a:pt x="405" y="0"/>
                    <a:pt x="0" y="389"/>
                    <a:pt x="0" y="867"/>
                  </a:cubicBezTo>
                  <a:cubicBezTo>
                    <a:pt x="0" y="1345"/>
                    <a:pt x="410" y="1734"/>
                    <a:pt x="909" y="1734"/>
                  </a:cubicBezTo>
                  <a:cubicBezTo>
                    <a:pt x="1407" y="1734"/>
                    <a:pt x="1812" y="1345"/>
                    <a:pt x="1812" y="867"/>
                  </a:cubicBezTo>
                  <a:cubicBezTo>
                    <a:pt x="1812" y="384"/>
                    <a:pt x="1407" y="0"/>
                    <a:pt x="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65"/>
            <p:cNvSpPr/>
            <p:nvPr/>
          </p:nvSpPr>
          <p:spPr>
            <a:xfrm>
              <a:off x="6331200" y="2427300"/>
              <a:ext cx="47650" cy="45825"/>
            </a:xfrm>
            <a:custGeom>
              <a:avLst/>
              <a:gdLst/>
              <a:ahLst/>
              <a:cxnLst/>
              <a:rect l="l" t="t" r="r" b="b"/>
              <a:pathLst>
                <a:path w="1906" h="1833" extrusionOk="0">
                  <a:moveTo>
                    <a:pt x="956" y="99"/>
                  </a:moveTo>
                  <a:cubicBezTo>
                    <a:pt x="1423" y="99"/>
                    <a:pt x="1807" y="467"/>
                    <a:pt x="1807" y="919"/>
                  </a:cubicBezTo>
                  <a:cubicBezTo>
                    <a:pt x="1807" y="1371"/>
                    <a:pt x="1428" y="1734"/>
                    <a:pt x="956" y="1734"/>
                  </a:cubicBezTo>
                  <a:cubicBezTo>
                    <a:pt x="483" y="1734"/>
                    <a:pt x="99" y="1371"/>
                    <a:pt x="99" y="919"/>
                  </a:cubicBezTo>
                  <a:cubicBezTo>
                    <a:pt x="99" y="467"/>
                    <a:pt x="483" y="99"/>
                    <a:pt x="956" y="99"/>
                  </a:cubicBezTo>
                  <a:close/>
                  <a:moveTo>
                    <a:pt x="956" y="0"/>
                  </a:moveTo>
                  <a:cubicBezTo>
                    <a:pt x="431" y="0"/>
                    <a:pt x="0" y="410"/>
                    <a:pt x="0" y="919"/>
                  </a:cubicBezTo>
                  <a:cubicBezTo>
                    <a:pt x="0" y="1423"/>
                    <a:pt x="431" y="1833"/>
                    <a:pt x="956" y="1833"/>
                  </a:cubicBezTo>
                  <a:cubicBezTo>
                    <a:pt x="1480" y="1833"/>
                    <a:pt x="1906" y="1423"/>
                    <a:pt x="1906" y="919"/>
                  </a:cubicBezTo>
                  <a:cubicBezTo>
                    <a:pt x="1906" y="410"/>
                    <a:pt x="148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65"/>
            <p:cNvSpPr/>
            <p:nvPr/>
          </p:nvSpPr>
          <p:spPr>
            <a:xfrm>
              <a:off x="5959725" y="2459075"/>
              <a:ext cx="40925" cy="49100"/>
            </a:xfrm>
            <a:custGeom>
              <a:avLst/>
              <a:gdLst/>
              <a:ahLst/>
              <a:cxnLst/>
              <a:rect l="l" t="t" r="r" b="b"/>
              <a:pathLst>
                <a:path w="1637" h="1964" extrusionOk="0">
                  <a:moveTo>
                    <a:pt x="1283" y="1"/>
                  </a:moveTo>
                  <a:cubicBezTo>
                    <a:pt x="1281" y="1"/>
                    <a:pt x="1280" y="1"/>
                    <a:pt x="1278" y="1"/>
                  </a:cubicBezTo>
                  <a:lnTo>
                    <a:pt x="1" y="84"/>
                  </a:lnTo>
                  <a:lnTo>
                    <a:pt x="157" y="1964"/>
                  </a:lnTo>
                  <a:lnTo>
                    <a:pt x="1434" y="1886"/>
                  </a:lnTo>
                  <a:cubicBezTo>
                    <a:pt x="1563" y="1881"/>
                    <a:pt x="1636" y="1450"/>
                    <a:pt x="1589" y="925"/>
                  </a:cubicBezTo>
                  <a:cubicBezTo>
                    <a:pt x="1548" y="412"/>
                    <a:pt x="1411" y="1"/>
                    <a:pt x="12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65"/>
            <p:cNvSpPr/>
            <p:nvPr/>
          </p:nvSpPr>
          <p:spPr>
            <a:xfrm>
              <a:off x="5958575" y="2458050"/>
              <a:ext cx="43100" cy="51550"/>
            </a:xfrm>
            <a:custGeom>
              <a:avLst/>
              <a:gdLst/>
              <a:ahLst/>
              <a:cxnLst/>
              <a:rect l="l" t="t" r="r" b="b"/>
              <a:pathLst>
                <a:path w="1724" h="2062" extrusionOk="0">
                  <a:moveTo>
                    <a:pt x="1329" y="94"/>
                  </a:moveTo>
                  <a:cubicBezTo>
                    <a:pt x="1397" y="94"/>
                    <a:pt x="1542" y="400"/>
                    <a:pt x="1589" y="971"/>
                  </a:cubicBezTo>
                  <a:cubicBezTo>
                    <a:pt x="1625" y="1439"/>
                    <a:pt x="1573" y="1781"/>
                    <a:pt x="1495" y="1864"/>
                  </a:cubicBezTo>
                  <a:cubicBezTo>
                    <a:pt x="1490" y="1875"/>
                    <a:pt x="1480" y="1880"/>
                    <a:pt x="1474" y="1880"/>
                  </a:cubicBezTo>
                  <a:lnTo>
                    <a:pt x="249" y="1958"/>
                  </a:lnTo>
                  <a:lnTo>
                    <a:pt x="99" y="172"/>
                  </a:lnTo>
                  <a:lnTo>
                    <a:pt x="1329" y="94"/>
                  </a:lnTo>
                  <a:close/>
                  <a:moveTo>
                    <a:pt x="1319" y="1"/>
                  </a:moveTo>
                  <a:lnTo>
                    <a:pt x="47" y="79"/>
                  </a:lnTo>
                  <a:cubicBezTo>
                    <a:pt x="31" y="79"/>
                    <a:pt x="21" y="84"/>
                    <a:pt x="10" y="94"/>
                  </a:cubicBezTo>
                  <a:cubicBezTo>
                    <a:pt x="0" y="104"/>
                    <a:pt x="0" y="120"/>
                    <a:pt x="0" y="130"/>
                  </a:cubicBezTo>
                  <a:lnTo>
                    <a:pt x="156" y="2015"/>
                  </a:lnTo>
                  <a:cubicBezTo>
                    <a:pt x="156" y="2041"/>
                    <a:pt x="177" y="2057"/>
                    <a:pt x="203" y="2057"/>
                  </a:cubicBezTo>
                  <a:lnTo>
                    <a:pt x="208" y="2062"/>
                  </a:lnTo>
                  <a:lnTo>
                    <a:pt x="1485" y="1979"/>
                  </a:lnTo>
                  <a:cubicBezTo>
                    <a:pt x="1516" y="1979"/>
                    <a:pt x="1547" y="1958"/>
                    <a:pt x="1573" y="1932"/>
                  </a:cubicBezTo>
                  <a:cubicBezTo>
                    <a:pt x="1677" y="1807"/>
                    <a:pt x="1724" y="1423"/>
                    <a:pt x="1687" y="966"/>
                  </a:cubicBezTo>
                  <a:cubicBezTo>
                    <a:pt x="1646" y="499"/>
                    <a:pt x="1521" y="1"/>
                    <a:pt x="1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65"/>
            <p:cNvSpPr/>
            <p:nvPr/>
          </p:nvSpPr>
          <p:spPr>
            <a:xfrm>
              <a:off x="5954675" y="2461175"/>
              <a:ext cx="14025" cy="47125"/>
            </a:xfrm>
            <a:custGeom>
              <a:avLst/>
              <a:gdLst/>
              <a:ahLst/>
              <a:cxnLst/>
              <a:rect l="l" t="t" r="r" b="b"/>
              <a:pathLst>
                <a:path w="561" h="1885" extrusionOk="0">
                  <a:moveTo>
                    <a:pt x="208" y="0"/>
                  </a:moveTo>
                  <a:cubicBezTo>
                    <a:pt x="206" y="0"/>
                    <a:pt x="204" y="0"/>
                    <a:pt x="203" y="0"/>
                  </a:cubicBezTo>
                  <a:cubicBezTo>
                    <a:pt x="73" y="11"/>
                    <a:pt x="0" y="442"/>
                    <a:pt x="47" y="961"/>
                  </a:cubicBezTo>
                  <a:cubicBezTo>
                    <a:pt x="88" y="1473"/>
                    <a:pt x="225" y="1885"/>
                    <a:pt x="354" y="1885"/>
                  </a:cubicBezTo>
                  <a:cubicBezTo>
                    <a:pt x="355" y="1885"/>
                    <a:pt x="357" y="1885"/>
                    <a:pt x="359" y="1885"/>
                  </a:cubicBezTo>
                  <a:cubicBezTo>
                    <a:pt x="488" y="1874"/>
                    <a:pt x="561" y="1444"/>
                    <a:pt x="519" y="924"/>
                  </a:cubicBezTo>
                  <a:cubicBezTo>
                    <a:pt x="473" y="412"/>
                    <a:pt x="336" y="0"/>
                    <a:pt x="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65"/>
            <p:cNvSpPr/>
            <p:nvPr/>
          </p:nvSpPr>
          <p:spPr>
            <a:xfrm>
              <a:off x="5953625" y="2460000"/>
              <a:ext cx="16125" cy="49475"/>
            </a:xfrm>
            <a:custGeom>
              <a:avLst/>
              <a:gdLst/>
              <a:ahLst/>
              <a:cxnLst/>
              <a:rect l="l" t="t" r="r" b="b"/>
              <a:pathLst>
                <a:path w="645" h="1979" extrusionOk="0">
                  <a:moveTo>
                    <a:pt x="250" y="94"/>
                  </a:moveTo>
                  <a:cubicBezTo>
                    <a:pt x="317" y="94"/>
                    <a:pt x="463" y="400"/>
                    <a:pt x="510" y="977"/>
                  </a:cubicBezTo>
                  <a:cubicBezTo>
                    <a:pt x="551" y="1444"/>
                    <a:pt x="494" y="1786"/>
                    <a:pt x="421" y="1870"/>
                  </a:cubicBezTo>
                  <a:cubicBezTo>
                    <a:pt x="411" y="1880"/>
                    <a:pt x="406" y="1885"/>
                    <a:pt x="395" y="1885"/>
                  </a:cubicBezTo>
                  <a:cubicBezTo>
                    <a:pt x="333" y="1885"/>
                    <a:pt x="188" y="1579"/>
                    <a:pt x="136" y="1008"/>
                  </a:cubicBezTo>
                  <a:cubicBezTo>
                    <a:pt x="99" y="540"/>
                    <a:pt x="157" y="198"/>
                    <a:pt x="229" y="115"/>
                  </a:cubicBezTo>
                  <a:cubicBezTo>
                    <a:pt x="234" y="104"/>
                    <a:pt x="245" y="99"/>
                    <a:pt x="250" y="99"/>
                  </a:cubicBezTo>
                  <a:lnTo>
                    <a:pt x="250" y="94"/>
                  </a:lnTo>
                  <a:close/>
                  <a:moveTo>
                    <a:pt x="248" y="0"/>
                  </a:moveTo>
                  <a:cubicBezTo>
                    <a:pt x="246" y="0"/>
                    <a:pt x="243" y="0"/>
                    <a:pt x="240" y="1"/>
                  </a:cubicBezTo>
                  <a:cubicBezTo>
                    <a:pt x="208" y="1"/>
                    <a:pt x="177" y="21"/>
                    <a:pt x="151" y="47"/>
                  </a:cubicBezTo>
                  <a:cubicBezTo>
                    <a:pt x="47" y="172"/>
                    <a:pt x="1" y="556"/>
                    <a:pt x="37" y="1013"/>
                  </a:cubicBezTo>
                  <a:cubicBezTo>
                    <a:pt x="79" y="1480"/>
                    <a:pt x="203" y="1979"/>
                    <a:pt x="395" y="1979"/>
                  </a:cubicBezTo>
                  <a:lnTo>
                    <a:pt x="406" y="1979"/>
                  </a:lnTo>
                  <a:cubicBezTo>
                    <a:pt x="442" y="1973"/>
                    <a:pt x="473" y="1958"/>
                    <a:pt x="494" y="1932"/>
                  </a:cubicBezTo>
                  <a:cubicBezTo>
                    <a:pt x="598" y="1807"/>
                    <a:pt x="645" y="1423"/>
                    <a:pt x="608" y="966"/>
                  </a:cubicBezTo>
                  <a:cubicBezTo>
                    <a:pt x="567" y="496"/>
                    <a:pt x="441" y="0"/>
                    <a:pt x="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65"/>
            <p:cNvSpPr/>
            <p:nvPr/>
          </p:nvSpPr>
          <p:spPr>
            <a:xfrm>
              <a:off x="6341200" y="2539825"/>
              <a:ext cx="58425" cy="60625"/>
            </a:xfrm>
            <a:custGeom>
              <a:avLst/>
              <a:gdLst/>
              <a:ahLst/>
              <a:cxnLst/>
              <a:rect l="l" t="t" r="r" b="b"/>
              <a:pathLst>
                <a:path w="2337" h="2425" extrusionOk="0">
                  <a:moveTo>
                    <a:pt x="1297" y="0"/>
                  </a:moveTo>
                  <a:cubicBezTo>
                    <a:pt x="1294" y="0"/>
                    <a:pt x="1291" y="0"/>
                    <a:pt x="1288" y="0"/>
                  </a:cubicBezTo>
                  <a:cubicBezTo>
                    <a:pt x="1220" y="0"/>
                    <a:pt x="1153" y="11"/>
                    <a:pt x="1085" y="26"/>
                  </a:cubicBezTo>
                  <a:cubicBezTo>
                    <a:pt x="862" y="83"/>
                    <a:pt x="654" y="198"/>
                    <a:pt x="493" y="364"/>
                  </a:cubicBezTo>
                  <a:cubicBezTo>
                    <a:pt x="467" y="390"/>
                    <a:pt x="0" y="841"/>
                    <a:pt x="0" y="841"/>
                  </a:cubicBezTo>
                  <a:lnTo>
                    <a:pt x="239" y="1127"/>
                  </a:lnTo>
                  <a:cubicBezTo>
                    <a:pt x="275" y="1563"/>
                    <a:pt x="587" y="1932"/>
                    <a:pt x="1013" y="2041"/>
                  </a:cubicBezTo>
                  <a:lnTo>
                    <a:pt x="1334" y="2425"/>
                  </a:lnTo>
                  <a:lnTo>
                    <a:pt x="1874" y="1906"/>
                  </a:lnTo>
                  <a:cubicBezTo>
                    <a:pt x="2160" y="1714"/>
                    <a:pt x="2336" y="1387"/>
                    <a:pt x="2336" y="1039"/>
                  </a:cubicBezTo>
                  <a:cubicBezTo>
                    <a:pt x="2331" y="466"/>
                    <a:pt x="1869" y="0"/>
                    <a:pt x="12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65"/>
            <p:cNvSpPr/>
            <p:nvPr/>
          </p:nvSpPr>
          <p:spPr>
            <a:xfrm>
              <a:off x="6339900" y="2538525"/>
              <a:ext cx="63350" cy="63100"/>
            </a:xfrm>
            <a:custGeom>
              <a:avLst/>
              <a:gdLst/>
              <a:ahLst/>
              <a:cxnLst/>
              <a:rect l="l" t="t" r="r" b="b"/>
              <a:pathLst>
                <a:path w="2534" h="2524" extrusionOk="0">
                  <a:moveTo>
                    <a:pt x="1351" y="94"/>
                  </a:moveTo>
                  <a:cubicBezTo>
                    <a:pt x="1783" y="94"/>
                    <a:pt x="2171" y="378"/>
                    <a:pt x="2300" y="795"/>
                  </a:cubicBezTo>
                  <a:cubicBezTo>
                    <a:pt x="2430" y="1215"/>
                    <a:pt x="2264" y="1672"/>
                    <a:pt x="1895" y="1911"/>
                  </a:cubicBezTo>
                  <a:cubicBezTo>
                    <a:pt x="1895" y="1916"/>
                    <a:pt x="1890" y="1916"/>
                    <a:pt x="1890" y="1921"/>
                  </a:cubicBezTo>
                  <a:lnTo>
                    <a:pt x="1392" y="2404"/>
                  </a:lnTo>
                  <a:lnTo>
                    <a:pt x="1101" y="2062"/>
                  </a:lnTo>
                  <a:cubicBezTo>
                    <a:pt x="1096" y="2051"/>
                    <a:pt x="1085" y="2046"/>
                    <a:pt x="1075" y="2046"/>
                  </a:cubicBezTo>
                  <a:cubicBezTo>
                    <a:pt x="670" y="1937"/>
                    <a:pt x="379" y="1589"/>
                    <a:pt x="343" y="1174"/>
                  </a:cubicBezTo>
                  <a:cubicBezTo>
                    <a:pt x="338" y="1163"/>
                    <a:pt x="338" y="1153"/>
                    <a:pt x="327" y="1143"/>
                  </a:cubicBezTo>
                  <a:lnTo>
                    <a:pt x="120" y="893"/>
                  </a:lnTo>
                  <a:cubicBezTo>
                    <a:pt x="229" y="790"/>
                    <a:pt x="561" y="468"/>
                    <a:pt x="582" y="447"/>
                  </a:cubicBezTo>
                  <a:cubicBezTo>
                    <a:pt x="737" y="286"/>
                    <a:pt x="935" y="177"/>
                    <a:pt x="1148" y="125"/>
                  </a:cubicBezTo>
                  <a:cubicBezTo>
                    <a:pt x="1210" y="109"/>
                    <a:pt x="1272" y="99"/>
                    <a:pt x="1340" y="94"/>
                  </a:cubicBezTo>
                  <a:cubicBezTo>
                    <a:pt x="1344" y="94"/>
                    <a:pt x="1347" y="94"/>
                    <a:pt x="1351" y="94"/>
                  </a:cubicBezTo>
                  <a:close/>
                  <a:moveTo>
                    <a:pt x="1352" y="0"/>
                  </a:moveTo>
                  <a:cubicBezTo>
                    <a:pt x="1348" y="0"/>
                    <a:pt x="1344" y="0"/>
                    <a:pt x="1340" y="0"/>
                  </a:cubicBezTo>
                  <a:cubicBezTo>
                    <a:pt x="1267" y="6"/>
                    <a:pt x="1199" y="11"/>
                    <a:pt x="1127" y="32"/>
                  </a:cubicBezTo>
                  <a:cubicBezTo>
                    <a:pt x="893" y="89"/>
                    <a:pt x="680" y="208"/>
                    <a:pt x="514" y="379"/>
                  </a:cubicBezTo>
                  <a:cubicBezTo>
                    <a:pt x="493" y="405"/>
                    <a:pt x="182" y="701"/>
                    <a:pt x="21" y="857"/>
                  </a:cubicBezTo>
                  <a:cubicBezTo>
                    <a:pt x="5" y="873"/>
                    <a:pt x="0" y="904"/>
                    <a:pt x="16" y="925"/>
                  </a:cubicBezTo>
                  <a:lnTo>
                    <a:pt x="249" y="1195"/>
                  </a:lnTo>
                  <a:cubicBezTo>
                    <a:pt x="291" y="1641"/>
                    <a:pt x="608" y="2015"/>
                    <a:pt x="1039" y="2134"/>
                  </a:cubicBezTo>
                  <a:lnTo>
                    <a:pt x="1350" y="2508"/>
                  </a:lnTo>
                  <a:cubicBezTo>
                    <a:pt x="1360" y="2518"/>
                    <a:pt x="1371" y="2524"/>
                    <a:pt x="1386" y="2524"/>
                  </a:cubicBezTo>
                  <a:cubicBezTo>
                    <a:pt x="1402" y="2524"/>
                    <a:pt x="1412" y="2518"/>
                    <a:pt x="1423" y="2513"/>
                  </a:cubicBezTo>
                  <a:lnTo>
                    <a:pt x="1952" y="1994"/>
                  </a:lnTo>
                  <a:cubicBezTo>
                    <a:pt x="2357" y="1724"/>
                    <a:pt x="2534" y="1226"/>
                    <a:pt x="2388" y="769"/>
                  </a:cubicBezTo>
                  <a:cubicBezTo>
                    <a:pt x="2249" y="311"/>
                    <a:pt x="1829" y="0"/>
                    <a:pt x="1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65"/>
            <p:cNvSpPr/>
            <p:nvPr/>
          </p:nvSpPr>
          <p:spPr>
            <a:xfrm>
              <a:off x="6324825" y="2552800"/>
              <a:ext cx="61600" cy="52575"/>
            </a:xfrm>
            <a:custGeom>
              <a:avLst/>
              <a:gdLst/>
              <a:ahLst/>
              <a:cxnLst/>
              <a:rect l="l" t="t" r="r" b="b"/>
              <a:pathLst>
                <a:path w="2464" h="2103" extrusionOk="0">
                  <a:moveTo>
                    <a:pt x="1417" y="1"/>
                  </a:moveTo>
                  <a:cubicBezTo>
                    <a:pt x="1414" y="1"/>
                    <a:pt x="1411" y="1"/>
                    <a:pt x="1408" y="1"/>
                  </a:cubicBezTo>
                  <a:cubicBezTo>
                    <a:pt x="468" y="1"/>
                    <a:pt x="1" y="1138"/>
                    <a:pt x="671" y="1797"/>
                  </a:cubicBezTo>
                  <a:cubicBezTo>
                    <a:pt x="884" y="2008"/>
                    <a:pt x="1145" y="2103"/>
                    <a:pt x="1400" y="2103"/>
                  </a:cubicBezTo>
                  <a:cubicBezTo>
                    <a:pt x="1943" y="2103"/>
                    <a:pt x="2464" y="1677"/>
                    <a:pt x="2457" y="1039"/>
                  </a:cubicBezTo>
                  <a:cubicBezTo>
                    <a:pt x="2457" y="466"/>
                    <a:pt x="1989" y="1"/>
                    <a:pt x="1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65"/>
            <p:cNvSpPr/>
            <p:nvPr/>
          </p:nvSpPr>
          <p:spPr>
            <a:xfrm>
              <a:off x="6323925" y="2551475"/>
              <a:ext cx="63625" cy="54575"/>
            </a:xfrm>
            <a:custGeom>
              <a:avLst/>
              <a:gdLst/>
              <a:ahLst/>
              <a:cxnLst/>
              <a:rect l="l" t="t" r="r" b="b"/>
              <a:pathLst>
                <a:path w="2545" h="2183" extrusionOk="0">
                  <a:moveTo>
                    <a:pt x="1453" y="100"/>
                  </a:moveTo>
                  <a:cubicBezTo>
                    <a:pt x="1999" y="100"/>
                    <a:pt x="2441" y="545"/>
                    <a:pt x="2446" y="1092"/>
                  </a:cubicBezTo>
                  <a:cubicBezTo>
                    <a:pt x="2446" y="1689"/>
                    <a:pt x="1959" y="2084"/>
                    <a:pt x="1449" y="2084"/>
                  </a:cubicBezTo>
                  <a:cubicBezTo>
                    <a:pt x="1205" y="2084"/>
                    <a:pt x="957" y="1994"/>
                    <a:pt x="753" y="1793"/>
                  </a:cubicBezTo>
                  <a:cubicBezTo>
                    <a:pt x="130" y="1175"/>
                    <a:pt x="561" y="105"/>
                    <a:pt x="1444" y="100"/>
                  </a:cubicBezTo>
                  <a:cubicBezTo>
                    <a:pt x="1447" y="100"/>
                    <a:pt x="1450" y="100"/>
                    <a:pt x="1453" y="100"/>
                  </a:cubicBezTo>
                  <a:close/>
                  <a:moveTo>
                    <a:pt x="1448" y="1"/>
                  </a:moveTo>
                  <a:cubicBezTo>
                    <a:pt x="1181" y="1"/>
                    <a:pt x="909" y="99"/>
                    <a:pt x="686" y="318"/>
                  </a:cubicBezTo>
                  <a:cubicBezTo>
                    <a:pt x="1" y="998"/>
                    <a:pt x="478" y="2172"/>
                    <a:pt x="1444" y="2182"/>
                  </a:cubicBezTo>
                  <a:cubicBezTo>
                    <a:pt x="2046" y="2182"/>
                    <a:pt x="2539" y="1694"/>
                    <a:pt x="2545" y="1092"/>
                  </a:cubicBezTo>
                  <a:cubicBezTo>
                    <a:pt x="2545" y="434"/>
                    <a:pt x="2009" y="1"/>
                    <a:pt x="1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65"/>
            <p:cNvSpPr/>
            <p:nvPr/>
          </p:nvSpPr>
          <p:spPr>
            <a:xfrm>
              <a:off x="6361700" y="2529825"/>
              <a:ext cx="8450" cy="19750"/>
            </a:xfrm>
            <a:custGeom>
              <a:avLst/>
              <a:gdLst/>
              <a:ahLst/>
              <a:cxnLst/>
              <a:rect l="l" t="t" r="r" b="b"/>
              <a:pathLst>
                <a:path w="338" h="790" extrusionOk="0">
                  <a:moveTo>
                    <a:pt x="0" y="1"/>
                  </a:moveTo>
                  <a:lnTo>
                    <a:pt x="0" y="727"/>
                  </a:lnTo>
                  <a:cubicBezTo>
                    <a:pt x="0" y="764"/>
                    <a:pt x="26" y="790"/>
                    <a:pt x="58" y="790"/>
                  </a:cubicBezTo>
                  <a:lnTo>
                    <a:pt x="276" y="790"/>
                  </a:lnTo>
                  <a:cubicBezTo>
                    <a:pt x="312" y="790"/>
                    <a:pt x="338" y="764"/>
                    <a:pt x="338" y="727"/>
                  </a:cubicBezTo>
                  <a:lnTo>
                    <a:pt x="3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65"/>
            <p:cNvSpPr/>
            <p:nvPr/>
          </p:nvSpPr>
          <p:spPr>
            <a:xfrm>
              <a:off x="6360400" y="2528650"/>
              <a:ext cx="10925" cy="22225"/>
            </a:xfrm>
            <a:custGeom>
              <a:avLst/>
              <a:gdLst/>
              <a:ahLst/>
              <a:cxnLst/>
              <a:rect l="l" t="t" r="r" b="b"/>
              <a:pathLst>
                <a:path w="437" h="889" extrusionOk="0">
                  <a:moveTo>
                    <a:pt x="338" y="100"/>
                  </a:moveTo>
                  <a:lnTo>
                    <a:pt x="338" y="774"/>
                  </a:lnTo>
                  <a:cubicBezTo>
                    <a:pt x="338" y="785"/>
                    <a:pt x="333" y="790"/>
                    <a:pt x="328" y="790"/>
                  </a:cubicBezTo>
                  <a:lnTo>
                    <a:pt x="110" y="790"/>
                  </a:lnTo>
                  <a:cubicBezTo>
                    <a:pt x="104" y="790"/>
                    <a:pt x="99" y="785"/>
                    <a:pt x="99" y="774"/>
                  </a:cubicBezTo>
                  <a:lnTo>
                    <a:pt x="99" y="100"/>
                  </a:lnTo>
                  <a:close/>
                  <a:moveTo>
                    <a:pt x="47" y="1"/>
                  </a:moveTo>
                  <a:cubicBezTo>
                    <a:pt x="21" y="1"/>
                    <a:pt x="0" y="22"/>
                    <a:pt x="0" y="48"/>
                  </a:cubicBezTo>
                  <a:lnTo>
                    <a:pt x="0" y="774"/>
                  </a:lnTo>
                  <a:cubicBezTo>
                    <a:pt x="0" y="837"/>
                    <a:pt x="52" y="889"/>
                    <a:pt x="110" y="889"/>
                  </a:cubicBezTo>
                  <a:lnTo>
                    <a:pt x="328" y="889"/>
                  </a:lnTo>
                  <a:cubicBezTo>
                    <a:pt x="390" y="883"/>
                    <a:pt x="437" y="837"/>
                    <a:pt x="437" y="774"/>
                  </a:cubicBezTo>
                  <a:lnTo>
                    <a:pt x="437" y="48"/>
                  </a:lnTo>
                  <a:cubicBezTo>
                    <a:pt x="437" y="22"/>
                    <a:pt x="416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65"/>
            <p:cNvSpPr/>
            <p:nvPr/>
          </p:nvSpPr>
          <p:spPr>
            <a:xfrm>
              <a:off x="6080825" y="2559025"/>
              <a:ext cx="8600" cy="19750"/>
            </a:xfrm>
            <a:custGeom>
              <a:avLst/>
              <a:gdLst/>
              <a:ahLst/>
              <a:cxnLst/>
              <a:rect l="l" t="t" r="r" b="b"/>
              <a:pathLst>
                <a:path w="344" h="790" extrusionOk="0">
                  <a:moveTo>
                    <a:pt x="1" y="1"/>
                  </a:moveTo>
                  <a:lnTo>
                    <a:pt x="1" y="728"/>
                  </a:lnTo>
                  <a:cubicBezTo>
                    <a:pt x="1" y="764"/>
                    <a:pt x="32" y="790"/>
                    <a:pt x="63" y="790"/>
                  </a:cubicBezTo>
                  <a:lnTo>
                    <a:pt x="281" y="790"/>
                  </a:lnTo>
                  <a:cubicBezTo>
                    <a:pt x="312" y="790"/>
                    <a:pt x="343" y="764"/>
                    <a:pt x="343" y="728"/>
                  </a:cubicBezTo>
                  <a:lnTo>
                    <a:pt x="3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65"/>
            <p:cNvSpPr/>
            <p:nvPr/>
          </p:nvSpPr>
          <p:spPr>
            <a:xfrm>
              <a:off x="6079650" y="2557875"/>
              <a:ext cx="10925" cy="22075"/>
            </a:xfrm>
            <a:custGeom>
              <a:avLst/>
              <a:gdLst/>
              <a:ahLst/>
              <a:cxnLst/>
              <a:rect l="l" t="t" r="r" b="b"/>
              <a:pathLst>
                <a:path w="437" h="883" extrusionOk="0">
                  <a:moveTo>
                    <a:pt x="338" y="99"/>
                  </a:moveTo>
                  <a:lnTo>
                    <a:pt x="338" y="774"/>
                  </a:lnTo>
                  <a:cubicBezTo>
                    <a:pt x="338" y="784"/>
                    <a:pt x="333" y="789"/>
                    <a:pt x="328" y="789"/>
                  </a:cubicBezTo>
                  <a:lnTo>
                    <a:pt x="110" y="789"/>
                  </a:lnTo>
                  <a:cubicBezTo>
                    <a:pt x="105" y="789"/>
                    <a:pt x="94" y="779"/>
                    <a:pt x="94" y="774"/>
                  </a:cubicBezTo>
                  <a:lnTo>
                    <a:pt x="94" y="99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774"/>
                  </a:lnTo>
                  <a:cubicBezTo>
                    <a:pt x="1" y="836"/>
                    <a:pt x="48" y="883"/>
                    <a:pt x="110" y="883"/>
                  </a:cubicBezTo>
                  <a:lnTo>
                    <a:pt x="328" y="883"/>
                  </a:lnTo>
                  <a:cubicBezTo>
                    <a:pt x="385" y="883"/>
                    <a:pt x="437" y="836"/>
                    <a:pt x="437" y="774"/>
                  </a:cubicBezTo>
                  <a:lnTo>
                    <a:pt x="437" y="47"/>
                  </a:lnTo>
                  <a:cubicBezTo>
                    <a:pt x="432" y="21"/>
                    <a:pt x="411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65"/>
            <p:cNvSpPr/>
            <p:nvPr/>
          </p:nvSpPr>
          <p:spPr>
            <a:xfrm>
              <a:off x="5973100" y="2443525"/>
              <a:ext cx="8450" cy="19750"/>
            </a:xfrm>
            <a:custGeom>
              <a:avLst/>
              <a:gdLst/>
              <a:ahLst/>
              <a:cxnLst/>
              <a:rect l="l" t="t" r="r" b="b"/>
              <a:pathLst>
                <a:path w="338" h="790" extrusionOk="0">
                  <a:moveTo>
                    <a:pt x="1" y="0"/>
                  </a:moveTo>
                  <a:lnTo>
                    <a:pt x="1" y="727"/>
                  </a:lnTo>
                  <a:cubicBezTo>
                    <a:pt x="1" y="758"/>
                    <a:pt x="26" y="789"/>
                    <a:pt x="63" y="789"/>
                  </a:cubicBezTo>
                  <a:lnTo>
                    <a:pt x="281" y="789"/>
                  </a:lnTo>
                  <a:cubicBezTo>
                    <a:pt x="312" y="789"/>
                    <a:pt x="338" y="758"/>
                    <a:pt x="338" y="727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65"/>
            <p:cNvSpPr/>
            <p:nvPr/>
          </p:nvSpPr>
          <p:spPr>
            <a:xfrm>
              <a:off x="5971925" y="2442225"/>
              <a:ext cx="10925" cy="22225"/>
            </a:xfrm>
            <a:custGeom>
              <a:avLst/>
              <a:gdLst/>
              <a:ahLst/>
              <a:cxnLst/>
              <a:rect l="l" t="t" r="r" b="b"/>
              <a:pathLst>
                <a:path w="437" h="889" extrusionOk="0">
                  <a:moveTo>
                    <a:pt x="338" y="99"/>
                  </a:moveTo>
                  <a:lnTo>
                    <a:pt x="338" y="779"/>
                  </a:lnTo>
                  <a:cubicBezTo>
                    <a:pt x="338" y="784"/>
                    <a:pt x="333" y="789"/>
                    <a:pt x="328" y="789"/>
                  </a:cubicBezTo>
                  <a:lnTo>
                    <a:pt x="110" y="789"/>
                  </a:lnTo>
                  <a:cubicBezTo>
                    <a:pt x="99" y="789"/>
                    <a:pt x="94" y="784"/>
                    <a:pt x="94" y="779"/>
                  </a:cubicBezTo>
                  <a:lnTo>
                    <a:pt x="94" y="99"/>
                  </a:lnTo>
                  <a:close/>
                  <a:moveTo>
                    <a:pt x="48" y="0"/>
                  </a:moveTo>
                  <a:cubicBezTo>
                    <a:pt x="22" y="0"/>
                    <a:pt x="1" y="26"/>
                    <a:pt x="1" y="52"/>
                  </a:cubicBezTo>
                  <a:lnTo>
                    <a:pt x="1" y="779"/>
                  </a:lnTo>
                  <a:cubicBezTo>
                    <a:pt x="1" y="836"/>
                    <a:pt x="48" y="888"/>
                    <a:pt x="110" y="888"/>
                  </a:cubicBezTo>
                  <a:lnTo>
                    <a:pt x="328" y="888"/>
                  </a:lnTo>
                  <a:cubicBezTo>
                    <a:pt x="385" y="888"/>
                    <a:pt x="437" y="836"/>
                    <a:pt x="437" y="779"/>
                  </a:cubicBezTo>
                  <a:lnTo>
                    <a:pt x="437" y="52"/>
                  </a:lnTo>
                  <a:cubicBezTo>
                    <a:pt x="437" y="26"/>
                    <a:pt x="416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65"/>
            <p:cNvSpPr/>
            <p:nvPr/>
          </p:nvSpPr>
          <p:spPr>
            <a:xfrm>
              <a:off x="6359875" y="2407700"/>
              <a:ext cx="8475" cy="19725"/>
            </a:xfrm>
            <a:custGeom>
              <a:avLst/>
              <a:gdLst/>
              <a:ahLst/>
              <a:cxnLst/>
              <a:rect l="l" t="t" r="r" b="b"/>
              <a:pathLst>
                <a:path w="339" h="789" extrusionOk="0">
                  <a:moveTo>
                    <a:pt x="1" y="0"/>
                  </a:moveTo>
                  <a:lnTo>
                    <a:pt x="1" y="644"/>
                  </a:lnTo>
                  <a:cubicBezTo>
                    <a:pt x="1" y="706"/>
                    <a:pt x="47" y="763"/>
                    <a:pt x="110" y="774"/>
                  </a:cubicBezTo>
                  <a:lnTo>
                    <a:pt x="182" y="784"/>
                  </a:lnTo>
                  <a:cubicBezTo>
                    <a:pt x="193" y="787"/>
                    <a:pt x="204" y="788"/>
                    <a:pt x="215" y="788"/>
                  </a:cubicBezTo>
                  <a:cubicBezTo>
                    <a:pt x="283" y="788"/>
                    <a:pt x="338" y="732"/>
                    <a:pt x="338" y="6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65"/>
            <p:cNvSpPr/>
            <p:nvPr/>
          </p:nvSpPr>
          <p:spPr>
            <a:xfrm>
              <a:off x="6358725" y="2406525"/>
              <a:ext cx="10925" cy="22100"/>
            </a:xfrm>
            <a:custGeom>
              <a:avLst/>
              <a:gdLst/>
              <a:ahLst/>
              <a:cxnLst/>
              <a:rect l="l" t="t" r="r" b="b"/>
              <a:pathLst>
                <a:path w="437" h="884" extrusionOk="0">
                  <a:moveTo>
                    <a:pt x="343" y="99"/>
                  </a:moveTo>
                  <a:lnTo>
                    <a:pt x="343" y="707"/>
                  </a:lnTo>
                  <a:cubicBezTo>
                    <a:pt x="343" y="727"/>
                    <a:pt x="327" y="753"/>
                    <a:pt x="312" y="769"/>
                  </a:cubicBezTo>
                  <a:cubicBezTo>
                    <a:pt x="296" y="781"/>
                    <a:pt x="277" y="786"/>
                    <a:pt x="258" y="786"/>
                  </a:cubicBezTo>
                  <a:cubicBezTo>
                    <a:pt x="252" y="786"/>
                    <a:pt x="245" y="786"/>
                    <a:pt x="239" y="784"/>
                  </a:cubicBezTo>
                  <a:lnTo>
                    <a:pt x="166" y="774"/>
                  </a:lnTo>
                  <a:cubicBezTo>
                    <a:pt x="130" y="764"/>
                    <a:pt x="99" y="733"/>
                    <a:pt x="99" y="691"/>
                  </a:cubicBezTo>
                  <a:lnTo>
                    <a:pt x="99" y="99"/>
                  </a:lnTo>
                  <a:close/>
                  <a:moveTo>
                    <a:pt x="52" y="1"/>
                  </a:moveTo>
                  <a:cubicBezTo>
                    <a:pt x="21" y="1"/>
                    <a:pt x="0" y="21"/>
                    <a:pt x="0" y="52"/>
                  </a:cubicBezTo>
                  <a:lnTo>
                    <a:pt x="0" y="691"/>
                  </a:lnTo>
                  <a:cubicBezTo>
                    <a:pt x="0" y="779"/>
                    <a:pt x="62" y="852"/>
                    <a:pt x="151" y="868"/>
                  </a:cubicBezTo>
                  <a:lnTo>
                    <a:pt x="223" y="883"/>
                  </a:lnTo>
                  <a:lnTo>
                    <a:pt x="254" y="883"/>
                  </a:lnTo>
                  <a:cubicBezTo>
                    <a:pt x="296" y="883"/>
                    <a:pt x="337" y="868"/>
                    <a:pt x="369" y="842"/>
                  </a:cubicBezTo>
                  <a:cubicBezTo>
                    <a:pt x="410" y="805"/>
                    <a:pt x="431" y="759"/>
                    <a:pt x="436" y="707"/>
                  </a:cubicBezTo>
                  <a:lnTo>
                    <a:pt x="436" y="52"/>
                  </a:lnTo>
                  <a:cubicBezTo>
                    <a:pt x="431" y="21"/>
                    <a:pt x="410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65"/>
            <p:cNvSpPr/>
            <p:nvPr/>
          </p:nvSpPr>
          <p:spPr>
            <a:xfrm>
              <a:off x="5964400" y="2373000"/>
              <a:ext cx="412250" cy="197475"/>
            </a:xfrm>
            <a:custGeom>
              <a:avLst/>
              <a:gdLst/>
              <a:ahLst/>
              <a:cxnLst/>
              <a:rect l="l" t="t" r="r" b="b"/>
              <a:pathLst>
                <a:path w="16490" h="7899" extrusionOk="0">
                  <a:moveTo>
                    <a:pt x="14669" y="0"/>
                  </a:moveTo>
                  <a:cubicBezTo>
                    <a:pt x="13463" y="0"/>
                    <a:pt x="11425" y="156"/>
                    <a:pt x="7892" y="682"/>
                  </a:cubicBezTo>
                  <a:cubicBezTo>
                    <a:pt x="7892" y="682"/>
                    <a:pt x="1132" y="869"/>
                    <a:pt x="1" y="1814"/>
                  </a:cubicBezTo>
                  <a:lnTo>
                    <a:pt x="1" y="2982"/>
                  </a:lnTo>
                  <a:cubicBezTo>
                    <a:pt x="6" y="3156"/>
                    <a:pt x="146" y="3299"/>
                    <a:pt x="319" y="3299"/>
                  </a:cubicBezTo>
                  <a:cubicBezTo>
                    <a:pt x="322" y="3299"/>
                    <a:pt x="325" y="3299"/>
                    <a:pt x="328" y="3299"/>
                  </a:cubicBezTo>
                  <a:lnTo>
                    <a:pt x="717" y="3299"/>
                  </a:lnTo>
                  <a:cubicBezTo>
                    <a:pt x="720" y="3299"/>
                    <a:pt x="723" y="3299"/>
                    <a:pt x="726" y="3299"/>
                  </a:cubicBezTo>
                  <a:cubicBezTo>
                    <a:pt x="899" y="3299"/>
                    <a:pt x="1039" y="3156"/>
                    <a:pt x="1039" y="2982"/>
                  </a:cubicBezTo>
                  <a:lnTo>
                    <a:pt x="1039" y="2826"/>
                  </a:lnTo>
                  <a:lnTo>
                    <a:pt x="6667" y="2858"/>
                  </a:lnTo>
                  <a:cubicBezTo>
                    <a:pt x="6667" y="2858"/>
                    <a:pt x="4045" y="6326"/>
                    <a:pt x="4144" y="6891"/>
                  </a:cubicBezTo>
                  <a:cubicBezTo>
                    <a:pt x="4180" y="7115"/>
                    <a:pt x="4196" y="7338"/>
                    <a:pt x="4185" y="7561"/>
                  </a:cubicBezTo>
                  <a:cubicBezTo>
                    <a:pt x="4175" y="7745"/>
                    <a:pt x="4321" y="7899"/>
                    <a:pt x="4508" y="7899"/>
                  </a:cubicBezTo>
                  <a:cubicBezTo>
                    <a:pt x="4511" y="7899"/>
                    <a:pt x="4514" y="7899"/>
                    <a:pt x="4517" y="7899"/>
                  </a:cubicBezTo>
                  <a:lnTo>
                    <a:pt x="5203" y="7899"/>
                  </a:lnTo>
                  <a:cubicBezTo>
                    <a:pt x="5206" y="7899"/>
                    <a:pt x="5209" y="7899"/>
                    <a:pt x="5212" y="7899"/>
                  </a:cubicBezTo>
                  <a:cubicBezTo>
                    <a:pt x="5389" y="7899"/>
                    <a:pt x="5530" y="7755"/>
                    <a:pt x="5535" y="7577"/>
                  </a:cubicBezTo>
                  <a:lnTo>
                    <a:pt x="5535" y="7364"/>
                  </a:lnTo>
                  <a:cubicBezTo>
                    <a:pt x="5535" y="7364"/>
                    <a:pt x="8572" y="4026"/>
                    <a:pt x="8801" y="3834"/>
                  </a:cubicBezTo>
                  <a:cubicBezTo>
                    <a:pt x="8910" y="3742"/>
                    <a:pt x="9081" y="3583"/>
                    <a:pt x="9461" y="3583"/>
                  </a:cubicBezTo>
                  <a:cubicBezTo>
                    <a:pt x="9859" y="3583"/>
                    <a:pt x="10486" y="3758"/>
                    <a:pt x="11511" y="4368"/>
                  </a:cubicBezTo>
                  <a:cubicBezTo>
                    <a:pt x="12606" y="5022"/>
                    <a:pt x="13738" y="5614"/>
                    <a:pt x="14906" y="6133"/>
                  </a:cubicBezTo>
                  <a:cubicBezTo>
                    <a:pt x="15083" y="6211"/>
                    <a:pt x="15197" y="6388"/>
                    <a:pt x="15197" y="6580"/>
                  </a:cubicBezTo>
                  <a:cubicBezTo>
                    <a:pt x="15201" y="6754"/>
                    <a:pt x="15344" y="6877"/>
                    <a:pt x="15501" y="6877"/>
                  </a:cubicBezTo>
                  <a:cubicBezTo>
                    <a:pt x="15550" y="6877"/>
                    <a:pt x="15600" y="6865"/>
                    <a:pt x="15648" y="6840"/>
                  </a:cubicBezTo>
                  <a:lnTo>
                    <a:pt x="16334" y="6466"/>
                  </a:lnTo>
                  <a:cubicBezTo>
                    <a:pt x="16432" y="6414"/>
                    <a:pt x="16489" y="6315"/>
                    <a:pt x="16489" y="6206"/>
                  </a:cubicBezTo>
                  <a:lnTo>
                    <a:pt x="16489" y="5381"/>
                  </a:lnTo>
                  <a:cubicBezTo>
                    <a:pt x="16489" y="5220"/>
                    <a:pt x="16412" y="5069"/>
                    <a:pt x="16277" y="4981"/>
                  </a:cubicBezTo>
                  <a:lnTo>
                    <a:pt x="12061" y="2131"/>
                  </a:lnTo>
                  <a:lnTo>
                    <a:pt x="15451" y="1466"/>
                  </a:lnTo>
                  <a:lnTo>
                    <a:pt x="15451" y="1684"/>
                  </a:lnTo>
                  <a:cubicBezTo>
                    <a:pt x="15456" y="1818"/>
                    <a:pt x="15565" y="1924"/>
                    <a:pt x="15693" y="1924"/>
                  </a:cubicBezTo>
                  <a:cubicBezTo>
                    <a:pt x="15699" y="1924"/>
                    <a:pt x="15705" y="1923"/>
                    <a:pt x="15711" y="1923"/>
                  </a:cubicBezTo>
                  <a:lnTo>
                    <a:pt x="16240" y="1892"/>
                  </a:lnTo>
                  <a:cubicBezTo>
                    <a:pt x="16370" y="1887"/>
                    <a:pt x="16469" y="1783"/>
                    <a:pt x="16469" y="1653"/>
                  </a:cubicBezTo>
                  <a:lnTo>
                    <a:pt x="16469" y="604"/>
                  </a:lnTo>
                  <a:cubicBezTo>
                    <a:pt x="16469" y="381"/>
                    <a:pt x="16318" y="184"/>
                    <a:pt x="16105" y="127"/>
                  </a:cubicBezTo>
                  <a:cubicBezTo>
                    <a:pt x="15840" y="59"/>
                    <a:pt x="15413" y="0"/>
                    <a:pt x="146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65"/>
            <p:cNvSpPr/>
            <p:nvPr/>
          </p:nvSpPr>
          <p:spPr>
            <a:xfrm>
              <a:off x="5963225" y="2371750"/>
              <a:ext cx="414600" cy="199900"/>
            </a:xfrm>
            <a:custGeom>
              <a:avLst/>
              <a:gdLst/>
              <a:ahLst/>
              <a:cxnLst/>
              <a:rect l="l" t="t" r="r" b="b"/>
              <a:pathLst>
                <a:path w="16584" h="7996" extrusionOk="0">
                  <a:moveTo>
                    <a:pt x="14697" y="99"/>
                  </a:moveTo>
                  <a:cubicBezTo>
                    <a:pt x="15330" y="99"/>
                    <a:pt x="15811" y="142"/>
                    <a:pt x="16137" y="229"/>
                  </a:cubicBezTo>
                  <a:cubicBezTo>
                    <a:pt x="16334" y="275"/>
                    <a:pt x="16469" y="452"/>
                    <a:pt x="16469" y="654"/>
                  </a:cubicBezTo>
                  <a:lnTo>
                    <a:pt x="16469" y="1703"/>
                  </a:lnTo>
                  <a:cubicBezTo>
                    <a:pt x="16469" y="1807"/>
                    <a:pt x="16386" y="1890"/>
                    <a:pt x="16287" y="1895"/>
                  </a:cubicBezTo>
                  <a:lnTo>
                    <a:pt x="15758" y="1926"/>
                  </a:lnTo>
                  <a:cubicBezTo>
                    <a:pt x="15706" y="1926"/>
                    <a:pt x="15649" y="1906"/>
                    <a:pt x="15612" y="1869"/>
                  </a:cubicBezTo>
                  <a:cubicBezTo>
                    <a:pt x="15571" y="1833"/>
                    <a:pt x="15550" y="1786"/>
                    <a:pt x="15550" y="1734"/>
                  </a:cubicBezTo>
                  <a:lnTo>
                    <a:pt x="15550" y="1521"/>
                  </a:lnTo>
                  <a:cubicBezTo>
                    <a:pt x="15550" y="1506"/>
                    <a:pt x="15545" y="1490"/>
                    <a:pt x="15534" y="1480"/>
                  </a:cubicBezTo>
                  <a:cubicBezTo>
                    <a:pt x="15524" y="1475"/>
                    <a:pt x="15509" y="1469"/>
                    <a:pt x="15493" y="1469"/>
                  </a:cubicBezTo>
                  <a:lnTo>
                    <a:pt x="12098" y="2134"/>
                  </a:lnTo>
                  <a:cubicBezTo>
                    <a:pt x="12056" y="2139"/>
                    <a:pt x="12046" y="2196"/>
                    <a:pt x="12082" y="2222"/>
                  </a:cubicBezTo>
                  <a:lnTo>
                    <a:pt x="16292" y="5067"/>
                  </a:lnTo>
                  <a:cubicBezTo>
                    <a:pt x="16412" y="5150"/>
                    <a:pt x="16485" y="5285"/>
                    <a:pt x="16490" y="5431"/>
                  </a:cubicBezTo>
                  <a:lnTo>
                    <a:pt x="16490" y="6256"/>
                  </a:lnTo>
                  <a:cubicBezTo>
                    <a:pt x="16485" y="6344"/>
                    <a:pt x="16438" y="6427"/>
                    <a:pt x="16360" y="6469"/>
                  </a:cubicBezTo>
                  <a:lnTo>
                    <a:pt x="15669" y="6843"/>
                  </a:lnTo>
                  <a:cubicBezTo>
                    <a:pt x="15630" y="6865"/>
                    <a:pt x="15589" y="6875"/>
                    <a:pt x="15548" y="6875"/>
                  </a:cubicBezTo>
                  <a:cubicBezTo>
                    <a:pt x="15502" y="6875"/>
                    <a:pt x="15456" y="6862"/>
                    <a:pt x="15415" y="6838"/>
                  </a:cubicBezTo>
                  <a:cubicBezTo>
                    <a:pt x="15337" y="6796"/>
                    <a:pt x="15290" y="6713"/>
                    <a:pt x="15290" y="6630"/>
                  </a:cubicBezTo>
                  <a:cubicBezTo>
                    <a:pt x="15290" y="6417"/>
                    <a:pt x="15161" y="6225"/>
                    <a:pt x="14969" y="6137"/>
                  </a:cubicBezTo>
                  <a:cubicBezTo>
                    <a:pt x="13806" y="5618"/>
                    <a:pt x="12674" y="5031"/>
                    <a:pt x="11584" y="4377"/>
                  </a:cubicBezTo>
                  <a:cubicBezTo>
                    <a:pt x="10547" y="3758"/>
                    <a:pt x="9910" y="3580"/>
                    <a:pt x="9503" y="3580"/>
                  </a:cubicBezTo>
                  <a:cubicBezTo>
                    <a:pt x="9127" y="3580"/>
                    <a:pt x="8946" y="3732"/>
                    <a:pt x="8827" y="3832"/>
                  </a:cubicBezTo>
                  <a:lnTo>
                    <a:pt x="8811" y="3847"/>
                  </a:lnTo>
                  <a:cubicBezTo>
                    <a:pt x="8583" y="4034"/>
                    <a:pt x="5665" y="7243"/>
                    <a:pt x="5540" y="7383"/>
                  </a:cubicBezTo>
                  <a:cubicBezTo>
                    <a:pt x="5535" y="7388"/>
                    <a:pt x="5530" y="7398"/>
                    <a:pt x="5530" y="7414"/>
                  </a:cubicBezTo>
                  <a:lnTo>
                    <a:pt x="5530" y="7627"/>
                  </a:lnTo>
                  <a:cubicBezTo>
                    <a:pt x="5525" y="7777"/>
                    <a:pt x="5400" y="7902"/>
                    <a:pt x="5245" y="7902"/>
                  </a:cubicBezTo>
                  <a:lnTo>
                    <a:pt x="4559" y="7902"/>
                  </a:lnTo>
                  <a:cubicBezTo>
                    <a:pt x="4481" y="7902"/>
                    <a:pt x="4404" y="7871"/>
                    <a:pt x="4352" y="7814"/>
                  </a:cubicBezTo>
                  <a:cubicBezTo>
                    <a:pt x="4300" y="7757"/>
                    <a:pt x="4269" y="7684"/>
                    <a:pt x="4274" y="7611"/>
                  </a:cubicBezTo>
                  <a:cubicBezTo>
                    <a:pt x="4284" y="7383"/>
                    <a:pt x="4274" y="7154"/>
                    <a:pt x="4237" y="6931"/>
                  </a:cubicBezTo>
                  <a:cubicBezTo>
                    <a:pt x="4159" y="6485"/>
                    <a:pt x="6023" y="3894"/>
                    <a:pt x="6745" y="2933"/>
                  </a:cubicBezTo>
                  <a:cubicBezTo>
                    <a:pt x="6755" y="2918"/>
                    <a:pt x="6761" y="2902"/>
                    <a:pt x="6750" y="2887"/>
                  </a:cubicBezTo>
                  <a:cubicBezTo>
                    <a:pt x="6745" y="2866"/>
                    <a:pt x="6729" y="2856"/>
                    <a:pt x="6709" y="2856"/>
                  </a:cubicBezTo>
                  <a:lnTo>
                    <a:pt x="1086" y="2824"/>
                  </a:lnTo>
                  <a:cubicBezTo>
                    <a:pt x="1060" y="2824"/>
                    <a:pt x="1039" y="2845"/>
                    <a:pt x="1039" y="2876"/>
                  </a:cubicBezTo>
                  <a:lnTo>
                    <a:pt x="1039" y="3032"/>
                  </a:lnTo>
                  <a:cubicBezTo>
                    <a:pt x="1039" y="3180"/>
                    <a:pt x="920" y="3297"/>
                    <a:pt x="774" y="3297"/>
                  </a:cubicBezTo>
                  <a:cubicBezTo>
                    <a:pt x="770" y="3297"/>
                    <a:pt x="767" y="3297"/>
                    <a:pt x="764" y="3297"/>
                  </a:cubicBezTo>
                  <a:lnTo>
                    <a:pt x="375" y="3297"/>
                  </a:lnTo>
                  <a:cubicBezTo>
                    <a:pt x="372" y="3297"/>
                    <a:pt x="368" y="3297"/>
                    <a:pt x="365" y="3297"/>
                  </a:cubicBezTo>
                  <a:cubicBezTo>
                    <a:pt x="219" y="3297"/>
                    <a:pt x="105" y="3180"/>
                    <a:pt x="100" y="3032"/>
                  </a:cubicBezTo>
                  <a:lnTo>
                    <a:pt x="100" y="1890"/>
                  </a:lnTo>
                  <a:cubicBezTo>
                    <a:pt x="1257" y="976"/>
                    <a:pt x="7877" y="779"/>
                    <a:pt x="7939" y="779"/>
                  </a:cubicBezTo>
                  <a:lnTo>
                    <a:pt x="7944" y="779"/>
                  </a:lnTo>
                  <a:cubicBezTo>
                    <a:pt x="10983" y="327"/>
                    <a:pt x="13243" y="99"/>
                    <a:pt x="14697" y="99"/>
                  </a:cubicBezTo>
                  <a:close/>
                  <a:moveTo>
                    <a:pt x="14707" y="0"/>
                  </a:moveTo>
                  <a:cubicBezTo>
                    <a:pt x="13242" y="0"/>
                    <a:pt x="10975" y="228"/>
                    <a:pt x="7929" y="680"/>
                  </a:cubicBezTo>
                  <a:cubicBezTo>
                    <a:pt x="7617" y="691"/>
                    <a:pt x="1143" y="883"/>
                    <a:pt x="17" y="1828"/>
                  </a:cubicBezTo>
                  <a:cubicBezTo>
                    <a:pt x="6" y="1833"/>
                    <a:pt x="1" y="1848"/>
                    <a:pt x="1" y="1864"/>
                  </a:cubicBezTo>
                  <a:lnTo>
                    <a:pt x="1" y="3032"/>
                  </a:lnTo>
                  <a:cubicBezTo>
                    <a:pt x="1" y="3235"/>
                    <a:pt x="167" y="3396"/>
                    <a:pt x="370" y="3396"/>
                  </a:cubicBezTo>
                  <a:lnTo>
                    <a:pt x="759" y="3396"/>
                  </a:lnTo>
                  <a:cubicBezTo>
                    <a:pt x="961" y="3396"/>
                    <a:pt x="1133" y="3235"/>
                    <a:pt x="1133" y="3032"/>
                  </a:cubicBezTo>
                  <a:lnTo>
                    <a:pt x="1133" y="2923"/>
                  </a:lnTo>
                  <a:lnTo>
                    <a:pt x="6610" y="2954"/>
                  </a:lnTo>
                  <a:cubicBezTo>
                    <a:pt x="6215" y="3484"/>
                    <a:pt x="4045" y="6407"/>
                    <a:pt x="4139" y="6947"/>
                  </a:cubicBezTo>
                  <a:cubicBezTo>
                    <a:pt x="4175" y="7165"/>
                    <a:pt x="4191" y="7388"/>
                    <a:pt x="4180" y="7606"/>
                  </a:cubicBezTo>
                  <a:cubicBezTo>
                    <a:pt x="4175" y="7705"/>
                    <a:pt x="4211" y="7803"/>
                    <a:pt x="4279" y="7881"/>
                  </a:cubicBezTo>
                  <a:cubicBezTo>
                    <a:pt x="4352" y="7954"/>
                    <a:pt x="4455" y="7995"/>
                    <a:pt x="4559" y="7995"/>
                  </a:cubicBezTo>
                  <a:lnTo>
                    <a:pt x="5245" y="7995"/>
                  </a:lnTo>
                  <a:cubicBezTo>
                    <a:pt x="5248" y="7995"/>
                    <a:pt x="5251" y="7995"/>
                    <a:pt x="5254" y="7995"/>
                  </a:cubicBezTo>
                  <a:cubicBezTo>
                    <a:pt x="5457" y="7995"/>
                    <a:pt x="5624" y="7831"/>
                    <a:pt x="5629" y="7627"/>
                  </a:cubicBezTo>
                  <a:lnTo>
                    <a:pt x="5629" y="7429"/>
                  </a:lnTo>
                  <a:cubicBezTo>
                    <a:pt x="5842" y="7196"/>
                    <a:pt x="8661" y="4096"/>
                    <a:pt x="8874" y="3920"/>
                  </a:cubicBezTo>
                  <a:lnTo>
                    <a:pt x="8889" y="3909"/>
                  </a:lnTo>
                  <a:cubicBezTo>
                    <a:pt x="8990" y="3823"/>
                    <a:pt x="9156" y="3683"/>
                    <a:pt x="9508" y="3683"/>
                  </a:cubicBezTo>
                  <a:cubicBezTo>
                    <a:pt x="9898" y="3683"/>
                    <a:pt x="10517" y="3855"/>
                    <a:pt x="11532" y="4460"/>
                  </a:cubicBezTo>
                  <a:cubicBezTo>
                    <a:pt x="12627" y="5114"/>
                    <a:pt x="13764" y="5706"/>
                    <a:pt x="14927" y="6225"/>
                  </a:cubicBezTo>
                  <a:cubicBezTo>
                    <a:pt x="15088" y="6298"/>
                    <a:pt x="15192" y="6453"/>
                    <a:pt x="15192" y="6630"/>
                  </a:cubicBezTo>
                  <a:cubicBezTo>
                    <a:pt x="15192" y="6749"/>
                    <a:pt x="15254" y="6864"/>
                    <a:pt x="15358" y="6921"/>
                  </a:cubicBezTo>
                  <a:cubicBezTo>
                    <a:pt x="15415" y="6956"/>
                    <a:pt x="15479" y="6973"/>
                    <a:pt x="15542" y="6973"/>
                  </a:cubicBezTo>
                  <a:cubicBezTo>
                    <a:pt x="15601" y="6973"/>
                    <a:pt x="15659" y="6958"/>
                    <a:pt x="15711" y="6931"/>
                  </a:cubicBezTo>
                  <a:lnTo>
                    <a:pt x="16401" y="6557"/>
                  </a:lnTo>
                  <a:cubicBezTo>
                    <a:pt x="16510" y="6495"/>
                    <a:pt x="16583" y="6381"/>
                    <a:pt x="16583" y="6256"/>
                  </a:cubicBezTo>
                  <a:lnTo>
                    <a:pt x="16583" y="5431"/>
                  </a:lnTo>
                  <a:cubicBezTo>
                    <a:pt x="16583" y="5249"/>
                    <a:pt x="16490" y="5083"/>
                    <a:pt x="16344" y="4984"/>
                  </a:cubicBezTo>
                  <a:lnTo>
                    <a:pt x="12227" y="2201"/>
                  </a:lnTo>
                  <a:lnTo>
                    <a:pt x="15451" y="1573"/>
                  </a:lnTo>
                  <a:lnTo>
                    <a:pt x="15451" y="1734"/>
                  </a:lnTo>
                  <a:cubicBezTo>
                    <a:pt x="15451" y="1812"/>
                    <a:pt x="15483" y="1885"/>
                    <a:pt x="15540" y="1937"/>
                  </a:cubicBezTo>
                  <a:cubicBezTo>
                    <a:pt x="15593" y="1990"/>
                    <a:pt x="15668" y="2020"/>
                    <a:pt x="15745" y="2020"/>
                  </a:cubicBezTo>
                  <a:cubicBezTo>
                    <a:pt x="15751" y="2020"/>
                    <a:pt x="15757" y="2020"/>
                    <a:pt x="15763" y="2020"/>
                  </a:cubicBezTo>
                  <a:lnTo>
                    <a:pt x="16287" y="1989"/>
                  </a:lnTo>
                  <a:cubicBezTo>
                    <a:pt x="16443" y="1978"/>
                    <a:pt x="16562" y="1854"/>
                    <a:pt x="16562" y="1703"/>
                  </a:cubicBezTo>
                  <a:lnTo>
                    <a:pt x="16562" y="649"/>
                  </a:lnTo>
                  <a:cubicBezTo>
                    <a:pt x="16562" y="405"/>
                    <a:pt x="16396" y="192"/>
                    <a:pt x="16163" y="130"/>
                  </a:cubicBezTo>
                  <a:cubicBezTo>
                    <a:pt x="15831" y="43"/>
                    <a:pt x="15345" y="0"/>
                    <a:pt x="14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65"/>
            <p:cNvSpPr/>
            <p:nvPr/>
          </p:nvSpPr>
          <p:spPr>
            <a:xfrm>
              <a:off x="5964400" y="2373000"/>
              <a:ext cx="412250" cy="197475"/>
            </a:xfrm>
            <a:custGeom>
              <a:avLst/>
              <a:gdLst/>
              <a:ahLst/>
              <a:cxnLst/>
              <a:rect l="l" t="t" r="r" b="b"/>
              <a:pathLst>
                <a:path w="16490" h="7899" extrusionOk="0">
                  <a:moveTo>
                    <a:pt x="14669" y="0"/>
                  </a:moveTo>
                  <a:cubicBezTo>
                    <a:pt x="13463" y="0"/>
                    <a:pt x="11425" y="156"/>
                    <a:pt x="7892" y="682"/>
                  </a:cubicBezTo>
                  <a:cubicBezTo>
                    <a:pt x="7892" y="682"/>
                    <a:pt x="1132" y="869"/>
                    <a:pt x="1" y="1814"/>
                  </a:cubicBezTo>
                  <a:lnTo>
                    <a:pt x="1" y="2982"/>
                  </a:lnTo>
                  <a:cubicBezTo>
                    <a:pt x="6" y="3156"/>
                    <a:pt x="146" y="3299"/>
                    <a:pt x="319" y="3299"/>
                  </a:cubicBezTo>
                  <a:cubicBezTo>
                    <a:pt x="322" y="3299"/>
                    <a:pt x="325" y="3299"/>
                    <a:pt x="328" y="3299"/>
                  </a:cubicBezTo>
                  <a:lnTo>
                    <a:pt x="717" y="3299"/>
                  </a:lnTo>
                  <a:cubicBezTo>
                    <a:pt x="720" y="3299"/>
                    <a:pt x="723" y="3299"/>
                    <a:pt x="726" y="3299"/>
                  </a:cubicBezTo>
                  <a:cubicBezTo>
                    <a:pt x="899" y="3299"/>
                    <a:pt x="1039" y="3156"/>
                    <a:pt x="1039" y="2982"/>
                  </a:cubicBezTo>
                  <a:lnTo>
                    <a:pt x="1039" y="2826"/>
                  </a:lnTo>
                  <a:lnTo>
                    <a:pt x="6667" y="2858"/>
                  </a:lnTo>
                  <a:cubicBezTo>
                    <a:pt x="6667" y="2858"/>
                    <a:pt x="4045" y="6326"/>
                    <a:pt x="4144" y="6891"/>
                  </a:cubicBezTo>
                  <a:cubicBezTo>
                    <a:pt x="4180" y="7115"/>
                    <a:pt x="4196" y="7338"/>
                    <a:pt x="4185" y="7561"/>
                  </a:cubicBezTo>
                  <a:cubicBezTo>
                    <a:pt x="4175" y="7745"/>
                    <a:pt x="4321" y="7899"/>
                    <a:pt x="4508" y="7899"/>
                  </a:cubicBezTo>
                  <a:cubicBezTo>
                    <a:pt x="4511" y="7899"/>
                    <a:pt x="4514" y="7899"/>
                    <a:pt x="4517" y="7899"/>
                  </a:cubicBezTo>
                  <a:lnTo>
                    <a:pt x="5203" y="7899"/>
                  </a:lnTo>
                  <a:cubicBezTo>
                    <a:pt x="5206" y="7899"/>
                    <a:pt x="5209" y="7899"/>
                    <a:pt x="5212" y="7899"/>
                  </a:cubicBezTo>
                  <a:cubicBezTo>
                    <a:pt x="5389" y="7899"/>
                    <a:pt x="5530" y="7755"/>
                    <a:pt x="5535" y="7577"/>
                  </a:cubicBezTo>
                  <a:lnTo>
                    <a:pt x="5535" y="7364"/>
                  </a:lnTo>
                  <a:cubicBezTo>
                    <a:pt x="5535" y="7364"/>
                    <a:pt x="8572" y="4026"/>
                    <a:pt x="8801" y="3834"/>
                  </a:cubicBezTo>
                  <a:cubicBezTo>
                    <a:pt x="8910" y="3742"/>
                    <a:pt x="9081" y="3583"/>
                    <a:pt x="9461" y="3583"/>
                  </a:cubicBezTo>
                  <a:cubicBezTo>
                    <a:pt x="9859" y="3583"/>
                    <a:pt x="10486" y="3758"/>
                    <a:pt x="11511" y="4368"/>
                  </a:cubicBezTo>
                  <a:cubicBezTo>
                    <a:pt x="12606" y="5022"/>
                    <a:pt x="13738" y="5614"/>
                    <a:pt x="14906" y="6133"/>
                  </a:cubicBezTo>
                  <a:cubicBezTo>
                    <a:pt x="15083" y="6211"/>
                    <a:pt x="15197" y="6388"/>
                    <a:pt x="15197" y="6580"/>
                  </a:cubicBezTo>
                  <a:cubicBezTo>
                    <a:pt x="15201" y="6754"/>
                    <a:pt x="15344" y="6877"/>
                    <a:pt x="15501" y="6877"/>
                  </a:cubicBezTo>
                  <a:cubicBezTo>
                    <a:pt x="15550" y="6877"/>
                    <a:pt x="15600" y="6865"/>
                    <a:pt x="15648" y="6840"/>
                  </a:cubicBezTo>
                  <a:lnTo>
                    <a:pt x="16334" y="6466"/>
                  </a:lnTo>
                  <a:cubicBezTo>
                    <a:pt x="16432" y="6414"/>
                    <a:pt x="16489" y="6315"/>
                    <a:pt x="16489" y="6206"/>
                  </a:cubicBezTo>
                  <a:lnTo>
                    <a:pt x="16489" y="5381"/>
                  </a:lnTo>
                  <a:cubicBezTo>
                    <a:pt x="16489" y="5220"/>
                    <a:pt x="16412" y="5069"/>
                    <a:pt x="16277" y="4981"/>
                  </a:cubicBezTo>
                  <a:lnTo>
                    <a:pt x="12061" y="2131"/>
                  </a:lnTo>
                  <a:lnTo>
                    <a:pt x="15451" y="1466"/>
                  </a:lnTo>
                  <a:lnTo>
                    <a:pt x="15451" y="1684"/>
                  </a:lnTo>
                  <a:cubicBezTo>
                    <a:pt x="15456" y="1818"/>
                    <a:pt x="15565" y="1924"/>
                    <a:pt x="15693" y="1924"/>
                  </a:cubicBezTo>
                  <a:cubicBezTo>
                    <a:pt x="15699" y="1924"/>
                    <a:pt x="15705" y="1923"/>
                    <a:pt x="15711" y="1923"/>
                  </a:cubicBezTo>
                  <a:lnTo>
                    <a:pt x="16240" y="1892"/>
                  </a:lnTo>
                  <a:cubicBezTo>
                    <a:pt x="16370" y="1887"/>
                    <a:pt x="16469" y="1783"/>
                    <a:pt x="16469" y="1653"/>
                  </a:cubicBezTo>
                  <a:lnTo>
                    <a:pt x="16469" y="604"/>
                  </a:lnTo>
                  <a:cubicBezTo>
                    <a:pt x="16469" y="381"/>
                    <a:pt x="16318" y="184"/>
                    <a:pt x="16105" y="127"/>
                  </a:cubicBezTo>
                  <a:cubicBezTo>
                    <a:pt x="15840" y="59"/>
                    <a:pt x="15413" y="0"/>
                    <a:pt x="146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65"/>
            <p:cNvSpPr/>
            <p:nvPr/>
          </p:nvSpPr>
          <p:spPr>
            <a:xfrm>
              <a:off x="6227750" y="2469475"/>
              <a:ext cx="38175" cy="20925"/>
            </a:xfrm>
            <a:custGeom>
              <a:avLst/>
              <a:gdLst/>
              <a:ahLst/>
              <a:cxnLst/>
              <a:rect l="l" t="t" r="r" b="b"/>
              <a:pathLst>
                <a:path w="1527" h="837" extrusionOk="0">
                  <a:moveTo>
                    <a:pt x="1" y="0"/>
                  </a:moveTo>
                  <a:cubicBezTo>
                    <a:pt x="333" y="146"/>
                    <a:pt x="660" y="317"/>
                    <a:pt x="971" y="509"/>
                  </a:cubicBezTo>
                  <a:cubicBezTo>
                    <a:pt x="1164" y="623"/>
                    <a:pt x="1345" y="733"/>
                    <a:pt x="1527" y="836"/>
                  </a:cubicBezTo>
                  <a:cubicBezTo>
                    <a:pt x="1345" y="733"/>
                    <a:pt x="1164" y="623"/>
                    <a:pt x="971" y="509"/>
                  </a:cubicBezTo>
                  <a:cubicBezTo>
                    <a:pt x="660" y="317"/>
                    <a:pt x="333" y="146"/>
                    <a:pt x="1" y="0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65"/>
            <p:cNvSpPr/>
            <p:nvPr/>
          </p:nvSpPr>
          <p:spPr>
            <a:xfrm>
              <a:off x="5967900" y="2454150"/>
              <a:ext cx="4575" cy="1325"/>
            </a:xfrm>
            <a:custGeom>
              <a:avLst/>
              <a:gdLst/>
              <a:ahLst/>
              <a:cxnLst/>
              <a:rect l="l" t="t" r="r" b="b"/>
              <a:pathLst>
                <a:path w="183" h="53" extrusionOk="0">
                  <a:moveTo>
                    <a:pt x="183" y="53"/>
                  </a:moveTo>
                  <a:lnTo>
                    <a:pt x="183" y="53"/>
                  </a:lnTo>
                  <a:cubicBezTo>
                    <a:pt x="120" y="53"/>
                    <a:pt x="58" y="32"/>
                    <a:pt x="1" y="1"/>
                  </a:cubicBezTo>
                  <a:cubicBezTo>
                    <a:pt x="58" y="32"/>
                    <a:pt x="120" y="53"/>
                    <a:pt x="183" y="53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65"/>
            <p:cNvSpPr/>
            <p:nvPr/>
          </p:nvSpPr>
          <p:spPr>
            <a:xfrm>
              <a:off x="5964400" y="2368625"/>
              <a:ext cx="411850" cy="186800"/>
            </a:xfrm>
            <a:custGeom>
              <a:avLst/>
              <a:gdLst/>
              <a:ahLst/>
              <a:cxnLst/>
              <a:rect l="l" t="t" r="r" b="b"/>
              <a:pathLst>
                <a:path w="16474" h="7472" extrusionOk="0">
                  <a:moveTo>
                    <a:pt x="1039" y="3001"/>
                  </a:moveTo>
                  <a:lnTo>
                    <a:pt x="6662" y="3033"/>
                  </a:lnTo>
                  <a:cubicBezTo>
                    <a:pt x="6662" y="3033"/>
                    <a:pt x="4071" y="6464"/>
                    <a:pt x="4138" y="7056"/>
                  </a:cubicBezTo>
                  <a:cubicBezTo>
                    <a:pt x="4289" y="7248"/>
                    <a:pt x="4569" y="7471"/>
                    <a:pt x="4985" y="7253"/>
                  </a:cubicBezTo>
                  <a:cubicBezTo>
                    <a:pt x="5634" y="6905"/>
                    <a:pt x="8671" y="2996"/>
                    <a:pt x="8894" y="2996"/>
                  </a:cubicBezTo>
                  <a:cubicBezTo>
                    <a:pt x="9122" y="2996"/>
                    <a:pt x="15067" y="6054"/>
                    <a:pt x="15425" y="5929"/>
                  </a:cubicBezTo>
                  <a:cubicBezTo>
                    <a:pt x="15638" y="5852"/>
                    <a:pt x="16105" y="5556"/>
                    <a:pt x="16438" y="5338"/>
                  </a:cubicBezTo>
                  <a:cubicBezTo>
                    <a:pt x="16453" y="5369"/>
                    <a:pt x="16469" y="5405"/>
                    <a:pt x="16474" y="5441"/>
                  </a:cubicBezTo>
                  <a:cubicBezTo>
                    <a:pt x="16448" y="5322"/>
                    <a:pt x="16375" y="5218"/>
                    <a:pt x="16277" y="5151"/>
                  </a:cubicBezTo>
                  <a:lnTo>
                    <a:pt x="12061" y="2306"/>
                  </a:lnTo>
                  <a:lnTo>
                    <a:pt x="11303" y="1947"/>
                  </a:lnTo>
                  <a:cubicBezTo>
                    <a:pt x="11303" y="1947"/>
                    <a:pt x="15399" y="1278"/>
                    <a:pt x="15872" y="1106"/>
                  </a:cubicBezTo>
                  <a:cubicBezTo>
                    <a:pt x="16219" y="982"/>
                    <a:pt x="16354" y="769"/>
                    <a:pt x="16375" y="489"/>
                  </a:cubicBezTo>
                  <a:cubicBezTo>
                    <a:pt x="16308" y="395"/>
                    <a:pt x="16214" y="328"/>
                    <a:pt x="16100" y="302"/>
                  </a:cubicBezTo>
                  <a:cubicBezTo>
                    <a:pt x="15410" y="120"/>
                    <a:pt x="13603" y="1"/>
                    <a:pt x="7892" y="852"/>
                  </a:cubicBezTo>
                  <a:cubicBezTo>
                    <a:pt x="7892" y="852"/>
                    <a:pt x="1132" y="1039"/>
                    <a:pt x="1" y="1989"/>
                  </a:cubicBezTo>
                  <a:lnTo>
                    <a:pt x="1" y="2119"/>
                  </a:lnTo>
                  <a:cubicBezTo>
                    <a:pt x="89" y="2264"/>
                    <a:pt x="271" y="2415"/>
                    <a:pt x="660" y="2493"/>
                  </a:cubicBezTo>
                  <a:cubicBezTo>
                    <a:pt x="1543" y="2659"/>
                    <a:pt x="7124" y="2742"/>
                    <a:pt x="7124" y="2742"/>
                  </a:cubicBezTo>
                  <a:lnTo>
                    <a:pt x="6651" y="302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6373775" y="2380950"/>
              <a:ext cx="1700" cy="3275"/>
            </a:xfrm>
            <a:custGeom>
              <a:avLst/>
              <a:gdLst/>
              <a:ahLst/>
              <a:cxnLst/>
              <a:rect l="l" t="t" r="r" b="b"/>
              <a:pathLst>
                <a:path w="68" h="131" extrusionOk="0">
                  <a:moveTo>
                    <a:pt x="68" y="131"/>
                  </a:moveTo>
                  <a:cubicBezTo>
                    <a:pt x="52" y="84"/>
                    <a:pt x="31" y="37"/>
                    <a:pt x="0" y="1"/>
                  </a:cubicBezTo>
                  <a:cubicBezTo>
                    <a:pt x="31" y="37"/>
                    <a:pt x="52" y="84"/>
                    <a:pt x="68" y="131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65"/>
            <p:cNvSpPr/>
            <p:nvPr/>
          </p:nvSpPr>
          <p:spPr>
            <a:xfrm>
              <a:off x="6375575" y="2384600"/>
              <a:ext cx="425" cy="1450"/>
            </a:xfrm>
            <a:custGeom>
              <a:avLst/>
              <a:gdLst/>
              <a:ahLst/>
              <a:cxnLst/>
              <a:rect l="l" t="t" r="r" b="b"/>
              <a:pathLst>
                <a:path w="17" h="58" extrusionOk="0">
                  <a:moveTo>
                    <a:pt x="16" y="57"/>
                  </a:moveTo>
                  <a:cubicBezTo>
                    <a:pt x="11" y="42"/>
                    <a:pt x="6" y="21"/>
                    <a:pt x="1" y="0"/>
                  </a:cubicBezTo>
                  <a:cubicBezTo>
                    <a:pt x="6" y="21"/>
                    <a:pt x="11" y="42"/>
                    <a:pt x="16" y="57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65"/>
            <p:cNvSpPr/>
            <p:nvPr/>
          </p:nvSpPr>
          <p:spPr>
            <a:xfrm>
              <a:off x="6068100" y="2546950"/>
              <a:ext cx="950" cy="11450"/>
            </a:xfrm>
            <a:custGeom>
              <a:avLst/>
              <a:gdLst/>
              <a:ahLst/>
              <a:cxnLst/>
              <a:rect l="l" t="t" r="r" b="b"/>
              <a:pathLst>
                <a:path w="38" h="458" extrusionOk="0">
                  <a:moveTo>
                    <a:pt x="37" y="458"/>
                  </a:moveTo>
                  <a:cubicBezTo>
                    <a:pt x="37" y="302"/>
                    <a:pt x="22" y="151"/>
                    <a:pt x="1" y="1"/>
                  </a:cubicBezTo>
                  <a:cubicBezTo>
                    <a:pt x="22" y="151"/>
                    <a:pt x="37" y="302"/>
                    <a:pt x="37" y="458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65"/>
            <p:cNvSpPr/>
            <p:nvPr/>
          </p:nvSpPr>
          <p:spPr>
            <a:xfrm>
              <a:off x="6215300" y="2464925"/>
              <a:ext cx="12475" cy="4575"/>
            </a:xfrm>
            <a:custGeom>
              <a:avLst/>
              <a:gdLst/>
              <a:ahLst/>
              <a:cxnLst/>
              <a:rect l="l" t="t" r="r" b="b"/>
              <a:pathLst>
                <a:path w="499" h="183" extrusionOk="0">
                  <a:moveTo>
                    <a:pt x="499" y="182"/>
                  </a:moveTo>
                  <a:cubicBezTo>
                    <a:pt x="338" y="110"/>
                    <a:pt x="172" y="48"/>
                    <a:pt x="0" y="1"/>
                  </a:cubicBezTo>
                  <a:cubicBezTo>
                    <a:pt x="172" y="48"/>
                    <a:pt x="338" y="110"/>
                    <a:pt x="499" y="182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65"/>
            <p:cNvSpPr/>
            <p:nvPr/>
          </p:nvSpPr>
          <p:spPr>
            <a:xfrm>
              <a:off x="6266050" y="2490250"/>
              <a:ext cx="25725" cy="14175"/>
            </a:xfrm>
            <a:custGeom>
              <a:avLst/>
              <a:gdLst/>
              <a:ahLst/>
              <a:cxnLst/>
              <a:rect l="l" t="t" r="r" b="b"/>
              <a:pathLst>
                <a:path w="1029" h="567" extrusionOk="0">
                  <a:moveTo>
                    <a:pt x="1028" y="566"/>
                  </a:moveTo>
                  <a:cubicBezTo>
                    <a:pt x="701" y="395"/>
                    <a:pt x="358" y="208"/>
                    <a:pt x="0" y="0"/>
                  </a:cubicBezTo>
                  <a:cubicBezTo>
                    <a:pt x="358" y="208"/>
                    <a:pt x="706" y="395"/>
                    <a:pt x="1028" y="566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65"/>
            <p:cNvSpPr/>
            <p:nvPr/>
          </p:nvSpPr>
          <p:spPr>
            <a:xfrm>
              <a:off x="5963225" y="2371750"/>
              <a:ext cx="414600" cy="199900"/>
            </a:xfrm>
            <a:custGeom>
              <a:avLst/>
              <a:gdLst/>
              <a:ahLst/>
              <a:cxnLst/>
              <a:rect l="l" t="t" r="r" b="b"/>
              <a:pathLst>
                <a:path w="16584" h="7996" extrusionOk="0">
                  <a:moveTo>
                    <a:pt x="14697" y="99"/>
                  </a:moveTo>
                  <a:cubicBezTo>
                    <a:pt x="15330" y="99"/>
                    <a:pt x="15811" y="142"/>
                    <a:pt x="16137" y="229"/>
                  </a:cubicBezTo>
                  <a:cubicBezTo>
                    <a:pt x="16334" y="275"/>
                    <a:pt x="16469" y="452"/>
                    <a:pt x="16469" y="654"/>
                  </a:cubicBezTo>
                  <a:lnTo>
                    <a:pt x="16469" y="1703"/>
                  </a:lnTo>
                  <a:cubicBezTo>
                    <a:pt x="16469" y="1807"/>
                    <a:pt x="16386" y="1890"/>
                    <a:pt x="16287" y="1895"/>
                  </a:cubicBezTo>
                  <a:lnTo>
                    <a:pt x="15758" y="1926"/>
                  </a:lnTo>
                  <a:cubicBezTo>
                    <a:pt x="15706" y="1926"/>
                    <a:pt x="15649" y="1906"/>
                    <a:pt x="15612" y="1869"/>
                  </a:cubicBezTo>
                  <a:cubicBezTo>
                    <a:pt x="15571" y="1833"/>
                    <a:pt x="15550" y="1786"/>
                    <a:pt x="15550" y="1734"/>
                  </a:cubicBezTo>
                  <a:lnTo>
                    <a:pt x="15550" y="1521"/>
                  </a:lnTo>
                  <a:cubicBezTo>
                    <a:pt x="15550" y="1506"/>
                    <a:pt x="15545" y="1490"/>
                    <a:pt x="15534" y="1480"/>
                  </a:cubicBezTo>
                  <a:cubicBezTo>
                    <a:pt x="15524" y="1475"/>
                    <a:pt x="15509" y="1469"/>
                    <a:pt x="15493" y="1469"/>
                  </a:cubicBezTo>
                  <a:lnTo>
                    <a:pt x="12098" y="2134"/>
                  </a:lnTo>
                  <a:cubicBezTo>
                    <a:pt x="12056" y="2139"/>
                    <a:pt x="12046" y="2196"/>
                    <a:pt x="12082" y="2222"/>
                  </a:cubicBezTo>
                  <a:lnTo>
                    <a:pt x="16292" y="5067"/>
                  </a:lnTo>
                  <a:cubicBezTo>
                    <a:pt x="16412" y="5150"/>
                    <a:pt x="16485" y="5285"/>
                    <a:pt x="16490" y="5431"/>
                  </a:cubicBezTo>
                  <a:lnTo>
                    <a:pt x="16490" y="6256"/>
                  </a:lnTo>
                  <a:cubicBezTo>
                    <a:pt x="16485" y="6344"/>
                    <a:pt x="16438" y="6427"/>
                    <a:pt x="16360" y="6469"/>
                  </a:cubicBezTo>
                  <a:lnTo>
                    <a:pt x="15669" y="6843"/>
                  </a:lnTo>
                  <a:cubicBezTo>
                    <a:pt x="15630" y="6865"/>
                    <a:pt x="15589" y="6875"/>
                    <a:pt x="15548" y="6875"/>
                  </a:cubicBezTo>
                  <a:cubicBezTo>
                    <a:pt x="15502" y="6875"/>
                    <a:pt x="15456" y="6862"/>
                    <a:pt x="15415" y="6838"/>
                  </a:cubicBezTo>
                  <a:cubicBezTo>
                    <a:pt x="15337" y="6796"/>
                    <a:pt x="15290" y="6713"/>
                    <a:pt x="15290" y="6630"/>
                  </a:cubicBezTo>
                  <a:cubicBezTo>
                    <a:pt x="15290" y="6417"/>
                    <a:pt x="15161" y="6225"/>
                    <a:pt x="14969" y="6137"/>
                  </a:cubicBezTo>
                  <a:cubicBezTo>
                    <a:pt x="13806" y="5618"/>
                    <a:pt x="12674" y="5031"/>
                    <a:pt x="11584" y="4377"/>
                  </a:cubicBezTo>
                  <a:cubicBezTo>
                    <a:pt x="10547" y="3758"/>
                    <a:pt x="9910" y="3580"/>
                    <a:pt x="9503" y="3580"/>
                  </a:cubicBezTo>
                  <a:cubicBezTo>
                    <a:pt x="9127" y="3580"/>
                    <a:pt x="8946" y="3732"/>
                    <a:pt x="8827" y="3832"/>
                  </a:cubicBezTo>
                  <a:lnTo>
                    <a:pt x="8811" y="3847"/>
                  </a:lnTo>
                  <a:cubicBezTo>
                    <a:pt x="8583" y="4034"/>
                    <a:pt x="5665" y="7243"/>
                    <a:pt x="5540" y="7383"/>
                  </a:cubicBezTo>
                  <a:cubicBezTo>
                    <a:pt x="5535" y="7388"/>
                    <a:pt x="5530" y="7398"/>
                    <a:pt x="5530" y="7414"/>
                  </a:cubicBezTo>
                  <a:lnTo>
                    <a:pt x="5530" y="7627"/>
                  </a:lnTo>
                  <a:cubicBezTo>
                    <a:pt x="5525" y="7777"/>
                    <a:pt x="5400" y="7902"/>
                    <a:pt x="5245" y="7902"/>
                  </a:cubicBezTo>
                  <a:lnTo>
                    <a:pt x="4559" y="7902"/>
                  </a:lnTo>
                  <a:cubicBezTo>
                    <a:pt x="4481" y="7902"/>
                    <a:pt x="4404" y="7871"/>
                    <a:pt x="4352" y="7814"/>
                  </a:cubicBezTo>
                  <a:cubicBezTo>
                    <a:pt x="4300" y="7757"/>
                    <a:pt x="4269" y="7684"/>
                    <a:pt x="4274" y="7611"/>
                  </a:cubicBezTo>
                  <a:cubicBezTo>
                    <a:pt x="4284" y="7383"/>
                    <a:pt x="4274" y="7154"/>
                    <a:pt x="4237" y="6931"/>
                  </a:cubicBezTo>
                  <a:cubicBezTo>
                    <a:pt x="4159" y="6485"/>
                    <a:pt x="6023" y="3894"/>
                    <a:pt x="6745" y="2933"/>
                  </a:cubicBezTo>
                  <a:cubicBezTo>
                    <a:pt x="6755" y="2918"/>
                    <a:pt x="6761" y="2902"/>
                    <a:pt x="6750" y="2887"/>
                  </a:cubicBezTo>
                  <a:cubicBezTo>
                    <a:pt x="6745" y="2866"/>
                    <a:pt x="6729" y="2856"/>
                    <a:pt x="6709" y="2856"/>
                  </a:cubicBezTo>
                  <a:lnTo>
                    <a:pt x="1086" y="2824"/>
                  </a:lnTo>
                  <a:cubicBezTo>
                    <a:pt x="1060" y="2824"/>
                    <a:pt x="1039" y="2845"/>
                    <a:pt x="1039" y="2876"/>
                  </a:cubicBezTo>
                  <a:lnTo>
                    <a:pt x="1039" y="3032"/>
                  </a:lnTo>
                  <a:cubicBezTo>
                    <a:pt x="1039" y="3180"/>
                    <a:pt x="920" y="3297"/>
                    <a:pt x="774" y="3297"/>
                  </a:cubicBezTo>
                  <a:cubicBezTo>
                    <a:pt x="770" y="3297"/>
                    <a:pt x="767" y="3297"/>
                    <a:pt x="764" y="3297"/>
                  </a:cubicBezTo>
                  <a:lnTo>
                    <a:pt x="375" y="3297"/>
                  </a:lnTo>
                  <a:cubicBezTo>
                    <a:pt x="372" y="3297"/>
                    <a:pt x="368" y="3297"/>
                    <a:pt x="365" y="3297"/>
                  </a:cubicBezTo>
                  <a:cubicBezTo>
                    <a:pt x="219" y="3297"/>
                    <a:pt x="105" y="3180"/>
                    <a:pt x="100" y="3032"/>
                  </a:cubicBezTo>
                  <a:lnTo>
                    <a:pt x="100" y="1890"/>
                  </a:lnTo>
                  <a:cubicBezTo>
                    <a:pt x="1257" y="976"/>
                    <a:pt x="7877" y="779"/>
                    <a:pt x="7939" y="779"/>
                  </a:cubicBezTo>
                  <a:lnTo>
                    <a:pt x="7944" y="779"/>
                  </a:lnTo>
                  <a:cubicBezTo>
                    <a:pt x="10983" y="327"/>
                    <a:pt x="13243" y="99"/>
                    <a:pt x="14697" y="99"/>
                  </a:cubicBezTo>
                  <a:close/>
                  <a:moveTo>
                    <a:pt x="14707" y="0"/>
                  </a:moveTo>
                  <a:cubicBezTo>
                    <a:pt x="13242" y="0"/>
                    <a:pt x="10975" y="228"/>
                    <a:pt x="7929" y="680"/>
                  </a:cubicBezTo>
                  <a:cubicBezTo>
                    <a:pt x="7617" y="691"/>
                    <a:pt x="1143" y="883"/>
                    <a:pt x="17" y="1828"/>
                  </a:cubicBezTo>
                  <a:cubicBezTo>
                    <a:pt x="6" y="1833"/>
                    <a:pt x="1" y="1848"/>
                    <a:pt x="1" y="1864"/>
                  </a:cubicBezTo>
                  <a:lnTo>
                    <a:pt x="1" y="3032"/>
                  </a:lnTo>
                  <a:cubicBezTo>
                    <a:pt x="1" y="3235"/>
                    <a:pt x="167" y="3396"/>
                    <a:pt x="370" y="3396"/>
                  </a:cubicBezTo>
                  <a:lnTo>
                    <a:pt x="759" y="3396"/>
                  </a:lnTo>
                  <a:cubicBezTo>
                    <a:pt x="961" y="3396"/>
                    <a:pt x="1133" y="3235"/>
                    <a:pt x="1133" y="3032"/>
                  </a:cubicBezTo>
                  <a:lnTo>
                    <a:pt x="1133" y="2923"/>
                  </a:lnTo>
                  <a:lnTo>
                    <a:pt x="6610" y="2954"/>
                  </a:lnTo>
                  <a:cubicBezTo>
                    <a:pt x="6215" y="3484"/>
                    <a:pt x="4045" y="6407"/>
                    <a:pt x="4139" y="6947"/>
                  </a:cubicBezTo>
                  <a:cubicBezTo>
                    <a:pt x="4175" y="7165"/>
                    <a:pt x="4191" y="7388"/>
                    <a:pt x="4180" y="7606"/>
                  </a:cubicBezTo>
                  <a:cubicBezTo>
                    <a:pt x="4175" y="7705"/>
                    <a:pt x="4211" y="7803"/>
                    <a:pt x="4279" y="7881"/>
                  </a:cubicBezTo>
                  <a:cubicBezTo>
                    <a:pt x="4352" y="7954"/>
                    <a:pt x="4455" y="7995"/>
                    <a:pt x="4559" y="7995"/>
                  </a:cubicBezTo>
                  <a:lnTo>
                    <a:pt x="5245" y="7995"/>
                  </a:lnTo>
                  <a:cubicBezTo>
                    <a:pt x="5248" y="7995"/>
                    <a:pt x="5251" y="7995"/>
                    <a:pt x="5254" y="7995"/>
                  </a:cubicBezTo>
                  <a:cubicBezTo>
                    <a:pt x="5457" y="7995"/>
                    <a:pt x="5624" y="7831"/>
                    <a:pt x="5629" y="7627"/>
                  </a:cubicBezTo>
                  <a:lnTo>
                    <a:pt x="5629" y="7429"/>
                  </a:lnTo>
                  <a:cubicBezTo>
                    <a:pt x="5842" y="7196"/>
                    <a:pt x="8661" y="4096"/>
                    <a:pt x="8874" y="3920"/>
                  </a:cubicBezTo>
                  <a:lnTo>
                    <a:pt x="8889" y="3909"/>
                  </a:lnTo>
                  <a:cubicBezTo>
                    <a:pt x="8990" y="3823"/>
                    <a:pt x="9156" y="3683"/>
                    <a:pt x="9508" y="3683"/>
                  </a:cubicBezTo>
                  <a:cubicBezTo>
                    <a:pt x="9898" y="3683"/>
                    <a:pt x="10517" y="3855"/>
                    <a:pt x="11532" y="4460"/>
                  </a:cubicBezTo>
                  <a:cubicBezTo>
                    <a:pt x="12627" y="5114"/>
                    <a:pt x="13764" y="5706"/>
                    <a:pt x="14927" y="6225"/>
                  </a:cubicBezTo>
                  <a:cubicBezTo>
                    <a:pt x="15088" y="6298"/>
                    <a:pt x="15192" y="6453"/>
                    <a:pt x="15192" y="6630"/>
                  </a:cubicBezTo>
                  <a:cubicBezTo>
                    <a:pt x="15192" y="6749"/>
                    <a:pt x="15254" y="6864"/>
                    <a:pt x="15358" y="6921"/>
                  </a:cubicBezTo>
                  <a:cubicBezTo>
                    <a:pt x="15415" y="6956"/>
                    <a:pt x="15479" y="6973"/>
                    <a:pt x="15542" y="6973"/>
                  </a:cubicBezTo>
                  <a:cubicBezTo>
                    <a:pt x="15601" y="6973"/>
                    <a:pt x="15659" y="6958"/>
                    <a:pt x="15711" y="6931"/>
                  </a:cubicBezTo>
                  <a:lnTo>
                    <a:pt x="16401" y="6557"/>
                  </a:lnTo>
                  <a:cubicBezTo>
                    <a:pt x="16510" y="6495"/>
                    <a:pt x="16583" y="6381"/>
                    <a:pt x="16583" y="6256"/>
                  </a:cubicBezTo>
                  <a:lnTo>
                    <a:pt x="16583" y="5431"/>
                  </a:lnTo>
                  <a:cubicBezTo>
                    <a:pt x="16583" y="5249"/>
                    <a:pt x="16490" y="5083"/>
                    <a:pt x="16344" y="4984"/>
                  </a:cubicBezTo>
                  <a:lnTo>
                    <a:pt x="12227" y="2201"/>
                  </a:lnTo>
                  <a:lnTo>
                    <a:pt x="15451" y="1573"/>
                  </a:lnTo>
                  <a:lnTo>
                    <a:pt x="15451" y="1734"/>
                  </a:lnTo>
                  <a:cubicBezTo>
                    <a:pt x="15451" y="1812"/>
                    <a:pt x="15483" y="1885"/>
                    <a:pt x="15540" y="1937"/>
                  </a:cubicBezTo>
                  <a:cubicBezTo>
                    <a:pt x="15593" y="1990"/>
                    <a:pt x="15668" y="2020"/>
                    <a:pt x="15745" y="2020"/>
                  </a:cubicBezTo>
                  <a:cubicBezTo>
                    <a:pt x="15751" y="2020"/>
                    <a:pt x="15757" y="2020"/>
                    <a:pt x="15763" y="2020"/>
                  </a:cubicBezTo>
                  <a:lnTo>
                    <a:pt x="16287" y="1989"/>
                  </a:lnTo>
                  <a:cubicBezTo>
                    <a:pt x="16443" y="1978"/>
                    <a:pt x="16562" y="1854"/>
                    <a:pt x="16562" y="1703"/>
                  </a:cubicBezTo>
                  <a:lnTo>
                    <a:pt x="16562" y="649"/>
                  </a:lnTo>
                  <a:cubicBezTo>
                    <a:pt x="16562" y="405"/>
                    <a:pt x="16396" y="192"/>
                    <a:pt x="16163" y="130"/>
                  </a:cubicBezTo>
                  <a:cubicBezTo>
                    <a:pt x="15831" y="43"/>
                    <a:pt x="15345" y="0"/>
                    <a:pt x="14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65"/>
            <p:cNvSpPr/>
            <p:nvPr/>
          </p:nvSpPr>
          <p:spPr>
            <a:xfrm>
              <a:off x="6246950" y="2380950"/>
              <a:ext cx="129175" cy="45325"/>
            </a:xfrm>
            <a:custGeom>
              <a:avLst/>
              <a:gdLst/>
              <a:ahLst/>
              <a:cxnLst/>
              <a:rect l="l" t="t" r="r" b="b"/>
              <a:pathLst>
                <a:path w="5167" h="1813" extrusionOk="0">
                  <a:moveTo>
                    <a:pt x="5073" y="1"/>
                  </a:moveTo>
                  <a:cubicBezTo>
                    <a:pt x="5052" y="276"/>
                    <a:pt x="4917" y="494"/>
                    <a:pt x="4570" y="613"/>
                  </a:cubicBezTo>
                  <a:cubicBezTo>
                    <a:pt x="4097" y="785"/>
                    <a:pt x="1" y="1454"/>
                    <a:pt x="1" y="1454"/>
                  </a:cubicBezTo>
                  <a:lnTo>
                    <a:pt x="759" y="1813"/>
                  </a:lnTo>
                  <a:lnTo>
                    <a:pt x="4149" y="1153"/>
                  </a:lnTo>
                  <a:lnTo>
                    <a:pt x="4149" y="1366"/>
                  </a:lnTo>
                  <a:cubicBezTo>
                    <a:pt x="4154" y="1500"/>
                    <a:pt x="4263" y="1606"/>
                    <a:pt x="4391" y="1606"/>
                  </a:cubicBezTo>
                  <a:cubicBezTo>
                    <a:pt x="4397" y="1606"/>
                    <a:pt x="4403" y="1605"/>
                    <a:pt x="4409" y="1605"/>
                  </a:cubicBezTo>
                  <a:lnTo>
                    <a:pt x="4938" y="1574"/>
                  </a:lnTo>
                  <a:cubicBezTo>
                    <a:pt x="5068" y="1569"/>
                    <a:pt x="5167" y="1465"/>
                    <a:pt x="5167" y="1335"/>
                  </a:cubicBezTo>
                  <a:lnTo>
                    <a:pt x="5167" y="286"/>
                  </a:lnTo>
                  <a:cubicBezTo>
                    <a:pt x="5167" y="182"/>
                    <a:pt x="5136" y="84"/>
                    <a:pt x="5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65"/>
            <p:cNvSpPr/>
            <p:nvPr/>
          </p:nvSpPr>
          <p:spPr>
            <a:xfrm>
              <a:off x="6067850" y="2443650"/>
              <a:ext cx="308675" cy="126825"/>
            </a:xfrm>
            <a:custGeom>
              <a:avLst/>
              <a:gdLst/>
              <a:ahLst/>
              <a:cxnLst/>
              <a:rect l="l" t="t" r="r" b="b"/>
              <a:pathLst>
                <a:path w="12347" h="5073" extrusionOk="0">
                  <a:moveTo>
                    <a:pt x="4751" y="0"/>
                  </a:moveTo>
                  <a:cubicBezTo>
                    <a:pt x="4528" y="0"/>
                    <a:pt x="1490" y="3904"/>
                    <a:pt x="842" y="4252"/>
                  </a:cubicBezTo>
                  <a:cubicBezTo>
                    <a:pt x="721" y="4318"/>
                    <a:pt x="612" y="4345"/>
                    <a:pt x="514" y="4345"/>
                  </a:cubicBezTo>
                  <a:cubicBezTo>
                    <a:pt x="278" y="4345"/>
                    <a:pt x="107" y="4191"/>
                    <a:pt x="0" y="4055"/>
                  </a:cubicBezTo>
                  <a:lnTo>
                    <a:pt x="0" y="4055"/>
                  </a:lnTo>
                  <a:cubicBezTo>
                    <a:pt x="37" y="4278"/>
                    <a:pt x="52" y="4507"/>
                    <a:pt x="37" y="4730"/>
                  </a:cubicBezTo>
                  <a:cubicBezTo>
                    <a:pt x="32" y="4922"/>
                    <a:pt x="182" y="5073"/>
                    <a:pt x="369" y="5073"/>
                  </a:cubicBezTo>
                  <a:lnTo>
                    <a:pt x="1060" y="5073"/>
                  </a:lnTo>
                  <a:cubicBezTo>
                    <a:pt x="1236" y="5073"/>
                    <a:pt x="1387" y="4927"/>
                    <a:pt x="1392" y="4746"/>
                  </a:cubicBezTo>
                  <a:lnTo>
                    <a:pt x="1392" y="4538"/>
                  </a:lnTo>
                  <a:cubicBezTo>
                    <a:pt x="1392" y="4538"/>
                    <a:pt x="4429" y="1194"/>
                    <a:pt x="4657" y="1008"/>
                  </a:cubicBezTo>
                  <a:cubicBezTo>
                    <a:pt x="4766" y="914"/>
                    <a:pt x="4938" y="753"/>
                    <a:pt x="5318" y="753"/>
                  </a:cubicBezTo>
                  <a:cubicBezTo>
                    <a:pt x="5716" y="753"/>
                    <a:pt x="6343" y="929"/>
                    <a:pt x="7367" y="1542"/>
                  </a:cubicBezTo>
                  <a:cubicBezTo>
                    <a:pt x="8463" y="2196"/>
                    <a:pt x="9595" y="2783"/>
                    <a:pt x="10763" y="3307"/>
                  </a:cubicBezTo>
                  <a:cubicBezTo>
                    <a:pt x="10939" y="3385"/>
                    <a:pt x="11054" y="3557"/>
                    <a:pt x="11054" y="3754"/>
                  </a:cubicBezTo>
                  <a:cubicBezTo>
                    <a:pt x="11057" y="3928"/>
                    <a:pt x="11201" y="4051"/>
                    <a:pt x="11358" y="4051"/>
                  </a:cubicBezTo>
                  <a:cubicBezTo>
                    <a:pt x="11407" y="4051"/>
                    <a:pt x="11457" y="4039"/>
                    <a:pt x="11505" y="4014"/>
                  </a:cubicBezTo>
                  <a:lnTo>
                    <a:pt x="12191" y="3640"/>
                  </a:lnTo>
                  <a:cubicBezTo>
                    <a:pt x="12289" y="3588"/>
                    <a:pt x="12346" y="3489"/>
                    <a:pt x="12346" y="3380"/>
                  </a:cubicBezTo>
                  <a:lnTo>
                    <a:pt x="12346" y="2555"/>
                  </a:lnTo>
                  <a:cubicBezTo>
                    <a:pt x="12346" y="2477"/>
                    <a:pt x="12331" y="2404"/>
                    <a:pt x="12294" y="2337"/>
                  </a:cubicBezTo>
                  <a:cubicBezTo>
                    <a:pt x="11962" y="2560"/>
                    <a:pt x="11495" y="2856"/>
                    <a:pt x="11282" y="2928"/>
                  </a:cubicBezTo>
                  <a:cubicBezTo>
                    <a:pt x="11275" y="2931"/>
                    <a:pt x="11265" y="2932"/>
                    <a:pt x="11253" y="2932"/>
                  </a:cubicBezTo>
                  <a:cubicBezTo>
                    <a:pt x="10679" y="2932"/>
                    <a:pt x="4975" y="0"/>
                    <a:pt x="4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65"/>
            <p:cNvSpPr/>
            <p:nvPr/>
          </p:nvSpPr>
          <p:spPr>
            <a:xfrm>
              <a:off x="5964400" y="2421700"/>
              <a:ext cx="178100" cy="33775"/>
            </a:xfrm>
            <a:custGeom>
              <a:avLst/>
              <a:gdLst/>
              <a:ahLst/>
              <a:cxnLst/>
              <a:rect l="l" t="t" r="r" b="b"/>
              <a:pathLst>
                <a:path w="7124" h="1351" extrusionOk="0">
                  <a:moveTo>
                    <a:pt x="1" y="1"/>
                  </a:moveTo>
                  <a:lnTo>
                    <a:pt x="1" y="1034"/>
                  </a:lnTo>
                  <a:cubicBezTo>
                    <a:pt x="6" y="1211"/>
                    <a:pt x="146" y="1351"/>
                    <a:pt x="323" y="1351"/>
                  </a:cubicBezTo>
                  <a:lnTo>
                    <a:pt x="712" y="1351"/>
                  </a:lnTo>
                  <a:cubicBezTo>
                    <a:pt x="888" y="1351"/>
                    <a:pt x="1034" y="1211"/>
                    <a:pt x="1039" y="1034"/>
                  </a:cubicBezTo>
                  <a:lnTo>
                    <a:pt x="1039" y="878"/>
                  </a:lnTo>
                  <a:lnTo>
                    <a:pt x="6651" y="910"/>
                  </a:lnTo>
                  <a:lnTo>
                    <a:pt x="7124" y="624"/>
                  </a:lnTo>
                  <a:cubicBezTo>
                    <a:pt x="7124" y="624"/>
                    <a:pt x="1543" y="541"/>
                    <a:pt x="660" y="375"/>
                  </a:cubicBezTo>
                  <a:cubicBezTo>
                    <a:pt x="271" y="297"/>
                    <a:pt x="89" y="14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65"/>
            <p:cNvSpPr/>
            <p:nvPr/>
          </p:nvSpPr>
          <p:spPr>
            <a:xfrm>
              <a:off x="6309000" y="1934600"/>
              <a:ext cx="54925" cy="117625"/>
            </a:xfrm>
            <a:custGeom>
              <a:avLst/>
              <a:gdLst/>
              <a:ahLst/>
              <a:cxnLst/>
              <a:rect l="l" t="t" r="r" b="b"/>
              <a:pathLst>
                <a:path w="2197" h="4705" extrusionOk="0">
                  <a:moveTo>
                    <a:pt x="473" y="1"/>
                  </a:moveTo>
                  <a:cubicBezTo>
                    <a:pt x="473" y="1"/>
                    <a:pt x="432" y="3614"/>
                    <a:pt x="1" y="4367"/>
                  </a:cubicBezTo>
                  <a:lnTo>
                    <a:pt x="1724" y="4704"/>
                  </a:lnTo>
                  <a:cubicBezTo>
                    <a:pt x="1724" y="4704"/>
                    <a:pt x="2197" y="3614"/>
                    <a:pt x="2155" y="670"/>
                  </a:cubicBezTo>
                  <a:lnTo>
                    <a:pt x="4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65"/>
            <p:cNvSpPr/>
            <p:nvPr/>
          </p:nvSpPr>
          <p:spPr>
            <a:xfrm>
              <a:off x="6307700" y="1933275"/>
              <a:ext cx="57400" cy="120250"/>
            </a:xfrm>
            <a:custGeom>
              <a:avLst/>
              <a:gdLst/>
              <a:ahLst/>
              <a:cxnLst/>
              <a:rect l="l" t="t" r="r" b="b"/>
              <a:pathLst>
                <a:path w="2296" h="4810" extrusionOk="0">
                  <a:moveTo>
                    <a:pt x="572" y="121"/>
                  </a:moveTo>
                  <a:lnTo>
                    <a:pt x="2160" y="754"/>
                  </a:lnTo>
                  <a:cubicBezTo>
                    <a:pt x="2197" y="3340"/>
                    <a:pt x="1828" y="4492"/>
                    <a:pt x="1750" y="4700"/>
                  </a:cubicBezTo>
                  <a:lnTo>
                    <a:pt x="125" y="4389"/>
                  </a:lnTo>
                  <a:cubicBezTo>
                    <a:pt x="499" y="3579"/>
                    <a:pt x="567" y="635"/>
                    <a:pt x="572" y="121"/>
                  </a:cubicBezTo>
                  <a:close/>
                  <a:moveTo>
                    <a:pt x="521" y="1"/>
                  </a:moveTo>
                  <a:cubicBezTo>
                    <a:pt x="512" y="1"/>
                    <a:pt x="503" y="4"/>
                    <a:pt x="494" y="7"/>
                  </a:cubicBezTo>
                  <a:cubicBezTo>
                    <a:pt x="484" y="17"/>
                    <a:pt x="473" y="33"/>
                    <a:pt x="473" y="48"/>
                  </a:cubicBezTo>
                  <a:cubicBezTo>
                    <a:pt x="473" y="85"/>
                    <a:pt x="426" y="3662"/>
                    <a:pt x="6" y="4399"/>
                  </a:cubicBezTo>
                  <a:cubicBezTo>
                    <a:pt x="1" y="4409"/>
                    <a:pt x="1" y="4425"/>
                    <a:pt x="6" y="4441"/>
                  </a:cubicBezTo>
                  <a:cubicBezTo>
                    <a:pt x="11" y="4456"/>
                    <a:pt x="27" y="4467"/>
                    <a:pt x="42" y="4467"/>
                  </a:cubicBezTo>
                  <a:lnTo>
                    <a:pt x="1766" y="4809"/>
                  </a:lnTo>
                  <a:lnTo>
                    <a:pt x="1776" y="4809"/>
                  </a:lnTo>
                  <a:cubicBezTo>
                    <a:pt x="1797" y="4804"/>
                    <a:pt x="1813" y="4794"/>
                    <a:pt x="1818" y="4778"/>
                  </a:cubicBezTo>
                  <a:cubicBezTo>
                    <a:pt x="1839" y="4731"/>
                    <a:pt x="2295" y="3641"/>
                    <a:pt x="2254" y="723"/>
                  </a:cubicBezTo>
                  <a:cubicBezTo>
                    <a:pt x="2254" y="703"/>
                    <a:pt x="2238" y="682"/>
                    <a:pt x="2223" y="677"/>
                  </a:cubicBezTo>
                  <a:lnTo>
                    <a:pt x="541" y="7"/>
                  </a:lnTo>
                  <a:cubicBezTo>
                    <a:pt x="534" y="3"/>
                    <a:pt x="527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65"/>
            <p:cNvSpPr/>
            <p:nvPr/>
          </p:nvSpPr>
          <p:spPr>
            <a:xfrm>
              <a:off x="6320675" y="1934475"/>
              <a:ext cx="43250" cy="117750"/>
            </a:xfrm>
            <a:custGeom>
              <a:avLst/>
              <a:gdLst/>
              <a:ahLst/>
              <a:cxnLst/>
              <a:rect l="l" t="t" r="r" b="b"/>
              <a:pathLst>
                <a:path w="1730" h="4710" extrusionOk="0">
                  <a:moveTo>
                    <a:pt x="6" y="0"/>
                  </a:moveTo>
                  <a:cubicBezTo>
                    <a:pt x="6" y="0"/>
                    <a:pt x="6" y="99"/>
                    <a:pt x="1" y="260"/>
                  </a:cubicBezTo>
                  <a:lnTo>
                    <a:pt x="1039" y="675"/>
                  </a:lnTo>
                  <a:cubicBezTo>
                    <a:pt x="1076" y="3069"/>
                    <a:pt x="764" y="4242"/>
                    <a:pt x="650" y="4590"/>
                  </a:cubicBezTo>
                  <a:lnTo>
                    <a:pt x="1252" y="4709"/>
                  </a:lnTo>
                  <a:cubicBezTo>
                    <a:pt x="1252" y="4709"/>
                    <a:pt x="1730" y="3619"/>
                    <a:pt x="1688" y="675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65"/>
            <p:cNvSpPr/>
            <p:nvPr/>
          </p:nvSpPr>
          <p:spPr>
            <a:xfrm>
              <a:off x="6319525" y="1933350"/>
              <a:ext cx="45700" cy="120175"/>
            </a:xfrm>
            <a:custGeom>
              <a:avLst/>
              <a:gdLst/>
              <a:ahLst/>
              <a:cxnLst/>
              <a:rect l="l" t="t" r="r" b="b"/>
              <a:pathLst>
                <a:path w="1828" h="4807" extrusionOk="0">
                  <a:moveTo>
                    <a:pt x="99" y="118"/>
                  </a:moveTo>
                  <a:lnTo>
                    <a:pt x="1687" y="751"/>
                  </a:lnTo>
                  <a:cubicBezTo>
                    <a:pt x="1724" y="3337"/>
                    <a:pt x="1350" y="4489"/>
                    <a:pt x="1272" y="4697"/>
                  </a:cubicBezTo>
                  <a:lnTo>
                    <a:pt x="763" y="4599"/>
                  </a:lnTo>
                  <a:cubicBezTo>
                    <a:pt x="898" y="4162"/>
                    <a:pt x="1168" y="2994"/>
                    <a:pt x="1137" y="720"/>
                  </a:cubicBezTo>
                  <a:cubicBezTo>
                    <a:pt x="1137" y="700"/>
                    <a:pt x="1127" y="679"/>
                    <a:pt x="1106" y="674"/>
                  </a:cubicBezTo>
                  <a:lnTo>
                    <a:pt x="99" y="269"/>
                  </a:lnTo>
                  <a:lnTo>
                    <a:pt x="99" y="118"/>
                  </a:lnTo>
                  <a:close/>
                  <a:moveTo>
                    <a:pt x="54" y="0"/>
                  </a:moveTo>
                  <a:cubicBezTo>
                    <a:pt x="45" y="0"/>
                    <a:pt x="37" y="3"/>
                    <a:pt x="31" y="9"/>
                  </a:cubicBezTo>
                  <a:cubicBezTo>
                    <a:pt x="16" y="19"/>
                    <a:pt x="11" y="35"/>
                    <a:pt x="11" y="51"/>
                  </a:cubicBezTo>
                  <a:cubicBezTo>
                    <a:pt x="11" y="51"/>
                    <a:pt x="5" y="144"/>
                    <a:pt x="5" y="305"/>
                  </a:cubicBezTo>
                  <a:cubicBezTo>
                    <a:pt x="0" y="326"/>
                    <a:pt x="16" y="341"/>
                    <a:pt x="31" y="352"/>
                  </a:cubicBezTo>
                  <a:lnTo>
                    <a:pt x="1044" y="757"/>
                  </a:lnTo>
                  <a:cubicBezTo>
                    <a:pt x="1070" y="3088"/>
                    <a:pt x="784" y="4235"/>
                    <a:pt x="654" y="4624"/>
                  </a:cubicBezTo>
                  <a:cubicBezTo>
                    <a:pt x="649" y="4635"/>
                    <a:pt x="649" y="4650"/>
                    <a:pt x="659" y="4661"/>
                  </a:cubicBezTo>
                  <a:cubicBezTo>
                    <a:pt x="665" y="4676"/>
                    <a:pt x="675" y="4682"/>
                    <a:pt x="691" y="4687"/>
                  </a:cubicBezTo>
                  <a:lnTo>
                    <a:pt x="1293" y="4806"/>
                  </a:lnTo>
                  <a:lnTo>
                    <a:pt x="1303" y="4806"/>
                  </a:lnTo>
                  <a:cubicBezTo>
                    <a:pt x="1324" y="4806"/>
                    <a:pt x="1345" y="4796"/>
                    <a:pt x="1350" y="4775"/>
                  </a:cubicBezTo>
                  <a:cubicBezTo>
                    <a:pt x="1371" y="4728"/>
                    <a:pt x="1828" y="3643"/>
                    <a:pt x="1786" y="720"/>
                  </a:cubicBezTo>
                  <a:cubicBezTo>
                    <a:pt x="1786" y="700"/>
                    <a:pt x="1776" y="684"/>
                    <a:pt x="1755" y="679"/>
                  </a:cubicBezTo>
                  <a:lnTo>
                    <a:pt x="73" y="4"/>
                  </a:lnTo>
                  <a:cubicBezTo>
                    <a:pt x="66" y="2"/>
                    <a:pt x="60" y="0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65"/>
            <p:cNvSpPr/>
            <p:nvPr/>
          </p:nvSpPr>
          <p:spPr>
            <a:xfrm>
              <a:off x="6158350" y="1633975"/>
              <a:ext cx="333675" cy="326525"/>
            </a:xfrm>
            <a:custGeom>
              <a:avLst/>
              <a:gdLst/>
              <a:ahLst/>
              <a:cxnLst/>
              <a:rect l="l" t="t" r="r" b="b"/>
              <a:pathLst>
                <a:path w="13347" h="13061" extrusionOk="0">
                  <a:moveTo>
                    <a:pt x="8182" y="1"/>
                  </a:moveTo>
                  <a:cubicBezTo>
                    <a:pt x="5344" y="1"/>
                    <a:pt x="1" y="1440"/>
                    <a:pt x="809" y="10676"/>
                  </a:cubicBezTo>
                  <a:cubicBezTo>
                    <a:pt x="809" y="10676"/>
                    <a:pt x="207" y="12067"/>
                    <a:pt x="5549" y="12654"/>
                  </a:cubicBezTo>
                  <a:cubicBezTo>
                    <a:pt x="8002" y="12923"/>
                    <a:pt x="9565" y="13060"/>
                    <a:pt x="10580" y="13060"/>
                  </a:cubicBezTo>
                  <a:cubicBezTo>
                    <a:pt x="11775" y="13060"/>
                    <a:pt x="12210" y="12870"/>
                    <a:pt x="12444" y="12482"/>
                  </a:cubicBezTo>
                  <a:cubicBezTo>
                    <a:pt x="12874" y="11771"/>
                    <a:pt x="13347" y="3532"/>
                    <a:pt x="12874" y="2400"/>
                  </a:cubicBezTo>
                  <a:cubicBezTo>
                    <a:pt x="12402" y="1263"/>
                    <a:pt x="11109" y="43"/>
                    <a:pt x="8306" y="2"/>
                  </a:cubicBezTo>
                  <a:cubicBezTo>
                    <a:pt x="8265" y="1"/>
                    <a:pt x="8224" y="1"/>
                    <a:pt x="81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65"/>
            <p:cNvSpPr/>
            <p:nvPr/>
          </p:nvSpPr>
          <p:spPr>
            <a:xfrm>
              <a:off x="6158050" y="1632975"/>
              <a:ext cx="333975" cy="332025"/>
            </a:xfrm>
            <a:custGeom>
              <a:avLst/>
              <a:gdLst/>
              <a:ahLst/>
              <a:cxnLst/>
              <a:rect l="l" t="t" r="r" b="b"/>
              <a:pathLst>
                <a:path w="13359" h="13281" extrusionOk="0">
                  <a:moveTo>
                    <a:pt x="821" y="10716"/>
                  </a:moveTo>
                  <a:cubicBezTo>
                    <a:pt x="821" y="10716"/>
                    <a:pt x="219" y="12107"/>
                    <a:pt x="5561" y="12694"/>
                  </a:cubicBezTo>
                  <a:cubicBezTo>
                    <a:pt x="10903" y="13280"/>
                    <a:pt x="12025" y="13239"/>
                    <a:pt x="12456" y="12522"/>
                  </a:cubicBezTo>
                  <a:cubicBezTo>
                    <a:pt x="12886" y="11811"/>
                    <a:pt x="13359" y="3572"/>
                    <a:pt x="12886" y="2440"/>
                  </a:cubicBezTo>
                  <a:cubicBezTo>
                    <a:pt x="12414" y="1303"/>
                    <a:pt x="11121" y="83"/>
                    <a:pt x="8318" y="42"/>
                  </a:cubicBezTo>
                  <a:cubicBezTo>
                    <a:pt x="5514" y="0"/>
                    <a:pt x="1" y="1345"/>
                    <a:pt x="821" y="1071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65"/>
            <p:cNvSpPr/>
            <p:nvPr/>
          </p:nvSpPr>
          <p:spPr>
            <a:xfrm>
              <a:off x="6168950" y="1632800"/>
              <a:ext cx="324775" cy="328950"/>
            </a:xfrm>
            <a:custGeom>
              <a:avLst/>
              <a:gdLst/>
              <a:ahLst/>
              <a:cxnLst/>
              <a:rect l="l" t="t" r="r" b="b"/>
              <a:pathLst>
                <a:path w="12991" h="13158" extrusionOk="0">
                  <a:moveTo>
                    <a:pt x="7749" y="99"/>
                  </a:moveTo>
                  <a:cubicBezTo>
                    <a:pt x="7797" y="99"/>
                    <a:pt x="7842" y="100"/>
                    <a:pt x="7887" y="101"/>
                  </a:cubicBezTo>
                  <a:cubicBezTo>
                    <a:pt x="10981" y="147"/>
                    <a:pt x="12051" y="1601"/>
                    <a:pt x="12409" y="2463"/>
                  </a:cubicBezTo>
                  <a:cubicBezTo>
                    <a:pt x="12887" y="3600"/>
                    <a:pt x="12383" y="11844"/>
                    <a:pt x="11983" y="12509"/>
                  </a:cubicBezTo>
                  <a:cubicBezTo>
                    <a:pt x="11759" y="12877"/>
                    <a:pt x="11308" y="13057"/>
                    <a:pt x="10141" y="13057"/>
                  </a:cubicBezTo>
                  <a:cubicBezTo>
                    <a:pt x="9124" y="13057"/>
                    <a:pt x="7562" y="12920"/>
                    <a:pt x="5130" y="12654"/>
                  </a:cubicBezTo>
                  <a:cubicBezTo>
                    <a:pt x="1652" y="12270"/>
                    <a:pt x="738" y="11543"/>
                    <a:pt x="504" y="11143"/>
                  </a:cubicBezTo>
                  <a:cubicBezTo>
                    <a:pt x="364" y="10910"/>
                    <a:pt x="432" y="10754"/>
                    <a:pt x="432" y="10744"/>
                  </a:cubicBezTo>
                  <a:cubicBezTo>
                    <a:pt x="432" y="10738"/>
                    <a:pt x="437" y="10728"/>
                    <a:pt x="437" y="10723"/>
                  </a:cubicBezTo>
                  <a:cubicBezTo>
                    <a:pt x="99" y="6902"/>
                    <a:pt x="790" y="4046"/>
                    <a:pt x="2477" y="2229"/>
                  </a:cubicBezTo>
                  <a:cubicBezTo>
                    <a:pt x="4180" y="396"/>
                    <a:pt x="6458" y="99"/>
                    <a:pt x="7749" y="99"/>
                  </a:cubicBezTo>
                  <a:close/>
                  <a:moveTo>
                    <a:pt x="7750" y="1"/>
                  </a:moveTo>
                  <a:cubicBezTo>
                    <a:pt x="6438" y="1"/>
                    <a:pt x="4134" y="302"/>
                    <a:pt x="2405" y="2162"/>
                  </a:cubicBezTo>
                  <a:cubicBezTo>
                    <a:pt x="696" y="3994"/>
                    <a:pt x="1" y="6876"/>
                    <a:pt x="338" y="10718"/>
                  </a:cubicBezTo>
                  <a:cubicBezTo>
                    <a:pt x="323" y="10764"/>
                    <a:pt x="276" y="10946"/>
                    <a:pt x="416" y="11185"/>
                  </a:cubicBezTo>
                  <a:cubicBezTo>
                    <a:pt x="707" y="11694"/>
                    <a:pt x="1766" y="12379"/>
                    <a:pt x="5120" y="12748"/>
                  </a:cubicBezTo>
                  <a:cubicBezTo>
                    <a:pt x="7560" y="13017"/>
                    <a:pt x="9128" y="13158"/>
                    <a:pt x="10151" y="13158"/>
                  </a:cubicBezTo>
                  <a:cubicBezTo>
                    <a:pt x="11365" y="13158"/>
                    <a:pt x="11822" y="12960"/>
                    <a:pt x="12066" y="12555"/>
                  </a:cubicBezTo>
                  <a:cubicBezTo>
                    <a:pt x="12508" y="11823"/>
                    <a:pt x="12990" y="3605"/>
                    <a:pt x="12497" y="2426"/>
                  </a:cubicBezTo>
                  <a:cubicBezTo>
                    <a:pt x="12129" y="1544"/>
                    <a:pt x="11038" y="49"/>
                    <a:pt x="7887" y="2"/>
                  </a:cubicBezTo>
                  <a:cubicBezTo>
                    <a:pt x="7842" y="1"/>
                    <a:pt x="7797" y="1"/>
                    <a:pt x="7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65"/>
            <p:cNvSpPr/>
            <p:nvPr/>
          </p:nvSpPr>
          <p:spPr>
            <a:xfrm>
              <a:off x="6299525" y="1633975"/>
              <a:ext cx="192650" cy="326475"/>
            </a:xfrm>
            <a:custGeom>
              <a:avLst/>
              <a:gdLst/>
              <a:ahLst/>
              <a:cxnLst/>
              <a:rect l="l" t="t" r="r" b="b"/>
              <a:pathLst>
                <a:path w="7706" h="13059" extrusionOk="0">
                  <a:moveTo>
                    <a:pt x="2524" y="0"/>
                  </a:moveTo>
                  <a:cubicBezTo>
                    <a:pt x="1668" y="0"/>
                    <a:pt x="818" y="135"/>
                    <a:pt x="1" y="396"/>
                  </a:cubicBezTo>
                  <a:cubicBezTo>
                    <a:pt x="332" y="359"/>
                    <a:pt x="668" y="338"/>
                    <a:pt x="1000" y="338"/>
                  </a:cubicBezTo>
                  <a:cubicBezTo>
                    <a:pt x="1037" y="338"/>
                    <a:pt x="1074" y="339"/>
                    <a:pt x="1112" y="339"/>
                  </a:cubicBezTo>
                  <a:cubicBezTo>
                    <a:pt x="3915" y="381"/>
                    <a:pt x="5208" y="1601"/>
                    <a:pt x="5680" y="2733"/>
                  </a:cubicBezTo>
                  <a:cubicBezTo>
                    <a:pt x="6153" y="3869"/>
                    <a:pt x="5680" y="12109"/>
                    <a:pt x="5249" y="12820"/>
                  </a:cubicBezTo>
                  <a:cubicBezTo>
                    <a:pt x="5197" y="12913"/>
                    <a:pt x="5125" y="12991"/>
                    <a:pt x="5047" y="13059"/>
                  </a:cubicBezTo>
                  <a:cubicBezTo>
                    <a:pt x="6158" y="13048"/>
                    <a:pt x="6573" y="12861"/>
                    <a:pt x="6802" y="12482"/>
                  </a:cubicBezTo>
                  <a:cubicBezTo>
                    <a:pt x="7233" y="11766"/>
                    <a:pt x="7705" y="3532"/>
                    <a:pt x="7233" y="2400"/>
                  </a:cubicBezTo>
                  <a:cubicBezTo>
                    <a:pt x="6755" y="1263"/>
                    <a:pt x="5462" y="43"/>
                    <a:pt x="2664" y="2"/>
                  </a:cubicBezTo>
                  <a:cubicBezTo>
                    <a:pt x="2617" y="1"/>
                    <a:pt x="2570" y="0"/>
                    <a:pt x="25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65"/>
            <p:cNvSpPr/>
            <p:nvPr/>
          </p:nvSpPr>
          <p:spPr>
            <a:xfrm>
              <a:off x="6298225" y="1632800"/>
              <a:ext cx="195500" cy="328950"/>
            </a:xfrm>
            <a:custGeom>
              <a:avLst/>
              <a:gdLst/>
              <a:ahLst/>
              <a:cxnLst/>
              <a:rect l="l" t="t" r="r" b="b"/>
              <a:pathLst>
                <a:path w="7820" h="13158" extrusionOk="0">
                  <a:moveTo>
                    <a:pt x="2550" y="99"/>
                  </a:moveTo>
                  <a:cubicBezTo>
                    <a:pt x="2606" y="99"/>
                    <a:pt x="2661" y="99"/>
                    <a:pt x="2716" y="101"/>
                  </a:cubicBezTo>
                  <a:cubicBezTo>
                    <a:pt x="5810" y="142"/>
                    <a:pt x="6880" y="1601"/>
                    <a:pt x="7238" y="2463"/>
                  </a:cubicBezTo>
                  <a:cubicBezTo>
                    <a:pt x="7716" y="3600"/>
                    <a:pt x="7212" y="11844"/>
                    <a:pt x="6812" y="12509"/>
                  </a:cubicBezTo>
                  <a:cubicBezTo>
                    <a:pt x="6615" y="12825"/>
                    <a:pt x="6277" y="13033"/>
                    <a:pt x="5218" y="13054"/>
                  </a:cubicBezTo>
                  <a:cubicBezTo>
                    <a:pt x="5265" y="13007"/>
                    <a:pt x="5307" y="12950"/>
                    <a:pt x="5343" y="12893"/>
                  </a:cubicBezTo>
                  <a:cubicBezTo>
                    <a:pt x="5784" y="12156"/>
                    <a:pt x="6267" y="3937"/>
                    <a:pt x="5774" y="2764"/>
                  </a:cubicBezTo>
                  <a:cubicBezTo>
                    <a:pt x="5405" y="1876"/>
                    <a:pt x="4315" y="386"/>
                    <a:pt x="1164" y="339"/>
                  </a:cubicBezTo>
                  <a:lnTo>
                    <a:pt x="1039" y="339"/>
                  </a:lnTo>
                  <a:cubicBezTo>
                    <a:pt x="873" y="339"/>
                    <a:pt x="712" y="339"/>
                    <a:pt x="541" y="350"/>
                  </a:cubicBezTo>
                  <a:cubicBezTo>
                    <a:pt x="1198" y="187"/>
                    <a:pt x="1874" y="99"/>
                    <a:pt x="2550" y="99"/>
                  </a:cubicBezTo>
                  <a:close/>
                  <a:moveTo>
                    <a:pt x="2575" y="1"/>
                  </a:moveTo>
                  <a:cubicBezTo>
                    <a:pt x="1714" y="1"/>
                    <a:pt x="859" y="136"/>
                    <a:pt x="37" y="397"/>
                  </a:cubicBezTo>
                  <a:cubicBezTo>
                    <a:pt x="16" y="402"/>
                    <a:pt x="1" y="428"/>
                    <a:pt x="6" y="454"/>
                  </a:cubicBezTo>
                  <a:cubicBezTo>
                    <a:pt x="10" y="476"/>
                    <a:pt x="31" y="491"/>
                    <a:pt x="50" y="491"/>
                  </a:cubicBezTo>
                  <a:cubicBezTo>
                    <a:pt x="52" y="491"/>
                    <a:pt x="55" y="491"/>
                    <a:pt x="58" y="490"/>
                  </a:cubicBezTo>
                  <a:cubicBezTo>
                    <a:pt x="389" y="453"/>
                    <a:pt x="721" y="432"/>
                    <a:pt x="1052" y="432"/>
                  </a:cubicBezTo>
                  <a:cubicBezTo>
                    <a:pt x="1089" y="432"/>
                    <a:pt x="1126" y="432"/>
                    <a:pt x="1164" y="433"/>
                  </a:cubicBezTo>
                  <a:cubicBezTo>
                    <a:pt x="4258" y="480"/>
                    <a:pt x="5327" y="1938"/>
                    <a:pt x="5686" y="2800"/>
                  </a:cubicBezTo>
                  <a:cubicBezTo>
                    <a:pt x="6163" y="3937"/>
                    <a:pt x="5660" y="12182"/>
                    <a:pt x="5260" y="12841"/>
                  </a:cubicBezTo>
                  <a:cubicBezTo>
                    <a:pt x="5208" y="12929"/>
                    <a:pt x="5140" y="13007"/>
                    <a:pt x="5068" y="13069"/>
                  </a:cubicBezTo>
                  <a:cubicBezTo>
                    <a:pt x="5031" y="13101"/>
                    <a:pt x="5052" y="13158"/>
                    <a:pt x="5099" y="13158"/>
                  </a:cubicBezTo>
                  <a:cubicBezTo>
                    <a:pt x="6153" y="13147"/>
                    <a:pt x="6636" y="12981"/>
                    <a:pt x="6895" y="12555"/>
                  </a:cubicBezTo>
                  <a:cubicBezTo>
                    <a:pt x="7337" y="11823"/>
                    <a:pt x="7819" y="3605"/>
                    <a:pt x="7331" y="2426"/>
                  </a:cubicBezTo>
                  <a:cubicBezTo>
                    <a:pt x="6958" y="1544"/>
                    <a:pt x="5867" y="49"/>
                    <a:pt x="2716" y="2"/>
                  </a:cubicBezTo>
                  <a:cubicBezTo>
                    <a:pt x="2669" y="1"/>
                    <a:pt x="2622" y="1"/>
                    <a:pt x="2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65"/>
            <p:cNvSpPr/>
            <p:nvPr/>
          </p:nvSpPr>
          <p:spPr>
            <a:xfrm>
              <a:off x="6299525" y="1633975"/>
              <a:ext cx="192650" cy="326475"/>
            </a:xfrm>
            <a:custGeom>
              <a:avLst/>
              <a:gdLst/>
              <a:ahLst/>
              <a:cxnLst/>
              <a:rect l="l" t="t" r="r" b="b"/>
              <a:pathLst>
                <a:path w="7706" h="13059" extrusionOk="0">
                  <a:moveTo>
                    <a:pt x="2524" y="0"/>
                  </a:moveTo>
                  <a:cubicBezTo>
                    <a:pt x="1668" y="0"/>
                    <a:pt x="818" y="135"/>
                    <a:pt x="1" y="396"/>
                  </a:cubicBezTo>
                  <a:cubicBezTo>
                    <a:pt x="332" y="359"/>
                    <a:pt x="668" y="338"/>
                    <a:pt x="1000" y="338"/>
                  </a:cubicBezTo>
                  <a:cubicBezTo>
                    <a:pt x="1037" y="338"/>
                    <a:pt x="1074" y="339"/>
                    <a:pt x="1112" y="339"/>
                  </a:cubicBezTo>
                  <a:cubicBezTo>
                    <a:pt x="3915" y="381"/>
                    <a:pt x="5208" y="1601"/>
                    <a:pt x="5680" y="2733"/>
                  </a:cubicBezTo>
                  <a:cubicBezTo>
                    <a:pt x="6153" y="3869"/>
                    <a:pt x="5680" y="12109"/>
                    <a:pt x="5249" y="12820"/>
                  </a:cubicBezTo>
                  <a:cubicBezTo>
                    <a:pt x="5197" y="12913"/>
                    <a:pt x="5125" y="12991"/>
                    <a:pt x="5047" y="13059"/>
                  </a:cubicBezTo>
                  <a:cubicBezTo>
                    <a:pt x="6158" y="13048"/>
                    <a:pt x="6573" y="12861"/>
                    <a:pt x="6802" y="12482"/>
                  </a:cubicBezTo>
                  <a:cubicBezTo>
                    <a:pt x="7233" y="11766"/>
                    <a:pt x="7705" y="3532"/>
                    <a:pt x="7233" y="2400"/>
                  </a:cubicBezTo>
                  <a:cubicBezTo>
                    <a:pt x="6755" y="1263"/>
                    <a:pt x="5462" y="43"/>
                    <a:pt x="2664" y="2"/>
                  </a:cubicBezTo>
                  <a:cubicBezTo>
                    <a:pt x="2617" y="1"/>
                    <a:pt x="2570" y="0"/>
                    <a:pt x="2524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65"/>
            <p:cNvSpPr/>
            <p:nvPr/>
          </p:nvSpPr>
          <p:spPr>
            <a:xfrm>
              <a:off x="6153125" y="2247525"/>
              <a:ext cx="69200" cy="171125"/>
            </a:xfrm>
            <a:custGeom>
              <a:avLst/>
              <a:gdLst/>
              <a:ahLst/>
              <a:cxnLst/>
              <a:rect l="l" t="t" r="r" b="b"/>
              <a:pathLst>
                <a:path w="2768" h="6845" extrusionOk="0">
                  <a:moveTo>
                    <a:pt x="0" y="1"/>
                  </a:moveTo>
                  <a:lnTo>
                    <a:pt x="0" y="6335"/>
                  </a:lnTo>
                  <a:cubicBezTo>
                    <a:pt x="0" y="6335"/>
                    <a:pt x="598" y="6845"/>
                    <a:pt x="1418" y="6845"/>
                  </a:cubicBezTo>
                  <a:cubicBezTo>
                    <a:pt x="1828" y="6845"/>
                    <a:pt x="2293" y="6717"/>
                    <a:pt x="2768" y="6335"/>
                  </a:cubicBezTo>
                  <a:lnTo>
                    <a:pt x="27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65"/>
            <p:cNvSpPr/>
            <p:nvPr/>
          </p:nvSpPr>
          <p:spPr>
            <a:xfrm>
              <a:off x="6153125" y="2247525"/>
              <a:ext cx="69200" cy="187050"/>
            </a:xfrm>
            <a:custGeom>
              <a:avLst/>
              <a:gdLst/>
              <a:ahLst/>
              <a:cxnLst/>
              <a:rect l="l" t="t" r="r" b="b"/>
              <a:pathLst>
                <a:path w="2768" h="7482" extrusionOk="0">
                  <a:moveTo>
                    <a:pt x="2768" y="6335"/>
                  </a:moveTo>
                  <a:lnTo>
                    <a:pt x="2768" y="6335"/>
                  </a:lnTo>
                  <a:cubicBezTo>
                    <a:pt x="1345" y="7482"/>
                    <a:pt x="0" y="6335"/>
                    <a:pt x="0" y="6335"/>
                  </a:cubicBezTo>
                  <a:lnTo>
                    <a:pt x="0" y="1"/>
                  </a:lnTo>
                  <a:lnTo>
                    <a:pt x="276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65"/>
            <p:cNvSpPr/>
            <p:nvPr/>
          </p:nvSpPr>
          <p:spPr>
            <a:xfrm>
              <a:off x="6151825" y="2246225"/>
              <a:ext cx="71800" cy="173575"/>
            </a:xfrm>
            <a:custGeom>
              <a:avLst/>
              <a:gdLst/>
              <a:ahLst/>
              <a:cxnLst/>
              <a:rect l="l" t="t" r="r" b="b"/>
              <a:pathLst>
                <a:path w="2872" h="6943" extrusionOk="0">
                  <a:moveTo>
                    <a:pt x="2768" y="99"/>
                  </a:moveTo>
                  <a:lnTo>
                    <a:pt x="2768" y="6366"/>
                  </a:lnTo>
                  <a:cubicBezTo>
                    <a:pt x="2307" y="6731"/>
                    <a:pt x="1857" y="6853"/>
                    <a:pt x="1461" y="6853"/>
                  </a:cubicBezTo>
                  <a:cubicBezTo>
                    <a:pt x="742" y="6853"/>
                    <a:pt x="201" y="6450"/>
                    <a:pt x="94" y="6366"/>
                  </a:cubicBezTo>
                  <a:lnTo>
                    <a:pt x="94" y="99"/>
                  </a:lnTo>
                  <a:close/>
                  <a:moveTo>
                    <a:pt x="47" y="1"/>
                  </a:moveTo>
                  <a:cubicBezTo>
                    <a:pt x="21" y="1"/>
                    <a:pt x="0" y="27"/>
                    <a:pt x="0" y="53"/>
                  </a:cubicBezTo>
                  <a:lnTo>
                    <a:pt x="0" y="6387"/>
                  </a:lnTo>
                  <a:cubicBezTo>
                    <a:pt x="0" y="6397"/>
                    <a:pt x="6" y="6413"/>
                    <a:pt x="16" y="6423"/>
                  </a:cubicBezTo>
                  <a:cubicBezTo>
                    <a:pt x="26" y="6433"/>
                    <a:pt x="639" y="6942"/>
                    <a:pt x="1470" y="6942"/>
                  </a:cubicBezTo>
                  <a:cubicBezTo>
                    <a:pt x="1890" y="6942"/>
                    <a:pt x="2368" y="6812"/>
                    <a:pt x="2851" y="6423"/>
                  </a:cubicBezTo>
                  <a:cubicBezTo>
                    <a:pt x="2861" y="6413"/>
                    <a:pt x="2866" y="6402"/>
                    <a:pt x="2871" y="6387"/>
                  </a:cubicBezTo>
                  <a:lnTo>
                    <a:pt x="2871" y="53"/>
                  </a:lnTo>
                  <a:cubicBezTo>
                    <a:pt x="2866" y="27"/>
                    <a:pt x="2846" y="1"/>
                    <a:pt x="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65"/>
            <p:cNvSpPr/>
            <p:nvPr/>
          </p:nvSpPr>
          <p:spPr>
            <a:xfrm>
              <a:off x="6152725" y="2235600"/>
              <a:ext cx="69075" cy="24675"/>
            </a:xfrm>
            <a:custGeom>
              <a:avLst/>
              <a:gdLst/>
              <a:ahLst/>
              <a:cxnLst/>
              <a:rect l="l" t="t" r="r" b="b"/>
              <a:pathLst>
                <a:path w="2763" h="987" extrusionOk="0">
                  <a:moveTo>
                    <a:pt x="1382" y="0"/>
                  </a:moveTo>
                  <a:cubicBezTo>
                    <a:pt x="619" y="0"/>
                    <a:pt x="1" y="218"/>
                    <a:pt x="1" y="493"/>
                  </a:cubicBezTo>
                  <a:cubicBezTo>
                    <a:pt x="1" y="763"/>
                    <a:pt x="619" y="987"/>
                    <a:pt x="1382" y="987"/>
                  </a:cubicBezTo>
                  <a:cubicBezTo>
                    <a:pt x="2145" y="987"/>
                    <a:pt x="2763" y="763"/>
                    <a:pt x="2763" y="493"/>
                  </a:cubicBezTo>
                  <a:cubicBezTo>
                    <a:pt x="2763" y="218"/>
                    <a:pt x="2145" y="0"/>
                    <a:pt x="13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65"/>
            <p:cNvSpPr/>
            <p:nvPr/>
          </p:nvSpPr>
          <p:spPr>
            <a:xfrm>
              <a:off x="6151575" y="2234300"/>
              <a:ext cx="71400" cy="27150"/>
            </a:xfrm>
            <a:custGeom>
              <a:avLst/>
              <a:gdLst/>
              <a:ahLst/>
              <a:cxnLst/>
              <a:rect l="l" t="t" r="r" b="b"/>
              <a:pathLst>
                <a:path w="2856" h="1086" extrusionOk="0">
                  <a:moveTo>
                    <a:pt x="1428" y="99"/>
                  </a:moveTo>
                  <a:cubicBezTo>
                    <a:pt x="2212" y="99"/>
                    <a:pt x="2762" y="332"/>
                    <a:pt x="2762" y="545"/>
                  </a:cubicBezTo>
                  <a:cubicBezTo>
                    <a:pt x="2762" y="753"/>
                    <a:pt x="2212" y="992"/>
                    <a:pt x="1428" y="992"/>
                  </a:cubicBezTo>
                  <a:cubicBezTo>
                    <a:pt x="644" y="992"/>
                    <a:pt x="99" y="758"/>
                    <a:pt x="99" y="545"/>
                  </a:cubicBezTo>
                  <a:cubicBezTo>
                    <a:pt x="99" y="332"/>
                    <a:pt x="644" y="99"/>
                    <a:pt x="1428" y="99"/>
                  </a:cubicBezTo>
                  <a:close/>
                  <a:moveTo>
                    <a:pt x="1428" y="0"/>
                  </a:moveTo>
                  <a:cubicBezTo>
                    <a:pt x="628" y="0"/>
                    <a:pt x="0" y="239"/>
                    <a:pt x="0" y="545"/>
                  </a:cubicBezTo>
                  <a:cubicBezTo>
                    <a:pt x="0" y="846"/>
                    <a:pt x="628" y="1085"/>
                    <a:pt x="1428" y="1085"/>
                  </a:cubicBezTo>
                  <a:cubicBezTo>
                    <a:pt x="2233" y="1085"/>
                    <a:pt x="2856" y="852"/>
                    <a:pt x="2856" y="545"/>
                  </a:cubicBezTo>
                  <a:cubicBezTo>
                    <a:pt x="2856" y="239"/>
                    <a:pt x="2227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65"/>
            <p:cNvSpPr/>
            <p:nvPr/>
          </p:nvSpPr>
          <p:spPr>
            <a:xfrm>
              <a:off x="6165325" y="2232600"/>
              <a:ext cx="44025" cy="23250"/>
            </a:xfrm>
            <a:custGeom>
              <a:avLst/>
              <a:gdLst/>
              <a:ahLst/>
              <a:cxnLst/>
              <a:rect l="l" t="t" r="r" b="b"/>
              <a:pathLst>
                <a:path w="1761" h="930" extrusionOk="0">
                  <a:moveTo>
                    <a:pt x="878" y="1"/>
                  </a:moveTo>
                  <a:cubicBezTo>
                    <a:pt x="395" y="1"/>
                    <a:pt x="0" y="146"/>
                    <a:pt x="0" y="317"/>
                  </a:cubicBezTo>
                  <a:lnTo>
                    <a:pt x="0" y="613"/>
                  </a:lnTo>
                  <a:cubicBezTo>
                    <a:pt x="0" y="785"/>
                    <a:pt x="395" y="930"/>
                    <a:pt x="878" y="930"/>
                  </a:cubicBezTo>
                  <a:cubicBezTo>
                    <a:pt x="1366" y="930"/>
                    <a:pt x="1760" y="785"/>
                    <a:pt x="1760" y="613"/>
                  </a:cubicBezTo>
                  <a:lnTo>
                    <a:pt x="1760" y="317"/>
                  </a:lnTo>
                  <a:cubicBezTo>
                    <a:pt x="1760" y="146"/>
                    <a:pt x="1366" y="1"/>
                    <a:pt x="8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65"/>
            <p:cNvSpPr/>
            <p:nvPr/>
          </p:nvSpPr>
          <p:spPr>
            <a:xfrm>
              <a:off x="6164025" y="2231425"/>
              <a:ext cx="46500" cy="25600"/>
            </a:xfrm>
            <a:custGeom>
              <a:avLst/>
              <a:gdLst/>
              <a:ahLst/>
              <a:cxnLst/>
              <a:rect l="l" t="t" r="r" b="b"/>
              <a:pathLst>
                <a:path w="1860" h="1024" extrusionOk="0">
                  <a:moveTo>
                    <a:pt x="930" y="100"/>
                  </a:moveTo>
                  <a:cubicBezTo>
                    <a:pt x="1407" y="100"/>
                    <a:pt x="1766" y="240"/>
                    <a:pt x="1766" y="364"/>
                  </a:cubicBezTo>
                  <a:lnTo>
                    <a:pt x="1766" y="660"/>
                  </a:lnTo>
                  <a:cubicBezTo>
                    <a:pt x="1766" y="785"/>
                    <a:pt x="1407" y="925"/>
                    <a:pt x="930" y="925"/>
                  </a:cubicBezTo>
                  <a:cubicBezTo>
                    <a:pt x="452" y="925"/>
                    <a:pt x="99" y="785"/>
                    <a:pt x="99" y="660"/>
                  </a:cubicBezTo>
                  <a:lnTo>
                    <a:pt x="99" y="364"/>
                  </a:lnTo>
                  <a:cubicBezTo>
                    <a:pt x="99" y="240"/>
                    <a:pt x="452" y="100"/>
                    <a:pt x="930" y="100"/>
                  </a:cubicBezTo>
                  <a:close/>
                  <a:moveTo>
                    <a:pt x="930" y="1"/>
                  </a:moveTo>
                  <a:cubicBezTo>
                    <a:pt x="478" y="1"/>
                    <a:pt x="0" y="131"/>
                    <a:pt x="0" y="364"/>
                  </a:cubicBezTo>
                  <a:lnTo>
                    <a:pt x="0" y="660"/>
                  </a:lnTo>
                  <a:cubicBezTo>
                    <a:pt x="0" y="894"/>
                    <a:pt x="478" y="1024"/>
                    <a:pt x="930" y="1024"/>
                  </a:cubicBezTo>
                  <a:cubicBezTo>
                    <a:pt x="1381" y="1024"/>
                    <a:pt x="1859" y="894"/>
                    <a:pt x="1859" y="660"/>
                  </a:cubicBezTo>
                  <a:lnTo>
                    <a:pt x="1859" y="364"/>
                  </a:lnTo>
                  <a:cubicBezTo>
                    <a:pt x="1859" y="131"/>
                    <a:pt x="1381" y="1"/>
                    <a:pt x="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65"/>
            <p:cNvSpPr/>
            <p:nvPr/>
          </p:nvSpPr>
          <p:spPr>
            <a:xfrm>
              <a:off x="6165325" y="2232600"/>
              <a:ext cx="44025" cy="15875"/>
            </a:xfrm>
            <a:custGeom>
              <a:avLst/>
              <a:gdLst/>
              <a:ahLst/>
              <a:cxnLst/>
              <a:rect l="l" t="t" r="r" b="b"/>
              <a:pathLst>
                <a:path w="1761" h="635" extrusionOk="0">
                  <a:moveTo>
                    <a:pt x="878" y="1"/>
                  </a:moveTo>
                  <a:cubicBezTo>
                    <a:pt x="395" y="1"/>
                    <a:pt x="0" y="146"/>
                    <a:pt x="0" y="317"/>
                  </a:cubicBezTo>
                  <a:cubicBezTo>
                    <a:pt x="0" y="494"/>
                    <a:pt x="395" y="634"/>
                    <a:pt x="878" y="634"/>
                  </a:cubicBezTo>
                  <a:cubicBezTo>
                    <a:pt x="1366" y="634"/>
                    <a:pt x="1760" y="494"/>
                    <a:pt x="1760" y="317"/>
                  </a:cubicBezTo>
                  <a:cubicBezTo>
                    <a:pt x="1760" y="146"/>
                    <a:pt x="1366" y="1"/>
                    <a:pt x="8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65"/>
            <p:cNvSpPr/>
            <p:nvPr/>
          </p:nvSpPr>
          <p:spPr>
            <a:xfrm>
              <a:off x="6164025" y="2231425"/>
              <a:ext cx="46500" cy="18200"/>
            </a:xfrm>
            <a:custGeom>
              <a:avLst/>
              <a:gdLst/>
              <a:ahLst/>
              <a:cxnLst/>
              <a:rect l="l" t="t" r="r" b="b"/>
              <a:pathLst>
                <a:path w="1860" h="728" extrusionOk="0">
                  <a:moveTo>
                    <a:pt x="930" y="100"/>
                  </a:moveTo>
                  <a:cubicBezTo>
                    <a:pt x="1407" y="100"/>
                    <a:pt x="1766" y="240"/>
                    <a:pt x="1766" y="364"/>
                  </a:cubicBezTo>
                  <a:cubicBezTo>
                    <a:pt x="1766" y="489"/>
                    <a:pt x="1407" y="634"/>
                    <a:pt x="930" y="634"/>
                  </a:cubicBezTo>
                  <a:cubicBezTo>
                    <a:pt x="452" y="634"/>
                    <a:pt x="99" y="489"/>
                    <a:pt x="99" y="364"/>
                  </a:cubicBezTo>
                  <a:cubicBezTo>
                    <a:pt x="99" y="240"/>
                    <a:pt x="452" y="100"/>
                    <a:pt x="930" y="100"/>
                  </a:cubicBezTo>
                  <a:close/>
                  <a:moveTo>
                    <a:pt x="930" y="1"/>
                  </a:moveTo>
                  <a:cubicBezTo>
                    <a:pt x="478" y="1"/>
                    <a:pt x="0" y="131"/>
                    <a:pt x="0" y="364"/>
                  </a:cubicBezTo>
                  <a:cubicBezTo>
                    <a:pt x="0" y="598"/>
                    <a:pt x="478" y="728"/>
                    <a:pt x="930" y="728"/>
                  </a:cubicBezTo>
                  <a:cubicBezTo>
                    <a:pt x="1381" y="728"/>
                    <a:pt x="1859" y="598"/>
                    <a:pt x="1859" y="364"/>
                  </a:cubicBezTo>
                  <a:cubicBezTo>
                    <a:pt x="1859" y="131"/>
                    <a:pt x="1381" y="1"/>
                    <a:pt x="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65"/>
            <p:cNvSpPr/>
            <p:nvPr/>
          </p:nvSpPr>
          <p:spPr>
            <a:xfrm>
              <a:off x="6176475" y="2160450"/>
              <a:ext cx="23650" cy="83800"/>
            </a:xfrm>
            <a:custGeom>
              <a:avLst/>
              <a:gdLst/>
              <a:ahLst/>
              <a:cxnLst/>
              <a:rect l="l" t="t" r="r" b="b"/>
              <a:pathLst>
                <a:path w="946" h="3352" extrusionOk="0">
                  <a:moveTo>
                    <a:pt x="1" y="0"/>
                  </a:moveTo>
                  <a:lnTo>
                    <a:pt x="1" y="3276"/>
                  </a:lnTo>
                  <a:lnTo>
                    <a:pt x="58" y="3297"/>
                  </a:lnTo>
                  <a:cubicBezTo>
                    <a:pt x="192" y="3333"/>
                    <a:pt x="331" y="3351"/>
                    <a:pt x="470" y="3351"/>
                  </a:cubicBezTo>
                  <a:cubicBezTo>
                    <a:pt x="631" y="3351"/>
                    <a:pt x="792" y="3326"/>
                    <a:pt x="946" y="3276"/>
                  </a:cubicBezTo>
                  <a:lnTo>
                    <a:pt x="9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65"/>
            <p:cNvSpPr/>
            <p:nvPr/>
          </p:nvSpPr>
          <p:spPr>
            <a:xfrm>
              <a:off x="6176475" y="2160450"/>
              <a:ext cx="23650" cy="84375"/>
            </a:xfrm>
            <a:custGeom>
              <a:avLst/>
              <a:gdLst/>
              <a:ahLst/>
              <a:cxnLst/>
              <a:rect l="l" t="t" r="r" b="b"/>
              <a:pathLst>
                <a:path w="946" h="3375" extrusionOk="0">
                  <a:moveTo>
                    <a:pt x="946" y="3276"/>
                  </a:moveTo>
                  <a:lnTo>
                    <a:pt x="946" y="3276"/>
                  </a:lnTo>
                  <a:cubicBezTo>
                    <a:pt x="660" y="3370"/>
                    <a:pt x="349" y="3375"/>
                    <a:pt x="58" y="3297"/>
                  </a:cubicBezTo>
                  <a:lnTo>
                    <a:pt x="1" y="3276"/>
                  </a:lnTo>
                  <a:lnTo>
                    <a:pt x="1" y="0"/>
                  </a:lnTo>
                  <a:lnTo>
                    <a:pt x="94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65"/>
            <p:cNvSpPr/>
            <p:nvPr/>
          </p:nvSpPr>
          <p:spPr>
            <a:xfrm>
              <a:off x="6175175" y="2159275"/>
              <a:ext cx="26250" cy="86200"/>
            </a:xfrm>
            <a:custGeom>
              <a:avLst/>
              <a:gdLst/>
              <a:ahLst/>
              <a:cxnLst/>
              <a:rect l="l" t="t" r="r" b="b"/>
              <a:pathLst>
                <a:path w="1050" h="3448" extrusionOk="0">
                  <a:moveTo>
                    <a:pt x="951" y="94"/>
                  </a:moveTo>
                  <a:lnTo>
                    <a:pt x="951" y="3287"/>
                  </a:lnTo>
                  <a:cubicBezTo>
                    <a:pt x="812" y="3330"/>
                    <a:pt x="668" y="3350"/>
                    <a:pt x="524" y="3350"/>
                  </a:cubicBezTo>
                  <a:cubicBezTo>
                    <a:pt x="390" y="3350"/>
                    <a:pt x="256" y="3332"/>
                    <a:pt x="126" y="3297"/>
                  </a:cubicBezTo>
                  <a:lnTo>
                    <a:pt x="100" y="3287"/>
                  </a:lnTo>
                  <a:lnTo>
                    <a:pt x="100" y="94"/>
                  </a:lnTo>
                  <a:close/>
                  <a:moveTo>
                    <a:pt x="53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3323"/>
                  </a:lnTo>
                  <a:cubicBezTo>
                    <a:pt x="1" y="3349"/>
                    <a:pt x="17" y="3365"/>
                    <a:pt x="37" y="3370"/>
                  </a:cubicBezTo>
                  <a:lnTo>
                    <a:pt x="94" y="3391"/>
                  </a:lnTo>
                  <a:cubicBezTo>
                    <a:pt x="235" y="3427"/>
                    <a:pt x="380" y="3448"/>
                    <a:pt x="525" y="3448"/>
                  </a:cubicBezTo>
                  <a:cubicBezTo>
                    <a:pt x="691" y="3448"/>
                    <a:pt x="858" y="3422"/>
                    <a:pt x="1013" y="3370"/>
                  </a:cubicBezTo>
                  <a:cubicBezTo>
                    <a:pt x="1034" y="3365"/>
                    <a:pt x="1050" y="3344"/>
                    <a:pt x="1050" y="3323"/>
                  </a:cubicBezTo>
                  <a:lnTo>
                    <a:pt x="1050" y="47"/>
                  </a:lnTo>
                  <a:cubicBezTo>
                    <a:pt x="1050" y="21"/>
                    <a:pt x="1024" y="0"/>
                    <a:pt x="9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65"/>
            <p:cNvSpPr/>
            <p:nvPr/>
          </p:nvSpPr>
          <p:spPr>
            <a:xfrm>
              <a:off x="5921050" y="2010500"/>
              <a:ext cx="511800" cy="171350"/>
            </a:xfrm>
            <a:custGeom>
              <a:avLst/>
              <a:gdLst/>
              <a:ahLst/>
              <a:cxnLst/>
              <a:rect l="l" t="t" r="r" b="b"/>
              <a:pathLst>
                <a:path w="20472" h="6854" extrusionOk="0">
                  <a:moveTo>
                    <a:pt x="6481" y="0"/>
                  </a:moveTo>
                  <a:cubicBezTo>
                    <a:pt x="3821" y="0"/>
                    <a:pt x="238" y="594"/>
                    <a:pt x="1" y="3138"/>
                  </a:cubicBezTo>
                  <a:cubicBezTo>
                    <a:pt x="1" y="3138"/>
                    <a:pt x="520" y="5199"/>
                    <a:pt x="4227" y="6081"/>
                  </a:cubicBezTo>
                  <a:cubicBezTo>
                    <a:pt x="6526" y="6629"/>
                    <a:pt x="8447" y="6853"/>
                    <a:pt x="9974" y="6853"/>
                  </a:cubicBezTo>
                  <a:cubicBezTo>
                    <a:pt x="10905" y="6853"/>
                    <a:pt x="11690" y="6770"/>
                    <a:pt x="12326" y="6626"/>
                  </a:cubicBezTo>
                  <a:cubicBezTo>
                    <a:pt x="14003" y="6253"/>
                    <a:pt x="19739" y="4316"/>
                    <a:pt x="19781" y="4067"/>
                  </a:cubicBezTo>
                  <a:cubicBezTo>
                    <a:pt x="19828" y="3812"/>
                    <a:pt x="20471" y="2006"/>
                    <a:pt x="16510" y="1419"/>
                  </a:cubicBezTo>
                  <a:cubicBezTo>
                    <a:pt x="12544" y="827"/>
                    <a:pt x="10124" y="329"/>
                    <a:pt x="8448" y="116"/>
                  </a:cubicBezTo>
                  <a:cubicBezTo>
                    <a:pt x="7937" y="50"/>
                    <a:pt x="7247" y="0"/>
                    <a:pt x="64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65"/>
            <p:cNvSpPr/>
            <p:nvPr/>
          </p:nvSpPr>
          <p:spPr>
            <a:xfrm>
              <a:off x="5921050" y="2006000"/>
              <a:ext cx="511800" cy="179650"/>
            </a:xfrm>
            <a:custGeom>
              <a:avLst/>
              <a:gdLst/>
              <a:ahLst/>
              <a:cxnLst/>
              <a:rect l="l" t="t" r="r" b="b"/>
              <a:pathLst>
                <a:path w="20472" h="7186" extrusionOk="0">
                  <a:moveTo>
                    <a:pt x="1" y="3318"/>
                  </a:moveTo>
                  <a:cubicBezTo>
                    <a:pt x="1" y="3318"/>
                    <a:pt x="520" y="5379"/>
                    <a:pt x="4227" y="6261"/>
                  </a:cubicBezTo>
                  <a:cubicBezTo>
                    <a:pt x="7928" y="7144"/>
                    <a:pt x="10649" y="7185"/>
                    <a:pt x="12326" y="6806"/>
                  </a:cubicBezTo>
                  <a:cubicBezTo>
                    <a:pt x="14003" y="6433"/>
                    <a:pt x="19739" y="4496"/>
                    <a:pt x="19781" y="4247"/>
                  </a:cubicBezTo>
                  <a:cubicBezTo>
                    <a:pt x="19828" y="3992"/>
                    <a:pt x="20471" y="2186"/>
                    <a:pt x="16510" y="1599"/>
                  </a:cubicBezTo>
                  <a:cubicBezTo>
                    <a:pt x="12544" y="1007"/>
                    <a:pt x="10124" y="509"/>
                    <a:pt x="8448" y="296"/>
                  </a:cubicBezTo>
                  <a:cubicBezTo>
                    <a:pt x="6163" y="0"/>
                    <a:pt x="307" y="42"/>
                    <a:pt x="1" y="331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65"/>
            <p:cNvSpPr/>
            <p:nvPr/>
          </p:nvSpPr>
          <p:spPr>
            <a:xfrm>
              <a:off x="5919875" y="2009175"/>
              <a:ext cx="500125" cy="173900"/>
            </a:xfrm>
            <a:custGeom>
              <a:avLst/>
              <a:gdLst/>
              <a:ahLst/>
              <a:cxnLst/>
              <a:rect l="l" t="t" r="r" b="b"/>
              <a:pathLst>
                <a:path w="20005" h="6956" extrusionOk="0">
                  <a:moveTo>
                    <a:pt x="6557" y="102"/>
                  </a:moveTo>
                  <a:cubicBezTo>
                    <a:pt x="7272" y="102"/>
                    <a:pt x="7939" y="146"/>
                    <a:pt x="8489" y="216"/>
                  </a:cubicBezTo>
                  <a:cubicBezTo>
                    <a:pt x="9273" y="314"/>
                    <a:pt x="10218" y="475"/>
                    <a:pt x="11412" y="683"/>
                  </a:cubicBezTo>
                  <a:cubicBezTo>
                    <a:pt x="12762" y="917"/>
                    <a:pt x="14439" y="1202"/>
                    <a:pt x="16552" y="1514"/>
                  </a:cubicBezTo>
                  <a:cubicBezTo>
                    <a:pt x="18125" y="1752"/>
                    <a:pt x="19153" y="2199"/>
                    <a:pt x="19600" y="2858"/>
                  </a:cubicBezTo>
                  <a:cubicBezTo>
                    <a:pt x="19838" y="3206"/>
                    <a:pt x="19906" y="3642"/>
                    <a:pt x="19797" y="4052"/>
                  </a:cubicBezTo>
                  <a:cubicBezTo>
                    <a:pt x="19792" y="4073"/>
                    <a:pt x="19786" y="4089"/>
                    <a:pt x="19786" y="4104"/>
                  </a:cubicBezTo>
                  <a:cubicBezTo>
                    <a:pt x="19584" y="4374"/>
                    <a:pt x="14133" y="6238"/>
                    <a:pt x="12362" y="6633"/>
                  </a:cubicBezTo>
                  <a:cubicBezTo>
                    <a:pt x="11694" y="6783"/>
                    <a:pt x="10909" y="6857"/>
                    <a:pt x="10031" y="6857"/>
                  </a:cubicBezTo>
                  <a:cubicBezTo>
                    <a:pt x="8392" y="6857"/>
                    <a:pt x="6427" y="6598"/>
                    <a:pt x="4284" y="6087"/>
                  </a:cubicBezTo>
                  <a:cubicBezTo>
                    <a:pt x="764" y="5252"/>
                    <a:pt x="141" y="3325"/>
                    <a:pt x="100" y="3191"/>
                  </a:cubicBezTo>
                  <a:cubicBezTo>
                    <a:pt x="167" y="2490"/>
                    <a:pt x="499" y="1898"/>
                    <a:pt x="1086" y="1425"/>
                  </a:cubicBezTo>
                  <a:cubicBezTo>
                    <a:pt x="2334" y="424"/>
                    <a:pt x="4620" y="102"/>
                    <a:pt x="6557" y="102"/>
                  </a:cubicBezTo>
                  <a:close/>
                  <a:moveTo>
                    <a:pt x="6518" y="0"/>
                  </a:moveTo>
                  <a:cubicBezTo>
                    <a:pt x="4655" y="0"/>
                    <a:pt x="2346" y="293"/>
                    <a:pt x="1024" y="1347"/>
                  </a:cubicBezTo>
                  <a:cubicBezTo>
                    <a:pt x="411" y="1841"/>
                    <a:pt x="63" y="2458"/>
                    <a:pt x="1" y="3191"/>
                  </a:cubicBezTo>
                  <a:cubicBezTo>
                    <a:pt x="1" y="3196"/>
                    <a:pt x="1" y="3201"/>
                    <a:pt x="1" y="3206"/>
                  </a:cubicBezTo>
                  <a:cubicBezTo>
                    <a:pt x="6" y="3227"/>
                    <a:pt x="567" y="5304"/>
                    <a:pt x="4258" y="6181"/>
                  </a:cubicBezTo>
                  <a:cubicBezTo>
                    <a:pt x="6413" y="6695"/>
                    <a:pt x="8385" y="6954"/>
                    <a:pt x="10036" y="6954"/>
                  </a:cubicBezTo>
                  <a:cubicBezTo>
                    <a:pt x="10083" y="6955"/>
                    <a:pt x="10129" y="6955"/>
                    <a:pt x="10175" y="6955"/>
                  </a:cubicBezTo>
                  <a:cubicBezTo>
                    <a:pt x="10913" y="6955"/>
                    <a:pt x="11655" y="6878"/>
                    <a:pt x="12378" y="6726"/>
                  </a:cubicBezTo>
                  <a:cubicBezTo>
                    <a:pt x="13286" y="6524"/>
                    <a:pt x="15213" y="5911"/>
                    <a:pt x="16729" y="5397"/>
                  </a:cubicBezTo>
                  <a:cubicBezTo>
                    <a:pt x="17601" y="5101"/>
                    <a:pt x="18348" y="4831"/>
                    <a:pt x="18899" y="4613"/>
                  </a:cubicBezTo>
                  <a:cubicBezTo>
                    <a:pt x="19854" y="4239"/>
                    <a:pt x="19864" y="4167"/>
                    <a:pt x="19875" y="4125"/>
                  </a:cubicBezTo>
                  <a:cubicBezTo>
                    <a:pt x="19875" y="4109"/>
                    <a:pt x="19880" y="4094"/>
                    <a:pt x="19885" y="4073"/>
                  </a:cubicBezTo>
                  <a:cubicBezTo>
                    <a:pt x="20004" y="3637"/>
                    <a:pt x="19927" y="3175"/>
                    <a:pt x="19672" y="2801"/>
                  </a:cubicBezTo>
                  <a:cubicBezTo>
                    <a:pt x="19210" y="2121"/>
                    <a:pt x="18161" y="1659"/>
                    <a:pt x="16557" y="1420"/>
                  </a:cubicBezTo>
                  <a:cubicBezTo>
                    <a:pt x="14449" y="1103"/>
                    <a:pt x="12772" y="818"/>
                    <a:pt x="11423" y="584"/>
                  </a:cubicBezTo>
                  <a:cubicBezTo>
                    <a:pt x="10229" y="382"/>
                    <a:pt x="9289" y="216"/>
                    <a:pt x="8500" y="117"/>
                  </a:cubicBezTo>
                  <a:cubicBezTo>
                    <a:pt x="7982" y="50"/>
                    <a:pt x="7288" y="0"/>
                    <a:pt x="6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65"/>
            <p:cNvSpPr/>
            <p:nvPr/>
          </p:nvSpPr>
          <p:spPr>
            <a:xfrm>
              <a:off x="5925200" y="2061550"/>
              <a:ext cx="500500" cy="120425"/>
            </a:xfrm>
            <a:custGeom>
              <a:avLst/>
              <a:gdLst/>
              <a:ahLst/>
              <a:cxnLst/>
              <a:rect l="l" t="t" r="r" b="b"/>
              <a:pathLst>
                <a:path w="20020" h="4817" extrusionOk="0">
                  <a:moveTo>
                    <a:pt x="18530" y="0"/>
                  </a:moveTo>
                  <a:lnTo>
                    <a:pt x="18530" y="0"/>
                  </a:lnTo>
                  <a:cubicBezTo>
                    <a:pt x="18577" y="254"/>
                    <a:pt x="18566" y="514"/>
                    <a:pt x="18499" y="763"/>
                  </a:cubicBezTo>
                  <a:cubicBezTo>
                    <a:pt x="18452" y="1012"/>
                    <a:pt x="12720" y="2949"/>
                    <a:pt x="11043" y="3328"/>
                  </a:cubicBezTo>
                  <a:cubicBezTo>
                    <a:pt x="10409" y="3469"/>
                    <a:pt x="9628" y="3551"/>
                    <a:pt x="8702" y="3551"/>
                  </a:cubicBezTo>
                  <a:cubicBezTo>
                    <a:pt x="7172" y="3551"/>
                    <a:pt x="5248" y="3327"/>
                    <a:pt x="2939" y="2778"/>
                  </a:cubicBezTo>
                  <a:cubicBezTo>
                    <a:pt x="1569" y="2456"/>
                    <a:pt x="634" y="1963"/>
                    <a:pt x="1" y="1480"/>
                  </a:cubicBezTo>
                  <a:lnTo>
                    <a:pt x="1" y="1480"/>
                  </a:lnTo>
                  <a:cubicBezTo>
                    <a:pt x="343" y="2118"/>
                    <a:pt x="1345" y="3395"/>
                    <a:pt x="4061" y="4044"/>
                  </a:cubicBezTo>
                  <a:cubicBezTo>
                    <a:pt x="6363" y="4593"/>
                    <a:pt x="8283" y="4816"/>
                    <a:pt x="9809" y="4816"/>
                  </a:cubicBezTo>
                  <a:cubicBezTo>
                    <a:pt x="10740" y="4816"/>
                    <a:pt x="11524" y="4733"/>
                    <a:pt x="12160" y="4590"/>
                  </a:cubicBezTo>
                  <a:cubicBezTo>
                    <a:pt x="13837" y="4211"/>
                    <a:pt x="19573" y="2279"/>
                    <a:pt x="19615" y="2025"/>
                  </a:cubicBezTo>
                  <a:cubicBezTo>
                    <a:pt x="19651" y="1833"/>
                    <a:pt x="20020" y="768"/>
                    <a:pt x="18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65"/>
            <p:cNvSpPr/>
            <p:nvPr/>
          </p:nvSpPr>
          <p:spPr>
            <a:xfrm>
              <a:off x="5923275" y="2060225"/>
              <a:ext cx="498675" cy="122850"/>
            </a:xfrm>
            <a:custGeom>
              <a:avLst/>
              <a:gdLst/>
              <a:ahLst/>
              <a:cxnLst/>
              <a:rect l="l" t="t" r="r" b="b"/>
              <a:pathLst>
                <a:path w="19947" h="4914" extrusionOk="0">
                  <a:moveTo>
                    <a:pt x="18674" y="141"/>
                  </a:moveTo>
                  <a:cubicBezTo>
                    <a:pt x="19926" y="832"/>
                    <a:pt x="19723" y="1714"/>
                    <a:pt x="19661" y="2010"/>
                  </a:cubicBezTo>
                  <a:cubicBezTo>
                    <a:pt x="19656" y="2031"/>
                    <a:pt x="19650" y="2047"/>
                    <a:pt x="19650" y="2062"/>
                  </a:cubicBezTo>
                  <a:cubicBezTo>
                    <a:pt x="19448" y="2337"/>
                    <a:pt x="13997" y="4196"/>
                    <a:pt x="12226" y="4591"/>
                  </a:cubicBezTo>
                  <a:cubicBezTo>
                    <a:pt x="11558" y="4743"/>
                    <a:pt x="10774" y="4818"/>
                    <a:pt x="9896" y="4818"/>
                  </a:cubicBezTo>
                  <a:cubicBezTo>
                    <a:pt x="8257" y="4818"/>
                    <a:pt x="6292" y="4556"/>
                    <a:pt x="4148" y="4045"/>
                  </a:cubicBezTo>
                  <a:cubicBezTo>
                    <a:pt x="1734" y="3469"/>
                    <a:pt x="685" y="2410"/>
                    <a:pt x="239" y="1709"/>
                  </a:cubicBezTo>
                  <a:lnTo>
                    <a:pt x="239" y="1709"/>
                  </a:lnTo>
                  <a:cubicBezTo>
                    <a:pt x="971" y="2223"/>
                    <a:pt x="1905" y="2618"/>
                    <a:pt x="3006" y="2877"/>
                  </a:cubicBezTo>
                  <a:cubicBezTo>
                    <a:pt x="5160" y="3388"/>
                    <a:pt x="7135" y="3650"/>
                    <a:pt x="8784" y="3650"/>
                  </a:cubicBezTo>
                  <a:cubicBezTo>
                    <a:pt x="9668" y="3650"/>
                    <a:pt x="10457" y="3575"/>
                    <a:pt x="11131" y="3422"/>
                  </a:cubicBezTo>
                  <a:cubicBezTo>
                    <a:pt x="12039" y="3220"/>
                    <a:pt x="13966" y="2607"/>
                    <a:pt x="15482" y="2093"/>
                  </a:cubicBezTo>
                  <a:cubicBezTo>
                    <a:pt x="16349" y="1797"/>
                    <a:pt x="17096" y="1528"/>
                    <a:pt x="17646" y="1315"/>
                  </a:cubicBezTo>
                  <a:cubicBezTo>
                    <a:pt x="18602" y="941"/>
                    <a:pt x="18617" y="863"/>
                    <a:pt x="18622" y="821"/>
                  </a:cubicBezTo>
                  <a:cubicBezTo>
                    <a:pt x="18622" y="811"/>
                    <a:pt x="18628" y="790"/>
                    <a:pt x="18633" y="770"/>
                  </a:cubicBezTo>
                  <a:cubicBezTo>
                    <a:pt x="18685" y="567"/>
                    <a:pt x="18700" y="354"/>
                    <a:pt x="18674" y="141"/>
                  </a:cubicBezTo>
                  <a:close/>
                  <a:moveTo>
                    <a:pt x="18608" y="1"/>
                  </a:moveTo>
                  <a:cubicBezTo>
                    <a:pt x="18597" y="1"/>
                    <a:pt x="18585" y="5"/>
                    <a:pt x="18576" y="12"/>
                  </a:cubicBezTo>
                  <a:cubicBezTo>
                    <a:pt x="18560" y="22"/>
                    <a:pt x="18555" y="43"/>
                    <a:pt x="18560" y="58"/>
                  </a:cubicBezTo>
                  <a:cubicBezTo>
                    <a:pt x="18602" y="287"/>
                    <a:pt x="18591" y="520"/>
                    <a:pt x="18534" y="744"/>
                  </a:cubicBezTo>
                  <a:cubicBezTo>
                    <a:pt x="18529" y="764"/>
                    <a:pt x="18524" y="785"/>
                    <a:pt x="18524" y="795"/>
                  </a:cubicBezTo>
                  <a:cubicBezTo>
                    <a:pt x="18327" y="1071"/>
                    <a:pt x="12870" y="2929"/>
                    <a:pt x="11105" y="3329"/>
                  </a:cubicBezTo>
                  <a:cubicBezTo>
                    <a:pt x="10435" y="3479"/>
                    <a:pt x="9650" y="3554"/>
                    <a:pt x="8771" y="3554"/>
                  </a:cubicBezTo>
                  <a:cubicBezTo>
                    <a:pt x="7133" y="3554"/>
                    <a:pt x="5170" y="3294"/>
                    <a:pt x="3027" y="2784"/>
                  </a:cubicBezTo>
                  <a:cubicBezTo>
                    <a:pt x="1838" y="2498"/>
                    <a:pt x="851" y="2062"/>
                    <a:pt x="104" y="1491"/>
                  </a:cubicBezTo>
                  <a:cubicBezTo>
                    <a:pt x="93" y="1478"/>
                    <a:pt x="80" y="1472"/>
                    <a:pt x="68" y="1472"/>
                  </a:cubicBezTo>
                  <a:cubicBezTo>
                    <a:pt x="33" y="1472"/>
                    <a:pt x="0" y="1519"/>
                    <a:pt x="31" y="1553"/>
                  </a:cubicBezTo>
                  <a:cubicBezTo>
                    <a:pt x="400" y="2244"/>
                    <a:pt x="1428" y="3500"/>
                    <a:pt x="4122" y="4139"/>
                  </a:cubicBezTo>
                  <a:cubicBezTo>
                    <a:pt x="6277" y="4653"/>
                    <a:pt x="8249" y="4912"/>
                    <a:pt x="9900" y="4912"/>
                  </a:cubicBezTo>
                  <a:cubicBezTo>
                    <a:pt x="9947" y="4913"/>
                    <a:pt x="9993" y="4913"/>
                    <a:pt x="10040" y="4913"/>
                  </a:cubicBezTo>
                  <a:cubicBezTo>
                    <a:pt x="10782" y="4913"/>
                    <a:pt x="11519" y="4836"/>
                    <a:pt x="12247" y="4684"/>
                  </a:cubicBezTo>
                  <a:cubicBezTo>
                    <a:pt x="13156" y="4476"/>
                    <a:pt x="15082" y="3869"/>
                    <a:pt x="16593" y="3350"/>
                  </a:cubicBezTo>
                  <a:cubicBezTo>
                    <a:pt x="17465" y="3054"/>
                    <a:pt x="18212" y="2784"/>
                    <a:pt x="18763" y="2571"/>
                  </a:cubicBezTo>
                  <a:cubicBezTo>
                    <a:pt x="19718" y="2197"/>
                    <a:pt x="19733" y="2125"/>
                    <a:pt x="19739" y="2078"/>
                  </a:cubicBezTo>
                  <a:cubicBezTo>
                    <a:pt x="19744" y="2067"/>
                    <a:pt x="19744" y="2047"/>
                    <a:pt x="19749" y="2026"/>
                  </a:cubicBezTo>
                  <a:cubicBezTo>
                    <a:pt x="19946" y="1169"/>
                    <a:pt x="19567" y="489"/>
                    <a:pt x="18628" y="6"/>
                  </a:cubicBezTo>
                  <a:cubicBezTo>
                    <a:pt x="18622" y="2"/>
                    <a:pt x="18615" y="1"/>
                    <a:pt x="18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65"/>
            <p:cNvSpPr/>
            <p:nvPr/>
          </p:nvSpPr>
          <p:spPr>
            <a:xfrm>
              <a:off x="5925200" y="2061550"/>
              <a:ext cx="500500" cy="120425"/>
            </a:xfrm>
            <a:custGeom>
              <a:avLst/>
              <a:gdLst/>
              <a:ahLst/>
              <a:cxnLst/>
              <a:rect l="l" t="t" r="r" b="b"/>
              <a:pathLst>
                <a:path w="20020" h="4817" extrusionOk="0">
                  <a:moveTo>
                    <a:pt x="18530" y="0"/>
                  </a:moveTo>
                  <a:lnTo>
                    <a:pt x="18530" y="0"/>
                  </a:lnTo>
                  <a:cubicBezTo>
                    <a:pt x="18577" y="254"/>
                    <a:pt x="18566" y="514"/>
                    <a:pt x="18499" y="763"/>
                  </a:cubicBezTo>
                  <a:cubicBezTo>
                    <a:pt x="18452" y="1012"/>
                    <a:pt x="12720" y="2949"/>
                    <a:pt x="11043" y="3328"/>
                  </a:cubicBezTo>
                  <a:cubicBezTo>
                    <a:pt x="10409" y="3469"/>
                    <a:pt x="9628" y="3551"/>
                    <a:pt x="8702" y="3551"/>
                  </a:cubicBezTo>
                  <a:cubicBezTo>
                    <a:pt x="7172" y="3551"/>
                    <a:pt x="5248" y="3327"/>
                    <a:pt x="2939" y="2778"/>
                  </a:cubicBezTo>
                  <a:cubicBezTo>
                    <a:pt x="1569" y="2456"/>
                    <a:pt x="634" y="1963"/>
                    <a:pt x="1" y="1480"/>
                  </a:cubicBezTo>
                  <a:lnTo>
                    <a:pt x="1" y="1480"/>
                  </a:lnTo>
                  <a:cubicBezTo>
                    <a:pt x="343" y="2118"/>
                    <a:pt x="1345" y="3395"/>
                    <a:pt x="4061" y="4044"/>
                  </a:cubicBezTo>
                  <a:cubicBezTo>
                    <a:pt x="6363" y="4593"/>
                    <a:pt x="8283" y="4816"/>
                    <a:pt x="9809" y="4816"/>
                  </a:cubicBezTo>
                  <a:cubicBezTo>
                    <a:pt x="10740" y="4816"/>
                    <a:pt x="11524" y="4733"/>
                    <a:pt x="12160" y="4590"/>
                  </a:cubicBezTo>
                  <a:cubicBezTo>
                    <a:pt x="13837" y="4211"/>
                    <a:pt x="19573" y="2279"/>
                    <a:pt x="19615" y="2025"/>
                  </a:cubicBezTo>
                  <a:cubicBezTo>
                    <a:pt x="19651" y="1833"/>
                    <a:pt x="20020" y="768"/>
                    <a:pt x="1853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65"/>
            <p:cNvSpPr/>
            <p:nvPr/>
          </p:nvSpPr>
          <p:spPr>
            <a:xfrm>
              <a:off x="6104325" y="1842425"/>
              <a:ext cx="349550" cy="256150"/>
            </a:xfrm>
            <a:custGeom>
              <a:avLst/>
              <a:gdLst/>
              <a:ahLst/>
              <a:cxnLst/>
              <a:rect l="l" t="t" r="r" b="b"/>
              <a:pathLst>
                <a:path w="13982" h="10246" extrusionOk="0">
                  <a:moveTo>
                    <a:pt x="4112" y="1"/>
                  </a:moveTo>
                  <a:cubicBezTo>
                    <a:pt x="3163" y="1"/>
                    <a:pt x="2358" y="125"/>
                    <a:pt x="1838" y="438"/>
                  </a:cubicBezTo>
                  <a:cubicBezTo>
                    <a:pt x="1838" y="438"/>
                    <a:pt x="1746" y="251"/>
                    <a:pt x="1641" y="251"/>
                  </a:cubicBezTo>
                  <a:cubicBezTo>
                    <a:pt x="1589" y="251"/>
                    <a:pt x="1534" y="297"/>
                    <a:pt x="1485" y="438"/>
                  </a:cubicBezTo>
                  <a:cubicBezTo>
                    <a:pt x="1397" y="692"/>
                    <a:pt x="1402" y="972"/>
                    <a:pt x="1501" y="1227"/>
                  </a:cubicBezTo>
                  <a:cubicBezTo>
                    <a:pt x="1501" y="1227"/>
                    <a:pt x="0" y="4923"/>
                    <a:pt x="504" y="7436"/>
                  </a:cubicBezTo>
                  <a:cubicBezTo>
                    <a:pt x="504" y="7436"/>
                    <a:pt x="270" y="7841"/>
                    <a:pt x="468" y="8069"/>
                  </a:cubicBezTo>
                  <a:cubicBezTo>
                    <a:pt x="518" y="8126"/>
                    <a:pt x="580" y="8147"/>
                    <a:pt x="645" y="8147"/>
                  </a:cubicBezTo>
                  <a:cubicBezTo>
                    <a:pt x="843" y="8147"/>
                    <a:pt x="1070" y="7950"/>
                    <a:pt x="1070" y="7950"/>
                  </a:cubicBezTo>
                  <a:cubicBezTo>
                    <a:pt x="1070" y="7950"/>
                    <a:pt x="5581" y="8853"/>
                    <a:pt x="7788" y="9056"/>
                  </a:cubicBezTo>
                  <a:cubicBezTo>
                    <a:pt x="7788" y="9056"/>
                    <a:pt x="9871" y="9798"/>
                    <a:pt x="10800" y="9798"/>
                  </a:cubicBezTo>
                  <a:cubicBezTo>
                    <a:pt x="10803" y="9798"/>
                    <a:pt x="10806" y="9798"/>
                    <a:pt x="10809" y="9798"/>
                  </a:cubicBezTo>
                  <a:cubicBezTo>
                    <a:pt x="10809" y="9798"/>
                    <a:pt x="11204" y="10245"/>
                    <a:pt x="11451" y="10245"/>
                  </a:cubicBezTo>
                  <a:cubicBezTo>
                    <a:pt x="11534" y="10245"/>
                    <a:pt x="11601" y="10194"/>
                    <a:pt x="11630" y="10058"/>
                  </a:cubicBezTo>
                  <a:cubicBezTo>
                    <a:pt x="11739" y="9513"/>
                    <a:pt x="11495" y="9222"/>
                    <a:pt x="11495" y="9222"/>
                  </a:cubicBezTo>
                  <a:cubicBezTo>
                    <a:pt x="11495" y="9222"/>
                    <a:pt x="12803" y="6844"/>
                    <a:pt x="13083" y="4612"/>
                  </a:cubicBezTo>
                  <a:cubicBezTo>
                    <a:pt x="13340" y="2597"/>
                    <a:pt x="13389" y="2587"/>
                    <a:pt x="13390" y="2587"/>
                  </a:cubicBezTo>
                  <a:cubicBezTo>
                    <a:pt x="13390" y="2587"/>
                    <a:pt x="13390" y="2587"/>
                    <a:pt x="13390" y="2587"/>
                  </a:cubicBezTo>
                  <a:cubicBezTo>
                    <a:pt x="13390" y="2587"/>
                    <a:pt x="13982" y="2213"/>
                    <a:pt x="13888" y="1865"/>
                  </a:cubicBezTo>
                  <a:cubicBezTo>
                    <a:pt x="13850" y="1721"/>
                    <a:pt x="13750" y="1678"/>
                    <a:pt x="13645" y="1678"/>
                  </a:cubicBezTo>
                  <a:cubicBezTo>
                    <a:pt x="13494" y="1678"/>
                    <a:pt x="13333" y="1767"/>
                    <a:pt x="13333" y="1767"/>
                  </a:cubicBezTo>
                  <a:cubicBezTo>
                    <a:pt x="13333" y="1767"/>
                    <a:pt x="7698" y="1"/>
                    <a:pt x="41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65"/>
            <p:cNvSpPr/>
            <p:nvPr/>
          </p:nvSpPr>
          <p:spPr>
            <a:xfrm>
              <a:off x="6104325" y="1815975"/>
              <a:ext cx="349550" cy="291400"/>
            </a:xfrm>
            <a:custGeom>
              <a:avLst/>
              <a:gdLst/>
              <a:ahLst/>
              <a:cxnLst/>
              <a:rect l="l" t="t" r="r" b="b"/>
              <a:pathLst>
                <a:path w="13982" h="11656" extrusionOk="0">
                  <a:moveTo>
                    <a:pt x="13333" y="2825"/>
                  </a:moveTo>
                  <a:cubicBezTo>
                    <a:pt x="13333" y="2825"/>
                    <a:pt x="4320" y="0"/>
                    <a:pt x="1838" y="1496"/>
                  </a:cubicBezTo>
                  <a:cubicBezTo>
                    <a:pt x="1838" y="1496"/>
                    <a:pt x="1631" y="1075"/>
                    <a:pt x="1485" y="1496"/>
                  </a:cubicBezTo>
                  <a:cubicBezTo>
                    <a:pt x="1397" y="1750"/>
                    <a:pt x="1402" y="2030"/>
                    <a:pt x="1501" y="2285"/>
                  </a:cubicBezTo>
                  <a:cubicBezTo>
                    <a:pt x="1501" y="2285"/>
                    <a:pt x="0" y="5981"/>
                    <a:pt x="504" y="8494"/>
                  </a:cubicBezTo>
                  <a:cubicBezTo>
                    <a:pt x="504" y="8494"/>
                    <a:pt x="270" y="8899"/>
                    <a:pt x="468" y="9127"/>
                  </a:cubicBezTo>
                  <a:cubicBezTo>
                    <a:pt x="670" y="9356"/>
                    <a:pt x="1070" y="9008"/>
                    <a:pt x="1070" y="9008"/>
                  </a:cubicBezTo>
                  <a:cubicBezTo>
                    <a:pt x="1070" y="9008"/>
                    <a:pt x="5581" y="9911"/>
                    <a:pt x="7788" y="10114"/>
                  </a:cubicBezTo>
                  <a:cubicBezTo>
                    <a:pt x="7788" y="10114"/>
                    <a:pt x="9885" y="10861"/>
                    <a:pt x="10809" y="10856"/>
                  </a:cubicBezTo>
                  <a:cubicBezTo>
                    <a:pt x="10809" y="10856"/>
                    <a:pt x="11515" y="11656"/>
                    <a:pt x="11630" y="11116"/>
                  </a:cubicBezTo>
                  <a:cubicBezTo>
                    <a:pt x="11739" y="10571"/>
                    <a:pt x="11495" y="10280"/>
                    <a:pt x="11495" y="10280"/>
                  </a:cubicBezTo>
                  <a:cubicBezTo>
                    <a:pt x="11495" y="10280"/>
                    <a:pt x="12803" y="7902"/>
                    <a:pt x="13083" y="5670"/>
                  </a:cubicBezTo>
                  <a:cubicBezTo>
                    <a:pt x="13343" y="3635"/>
                    <a:pt x="13390" y="3645"/>
                    <a:pt x="13390" y="3645"/>
                  </a:cubicBezTo>
                  <a:cubicBezTo>
                    <a:pt x="13390" y="3645"/>
                    <a:pt x="13982" y="3271"/>
                    <a:pt x="13888" y="2923"/>
                  </a:cubicBezTo>
                  <a:cubicBezTo>
                    <a:pt x="13795" y="2570"/>
                    <a:pt x="13333" y="2825"/>
                    <a:pt x="13333" y="282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65"/>
            <p:cNvSpPr/>
            <p:nvPr/>
          </p:nvSpPr>
          <p:spPr>
            <a:xfrm>
              <a:off x="6112875" y="2029225"/>
              <a:ext cx="4450" cy="12600"/>
            </a:xfrm>
            <a:custGeom>
              <a:avLst/>
              <a:gdLst/>
              <a:ahLst/>
              <a:cxnLst/>
              <a:rect l="l" t="t" r="r" b="b"/>
              <a:pathLst>
                <a:path w="178" h="504" extrusionOk="0">
                  <a:moveTo>
                    <a:pt x="177" y="198"/>
                  </a:moveTo>
                  <a:cubicBezTo>
                    <a:pt x="162" y="135"/>
                    <a:pt x="152" y="68"/>
                    <a:pt x="141" y="0"/>
                  </a:cubicBezTo>
                  <a:cubicBezTo>
                    <a:pt x="100" y="89"/>
                    <a:pt x="1" y="317"/>
                    <a:pt x="68" y="504"/>
                  </a:cubicBezTo>
                  <a:cubicBezTo>
                    <a:pt x="89" y="395"/>
                    <a:pt x="126" y="296"/>
                    <a:pt x="177" y="198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65"/>
            <p:cNvSpPr/>
            <p:nvPr/>
          </p:nvSpPr>
          <p:spPr>
            <a:xfrm>
              <a:off x="6392075" y="2076075"/>
              <a:ext cx="3775" cy="11700"/>
            </a:xfrm>
            <a:custGeom>
              <a:avLst/>
              <a:gdLst/>
              <a:ahLst/>
              <a:cxnLst/>
              <a:rect l="l" t="t" r="r" b="b"/>
              <a:pathLst>
                <a:path w="151" h="468" extrusionOk="0">
                  <a:moveTo>
                    <a:pt x="0" y="110"/>
                  </a:moveTo>
                  <a:cubicBezTo>
                    <a:pt x="73" y="213"/>
                    <a:pt x="125" y="338"/>
                    <a:pt x="146" y="468"/>
                  </a:cubicBezTo>
                  <a:cubicBezTo>
                    <a:pt x="151" y="307"/>
                    <a:pt x="120" y="146"/>
                    <a:pt x="57" y="1"/>
                  </a:cubicBezTo>
                  <a:cubicBezTo>
                    <a:pt x="21" y="68"/>
                    <a:pt x="0" y="110"/>
                    <a:pt x="0" y="110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65"/>
            <p:cNvSpPr/>
            <p:nvPr/>
          </p:nvSpPr>
          <p:spPr>
            <a:xfrm>
              <a:off x="6111075" y="1858800"/>
              <a:ext cx="342925" cy="248700"/>
            </a:xfrm>
            <a:custGeom>
              <a:avLst/>
              <a:gdLst/>
              <a:ahLst/>
              <a:cxnLst/>
              <a:rect l="l" t="t" r="r" b="b"/>
              <a:pathLst>
                <a:path w="13717" h="9948" extrusionOk="0">
                  <a:moveTo>
                    <a:pt x="13120" y="1932"/>
                  </a:moveTo>
                  <a:cubicBezTo>
                    <a:pt x="13120" y="1932"/>
                    <a:pt x="13073" y="1922"/>
                    <a:pt x="12819" y="3957"/>
                  </a:cubicBezTo>
                  <a:cubicBezTo>
                    <a:pt x="12538" y="6189"/>
                    <a:pt x="11225" y="8567"/>
                    <a:pt x="11225" y="8567"/>
                  </a:cubicBezTo>
                  <a:cubicBezTo>
                    <a:pt x="11225" y="8567"/>
                    <a:pt x="11469" y="8852"/>
                    <a:pt x="11360" y="9398"/>
                  </a:cubicBezTo>
                  <a:cubicBezTo>
                    <a:pt x="11245" y="9948"/>
                    <a:pt x="10539" y="9138"/>
                    <a:pt x="10539" y="9138"/>
                  </a:cubicBezTo>
                  <a:cubicBezTo>
                    <a:pt x="9615" y="9148"/>
                    <a:pt x="7518" y="8401"/>
                    <a:pt x="7518" y="8401"/>
                  </a:cubicBezTo>
                  <a:cubicBezTo>
                    <a:pt x="5311" y="8198"/>
                    <a:pt x="800" y="7295"/>
                    <a:pt x="800" y="7295"/>
                  </a:cubicBezTo>
                  <a:cubicBezTo>
                    <a:pt x="800" y="7295"/>
                    <a:pt x="400" y="7643"/>
                    <a:pt x="198" y="7414"/>
                  </a:cubicBezTo>
                  <a:cubicBezTo>
                    <a:pt x="0" y="7186"/>
                    <a:pt x="234" y="6781"/>
                    <a:pt x="234" y="6781"/>
                  </a:cubicBezTo>
                  <a:cubicBezTo>
                    <a:pt x="140" y="6277"/>
                    <a:pt x="109" y="5763"/>
                    <a:pt x="140" y="5249"/>
                  </a:cubicBezTo>
                  <a:cubicBezTo>
                    <a:pt x="3245" y="6667"/>
                    <a:pt x="5249" y="6781"/>
                    <a:pt x="7809" y="5031"/>
                  </a:cubicBezTo>
                  <a:cubicBezTo>
                    <a:pt x="9729" y="3718"/>
                    <a:pt x="9646" y="977"/>
                    <a:pt x="8800" y="1"/>
                  </a:cubicBezTo>
                  <a:cubicBezTo>
                    <a:pt x="11126" y="504"/>
                    <a:pt x="13063" y="1112"/>
                    <a:pt x="13063" y="1112"/>
                  </a:cubicBezTo>
                  <a:cubicBezTo>
                    <a:pt x="13063" y="1112"/>
                    <a:pt x="13525" y="857"/>
                    <a:pt x="13618" y="1205"/>
                  </a:cubicBezTo>
                  <a:cubicBezTo>
                    <a:pt x="13717" y="1558"/>
                    <a:pt x="13120" y="1932"/>
                    <a:pt x="13120" y="1932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65"/>
            <p:cNvSpPr/>
            <p:nvPr/>
          </p:nvSpPr>
          <p:spPr>
            <a:xfrm>
              <a:off x="6103800" y="1841100"/>
              <a:ext cx="351250" cy="258625"/>
            </a:xfrm>
            <a:custGeom>
              <a:avLst/>
              <a:gdLst/>
              <a:ahLst/>
              <a:cxnLst/>
              <a:rect l="l" t="t" r="r" b="b"/>
              <a:pathLst>
                <a:path w="14050" h="10345" extrusionOk="0">
                  <a:moveTo>
                    <a:pt x="4120" y="104"/>
                  </a:moveTo>
                  <a:cubicBezTo>
                    <a:pt x="7663" y="104"/>
                    <a:pt x="13269" y="1846"/>
                    <a:pt x="13343" y="1866"/>
                  </a:cubicBezTo>
                  <a:cubicBezTo>
                    <a:pt x="13347" y="1869"/>
                    <a:pt x="13353" y="1870"/>
                    <a:pt x="13358" y="1870"/>
                  </a:cubicBezTo>
                  <a:cubicBezTo>
                    <a:pt x="13366" y="1870"/>
                    <a:pt x="13373" y="1867"/>
                    <a:pt x="13380" y="1861"/>
                  </a:cubicBezTo>
                  <a:cubicBezTo>
                    <a:pt x="13432" y="1837"/>
                    <a:pt x="13558" y="1782"/>
                    <a:pt x="13670" y="1782"/>
                  </a:cubicBezTo>
                  <a:cubicBezTo>
                    <a:pt x="13703" y="1782"/>
                    <a:pt x="13735" y="1787"/>
                    <a:pt x="13764" y="1799"/>
                  </a:cubicBezTo>
                  <a:cubicBezTo>
                    <a:pt x="13816" y="1825"/>
                    <a:pt x="13852" y="1872"/>
                    <a:pt x="13862" y="1929"/>
                  </a:cubicBezTo>
                  <a:cubicBezTo>
                    <a:pt x="13945" y="2235"/>
                    <a:pt x="13416" y="2578"/>
                    <a:pt x="13385" y="2593"/>
                  </a:cubicBezTo>
                  <a:lnTo>
                    <a:pt x="13380" y="2598"/>
                  </a:lnTo>
                  <a:cubicBezTo>
                    <a:pt x="13359" y="2614"/>
                    <a:pt x="13312" y="2645"/>
                    <a:pt x="13058" y="4654"/>
                  </a:cubicBezTo>
                  <a:cubicBezTo>
                    <a:pt x="12782" y="6850"/>
                    <a:pt x="11485" y="9228"/>
                    <a:pt x="11474" y="9249"/>
                  </a:cubicBezTo>
                  <a:cubicBezTo>
                    <a:pt x="11464" y="9270"/>
                    <a:pt x="11464" y="9291"/>
                    <a:pt x="11479" y="9306"/>
                  </a:cubicBezTo>
                  <a:cubicBezTo>
                    <a:pt x="11479" y="9306"/>
                    <a:pt x="11703" y="9581"/>
                    <a:pt x="11599" y="10095"/>
                  </a:cubicBezTo>
                  <a:cubicBezTo>
                    <a:pt x="11583" y="10178"/>
                    <a:pt x="11552" y="10230"/>
                    <a:pt x="11500" y="10246"/>
                  </a:cubicBezTo>
                  <a:cubicBezTo>
                    <a:pt x="11491" y="10248"/>
                    <a:pt x="11482" y="10249"/>
                    <a:pt x="11471" y="10249"/>
                  </a:cubicBezTo>
                  <a:cubicBezTo>
                    <a:pt x="11312" y="10249"/>
                    <a:pt x="11023" y="9991"/>
                    <a:pt x="10867" y="9815"/>
                  </a:cubicBezTo>
                  <a:cubicBezTo>
                    <a:pt x="10862" y="9804"/>
                    <a:pt x="10846" y="9799"/>
                    <a:pt x="10830" y="9799"/>
                  </a:cubicBezTo>
                  <a:lnTo>
                    <a:pt x="10820" y="9799"/>
                  </a:lnTo>
                  <a:cubicBezTo>
                    <a:pt x="9911" y="9799"/>
                    <a:pt x="7850" y="9067"/>
                    <a:pt x="7830" y="9062"/>
                  </a:cubicBezTo>
                  <a:lnTo>
                    <a:pt x="7819" y="9062"/>
                  </a:lnTo>
                  <a:cubicBezTo>
                    <a:pt x="5634" y="8860"/>
                    <a:pt x="1148" y="7967"/>
                    <a:pt x="1101" y="7956"/>
                  </a:cubicBezTo>
                  <a:cubicBezTo>
                    <a:pt x="1091" y="7956"/>
                    <a:pt x="1075" y="7956"/>
                    <a:pt x="1060" y="7967"/>
                  </a:cubicBezTo>
                  <a:cubicBezTo>
                    <a:pt x="1060" y="7971"/>
                    <a:pt x="851" y="8156"/>
                    <a:pt x="676" y="8156"/>
                  </a:cubicBezTo>
                  <a:cubicBezTo>
                    <a:pt x="622" y="8156"/>
                    <a:pt x="571" y="8138"/>
                    <a:pt x="530" y="8091"/>
                  </a:cubicBezTo>
                  <a:cubicBezTo>
                    <a:pt x="354" y="7889"/>
                    <a:pt x="566" y="7520"/>
                    <a:pt x="566" y="7515"/>
                  </a:cubicBezTo>
                  <a:cubicBezTo>
                    <a:pt x="572" y="7505"/>
                    <a:pt x="577" y="7494"/>
                    <a:pt x="572" y="7479"/>
                  </a:cubicBezTo>
                  <a:cubicBezTo>
                    <a:pt x="78" y="5007"/>
                    <a:pt x="1553" y="1332"/>
                    <a:pt x="1568" y="1295"/>
                  </a:cubicBezTo>
                  <a:cubicBezTo>
                    <a:pt x="1574" y="1285"/>
                    <a:pt x="1574" y="1269"/>
                    <a:pt x="1568" y="1259"/>
                  </a:cubicBezTo>
                  <a:cubicBezTo>
                    <a:pt x="1475" y="1015"/>
                    <a:pt x="1470" y="750"/>
                    <a:pt x="1553" y="506"/>
                  </a:cubicBezTo>
                  <a:cubicBezTo>
                    <a:pt x="1589" y="413"/>
                    <a:pt x="1626" y="356"/>
                    <a:pt x="1662" y="356"/>
                  </a:cubicBezTo>
                  <a:cubicBezTo>
                    <a:pt x="1714" y="356"/>
                    <a:pt x="1786" y="449"/>
                    <a:pt x="1818" y="511"/>
                  </a:cubicBezTo>
                  <a:cubicBezTo>
                    <a:pt x="1823" y="527"/>
                    <a:pt x="1833" y="532"/>
                    <a:pt x="1849" y="537"/>
                  </a:cubicBezTo>
                  <a:cubicBezTo>
                    <a:pt x="1853" y="540"/>
                    <a:pt x="1858" y="541"/>
                    <a:pt x="1864" y="541"/>
                  </a:cubicBezTo>
                  <a:cubicBezTo>
                    <a:pt x="1871" y="541"/>
                    <a:pt x="1879" y="538"/>
                    <a:pt x="1885" y="532"/>
                  </a:cubicBezTo>
                  <a:cubicBezTo>
                    <a:pt x="2393" y="225"/>
                    <a:pt x="3185" y="104"/>
                    <a:pt x="4120" y="104"/>
                  </a:cubicBezTo>
                  <a:close/>
                  <a:moveTo>
                    <a:pt x="4151" y="0"/>
                  </a:moveTo>
                  <a:cubicBezTo>
                    <a:pt x="3214" y="0"/>
                    <a:pt x="2412" y="120"/>
                    <a:pt x="1880" y="423"/>
                  </a:cubicBezTo>
                  <a:cubicBezTo>
                    <a:pt x="1839" y="362"/>
                    <a:pt x="1759" y="257"/>
                    <a:pt x="1664" y="257"/>
                  </a:cubicBezTo>
                  <a:cubicBezTo>
                    <a:pt x="1661" y="257"/>
                    <a:pt x="1659" y="257"/>
                    <a:pt x="1657" y="257"/>
                  </a:cubicBezTo>
                  <a:cubicBezTo>
                    <a:pt x="1574" y="262"/>
                    <a:pt x="1511" y="335"/>
                    <a:pt x="1459" y="475"/>
                  </a:cubicBezTo>
                  <a:cubicBezTo>
                    <a:pt x="1371" y="735"/>
                    <a:pt x="1376" y="1020"/>
                    <a:pt x="1470" y="1280"/>
                  </a:cubicBezTo>
                  <a:cubicBezTo>
                    <a:pt x="1356" y="1565"/>
                    <a:pt x="1" y="5075"/>
                    <a:pt x="473" y="7484"/>
                  </a:cubicBezTo>
                  <a:cubicBezTo>
                    <a:pt x="431" y="7567"/>
                    <a:pt x="250" y="7920"/>
                    <a:pt x="452" y="8154"/>
                  </a:cubicBezTo>
                  <a:cubicBezTo>
                    <a:pt x="514" y="8225"/>
                    <a:pt x="590" y="8251"/>
                    <a:pt x="668" y="8251"/>
                  </a:cubicBezTo>
                  <a:cubicBezTo>
                    <a:pt x="850" y="8251"/>
                    <a:pt x="1045" y="8107"/>
                    <a:pt x="1106" y="8060"/>
                  </a:cubicBezTo>
                  <a:cubicBezTo>
                    <a:pt x="1454" y="8128"/>
                    <a:pt x="5691" y="8963"/>
                    <a:pt x="7798" y="9156"/>
                  </a:cubicBezTo>
                  <a:cubicBezTo>
                    <a:pt x="7944" y="9207"/>
                    <a:pt x="9896" y="9893"/>
                    <a:pt x="10810" y="9898"/>
                  </a:cubicBezTo>
                  <a:cubicBezTo>
                    <a:pt x="10893" y="9991"/>
                    <a:pt x="11230" y="10344"/>
                    <a:pt x="11474" y="10344"/>
                  </a:cubicBezTo>
                  <a:cubicBezTo>
                    <a:pt x="11490" y="10344"/>
                    <a:pt x="11510" y="10339"/>
                    <a:pt x="11526" y="10329"/>
                  </a:cubicBezTo>
                  <a:cubicBezTo>
                    <a:pt x="11614" y="10308"/>
                    <a:pt x="11671" y="10235"/>
                    <a:pt x="11697" y="10111"/>
                  </a:cubicBezTo>
                  <a:cubicBezTo>
                    <a:pt x="11791" y="9638"/>
                    <a:pt x="11630" y="9353"/>
                    <a:pt x="11573" y="9265"/>
                  </a:cubicBezTo>
                  <a:cubicBezTo>
                    <a:pt x="11718" y="8989"/>
                    <a:pt x="12897" y="6752"/>
                    <a:pt x="13156" y="4665"/>
                  </a:cubicBezTo>
                  <a:cubicBezTo>
                    <a:pt x="13364" y="3014"/>
                    <a:pt x="13431" y="2718"/>
                    <a:pt x="13447" y="2666"/>
                  </a:cubicBezTo>
                  <a:cubicBezTo>
                    <a:pt x="13535" y="2609"/>
                    <a:pt x="14049" y="2256"/>
                    <a:pt x="13956" y="1898"/>
                  </a:cubicBezTo>
                  <a:cubicBezTo>
                    <a:pt x="13940" y="1815"/>
                    <a:pt x="13878" y="1742"/>
                    <a:pt x="13800" y="1705"/>
                  </a:cubicBezTo>
                  <a:cubicBezTo>
                    <a:pt x="13759" y="1689"/>
                    <a:pt x="13715" y="1682"/>
                    <a:pt x="13671" y="1682"/>
                  </a:cubicBezTo>
                  <a:cubicBezTo>
                    <a:pt x="13536" y="1682"/>
                    <a:pt x="13399" y="1744"/>
                    <a:pt x="13348" y="1768"/>
                  </a:cubicBezTo>
                  <a:cubicBezTo>
                    <a:pt x="12895" y="1629"/>
                    <a:pt x="7603" y="0"/>
                    <a:pt x="4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9" name="Google Shape;2619;p65"/>
          <p:cNvGrpSpPr/>
          <p:nvPr/>
        </p:nvGrpSpPr>
        <p:grpSpPr>
          <a:xfrm>
            <a:off x="-370684" y="3676303"/>
            <a:ext cx="932305" cy="1360219"/>
            <a:chOff x="-291675" y="2634500"/>
            <a:chExt cx="1154843" cy="1684899"/>
          </a:xfrm>
        </p:grpSpPr>
        <p:sp>
          <p:nvSpPr>
            <p:cNvPr id="2620" name="Google Shape;2620;p65"/>
            <p:cNvSpPr/>
            <p:nvPr/>
          </p:nvSpPr>
          <p:spPr>
            <a:xfrm>
              <a:off x="-290803" y="4242948"/>
              <a:ext cx="1153971" cy="76451"/>
            </a:xfrm>
            <a:custGeom>
              <a:avLst/>
              <a:gdLst/>
              <a:ahLst/>
              <a:cxnLst/>
              <a:rect l="l" t="t" r="r" b="b"/>
              <a:pathLst>
                <a:path w="19849" h="1315" extrusionOk="0">
                  <a:moveTo>
                    <a:pt x="764" y="1"/>
                  </a:moveTo>
                  <a:lnTo>
                    <a:pt x="1" y="1314"/>
                  </a:lnTo>
                  <a:lnTo>
                    <a:pt x="17211" y="1314"/>
                  </a:lnTo>
                  <a:lnTo>
                    <a:pt x="19848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65"/>
            <p:cNvSpPr/>
            <p:nvPr/>
          </p:nvSpPr>
          <p:spPr>
            <a:xfrm>
              <a:off x="-176387" y="4195857"/>
              <a:ext cx="63137" cy="65288"/>
            </a:xfrm>
            <a:custGeom>
              <a:avLst/>
              <a:gdLst/>
              <a:ahLst/>
              <a:cxnLst/>
              <a:rect l="l" t="t" r="r" b="b"/>
              <a:pathLst>
                <a:path w="1086" h="1123" extrusionOk="0">
                  <a:moveTo>
                    <a:pt x="0" y="1"/>
                  </a:moveTo>
                  <a:lnTo>
                    <a:pt x="0" y="1122"/>
                  </a:lnTo>
                  <a:lnTo>
                    <a:pt x="686" y="1122"/>
                  </a:lnTo>
                  <a:lnTo>
                    <a:pt x="10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65"/>
            <p:cNvSpPr/>
            <p:nvPr/>
          </p:nvSpPr>
          <p:spPr>
            <a:xfrm>
              <a:off x="-179410" y="4192833"/>
              <a:ext cx="69474" cy="71335"/>
            </a:xfrm>
            <a:custGeom>
              <a:avLst/>
              <a:gdLst/>
              <a:ahLst/>
              <a:cxnLst/>
              <a:rect l="l" t="t" r="r" b="b"/>
              <a:pathLst>
                <a:path w="1195" h="1227" extrusionOk="0">
                  <a:moveTo>
                    <a:pt x="1070" y="100"/>
                  </a:moveTo>
                  <a:lnTo>
                    <a:pt x="706" y="1128"/>
                  </a:lnTo>
                  <a:lnTo>
                    <a:pt x="99" y="1128"/>
                  </a:lnTo>
                  <a:lnTo>
                    <a:pt x="99" y="100"/>
                  </a:lnTo>
                  <a:close/>
                  <a:moveTo>
                    <a:pt x="52" y="1"/>
                  </a:moveTo>
                  <a:cubicBezTo>
                    <a:pt x="26" y="1"/>
                    <a:pt x="0" y="22"/>
                    <a:pt x="0" y="53"/>
                  </a:cubicBezTo>
                  <a:lnTo>
                    <a:pt x="0" y="1174"/>
                  </a:lnTo>
                  <a:cubicBezTo>
                    <a:pt x="0" y="1205"/>
                    <a:pt x="26" y="1226"/>
                    <a:pt x="52" y="1226"/>
                  </a:cubicBezTo>
                  <a:lnTo>
                    <a:pt x="738" y="1226"/>
                  </a:lnTo>
                  <a:cubicBezTo>
                    <a:pt x="758" y="1226"/>
                    <a:pt x="779" y="1211"/>
                    <a:pt x="784" y="1190"/>
                  </a:cubicBezTo>
                  <a:lnTo>
                    <a:pt x="1184" y="68"/>
                  </a:lnTo>
                  <a:cubicBezTo>
                    <a:pt x="1194" y="37"/>
                    <a:pt x="1168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65"/>
            <p:cNvSpPr/>
            <p:nvPr/>
          </p:nvSpPr>
          <p:spPr>
            <a:xfrm>
              <a:off x="-176387" y="4195857"/>
              <a:ext cx="63137" cy="65288"/>
            </a:xfrm>
            <a:custGeom>
              <a:avLst/>
              <a:gdLst/>
              <a:ahLst/>
              <a:cxnLst/>
              <a:rect l="l" t="t" r="r" b="b"/>
              <a:pathLst>
                <a:path w="1086" h="1123" extrusionOk="0">
                  <a:moveTo>
                    <a:pt x="0" y="1"/>
                  </a:moveTo>
                  <a:lnTo>
                    <a:pt x="0" y="1122"/>
                  </a:lnTo>
                  <a:lnTo>
                    <a:pt x="686" y="1122"/>
                  </a:lnTo>
                  <a:lnTo>
                    <a:pt x="10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65"/>
            <p:cNvSpPr/>
            <p:nvPr/>
          </p:nvSpPr>
          <p:spPr>
            <a:xfrm>
              <a:off x="-136563" y="4195857"/>
              <a:ext cx="50173" cy="65288"/>
            </a:xfrm>
            <a:custGeom>
              <a:avLst/>
              <a:gdLst/>
              <a:ahLst/>
              <a:cxnLst/>
              <a:rect l="l" t="t" r="r" b="b"/>
              <a:pathLst>
                <a:path w="863" h="1123" extrusionOk="0">
                  <a:moveTo>
                    <a:pt x="400" y="1"/>
                  </a:moveTo>
                  <a:lnTo>
                    <a:pt x="1" y="1122"/>
                  </a:lnTo>
                  <a:lnTo>
                    <a:pt x="1" y="1122"/>
                  </a:lnTo>
                  <a:lnTo>
                    <a:pt x="582" y="769"/>
                  </a:lnTo>
                  <a:lnTo>
                    <a:pt x="862" y="6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65"/>
            <p:cNvSpPr/>
            <p:nvPr/>
          </p:nvSpPr>
          <p:spPr>
            <a:xfrm>
              <a:off x="-139586" y="4192833"/>
              <a:ext cx="56219" cy="71335"/>
            </a:xfrm>
            <a:custGeom>
              <a:avLst/>
              <a:gdLst/>
              <a:ahLst/>
              <a:cxnLst/>
              <a:rect l="l" t="t" r="r" b="b"/>
              <a:pathLst>
                <a:path w="967" h="1227" extrusionOk="0">
                  <a:moveTo>
                    <a:pt x="489" y="100"/>
                  </a:moveTo>
                  <a:lnTo>
                    <a:pt x="847" y="105"/>
                  </a:lnTo>
                  <a:lnTo>
                    <a:pt x="598" y="785"/>
                  </a:lnTo>
                  <a:lnTo>
                    <a:pt x="146" y="1060"/>
                  </a:lnTo>
                  <a:lnTo>
                    <a:pt x="489" y="100"/>
                  </a:lnTo>
                  <a:close/>
                  <a:moveTo>
                    <a:pt x="452" y="1"/>
                  </a:moveTo>
                  <a:cubicBezTo>
                    <a:pt x="432" y="1"/>
                    <a:pt x="411" y="17"/>
                    <a:pt x="406" y="37"/>
                  </a:cubicBezTo>
                  <a:lnTo>
                    <a:pt x="6" y="1159"/>
                  </a:lnTo>
                  <a:cubicBezTo>
                    <a:pt x="1" y="1179"/>
                    <a:pt x="6" y="1200"/>
                    <a:pt x="21" y="1216"/>
                  </a:cubicBezTo>
                  <a:cubicBezTo>
                    <a:pt x="32" y="1221"/>
                    <a:pt x="42" y="1226"/>
                    <a:pt x="53" y="1226"/>
                  </a:cubicBezTo>
                  <a:cubicBezTo>
                    <a:pt x="63" y="1226"/>
                    <a:pt x="68" y="1221"/>
                    <a:pt x="78" y="1216"/>
                  </a:cubicBezTo>
                  <a:lnTo>
                    <a:pt x="660" y="863"/>
                  </a:lnTo>
                  <a:cubicBezTo>
                    <a:pt x="665" y="852"/>
                    <a:pt x="676" y="847"/>
                    <a:pt x="681" y="837"/>
                  </a:cubicBezTo>
                  <a:lnTo>
                    <a:pt x="961" y="74"/>
                  </a:lnTo>
                  <a:cubicBezTo>
                    <a:pt x="966" y="58"/>
                    <a:pt x="961" y="43"/>
                    <a:pt x="956" y="27"/>
                  </a:cubicBezTo>
                  <a:cubicBezTo>
                    <a:pt x="945" y="17"/>
                    <a:pt x="930" y="6"/>
                    <a:pt x="914" y="6"/>
                  </a:cubicBezTo>
                  <a:lnTo>
                    <a:pt x="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65"/>
            <p:cNvSpPr/>
            <p:nvPr/>
          </p:nvSpPr>
          <p:spPr>
            <a:xfrm>
              <a:off x="758997" y="4167194"/>
              <a:ext cx="74590" cy="88834"/>
            </a:xfrm>
            <a:custGeom>
              <a:avLst/>
              <a:gdLst/>
              <a:ahLst/>
              <a:cxnLst/>
              <a:rect l="l" t="t" r="r" b="b"/>
              <a:pathLst>
                <a:path w="1283" h="1528" extrusionOk="0">
                  <a:moveTo>
                    <a:pt x="0" y="1"/>
                  </a:moveTo>
                  <a:lnTo>
                    <a:pt x="369" y="1527"/>
                  </a:lnTo>
                  <a:lnTo>
                    <a:pt x="1132" y="1527"/>
                  </a:lnTo>
                  <a:lnTo>
                    <a:pt x="12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65"/>
            <p:cNvSpPr/>
            <p:nvPr/>
          </p:nvSpPr>
          <p:spPr>
            <a:xfrm>
              <a:off x="755973" y="4164462"/>
              <a:ext cx="80637" cy="94532"/>
            </a:xfrm>
            <a:custGeom>
              <a:avLst/>
              <a:gdLst/>
              <a:ahLst/>
              <a:cxnLst/>
              <a:rect l="l" t="t" r="r" b="b"/>
              <a:pathLst>
                <a:path w="1387" h="1626" extrusionOk="0">
                  <a:moveTo>
                    <a:pt x="1283" y="100"/>
                  </a:moveTo>
                  <a:lnTo>
                    <a:pt x="1142" y="1527"/>
                  </a:lnTo>
                  <a:lnTo>
                    <a:pt x="462" y="1527"/>
                  </a:lnTo>
                  <a:lnTo>
                    <a:pt x="115" y="100"/>
                  </a:lnTo>
                  <a:close/>
                  <a:moveTo>
                    <a:pt x="52" y="1"/>
                  </a:moveTo>
                  <a:cubicBezTo>
                    <a:pt x="37" y="1"/>
                    <a:pt x="21" y="6"/>
                    <a:pt x="11" y="22"/>
                  </a:cubicBezTo>
                  <a:cubicBezTo>
                    <a:pt x="6" y="32"/>
                    <a:pt x="0" y="48"/>
                    <a:pt x="0" y="63"/>
                  </a:cubicBezTo>
                  <a:lnTo>
                    <a:pt x="374" y="1590"/>
                  </a:lnTo>
                  <a:cubicBezTo>
                    <a:pt x="379" y="1610"/>
                    <a:pt x="400" y="1626"/>
                    <a:pt x="421" y="1626"/>
                  </a:cubicBezTo>
                  <a:lnTo>
                    <a:pt x="1184" y="1626"/>
                  </a:lnTo>
                  <a:cubicBezTo>
                    <a:pt x="1210" y="1626"/>
                    <a:pt x="1231" y="1605"/>
                    <a:pt x="1236" y="1579"/>
                  </a:cubicBezTo>
                  <a:lnTo>
                    <a:pt x="1386" y="53"/>
                  </a:lnTo>
                  <a:cubicBezTo>
                    <a:pt x="1386" y="42"/>
                    <a:pt x="1381" y="27"/>
                    <a:pt x="1371" y="17"/>
                  </a:cubicBezTo>
                  <a:cubicBezTo>
                    <a:pt x="1366" y="6"/>
                    <a:pt x="1350" y="1"/>
                    <a:pt x="1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65"/>
            <p:cNvSpPr/>
            <p:nvPr/>
          </p:nvSpPr>
          <p:spPr>
            <a:xfrm>
              <a:off x="758997" y="4167194"/>
              <a:ext cx="74590" cy="88834"/>
            </a:xfrm>
            <a:custGeom>
              <a:avLst/>
              <a:gdLst/>
              <a:ahLst/>
              <a:cxnLst/>
              <a:rect l="l" t="t" r="r" b="b"/>
              <a:pathLst>
                <a:path w="1283" h="1528" extrusionOk="0">
                  <a:moveTo>
                    <a:pt x="0" y="1"/>
                  </a:moveTo>
                  <a:lnTo>
                    <a:pt x="369" y="1527"/>
                  </a:lnTo>
                  <a:lnTo>
                    <a:pt x="1132" y="1527"/>
                  </a:lnTo>
                  <a:lnTo>
                    <a:pt x="12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65"/>
            <p:cNvSpPr/>
            <p:nvPr/>
          </p:nvSpPr>
          <p:spPr>
            <a:xfrm>
              <a:off x="822658" y="4153009"/>
              <a:ext cx="36568" cy="102671"/>
            </a:xfrm>
            <a:custGeom>
              <a:avLst/>
              <a:gdLst/>
              <a:ahLst/>
              <a:cxnLst/>
              <a:rect l="l" t="t" r="r" b="b"/>
              <a:pathLst>
                <a:path w="629" h="1766" extrusionOk="0">
                  <a:moveTo>
                    <a:pt x="629" y="1"/>
                  </a:moveTo>
                  <a:lnTo>
                    <a:pt x="1" y="281"/>
                  </a:lnTo>
                  <a:lnTo>
                    <a:pt x="37" y="1766"/>
                  </a:lnTo>
                  <a:lnTo>
                    <a:pt x="629" y="1506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65"/>
            <p:cNvSpPr/>
            <p:nvPr/>
          </p:nvSpPr>
          <p:spPr>
            <a:xfrm>
              <a:off x="819925" y="4150102"/>
              <a:ext cx="42033" cy="108310"/>
            </a:xfrm>
            <a:custGeom>
              <a:avLst/>
              <a:gdLst/>
              <a:ahLst/>
              <a:cxnLst/>
              <a:rect l="l" t="t" r="r" b="b"/>
              <a:pathLst>
                <a:path w="723" h="1863" extrusionOk="0">
                  <a:moveTo>
                    <a:pt x="629" y="123"/>
                  </a:moveTo>
                  <a:lnTo>
                    <a:pt x="629" y="1525"/>
                  </a:lnTo>
                  <a:lnTo>
                    <a:pt x="131" y="1738"/>
                  </a:lnTo>
                  <a:lnTo>
                    <a:pt x="100" y="362"/>
                  </a:lnTo>
                  <a:lnTo>
                    <a:pt x="629" y="123"/>
                  </a:lnTo>
                  <a:close/>
                  <a:moveTo>
                    <a:pt x="674" y="1"/>
                  </a:moveTo>
                  <a:cubicBezTo>
                    <a:pt x="668" y="1"/>
                    <a:pt x="662" y="2"/>
                    <a:pt x="655" y="4"/>
                  </a:cubicBezTo>
                  <a:lnTo>
                    <a:pt x="27" y="289"/>
                  </a:lnTo>
                  <a:cubicBezTo>
                    <a:pt x="11" y="295"/>
                    <a:pt x="1" y="315"/>
                    <a:pt x="1" y="336"/>
                  </a:cubicBezTo>
                  <a:lnTo>
                    <a:pt x="37" y="1816"/>
                  </a:lnTo>
                  <a:cubicBezTo>
                    <a:pt x="37" y="1831"/>
                    <a:pt x="48" y="1847"/>
                    <a:pt x="58" y="1857"/>
                  </a:cubicBezTo>
                  <a:cubicBezTo>
                    <a:pt x="68" y="1857"/>
                    <a:pt x="79" y="1863"/>
                    <a:pt x="84" y="1863"/>
                  </a:cubicBezTo>
                  <a:cubicBezTo>
                    <a:pt x="94" y="1863"/>
                    <a:pt x="100" y="1863"/>
                    <a:pt x="105" y="1857"/>
                  </a:cubicBezTo>
                  <a:lnTo>
                    <a:pt x="697" y="1603"/>
                  </a:lnTo>
                  <a:cubicBezTo>
                    <a:pt x="712" y="1593"/>
                    <a:pt x="723" y="1577"/>
                    <a:pt x="723" y="1556"/>
                  </a:cubicBezTo>
                  <a:lnTo>
                    <a:pt x="723" y="51"/>
                  </a:lnTo>
                  <a:cubicBezTo>
                    <a:pt x="723" y="35"/>
                    <a:pt x="717" y="20"/>
                    <a:pt x="702" y="9"/>
                  </a:cubicBezTo>
                  <a:cubicBezTo>
                    <a:pt x="693" y="3"/>
                    <a:pt x="684" y="1"/>
                    <a:pt x="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65"/>
            <p:cNvSpPr/>
            <p:nvPr/>
          </p:nvSpPr>
          <p:spPr>
            <a:xfrm>
              <a:off x="-289001" y="3046525"/>
              <a:ext cx="1004267" cy="1171412"/>
            </a:xfrm>
            <a:custGeom>
              <a:avLst/>
              <a:gdLst/>
              <a:ahLst/>
              <a:cxnLst/>
              <a:rect l="l" t="t" r="r" b="b"/>
              <a:pathLst>
                <a:path w="17274" h="20149" extrusionOk="0">
                  <a:moveTo>
                    <a:pt x="1" y="0"/>
                  </a:moveTo>
                  <a:lnTo>
                    <a:pt x="1" y="20149"/>
                  </a:lnTo>
                  <a:lnTo>
                    <a:pt x="17273" y="20149"/>
                  </a:lnTo>
                  <a:lnTo>
                    <a:pt x="172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65"/>
            <p:cNvSpPr/>
            <p:nvPr/>
          </p:nvSpPr>
          <p:spPr>
            <a:xfrm>
              <a:off x="-291675" y="3043792"/>
              <a:ext cx="1009674" cy="1176877"/>
            </a:xfrm>
            <a:custGeom>
              <a:avLst/>
              <a:gdLst/>
              <a:ahLst/>
              <a:cxnLst/>
              <a:rect l="l" t="t" r="r" b="b"/>
              <a:pathLst>
                <a:path w="17367" h="20243" extrusionOk="0">
                  <a:moveTo>
                    <a:pt x="17273" y="94"/>
                  </a:moveTo>
                  <a:lnTo>
                    <a:pt x="17273" y="20144"/>
                  </a:lnTo>
                  <a:lnTo>
                    <a:pt x="99" y="20144"/>
                  </a:lnTo>
                  <a:lnTo>
                    <a:pt x="99" y="94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20196"/>
                  </a:lnTo>
                  <a:cubicBezTo>
                    <a:pt x="0" y="20222"/>
                    <a:pt x="21" y="20243"/>
                    <a:pt x="47" y="20243"/>
                  </a:cubicBezTo>
                  <a:lnTo>
                    <a:pt x="17319" y="20243"/>
                  </a:lnTo>
                  <a:cubicBezTo>
                    <a:pt x="17345" y="20243"/>
                    <a:pt x="17366" y="20222"/>
                    <a:pt x="17366" y="20196"/>
                  </a:cubicBezTo>
                  <a:lnTo>
                    <a:pt x="17366" y="47"/>
                  </a:lnTo>
                  <a:cubicBezTo>
                    <a:pt x="17366" y="21"/>
                    <a:pt x="17345" y="0"/>
                    <a:pt x="17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65"/>
            <p:cNvSpPr/>
            <p:nvPr/>
          </p:nvSpPr>
          <p:spPr>
            <a:xfrm>
              <a:off x="-234642" y="3632033"/>
              <a:ext cx="895550" cy="531609"/>
            </a:xfrm>
            <a:custGeom>
              <a:avLst/>
              <a:gdLst/>
              <a:ahLst/>
              <a:cxnLst/>
              <a:rect l="l" t="t" r="r" b="b"/>
              <a:pathLst>
                <a:path w="15404" h="9144" extrusionOk="0">
                  <a:moveTo>
                    <a:pt x="0" y="1"/>
                  </a:moveTo>
                  <a:lnTo>
                    <a:pt x="0" y="9143"/>
                  </a:lnTo>
                  <a:lnTo>
                    <a:pt x="15404" y="9143"/>
                  </a:lnTo>
                  <a:lnTo>
                    <a:pt x="154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65"/>
            <p:cNvSpPr/>
            <p:nvPr/>
          </p:nvSpPr>
          <p:spPr>
            <a:xfrm>
              <a:off x="-237374" y="3629359"/>
              <a:ext cx="901306" cy="537307"/>
            </a:xfrm>
            <a:custGeom>
              <a:avLst/>
              <a:gdLst/>
              <a:ahLst/>
              <a:cxnLst/>
              <a:rect l="l" t="t" r="r" b="b"/>
              <a:pathLst>
                <a:path w="15503" h="9242" extrusionOk="0">
                  <a:moveTo>
                    <a:pt x="15404" y="99"/>
                  </a:moveTo>
                  <a:lnTo>
                    <a:pt x="15404" y="9143"/>
                  </a:lnTo>
                  <a:lnTo>
                    <a:pt x="94" y="9143"/>
                  </a:lnTo>
                  <a:lnTo>
                    <a:pt x="94" y="99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9189"/>
                  </a:lnTo>
                  <a:cubicBezTo>
                    <a:pt x="1" y="9215"/>
                    <a:pt x="21" y="9236"/>
                    <a:pt x="47" y="9241"/>
                  </a:cubicBezTo>
                  <a:lnTo>
                    <a:pt x="15451" y="9241"/>
                  </a:lnTo>
                  <a:cubicBezTo>
                    <a:pt x="15477" y="9236"/>
                    <a:pt x="15498" y="9215"/>
                    <a:pt x="15503" y="9189"/>
                  </a:cubicBezTo>
                  <a:lnTo>
                    <a:pt x="15503" y="47"/>
                  </a:lnTo>
                  <a:cubicBezTo>
                    <a:pt x="15498" y="21"/>
                    <a:pt x="15477" y="0"/>
                    <a:pt x="15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65"/>
            <p:cNvSpPr/>
            <p:nvPr/>
          </p:nvSpPr>
          <p:spPr>
            <a:xfrm>
              <a:off x="-289001" y="4217891"/>
              <a:ext cx="91218" cy="94532"/>
            </a:xfrm>
            <a:custGeom>
              <a:avLst/>
              <a:gdLst/>
              <a:ahLst/>
              <a:cxnLst/>
              <a:rect l="l" t="t" r="r" b="b"/>
              <a:pathLst>
                <a:path w="1569" h="1626" extrusionOk="0">
                  <a:moveTo>
                    <a:pt x="1" y="1"/>
                  </a:moveTo>
                  <a:lnTo>
                    <a:pt x="1" y="1626"/>
                  </a:lnTo>
                  <a:lnTo>
                    <a:pt x="992" y="1626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65"/>
            <p:cNvSpPr/>
            <p:nvPr/>
          </p:nvSpPr>
          <p:spPr>
            <a:xfrm>
              <a:off x="-291675" y="4215217"/>
              <a:ext cx="97206" cy="99938"/>
            </a:xfrm>
            <a:custGeom>
              <a:avLst/>
              <a:gdLst/>
              <a:ahLst/>
              <a:cxnLst/>
              <a:rect l="l" t="t" r="r" b="b"/>
              <a:pathLst>
                <a:path w="1672" h="1719" extrusionOk="0">
                  <a:moveTo>
                    <a:pt x="1547" y="99"/>
                  </a:moveTo>
                  <a:lnTo>
                    <a:pt x="1007" y="1625"/>
                  </a:lnTo>
                  <a:lnTo>
                    <a:pt x="99" y="1625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1672"/>
                  </a:lnTo>
                  <a:cubicBezTo>
                    <a:pt x="0" y="1698"/>
                    <a:pt x="21" y="1719"/>
                    <a:pt x="47" y="1719"/>
                  </a:cubicBezTo>
                  <a:lnTo>
                    <a:pt x="1038" y="1719"/>
                  </a:lnTo>
                  <a:cubicBezTo>
                    <a:pt x="1059" y="1719"/>
                    <a:pt x="1080" y="1708"/>
                    <a:pt x="1085" y="1687"/>
                  </a:cubicBezTo>
                  <a:lnTo>
                    <a:pt x="1661" y="68"/>
                  </a:lnTo>
                  <a:cubicBezTo>
                    <a:pt x="1672" y="31"/>
                    <a:pt x="1651" y="0"/>
                    <a:pt x="1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65"/>
            <p:cNvSpPr/>
            <p:nvPr/>
          </p:nvSpPr>
          <p:spPr>
            <a:xfrm>
              <a:off x="624058" y="4217891"/>
              <a:ext cx="91218" cy="94532"/>
            </a:xfrm>
            <a:custGeom>
              <a:avLst/>
              <a:gdLst/>
              <a:ahLst/>
              <a:cxnLst/>
              <a:rect l="l" t="t" r="r" b="b"/>
              <a:pathLst>
                <a:path w="1569" h="1626" extrusionOk="0">
                  <a:moveTo>
                    <a:pt x="1" y="1"/>
                  </a:moveTo>
                  <a:lnTo>
                    <a:pt x="577" y="1626"/>
                  </a:lnTo>
                  <a:lnTo>
                    <a:pt x="1568" y="1626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65"/>
            <p:cNvSpPr/>
            <p:nvPr/>
          </p:nvSpPr>
          <p:spPr>
            <a:xfrm>
              <a:off x="621035" y="4215217"/>
              <a:ext cx="96973" cy="99938"/>
            </a:xfrm>
            <a:custGeom>
              <a:avLst/>
              <a:gdLst/>
              <a:ahLst/>
              <a:cxnLst/>
              <a:rect l="l" t="t" r="r" b="b"/>
              <a:pathLst>
                <a:path w="1668" h="1719" extrusionOk="0">
                  <a:moveTo>
                    <a:pt x="1569" y="99"/>
                  </a:moveTo>
                  <a:lnTo>
                    <a:pt x="1569" y="1625"/>
                  </a:lnTo>
                  <a:lnTo>
                    <a:pt x="660" y="1625"/>
                  </a:lnTo>
                  <a:lnTo>
                    <a:pt x="120" y="99"/>
                  </a:lnTo>
                  <a:close/>
                  <a:moveTo>
                    <a:pt x="53" y="0"/>
                  </a:moveTo>
                  <a:cubicBezTo>
                    <a:pt x="37" y="0"/>
                    <a:pt x="21" y="11"/>
                    <a:pt x="11" y="21"/>
                  </a:cubicBezTo>
                  <a:cubicBezTo>
                    <a:pt x="1" y="31"/>
                    <a:pt x="1" y="52"/>
                    <a:pt x="6" y="68"/>
                  </a:cubicBezTo>
                  <a:lnTo>
                    <a:pt x="582" y="1687"/>
                  </a:lnTo>
                  <a:cubicBezTo>
                    <a:pt x="587" y="1708"/>
                    <a:pt x="608" y="1719"/>
                    <a:pt x="629" y="1719"/>
                  </a:cubicBezTo>
                  <a:lnTo>
                    <a:pt x="1620" y="1719"/>
                  </a:lnTo>
                  <a:cubicBezTo>
                    <a:pt x="1646" y="1719"/>
                    <a:pt x="1667" y="1698"/>
                    <a:pt x="1667" y="1672"/>
                  </a:cubicBezTo>
                  <a:lnTo>
                    <a:pt x="1667" y="47"/>
                  </a:lnTo>
                  <a:cubicBezTo>
                    <a:pt x="1667" y="21"/>
                    <a:pt x="1646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65"/>
            <p:cNvSpPr/>
            <p:nvPr/>
          </p:nvSpPr>
          <p:spPr>
            <a:xfrm>
              <a:off x="715219" y="4197717"/>
              <a:ext cx="42615" cy="114705"/>
            </a:xfrm>
            <a:custGeom>
              <a:avLst/>
              <a:gdLst/>
              <a:ahLst/>
              <a:cxnLst/>
              <a:rect l="l" t="t" r="r" b="b"/>
              <a:pathLst>
                <a:path w="733" h="1973" extrusionOk="0">
                  <a:moveTo>
                    <a:pt x="732" y="0"/>
                  </a:moveTo>
                  <a:lnTo>
                    <a:pt x="0" y="348"/>
                  </a:lnTo>
                  <a:lnTo>
                    <a:pt x="0" y="1973"/>
                  </a:lnTo>
                  <a:lnTo>
                    <a:pt x="447" y="1656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65"/>
            <p:cNvSpPr/>
            <p:nvPr/>
          </p:nvSpPr>
          <p:spPr>
            <a:xfrm>
              <a:off x="712195" y="4194926"/>
              <a:ext cx="48661" cy="120228"/>
            </a:xfrm>
            <a:custGeom>
              <a:avLst/>
              <a:gdLst/>
              <a:ahLst/>
              <a:cxnLst/>
              <a:rect l="l" t="t" r="r" b="b"/>
              <a:pathLst>
                <a:path w="837" h="2068" extrusionOk="0">
                  <a:moveTo>
                    <a:pt x="722" y="131"/>
                  </a:moveTo>
                  <a:lnTo>
                    <a:pt x="457" y="1673"/>
                  </a:lnTo>
                  <a:lnTo>
                    <a:pt x="99" y="1922"/>
                  </a:lnTo>
                  <a:lnTo>
                    <a:pt x="99" y="427"/>
                  </a:lnTo>
                  <a:lnTo>
                    <a:pt x="722" y="131"/>
                  </a:lnTo>
                  <a:close/>
                  <a:moveTo>
                    <a:pt x="783" y="1"/>
                  </a:moveTo>
                  <a:cubicBezTo>
                    <a:pt x="776" y="1"/>
                    <a:pt x="770" y="3"/>
                    <a:pt x="764" y="7"/>
                  </a:cubicBezTo>
                  <a:lnTo>
                    <a:pt x="32" y="349"/>
                  </a:lnTo>
                  <a:cubicBezTo>
                    <a:pt x="11" y="360"/>
                    <a:pt x="1" y="375"/>
                    <a:pt x="1" y="396"/>
                  </a:cubicBezTo>
                  <a:lnTo>
                    <a:pt x="1" y="2021"/>
                  </a:lnTo>
                  <a:cubicBezTo>
                    <a:pt x="1" y="2036"/>
                    <a:pt x="11" y="2057"/>
                    <a:pt x="32" y="2062"/>
                  </a:cubicBezTo>
                  <a:cubicBezTo>
                    <a:pt x="37" y="2068"/>
                    <a:pt x="42" y="2068"/>
                    <a:pt x="52" y="2068"/>
                  </a:cubicBezTo>
                  <a:cubicBezTo>
                    <a:pt x="63" y="2068"/>
                    <a:pt x="73" y="2068"/>
                    <a:pt x="78" y="2062"/>
                  </a:cubicBezTo>
                  <a:lnTo>
                    <a:pt x="525" y="1741"/>
                  </a:lnTo>
                  <a:cubicBezTo>
                    <a:pt x="535" y="1735"/>
                    <a:pt x="546" y="1725"/>
                    <a:pt x="546" y="1709"/>
                  </a:cubicBezTo>
                  <a:lnTo>
                    <a:pt x="836" y="58"/>
                  </a:lnTo>
                  <a:cubicBezTo>
                    <a:pt x="836" y="38"/>
                    <a:pt x="831" y="22"/>
                    <a:pt x="816" y="12"/>
                  </a:cubicBezTo>
                  <a:cubicBezTo>
                    <a:pt x="806" y="5"/>
                    <a:pt x="794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65"/>
            <p:cNvSpPr/>
            <p:nvPr/>
          </p:nvSpPr>
          <p:spPr>
            <a:xfrm>
              <a:off x="195173" y="3896445"/>
              <a:ext cx="55289" cy="51161"/>
            </a:xfrm>
            <a:custGeom>
              <a:avLst/>
              <a:gdLst/>
              <a:ahLst/>
              <a:cxnLst/>
              <a:rect l="l" t="t" r="r" b="b"/>
              <a:pathLst>
                <a:path w="951" h="880" extrusionOk="0">
                  <a:moveTo>
                    <a:pt x="478" y="1"/>
                  </a:moveTo>
                  <a:cubicBezTo>
                    <a:pt x="265" y="1"/>
                    <a:pt x="75" y="153"/>
                    <a:pt x="42" y="369"/>
                  </a:cubicBezTo>
                  <a:cubicBezTo>
                    <a:pt x="0" y="613"/>
                    <a:pt x="166" y="837"/>
                    <a:pt x="405" y="873"/>
                  </a:cubicBezTo>
                  <a:cubicBezTo>
                    <a:pt x="430" y="877"/>
                    <a:pt x="454" y="879"/>
                    <a:pt x="479" y="879"/>
                  </a:cubicBezTo>
                  <a:cubicBezTo>
                    <a:pt x="689" y="879"/>
                    <a:pt x="876" y="724"/>
                    <a:pt x="909" y="510"/>
                  </a:cubicBezTo>
                  <a:cubicBezTo>
                    <a:pt x="950" y="271"/>
                    <a:pt x="784" y="47"/>
                    <a:pt x="545" y="6"/>
                  </a:cubicBezTo>
                  <a:cubicBezTo>
                    <a:pt x="523" y="3"/>
                    <a:pt x="500" y="1"/>
                    <a:pt x="4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65"/>
            <p:cNvSpPr/>
            <p:nvPr/>
          </p:nvSpPr>
          <p:spPr>
            <a:xfrm>
              <a:off x="178837" y="3888015"/>
              <a:ext cx="59823" cy="51277"/>
            </a:xfrm>
            <a:custGeom>
              <a:avLst/>
              <a:gdLst/>
              <a:ahLst/>
              <a:cxnLst/>
              <a:rect l="l" t="t" r="r" b="b"/>
              <a:pathLst>
                <a:path w="1029" h="882" extrusionOk="0">
                  <a:moveTo>
                    <a:pt x="593" y="0"/>
                  </a:moveTo>
                  <a:cubicBezTo>
                    <a:pt x="198" y="0"/>
                    <a:pt x="1" y="473"/>
                    <a:pt x="276" y="753"/>
                  </a:cubicBezTo>
                  <a:cubicBezTo>
                    <a:pt x="366" y="842"/>
                    <a:pt x="476" y="881"/>
                    <a:pt x="584" y="881"/>
                  </a:cubicBezTo>
                  <a:cubicBezTo>
                    <a:pt x="811" y="881"/>
                    <a:pt x="1029" y="704"/>
                    <a:pt x="1029" y="436"/>
                  </a:cubicBezTo>
                  <a:cubicBezTo>
                    <a:pt x="1029" y="198"/>
                    <a:pt x="831" y="0"/>
                    <a:pt x="5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65"/>
            <p:cNvSpPr/>
            <p:nvPr/>
          </p:nvSpPr>
          <p:spPr>
            <a:xfrm>
              <a:off x="175232" y="3885108"/>
              <a:ext cx="66451" cy="56975"/>
            </a:xfrm>
            <a:custGeom>
              <a:avLst/>
              <a:gdLst/>
              <a:ahLst/>
              <a:cxnLst/>
              <a:rect l="l" t="t" r="r" b="b"/>
              <a:pathLst>
                <a:path w="1143" h="980" extrusionOk="0">
                  <a:moveTo>
                    <a:pt x="655" y="97"/>
                  </a:moveTo>
                  <a:cubicBezTo>
                    <a:pt x="868" y="97"/>
                    <a:pt x="1044" y="274"/>
                    <a:pt x="1044" y="486"/>
                  </a:cubicBezTo>
                  <a:cubicBezTo>
                    <a:pt x="1044" y="722"/>
                    <a:pt x="852" y="876"/>
                    <a:pt x="652" y="876"/>
                  </a:cubicBezTo>
                  <a:cubicBezTo>
                    <a:pt x="556" y="876"/>
                    <a:pt x="459" y="841"/>
                    <a:pt x="380" y="762"/>
                  </a:cubicBezTo>
                  <a:cubicBezTo>
                    <a:pt x="130" y="518"/>
                    <a:pt x="307" y="97"/>
                    <a:pt x="655" y="97"/>
                  </a:cubicBezTo>
                  <a:close/>
                  <a:moveTo>
                    <a:pt x="648" y="1"/>
                  </a:moveTo>
                  <a:cubicBezTo>
                    <a:pt x="528" y="1"/>
                    <a:pt x="406" y="45"/>
                    <a:pt x="307" y="144"/>
                  </a:cubicBezTo>
                  <a:cubicBezTo>
                    <a:pt x="1" y="450"/>
                    <a:pt x="219" y="980"/>
                    <a:pt x="655" y="980"/>
                  </a:cubicBezTo>
                  <a:cubicBezTo>
                    <a:pt x="925" y="980"/>
                    <a:pt x="1143" y="756"/>
                    <a:pt x="1143" y="486"/>
                  </a:cubicBezTo>
                  <a:cubicBezTo>
                    <a:pt x="1143" y="195"/>
                    <a:pt x="900" y="1"/>
                    <a:pt x="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65"/>
            <p:cNvSpPr/>
            <p:nvPr/>
          </p:nvSpPr>
          <p:spPr>
            <a:xfrm>
              <a:off x="-234642" y="3100826"/>
              <a:ext cx="895550" cy="531609"/>
            </a:xfrm>
            <a:custGeom>
              <a:avLst/>
              <a:gdLst/>
              <a:ahLst/>
              <a:cxnLst/>
              <a:rect l="l" t="t" r="r" b="b"/>
              <a:pathLst>
                <a:path w="15404" h="9144" extrusionOk="0">
                  <a:moveTo>
                    <a:pt x="0" y="1"/>
                  </a:moveTo>
                  <a:lnTo>
                    <a:pt x="0" y="9143"/>
                  </a:lnTo>
                  <a:lnTo>
                    <a:pt x="15404" y="9143"/>
                  </a:lnTo>
                  <a:lnTo>
                    <a:pt x="154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65"/>
            <p:cNvSpPr/>
            <p:nvPr/>
          </p:nvSpPr>
          <p:spPr>
            <a:xfrm>
              <a:off x="-237374" y="3098093"/>
              <a:ext cx="901306" cy="537016"/>
            </a:xfrm>
            <a:custGeom>
              <a:avLst/>
              <a:gdLst/>
              <a:ahLst/>
              <a:cxnLst/>
              <a:rect l="l" t="t" r="r" b="b"/>
              <a:pathLst>
                <a:path w="15503" h="9237" extrusionOk="0">
                  <a:moveTo>
                    <a:pt x="15404" y="99"/>
                  </a:moveTo>
                  <a:lnTo>
                    <a:pt x="15404" y="9143"/>
                  </a:lnTo>
                  <a:lnTo>
                    <a:pt x="94" y="9143"/>
                  </a:lnTo>
                  <a:lnTo>
                    <a:pt x="94" y="99"/>
                  </a:lnTo>
                  <a:close/>
                  <a:moveTo>
                    <a:pt x="47" y="1"/>
                  </a:moveTo>
                  <a:cubicBezTo>
                    <a:pt x="21" y="1"/>
                    <a:pt x="1" y="22"/>
                    <a:pt x="1" y="48"/>
                  </a:cubicBezTo>
                  <a:lnTo>
                    <a:pt x="1" y="9190"/>
                  </a:lnTo>
                  <a:cubicBezTo>
                    <a:pt x="1" y="9216"/>
                    <a:pt x="21" y="9237"/>
                    <a:pt x="47" y="9237"/>
                  </a:cubicBezTo>
                  <a:lnTo>
                    <a:pt x="15451" y="9237"/>
                  </a:lnTo>
                  <a:cubicBezTo>
                    <a:pt x="15477" y="9237"/>
                    <a:pt x="15498" y="9216"/>
                    <a:pt x="15503" y="9190"/>
                  </a:cubicBezTo>
                  <a:lnTo>
                    <a:pt x="15503" y="48"/>
                  </a:lnTo>
                  <a:cubicBezTo>
                    <a:pt x="15503" y="22"/>
                    <a:pt x="15477" y="1"/>
                    <a:pt x="15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65"/>
            <p:cNvSpPr/>
            <p:nvPr/>
          </p:nvSpPr>
          <p:spPr>
            <a:xfrm>
              <a:off x="-234642" y="3100826"/>
              <a:ext cx="102380" cy="531609"/>
            </a:xfrm>
            <a:custGeom>
              <a:avLst/>
              <a:gdLst/>
              <a:ahLst/>
              <a:cxnLst/>
              <a:rect l="l" t="t" r="r" b="b"/>
              <a:pathLst>
                <a:path w="1761" h="9144" extrusionOk="0">
                  <a:moveTo>
                    <a:pt x="0" y="1"/>
                  </a:moveTo>
                  <a:lnTo>
                    <a:pt x="0" y="9143"/>
                  </a:lnTo>
                  <a:lnTo>
                    <a:pt x="1760" y="9143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65"/>
            <p:cNvSpPr/>
            <p:nvPr/>
          </p:nvSpPr>
          <p:spPr>
            <a:xfrm>
              <a:off x="-237374" y="3098093"/>
              <a:ext cx="107787" cy="537016"/>
            </a:xfrm>
            <a:custGeom>
              <a:avLst/>
              <a:gdLst/>
              <a:ahLst/>
              <a:cxnLst/>
              <a:rect l="l" t="t" r="r" b="b"/>
              <a:pathLst>
                <a:path w="1854" h="9237" extrusionOk="0">
                  <a:moveTo>
                    <a:pt x="1760" y="99"/>
                  </a:moveTo>
                  <a:lnTo>
                    <a:pt x="1760" y="9143"/>
                  </a:lnTo>
                  <a:lnTo>
                    <a:pt x="94" y="9143"/>
                  </a:lnTo>
                  <a:lnTo>
                    <a:pt x="94" y="99"/>
                  </a:lnTo>
                  <a:close/>
                  <a:moveTo>
                    <a:pt x="47" y="1"/>
                  </a:moveTo>
                  <a:cubicBezTo>
                    <a:pt x="21" y="1"/>
                    <a:pt x="1" y="22"/>
                    <a:pt x="1" y="48"/>
                  </a:cubicBezTo>
                  <a:lnTo>
                    <a:pt x="1" y="9190"/>
                  </a:lnTo>
                  <a:cubicBezTo>
                    <a:pt x="1" y="9216"/>
                    <a:pt x="21" y="9237"/>
                    <a:pt x="47" y="9237"/>
                  </a:cubicBezTo>
                  <a:lnTo>
                    <a:pt x="1807" y="9237"/>
                  </a:lnTo>
                  <a:cubicBezTo>
                    <a:pt x="1833" y="9237"/>
                    <a:pt x="1854" y="9216"/>
                    <a:pt x="1854" y="9190"/>
                  </a:cubicBezTo>
                  <a:lnTo>
                    <a:pt x="1854" y="48"/>
                  </a:lnTo>
                  <a:cubicBezTo>
                    <a:pt x="1854" y="22"/>
                    <a:pt x="1833" y="1"/>
                    <a:pt x="1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65"/>
            <p:cNvSpPr/>
            <p:nvPr/>
          </p:nvSpPr>
          <p:spPr>
            <a:xfrm>
              <a:off x="-234642" y="3591627"/>
              <a:ext cx="895550" cy="40813"/>
            </a:xfrm>
            <a:custGeom>
              <a:avLst/>
              <a:gdLst/>
              <a:ahLst/>
              <a:cxnLst/>
              <a:rect l="l" t="t" r="r" b="b"/>
              <a:pathLst>
                <a:path w="15404" h="702" extrusionOk="0">
                  <a:moveTo>
                    <a:pt x="0" y="0"/>
                  </a:moveTo>
                  <a:lnTo>
                    <a:pt x="0" y="701"/>
                  </a:lnTo>
                  <a:lnTo>
                    <a:pt x="15404" y="701"/>
                  </a:lnTo>
                  <a:lnTo>
                    <a:pt x="15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65"/>
            <p:cNvSpPr/>
            <p:nvPr/>
          </p:nvSpPr>
          <p:spPr>
            <a:xfrm>
              <a:off x="-237374" y="3588895"/>
              <a:ext cx="901306" cy="46219"/>
            </a:xfrm>
            <a:custGeom>
              <a:avLst/>
              <a:gdLst/>
              <a:ahLst/>
              <a:cxnLst/>
              <a:rect l="l" t="t" r="r" b="b"/>
              <a:pathLst>
                <a:path w="15503" h="795" extrusionOk="0">
                  <a:moveTo>
                    <a:pt x="15404" y="99"/>
                  </a:moveTo>
                  <a:lnTo>
                    <a:pt x="15404" y="701"/>
                  </a:lnTo>
                  <a:lnTo>
                    <a:pt x="94" y="701"/>
                  </a:lnTo>
                  <a:lnTo>
                    <a:pt x="94" y="99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52"/>
                  </a:cubicBezTo>
                  <a:lnTo>
                    <a:pt x="1" y="748"/>
                  </a:lnTo>
                  <a:cubicBezTo>
                    <a:pt x="1" y="774"/>
                    <a:pt x="21" y="795"/>
                    <a:pt x="47" y="795"/>
                  </a:cubicBezTo>
                  <a:lnTo>
                    <a:pt x="15451" y="795"/>
                  </a:lnTo>
                  <a:cubicBezTo>
                    <a:pt x="15477" y="795"/>
                    <a:pt x="15498" y="774"/>
                    <a:pt x="15503" y="748"/>
                  </a:cubicBezTo>
                  <a:lnTo>
                    <a:pt x="15503" y="52"/>
                  </a:lnTo>
                  <a:cubicBezTo>
                    <a:pt x="15503" y="21"/>
                    <a:pt x="15477" y="0"/>
                    <a:pt x="15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65"/>
            <p:cNvSpPr/>
            <p:nvPr/>
          </p:nvSpPr>
          <p:spPr>
            <a:xfrm>
              <a:off x="715219" y="3046525"/>
              <a:ext cx="144007" cy="1171412"/>
            </a:xfrm>
            <a:custGeom>
              <a:avLst/>
              <a:gdLst/>
              <a:ahLst/>
              <a:cxnLst/>
              <a:rect l="l" t="t" r="r" b="b"/>
              <a:pathLst>
                <a:path w="2477" h="20149" extrusionOk="0">
                  <a:moveTo>
                    <a:pt x="0" y="0"/>
                  </a:moveTo>
                  <a:lnTo>
                    <a:pt x="0" y="20149"/>
                  </a:lnTo>
                  <a:lnTo>
                    <a:pt x="2477" y="19033"/>
                  </a:lnTo>
                  <a:lnTo>
                    <a:pt x="2477" y="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65"/>
            <p:cNvSpPr/>
            <p:nvPr/>
          </p:nvSpPr>
          <p:spPr>
            <a:xfrm>
              <a:off x="715219" y="3046525"/>
              <a:ext cx="144007" cy="1171412"/>
            </a:xfrm>
            <a:custGeom>
              <a:avLst/>
              <a:gdLst/>
              <a:ahLst/>
              <a:cxnLst/>
              <a:rect l="l" t="t" r="r" b="b"/>
              <a:pathLst>
                <a:path w="2477" h="20149" extrusionOk="0">
                  <a:moveTo>
                    <a:pt x="0" y="20149"/>
                  </a:moveTo>
                  <a:lnTo>
                    <a:pt x="2477" y="19033"/>
                  </a:lnTo>
                  <a:lnTo>
                    <a:pt x="2477" y="95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100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65"/>
            <p:cNvSpPr/>
            <p:nvPr/>
          </p:nvSpPr>
          <p:spPr>
            <a:xfrm>
              <a:off x="712486" y="3043908"/>
              <a:ext cx="149472" cy="1176761"/>
            </a:xfrm>
            <a:custGeom>
              <a:avLst/>
              <a:gdLst/>
              <a:ahLst/>
              <a:cxnLst/>
              <a:rect l="l" t="t" r="r" b="b"/>
              <a:pathLst>
                <a:path w="2571" h="20241" extrusionOk="0">
                  <a:moveTo>
                    <a:pt x="94" y="118"/>
                  </a:moveTo>
                  <a:lnTo>
                    <a:pt x="2472" y="1026"/>
                  </a:lnTo>
                  <a:lnTo>
                    <a:pt x="2472" y="19047"/>
                  </a:lnTo>
                  <a:lnTo>
                    <a:pt x="94" y="20116"/>
                  </a:lnTo>
                  <a:lnTo>
                    <a:pt x="94" y="118"/>
                  </a:lnTo>
                  <a:close/>
                  <a:moveTo>
                    <a:pt x="44" y="0"/>
                  </a:moveTo>
                  <a:cubicBezTo>
                    <a:pt x="35" y="0"/>
                    <a:pt x="28" y="3"/>
                    <a:pt x="21" y="9"/>
                  </a:cubicBezTo>
                  <a:cubicBezTo>
                    <a:pt x="6" y="14"/>
                    <a:pt x="1" y="29"/>
                    <a:pt x="1" y="45"/>
                  </a:cubicBezTo>
                  <a:lnTo>
                    <a:pt x="1" y="20194"/>
                  </a:lnTo>
                  <a:cubicBezTo>
                    <a:pt x="1" y="20209"/>
                    <a:pt x="6" y="20225"/>
                    <a:pt x="21" y="20235"/>
                  </a:cubicBezTo>
                  <a:cubicBezTo>
                    <a:pt x="27" y="20241"/>
                    <a:pt x="37" y="20241"/>
                    <a:pt x="47" y="20241"/>
                  </a:cubicBezTo>
                  <a:cubicBezTo>
                    <a:pt x="53" y="20241"/>
                    <a:pt x="63" y="20241"/>
                    <a:pt x="68" y="20235"/>
                  </a:cubicBezTo>
                  <a:lnTo>
                    <a:pt x="2545" y="19119"/>
                  </a:lnTo>
                  <a:cubicBezTo>
                    <a:pt x="2560" y="19114"/>
                    <a:pt x="2571" y="19098"/>
                    <a:pt x="2571" y="19078"/>
                  </a:cubicBezTo>
                  <a:lnTo>
                    <a:pt x="2571" y="995"/>
                  </a:lnTo>
                  <a:cubicBezTo>
                    <a:pt x="2571" y="974"/>
                    <a:pt x="2560" y="959"/>
                    <a:pt x="2539" y="948"/>
                  </a:cubicBezTo>
                  <a:lnTo>
                    <a:pt x="63" y="3"/>
                  </a:lnTo>
                  <a:cubicBezTo>
                    <a:pt x="57" y="1"/>
                    <a:pt x="50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65"/>
            <p:cNvSpPr/>
            <p:nvPr/>
          </p:nvSpPr>
          <p:spPr>
            <a:xfrm>
              <a:off x="-231328" y="4217891"/>
              <a:ext cx="72497" cy="94532"/>
            </a:xfrm>
            <a:custGeom>
              <a:avLst/>
              <a:gdLst/>
              <a:ahLst/>
              <a:cxnLst/>
              <a:rect l="l" t="t" r="r" b="b"/>
              <a:pathLst>
                <a:path w="1247" h="1626" extrusionOk="0">
                  <a:moveTo>
                    <a:pt x="577" y="1"/>
                  </a:moveTo>
                  <a:lnTo>
                    <a:pt x="0" y="1626"/>
                  </a:lnTo>
                  <a:lnTo>
                    <a:pt x="0" y="1626"/>
                  </a:lnTo>
                  <a:lnTo>
                    <a:pt x="836" y="1112"/>
                  </a:lnTo>
                  <a:lnTo>
                    <a:pt x="1246" y="11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65"/>
            <p:cNvSpPr/>
            <p:nvPr/>
          </p:nvSpPr>
          <p:spPr>
            <a:xfrm>
              <a:off x="-234351" y="4215217"/>
              <a:ext cx="78253" cy="99938"/>
            </a:xfrm>
            <a:custGeom>
              <a:avLst/>
              <a:gdLst/>
              <a:ahLst/>
              <a:cxnLst/>
              <a:rect l="l" t="t" r="r" b="b"/>
              <a:pathLst>
                <a:path w="1346" h="1719" extrusionOk="0">
                  <a:moveTo>
                    <a:pt x="665" y="99"/>
                  </a:moveTo>
                  <a:lnTo>
                    <a:pt x="1226" y="104"/>
                  </a:lnTo>
                  <a:lnTo>
                    <a:pt x="852" y="1122"/>
                  </a:lnTo>
                  <a:lnTo>
                    <a:pt x="146" y="1558"/>
                  </a:lnTo>
                  <a:lnTo>
                    <a:pt x="665" y="99"/>
                  </a:lnTo>
                  <a:close/>
                  <a:moveTo>
                    <a:pt x="629" y="0"/>
                  </a:moveTo>
                  <a:cubicBezTo>
                    <a:pt x="608" y="0"/>
                    <a:pt x="592" y="16"/>
                    <a:pt x="582" y="31"/>
                  </a:cubicBezTo>
                  <a:lnTo>
                    <a:pt x="11" y="1656"/>
                  </a:lnTo>
                  <a:cubicBezTo>
                    <a:pt x="0" y="1672"/>
                    <a:pt x="6" y="1698"/>
                    <a:pt x="21" y="1708"/>
                  </a:cubicBezTo>
                  <a:cubicBezTo>
                    <a:pt x="32" y="1713"/>
                    <a:pt x="42" y="1719"/>
                    <a:pt x="52" y="1719"/>
                  </a:cubicBezTo>
                  <a:cubicBezTo>
                    <a:pt x="63" y="1719"/>
                    <a:pt x="73" y="1719"/>
                    <a:pt x="78" y="1713"/>
                  </a:cubicBezTo>
                  <a:lnTo>
                    <a:pt x="914" y="1199"/>
                  </a:lnTo>
                  <a:cubicBezTo>
                    <a:pt x="925" y="1194"/>
                    <a:pt x="930" y="1189"/>
                    <a:pt x="935" y="1179"/>
                  </a:cubicBezTo>
                  <a:lnTo>
                    <a:pt x="1340" y="73"/>
                  </a:lnTo>
                  <a:cubicBezTo>
                    <a:pt x="1345" y="57"/>
                    <a:pt x="1345" y="42"/>
                    <a:pt x="1335" y="31"/>
                  </a:cubicBezTo>
                  <a:cubicBezTo>
                    <a:pt x="1330" y="18"/>
                    <a:pt x="1319" y="9"/>
                    <a:pt x="1307" y="9"/>
                  </a:cubicBezTo>
                  <a:cubicBezTo>
                    <a:pt x="1304" y="9"/>
                    <a:pt x="1301" y="10"/>
                    <a:pt x="1298" y="11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65"/>
            <p:cNvSpPr/>
            <p:nvPr/>
          </p:nvSpPr>
          <p:spPr>
            <a:xfrm>
              <a:off x="-234642" y="3573198"/>
              <a:ext cx="895550" cy="18778"/>
            </a:xfrm>
            <a:custGeom>
              <a:avLst/>
              <a:gdLst/>
              <a:ahLst/>
              <a:cxnLst/>
              <a:rect l="l" t="t" r="r" b="b"/>
              <a:pathLst>
                <a:path w="15404" h="323" extrusionOk="0">
                  <a:moveTo>
                    <a:pt x="1708" y="0"/>
                  </a:moveTo>
                  <a:lnTo>
                    <a:pt x="0" y="322"/>
                  </a:lnTo>
                  <a:lnTo>
                    <a:pt x="15404" y="322"/>
                  </a:lnTo>
                  <a:lnTo>
                    <a:pt x="15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65"/>
            <p:cNvSpPr/>
            <p:nvPr/>
          </p:nvSpPr>
          <p:spPr>
            <a:xfrm>
              <a:off x="-237665" y="3570174"/>
              <a:ext cx="901596" cy="24534"/>
            </a:xfrm>
            <a:custGeom>
              <a:avLst/>
              <a:gdLst/>
              <a:ahLst/>
              <a:cxnLst/>
              <a:rect l="l" t="t" r="r" b="b"/>
              <a:pathLst>
                <a:path w="15508" h="422" extrusionOk="0">
                  <a:moveTo>
                    <a:pt x="15409" y="99"/>
                  </a:moveTo>
                  <a:lnTo>
                    <a:pt x="15409" y="322"/>
                  </a:lnTo>
                  <a:lnTo>
                    <a:pt x="571" y="322"/>
                  </a:lnTo>
                  <a:lnTo>
                    <a:pt x="1765" y="99"/>
                  </a:lnTo>
                  <a:close/>
                  <a:moveTo>
                    <a:pt x="1750" y="1"/>
                  </a:moveTo>
                  <a:lnTo>
                    <a:pt x="42" y="322"/>
                  </a:lnTo>
                  <a:cubicBezTo>
                    <a:pt x="16" y="328"/>
                    <a:pt x="0" y="354"/>
                    <a:pt x="6" y="374"/>
                  </a:cubicBezTo>
                  <a:cubicBezTo>
                    <a:pt x="6" y="400"/>
                    <a:pt x="26" y="421"/>
                    <a:pt x="52" y="421"/>
                  </a:cubicBezTo>
                  <a:lnTo>
                    <a:pt x="15456" y="421"/>
                  </a:lnTo>
                  <a:cubicBezTo>
                    <a:pt x="15482" y="421"/>
                    <a:pt x="15503" y="400"/>
                    <a:pt x="15508" y="374"/>
                  </a:cubicBezTo>
                  <a:lnTo>
                    <a:pt x="15508" y="47"/>
                  </a:lnTo>
                  <a:cubicBezTo>
                    <a:pt x="15503" y="21"/>
                    <a:pt x="15482" y="1"/>
                    <a:pt x="15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65"/>
            <p:cNvSpPr/>
            <p:nvPr/>
          </p:nvSpPr>
          <p:spPr>
            <a:xfrm>
              <a:off x="-289001" y="4217891"/>
              <a:ext cx="91218" cy="94532"/>
            </a:xfrm>
            <a:custGeom>
              <a:avLst/>
              <a:gdLst/>
              <a:ahLst/>
              <a:cxnLst/>
              <a:rect l="l" t="t" r="r" b="b"/>
              <a:pathLst>
                <a:path w="1569" h="1626" extrusionOk="0">
                  <a:moveTo>
                    <a:pt x="1" y="1"/>
                  </a:moveTo>
                  <a:lnTo>
                    <a:pt x="1" y="1626"/>
                  </a:lnTo>
                  <a:lnTo>
                    <a:pt x="992" y="1626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65"/>
            <p:cNvSpPr/>
            <p:nvPr/>
          </p:nvSpPr>
          <p:spPr>
            <a:xfrm>
              <a:off x="624058" y="4217891"/>
              <a:ext cx="91218" cy="94532"/>
            </a:xfrm>
            <a:custGeom>
              <a:avLst/>
              <a:gdLst/>
              <a:ahLst/>
              <a:cxnLst/>
              <a:rect l="l" t="t" r="r" b="b"/>
              <a:pathLst>
                <a:path w="1569" h="1626" extrusionOk="0">
                  <a:moveTo>
                    <a:pt x="1" y="1"/>
                  </a:moveTo>
                  <a:lnTo>
                    <a:pt x="577" y="1626"/>
                  </a:lnTo>
                  <a:lnTo>
                    <a:pt x="1568" y="1626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65"/>
            <p:cNvSpPr/>
            <p:nvPr/>
          </p:nvSpPr>
          <p:spPr>
            <a:xfrm>
              <a:off x="142965" y="3476630"/>
              <a:ext cx="431671" cy="97555"/>
            </a:xfrm>
            <a:custGeom>
              <a:avLst/>
              <a:gdLst/>
              <a:ahLst/>
              <a:cxnLst/>
              <a:rect l="l" t="t" r="r" b="b"/>
              <a:pathLst>
                <a:path w="7425" h="1678" extrusionOk="0">
                  <a:moveTo>
                    <a:pt x="0" y="0"/>
                  </a:moveTo>
                  <a:lnTo>
                    <a:pt x="0" y="1677"/>
                  </a:lnTo>
                  <a:lnTo>
                    <a:pt x="7424" y="1677"/>
                  </a:lnTo>
                  <a:lnTo>
                    <a:pt x="74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65"/>
            <p:cNvSpPr/>
            <p:nvPr/>
          </p:nvSpPr>
          <p:spPr>
            <a:xfrm>
              <a:off x="140233" y="3473607"/>
              <a:ext cx="437427" cy="103252"/>
            </a:xfrm>
            <a:custGeom>
              <a:avLst/>
              <a:gdLst/>
              <a:ahLst/>
              <a:cxnLst/>
              <a:rect l="l" t="t" r="r" b="b"/>
              <a:pathLst>
                <a:path w="7524" h="1776" extrusionOk="0">
                  <a:moveTo>
                    <a:pt x="7424" y="99"/>
                  </a:moveTo>
                  <a:lnTo>
                    <a:pt x="7424" y="1677"/>
                  </a:lnTo>
                  <a:lnTo>
                    <a:pt x="99" y="1677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52"/>
                  </a:cubicBezTo>
                  <a:lnTo>
                    <a:pt x="0" y="1724"/>
                  </a:lnTo>
                  <a:cubicBezTo>
                    <a:pt x="0" y="1755"/>
                    <a:pt x="21" y="1776"/>
                    <a:pt x="47" y="1776"/>
                  </a:cubicBezTo>
                  <a:lnTo>
                    <a:pt x="7471" y="1776"/>
                  </a:lnTo>
                  <a:cubicBezTo>
                    <a:pt x="7497" y="1776"/>
                    <a:pt x="7523" y="1755"/>
                    <a:pt x="7523" y="1724"/>
                  </a:cubicBezTo>
                  <a:lnTo>
                    <a:pt x="7523" y="52"/>
                  </a:lnTo>
                  <a:cubicBezTo>
                    <a:pt x="7523" y="21"/>
                    <a:pt x="7497" y="0"/>
                    <a:pt x="7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65"/>
            <p:cNvSpPr/>
            <p:nvPr/>
          </p:nvSpPr>
          <p:spPr>
            <a:xfrm>
              <a:off x="172500" y="3507676"/>
              <a:ext cx="56510" cy="37789"/>
            </a:xfrm>
            <a:custGeom>
              <a:avLst/>
              <a:gdLst/>
              <a:ahLst/>
              <a:cxnLst/>
              <a:rect l="l" t="t" r="r" b="b"/>
              <a:pathLst>
                <a:path w="972" h="650" extrusionOk="0">
                  <a:moveTo>
                    <a:pt x="484" y="1"/>
                  </a:moveTo>
                  <a:cubicBezTo>
                    <a:pt x="214" y="1"/>
                    <a:pt x="1" y="146"/>
                    <a:pt x="1" y="323"/>
                  </a:cubicBezTo>
                  <a:cubicBezTo>
                    <a:pt x="1" y="504"/>
                    <a:pt x="219" y="650"/>
                    <a:pt x="484" y="650"/>
                  </a:cubicBezTo>
                  <a:cubicBezTo>
                    <a:pt x="754" y="650"/>
                    <a:pt x="972" y="504"/>
                    <a:pt x="972" y="323"/>
                  </a:cubicBezTo>
                  <a:cubicBezTo>
                    <a:pt x="972" y="146"/>
                    <a:pt x="754" y="1"/>
                    <a:pt x="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65"/>
            <p:cNvSpPr/>
            <p:nvPr/>
          </p:nvSpPr>
          <p:spPr>
            <a:xfrm>
              <a:off x="118780" y="3280705"/>
              <a:ext cx="431671" cy="97555"/>
            </a:xfrm>
            <a:custGeom>
              <a:avLst/>
              <a:gdLst/>
              <a:ahLst/>
              <a:cxnLst/>
              <a:rect l="l" t="t" r="r" b="b"/>
              <a:pathLst>
                <a:path w="7425" h="1678" extrusionOk="0">
                  <a:moveTo>
                    <a:pt x="1" y="1"/>
                  </a:moveTo>
                  <a:lnTo>
                    <a:pt x="1" y="1678"/>
                  </a:lnTo>
                  <a:lnTo>
                    <a:pt x="7425" y="1678"/>
                  </a:lnTo>
                  <a:lnTo>
                    <a:pt x="7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65"/>
            <p:cNvSpPr/>
            <p:nvPr/>
          </p:nvSpPr>
          <p:spPr>
            <a:xfrm>
              <a:off x="116047" y="3278031"/>
              <a:ext cx="437136" cy="103252"/>
            </a:xfrm>
            <a:custGeom>
              <a:avLst/>
              <a:gdLst/>
              <a:ahLst/>
              <a:cxnLst/>
              <a:rect l="l" t="t" r="r" b="b"/>
              <a:pathLst>
                <a:path w="7519" h="1776" extrusionOk="0">
                  <a:moveTo>
                    <a:pt x="7425" y="99"/>
                  </a:moveTo>
                  <a:lnTo>
                    <a:pt x="7425" y="1677"/>
                  </a:lnTo>
                  <a:lnTo>
                    <a:pt x="94" y="1677"/>
                  </a:lnTo>
                  <a:lnTo>
                    <a:pt x="94" y="99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1724"/>
                  </a:lnTo>
                  <a:cubicBezTo>
                    <a:pt x="1" y="1750"/>
                    <a:pt x="22" y="1776"/>
                    <a:pt x="48" y="1776"/>
                  </a:cubicBezTo>
                  <a:lnTo>
                    <a:pt x="7472" y="1776"/>
                  </a:lnTo>
                  <a:cubicBezTo>
                    <a:pt x="7498" y="1776"/>
                    <a:pt x="7519" y="1750"/>
                    <a:pt x="7519" y="1724"/>
                  </a:cubicBezTo>
                  <a:lnTo>
                    <a:pt x="7519" y="47"/>
                  </a:lnTo>
                  <a:cubicBezTo>
                    <a:pt x="7519" y="21"/>
                    <a:pt x="7498" y="0"/>
                    <a:pt x="7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65"/>
            <p:cNvSpPr/>
            <p:nvPr/>
          </p:nvSpPr>
          <p:spPr>
            <a:xfrm>
              <a:off x="148082" y="3312099"/>
              <a:ext cx="56510" cy="37789"/>
            </a:xfrm>
            <a:custGeom>
              <a:avLst/>
              <a:gdLst/>
              <a:ahLst/>
              <a:cxnLst/>
              <a:rect l="l" t="t" r="r" b="b"/>
              <a:pathLst>
                <a:path w="972" h="650" extrusionOk="0">
                  <a:moveTo>
                    <a:pt x="483" y="1"/>
                  </a:moveTo>
                  <a:cubicBezTo>
                    <a:pt x="218" y="1"/>
                    <a:pt x="0" y="146"/>
                    <a:pt x="0" y="323"/>
                  </a:cubicBezTo>
                  <a:cubicBezTo>
                    <a:pt x="0" y="504"/>
                    <a:pt x="218" y="650"/>
                    <a:pt x="483" y="650"/>
                  </a:cubicBezTo>
                  <a:cubicBezTo>
                    <a:pt x="753" y="650"/>
                    <a:pt x="971" y="504"/>
                    <a:pt x="971" y="323"/>
                  </a:cubicBezTo>
                  <a:cubicBezTo>
                    <a:pt x="971" y="146"/>
                    <a:pt x="753" y="1"/>
                    <a:pt x="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65"/>
            <p:cNvSpPr/>
            <p:nvPr/>
          </p:nvSpPr>
          <p:spPr>
            <a:xfrm>
              <a:off x="188197" y="3378842"/>
              <a:ext cx="431671" cy="97497"/>
            </a:xfrm>
            <a:custGeom>
              <a:avLst/>
              <a:gdLst/>
              <a:ahLst/>
              <a:cxnLst/>
              <a:rect l="l" t="t" r="r" b="b"/>
              <a:pathLst>
                <a:path w="7425" h="1677" extrusionOk="0">
                  <a:moveTo>
                    <a:pt x="1" y="0"/>
                  </a:moveTo>
                  <a:lnTo>
                    <a:pt x="1" y="1677"/>
                  </a:lnTo>
                  <a:lnTo>
                    <a:pt x="7425" y="1677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65"/>
            <p:cNvSpPr/>
            <p:nvPr/>
          </p:nvSpPr>
          <p:spPr>
            <a:xfrm>
              <a:off x="185174" y="3376109"/>
              <a:ext cx="437427" cy="102962"/>
            </a:xfrm>
            <a:custGeom>
              <a:avLst/>
              <a:gdLst/>
              <a:ahLst/>
              <a:cxnLst/>
              <a:rect l="l" t="t" r="r" b="b"/>
              <a:pathLst>
                <a:path w="7524" h="1771" extrusionOk="0">
                  <a:moveTo>
                    <a:pt x="7430" y="99"/>
                  </a:moveTo>
                  <a:lnTo>
                    <a:pt x="7430" y="1677"/>
                  </a:lnTo>
                  <a:lnTo>
                    <a:pt x="99" y="1677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27" y="0"/>
                    <a:pt x="1" y="21"/>
                    <a:pt x="1" y="47"/>
                  </a:cubicBezTo>
                  <a:lnTo>
                    <a:pt x="1" y="1724"/>
                  </a:lnTo>
                  <a:cubicBezTo>
                    <a:pt x="1" y="1750"/>
                    <a:pt x="27" y="1771"/>
                    <a:pt x="53" y="1771"/>
                  </a:cubicBezTo>
                  <a:lnTo>
                    <a:pt x="7477" y="1771"/>
                  </a:lnTo>
                  <a:cubicBezTo>
                    <a:pt x="7503" y="1771"/>
                    <a:pt x="7524" y="1750"/>
                    <a:pt x="7524" y="1724"/>
                  </a:cubicBezTo>
                  <a:lnTo>
                    <a:pt x="7524" y="47"/>
                  </a:lnTo>
                  <a:cubicBezTo>
                    <a:pt x="7524" y="21"/>
                    <a:pt x="7503" y="0"/>
                    <a:pt x="7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65"/>
            <p:cNvSpPr/>
            <p:nvPr/>
          </p:nvSpPr>
          <p:spPr>
            <a:xfrm>
              <a:off x="217498" y="3409888"/>
              <a:ext cx="56510" cy="37789"/>
            </a:xfrm>
            <a:custGeom>
              <a:avLst/>
              <a:gdLst/>
              <a:ahLst/>
              <a:cxnLst/>
              <a:rect l="l" t="t" r="r" b="b"/>
              <a:pathLst>
                <a:path w="972" h="650" extrusionOk="0">
                  <a:moveTo>
                    <a:pt x="483" y="1"/>
                  </a:moveTo>
                  <a:cubicBezTo>
                    <a:pt x="218" y="1"/>
                    <a:pt x="0" y="146"/>
                    <a:pt x="0" y="328"/>
                  </a:cubicBezTo>
                  <a:cubicBezTo>
                    <a:pt x="0" y="510"/>
                    <a:pt x="218" y="650"/>
                    <a:pt x="483" y="650"/>
                  </a:cubicBezTo>
                  <a:cubicBezTo>
                    <a:pt x="753" y="650"/>
                    <a:pt x="971" y="510"/>
                    <a:pt x="971" y="328"/>
                  </a:cubicBezTo>
                  <a:cubicBezTo>
                    <a:pt x="971" y="146"/>
                    <a:pt x="753" y="1"/>
                    <a:pt x="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65"/>
            <p:cNvSpPr/>
            <p:nvPr/>
          </p:nvSpPr>
          <p:spPr>
            <a:xfrm>
              <a:off x="-289001" y="3046525"/>
              <a:ext cx="1004267" cy="1171412"/>
            </a:xfrm>
            <a:custGeom>
              <a:avLst/>
              <a:gdLst/>
              <a:ahLst/>
              <a:cxnLst/>
              <a:rect l="l" t="t" r="r" b="b"/>
              <a:pathLst>
                <a:path w="17274" h="20149" extrusionOk="0">
                  <a:moveTo>
                    <a:pt x="1" y="0"/>
                  </a:moveTo>
                  <a:lnTo>
                    <a:pt x="1" y="20149"/>
                  </a:lnTo>
                  <a:lnTo>
                    <a:pt x="17273" y="20149"/>
                  </a:lnTo>
                  <a:lnTo>
                    <a:pt x="17273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65"/>
            <p:cNvSpPr/>
            <p:nvPr/>
          </p:nvSpPr>
          <p:spPr>
            <a:xfrm>
              <a:off x="226219" y="2637523"/>
              <a:ext cx="309757" cy="407195"/>
            </a:xfrm>
            <a:custGeom>
              <a:avLst/>
              <a:gdLst/>
              <a:ahLst/>
              <a:cxnLst/>
              <a:rect l="l" t="t" r="r" b="b"/>
              <a:pathLst>
                <a:path w="5328" h="7004" extrusionOk="0">
                  <a:moveTo>
                    <a:pt x="1" y="0"/>
                  </a:moveTo>
                  <a:lnTo>
                    <a:pt x="1" y="7004"/>
                  </a:lnTo>
                  <a:lnTo>
                    <a:pt x="5328" y="7004"/>
                  </a:lnTo>
                  <a:lnTo>
                    <a:pt x="5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65"/>
            <p:cNvSpPr/>
            <p:nvPr/>
          </p:nvSpPr>
          <p:spPr>
            <a:xfrm>
              <a:off x="223545" y="2634500"/>
              <a:ext cx="315163" cy="413241"/>
            </a:xfrm>
            <a:custGeom>
              <a:avLst/>
              <a:gdLst/>
              <a:ahLst/>
              <a:cxnLst/>
              <a:rect l="l" t="t" r="r" b="b"/>
              <a:pathLst>
                <a:path w="5421" h="7108" extrusionOk="0">
                  <a:moveTo>
                    <a:pt x="5327" y="99"/>
                  </a:moveTo>
                  <a:lnTo>
                    <a:pt x="5327" y="7009"/>
                  </a:lnTo>
                  <a:lnTo>
                    <a:pt x="99" y="7009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6"/>
                    <a:pt x="0" y="52"/>
                  </a:cubicBezTo>
                  <a:lnTo>
                    <a:pt x="0" y="7056"/>
                  </a:lnTo>
                  <a:cubicBezTo>
                    <a:pt x="0" y="7082"/>
                    <a:pt x="21" y="7108"/>
                    <a:pt x="47" y="7108"/>
                  </a:cubicBezTo>
                  <a:lnTo>
                    <a:pt x="5374" y="7108"/>
                  </a:lnTo>
                  <a:cubicBezTo>
                    <a:pt x="5400" y="7108"/>
                    <a:pt x="5420" y="7087"/>
                    <a:pt x="5420" y="7061"/>
                  </a:cubicBezTo>
                  <a:lnTo>
                    <a:pt x="5420" y="52"/>
                  </a:lnTo>
                  <a:cubicBezTo>
                    <a:pt x="5420" y="26"/>
                    <a:pt x="5400" y="0"/>
                    <a:pt x="5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65"/>
            <p:cNvSpPr/>
            <p:nvPr/>
          </p:nvSpPr>
          <p:spPr>
            <a:xfrm>
              <a:off x="244358" y="2654732"/>
              <a:ext cx="273537" cy="372778"/>
            </a:xfrm>
            <a:custGeom>
              <a:avLst/>
              <a:gdLst/>
              <a:ahLst/>
              <a:cxnLst/>
              <a:rect l="l" t="t" r="r" b="b"/>
              <a:pathLst>
                <a:path w="4705" h="6412" extrusionOk="0">
                  <a:moveTo>
                    <a:pt x="0" y="0"/>
                  </a:moveTo>
                  <a:lnTo>
                    <a:pt x="0" y="6412"/>
                  </a:lnTo>
                  <a:lnTo>
                    <a:pt x="4704" y="6412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65"/>
            <p:cNvSpPr/>
            <p:nvPr/>
          </p:nvSpPr>
          <p:spPr>
            <a:xfrm>
              <a:off x="241335" y="2652000"/>
              <a:ext cx="279525" cy="378243"/>
            </a:xfrm>
            <a:custGeom>
              <a:avLst/>
              <a:gdLst/>
              <a:ahLst/>
              <a:cxnLst/>
              <a:rect l="l" t="t" r="r" b="b"/>
              <a:pathLst>
                <a:path w="4808" h="6506" extrusionOk="0">
                  <a:moveTo>
                    <a:pt x="4709" y="99"/>
                  </a:moveTo>
                  <a:lnTo>
                    <a:pt x="4709" y="6407"/>
                  </a:lnTo>
                  <a:lnTo>
                    <a:pt x="99" y="6407"/>
                  </a:lnTo>
                  <a:lnTo>
                    <a:pt x="99" y="99"/>
                  </a:lnTo>
                  <a:close/>
                  <a:moveTo>
                    <a:pt x="52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6454"/>
                  </a:lnTo>
                  <a:cubicBezTo>
                    <a:pt x="1" y="6485"/>
                    <a:pt x="21" y="6506"/>
                    <a:pt x="52" y="6506"/>
                  </a:cubicBezTo>
                  <a:lnTo>
                    <a:pt x="4756" y="6506"/>
                  </a:lnTo>
                  <a:cubicBezTo>
                    <a:pt x="4787" y="6506"/>
                    <a:pt x="4808" y="6485"/>
                    <a:pt x="4808" y="6454"/>
                  </a:cubicBezTo>
                  <a:lnTo>
                    <a:pt x="4808" y="47"/>
                  </a:lnTo>
                  <a:cubicBezTo>
                    <a:pt x="4808" y="21"/>
                    <a:pt x="4787" y="0"/>
                    <a:pt x="4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65"/>
            <p:cNvSpPr/>
            <p:nvPr/>
          </p:nvSpPr>
          <p:spPr>
            <a:xfrm>
              <a:off x="535921" y="2637523"/>
              <a:ext cx="17558" cy="407195"/>
            </a:xfrm>
            <a:custGeom>
              <a:avLst/>
              <a:gdLst/>
              <a:ahLst/>
              <a:cxnLst/>
              <a:rect l="l" t="t" r="r" b="b"/>
              <a:pathLst>
                <a:path w="302" h="7004" extrusionOk="0">
                  <a:moveTo>
                    <a:pt x="1" y="0"/>
                  </a:moveTo>
                  <a:lnTo>
                    <a:pt x="1" y="7004"/>
                  </a:lnTo>
                  <a:lnTo>
                    <a:pt x="302" y="7004"/>
                  </a:lnTo>
                  <a:lnTo>
                    <a:pt x="302" y="1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65"/>
            <p:cNvSpPr/>
            <p:nvPr/>
          </p:nvSpPr>
          <p:spPr>
            <a:xfrm>
              <a:off x="532898" y="2634616"/>
              <a:ext cx="23313" cy="413125"/>
            </a:xfrm>
            <a:custGeom>
              <a:avLst/>
              <a:gdLst/>
              <a:ahLst/>
              <a:cxnLst/>
              <a:rect l="l" t="t" r="r" b="b"/>
              <a:pathLst>
                <a:path w="401" h="7106" extrusionOk="0">
                  <a:moveTo>
                    <a:pt x="99" y="123"/>
                  </a:moveTo>
                  <a:lnTo>
                    <a:pt x="302" y="222"/>
                  </a:lnTo>
                  <a:lnTo>
                    <a:pt x="302" y="7007"/>
                  </a:lnTo>
                  <a:lnTo>
                    <a:pt x="99" y="7007"/>
                  </a:lnTo>
                  <a:lnTo>
                    <a:pt x="99" y="123"/>
                  </a:lnTo>
                  <a:close/>
                  <a:moveTo>
                    <a:pt x="50" y="1"/>
                  </a:moveTo>
                  <a:cubicBezTo>
                    <a:pt x="42" y="1"/>
                    <a:pt x="34" y="4"/>
                    <a:pt x="27" y="9"/>
                  </a:cubicBezTo>
                  <a:cubicBezTo>
                    <a:pt x="11" y="14"/>
                    <a:pt x="1" y="35"/>
                    <a:pt x="6" y="50"/>
                  </a:cubicBezTo>
                  <a:lnTo>
                    <a:pt x="6" y="7054"/>
                  </a:lnTo>
                  <a:cubicBezTo>
                    <a:pt x="6" y="7080"/>
                    <a:pt x="27" y="7106"/>
                    <a:pt x="53" y="7106"/>
                  </a:cubicBezTo>
                  <a:lnTo>
                    <a:pt x="349" y="7106"/>
                  </a:lnTo>
                  <a:cubicBezTo>
                    <a:pt x="380" y="7106"/>
                    <a:pt x="400" y="7080"/>
                    <a:pt x="400" y="7054"/>
                  </a:cubicBezTo>
                  <a:lnTo>
                    <a:pt x="400" y="190"/>
                  </a:lnTo>
                  <a:cubicBezTo>
                    <a:pt x="400" y="175"/>
                    <a:pt x="390" y="154"/>
                    <a:pt x="369" y="149"/>
                  </a:cubicBezTo>
                  <a:lnTo>
                    <a:pt x="73" y="9"/>
                  </a:lnTo>
                  <a:cubicBezTo>
                    <a:pt x="66" y="4"/>
                    <a:pt x="58" y="1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65"/>
            <p:cNvSpPr/>
            <p:nvPr/>
          </p:nvSpPr>
          <p:spPr>
            <a:xfrm>
              <a:off x="226219" y="2637523"/>
              <a:ext cx="309757" cy="407195"/>
            </a:xfrm>
            <a:custGeom>
              <a:avLst/>
              <a:gdLst/>
              <a:ahLst/>
              <a:cxnLst/>
              <a:rect l="l" t="t" r="r" b="b"/>
              <a:pathLst>
                <a:path w="5328" h="7004" extrusionOk="0">
                  <a:moveTo>
                    <a:pt x="1" y="0"/>
                  </a:moveTo>
                  <a:lnTo>
                    <a:pt x="1" y="7004"/>
                  </a:lnTo>
                  <a:lnTo>
                    <a:pt x="5328" y="7004"/>
                  </a:lnTo>
                  <a:lnTo>
                    <a:pt x="5328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6" name="Google Shape;2676;p65"/>
          <p:cNvGrpSpPr/>
          <p:nvPr/>
        </p:nvGrpSpPr>
        <p:grpSpPr>
          <a:xfrm>
            <a:off x="1802913" y="27661"/>
            <a:ext cx="723628" cy="2528298"/>
            <a:chOff x="1802913" y="27661"/>
            <a:chExt cx="723628" cy="2528298"/>
          </a:xfrm>
        </p:grpSpPr>
        <p:sp>
          <p:nvSpPr>
            <p:cNvPr id="2677" name="Google Shape;2677;p65"/>
            <p:cNvSpPr/>
            <p:nvPr/>
          </p:nvSpPr>
          <p:spPr>
            <a:xfrm>
              <a:off x="2195925" y="2021900"/>
              <a:ext cx="151675" cy="402550"/>
            </a:xfrm>
            <a:custGeom>
              <a:avLst/>
              <a:gdLst/>
              <a:ahLst/>
              <a:cxnLst/>
              <a:rect l="l" t="t" r="r" b="b"/>
              <a:pathLst>
                <a:path w="6067" h="16102" extrusionOk="0">
                  <a:moveTo>
                    <a:pt x="2355" y="281"/>
                  </a:moveTo>
                  <a:lnTo>
                    <a:pt x="1203" y="2253"/>
                  </a:lnTo>
                  <a:lnTo>
                    <a:pt x="2125" y="2150"/>
                  </a:lnTo>
                  <a:lnTo>
                    <a:pt x="999" y="2816"/>
                  </a:lnTo>
                  <a:lnTo>
                    <a:pt x="871" y="3737"/>
                  </a:lnTo>
                  <a:lnTo>
                    <a:pt x="231" y="5196"/>
                  </a:lnTo>
                  <a:lnTo>
                    <a:pt x="0" y="7705"/>
                  </a:lnTo>
                  <a:lnTo>
                    <a:pt x="461" y="9241"/>
                  </a:lnTo>
                  <a:lnTo>
                    <a:pt x="1255" y="10623"/>
                  </a:lnTo>
                  <a:lnTo>
                    <a:pt x="3123" y="12441"/>
                  </a:lnTo>
                  <a:lnTo>
                    <a:pt x="4173" y="13183"/>
                  </a:lnTo>
                  <a:lnTo>
                    <a:pt x="5299" y="14873"/>
                  </a:lnTo>
                  <a:lnTo>
                    <a:pt x="6067" y="16102"/>
                  </a:lnTo>
                  <a:lnTo>
                    <a:pt x="4608" y="11724"/>
                  </a:lnTo>
                  <a:lnTo>
                    <a:pt x="4480" y="10751"/>
                  </a:lnTo>
                  <a:lnTo>
                    <a:pt x="4864" y="8908"/>
                  </a:lnTo>
                  <a:lnTo>
                    <a:pt x="4326" y="8012"/>
                  </a:lnTo>
                  <a:lnTo>
                    <a:pt x="4992" y="8601"/>
                  </a:lnTo>
                  <a:lnTo>
                    <a:pt x="5478" y="6528"/>
                  </a:lnTo>
                  <a:lnTo>
                    <a:pt x="5862" y="3865"/>
                  </a:lnTo>
                  <a:lnTo>
                    <a:pt x="5478" y="2918"/>
                  </a:lnTo>
                  <a:lnTo>
                    <a:pt x="4070" y="1049"/>
                  </a:lnTo>
                  <a:lnTo>
                    <a:pt x="2867" y="77"/>
                  </a:lnTo>
                  <a:lnTo>
                    <a:pt x="2509" y="0"/>
                  </a:lnTo>
                  <a:lnTo>
                    <a:pt x="2227" y="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2678" name="Google Shape;2678;p65"/>
            <p:cNvGrpSpPr/>
            <p:nvPr/>
          </p:nvGrpSpPr>
          <p:grpSpPr>
            <a:xfrm>
              <a:off x="1802913" y="27661"/>
              <a:ext cx="723628" cy="2528298"/>
              <a:chOff x="1612475" y="2142400"/>
              <a:chExt cx="352800" cy="1232775"/>
            </a:xfrm>
          </p:grpSpPr>
          <p:sp>
            <p:nvSpPr>
              <p:cNvPr id="2679" name="Google Shape;2679;p65"/>
              <p:cNvSpPr/>
              <p:nvPr/>
            </p:nvSpPr>
            <p:spPr>
              <a:xfrm>
                <a:off x="1648550" y="2784675"/>
                <a:ext cx="270525" cy="260200"/>
              </a:xfrm>
              <a:custGeom>
                <a:avLst/>
                <a:gdLst/>
                <a:ahLst/>
                <a:cxnLst/>
                <a:rect l="l" t="t" r="r" b="b"/>
                <a:pathLst>
                  <a:path w="10821" h="10408" extrusionOk="0">
                    <a:moveTo>
                      <a:pt x="5613" y="97"/>
                    </a:moveTo>
                    <a:cubicBezTo>
                      <a:pt x="8432" y="102"/>
                      <a:pt x="10717" y="2386"/>
                      <a:pt x="10722" y="5205"/>
                    </a:cubicBezTo>
                    <a:cubicBezTo>
                      <a:pt x="10722" y="7266"/>
                      <a:pt x="9476" y="9130"/>
                      <a:pt x="7570" y="9919"/>
                    </a:cubicBezTo>
                    <a:cubicBezTo>
                      <a:pt x="6938" y="10180"/>
                      <a:pt x="6274" y="10307"/>
                      <a:pt x="5616" y="10307"/>
                    </a:cubicBezTo>
                    <a:cubicBezTo>
                      <a:pt x="4287" y="10307"/>
                      <a:pt x="2981" y="9789"/>
                      <a:pt x="2005" y="8813"/>
                    </a:cubicBezTo>
                    <a:cubicBezTo>
                      <a:pt x="546" y="7354"/>
                      <a:pt x="110" y="5158"/>
                      <a:pt x="899" y="3248"/>
                    </a:cubicBezTo>
                    <a:cubicBezTo>
                      <a:pt x="1688" y="1343"/>
                      <a:pt x="3552" y="97"/>
                      <a:pt x="5613" y="97"/>
                    </a:cubicBezTo>
                    <a:close/>
                    <a:moveTo>
                      <a:pt x="5612" y="1"/>
                    </a:moveTo>
                    <a:cubicBezTo>
                      <a:pt x="4259" y="1"/>
                      <a:pt x="2930" y="528"/>
                      <a:pt x="1937" y="1524"/>
                    </a:cubicBezTo>
                    <a:cubicBezTo>
                      <a:pt x="447" y="3014"/>
                      <a:pt x="1" y="5252"/>
                      <a:pt x="811" y="7194"/>
                    </a:cubicBezTo>
                    <a:cubicBezTo>
                      <a:pt x="1616" y="9140"/>
                      <a:pt x="3511" y="10407"/>
                      <a:pt x="5613" y="10407"/>
                    </a:cubicBezTo>
                    <a:cubicBezTo>
                      <a:pt x="8489" y="10402"/>
                      <a:pt x="10815" y="8076"/>
                      <a:pt x="10820" y="5205"/>
                    </a:cubicBezTo>
                    <a:cubicBezTo>
                      <a:pt x="10820" y="3097"/>
                      <a:pt x="9548" y="1202"/>
                      <a:pt x="7607" y="398"/>
                    </a:cubicBezTo>
                    <a:cubicBezTo>
                      <a:pt x="6961" y="131"/>
                      <a:pt x="6284" y="1"/>
                      <a:pt x="56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65"/>
              <p:cNvSpPr/>
              <p:nvPr/>
            </p:nvSpPr>
            <p:spPr>
              <a:xfrm>
                <a:off x="1748625" y="2784750"/>
                <a:ext cx="80625" cy="259600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10384" extrusionOk="0">
                    <a:moveTo>
                      <a:pt x="1610" y="94"/>
                    </a:moveTo>
                    <a:cubicBezTo>
                      <a:pt x="2446" y="94"/>
                      <a:pt x="3126" y="2383"/>
                      <a:pt x="3126" y="5192"/>
                    </a:cubicBezTo>
                    <a:cubicBezTo>
                      <a:pt x="3126" y="8000"/>
                      <a:pt x="2446" y="10290"/>
                      <a:pt x="1610" y="10290"/>
                    </a:cubicBezTo>
                    <a:cubicBezTo>
                      <a:pt x="774" y="10290"/>
                      <a:pt x="99" y="8000"/>
                      <a:pt x="99" y="5192"/>
                    </a:cubicBezTo>
                    <a:cubicBezTo>
                      <a:pt x="99" y="2383"/>
                      <a:pt x="774" y="99"/>
                      <a:pt x="1610" y="99"/>
                    </a:cubicBezTo>
                    <a:lnTo>
                      <a:pt x="1610" y="94"/>
                    </a:lnTo>
                    <a:close/>
                    <a:moveTo>
                      <a:pt x="1610" y="0"/>
                    </a:moveTo>
                    <a:cubicBezTo>
                      <a:pt x="707" y="0"/>
                      <a:pt x="1" y="2284"/>
                      <a:pt x="1" y="5192"/>
                    </a:cubicBezTo>
                    <a:cubicBezTo>
                      <a:pt x="1" y="8104"/>
                      <a:pt x="707" y="10383"/>
                      <a:pt x="1610" y="10383"/>
                    </a:cubicBezTo>
                    <a:cubicBezTo>
                      <a:pt x="2519" y="10383"/>
                      <a:pt x="3225" y="8104"/>
                      <a:pt x="3225" y="5192"/>
                    </a:cubicBezTo>
                    <a:cubicBezTo>
                      <a:pt x="3225" y="2284"/>
                      <a:pt x="2519" y="0"/>
                      <a:pt x="16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65"/>
              <p:cNvSpPr/>
              <p:nvPr/>
            </p:nvSpPr>
            <p:spPr>
              <a:xfrm>
                <a:off x="1689325" y="2818225"/>
                <a:ext cx="1991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7965" h="7700" extrusionOk="0">
                    <a:moveTo>
                      <a:pt x="7144" y="99"/>
                    </a:moveTo>
                    <a:cubicBezTo>
                      <a:pt x="7336" y="99"/>
                      <a:pt x="7487" y="146"/>
                      <a:pt x="7585" y="250"/>
                    </a:cubicBezTo>
                    <a:cubicBezTo>
                      <a:pt x="7860" y="525"/>
                      <a:pt x="7751" y="1174"/>
                      <a:pt x="7294" y="2036"/>
                    </a:cubicBezTo>
                    <a:cubicBezTo>
                      <a:pt x="6817" y="2929"/>
                      <a:pt x="6023" y="3951"/>
                      <a:pt x="5052" y="4922"/>
                    </a:cubicBezTo>
                    <a:cubicBezTo>
                      <a:pt x="3425" y="6553"/>
                      <a:pt x="1722" y="7608"/>
                      <a:pt x="835" y="7608"/>
                    </a:cubicBezTo>
                    <a:cubicBezTo>
                      <a:pt x="641" y="7608"/>
                      <a:pt x="486" y="7557"/>
                      <a:pt x="379" y="7451"/>
                    </a:cubicBezTo>
                    <a:cubicBezTo>
                      <a:pt x="104" y="7175"/>
                      <a:pt x="213" y="6526"/>
                      <a:pt x="675" y="5665"/>
                    </a:cubicBezTo>
                    <a:cubicBezTo>
                      <a:pt x="1148" y="4772"/>
                      <a:pt x="1942" y="3749"/>
                      <a:pt x="2913" y="2778"/>
                    </a:cubicBezTo>
                    <a:cubicBezTo>
                      <a:pt x="3884" y="1812"/>
                      <a:pt x="4906" y="1013"/>
                      <a:pt x="5799" y="540"/>
                    </a:cubicBezTo>
                    <a:cubicBezTo>
                      <a:pt x="6344" y="245"/>
                      <a:pt x="6806" y="99"/>
                      <a:pt x="7144" y="99"/>
                    </a:cubicBezTo>
                    <a:close/>
                    <a:moveTo>
                      <a:pt x="7140" y="1"/>
                    </a:moveTo>
                    <a:cubicBezTo>
                      <a:pt x="6787" y="1"/>
                      <a:pt x="6313" y="152"/>
                      <a:pt x="5747" y="452"/>
                    </a:cubicBezTo>
                    <a:cubicBezTo>
                      <a:pt x="4849" y="935"/>
                      <a:pt x="3816" y="1735"/>
                      <a:pt x="2840" y="2711"/>
                    </a:cubicBezTo>
                    <a:cubicBezTo>
                      <a:pt x="1869" y="3687"/>
                      <a:pt x="1064" y="4720"/>
                      <a:pt x="587" y="5618"/>
                    </a:cubicBezTo>
                    <a:cubicBezTo>
                      <a:pt x="99" y="6532"/>
                      <a:pt x="0" y="7212"/>
                      <a:pt x="312" y="7523"/>
                    </a:cubicBezTo>
                    <a:cubicBezTo>
                      <a:pt x="436" y="7643"/>
                      <a:pt x="613" y="7700"/>
                      <a:pt x="831" y="7700"/>
                    </a:cubicBezTo>
                    <a:cubicBezTo>
                      <a:pt x="1760" y="7700"/>
                      <a:pt x="3458" y="6656"/>
                      <a:pt x="5124" y="4990"/>
                    </a:cubicBezTo>
                    <a:cubicBezTo>
                      <a:pt x="6100" y="4019"/>
                      <a:pt x="6900" y="2986"/>
                      <a:pt x="7378" y="2082"/>
                    </a:cubicBezTo>
                    <a:cubicBezTo>
                      <a:pt x="7866" y="1169"/>
                      <a:pt x="7964" y="489"/>
                      <a:pt x="7653" y="177"/>
                    </a:cubicBezTo>
                    <a:cubicBezTo>
                      <a:pt x="7533" y="59"/>
                      <a:pt x="7360" y="1"/>
                      <a:pt x="71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65"/>
              <p:cNvSpPr/>
              <p:nvPr/>
            </p:nvSpPr>
            <p:spPr>
              <a:xfrm>
                <a:off x="1689450" y="2818175"/>
                <a:ext cx="199000" cy="192550"/>
              </a:xfrm>
              <a:custGeom>
                <a:avLst/>
                <a:gdLst/>
                <a:ahLst/>
                <a:cxnLst/>
                <a:rect l="l" t="t" r="r" b="b"/>
                <a:pathLst>
                  <a:path w="7960" h="7702" extrusionOk="0">
                    <a:moveTo>
                      <a:pt x="821" y="101"/>
                    </a:moveTo>
                    <a:cubicBezTo>
                      <a:pt x="1158" y="101"/>
                      <a:pt x="1620" y="252"/>
                      <a:pt x="2165" y="542"/>
                    </a:cubicBezTo>
                    <a:cubicBezTo>
                      <a:pt x="3058" y="1015"/>
                      <a:pt x="4081" y="1814"/>
                      <a:pt x="5052" y="2780"/>
                    </a:cubicBezTo>
                    <a:cubicBezTo>
                      <a:pt x="6018" y="3751"/>
                      <a:pt x="6812" y="4774"/>
                      <a:pt x="7289" y="5667"/>
                    </a:cubicBezTo>
                    <a:cubicBezTo>
                      <a:pt x="7752" y="6528"/>
                      <a:pt x="7855" y="7177"/>
                      <a:pt x="7580" y="7453"/>
                    </a:cubicBezTo>
                    <a:cubicBezTo>
                      <a:pt x="7475" y="7559"/>
                      <a:pt x="7320" y="7610"/>
                      <a:pt x="7127" y="7610"/>
                    </a:cubicBezTo>
                    <a:cubicBezTo>
                      <a:pt x="6243" y="7610"/>
                      <a:pt x="4539" y="6555"/>
                      <a:pt x="2908" y="4924"/>
                    </a:cubicBezTo>
                    <a:cubicBezTo>
                      <a:pt x="1942" y="3953"/>
                      <a:pt x="1143" y="2931"/>
                      <a:pt x="670" y="2038"/>
                    </a:cubicBezTo>
                    <a:cubicBezTo>
                      <a:pt x="208" y="1176"/>
                      <a:pt x="104" y="527"/>
                      <a:pt x="379" y="252"/>
                    </a:cubicBezTo>
                    <a:cubicBezTo>
                      <a:pt x="478" y="148"/>
                      <a:pt x="629" y="101"/>
                      <a:pt x="821" y="101"/>
                    </a:cubicBezTo>
                    <a:close/>
                    <a:moveTo>
                      <a:pt x="820" y="0"/>
                    </a:moveTo>
                    <a:cubicBezTo>
                      <a:pt x="600" y="0"/>
                      <a:pt x="426" y="60"/>
                      <a:pt x="307" y="179"/>
                    </a:cubicBezTo>
                    <a:cubicBezTo>
                      <a:pt x="0" y="496"/>
                      <a:pt x="94" y="1171"/>
                      <a:pt x="582" y="2084"/>
                    </a:cubicBezTo>
                    <a:cubicBezTo>
                      <a:pt x="1065" y="2988"/>
                      <a:pt x="1864" y="4021"/>
                      <a:pt x="2840" y="4992"/>
                    </a:cubicBezTo>
                    <a:cubicBezTo>
                      <a:pt x="4507" y="6658"/>
                      <a:pt x="6204" y="7702"/>
                      <a:pt x="7134" y="7702"/>
                    </a:cubicBezTo>
                    <a:cubicBezTo>
                      <a:pt x="7352" y="7702"/>
                      <a:pt x="7528" y="7645"/>
                      <a:pt x="7653" y="7525"/>
                    </a:cubicBezTo>
                    <a:cubicBezTo>
                      <a:pt x="7959" y="7214"/>
                      <a:pt x="7866" y="6534"/>
                      <a:pt x="7378" y="5620"/>
                    </a:cubicBezTo>
                    <a:cubicBezTo>
                      <a:pt x="6895" y="4722"/>
                      <a:pt x="6095" y="3689"/>
                      <a:pt x="5119" y="2713"/>
                    </a:cubicBezTo>
                    <a:cubicBezTo>
                      <a:pt x="4149" y="1737"/>
                      <a:pt x="3115" y="937"/>
                      <a:pt x="2212" y="454"/>
                    </a:cubicBezTo>
                    <a:cubicBezTo>
                      <a:pt x="1649" y="153"/>
                      <a:pt x="1174" y="0"/>
                      <a:pt x="8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65"/>
              <p:cNvSpPr/>
              <p:nvPr/>
            </p:nvSpPr>
            <p:spPr>
              <a:xfrm>
                <a:off x="1689325" y="2818225"/>
                <a:ext cx="1991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7965" h="7700" extrusionOk="0">
                    <a:moveTo>
                      <a:pt x="7144" y="99"/>
                    </a:moveTo>
                    <a:cubicBezTo>
                      <a:pt x="7336" y="99"/>
                      <a:pt x="7487" y="146"/>
                      <a:pt x="7585" y="250"/>
                    </a:cubicBezTo>
                    <a:cubicBezTo>
                      <a:pt x="7860" y="525"/>
                      <a:pt x="7751" y="1174"/>
                      <a:pt x="7294" y="2036"/>
                    </a:cubicBezTo>
                    <a:cubicBezTo>
                      <a:pt x="6817" y="2929"/>
                      <a:pt x="6023" y="3951"/>
                      <a:pt x="5052" y="4922"/>
                    </a:cubicBezTo>
                    <a:cubicBezTo>
                      <a:pt x="3425" y="6553"/>
                      <a:pt x="1722" y="7608"/>
                      <a:pt x="835" y="7608"/>
                    </a:cubicBezTo>
                    <a:cubicBezTo>
                      <a:pt x="641" y="7608"/>
                      <a:pt x="486" y="7557"/>
                      <a:pt x="379" y="7451"/>
                    </a:cubicBezTo>
                    <a:cubicBezTo>
                      <a:pt x="104" y="7175"/>
                      <a:pt x="213" y="6526"/>
                      <a:pt x="675" y="5665"/>
                    </a:cubicBezTo>
                    <a:cubicBezTo>
                      <a:pt x="1148" y="4772"/>
                      <a:pt x="1942" y="3749"/>
                      <a:pt x="2913" y="2778"/>
                    </a:cubicBezTo>
                    <a:cubicBezTo>
                      <a:pt x="3884" y="1812"/>
                      <a:pt x="4906" y="1013"/>
                      <a:pt x="5799" y="540"/>
                    </a:cubicBezTo>
                    <a:cubicBezTo>
                      <a:pt x="6344" y="245"/>
                      <a:pt x="6806" y="99"/>
                      <a:pt x="7144" y="99"/>
                    </a:cubicBezTo>
                    <a:close/>
                    <a:moveTo>
                      <a:pt x="7140" y="1"/>
                    </a:moveTo>
                    <a:cubicBezTo>
                      <a:pt x="6787" y="1"/>
                      <a:pt x="6313" y="152"/>
                      <a:pt x="5747" y="452"/>
                    </a:cubicBezTo>
                    <a:cubicBezTo>
                      <a:pt x="4849" y="935"/>
                      <a:pt x="3816" y="1735"/>
                      <a:pt x="2840" y="2711"/>
                    </a:cubicBezTo>
                    <a:cubicBezTo>
                      <a:pt x="1869" y="3687"/>
                      <a:pt x="1064" y="4720"/>
                      <a:pt x="587" y="5618"/>
                    </a:cubicBezTo>
                    <a:cubicBezTo>
                      <a:pt x="99" y="6532"/>
                      <a:pt x="0" y="7212"/>
                      <a:pt x="312" y="7523"/>
                    </a:cubicBezTo>
                    <a:cubicBezTo>
                      <a:pt x="436" y="7643"/>
                      <a:pt x="613" y="7700"/>
                      <a:pt x="831" y="7700"/>
                    </a:cubicBezTo>
                    <a:cubicBezTo>
                      <a:pt x="1760" y="7700"/>
                      <a:pt x="3458" y="6656"/>
                      <a:pt x="5124" y="4990"/>
                    </a:cubicBezTo>
                    <a:cubicBezTo>
                      <a:pt x="6100" y="4019"/>
                      <a:pt x="6900" y="2986"/>
                      <a:pt x="7378" y="2082"/>
                    </a:cubicBezTo>
                    <a:cubicBezTo>
                      <a:pt x="7866" y="1169"/>
                      <a:pt x="7964" y="489"/>
                      <a:pt x="7653" y="177"/>
                    </a:cubicBezTo>
                    <a:cubicBezTo>
                      <a:pt x="7533" y="59"/>
                      <a:pt x="7360" y="1"/>
                      <a:pt x="71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65"/>
              <p:cNvSpPr/>
              <p:nvPr/>
            </p:nvSpPr>
            <p:spPr>
              <a:xfrm>
                <a:off x="1689450" y="2818175"/>
                <a:ext cx="199000" cy="192550"/>
              </a:xfrm>
              <a:custGeom>
                <a:avLst/>
                <a:gdLst/>
                <a:ahLst/>
                <a:cxnLst/>
                <a:rect l="l" t="t" r="r" b="b"/>
                <a:pathLst>
                  <a:path w="7960" h="7702" extrusionOk="0">
                    <a:moveTo>
                      <a:pt x="821" y="101"/>
                    </a:moveTo>
                    <a:cubicBezTo>
                      <a:pt x="1158" y="101"/>
                      <a:pt x="1620" y="252"/>
                      <a:pt x="2165" y="542"/>
                    </a:cubicBezTo>
                    <a:cubicBezTo>
                      <a:pt x="3058" y="1015"/>
                      <a:pt x="4081" y="1814"/>
                      <a:pt x="5052" y="2780"/>
                    </a:cubicBezTo>
                    <a:cubicBezTo>
                      <a:pt x="6018" y="3751"/>
                      <a:pt x="6812" y="4774"/>
                      <a:pt x="7289" y="5667"/>
                    </a:cubicBezTo>
                    <a:cubicBezTo>
                      <a:pt x="7752" y="6528"/>
                      <a:pt x="7855" y="7177"/>
                      <a:pt x="7580" y="7453"/>
                    </a:cubicBezTo>
                    <a:cubicBezTo>
                      <a:pt x="7475" y="7559"/>
                      <a:pt x="7320" y="7610"/>
                      <a:pt x="7127" y="7610"/>
                    </a:cubicBezTo>
                    <a:cubicBezTo>
                      <a:pt x="6243" y="7610"/>
                      <a:pt x="4539" y="6555"/>
                      <a:pt x="2908" y="4924"/>
                    </a:cubicBezTo>
                    <a:cubicBezTo>
                      <a:pt x="1942" y="3953"/>
                      <a:pt x="1143" y="2931"/>
                      <a:pt x="670" y="2038"/>
                    </a:cubicBezTo>
                    <a:cubicBezTo>
                      <a:pt x="208" y="1176"/>
                      <a:pt x="104" y="527"/>
                      <a:pt x="379" y="252"/>
                    </a:cubicBezTo>
                    <a:cubicBezTo>
                      <a:pt x="478" y="148"/>
                      <a:pt x="629" y="101"/>
                      <a:pt x="821" y="101"/>
                    </a:cubicBezTo>
                    <a:close/>
                    <a:moveTo>
                      <a:pt x="820" y="0"/>
                    </a:moveTo>
                    <a:cubicBezTo>
                      <a:pt x="600" y="0"/>
                      <a:pt x="426" y="60"/>
                      <a:pt x="307" y="179"/>
                    </a:cubicBezTo>
                    <a:cubicBezTo>
                      <a:pt x="0" y="496"/>
                      <a:pt x="94" y="1171"/>
                      <a:pt x="582" y="2084"/>
                    </a:cubicBezTo>
                    <a:cubicBezTo>
                      <a:pt x="1065" y="2988"/>
                      <a:pt x="1864" y="4021"/>
                      <a:pt x="2840" y="4992"/>
                    </a:cubicBezTo>
                    <a:cubicBezTo>
                      <a:pt x="4507" y="6658"/>
                      <a:pt x="6204" y="7702"/>
                      <a:pt x="7134" y="7702"/>
                    </a:cubicBezTo>
                    <a:cubicBezTo>
                      <a:pt x="7352" y="7702"/>
                      <a:pt x="7528" y="7645"/>
                      <a:pt x="7653" y="7525"/>
                    </a:cubicBezTo>
                    <a:cubicBezTo>
                      <a:pt x="7959" y="7214"/>
                      <a:pt x="7866" y="6534"/>
                      <a:pt x="7378" y="5620"/>
                    </a:cubicBezTo>
                    <a:cubicBezTo>
                      <a:pt x="6895" y="4722"/>
                      <a:pt x="6095" y="3689"/>
                      <a:pt x="5119" y="2713"/>
                    </a:cubicBezTo>
                    <a:cubicBezTo>
                      <a:pt x="4149" y="1737"/>
                      <a:pt x="3115" y="937"/>
                      <a:pt x="2212" y="454"/>
                    </a:cubicBezTo>
                    <a:cubicBezTo>
                      <a:pt x="1649" y="153"/>
                      <a:pt x="1174" y="0"/>
                      <a:pt x="8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65"/>
              <p:cNvSpPr/>
              <p:nvPr/>
            </p:nvSpPr>
            <p:spPr>
              <a:xfrm>
                <a:off x="1659075" y="2874175"/>
                <a:ext cx="259600" cy="80625"/>
              </a:xfrm>
              <a:custGeom>
                <a:avLst/>
                <a:gdLst/>
                <a:ahLst/>
                <a:cxnLst/>
                <a:rect l="l" t="t" r="r" b="b"/>
                <a:pathLst>
                  <a:path w="10384" h="3225" extrusionOk="0">
                    <a:moveTo>
                      <a:pt x="5192" y="99"/>
                    </a:moveTo>
                    <a:cubicBezTo>
                      <a:pt x="8006" y="99"/>
                      <a:pt x="10290" y="779"/>
                      <a:pt x="10290" y="1615"/>
                    </a:cubicBezTo>
                    <a:cubicBezTo>
                      <a:pt x="10290" y="2451"/>
                      <a:pt x="8006" y="3126"/>
                      <a:pt x="5192" y="3126"/>
                    </a:cubicBezTo>
                    <a:cubicBezTo>
                      <a:pt x="2383" y="3126"/>
                      <a:pt x="99" y="2451"/>
                      <a:pt x="99" y="1615"/>
                    </a:cubicBezTo>
                    <a:cubicBezTo>
                      <a:pt x="99" y="779"/>
                      <a:pt x="2383" y="99"/>
                      <a:pt x="5192" y="99"/>
                    </a:cubicBezTo>
                    <a:close/>
                    <a:moveTo>
                      <a:pt x="5192" y="0"/>
                    </a:moveTo>
                    <a:cubicBezTo>
                      <a:pt x="2285" y="0"/>
                      <a:pt x="1" y="711"/>
                      <a:pt x="1" y="1615"/>
                    </a:cubicBezTo>
                    <a:cubicBezTo>
                      <a:pt x="1" y="2518"/>
                      <a:pt x="2285" y="3224"/>
                      <a:pt x="5192" y="3224"/>
                    </a:cubicBezTo>
                    <a:cubicBezTo>
                      <a:pt x="8105" y="3224"/>
                      <a:pt x="10384" y="2518"/>
                      <a:pt x="10384" y="1615"/>
                    </a:cubicBezTo>
                    <a:cubicBezTo>
                      <a:pt x="10384" y="706"/>
                      <a:pt x="8105" y="0"/>
                      <a:pt x="5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65"/>
              <p:cNvSpPr/>
              <p:nvPr/>
            </p:nvSpPr>
            <p:spPr>
              <a:xfrm>
                <a:off x="1723450" y="2794125"/>
                <a:ext cx="137600" cy="2407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9630" extrusionOk="0">
                    <a:moveTo>
                      <a:pt x="4439" y="98"/>
                    </a:moveTo>
                    <a:cubicBezTo>
                      <a:pt x="4507" y="98"/>
                      <a:pt x="4569" y="108"/>
                      <a:pt x="4632" y="134"/>
                    </a:cubicBezTo>
                    <a:cubicBezTo>
                      <a:pt x="5400" y="466"/>
                      <a:pt x="5125" y="2834"/>
                      <a:pt x="4014" y="5414"/>
                    </a:cubicBezTo>
                    <a:cubicBezTo>
                      <a:pt x="3469" y="6670"/>
                      <a:pt x="2809" y="7786"/>
                      <a:pt x="2160" y="8560"/>
                    </a:cubicBezTo>
                    <a:cubicBezTo>
                      <a:pt x="1627" y="9189"/>
                      <a:pt x="1142" y="9531"/>
                      <a:pt x="788" y="9531"/>
                    </a:cubicBezTo>
                    <a:cubicBezTo>
                      <a:pt x="722" y="9531"/>
                      <a:pt x="660" y="9519"/>
                      <a:pt x="603" y="9494"/>
                    </a:cubicBezTo>
                    <a:cubicBezTo>
                      <a:pt x="250" y="9339"/>
                      <a:pt x="104" y="8695"/>
                      <a:pt x="213" y="7724"/>
                    </a:cubicBezTo>
                    <a:cubicBezTo>
                      <a:pt x="328" y="6717"/>
                      <a:pt x="686" y="5476"/>
                      <a:pt x="1226" y="4215"/>
                    </a:cubicBezTo>
                    <a:cubicBezTo>
                      <a:pt x="2249" y="1837"/>
                      <a:pt x="3630" y="98"/>
                      <a:pt x="4439" y="98"/>
                    </a:cubicBezTo>
                    <a:close/>
                    <a:moveTo>
                      <a:pt x="4448" y="1"/>
                    </a:moveTo>
                    <a:cubicBezTo>
                      <a:pt x="3583" y="1"/>
                      <a:pt x="2193" y="1730"/>
                      <a:pt x="1138" y="4178"/>
                    </a:cubicBezTo>
                    <a:cubicBezTo>
                      <a:pt x="592" y="5440"/>
                      <a:pt x="229" y="6696"/>
                      <a:pt x="120" y="7714"/>
                    </a:cubicBezTo>
                    <a:cubicBezTo>
                      <a:pt x="1" y="8747"/>
                      <a:pt x="162" y="9411"/>
                      <a:pt x="566" y="9583"/>
                    </a:cubicBezTo>
                    <a:cubicBezTo>
                      <a:pt x="639" y="9614"/>
                      <a:pt x="712" y="9629"/>
                      <a:pt x="790" y="9629"/>
                    </a:cubicBezTo>
                    <a:cubicBezTo>
                      <a:pt x="1179" y="9629"/>
                      <a:pt x="1677" y="9282"/>
                      <a:pt x="2233" y="8622"/>
                    </a:cubicBezTo>
                    <a:cubicBezTo>
                      <a:pt x="2892" y="7843"/>
                      <a:pt x="3557" y="6717"/>
                      <a:pt x="4102" y="5450"/>
                    </a:cubicBezTo>
                    <a:cubicBezTo>
                      <a:pt x="5255" y="2776"/>
                      <a:pt x="5504" y="404"/>
                      <a:pt x="4673" y="46"/>
                    </a:cubicBezTo>
                    <a:cubicBezTo>
                      <a:pt x="4603" y="15"/>
                      <a:pt x="4528" y="1"/>
                      <a:pt x="44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65"/>
              <p:cNvSpPr/>
              <p:nvPr/>
            </p:nvSpPr>
            <p:spPr>
              <a:xfrm>
                <a:off x="1660750" y="2851000"/>
                <a:ext cx="251825" cy="127025"/>
              </a:xfrm>
              <a:custGeom>
                <a:avLst/>
                <a:gdLst/>
                <a:ahLst/>
                <a:cxnLst/>
                <a:rect l="l" t="t" r="r" b="b"/>
                <a:pathLst>
                  <a:path w="10073" h="5081" extrusionOk="0">
                    <a:moveTo>
                      <a:pt x="1626" y="96"/>
                    </a:moveTo>
                    <a:cubicBezTo>
                      <a:pt x="1823" y="102"/>
                      <a:pt x="2021" y="112"/>
                      <a:pt x="2218" y="133"/>
                    </a:cubicBezTo>
                    <a:cubicBezTo>
                      <a:pt x="3225" y="242"/>
                      <a:pt x="4471" y="605"/>
                      <a:pt x="5727" y="1145"/>
                    </a:cubicBezTo>
                    <a:cubicBezTo>
                      <a:pt x="6984" y="1685"/>
                      <a:pt x="8100" y="2344"/>
                      <a:pt x="8874" y="2993"/>
                    </a:cubicBezTo>
                    <a:cubicBezTo>
                      <a:pt x="9621" y="3627"/>
                      <a:pt x="9964" y="4198"/>
                      <a:pt x="9808" y="4551"/>
                    </a:cubicBezTo>
                    <a:cubicBezTo>
                      <a:pt x="9681" y="4845"/>
                      <a:pt x="9256" y="4986"/>
                      <a:pt x="8634" y="4986"/>
                    </a:cubicBezTo>
                    <a:cubicBezTo>
                      <a:pt x="7632" y="4986"/>
                      <a:pt x="6121" y="4619"/>
                      <a:pt x="4528" y="3933"/>
                    </a:cubicBezTo>
                    <a:cubicBezTo>
                      <a:pt x="1948" y="2822"/>
                      <a:pt x="115" y="1291"/>
                      <a:pt x="447" y="527"/>
                    </a:cubicBezTo>
                    <a:cubicBezTo>
                      <a:pt x="567" y="247"/>
                      <a:pt x="987" y="96"/>
                      <a:pt x="1626" y="96"/>
                    </a:cubicBezTo>
                    <a:close/>
                    <a:moveTo>
                      <a:pt x="1612" y="1"/>
                    </a:moveTo>
                    <a:cubicBezTo>
                      <a:pt x="931" y="1"/>
                      <a:pt x="494" y="168"/>
                      <a:pt x="359" y="486"/>
                    </a:cubicBezTo>
                    <a:cubicBezTo>
                      <a:pt x="1" y="1317"/>
                      <a:pt x="1818" y="2869"/>
                      <a:pt x="4492" y="4021"/>
                    </a:cubicBezTo>
                    <a:cubicBezTo>
                      <a:pt x="6101" y="4717"/>
                      <a:pt x="7607" y="5080"/>
                      <a:pt x="8624" y="5080"/>
                    </a:cubicBezTo>
                    <a:cubicBezTo>
                      <a:pt x="9294" y="5080"/>
                      <a:pt x="9756" y="4925"/>
                      <a:pt x="9896" y="4592"/>
                    </a:cubicBezTo>
                    <a:cubicBezTo>
                      <a:pt x="10073" y="4188"/>
                      <a:pt x="9730" y="3596"/>
                      <a:pt x="8936" y="2926"/>
                    </a:cubicBezTo>
                    <a:cubicBezTo>
                      <a:pt x="8157" y="2267"/>
                      <a:pt x="7031" y="1602"/>
                      <a:pt x="5764" y="1057"/>
                    </a:cubicBezTo>
                    <a:cubicBezTo>
                      <a:pt x="4502" y="512"/>
                      <a:pt x="3246" y="148"/>
                      <a:pt x="2228" y="39"/>
                    </a:cubicBezTo>
                    <a:cubicBezTo>
                      <a:pt x="2005" y="14"/>
                      <a:pt x="1799" y="1"/>
                      <a:pt x="16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65"/>
              <p:cNvSpPr/>
              <p:nvPr/>
            </p:nvSpPr>
            <p:spPr>
              <a:xfrm>
                <a:off x="1716825" y="2794125"/>
                <a:ext cx="137600" cy="2407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9630" extrusionOk="0">
                    <a:moveTo>
                      <a:pt x="1065" y="98"/>
                    </a:moveTo>
                    <a:cubicBezTo>
                      <a:pt x="1875" y="98"/>
                      <a:pt x="3256" y="1837"/>
                      <a:pt x="4279" y="4215"/>
                    </a:cubicBezTo>
                    <a:cubicBezTo>
                      <a:pt x="4819" y="5471"/>
                      <a:pt x="5177" y="6717"/>
                      <a:pt x="5291" y="7724"/>
                    </a:cubicBezTo>
                    <a:cubicBezTo>
                      <a:pt x="5400" y="8695"/>
                      <a:pt x="5260" y="9339"/>
                      <a:pt x="4902" y="9494"/>
                    </a:cubicBezTo>
                    <a:cubicBezTo>
                      <a:pt x="4844" y="9519"/>
                      <a:pt x="4781" y="9531"/>
                      <a:pt x="4714" y="9531"/>
                    </a:cubicBezTo>
                    <a:cubicBezTo>
                      <a:pt x="4357" y="9531"/>
                      <a:pt x="3873" y="9189"/>
                      <a:pt x="3344" y="8560"/>
                    </a:cubicBezTo>
                    <a:cubicBezTo>
                      <a:pt x="2690" y="7786"/>
                      <a:pt x="2031" y="6670"/>
                      <a:pt x="1491" y="5414"/>
                    </a:cubicBezTo>
                    <a:cubicBezTo>
                      <a:pt x="380" y="2834"/>
                      <a:pt x="99" y="466"/>
                      <a:pt x="868" y="134"/>
                    </a:cubicBezTo>
                    <a:cubicBezTo>
                      <a:pt x="930" y="108"/>
                      <a:pt x="998" y="98"/>
                      <a:pt x="1065" y="98"/>
                    </a:cubicBezTo>
                    <a:close/>
                    <a:moveTo>
                      <a:pt x="1057" y="1"/>
                    </a:moveTo>
                    <a:cubicBezTo>
                      <a:pt x="977" y="1"/>
                      <a:pt x="902" y="15"/>
                      <a:pt x="831" y="46"/>
                    </a:cubicBezTo>
                    <a:cubicBezTo>
                      <a:pt x="1" y="404"/>
                      <a:pt x="250" y="2776"/>
                      <a:pt x="1403" y="5450"/>
                    </a:cubicBezTo>
                    <a:cubicBezTo>
                      <a:pt x="1948" y="6717"/>
                      <a:pt x="2612" y="7843"/>
                      <a:pt x="3272" y="8622"/>
                    </a:cubicBezTo>
                    <a:cubicBezTo>
                      <a:pt x="3822" y="9282"/>
                      <a:pt x="4325" y="9629"/>
                      <a:pt x="4715" y="9629"/>
                    </a:cubicBezTo>
                    <a:cubicBezTo>
                      <a:pt x="4788" y="9629"/>
                      <a:pt x="4865" y="9614"/>
                      <a:pt x="4938" y="9583"/>
                    </a:cubicBezTo>
                    <a:cubicBezTo>
                      <a:pt x="5343" y="9411"/>
                      <a:pt x="5504" y="8747"/>
                      <a:pt x="5385" y="7714"/>
                    </a:cubicBezTo>
                    <a:cubicBezTo>
                      <a:pt x="5276" y="6696"/>
                      <a:pt x="4912" y="5445"/>
                      <a:pt x="4367" y="4178"/>
                    </a:cubicBezTo>
                    <a:cubicBezTo>
                      <a:pt x="3312" y="1730"/>
                      <a:pt x="1922" y="1"/>
                      <a:pt x="10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65"/>
              <p:cNvSpPr/>
              <p:nvPr/>
            </p:nvSpPr>
            <p:spPr>
              <a:xfrm>
                <a:off x="1665300" y="2850900"/>
                <a:ext cx="251825" cy="127125"/>
              </a:xfrm>
              <a:custGeom>
                <a:avLst/>
                <a:gdLst/>
                <a:ahLst/>
                <a:cxnLst/>
                <a:rect l="l" t="t" r="r" b="b"/>
                <a:pathLst>
                  <a:path w="10073" h="5085" extrusionOk="0">
                    <a:moveTo>
                      <a:pt x="8458" y="95"/>
                    </a:moveTo>
                    <a:cubicBezTo>
                      <a:pt x="9076" y="95"/>
                      <a:pt x="9501" y="235"/>
                      <a:pt x="9626" y="531"/>
                    </a:cubicBezTo>
                    <a:cubicBezTo>
                      <a:pt x="9958" y="1300"/>
                      <a:pt x="8126" y="2826"/>
                      <a:pt x="5545" y="3937"/>
                    </a:cubicBezTo>
                    <a:cubicBezTo>
                      <a:pt x="3949" y="4624"/>
                      <a:pt x="2435" y="4994"/>
                      <a:pt x="1433" y="4994"/>
                    </a:cubicBezTo>
                    <a:cubicBezTo>
                      <a:pt x="815" y="4994"/>
                      <a:pt x="392" y="4853"/>
                      <a:pt x="265" y="4560"/>
                    </a:cubicBezTo>
                    <a:cubicBezTo>
                      <a:pt x="115" y="4202"/>
                      <a:pt x="452" y="3631"/>
                      <a:pt x="1200" y="3003"/>
                    </a:cubicBezTo>
                    <a:cubicBezTo>
                      <a:pt x="1974" y="2348"/>
                      <a:pt x="3090" y="1694"/>
                      <a:pt x="4346" y="1149"/>
                    </a:cubicBezTo>
                    <a:cubicBezTo>
                      <a:pt x="5945" y="464"/>
                      <a:pt x="7456" y="95"/>
                      <a:pt x="8458" y="95"/>
                    </a:cubicBezTo>
                    <a:close/>
                    <a:moveTo>
                      <a:pt x="8440" y="0"/>
                    </a:moveTo>
                    <a:cubicBezTo>
                      <a:pt x="7422" y="0"/>
                      <a:pt x="5921" y="367"/>
                      <a:pt x="4310" y="1061"/>
                    </a:cubicBezTo>
                    <a:cubicBezTo>
                      <a:pt x="3043" y="1606"/>
                      <a:pt x="1916" y="2271"/>
                      <a:pt x="1138" y="2930"/>
                    </a:cubicBezTo>
                    <a:cubicBezTo>
                      <a:pt x="343" y="3600"/>
                      <a:pt x="1" y="4192"/>
                      <a:pt x="177" y="4596"/>
                    </a:cubicBezTo>
                    <a:cubicBezTo>
                      <a:pt x="317" y="4924"/>
                      <a:pt x="779" y="5084"/>
                      <a:pt x="1449" y="5084"/>
                    </a:cubicBezTo>
                    <a:cubicBezTo>
                      <a:pt x="2467" y="5084"/>
                      <a:pt x="3972" y="4721"/>
                      <a:pt x="5582" y="4025"/>
                    </a:cubicBezTo>
                    <a:cubicBezTo>
                      <a:pt x="8255" y="2873"/>
                      <a:pt x="10073" y="1321"/>
                      <a:pt x="9714" y="490"/>
                    </a:cubicBezTo>
                    <a:cubicBezTo>
                      <a:pt x="9572" y="160"/>
                      <a:pt x="9111" y="0"/>
                      <a:pt x="84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65"/>
              <p:cNvSpPr/>
              <p:nvPr/>
            </p:nvSpPr>
            <p:spPr>
              <a:xfrm>
                <a:off x="1787700" y="3043025"/>
                <a:ext cx="2500" cy="4040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616" extrusionOk="0">
                    <a:moveTo>
                      <a:pt x="0" y="1"/>
                    </a:moveTo>
                    <a:lnTo>
                      <a:pt x="0" y="1615"/>
                    </a:lnTo>
                    <a:lnTo>
                      <a:pt x="99" y="1615"/>
                    </a:lnTo>
                    <a:lnTo>
                      <a:pt x="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65"/>
              <p:cNvSpPr/>
              <p:nvPr/>
            </p:nvSpPr>
            <p:spPr>
              <a:xfrm>
                <a:off x="1779000" y="30830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65"/>
              <p:cNvSpPr/>
              <p:nvPr/>
            </p:nvSpPr>
            <p:spPr>
              <a:xfrm>
                <a:off x="1729800" y="3104425"/>
                <a:ext cx="127350" cy="269600"/>
              </a:xfrm>
              <a:custGeom>
                <a:avLst/>
                <a:gdLst/>
                <a:ahLst/>
                <a:cxnLst/>
                <a:rect l="l" t="t" r="r" b="b"/>
                <a:pathLst>
                  <a:path w="5094" h="10784" extrusionOk="0">
                    <a:moveTo>
                      <a:pt x="2197" y="0"/>
                    </a:moveTo>
                    <a:cubicBezTo>
                      <a:pt x="2197" y="0"/>
                      <a:pt x="941" y="794"/>
                      <a:pt x="354" y="2092"/>
                    </a:cubicBezTo>
                    <a:cubicBezTo>
                      <a:pt x="1" y="2876"/>
                      <a:pt x="499" y="4335"/>
                      <a:pt x="899" y="5560"/>
                    </a:cubicBezTo>
                    <a:lnTo>
                      <a:pt x="1263" y="5223"/>
                    </a:lnTo>
                    <a:lnTo>
                      <a:pt x="972" y="5789"/>
                    </a:lnTo>
                    <a:cubicBezTo>
                      <a:pt x="1200" y="6495"/>
                      <a:pt x="2078" y="10783"/>
                      <a:pt x="2078" y="10783"/>
                    </a:cubicBezTo>
                    <a:cubicBezTo>
                      <a:pt x="2078" y="10783"/>
                      <a:pt x="5094" y="6448"/>
                      <a:pt x="3630" y="2638"/>
                    </a:cubicBezTo>
                    <a:lnTo>
                      <a:pt x="2976" y="2207"/>
                    </a:lnTo>
                    <a:lnTo>
                      <a:pt x="3500" y="2336"/>
                    </a:lnTo>
                    <a:cubicBezTo>
                      <a:pt x="3438" y="2181"/>
                      <a:pt x="3360" y="2020"/>
                      <a:pt x="3277" y="1854"/>
                    </a:cubicBezTo>
                    <a:lnTo>
                      <a:pt x="2644" y="1428"/>
                    </a:lnTo>
                    <a:lnTo>
                      <a:pt x="3126" y="1542"/>
                    </a:lnTo>
                    <a:cubicBezTo>
                      <a:pt x="2846" y="1013"/>
                      <a:pt x="2535" y="499"/>
                      <a:pt x="21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65"/>
              <p:cNvSpPr/>
              <p:nvPr/>
            </p:nvSpPr>
            <p:spPr>
              <a:xfrm>
                <a:off x="1817425" y="3039650"/>
                <a:ext cx="14700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322" extrusionOk="0">
                    <a:moveTo>
                      <a:pt x="94" y="1"/>
                    </a:moveTo>
                    <a:lnTo>
                      <a:pt x="0" y="32"/>
                    </a:lnTo>
                    <a:cubicBezTo>
                      <a:pt x="6" y="47"/>
                      <a:pt x="478" y="1454"/>
                      <a:pt x="488" y="2321"/>
                    </a:cubicBezTo>
                    <a:lnTo>
                      <a:pt x="587" y="2321"/>
                    </a:lnTo>
                    <a:cubicBezTo>
                      <a:pt x="571" y="1439"/>
                      <a:pt x="115" y="63"/>
                      <a:pt x="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65"/>
              <p:cNvSpPr/>
              <p:nvPr/>
            </p:nvSpPr>
            <p:spPr>
              <a:xfrm>
                <a:off x="1649350" y="2911150"/>
                <a:ext cx="11825" cy="44675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787" extrusionOk="0">
                    <a:moveTo>
                      <a:pt x="379" y="1"/>
                    </a:moveTo>
                    <a:cubicBezTo>
                      <a:pt x="369" y="47"/>
                      <a:pt x="11" y="1107"/>
                      <a:pt x="0" y="1787"/>
                    </a:cubicBezTo>
                    <a:lnTo>
                      <a:pt x="99" y="1787"/>
                    </a:lnTo>
                    <a:cubicBezTo>
                      <a:pt x="109" y="1122"/>
                      <a:pt x="473" y="42"/>
                      <a:pt x="473" y="32"/>
                    </a:cubicBezTo>
                    <a:lnTo>
                      <a:pt x="3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65"/>
              <p:cNvSpPr/>
              <p:nvPr/>
            </p:nvSpPr>
            <p:spPr>
              <a:xfrm>
                <a:off x="16441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65"/>
              <p:cNvSpPr/>
              <p:nvPr/>
            </p:nvSpPr>
            <p:spPr>
              <a:xfrm>
                <a:off x="1644400" y="2955550"/>
                <a:ext cx="1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7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65"/>
              <p:cNvSpPr/>
              <p:nvPr/>
            </p:nvSpPr>
            <p:spPr>
              <a:xfrm>
                <a:off x="16445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0" y="49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65"/>
              <p:cNvSpPr/>
              <p:nvPr/>
            </p:nvSpPr>
            <p:spPr>
              <a:xfrm>
                <a:off x="16448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65"/>
              <p:cNvSpPr/>
              <p:nvPr/>
            </p:nvSpPr>
            <p:spPr>
              <a:xfrm>
                <a:off x="16449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65"/>
              <p:cNvSpPr/>
              <p:nvPr/>
            </p:nvSpPr>
            <p:spPr>
              <a:xfrm>
                <a:off x="164517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65"/>
              <p:cNvSpPr/>
              <p:nvPr/>
            </p:nvSpPr>
            <p:spPr>
              <a:xfrm>
                <a:off x="16454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65"/>
              <p:cNvSpPr/>
              <p:nvPr/>
            </p:nvSpPr>
            <p:spPr>
              <a:xfrm>
                <a:off x="16455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65"/>
              <p:cNvSpPr/>
              <p:nvPr/>
            </p:nvSpPr>
            <p:spPr>
              <a:xfrm>
                <a:off x="1645825" y="2955550"/>
                <a:ext cx="1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7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65"/>
              <p:cNvSpPr/>
              <p:nvPr/>
            </p:nvSpPr>
            <p:spPr>
              <a:xfrm>
                <a:off x="16459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65"/>
              <p:cNvSpPr/>
              <p:nvPr/>
            </p:nvSpPr>
            <p:spPr>
              <a:xfrm>
                <a:off x="16462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65"/>
              <p:cNvSpPr/>
              <p:nvPr/>
            </p:nvSpPr>
            <p:spPr>
              <a:xfrm>
                <a:off x="1646475" y="2955550"/>
                <a:ext cx="1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7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65"/>
              <p:cNvSpPr/>
              <p:nvPr/>
            </p:nvSpPr>
            <p:spPr>
              <a:xfrm>
                <a:off x="16466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0" y="49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65"/>
              <p:cNvSpPr/>
              <p:nvPr/>
            </p:nvSpPr>
            <p:spPr>
              <a:xfrm>
                <a:off x="164687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65"/>
              <p:cNvSpPr/>
              <p:nvPr/>
            </p:nvSpPr>
            <p:spPr>
              <a:xfrm>
                <a:off x="164700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65"/>
              <p:cNvSpPr/>
              <p:nvPr/>
            </p:nvSpPr>
            <p:spPr>
              <a:xfrm>
                <a:off x="16472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0" y="49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65"/>
              <p:cNvSpPr/>
              <p:nvPr/>
            </p:nvSpPr>
            <p:spPr>
              <a:xfrm>
                <a:off x="164752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65"/>
              <p:cNvSpPr/>
              <p:nvPr/>
            </p:nvSpPr>
            <p:spPr>
              <a:xfrm>
                <a:off x="164765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65"/>
              <p:cNvSpPr/>
              <p:nvPr/>
            </p:nvSpPr>
            <p:spPr>
              <a:xfrm>
                <a:off x="16479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0" y="49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65"/>
              <p:cNvSpPr/>
              <p:nvPr/>
            </p:nvSpPr>
            <p:spPr>
              <a:xfrm>
                <a:off x="16480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65"/>
              <p:cNvSpPr/>
              <p:nvPr/>
            </p:nvSpPr>
            <p:spPr>
              <a:xfrm>
                <a:off x="16483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65"/>
              <p:cNvSpPr/>
              <p:nvPr/>
            </p:nvSpPr>
            <p:spPr>
              <a:xfrm>
                <a:off x="1648550" y="2955550"/>
                <a:ext cx="1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7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65"/>
              <p:cNvSpPr/>
              <p:nvPr/>
            </p:nvSpPr>
            <p:spPr>
              <a:xfrm>
                <a:off x="16487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65"/>
              <p:cNvSpPr/>
              <p:nvPr/>
            </p:nvSpPr>
            <p:spPr>
              <a:xfrm>
                <a:off x="16489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65"/>
              <p:cNvSpPr/>
              <p:nvPr/>
            </p:nvSpPr>
            <p:spPr>
              <a:xfrm>
                <a:off x="164907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65"/>
              <p:cNvSpPr/>
              <p:nvPr/>
            </p:nvSpPr>
            <p:spPr>
              <a:xfrm>
                <a:off x="16493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65"/>
              <p:cNvSpPr/>
              <p:nvPr/>
            </p:nvSpPr>
            <p:spPr>
              <a:xfrm>
                <a:off x="16496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65"/>
              <p:cNvSpPr/>
              <p:nvPr/>
            </p:nvSpPr>
            <p:spPr>
              <a:xfrm>
                <a:off x="164972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65"/>
              <p:cNvSpPr/>
              <p:nvPr/>
            </p:nvSpPr>
            <p:spPr>
              <a:xfrm>
                <a:off x="16500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65"/>
              <p:cNvSpPr/>
              <p:nvPr/>
            </p:nvSpPr>
            <p:spPr>
              <a:xfrm>
                <a:off x="16501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65"/>
              <p:cNvSpPr/>
              <p:nvPr/>
            </p:nvSpPr>
            <p:spPr>
              <a:xfrm>
                <a:off x="165037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65"/>
              <p:cNvSpPr/>
              <p:nvPr/>
            </p:nvSpPr>
            <p:spPr>
              <a:xfrm>
                <a:off x="16506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65"/>
              <p:cNvSpPr/>
              <p:nvPr/>
            </p:nvSpPr>
            <p:spPr>
              <a:xfrm>
                <a:off x="16507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65"/>
              <p:cNvSpPr/>
              <p:nvPr/>
            </p:nvSpPr>
            <p:spPr>
              <a:xfrm>
                <a:off x="165102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65"/>
              <p:cNvSpPr/>
              <p:nvPr/>
            </p:nvSpPr>
            <p:spPr>
              <a:xfrm>
                <a:off x="16513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65"/>
              <p:cNvSpPr/>
              <p:nvPr/>
            </p:nvSpPr>
            <p:spPr>
              <a:xfrm>
                <a:off x="16514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65"/>
              <p:cNvSpPr/>
              <p:nvPr/>
            </p:nvSpPr>
            <p:spPr>
              <a:xfrm>
                <a:off x="165167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65"/>
              <p:cNvSpPr/>
              <p:nvPr/>
            </p:nvSpPr>
            <p:spPr>
              <a:xfrm>
                <a:off x="165180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65"/>
              <p:cNvSpPr/>
              <p:nvPr/>
            </p:nvSpPr>
            <p:spPr>
              <a:xfrm>
                <a:off x="16520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65"/>
              <p:cNvSpPr/>
              <p:nvPr/>
            </p:nvSpPr>
            <p:spPr>
              <a:xfrm>
                <a:off x="165232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65"/>
              <p:cNvSpPr/>
              <p:nvPr/>
            </p:nvSpPr>
            <p:spPr>
              <a:xfrm>
                <a:off x="165245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65"/>
              <p:cNvSpPr/>
              <p:nvPr/>
            </p:nvSpPr>
            <p:spPr>
              <a:xfrm>
                <a:off x="165272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65"/>
              <p:cNvSpPr/>
              <p:nvPr/>
            </p:nvSpPr>
            <p:spPr>
              <a:xfrm>
                <a:off x="16528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65"/>
              <p:cNvSpPr/>
              <p:nvPr/>
            </p:nvSpPr>
            <p:spPr>
              <a:xfrm>
                <a:off x="165310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65"/>
              <p:cNvSpPr/>
              <p:nvPr/>
            </p:nvSpPr>
            <p:spPr>
              <a:xfrm>
                <a:off x="165337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65"/>
              <p:cNvSpPr/>
              <p:nvPr/>
            </p:nvSpPr>
            <p:spPr>
              <a:xfrm>
                <a:off x="16535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65"/>
              <p:cNvSpPr/>
              <p:nvPr/>
            </p:nvSpPr>
            <p:spPr>
              <a:xfrm>
                <a:off x="16537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65"/>
              <p:cNvSpPr/>
              <p:nvPr/>
            </p:nvSpPr>
            <p:spPr>
              <a:xfrm>
                <a:off x="165387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65"/>
              <p:cNvSpPr/>
              <p:nvPr/>
            </p:nvSpPr>
            <p:spPr>
              <a:xfrm>
                <a:off x="16541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65"/>
              <p:cNvSpPr/>
              <p:nvPr/>
            </p:nvSpPr>
            <p:spPr>
              <a:xfrm>
                <a:off x="16544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65"/>
              <p:cNvSpPr/>
              <p:nvPr/>
            </p:nvSpPr>
            <p:spPr>
              <a:xfrm>
                <a:off x="165452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65"/>
              <p:cNvSpPr/>
              <p:nvPr/>
            </p:nvSpPr>
            <p:spPr>
              <a:xfrm>
                <a:off x="16548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65"/>
              <p:cNvSpPr/>
              <p:nvPr/>
            </p:nvSpPr>
            <p:spPr>
              <a:xfrm>
                <a:off x="16550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65"/>
              <p:cNvSpPr/>
              <p:nvPr/>
            </p:nvSpPr>
            <p:spPr>
              <a:xfrm>
                <a:off x="165517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65"/>
              <p:cNvSpPr/>
              <p:nvPr/>
            </p:nvSpPr>
            <p:spPr>
              <a:xfrm>
                <a:off x="16554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65"/>
              <p:cNvSpPr/>
              <p:nvPr/>
            </p:nvSpPr>
            <p:spPr>
              <a:xfrm>
                <a:off x="16555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65"/>
              <p:cNvSpPr/>
              <p:nvPr/>
            </p:nvSpPr>
            <p:spPr>
              <a:xfrm>
                <a:off x="165582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65"/>
              <p:cNvSpPr/>
              <p:nvPr/>
            </p:nvSpPr>
            <p:spPr>
              <a:xfrm>
                <a:off x="16561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65"/>
              <p:cNvSpPr/>
              <p:nvPr/>
            </p:nvSpPr>
            <p:spPr>
              <a:xfrm>
                <a:off x="16562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65"/>
              <p:cNvSpPr/>
              <p:nvPr/>
            </p:nvSpPr>
            <p:spPr>
              <a:xfrm>
                <a:off x="1640425" y="2954500"/>
                <a:ext cx="19325" cy="14575"/>
              </a:xfrm>
              <a:custGeom>
                <a:avLst/>
                <a:gdLst/>
                <a:ahLst/>
                <a:cxnLst/>
                <a:rect l="l" t="t" r="r" b="b"/>
                <a:pathLst>
                  <a:path w="773" h="583" extrusionOk="0">
                    <a:moveTo>
                      <a:pt x="387" y="99"/>
                    </a:moveTo>
                    <a:cubicBezTo>
                      <a:pt x="389" y="99"/>
                      <a:pt x="391" y="99"/>
                      <a:pt x="393" y="99"/>
                    </a:cubicBezTo>
                    <a:lnTo>
                      <a:pt x="404" y="99"/>
                    </a:lnTo>
                    <a:cubicBezTo>
                      <a:pt x="456" y="99"/>
                      <a:pt x="502" y="125"/>
                      <a:pt x="534" y="162"/>
                    </a:cubicBezTo>
                    <a:cubicBezTo>
                      <a:pt x="570" y="203"/>
                      <a:pt x="586" y="250"/>
                      <a:pt x="586" y="302"/>
                    </a:cubicBezTo>
                    <a:cubicBezTo>
                      <a:pt x="579" y="415"/>
                      <a:pt x="483" y="488"/>
                      <a:pt x="386" y="488"/>
                    </a:cubicBezTo>
                    <a:cubicBezTo>
                      <a:pt x="337" y="488"/>
                      <a:pt x="287" y="469"/>
                      <a:pt x="248" y="426"/>
                    </a:cubicBezTo>
                    <a:cubicBezTo>
                      <a:pt x="130" y="303"/>
                      <a:pt x="220" y="99"/>
                      <a:pt x="387" y="99"/>
                    </a:cubicBezTo>
                    <a:close/>
                    <a:moveTo>
                      <a:pt x="389" y="0"/>
                    </a:moveTo>
                    <a:cubicBezTo>
                      <a:pt x="19" y="0"/>
                      <a:pt x="0" y="567"/>
                      <a:pt x="383" y="582"/>
                    </a:cubicBezTo>
                    <a:lnTo>
                      <a:pt x="393" y="582"/>
                    </a:lnTo>
                    <a:cubicBezTo>
                      <a:pt x="643" y="577"/>
                      <a:pt x="772" y="281"/>
                      <a:pt x="612" y="94"/>
                    </a:cubicBezTo>
                    <a:cubicBezTo>
                      <a:pt x="560" y="37"/>
                      <a:pt x="487" y="6"/>
                      <a:pt x="409" y="1"/>
                    </a:cubicBezTo>
                    <a:cubicBezTo>
                      <a:pt x="402" y="0"/>
                      <a:pt x="396" y="0"/>
                      <a:pt x="3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65"/>
              <p:cNvSpPr/>
              <p:nvPr/>
            </p:nvSpPr>
            <p:spPr>
              <a:xfrm>
                <a:off x="1630350" y="2963425"/>
                <a:ext cx="17450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13" extrusionOk="0">
                    <a:moveTo>
                      <a:pt x="66" y="0"/>
                    </a:moveTo>
                    <a:cubicBezTo>
                      <a:pt x="26" y="0"/>
                      <a:pt x="0" y="60"/>
                      <a:pt x="44" y="90"/>
                    </a:cubicBezTo>
                    <a:cubicBezTo>
                      <a:pt x="163" y="163"/>
                      <a:pt x="293" y="210"/>
                      <a:pt x="433" y="236"/>
                    </a:cubicBezTo>
                    <a:cubicBezTo>
                      <a:pt x="360" y="282"/>
                      <a:pt x="272" y="314"/>
                      <a:pt x="184" y="319"/>
                    </a:cubicBezTo>
                    <a:cubicBezTo>
                      <a:pt x="182" y="319"/>
                      <a:pt x="181" y="318"/>
                      <a:pt x="179" y="318"/>
                    </a:cubicBezTo>
                    <a:cubicBezTo>
                      <a:pt x="126" y="318"/>
                      <a:pt x="113" y="402"/>
                      <a:pt x="173" y="412"/>
                    </a:cubicBezTo>
                    <a:lnTo>
                      <a:pt x="205" y="412"/>
                    </a:lnTo>
                    <a:cubicBezTo>
                      <a:pt x="381" y="412"/>
                      <a:pt x="641" y="210"/>
                      <a:pt x="672" y="189"/>
                    </a:cubicBezTo>
                    <a:cubicBezTo>
                      <a:pt x="693" y="168"/>
                      <a:pt x="698" y="142"/>
                      <a:pt x="682" y="121"/>
                    </a:cubicBezTo>
                    <a:cubicBezTo>
                      <a:pt x="672" y="108"/>
                      <a:pt x="657" y="101"/>
                      <a:pt x="642" y="101"/>
                    </a:cubicBezTo>
                    <a:cubicBezTo>
                      <a:pt x="634" y="101"/>
                      <a:pt x="627" y="102"/>
                      <a:pt x="620" y="106"/>
                    </a:cubicBezTo>
                    <a:cubicBezTo>
                      <a:pt x="584" y="129"/>
                      <a:pt x="540" y="138"/>
                      <a:pt x="493" y="138"/>
                    </a:cubicBezTo>
                    <a:cubicBezTo>
                      <a:pt x="346" y="138"/>
                      <a:pt x="165" y="50"/>
                      <a:pt x="90" y="7"/>
                    </a:cubicBezTo>
                    <a:cubicBezTo>
                      <a:pt x="82" y="2"/>
                      <a:pt x="74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65"/>
              <p:cNvSpPr/>
              <p:nvPr/>
            </p:nvSpPr>
            <p:spPr>
              <a:xfrm>
                <a:off x="1648300" y="2969300"/>
                <a:ext cx="10550" cy="4250"/>
              </a:xfrm>
              <a:custGeom>
                <a:avLst/>
                <a:gdLst/>
                <a:ahLst/>
                <a:cxnLst/>
                <a:rect l="l" t="t" r="r" b="b"/>
                <a:pathLst>
                  <a:path w="422" h="17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39" y="169"/>
                      <a:pt x="302" y="169"/>
                    </a:cubicBezTo>
                    <a:cubicBezTo>
                      <a:pt x="341" y="169"/>
                      <a:pt x="381" y="160"/>
                      <a:pt x="421" y="136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65"/>
              <p:cNvSpPr/>
              <p:nvPr/>
            </p:nvSpPr>
            <p:spPr>
              <a:xfrm>
                <a:off x="1646625" y="2967925"/>
                <a:ext cx="1365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546" h="274" extrusionOk="0">
                    <a:moveTo>
                      <a:pt x="68" y="1"/>
                    </a:moveTo>
                    <a:cubicBezTo>
                      <a:pt x="33" y="1"/>
                      <a:pt x="0" y="47"/>
                      <a:pt x="31" y="82"/>
                    </a:cubicBezTo>
                    <a:cubicBezTo>
                      <a:pt x="36" y="92"/>
                      <a:pt x="187" y="274"/>
                      <a:pt x="374" y="274"/>
                    </a:cubicBezTo>
                    <a:cubicBezTo>
                      <a:pt x="421" y="268"/>
                      <a:pt x="473" y="253"/>
                      <a:pt x="514" y="227"/>
                    </a:cubicBezTo>
                    <a:cubicBezTo>
                      <a:pt x="535" y="217"/>
                      <a:pt x="545" y="185"/>
                      <a:pt x="530" y="165"/>
                    </a:cubicBezTo>
                    <a:cubicBezTo>
                      <a:pt x="523" y="147"/>
                      <a:pt x="506" y="139"/>
                      <a:pt x="489" y="139"/>
                    </a:cubicBezTo>
                    <a:cubicBezTo>
                      <a:pt x="482" y="139"/>
                      <a:pt x="474" y="141"/>
                      <a:pt x="467" y="144"/>
                    </a:cubicBezTo>
                    <a:cubicBezTo>
                      <a:pt x="436" y="162"/>
                      <a:pt x="405" y="169"/>
                      <a:pt x="374" y="169"/>
                    </a:cubicBezTo>
                    <a:cubicBezTo>
                      <a:pt x="233" y="169"/>
                      <a:pt x="104" y="19"/>
                      <a:pt x="104" y="19"/>
                    </a:cubicBezTo>
                    <a:cubicBezTo>
                      <a:pt x="93" y="6"/>
                      <a:pt x="81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65"/>
              <p:cNvSpPr/>
              <p:nvPr/>
            </p:nvSpPr>
            <p:spPr>
              <a:xfrm>
                <a:off x="1613525" y="2968125"/>
                <a:ext cx="710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6143" extrusionOk="0">
                    <a:moveTo>
                      <a:pt x="1355" y="1"/>
                    </a:moveTo>
                    <a:cubicBezTo>
                      <a:pt x="1355" y="1"/>
                      <a:pt x="602" y="437"/>
                      <a:pt x="229" y="1185"/>
                    </a:cubicBezTo>
                    <a:cubicBezTo>
                      <a:pt x="0" y="1636"/>
                      <a:pt x="244" y="2503"/>
                      <a:pt x="442" y="3235"/>
                    </a:cubicBezTo>
                    <a:lnTo>
                      <a:pt x="660" y="3048"/>
                    </a:lnTo>
                    <a:lnTo>
                      <a:pt x="660" y="3048"/>
                    </a:lnTo>
                    <a:lnTo>
                      <a:pt x="478" y="3375"/>
                    </a:lnTo>
                    <a:cubicBezTo>
                      <a:pt x="587" y="3796"/>
                      <a:pt x="665" y="4159"/>
                      <a:pt x="608" y="4341"/>
                    </a:cubicBezTo>
                    <a:cubicBezTo>
                      <a:pt x="436" y="4855"/>
                      <a:pt x="31" y="6143"/>
                      <a:pt x="31" y="6143"/>
                    </a:cubicBezTo>
                    <a:cubicBezTo>
                      <a:pt x="31" y="6143"/>
                      <a:pt x="198" y="5681"/>
                      <a:pt x="769" y="4995"/>
                    </a:cubicBezTo>
                    <a:cubicBezTo>
                      <a:pt x="1241" y="4419"/>
                      <a:pt x="2840" y="3884"/>
                      <a:pt x="2103" y="1600"/>
                    </a:cubicBezTo>
                    <a:lnTo>
                      <a:pt x="1739" y="1325"/>
                    </a:lnTo>
                    <a:lnTo>
                      <a:pt x="2041" y="1413"/>
                    </a:lnTo>
                    <a:cubicBezTo>
                      <a:pt x="2004" y="1320"/>
                      <a:pt x="1968" y="1221"/>
                      <a:pt x="1926" y="1122"/>
                    </a:cubicBezTo>
                    <a:lnTo>
                      <a:pt x="1568" y="852"/>
                    </a:lnTo>
                    <a:lnTo>
                      <a:pt x="1843" y="935"/>
                    </a:lnTo>
                    <a:cubicBezTo>
                      <a:pt x="1698" y="614"/>
                      <a:pt x="1532" y="302"/>
                      <a:pt x="13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65"/>
              <p:cNvSpPr/>
              <p:nvPr/>
            </p:nvSpPr>
            <p:spPr>
              <a:xfrm>
                <a:off x="1613525" y="2968125"/>
                <a:ext cx="710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6143" extrusionOk="0">
                    <a:moveTo>
                      <a:pt x="1739" y="1325"/>
                    </a:moveTo>
                    <a:lnTo>
                      <a:pt x="2041" y="1413"/>
                    </a:lnTo>
                    <a:cubicBezTo>
                      <a:pt x="2004" y="1320"/>
                      <a:pt x="1968" y="1221"/>
                      <a:pt x="1926" y="1122"/>
                    </a:cubicBezTo>
                    <a:lnTo>
                      <a:pt x="1568" y="852"/>
                    </a:lnTo>
                    <a:lnTo>
                      <a:pt x="1843" y="935"/>
                    </a:lnTo>
                    <a:cubicBezTo>
                      <a:pt x="1698" y="614"/>
                      <a:pt x="1532" y="302"/>
                      <a:pt x="1355" y="1"/>
                    </a:cubicBezTo>
                    <a:cubicBezTo>
                      <a:pt x="1355" y="1"/>
                      <a:pt x="602" y="437"/>
                      <a:pt x="229" y="1185"/>
                    </a:cubicBezTo>
                    <a:cubicBezTo>
                      <a:pt x="0" y="1636"/>
                      <a:pt x="244" y="2503"/>
                      <a:pt x="442" y="3235"/>
                    </a:cubicBezTo>
                    <a:lnTo>
                      <a:pt x="660" y="3048"/>
                    </a:lnTo>
                    <a:lnTo>
                      <a:pt x="478" y="3375"/>
                    </a:lnTo>
                    <a:cubicBezTo>
                      <a:pt x="587" y="3796"/>
                      <a:pt x="665" y="4159"/>
                      <a:pt x="608" y="4341"/>
                    </a:cubicBezTo>
                    <a:cubicBezTo>
                      <a:pt x="436" y="4855"/>
                      <a:pt x="31" y="6143"/>
                      <a:pt x="31" y="6143"/>
                    </a:cubicBezTo>
                    <a:cubicBezTo>
                      <a:pt x="31" y="6143"/>
                      <a:pt x="198" y="5681"/>
                      <a:pt x="769" y="4995"/>
                    </a:cubicBezTo>
                    <a:cubicBezTo>
                      <a:pt x="1241" y="4419"/>
                      <a:pt x="2840" y="3884"/>
                      <a:pt x="2103" y="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65"/>
              <p:cNvSpPr/>
              <p:nvPr/>
            </p:nvSpPr>
            <p:spPr>
              <a:xfrm>
                <a:off x="1612475" y="2967050"/>
                <a:ext cx="69600" cy="155950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6238" extrusionOk="0">
                    <a:moveTo>
                      <a:pt x="1376" y="111"/>
                    </a:moveTo>
                    <a:cubicBezTo>
                      <a:pt x="1537" y="381"/>
                      <a:pt x="1678" y="651"/>
                      <a:pt x="1797" y="901"/>
                    </a:cubicBezTo>
                    <a:lnTo>
                      <a:pt x="1626" y="849"/>
                    </a:lnTo>
                    <a:cubicBezTo>
                      <a:pt x="1620" y="847"/>
                      <a:pt x="1615" y="846"/>
                      <a:pt x="1611" y="846"/>
                    </a:cubicBezTo>
                    <a:cubicBezTo>
                      <a:pt x="1567" y="846"/>
                      <a:pt x="1542" y="904"/>
                      <a:pt x="1584" y="937"/>
                    </a:cubicBezTo>
                    <a:lnTo>
                      <a:pt x="1927" y="1196"/>
                    </a:lnTo>
                    <a:cubicBezTo>
                      <a:pt x="1953" y="1259"/>
                      <a:pt x="1979" y="1321"/>
                      <a:pt x="1999" y="1383"/>
                    </a:cubicBezTo>
                    <a:lnTo>
                      <a:pt x="1797" y="1321"/>
                    </a:lnTo>
                    <a:cubicBezTo>
                      <a:pt x="1792" y="1319"/>
                      <a:pt x="1787" y="1319"/>
                      <a:pt x="1782" y="1319"/>
                    </a:cubicBezTo>
                    <a:cubicBezTo>
                      <a:pt x="1739" y="1319"/>
                      <a:pt x="1713" y="1376"/>
                      <a:pt x="1750" y="1404"/>
                    </a:cubicBezTo>
                    <a:lnTo>
                      <a:pt x="2103" y="1669"/>
                    </a:lnTo>
                    <a:cubicBezTo>
                      <a:pt x="2669" y="3439"/>
                      <a:pt x="1807" y="4130"/>
                      <a:pt x="1184" y="4633"/>
                    </a:cubicBezTo>
                    <a:cubicBezTo>
                      <a:pt x="1034" y="4742"/>
                      <a:pt x="894" y="4867"/>
                      <a:pt x="769" y="5007"/>
                    </a:cubicBezTo>
                    <a:cubicBezTo>
                      <a:pt x="593" y="5220"/>
                      <a:pt x="432" y="5443"/>
                      <a:pt x="281" y="5682"/>
                    </a:cubicBezTo>
                    <a:cubicBezTo>
                      <a:pt x="416" y="5262"/>
                      <a:pt x="593" y="4696"/>
                      <a:pt x="691" y="4400"/>
                    </a:cubicBezTo>
                    <a:cubicBezTo>
                      <a:pt x="753" y="4218"/>
                      <a:pt x="696" y="3907"/>
                      <a:pt x="572" y="3424"/>
                    </a:cubicBezTo>
                    <a:lnTo>
                      <a:pt x="743" y="3117"/>
                    </a:lnTo>
                    <a:cubicBezTo>
                      <a:pt x="763" y="3081"/>
                      <a:pt x="733" y="3045"/>
                      <a:pt x="700" y="3045"/>
                    </a:cubicBezTo>
                    <a:cubicBezTo>
                      <a:pt x="690" y="3045"/>
                      <a:pt x="680" y="3048"/>
                      <a:pt x="670" y="3055"/>
                    </a:cubicBezTo>
                    <a:lnTo>
                      <a:pt x="509" y="3195"/>
                    </a:lnTo>
                    <a:lnTo>
                      <a:pt x="504" y="3174"/>
                    </a:lnTo>
                    <a:cubicBezTo>
                      <a:pt x="312" y="2468"/>
                      <a:pt x="105" y="1664"/>
                      <a:pt x="312" y="1248"/>
                    </a:cubicBezTo>
                    <a:cubicBezTo>
                      <a:pt x="629" y="620"/>
                      <a:pt x="1221" y="215"/>
                      <a:pt x="1376" y="111"/>
                    </a:cubicBezTo>
                    <a:close/>
                    <a:moveTo>
                      <a:pt x="1394" y="0"/>
                    </a:moveTo>
                    <a:cubicBezTo>
                      <a:pt x="1386" y="0"/>
                      <a:pt x="1378" y="2"/>
                      <a:pt x="1371" y="8"/>
                    </a:cubicBezTo>
                    <a:cubicBezTo>
                      <a:pt x="1340" y="23"/>
                      <a:pt x="603" y="454"/>
                      <a:pt x="224" y="1207"/>
                    </a:cubicBezTo>
                    <a:cubicBezTo>
                      <a:pt x="1" y="1653"/>
                      <a:pt x="214" y="2479"/>
                      <a:pt x="411" y="3200"/>
                    </a:cubicBezTo>
                    <a:lnTo>
                      <a:pt x="437" y="3294"/>
                    </a:lnTo>
                    <a:cubicBezTo>
                      <a:pt x="437" y="3309"/>
                      <a:pt x="452" y="3325"/>
                      <a:pt x="468" y="3330"/>
                    </a:cubicBezTo>
                    <a:cubicBezTo>
                      <a:pt x="472" y="3332"/>
                      <a:pt x="476" y="3332"/>
                      <a:pt x="480" y="3332"/>
                    </a:cubicBezTo>
                    <a:cubicBezTo>
                      <a:pt x="492" y="3332"/>
                      <a:pt x="503" y="3327"/>
                      <a:pt x="515" y="3320"/>
                    </a:cubicBezTo>
                    <a:lnTo>
                      <a:pt x="525" y="3315"/>
                    </a:lnTo>
                    <a:lnTo>
                      <a:pt x="473" y="3398"/>
                    </a:lnTo>
                    <a:cubicBezTo>
                      <a:pt x="468" y="3408"/>
                      <a:pt x="468" y="3418"/>
                      <a:pt x="473" y="3434"/>
                    </a:cubicBezTo>
                    <a:cubicBezTo>
                      <a:pt x="567" y="3792"/>
                      <a:pt x="660" y="4192"/>
                      <a:pt x="603" y="4374"/>
                    </a:cubicBezTo>
                    <a:cubicBezTo>
                      <a:pt x="432" y="4877"/>
                      <a:pt x="32" y="6160"/>
                      <a:pt x="27" y="6175"/>
                    </a:cubicBezTo>
                    <a:cubicBezTo>
                      <a:pt x="16" y="6201"/>
                      <a:pt x="32" y="6227"/>
                      <a:pt x="58" y="6238"/>
                    </a:cubicBezTo>
                    <a:lnTo>
                      <a:pt x="73" y="6238"/>
                    </a:lnTo>
                    <a:cubicBezTo>
                      <a:pt x="89" y="6232"/>
                      <a:pt x="105" y="6222"/>
                      <a:pt x="115" y="6206"/>
                    </a:cubicBezTo>
                    <a:cubicBezTo>
                      <a:pt x="115" y="6201"/>
                      <a:pt x="291" y="5744"/>
                      <a:pt x="842" y="5069"/>
                    </a:cubicBezTo>
                    <a:cubicBezTo>
                      <a:pt x="966" y="4940"/>
                      <a:pt x="1101" y="4820"/>
                      <a:pt x="1242" y="4711"/>
                    </a:cubicBezTo>
                    <a:cubicBezTo>
                      <a:pt x="1854" y="4218"/>
                      <a:pt x="2783" y="3476"/>
                      <a:pt x="2186" y="1627"/>
                    </a:cubicBezTo>
                    <a:cubicBezTo>
                      <a:pt x="2186" y="1617"/>
                      <a:pt x="2181" y="1612"/>
                      <a:pt x="2171" y="1607"/>
                    </a:cubicBezTo>
                    <a:lnTo>
                      <a:pt x="2025" y="1498"/>
                    </a:lnTo>
                    <a:lnTo>
                      <a:pt x="2067" y="1508"/>
                    </a:lnTo>
                    <a:cubicBezTo>
                      <a:pt x="2071" y="1509"/>
                      <a:pt x="2075" y="1510"/>
                      <a:pt x="2080" y="1510"/>
                    </a:cubicBezTo>
                    <a:cubicBezTo>
                      <a:pt x="2111" y="1510"/>
                      <a:pt x="2138" y="1477"/>
                      <a:pt x="2124" y="1440"/>
                    </a:cubicBezTo>
                    <a:cubicBezTo>
                      <a:pt x="2093" y="1347"/>
                      <a:pt x="2051" y="1248"/>
                      <a:pt x="2010" y="1150"/>
                    </a:cubicBezTo>
                    <a:cubicBezTo>
                      <a:pt x="2005" y="1139"/>
                      <a:pt x="1999" y="1134"/>
                      <a:pt x="1994" y="1129"/>
                    </a:cubicBezTo>
                    <a:lnTo>
                      <a:pt x="1854" y="1025"/>
                    </a:lnTo>
                    <a:lnTo>
                      <a:pt x="1870" y="1030"/>
                    </a:lnTo>
                    <a:cubicBezTo>
                      <a:pt x="1875" y="1032"/>
                      <a:pt x="1880" y="1032"/>
                      <a:pt x="1885" y="1032"/>
                    </a:cubicBezTo>
                    <a:cubicBezTo>
                      <a:pt x="1900" y="1032"/>
                      <a:pt x="1914" y="1026"/>
                      <a:pt x="1922" y="1015"/>
                    </a:cubicBezTo>
                    <a:cubicBezTo>
                      <a:pt x="1932" y="999"/>
                      <a:pt x="1937" y="978"/>
                      <a:pt x="1932" y="963"/>
                    </a:cubicBezTo>
                    <a:cubicBezTo>
                      <a:pt x="1781" y="641"/>
                      <a:pt x="1615" y="324"/>
                      <a:pt x="1434" y="23"/>
                    </a:cubicBezTo>
                    <a:cubicBezTo>
                      <a:pt x="1427" y="9"/>
                      <a:pt x="1411" y="0"/>
                      <a:pt x="13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65"/>
              <p:cNvSpPr/>
              <p:nvPr/>
            </p:nvSpPr>
            <p:spPr>
              <a:xfrm>
                <a:off x="1634025" y="2966975"/>
                <a:ext cx="19625" cy="10827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4331" extrusionOk="0">
                    <a:moveTo>
                      <a:pt x="535" y="0"/>
                    </a:moveTo>
                    <a:cubicBezTo>
                      <a:pt x="509" y="0"/>
                      <a:pt x="489" y="21"/>
                      <a:pt x="483" y="47"/>
                    </a:cubicBezTo>
                    <a:cubicBezTo>
                      <a:pt x="483" y="62"/>
                      <a:pt x="452" y="1599"/>
                      <a:pt x="566" y="2778"/>
                    </a:cubicBezTo>
                    <a:cubicBezTo>
                      <a:pt x="681" y="3920"/>
                      <a:pt x="63" y="4221"/>
                      <a:pt x="37" y="4237"/>
                    </a:cubicBezTo>
                    <a:cubicBezTo>
                      <a:pt x="11" y="4247"/>
                      <a:pt x="1" y="4278"/>
                      <a:pt x="11" y="4299"/>
                    </a:cubicBezTo>
                    <a:cubicBezTo>
                      <a:pt x="21" y="4320"/>
                      <a:pt x="37" y="4330"/>
                      <a:pt x="58" y="4330"/>
                    </a:cubicBezTo>
                    <a:lnTo>
                      <a:pt x="78" y="4330"/>
                    </a:lnTo>
                    <a:cubicBezTo>
                      <a:pt x="104" y="4309"/>
                      <a:pt x="784" y="3982"/>
                      <a:pt x="665" y="2773"/>
                    </a:cubicBezTo>
                    <a:cubicBezTo>
                      <a:pt x="551" y="1594"/>
                      <a:pt x="582" y="68"/>
                      <a:pt x="582" y="52"/>
                    </a:cubicBezTo>
                    <a:cubicBezTo>
                      <a:pt x="582" y="26"/>
                      <a:pt x="561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65"/>
              <p:cNvSpPr/>
              <p:nvPr/>
            </p:nvSpPr>
            <p:spPr>
              <a:xfrm>
                <a:off x="1916575" y="2911150"/>
                <a:ext cx="11725" cy="44675"/>
              </a:xfrm>
              <a:custGeom>
                <a:avLst/>
                <a:gdLst/>
                <a:ahLst/>
                <a:cxnLst/>
                <a:rect l="l" t="t" r="r" b="b"/>
                <a:pathLst>
                  <a:path w="469" h="1787" extrusionOk="0">
                    <a:moveTo>
                      <a:pt x="89" y="1"/>
                    </a:moveTo>
                    <a:lnTo>
                      <a:pt x="1" y="32"/>
                    </a:lnTo>
                    <a:cubicBezTo>
                      <a:pt x="1" y="42"/>
                      <a:pt x="364" y="1122"/>
                      <a:pt x="375" y="1787"/>
                    </a:cubicBezTo>
                    <a:lnTo>
                      <a:pt x="468" y="1787"/>
                    </a:lnTo>
                    <a:cubicBezTo>
                      <a:pt x="463" y="1107"/>
                      <a:pt x="105" y="42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65"/>
              <p:cNvSpPr/>
              <p:nvPr/>
            </p:nvSpPr>
            <p:spPr>
              <a:xfrm>
                <a:off x="19212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65"/>
              <p:cNvSpPr/>
              <p:nvPr/>
            </p:nvSpPr>
            <p:spPr>
              <a:xfrm>
                <a:off x="192152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65"/>
              <p:cNvSpPr/>
              <p:nvPr/>
            </p:nvSpPr>
            <p:spPr>
              <a:xfrm>
                <a:off x="19216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65"/>
              <p:cNvSpPr/>
              <p:nvPr/>
            </p:nvSpPr>
            <p:spPr>
              <a:xfrm>
                <a:off x="19219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65"/>
              <p:cNvSpPr/>
              <p:nvPr/>
            </p:nvSpPr>
            <p:spPr>
              <a:xfrm>
                <a:off x="192202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65"/>
              <p:cNvSpPr/>
              <p:nvPr/>
            </p:nvSpPr>
            <p:spPr>
              <a:xfrm>
                <a:off x="19223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65"/>
              <p:cNvSpPr/>
              <p:nvPr/>
            </p:nvSpPr>
            <p:spPr>
              <a:xfrm>
                <a:off x="19224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65"/>
              <p:cNvSpPr/>
              <p:nvPr/>
            </p:nvSpPr>
            <p:spPr>
              <a:xfrm>
                <a:off x="192267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65"/>
              <p:cNvSpPr/>
              <p:nvPr/>
            </p:nvSpPr>
            <p:spPr>
              <a:xfrm>
                <a:off x="19229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65"/>
              <p:cNvSpPr/>
              <p:nvPr/>
            </p:nvSpPr>
            <p:spPr>
              <a:xfrm>
                <a:off x="19230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65"/>
              <p:cNvSpPr/>
              <p:nvPr/>
            </p:nvSpPr>
            <p:spPr>
              <a:xfrm>
                <a:off x="192332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65"/>
              <p:cNvSpPr/>
              <p:nvPr/>
            </p:nvSpPr>
            <p:spPr>
              <a:xfrm>
                <a:off x="192345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65"/>
              <p:cNvSpPr/>
              <p:nvPr/>
            </p:nvSpPr>
            <p:spPr>
              <a:xfrm>
                <a:off x="19237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65"/>
              <p:cNvSpPr/>
              <p:nvPr/>
            </p:nvSpPr>
            <p:spPr>
              <a:xfrm>
                <a:off x="192397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65"/>
              <p:cNvSpPr/>
              <p:nvPr/>
            </p:nvSpPr>
            <p:spPr>
              <a:xfrm>
                <a:off x="192410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65"/>
              <p:cNvSpPr/>
              <p:nvPr/>
            </p:nvSpPr>
            <p:spPr>
              <a:xfrm>
                <a:off x="192437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65"/>
              <p:cNvSpPr/>
              <p:nvPr/>
            </p:nvSpPr>
            <p:spPr>
              <a:xfrm>
                <a:off x="19245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65"/>
              <p:cNvSpPr/>
              <p:nvPr/>
            </p:nvSpPr>
            <p:spPr>
              <a:xfrm>
                <a:off x="192475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65"/>
              <p:cNvSpPr/>
              <p:nvPr/>
            </p:nvSpPr>
            <p:spPr>
              <a:xfrm>
                <a:off x="192502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65"/>
              <p:cNvSpPr/>
              <p:nvPr/>
            </p:nvSpPr>
            <p:spPr>
              <a:xfrm>
                <a:off x="19251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65"/>
              <p:cNvSpPr/>
              <p:nvPr/>
            </p:nvSpPr>
            <p:spPr>
              <a:xfrm>
                <a:off x="192540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65"/>
              <p:cNvSpPr/>
              <p:nvPr/>
            </p:nvSpPr>
            <p:spPr>
              <a:xfrm>
                <a:off x="192567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65"/>
              <p:cNvSpPr/>
              <p:nvPr/>
            </p:nvSpPr>
            <p:spPr>
              <a:xfrm>
                <a:off x="19258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65"/>
              <p:cNvSpPr/>
              <p:nvPr/>
            </p:nvSpPr>
            <p:spPr>
              <a:xfrm>
                <a:off x="19260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65"/>
              <p:cNvSpPr/>
              <p:nvPr/>
            </p:nvSpPr>
            <p:spPr>
              <a:xfrm>
                <a:off x="192617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65"/>
              <p:cNvSpPr/>
              <p:nvPr/>
            </p:nvSpPr>
            <p:spPr>
              <a:xfrm>
                <a:off x="19264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65"/>
              <p:cNvSpPr/>
              <p:nvPr/>
            </p:nvSpPr>
            <p:spPr>
              <a:xfrm>
                <a:off x="19267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65"/>
              <p:cNvSpPr/>
              <p:nvPr/>
            </p:nvSpPr>
            <p:spPr>
              <a:xfrm>
                <a:off x="192682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65"/>
              <p:cNvSpPr/>
              <p:nvPr/>
            </p:nvSpPr>
            <p:spPr>
              <a:xfrm>
                <a:off x="19271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65"/>
              <p:cNvSpPr/>
              <p:nvPr/>
            </p:nvSpPr>
            <p:spPr>
              <a:xfrm>
                <a:off x="19272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65"/>
              <p:cNvSpPr/>
              <p:nvPr/>
            </p:nvSpPr>
            <p:spPr>
              <a:xfrm>
                <a:off x="192747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65"/>
              <p:cNvSpPr/>
              <p:nvPr/>
            </p:nvSpPr>
            <p:spPr>
              <a:xfrm>
                <a:off x="19277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65"/>
              <p:cNvSpPr/>
              <p:nvPr/>
            </p:nvSpPr>
            <p:spPr>
              <a:xfrm>
                <a:off x="19278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65"/>
              <p:cNvSpPr/>
              <p:nvPr/>
            </p:nvSpPr>
            <p:spPr>
              <a:xfrm>
                <a:off x="192812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65"/>
              <p:cNvSpPr/>
              <p:nvPr/>
            </p:nvSpPr>
            <p:spPr>
              <a:xfrm>
                <a:off x="19284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5" y="49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65"/>
              <p:cNvSpPr/>
              <p:nvPr/>
            </p:nvSpPr>
            <p:spPr>
              <a:xfrm>
                <a:off x="19285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65"/>
              <p:cNvSpPr/>
              <p:nvPr/>
            </p:nvSpPr>
            <p:spPr>
              <a:xfrm>
                <a:off x="192877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65"/>
              <p:cNvSpPr/>
              <p:nvPr/>
            </p:nvSpPr>
            <p:spPr>
              <a:xfrm>
                <a:off x="19289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0" y="49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65"/>
              <p:cNvSpPr/>
              <p:nvPr/>
            </p:nvSpPr>
            <p:spPr>
              <a:xfrm>
                <a:off x="19291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65"/>
              <p:cNvSpPr/>
              <p:nvPr/>
            </p:nvSpPr>
            <p:spPr>
              <a:xfrm>
                <a:off x="19293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65"/>
              <p:cNvSpPr/>
              <p:nvPr/>
            </p:nvSpPr>
            <p:spPr>
              <a:xfrm>
                <a:off x="1929550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65"/>
              <p:cNvSpPr/>
              <p:nvPr/>
            </p:nvSpPr>
            <p:spPr>
              <a:xfrm>
                <a:off x="1929825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65"/>
              <p:cNvSpPr/>
              <p:nvPr/>
            </p:nvSpPr>
            <p:spPr>
              <a:xfrm>
                <a:off x="19299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65"/>
              <p:cNvSpPr/>
              <p:nvPr/>
            </p:nvSpPr>
            <p:spPr>
              <a:xfrm>
                <a:off x="1930200" y="2955550"/>
                <a:ext cx="1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7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65"/>
              <p:cNvSpPr/>
              <p:nvPr/>
            </p:nvSpPr>
            <p:spPr>
              <a:xfrm>
                <a:off x="19303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0" y="49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65"/>
              <p:cNvSpPr/>
              <p:nvPr/>
            </p:nvSpPr>
            <p:spPr>
              <a:xfrm>
                <a:off x="19306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65"/>
              <p:cNvSpPr/>
              <p:nvPr/>
            </p:nvSpPr>
            <p:spPr>
              <a:xfrm>
                <a:off x="1930850" y="2955550"/>
                <a:ext cx="1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7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65"/>
              <p:cNvSpPr/>
              <p:nvPr/>
            </p:nvSpPr>
            <p:spPr>
              <a:xfrm>
                <a:off x="193100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0" y="49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65"/>
              <p:cNvSpPr/>
              <p:nvPr/>
            </p:nvSpPr>
            <p:spPr>
              <a:xfrm>
                <a:off x="19312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65"/>
              <p:cNvSpPr/>
              <p:nvPr/>
            </p:nvSpPr>
            <p:spPr>
              <a:xfrm>
                <a:off x="1931500" y="2955550"/>
                <a:ext cx="1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7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65"/>
              <p:cNvSpPr/>
              <p:nvPr/>
            </p:nvSpPr>
            <p:spPr>
              <a:xfrm>
                <a:off x="1931650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0" y="49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65"/>
              <p:cNvSpPr/>
              <p:nvPr/>
            </p:nvSpPr>
            <p:spPr>
              <a:xfrm>
                <a:off x="193190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65"/>
              <p:cNvSpPr/>
              <p:nvPr/>
            </p:nvSpPr>
            <p:spPr>
              <a:xfrm>
                <a:off x="19320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65"/>
              <p:cNvSpPr/>
              <p:nvPr/>
            </p:nvSpPr>
            <p:spPr>
              <a:xfrm>
                <a:off x="1932275" y="2955550"/>
                <a:ext cx="30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65"/>
              <p:cNvSpPr/>
              <p:nvPr/>
            </p:nvSpPr>
            <p:spPr>
              <a:xfrm>
                <a:off x="1932550" y="2955550"/>
                <a:ext cx="150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6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65"/>
              <p:cNvSpPr/>
              <p:nvPr/>
            </p:nvSpPr>
            <p:spPr>
              <a:xfrm>
                <a:off x="19326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65"/>
              <p:cNvSpPr/>
              <p:nvPr/>
            </p:nvSpPr>
            <p:spPr>
              <a:xfrm>
                <a:off x="1932925" y="2955550"/>
                <a:ext cx="1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7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6" y="4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65"/>
              <p:cNvSpPr/>
              <p:nvPr/>
            </p:nvSpPr>
            <p:spPr>
              <a:xfrm>
                <a:off x="193307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0" y="0"/>
                    </a:moveTo>
                    <a:lnTo>
                      <a:pt x="0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65"/>
              <p:cNvSpPr/>
              <p:nvPr/>
            </p:nvSpPr>
            <p:spPr>
              <a:xfrm>
                <a:off x="1933325" y="2955550"/>
                <a:ext cx="275" cy="124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499" extrusionOk="0">
                    <a:moveTo>
                      <a:pt x="1" y="0"/>
                    </a:moveTo>
                    <a:lnTo>
                      <a:pt x="1" y="499"/>
                    </a:lnTo>
                    <a:lnTo>
                      <a:pt x="11" y="49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65"/>
              <p:cNvSpPr/>
              <p:nvPr/>
            </p:nvSpPr>
            <p:spPr>
              <a:xfrm>
                <a:off x="1920075" y="2954500"/>
                <a:ext cx="16875" cy="14575"/>
              </a:xfrm>
              <a:custGeom>
                <a:avLst/>
                <a:gdLst/>
                <a:ahLst/>
                <a:cxnLst/>
                <a:rect l="l" t="t" r="r" b="b"/>
                <a:pathLst>
                  <a:path w="675" h="583" extrusionOk="0">
                    <a:moveTo>
                      <a:pt x="288" y="99"/>
                    </a:moveTo>
                    <a:cubicBezTo>
                      <a:pt x="455" y="99"/>
                      <a:pt x="545" y="298"/>
                      <a:pt x="432" y="421"/>
                    </a:cubicBezTo>
                    <a:cubicBezTo>
                      <a:pt x="401" y="463"/>
                      <a:pt x="354" y="484"/>
                      <a:pt x="302" y="489"/>
                    </a:cubicBezTo>
                    <a:cubicBezTo>
                      <a:pt x="198" y="489"/>
                      <a:pt x="110" y="406"/>
                      <a:pt x="105" y="302"/>
                    </a:cubicBezTo>
                    <a:cubicBezTo>
                      <a:pt x="100" y="250"/>
                      <a:pt x="120" y="203"/>
                      <a:pt x="152" y="162"/>
                    </a:cubicBezTo>
                    <a:cubicBezTo>
                      <a:pt x="188" y="125"/>
                      <a:pt x="235" y="99"/>
                      <a:pt x="281" y="99"/>
                    </a:cubicBezTo>
                    <a:cubicBezTo>
                      <a:pt x="283" y="99"/>
                      <a:pt x="286" y="99"/>
                      <a:pt x="288" y="99"/>
                    </a:cubicBezTo>
                    <a:close/>
                    <a:moveTo>
                      <a:pt x="288" y="1"/>
                    </a:moveTo>
                    <a:cubicBezTo>
                      <a:pt x="286" y="1"/>
                      <a:pt x="283" y="1"/>
                      <a:pt x="281" y="1"/>
                    </a:cubicBezTo>
                    <a:cubicBezTo>
                      <a:pt x="203" y="6"/>
                      <a:pt x="131" y="42"/>
                      <a:pt x="79" y="99"/>
                    </a:cubicBezTo>
                    <a:cubicBezTo>
                      <a:pt x="27" y="157"/>
                      <a:pt x="1" y="229"/>
                      <a:pt x="6" y="307"/>
                    </a:cubicBezTo>
                    <a:cubicBezTo>
                      <a:pt x="11" y="463"/>
                      <a:pt x="141" y="582"/>
                      <a:pt x="292" y="582"/>
                    </a:cubicBezTo>
                    <a:lnTo>
                      <a:pt x="307" y="582"/>
                    </a:lnTo>
                    <a:cubicBezTo>
                      <a:pt x="385" y="582"/>
                      <a:pt x="458" y="546"/>
                      <a:pt x="505" y="489"/>
                    </a:cubicBezTo>
                    <a:cubicBezTo>
                      <a:pt x="674" y="298"/>
                      <a:pt x="538" y="1"/>
                      <a:pt x="2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65"/>
              <p:cNvSpPr/>
              <p:nvPr/>
            </p:nvSpPr>
            <p:spPr>
              <a:xfrm>
                <a:off x="1929950" y="2963325"/>
                <a:ext cx="1750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00" h="417" extrusionOk="0">
                    <a:moveTo>
                      <a:pt x="626" y="1"/>
                    </a:moveTo>
                    <a:cubicBezTo>
                      <a:pt x="618" y="1"/>
                      <a:pt x="611" y="2"/>
                      <a:pt x="603" y="6"/>
                    </a:cubicBezTo>
                    <a:cubicBezTo>
                      <a:pt x="532" y="53"/>
                      <a:pt x="352" y="142"/>
                      <a:pt x="205" y="142"/>
                    </a:cubicBezTo>
                    <a:cubicBezTo>
                      <a:pt x="158" y="142"/>
                      <a:pt x="114" y="133"/>
                      <a:pt x="78" y="110"/>
                    </a:cubicBezTo>
                    <a:cubicBezTo>
                      <a:pt x="71" y="106"/>
                      <a:pt x="64" y="105"/>
                      <a:pt x="56" y="105"/>
                    </a:cubicBezTo>
                    <a:cubicBezTo>
                      <a:pt x="41" y="105"/>
                      <a:pt x="26" y="112"/>
                      <a:pt x="16" y="125"/>
                    </a:cubicBezTo>
                    <a:cubicBezTo>
                      <a:pt x="1" y="146"/>
                      <a:pt x="6" y="172"/>
                      <a:pt x="26" y="188"/>
                    </a:cubicBezTo>
                    <a:cubicBezTo>
                      <a:pt x="58" y="214"/>
                      <a:pt x="317" y="416"/>
                      <a:pt x="494" y="416"/>
                    </a:cubicBezTo>
                    <a:lnTo>
                      <a:pt x="525" y="416"/>
                    </a:lnTo>
                    <a:cubicBezTo>
                      <a:pt x="593" y="411"/>
                      <a:pt x="584" y="321"/>
                      <a:pt x="524" y="321"/>
                    </a:cubicBezTo>
                    <a:cubicBezTo>
                      <a:pt x="519" y="321"/>
                      <a:pt x="514" y="322"/>
                      <a:pt x="509" y="323"/>
                    </a:cubicBezTo>
                    <a:cubicBezTo>
                      <a:pt x="506" y="323"/>
                      <a:pt x="502" y="323"/>
                      <a:pt x="498" y="323"/>
                    </a:cubicBezTo>
                    <a:cubicBezTo>
                      <a:pt x="440" y="323"/>
                      <a:pt x="353" y="288"/>
                      <a:pt x="265" y="234"/>
                    </a:cubicBezTo>
                    <a:cubicBezTo>
                      <a:pt x="405" y="214"/>
                      <a:pt x="535" y="162"/>
                      <a:pt x="655" y="89"/>
                    </a:cubicBezTo>
                    <a:cubicBezTo>
                      <a:pt x="699" y="62"/>
                      <a:pt x="671" y="1"/>
                      <a:pt x="6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65"/>
              <p:cNvSpPr/>
              <p:nvPr/>
            </p:nvSpPr>
            <p:spPr>
              <a:xfrm>
                <a:off x="1918925" y="2969300"/>
                <a:ext cx="10525" cy="425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70" extrusionOk="0">
                    <a:moveTo>
                      <a:pt x="421" y="1"/>
                    </a:moveTo>
                    <a:lnTo>
                      <a:pt x="0" y="136"/>
                    </a:lnTo>
                    <a:cubicBezTo>
                      <a:pt x="40" y="160"/>
                      <a:pt x="81" y="169"/>
                      <a:pt x="120" y="169"/>
                    </a:cubicBezTo>
                    <a:cubicBezTo>
                      <a:pt x="282" y="169"/>
                      <a:pt x="421" y="1"/>
                      <a:pt x="4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65"/>
              <p:cNvSpPr/>
              <p:nvPr/>
            </p:nvSpPr>
            <p:spPr>
              <a:xfrm>
                <a:off x="1917500" y="2968075"/>
                <a:ext cx="1325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268" extrusionOk="0">
                    <a:moveTo>
                      <a:pt x="473" y="0"/>
                    </a:moveTo>
                    <a:cubicBezTo>
                      <a:pt x="459" y="0"/>
                      <a:pt x="445" y="7"/>
                      <a:pt x="436" y="18"/>
                    </a:cubicBezTo>
                    <a:cubicBezTo>
                      <a:pt x="436" y="18"/>
                      <a:pt x="307" y="168"/>
                      <a:pt x="169" y="168"/>
                    </a:cubicBezTo>
                    <a:cubicBezTo>
                      <a:pt x="139" y="168"/>
                      <a:pt x="108" y="161"/>
                      <a:pt x="78" y="143"/>
                    </a:cubicBezTo>
                    <a:cubicBezTo>
                      <a:pt x="69" y="140"/>
                      <a:pt x="61" y="138"/>
                      <a:pt x="52" y="138"/>
                    </a:cubicBezTo>
                    <a:cubicBezTo>
                      <a:pt x="36" y="138"/>
                      <a:pt x="21" y="145"/>
                      <a:pt x="11" y="159"/>
                    </a:cubicBezTo>
                    <a:cubicBezTo>
                      <a:pt x="0" y="185"/>
                      <a:pt x="5" y="211"/>
                      <a:pt x="31" y="226"/>
                    </a:cubicBezTo>
                    <a:cubicBezTo>
                      <a:pt x="73" y="252"/>
                      <a:pt x="125" y="268"/>
                      <a:pt x="171" y="268"/>
                    </a:cubicBezTo>
                    <a:cubicBezTo>
                      <a:pt x="353" y="268"/>
                      <a:pt x="504" y="86"/>
                      <a:pt x="509" y="81"/>
                    </a:cubicBezTo>
                    <a:cubicBezTo>
                      <a:pt x="530" y="60"/>
                      <a:pt x="524" y="29"/>
                      <a:pt x="504" y="13"/>
                    </a:cubicBezTo>
                    <a:cubicBezTo>
                      <a:pt x="495" y="4"/>
                      <a:pt x="484" y="0"/>
                      <a:pt x="4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65"/>
              <p:cNvSpPr/>
              <p:nvPr/>
            </p:nvSpPr>
            <p:spPr>
              <a:xfrm>
                <a:off x="1893225" y="2968125"/>
                <a:ext cx="710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6143" extrusionOk="0">
                    <a:moveTo>
                      <a:pt x="1485" y="1"/>
                    </a:moveTo>
                    <a:cubicBezTo>
                      <a:pt x="1303" y="302"/>
                      <a:pt x="1142" y="614"/>
                      <a:pt x="997" y="935"/>
                    </a:cubicBezTo>
                    <a:lnTo>
                      <a:pt x="1272" y="852"/>
                    </a:lnTo>
                    <a:lnTo>
                      <a:pt x="914" y="1122"/>
                    </a:lnTo>
                    <a:cubicBezTo>
                      <a:pt x="872" y="1221"/>
                      <a:pt x="836" y="1320"/>
                      <a:pt x="800" y="1413"/>
                    </a:cubicBezTo>
                    <a:lnTo>
                      <a:pt x="1101" y="1325"/>
                    </a:lnTo>
                    <a:lnTo>
                      <a:pt x="738" y="1600"/>
                    </a:lnTo>
                    <a:cubicBezTo>
                      <a:pt x="0" y="3884"/>
                      <a:pt x="1599" y="4419"/>
                      <a:pt x="2072" y="4995"/>
                    </a:cubicBezTo>
                    <a:cubicBezTo>
                      <a:pt x="2638" y="5681"/>
                      <a:pt x="2809" y="6143"/>
                      <a:pt x="2809" y="6143"/>
                    </a:cubicBezTo>
                    <a:cubicBezTo>
                      <a:pt x="2809" y="6143"/>
                      <a:pt x="2404" y="4855"/>
                      <a:pt x="2233" y="4341"/>
                    </a:cubicBezTo>
                    <a:cubicBezTo>
                      <a:pt x="2176" y="4159"/>
                      <a:pt x="2253" y="3796"/>
                      <a:pt x="2363" y="3375"/>
                    </a:cubicBezTo>
                    <a:lnTo>
                      <a:pt x="2181" y="3048"/>
                    </a:lnTo>
                    <a:lnTo>
                      <a:pt x="2181" y="3048"/>
                    </a:lnTo>
                    <a:lnTo>
                      <a:pt x="2399" y="3235"/>
                    </a:lnTo>
                    <a:cubicBezTo>
                      <a:pt x="2591" y="2503"/>
                      <a:pt x="2840" y="1636"/>
                      <a:pt x="2612" y="1185"/>
                    </a:cubicBezTo>
                    <a:cubicBezTo>
                      <a:pt x="2233" y="437"/>
                      <a:pt x="1485" y="1"/>
                      <a:pt x="14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65"/>
              <p:cNvSpPr/>
              <p:nvPr/>
            </p:nvSpPr>
            <p:spPr>
              <a:xfrm>
                <a:off x="1893225" y="2968125"/>
                <a:ext cx="710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6143" extrusionOk="0">
                    <a:moveTo>
                      <a:pt x="1101" y="1325"/>
                    </a:moveTo>
                    <a:lnTo>
                      <a:pt x="800" y="1413"/>
                    </a:lnTo>
                    <a:cubicBezTo>
                      <a:pt x="836" y="1320"/>
                      <a:pt x="872" y="1221"/>
                      <a:pt x="914" y="1122"/>
                    </a:cubicBezTo>
                    <a:lnTo>
                      <a:pt x="1272" y="852"/>
                    </a:lnTo>
                    <a:lnTo>
                      <a:pt x="997" y="935"/>
                    </a:lnTo>
                    <a:cubicBezTo>
                      <a:pt x="1142" y="614"/>
                      <a:pt x="1303" y="302"/>
                      <a:pt x="1485" y="1"/>
                    </a:cubicBezTo>
                    <a:cubicBezTo>
                      <a:pt x="1485" y="1"/>
                      <a:pt x="2233" y="437"/>
                      <a:pt x="2612" y="1185"/>
                    </a:cubicBezTo>
                    <a:cubicBezTo>
                      <a:pt x="2840" y="1636"/>
                      <a:pt x="2591" y="2503"/>
                      <a:pt x="2399" y="3235"/>
                    </a:cubicBezTo>
                    <a:lnTo>
                      <a:pt x="2181" y="3048"/>
                    </a:lnTo>
                    <a:lnTo>
                      <a:pt x="2363" y="3375"/>
                    </a:lnTo>
                    <a:cubicBezTo>
                      <a:pt x="2253" y="3796"/>
                      <a:pt x="2176" y="4159"/>
                      <a:pt x="2233" y="4341"/>
                    </a:cubicBezTo>
                    <a:cubicBezTo>
                      <a:pt x="2404" y="4855"/>
                      <a:pt x="2809" y="6143"/>
                      <a:pt x="2809" y="6143"/>
                    </a:cubicBezTo>
                    <a:cubicBezTo>
                      <a:pt x="2809" y="6143"/>
                      <a:pt x="2638" y="5681"/>
                      <a:pt x="2072" y="4995"/>
                    </a:cubicBezTo>
                    <a:cubicBezTo>
                      <a:pt x="1599" y="4419"/>
                      <a:pt x="0" y="3884"/>
                      <a:pt x="738" y="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65"/>
              <p:cNvSpPr/>
              <p:nvPr/>
            </p:nvSpPr>
            <p:spPr>
              <a:xfrm>
                <a:off x="1895675" y="2966900"/>
                <a:ext cx="69600" cy="156100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6244" extrusionOk="0">
                    <a:moveTo>
                      <a:pt x="1408" y="117"/>
                    </a:moveTo>
                    <a:cubicBezTo>
                      <a:pt x="1569" y="221"/>
                      <a:pt x="2161" y="626"/>
                      <a:pt x="2477" y="1254"/>
                    </a:cubicBezTo>
                    <a:cubicBezTo>
                      <a:pt x="2685" y="1670"/>
                      <a:pt x="2467" y="2474"/>
                      <a:pt x="2280" y="3180"/>
                    </a:cubicBezTo>
                    <a:lnTo>
                      <a:pt x="2275" y="3201"/>
                    </a:lnTo>
                    <a:lnTo>
                      <a:pt x="2114" y="3061"/>
                    </a:lnTo>
                    <a:cubicBezTo>
                      <a:pt x="2105" y="3054"/>
                      <a:pt x="2094" y="3051"/>
                      <a:pt x="2085" y="3051"/>
                    </a:cubicBezTo>
                    <a:cubicBezTo>
                      <a:pt x="2051" y="3051"/>
                      <a:pt x="2021" y="3087"/>
                      <a:pt x="2041" y="3123"/>
                    </a:cubicBezTo>
                    <a:lnTo>
                      <a:pt x="2218" y="3430"/>
                    </a:lnTo>
                    <a:cubicBezTo>
                      <a:pt x="2093" y="3913"/>
                      <a:pt x="2031" y="4224"/>
                      <a:pt x="2093" y="4406"/>
                    </a:cubicBezTo>
                    <a:cubicBezTo>
                      <a:pt x="2192" y="4702"/>
                      <a:pt x="2374" y="5268"/>
                      <a:pt x="2503" y="5688"/>
                    </a:cubicBezTo>
                    <a:cubicBezTo>
                      <a:pt x="2358" y="5449"/>
                      <a:pt x="2192" y="5226"/>
                      <a:pt x="2015" y="5013"/>
                    </a:cubicBezTo>
                    <a:cubicBezTo>
                      <a:pt x="1891" y="4873"/>
                      <a:pt x="1751" y="4748"/>
                      <a:pt x="1600" y="4639"/>
                    </a:cubicBezTo>
                    <a:cubicBezTo>
                      <a:pt x="977" y="4136"/>
                      <a:pt x="120" y="3445"/>
                      <a:pt x="686" y="1675"/>
                    </a:cubicBezTo>
                    <a:lnTo>
                      <a:pt x="1034" y="1410"/>
                    </a:lnTo>
                    <a:cubicBezTo>
                      <a:pt x="1071" y="1382"/>
                      <a:pt x="1050" y="1325"/>
                      <a:pt x="1008" y="1325"/>
                    </a:cubicBezTo>
                    <a:cubicBezTo>
                      <a:pt x="1003" y="1325"/>
                      <a:pt x="998" y="1325"/>
                      <a:pt x="993" y="1327"/>
                    </a:cubicBezTo>
                    <a:lnTo>
                      <a:pt x="790" y="1389"/>
                    </a:lnTo>
                    <a:cubicBezTo>
                      <a:pt x="811" y="1327"/>
                      <a:pt x="837" y="1265"/>
                      <a:pt x="863" y="1202"/>
                    </a:cubicBezTo>
                    <a:lnTo>
                      <a:pt x="1205" y="943"/>
                    </a:lnTo>
                    <a:cubicBezTo>
                      <a:pt x="1226" y="927"/>
                      <a:pt x="1231" y="901"/>
                      <a:pt x="1221" y="881"/>
                    </a:cubicBezTo>
                    <a:cubicBezTo>
                      <a:pt x="1212" y="863"/>
                      <a:pt x="1193" y="853"/>
                      <a:pt x="1175" y="853"/>
                    </a:cubicBezTo>
                    <a:cubicBezTo>
                      <a:pt x="1171" y="853"/>
                      <a:pt x="1167" y="854"/>
                      <a:pt x="1164" y="855"/>
                    </a:cubicBezTo>
                    <a:lnTo>
                      <a:pt x="993" y="907"/>
                    </a:lnTo>
                    <a:cubicBezTo>
                      <a:pt x="1112" y="657"/>
                      <a:pt x="1252" y="393"/>
                      <a:pt x="1408" y="117"/>
                    </a:cubicBezTo>
                    <a:close/>
                    <a:moveTo>
                      <a:pt x="1390" y="1"/>
                    </a:moveTo>
                    <a:cubicBezTo>
                      <a:pt x="1374" y="1"/>
                      <a:pt x="1358" y="10"/>
                      <a:pt x="1351" y="24"/>
                    </a:cubicBezTo>
                    <a:cubicBezTo>
                      <a:pt x="1169" y="330"/>
                      <a:pt x="1003" y="642"/>
                      <a:pt x="852" y="964"/>
                    </a:cubicBezTo>
                    <a:cubicBezTo>
                      <a:pt x="847" y="979"/>
                      <a:pt x="847" y="1000"/>
                      <a:pt x="863" y="1016"/>
                    </a:cubicBezTo>
                    <a:cubicBezTo>
                      <a:pt x="871" y="1027"/>
                      <a:pt x="884" y="1033"/>
                      <a:pt x="899" y="1033"/>
                    </a:cubicBezTo>
                    <a:cubicBezTo>
                      <a:pt x="904" y="1033"/>
                      <a:pt x="909" y="1032"/>
                      <a:pt x="915" y="1031"/>
                    </a:cubicBezTo>
                    <a:lnTo>
                      <a:pt x="930" y="1026"/>
                    </a:lnTo>
                    <a:lnTo>
                      <a:pt x="790" y="1130"/>
                    </a:lnTo>
                    <a:cubicBezTo>
                      <a:pt x="785" y="1135"/>
                      <a:pt x="780" y="1145"/>
                      <a:pt x="774" y="1151"/>
                    </a:cubicBezTo>
                    <a:cubicBezTo>
                      <a:pt x="733" y="1249"/>
                      <a:pt x="691" y="1353"/>
                      <a:pt x="660" y="1446"/>
                    </a:cubicBezTo>
                    <a:cubicBezTo>
                      <a:pt x="647" y="1479"/>
                      <a:pt x="673" y="1511"/>
                      <a:pt x="705" y="1511"/>
                    </a:cubicBezTo>
                    <a:cubicBezTo>
                      <a:pt x="709" y="1511"/>
                      <a:pt x="713" y="1510"/>
                      <a:pt x="717" y="1509"/>
                    </a:cubicBezTo>
                    <a:lnTo>
                      <a:pt x="759" y="1498"/>
                    </a:lnTo>
                    <a:lnTo>
                      <a:pt x="759" y="1498"/>
                    </a:lnTo>
                    <a:lnTo>
                      <a:pt x="614" y="1607"/>
                    </a:lnTo>
                    <a:cubicBezTo>
                      <a:pt x="603" y="1613"/>
                      <a:pt x="598" y="1623"/>
                      <a:pt x="593" y="1633"/>
                    </a:cubicBezTo>
                    <a:cubicBezTo>
                      <a:pt x="1" y="3476"/>
                      <a:pt x="925" y="4224"/>
                      <a:pt x="1543" y="4712"/>
                    </a:cubicBezTo>
                    <a:cubicBezTo>
                      <a:pt x="1683" y="4821"/>
                      <a:pt x="1818" y="4940"/>
                      <a:pt x="1943" y="5075"/>
                    </a:cubicBezTo>
                    <a:cubicBezTo>
                      <a:pt x="2493" y="5745"/>
                      <a:pt x="2669" y="6207"/>
                      <a:pt x="2669" y="6207"/>
                    </a:cubicBezTo>
                    <a:cubicBezTo>
                      <a:pt x="2675" y="6228"/>
                      <a:pt x="2695" y="6244"/>
                      <a:pt x="2716" y="6244"/>
                    </a:cubicBezTo>
                    <a:cubicBezTo>
                      <a:pt x="2721" y="6238"/>
                      <a:pt x="2721" y="6238"/>
                      <a:pt x="2727" y="6238"/>
                    </a:cubicBezTo>
                    <a:cubicBezTo>
                      <a:pt x="2753" y="6228"/>
                      <a:pt x="2768" y="6202"/>
                      <a:pt x="2758" y="6176"/>
                    </a:cubicBezTo>
                    <a:cubicBezTo>
                      <a:pt x="2753" y="6166"/>
                      <a:pt x="2353" y="4878"/>
                      <a:pt x="2181" y="4375"/>
                    </a:cubicBezTo>
                    <a:cubicBezTo>
                      <a:pt x="2124" y="4198"/>
                      <a:pt x="2218" y="3793"/>
                      <a:pt x="2311" y="3435"/>
                    </a:cubicBezTo>
                    <a:cubicBezTo>
                      <a:pt x="2316" y="3424"/>
                      <a:pt x="2316" y="3409"/>
                      <a:pt x="2311" y="3399"/>
                    </a:cubicBezTo>
                    <a:lnTo>
                      <a:pt x="2259" y="3315"/>
                    </a:lnTo>
                    <a:lnTo>
                      <a:pt x="2259" y="3315"/>
                    </a:lnTo>
                    <a:lnTo>
                      <a:pt x="2270" y="3321"/>
                    </a:lnTo>
                    <a:cubicBezTo>
                      <a:pt x="2281" y="3328"/>
                      <a:pt x="2293" y="3333"/>
                      <a:pt x="2304" y="3333"/>
                    </a:cubicBezTo>
                    <a:cubicBezTo>
                      <a:pt x="2308" y="3333"/>
                      <a:pt x="2312" y="3332"/>
                      <a:pt x="2316" y="3331"/>
                    </a:cubicBezTo>
                    <a:cubicBezTo>
                      <a:pt x="2332" y="3326"/>
                      <a:pt x="2342" y="3315"/>
                      <a:pt x="2348" y="3300"/>
                    </a:cubicBezTo>
                    <a:lnTo>
                      <a:pt x="2374" y="3206"/>
                    </a:lnTo>
                    <a:cubicBezTo>
                      <a:pt x="2566" y="2480"/>
                      <a:pt x="2784" y="1659"/>
                      <a:pt x="2560" y="1208"/>
                    </a:cubicBezTo>
                    <a:cubicBezTo>
                      <a:pt x="2181" y="455"/>
                      <a:pt x="1444" y="24"/>
                      <a:pt x="1413" y="8"/>
                    </a:cubicBezTo>
                    <a:cubicBezTo>
                      <a:pt x="1406" y="3"/>
                      <a:pt x="1398" y="1"/>
                      <a:pt x="13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65"/>
              <p:cNvSpPr/>
              <p:nvPr/>
            </p:nvSpPr>
            <p:spPr>
              <a:xfrm>
                <a:off x="1923975" y="2966975"/>
                <a:ext cx="19750" cy="108275"/>
              </a:xfrm>
              <a:custGeom>
                <a:avLst/>
                <a:gdLst/>
                <a:ahLst/>
                <a:cxnLst/>
                <a:rect l="l" t="t" r="r" b="b"/>
                <a:pathLst>
                  <a:path w="790" h="4331" extrusionOk="0">
                    <a:moveTo>
                      <a:pt x="255" y="0"/>
                    </a:moveTo>
                    <a:cubicBezTo>
                      <a:pt x="229" y="0"/>
                      <a:pt x="203" y="21"/>
                      <a:pt x="208" y="47"/>
                    </a:cubicBezTo>
                    <a:cubicBezTo>
                      <a:pt x="208" y="62"/>
                      <a:pt x="240" y="1594"/>
                      <a:pt x="125" y="2767"/>
                    </a:cubicBezTo>
                    <a:cubicBezTo>
                      <a:pt x="1" y="3982"/>
                      <a:pt x="681" y="4309"/>
                      <a:pt x="712" y="4325"/>
                    </a:cubicBezTo>
                    <a:cubicBezTo>
                      <a:pt x="717" y="4330"/>
                      <a:pt x="728" y="4330"/>
                      <a:pt x="733" y="4330"/>
                    </a:cubicBezTo>
                    <a:cubicBezTo>
                      <a:pt x="754" y="4330"/>
                      <a:pt x="769" y="4314"/>
                      <a:pt x="774" y="4299"/>
                    </a:cubicBezTo>
                    <a:cubicBezTo>
                      <a:pt x="790" y="4273"/>
                      <a:pt x="779" y="4247"/>
                      <a:pt x="754" y="4231"/>
                    </a:cubicBezTo>
                    <a:cubicBezTo>
                      <a:pt x="728" y="4221"/>
                      <a:pt x="110" y="3920"/>
                      <a:pt x="219" y="2778"/>
                    </a:cubicBezTo>
                    <a:cubicBezTo>
                      <a:pt x="338" y="1594"/>
                      <a:pt x="302" y="62"/>
                      <a:pt x="302" y="47"/>
                    </a:cubicBezTo>
                    <a:cubicBezTo>
                      <a:pt x="302" y="21"/>
                      <a:pt x="281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65"/>
              <p:cNvSpPr/>
              <p:nvPr/>
            </p:nvSpPr>
            <p:spPr>
              <a:xfrm>
                <a:off x="1754600" y="3041975"/>
                <a:ext cx="13525" cy="709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836" extrusionOk="0">
                    <a:moveTo>
                      <a:pt x="447" y="1"/>
                    </a:moveTo>
                    <a:cubicBezTo>
                      <a:pt x="426" y="84"/>
                      <a:pt x="1" y="2046"/>
                      <a:pt x="198" y="2836"/>
                    </a:cubicBezTo>
                    <a:lnTo>
                      <a:pt x="291" y="2810"/>
                    </a:lnTo>
                    <a:cubicBezTo>
                      <a:pt x="99" y="2046"/>
                      <a:pt x="535" y="37"/>
                      <a:pt x="541" y="22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65"/>
              <p:cNvSpPr/>
              <p:nvPr/>
            </p:nvSpPr>
            <p:spPr>
              <a:xfrm>
                <a:off x="1757850" y="2739375"/>
                <a:ext cx="548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1878" extrusionOk="0">
                    <a:moveTo>
                      <a:pt x="1250" y="102"/>
                    </a:moveTo>
                    <a:cubicBezTo>
                      <a:pt x="1253" y="102"/>
                      <a:pt x="1255" y="102"/>
                      <a:pt x="1257" y="102"/>
                    </a:cubicBezTo>
                    <a:cubicBezTo>
                      <a:pt x="1719" y="102"/>
                      <a:pt x="2093" y="476"/>
                      <a:pt x="2098" y="938"/>
                    </a:cubicBezTo>
                    <a:cubicBezTo>
                      <a:pt x="2098" y="1447"/>
                      <a:pt x="1684" y="1783"/>
                      <a:pt x="1253" y="1783"/>
                    </a:cubicBezTo>
                    <a:cubicBezTo>
                      <a:pt x="1047" y="1783"/>
                      <a:pt x="836" y="1706"/>
                      <a:pt x="665" y="1535"/>
                    </a:cubicBezTo>
                    <a:cubicBezTo>
                      <a:pt x="137" y="1007"/>
                      <a:pt x="507" y="102"/>
                      <a:pt x="1250" y="102"/>
                    </a:cubicBezTo>
                    <a:close/>
                    <a:moveTo>
                      <a:pt x="1249" y="0"/>
                    </a:moveTo>
                    <a:cubicBezTo>
                      <a:pt x="1018" y="0"/>
                      <a:pt x="783" y="86"/>
                      <a:pt x="592" y="278"/>
                    </a:cubicBezTo>
                    <a:cubicBezTo>
                      <a:pt x="0" y="870"/>
                      <a:pt x="421" y="1877"/>
                      <a:pt x="1257" y="1877"/>
                    </a:cubicBezTo>
                    <a:cubicBezTo>
                      <a:pt x="1776" y="1872"/>
                      <a:pt x="2191" y="1457"/>
                      <a:pt x="2191" y="938"/>
                    </a:cubicBezTo>
                    <a:cubicBezTo>
                      <a:pt x="2191" y="373"/>
                      <a:pt x="1729" y="0"/>
                      <a:pt x="12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65"/>
              <p:cNvSpPr/>
              <p:nvPr/>
            </p:nvSpPr>
            <p:spPr>
              <a:xfrm>
                <a:off x="1788100" y="2142400"/>
                <a:ext cx="2475" cy="598225"/>
              </a:xfrm>
              <a:custGeom>
                <a:avLst/>
                <a:gdLst/>
                <a:ahLst/>
                <a:cxnLst/>
                <a:rect l="l" t="t" r="r" b="b"/>
                <a:pathLst>
                  <a:path w="99" h="23929" extrusionOk="0">
                    <a:moveTo>
                      <a:pt x="0" y="0"/>
                    </a:moveTo>
                    <a:lnTo>
                      <a:pt x="0" y="23929"/>
                    </a:lnTo>
                    <a:lnTo>
                      <a:pt x="99" y="23929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65"/>
              <p:cNvSpPr/>
              <p:nvPr/>
            </p:nvSpPr>
            <p:spPr>
              <a:xfrm>
                <a:off x="1716050" y="3127525"/>
                <a:ext cx="97125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3885" h="8204" extrusionOk="0">
                    <a:moveTo>
                      <a:pt x="1615" y="0"/>
                    </a:moveTo>
                    <a:cubicBezTo>
                      <a:pt x="1615" y="0"/>
                      <a:pt x="681" y="634"/>
                      <a:pt x="255" y="1656"/>
                    </a:cubicBezTo>
                    <a:cubicBezTo>
                      <a:pt x="1" y="2269"/>
                      <a:pt x="400" y="3390"/>
                      <a:pt x="712" y="4341"/>
                    </a:cubicBezTo>
                    <a:lnTo>
                      <a:pt x="982" y="4076"/>
                    </a:lnTo>
                    <a:lnTo>
                      <a:pt x="774" y="4517"/>
                    </a:lnTo>
                    <a:cubicBezTo>
                      <a:pt x="951" y="5062"/>
                      <a:pt x="1086" y="5535"/>
                      <a:pt x="1023" y="5779"/>
                    </a:cubicBezTo>
                    <a:cubicBezTo>
                      <a:pt x="847" y="6469"/>
                      <a:pt x="442" y="8203"/>
                      <a:pt x="442" y="8203"/>
                    </a:cubicBezTo>
                    <a:cubicBezTo>
                      <a:pt x="442" y="8203"/>
                      <a:pt x="618" y="7580"/>
                      <a:pt x="1293" y="6625"/>
                    </a:cubicBezTo>
                    <a:cubicBezTo>
                      <a:pt x="1859" y="5825"/>
                      <a:pt x="3884" y="4974"/>
                      <a:pt x="2726" y="2030"/>
                    </a:cubicBezTo>
                    <a:lnTo>
                      <a:pt x="2233" y="1708"/>
                    </a:lnTo>
                    <a:lnTo>
                      <a:pt x="2628" y="1797"/>
                    </a:lnTo>
                    <a:cubicBezTo>
                      <a:pt x="2576" y="1677"/>
                      <a:pt x="2513" y="1553"/>
                      <a:pt x="2451" y="1423"/>
                    </a:cubicBezTo>
                    <a:lnTo>
                      <a:pt x="1968" y="1101"/>
                    </a:lnTo>
                    <a:lnTo>
                      <a:pt x="2332" y="1184"/>
                    </a:lnTo>
                    <a:cubicBezTo>
                      <a:pt x="2114" y="779"/>
                      <a:pt x="1875" y="379"/>
                      <a:pt x="16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65"/>
              <p:cNvSpPr/>
              <p:nvPr/>
            </p:nvSpPr>
            <p:spPr>
              <a:xfrm>
                <a:off x="1773800" y="3081825"/>
                <a:ext cx="27025" cy="23000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920" extrusionOk="0">
                    <a:moveTo>
                      <a:pt x="619" y="99"/>
                    </a:moveTo>
                    <a:cubicBezTo>
                      <a:pt x="821" y="99"/>
                      <a:pt x="982" y="260"/>
                      <a:pt x="982" y="463"/>
                    </a:cubicBezTo>
                    <a:cubicBezTo>
                      <a:pt x="982" y="680"/>
                      <a:pt x="804" y="824"/>
                      <a:pt x="618" y="824"/>
                    </a:cubicBezTo>
                    <a:cubicBezTo>
                      <a:pt x="529" y="824"/>
                      <a:pt x="438" y="791"/>
                      <a:pt x="364" y="717"/>
                    </a:cubicBezTo>
                    <a:cubicBezTo>
                      <a:pt x="136" y="489"/>
                      <a:pt x="297" y="99"/>
                      <a:pt x="619" y="99"/>
                    </a:cubicBezTo>
                    <a:close/>
                    <a:moveTo>
                      <a:pt x="614" y="0"/>
                    </a:moveTo>
                    <a:cubicBezTo>
                      <a:pt x="501" y="0"/>
                      <a:pt x="385" y="42"/>
                      <a:pt x="292" y="136"/>
                    </a:cubicBezTo>
                    <a:cubicBezTo>
                      <a:pt x="1" y="427"/>
                      <a:pt x="209" y="920"/>
                      <a:pt x="619" y="920"/>
                    </a:cubicBezTo>
                    <a:cubicBezTo>
                      <a:pt x="873" y="920"/>
                      <a:pt x="1081" y="717"/>
                      <a:pt x="1081" y="463"/>
                    </a:cubicBezTo>
                    <a:cubicBezTo>
                      <a:pt x="1081" y="185"/>
                      <a:pt x="852" y="0"/>
                      <a:pt x="6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65"/>
              <p:cNvSpPr/>
              <p:nvPr/>
            </p:nvSpPr>
            <p:spPr>
              <a:xfrm>
                <a:off x="1756550" y="3098325"/>
                <a:ext cx="28250" cy="15725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29" extrusionOk="0">
                    <a:moveTo>
                      <a:pt x="54" y="0"/>
                    </a:moveTo>
                    <a:cubicBezTo>
                      <a:pt x="37" y="0"/>
                      <a:pt x="21" y="8"/>
                      <a:pt x="11" y="26"/>
                    </a:cubicBezTo>
                    <a:cubicBezTo>
                      <a:pt x="0" y="47"/>
                      <a:pt x="11" y="78"/>
                      <a:pt x="32" y="88"/>
                    </a:cubicBezTo>
                    <a:cubicBezTo>
                      <a:pt x="51" y="103"/>
                      <a:pt x="426" y="303"/>
                      <a:pt x="763" y="303"/>
                    </a:cubicBezTo>
                    <a:cubicBezTo>
                      <a:pt x="779" y="303"/>
                      <a:pt x="795" y="302"/>
                      <a:pt x="810" y="301"/>
                    </a:cubicBezTo>
                    <a:lnTo>
                      <a:pt x="810" y="301"/>
                    </a:lnTo>
                    <a:cubicBezTo>
                      <a:pt x="649" y="414"/>
                      <a:pt x="446" y="531"/>
                      <a:pt x="306" y="531"/>
                    </a:cubicBezTo>
                    <a:cubicBezTo>
                      <a:pt x="297" y="531"/>
                      <a:pt x="289" y="531"/>
                      <a:pt x="281" y="530"/>
                    </a:cubicBezTo>
                    <a:cubicBezTo>
                      <a:pt x="278" y="529"/>
                      <a:pt x="275" y="529"/>
                      <a:pt x="272" y="529"/>
                    </a:cubicBezTo>
                    <a:cubicBezTo>
                      <a:pt x="213" y="529"/>
                      <a:pt x="206" y="623"/>
                      <a:pt x="270" y="628"/>
                    </a:cubicBezTo>
                    <a:lnTo>
                      <a:pt x="302" y="628"/>
                    </a:lnTo>
                    <a:cubicBezTo>
                      <a:pt x="603" y="628"/>
                      <a:pt x="1070" y="229"/>
                      <a:pt x="1091" y="213"/>
                    </a:cubicBezTo>
                    <a:cubicBezTo>
                      <a:pt x="1129" y="179"/>
                      <a:pt x="1097" y="127"/>
                      <a:pt x="1059" y="127"/>
                    </a:cubicBezTo>
                    <a:cubicBezTo>
                      <a:pt x="1051" y="127"/>
                      <a:pt x="1042" y="130"/>
                      <a:pt x="1034" y="135"/>
                    </a:cubicBezTo>
                    <a:cubicBezTo>
                      <a:pt x="961" y="187"/>
                      <a:pt x="868" y="207"/>
                      <a:pt x="770" y="207"/>
                    </a:cubicBezTo>
                    <a:cubicBezTo>
                      <a:pt x="456" y="207"/>
                      <a:pt x="82" y="5"/>
                      <a:pt x="78" y="5"/>
                    </a:cubicBezTo>
                    <a:cubicBezTo>
                      <a:pt x="70" y="2"/>
                      <a:pt x="62" y="0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65"/>
              <p:cNvSpPr/>
              <p:nvPr/>
            </p:nvSpPr>
            <p:spPr>
              <a:xfrm>
                <a:off x="1728775" y="3103150"/>
                <a:ext cx="123450" cy="2720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10881" extrusionOk="0">
                    <a:moveTo>
                      <a:pt x="2228" y="119"/>
                    </a:moveTo>
                    <a:cubicBezTo>
                      <a:pt x="2555" y="601"/>
                      <a:pt x="2835" y="1069"/>
                      <a:pt x="3074" y="1515"/>
                    </a:cubicBezTo>
                    <a:lnTo>
                      <a:pt x="2700" y="1427"/>
                    </a:lnTo>
                    <a:cubicBezTo>
                      <a:pt x="2696" y="1426"/>
                      <a:pt x="2691" y="1426"/>
                      <a:pt x="2687" y="1426"/>
                    </a:cubicBezTo>
                    <a:cubicBezTo>
                      <a:pt x="2667" y="1426"/>
                      <a:pt x="2652" y="1436"/>
                      <a:pt x="2643" y="1453"/>
                    </a:cubicBezTo>
                    <a:cubicBezTo>
                      <a:pt x="2633" y="1474"/>
                      <a:pt x="2638" y="1500"/>
                      <a:pt x="2659" y="1515"/>
                    </a:cubicBezTo>
                    <a:lnTo>
                      <a:pt x="3287" y="1931"/>
                    </a:lnTo>
                    <a:cubicBezTo>
                      <a:pt x="3349" y="2060"/>
                      <a:pt x="3406" y="2190"/>
                      <a:pt x="3463" y="2310"/>
                    </a:cubicBezTo>
                    <a:lnTo>
                      <a:pt x="3032" y="2206"/>
                    </a:lnTo>
                    <a:cubicBezTo>
                      <a:pt x="3030" y="2205"/>
                      <a:pt x="3027" y="2205"/>
                      <a:pt x="3024" y="2205"/>
                    </a:cubicBezTo>
                    <a:cubicBezTo>
                      <a:pt x="3005" y="2205"/>
                      <a:pt x="2985" y="2219"/>
                      <a:pt x="2980" y="2237"/>
                    </a:cubicBezTo>
                    <a:cubicBezTo>
                      <a:pt x="2970" y="2258"/>
                      <a:pt x="2975" y="2284"/>
                      <a:pt x="2996" y="2294"/>
                    </a:cubicBezTo>
                    <a:lnTo>
                      <a:pt x="3629" y="2720"/>
                    </a:lnTo>
                    <a:cubicBezTo>
                      <a:pt x="4938" y="6146"/>
                      <a:pt x="2565" y="10050"/>
                      <a:pt x="2139" y="10710"/>
                    </a:cubicBezTo>
                    <a:cubicBezTo>
                      <a:pt x="1994" y="10014"/>
                      <a:pt x="1278" y="6536"/>
                      <a:pt x="1065" y="5840"/>
                    </a:cubicBezTo>
                    <a:lnTo>
                      <a:pt x="1350" y="5295"/>
                    </a:lnTo>
                    <a:cubicBezTo>
                      <a:pt x="1366" y="5260"/>
                      <a:pt x="1338" y="5225"/>
                      <a:pt x="1305" y="5225"/>
                    </a:cubicBezTo>
                    <a:cubicBezTo>
                      <a:pt x="1294" y="5225"/>
                      <a:pt x="1283" y="5229"/>
                      <a:pt x="1272" y="5238"/>
                    </a:cubicBezTo>
                    <a:lnTo>
                      <a:pt x="966" y="5523"/>
                    </a:lnTo>
                    <a:lnTo>
                      <a:pt x="940" y="5435"/>
                    </a:lnTo>
                    <a:cubicBezTo>
                      <a:pt x="551" y="4246"/>
                      <a:pt x="109" y="2896"/>
                      <a:pt x="442" y="2164"/>
                    </a:cubicBezTo>
                    <a:cubicBezTo>
                      <a:pt x="961" y="1027"/>
                      <a:pt x="2010" y="264"/>
                      <a:pt x="2228" y="119"/>
                    </a:cubicBezTo>
                    <a:close/>
                    <a:moveTo>
                      <a:pt x="2237" y="1"/>
                    </a:moveTo>
                    <a:cubicBezTo>
                      <a:pt x="2228" y="1"/>
                      <a:pt x="2220" y="4"/>
                      <a:pt x="2212" y="10"/>
                    </a:cubicBezTo>
                    <a:cubicBezTo>
                      <a:pt x="2197" y="15"/>
                      <a:pt x="930" y="825"/>
                      <a:pt x="348" y="2123"/>
                    </a:cubicBezTo>
                    <a:cubicBezTo>
                      <a:pt x="0" y="2891"/>
                      <a:pt x="447" y="4262"/>
                      <a:pt x="836" y="5466"/>
                    </a:cubicBezTo>
                    <a:lnTo>
                      <a:pt x="888" y="5622"/>
                    </a:lnTo>
                    <a:cubicBezTo>
                      <a:pt x="893" y="5637"/>
                      <a:pt x="909" y="5653"/>
                      <a:pt x="925" y="5658"/>
                    </a:cubicBezTo>
                    <a:cubicBezTo>
                      <a:pt x="940" y="5658"/>
                      <a:pt x="956" y="5658"/>
                      <a:pt x="966" y="5643"/>
                    </a:cubicBezTo>
                    <a:lnTo>
                      <a:pt x="1132" y="5497"/>
                    </a:lnTo>
                    <a:lnTo>
                      <a:pt x="966" y="5814"/>
                    </a:lnTo>
                    <a:cubicBezTo>
                      <a:pt x="961" y="5829"/>
                      <a:pt x="961" y="5840"/>
                      <a:pt x="966" y="5850"/>
                    </a:cubicBezTo>
                    <a:cubicBezTo>
                      <a:pt x="1189" y="6551"/>
                      <a:pt x="2056" y="10798"/>
                      <a:pt x="2067" y="10845"/>
                    </a:cubicBezTo>
                    <a:cubicBezTo>
                      <a:pt x="2072" y="10860"/>
                      <a:pt x="2082" y="10876"/>
                      <a:pt x="2103" y="10881"/>
                    </a:cubicBezTo>
                    <a:lnTo>
                      <a:pt x="2113" y="10881"/>
                    </a:lnTo>
                    <a:cubicBezTo>
                      <a:pt x="2129" y="10876"/>
                      <a:pt x="2139" y="10871"/>
                      <a:pt x="2145" y="10855"/>
                    </a:cubicBezTo>
                    <a:cubicBezTo>
                      <a:pt x="2690" y="10024"/>
                      <a:pt x="3136" y="9137"/>
                      <a:pt x="3479" y="8202"/>
                    </a:cubicBezTo>
                    <a:cubicBezTo>
                      <a:pt x="4003" y="6769"/>
                      <a:pt x="4470" y="4651"/>
                      <a:pt x="3707" y="2668"/>
                    </a:cubicBezTo>
                    <a:cubicBezTo>
                      <a:pt x="3702" y="2657"/>
                      <a:pt x="3697" y="2652"/>
                      <a:pt x="3687" y="2647"/>
                    </a:cubicBezTo>
                    <a:lnTo>
                      <a:pt x="3266" y="2367"/>
                    </a:lnTo>
                    <a:lnTo>
                      <a:pt x="3266" y="2367"/>
                    </a:lnTo>
                    <a:lnTo>
                      <a:pt x="3526" y="2429"/>
                    </a:lnTo>
                    <a:cubicBezTo>
                      <a:pt x="3530" y="2430"/>
                      <a:pt x="3534" y="2431"/>
                      <a:pt x="3538" y="2431"/>
                    </a:cubicBezTo>
                    <a:cubicBezTo>
                      <a:pt x="3570" y="2431"/>
                      <a:pt x="3596" y="2399"/>
                      <a:pt x="3583" y="2367"/>
                    </a:cubicBezTo>
                    <a:cubicBezTo>
                      <a:pt x="3515" y="2211"/>
                      <a:pt x="3443" y="2045"/>
                      <a:pt x="3359" y="1879"/>
                    </a:cubicBezTo>
                    <a:cubicBezTo>
                      <a:pt x="3354" y="1868"/>
                      <a:pt x="3349" y="1863"/>
                      <a:pt x="3344" y="1858"/>
                    </a:cubicBezTo>
                    <a:lnTo>
                      <a:pt x="2934" y="1588"/>
                    </a:lnTo>
                    <a:lnTo>
                      <a:pt x="3152" y="1640"/>
                    </a:lnTo>
                    <a:cubicBezTo>
                      <a:pt x="3155" y="1641"/>
                      <a:pt x="3157" y="1641"/>
                      <a:pt x="3160" y="1641"/>
                    </a:cubicBezTo>
                    <a:cubicBezTo>
                      <a:pt x="3174" y="1641"/>
                      <a:pt x="3190" y="1632"/>
                      <a:pt x="3199" y="1619"/>
                    </a:cubicBezTo>
                    <a:cubicBezTo>
                      <a:pt x="3214" y="1603"/>
                      <a:pt x="3214" y="1588"/>
                      <a:pt x="3204" y="1567"/>
                    </a:cubicBezTo>
                    <a:cubicBezTo>
                      <a:pt x="2923" y="1038"/>
                      <a:pt x="2612" y="518"/>
                      <a:pt x="2274" y="25"/>
                    </a:cubicBezTo>
                    <a:cubicBezTo>
                      <a:pt x="2265" y="9"/>
                      <a:pt x="2251" y="1"/>
                      <a:pt x="22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65"/>
              <p:cNvSpPr/>
              <p:nvPr/>
            </p:nvSpPr>
            <p:spPr>
              <a:xfrm>
                <a:off x="1771475" y="3103125"/>
                <a:ext cx="31575" cy="18262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7305" extrusionOk="0">
                    <a:moveTo>
                      <a:pt x="530" y="0"/>
                    </a:moveTo>
                    <a:cubicBezTo>
                      <a:pt x="504" y="0"/>
                      <a:pt x="483" y="26"/>
                      <a:pt x="483" y="52"/>
                    </a:cubicBezTo>
                    <a:cubicBezTo>
                      <a:pt x="483" y="78"/>
                      <a:pt x="556" y="2674"/>
                      <a:pt x="862" y="4668"/>
                    </a:cubicBezTo>
                    <a:cubicBezTo>
                      <a:pt x="1158" y="6614"/>
                      <a:pt x="58" y="7206"/>
                      <a:pt x="47" y="7211"/>
                    </a:cubicBezTo>
                    <a:cubicBezTo>
                      <a:pt x="0" y="7237"/>
                      <a:pt x="16" y="7305"/>
                      <a:pt x="68" y="7305"/>
                    </a:cubicBezTo>
                    <a:cubicBezTo>
                      <a:pt x="78" y="7305"/>
                      <a:pt x="84" y="7305"/>
                      <a:pt x="94" y="7300"/>
                    </a:cubicBezTo>
                    <a:cubicBezTo>
                      <a:pt x="104" y="7295"/>
                      <a:pt x="1262" y="6672"/>
                      <a:pt x="956" y="4652"/>
                    </a:cubicBezTo>
                    <a:cubicBezTo>
                      <a:pt x="655" y="2664"/>
                      <a:pt x="582" y="73"/>
                      <a:pt x="582" y="47"/>
                    </a:cubicBezTo>
                    <a:cubicBezTo>
                      <a:pt x="577" y="21"/>
                      <a:pt x="556" y="0"/>
                      <a:pt x="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65"/>
              <p:cNvSpPr/>
              <p:nvPr/>
            </p:nvSpPr>
            <p:spPr>
              <a:xfrm>
                <a:off x="1734325" y="3122925"/>
                <a:ext cx="220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880" h="507" extrusionOk="0">
                    <a:moveTo>
                      <a:pt x="70" y="1"/>
                    </a:moveTo>
                    <a:cubicBezTo>
                      <a:pt x="26" y="1"/>
                      <a:pt x="0" y="64"/>
                      <a:pt x="48" y="91"/>
                    </a:cubicBezTo>
                    <a:cubicBezTo>
                      <a:pt x="64" y="101"/>
                      <a:pt x="340" y="247"/>
                      <a:pt x="596" y="247"/>
                    </a:cubicBezTo>
                    <a:cubicBezTo>
                      <a:pt x="600" y="247"/>
                      <a:pt x="605" y="247"/>
                      <a:pt x="609" y="247"/>
                    </a:cubicBezTo>
                    <a:lnTo>
                      <a:pt x="609" y="247"/>
                    </a:lnTo>
                    <a:cubicBezTo>
                      <a:pt x="493" y="332"/>
                      <a:pt x="353" y="413"/>
                      <a:pt x="259" y="413"/>
                    </a:cubicBezTo>
                    <a:cubicBezTo>
                      <a:pt x="256" y="413"/>
                      <a:pt x="254" y="413"/>
                      <a:pt x="251" y="413"/>
                    </a:cubicBezTo>
                    <a:cubicBezTo>
                      <a:pt x="246" y="412"/>
                      <a:pt x="242" y="411"/>
                      <a:pt x="238" y="411"/>
                    </a:cubicBezTo>
                    <a:cubicBezTo>
                      <a:pt x="182" y="411"/>
                      <a:pt x="178" y="506"/>
                      <a:pt x="240" y="506"/>
                    </a:cubicBezTo>
                    <a:lnTo>
                      <a:pt x="261" y="506"/>
                    </a:lnTo>
                    <a:cubicBezTo>
                      <a:pt x="490" y="506"/>
                      <a:pt x="822" y="205"/>
                      <a:pt x="858" y="169"/>
                    </a:cubicBezTo>
                    <a:cubicBezTo>
                      <a:pt x="879" y="148"/>
                      <a:pt x="879" y="122"/>
                      <a:pt x="863" y="101"/>
                    </a:cubicBezTo>
                    <a:cubicBezTo>
                      <a:pt x="854" y="92"/>
                      <a:pt x="842" y="87"/>
                      <a:pt x="829" y="87"/>
                    </a:cubicBezTo>
                    <a:cubicBezTo>
                      <a:pt x="820" y="87"/>
                      <a:pt x="810" y="89"/>
                      <a:pt x="801" y="96"/>
                    </a:cubicBezTo>
                    <a:cubicBezTo>
                      <a:pt x="746" y="139"/>
                      <a:pt x="675" y="155"/>
                      <a:pt x="599" y="155"/>
                    </a:cubicBezTo>
                    <a:cubicBezTo>
                      <a:pt x="370" y="155"/>
                      <a:pt x="99" y="8"/>
                      <a:pt x="95" y="8"/>
                    </a:cubicBezTo>
                    <a:cubicBezTo>
                      <a:pt x="86" y="3"/>
                      <a:pt x="78" y="1"/>
                      <a:pt x="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65"/>
              <p:cNvSpPr/>
              <p:nvPr/>
            </p:nvSpPr>
            <p:spPr>
              <a:xfrm>
                <a:off x="1756200" y="3127800"/>
                <a:ext cx="17275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91" extrusionOk="0">
                    <a:moveTo>
                      <a:pt x="67" y="1"/>
                    </a:moveTo>
                    <a:cubicBezTo>
                      <a:pt x="31" y="1"/>
                      <a:pt x="0" y="41"/>
                      <a:pt x="25" y="78"/>
                    </a:cubicBezTo>
                    <a:cubicBezTo>
                      <a:pt x="35" y="88"/>
                      <a:pt x="227" y="290"/>
                      <a:pt x="445" y="290"/>
                    </a:cubicBezTo>
                    <a:cubicBezTo>
                      <a:pt x="518" y="290"/>
                      <a:pt x="591" y="270"/>
                      <a:pt x="648" y="228"/>
                    </a:cubicBezTo>
                    <a:cubicBezTo>
                      <a:pt x="691" y="198"/>
                      <a:pt x="663" y="136"/>
                      <a:pt x="619" y="136"/>
                    </a:cubicBezTo>
                    <a:cubicBezTo>
                      <a:pt x="610" y="136"/>
                      <a:pt x="601" y="139"/>
                      <a:pt x="591" y="145"/>
                    </a:cubicBezTo>
                    <a:cubicBezTo>
                      <a:pt x="545" y="178"/>
                      <a:pt x="496" y="191"/>
                      <a:pt x="448" y="191"/>
                    </a:cubicBezTo>
                    <a:cubicBezTo>
                      <a:pt x="269" y="191"/>
                      <a:pt x="98" y="10"/>
                      <a:pt x="98" y="10"/>
                    </a:cubicBezTo>
                    <a:cubicBezTo>
                      <a:pt x="88" y="3"/>
                      <a:pt x="77" y="1"/>
                      <a:pt x="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65"/>
              <p:cNvSpPr/>
              <p:nvPr/>
            </p:nvSpPr>
            <p:spPr>
              <a:xfrm>
                <a:off x="1714875" y="3126350"/>
                <a:ext cx="93625" cy="207575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8303" extrusionOk="0">
                    <a:moveTo>
                      <a:pt x="1647" y="120"/>
                    </a:moveTo>
                    <a:cubicBezTo>
                      <a:pt x="1891" y="478"/>
                      <a:pt x="2104" y="831"/>
                      <a:pt x="2285" y="1163"/>
                    </a:cubicBezTo>
                    <a:lnTo>
                      <a:pt x="2026" y="1106"/>
                    </a:lnTo>
                    <a:cubicBezTo>
                      <a:pt x="2022" y="1106"/>
                      <a:pt x="2019" y="1105"/>
                      <a:pt x="2015" y="1105"/>
                    </a:cubicBezTo>
                    <a:cubicBezTo>
                      <a:pt x="1970" y="1105"/>
                      <a:pt x="1951" y="1166"/>
                      <a:pt x="1989" y="1195"/>
                    </a:cubicBezTo>
                    <a:lnTo>
                      <a:pt x="2462" y="1506"/>
                    </a:lnTo>
                    <a:cubicBezTo>
                      <a:pt x="2509" y="1600"/>
                      <a:pt x="2550" y="1693"/>
                      <a:pt x="2592" y="1776"/>
                    </a:cubicBezTo>
                    <a:lnTo>
                      <a:pt x="2290" y="1709"/>
                    </a:lnTo>
                    <a:cubicBezTo>
                      <a:pt x="2287" y="1708"/>
                      <a:pt x="2283" y="1708"/>
                      <a:pt x="2280" y="1708"/>
                    </a:cubicBezTo>
                    <a:cubicBezTo>
                      <a:pt x="2235" y="1708"/>
                      <a:pt x="2211" y="1768"/>
                      <a:pt x="2254" y="1797"/>
                    </a:cubicBezTo>
                    <a:lnTo>
                      <a:pt x="2737" y="2114"/>
                    </a:lnTo>
                    <a:cubicBezTo>
                      <a:pt x="3630" y="4413"/>
                      <a:pt x="2576" y="5400"/>
                      <a:pt x="1802" y="6122"/>
                    </a:cubicBezTo>
                    <a:cubicBezTo>
                      <a:pt x="1621" y="6277"/>
                      <a:pt x="1449" y="6454"/>
                      <a:pt x="1304" y="6646"/>
                    </a:cubicBezTo>
                    <a:cubicBezTo>
                      <a:pt x="1065" y="6973"/>
                      <a:pt x="858" y="7321"/>
                      <a:pt x="671" y="7684"/>
                    </a:cubicBezTo>
                    <a:cubicBezTo>
                      <a:pt x="811" y="7113"/>
                      <a:pt x="1013" y="6267"/>
                      <a:pt x="1122" y="5841"/>
                    </a:cubicBezTo>
                    <a:cubicBezTo>
                      <a:pt x="1185" y="5602"/>
                      <a:pt x="1076" y="5177"/>
                      <a:pt x="873" y="4569"/>
                    </a:cubicBezTo>
                    <a:lnTo>
                      <a:pt x="1076" y="4149"/>
                    </a:lnTo>
                    <a:cubicBezTo>
                      <a:pt x="1091" y="4111"/>
                      <a:pt x="1062" y="4076"/>
                      <a:pt x="1031" y="4076"/>
                    </a:cubicBezTo>
                    <a:cubicBezTo>
                      <a:pt x="1019" y="4076"/>
                      <a:pt x="1008" y="4080"/>
                      <a:pt x="998" y="4092"/>
                    </a:cubicBezTo>
                    <a:lnTo>
                      <a:pt x="785" y="4299"/>
                    </a:lnTo>
                    <a:lnTo>
                      <a:pt x="769" y="4253"/>
                    </a:lnTo>
                    <a:cubicBezTo>
                      <a:pt x="463" y="3339"/>
                      <a:pt x="110" y="2295"/>
                      <a:pt x="349" y="1724"/>
                    </a:cubicBezTo>
                    <a:cubicBezTo>
                      <a:pt x="712" y="852"/>
                      <a:pt x="1465" y="255"/>
                      <a:pt x="1647" y="120"/>
                    </a:cubicBezTo>
                    <a:close/>
                    <a:moveTo>
                      <a:pt x="1662" y="1"/>
                    </a:moveTo>
                    <a:cubicBezTo>
                      <a:pt x="1652" y="1"/>
                      <a:pt x="1636" y="1"/>
                      <a:pt x="1626" y="11"/>
                    </a:cubicBezTo>
                    <a:cubicBezTo>
                      <a:pt x="1616" y="16"/>
                      <a:pt x="676" y="665"/>
                      <a:pt x="255" y="1688"/>
                    </a:cubicBezTo>
                    <a:cubicBezTo>
                      <a:pt x="1" y="2290"/>
                      <a:pt x="354" y="3349"/>
                      <a:pt x="671" y="4284"/>
                    </a:cubicBezTo>
                    <a:lnTo>
                      <a:pt x="712" y="4408"/>
                    </a:lnTo>
                    <a:cubicBezTo>
                      <a:pt x="719" y="4427"/>
                      <a:pt x="736" y="4439"/>
                      <a:pt x="755" y="4439"/>
                    </a:cubicBezTo>
                    <a:cubicBezTo>
                      <a:pt x="767" y="4439"/>
                      <a:pt x="780" y="4434"/>
                      <a:pt x="790" y="4424"/>
                    </a:cubicBezTo>
                    <a:lnTo>
                      <a:pt x="863" y="4356"/>
                    </a:lnTo>
                    <a:lnTo>
                      <a:pt x="769" y="4548"/>
                    </a:lnTo>
                    <a:cubicBezTo>
                      <a:pt x="764" y="4559"/>
                      <a:pt x="764" y="4574"/>
                      <a:pt x="769" y="4585"/>
                    </a:cubicBezTo>
                    <a:cubicBezTo>
                      <a:pt x="930" y="5073"/>
                      <a:pt x="1086" y="5576"/>
                      <a:pt x="1024" y="5820"/>
                    </a:cubicBezTo>
                    <a:cubicBezTo>
                      <a:pt x="852" y="6501"/>
                      <a:pt x="442" y="8224"/>
                      <a:pt x="437" y="8245"/>
                    </a:cubicBezTo>
                    <a:cubicBezTo>
                      <a:pt x="432" y="8266"/>
                      <a:pt x="447" y="8292"/>
                      <a:pt x="473" y="8302"/>
                    </a:cubicBezTo>
                    <a:lnTo>
                      <a:pt x="484" y="8302"/>
                    </a:lnTo>
                    <a:cubicBezTo>
                      <a:pt x="505" y="8297"/>
                      <a:pt x="520" y="8286"/>
                      <a:pt x="525" y="8266"/>
                    </a:cubicBezTo>
                    <a:cubicBezTo>
                      <a:pt x="530" y="8255"/>
                      <a:pt x="712" y="7638"/>
                      <a:pt x="1372" y="6698"/>
                    </a:cubicBezTo>
                    <a:cubicBezTo>
                      <a:pt x="1517" y="6516"/>
                      <a:pt x="1683" y="6345"/>
                      <a:pt x="1860" y="6189"/>
                    </a:cubicBezTo>
                    <a:cubicBezTo>
                      <a:pt x="2612" y="5488"/>
                      <a:pt x="3744" y="4429"/>
                      <a:pt x="2810" y="2062"/>
                    </a:cubicBezTo>
                    <a:cubicBezTo>
                      <a:pt x="2810" y="2056"/>
                      <a:pt x="2799" y="2046"/>
                      <a:pt x="2794" y="2041"/>
                    </a:cubicBezTo>
                    <a:lnTo>
                      <a:pt x="2524" y="1864"/>
                    </a:lnTo>
                    <a:lnTo>
                      <a:pt x="2524" y="1864"/>
                    </a:lnTo>
                    <a:lnTo>
                      <a:pt x="2659" y="1890"/>
                    </a:lnTo>
                    <a:cubicBezTo>
                      <a:pt x="2663" y="1892"/>
                      <a:pt x="2668" y="1892"/>
                      <a:pt x="2672" y="1892"/>
                    </a:cubicBezTo>
                    <a:cubicBezTo>
                      <a:pt x="2702" y="1892"/>
                      <a:pt x="2725" y="1860"/>
                      <a:pt x="2711" y="1828"/>
                    </a:cubicBezTo>
                    <a:cubicBezTo>
                      <a:pt x="2659" y="1709"/>
                      <a:pt x="2602" y="1584"/>
                      <a:pt x="2540" y="1454"/>
                    </a:cubicBezTo>
                    <a:cubicBezTo>
                      <a:pt x="2534" y="1444"/>
                      <a:pt x="2529" y="1439"/>
                      <a:pt x="2519" y="1433"/>
                    </a:cubicBezTo>
                    <a:lnTo>
                      <a:pt x="2259" y="1257"/>
                    </a:lnTo>
                    <a:lnTo>
                      <a:pt x="2363" y="1283"/>
                    </a:lnTo>
                    <a:cubicBezTo>
                      <a:pt x="2368" y="1284"/>
                      <a:pt x="2373" y="1285"/>
                      <a:pt x="2378" y="1285"/>
                    </a:cubicBezTo>
                    <a:cubicBezTo>
                      <a:pt x="2392" y="1285"/>
                      <a:pt x="2403" y="1279"/>
                      <a:pt x="2415" y="1267"/>
                    </a:cubicBezTo>
                    <a:cubicBezTo>
                      <a:pt x="2425" y="1252"/>
                      <a:pt x="2425" y="1231"/>
                      <a:pt x="2415" y="1215"/>
                    </a:cubicBezTo>
                    <a:cubicBezTo>
                      <a:pt x="2197" y="805"/>
                      <a:pt x="1958" y="406"/>
                      <a:pt x="1693" y="21"/>
                    </a:cubicBezTo>
                    <a:cubicBezTo>
                      <a:pt x="1688" y="11"/>
                      <a:pt x="1678" y="6"/>
                      <a:pt x="16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65"/>
              <p:cNvSpPr/>
              <p:nvPr/>
            </p:nvSpPr>
            <p:spPr>
              <a:xfrm>
                <a:off x="1748900" y="3126350"/>
                <a:ext cx="23900" cy="1426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5707" extrusionOk="0">
                    <a:moveTo>
                      <a:pt x="296" y="1"/>
                    </a:moveTo>
                    <a:cubicBezTo>
                      <a:pt x="270" y="1"/>
                      <a:pt x="249" y="27"/>
                      <a:pt x="249" y="52"/>
                    </a:cubicBezTo>
                    <a:cubicBezTo>
                      <a:pt x="249" y="73"/>
                      <a:pt x="343" y="2093"/>
                      <a:pt x="602" y="3635"/>
                    </a:cubicBezTo>
                    <a:cubicBezTo>
                      <a:pt x="852" y="5140"/>
                      <a:pt x="42" y="5613"/>
                      <a:pt x="31" y="5618"/>
                    </a:cubicBezTo>
                    <a:cubicBezTo>
                      <a:pt x="11" y="5634"/>
                      <a:pt x="0" y="5659"/>
                      <a:pt x="11" y="5685"/>
                    </a:cubicBezTo>
                    <a:cubicBezTo>
                      <a:pt x="21" y="5701"/>
                      <a:pt x="36" y="5706"/>
                      <a:pt x="52" y="5706"/>
                    </a:cubicBezTo>
                    <a:cubicBezTo>
                      <a:pt x="62" y="5706"/>
                      <a:pt x="73" y="5706"/>
                      <a:pt x="78" y="5701"/>
                    </a:cubicBezTo>
                    <a:cubicBezTo>
                      <a:pt x="114" y="5685"/>
                      <a:pt x="955" y="5197"/>
                      <a:pt x="696" y="3619"/>
                    </a:cubicBezTo>
                    <a:cubicBezTo>
                      <a:pt x="441" y="2082"/>
                      <a:pt x="348" y="68"/>
                      <a:pt x="348" y="47"/>
                    </a:cubicBezTo>
                    <a:cubicBezTo>
                      <a:pt x="348" y="21"/>
                      <a:pt x="322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65"/>
              <p:cNvSpPr/>
              <p:nvPr/>
            </p:nvSpPr>
            <p:spPr>
              <a:xfrm>
                <a:off x="1767325" y="3110900"/>
                <a:ext cx="150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6" h="645" extrusionOk="0">
                    <a:moveTo>
                      <a:pt x="0" y="1"/>
                    </a:moveTo>
                    <a:lnTo>
                      <a:pt x="0" y="645"/>
                    </a:lnTo>
                    <a:lnTo>
                      <a:pt x="6" y="645"/>
                    </a:lnTo>
                    <a:lnTo>
                      <a:pt x="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65"/>
              <p:cNvSpPr/>
              <p:nvPr/>
            </p:nvSpPr>
            <p:spPr>
              <a:xfrm>
                <a:off x="1749800" y="3109750"/>
                <a:ext cx="18850" cy="1845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738" extrusionOk="0">
                    <a:moveTo>
                      <a:pt x="395" y="93"/>
                    </a:moveTo>
                    <a:cubicBezTo>
                      <a:pt x="540" y="99"/>
                      <a:pt x="655" y="218"/>
                      <a:pt x="655" y="363"/>
                    </a:cubicBezTo>
                    <a:cubicBezTo>
                      <a:pt x="655" y="436"/>
                      <a:pt x="629" y="504"/>
                      <a:pt x="582" y="556"/>
                    </a:cubicBezTo>
                    <a:cubicBezTo>
                      <a:pt x="535" y="607"/>
                      <a:pt x="468" y="639"/>
                      <a:pt x="400" y="639"/>
                    </a:cubicBezTo>
                    <a:cubicBezTo>
                      <a:pt x="328" y="639"/>
                      <a:pt x="260" y="613"/>
                      <a:pt x="213" y="566"/>
                    </a:cubicBezTo>
                    <a:cubicBezTo>
                      <a:pt x="110" y="457"/>
                      <a:pt x="104" y="291"/>
                      <a:pt x="208" y="177"/>
                    </a:cubicBezTo>
                    <a:cubicBezTo>
                      <a:pt x="255" y="130"/>
                      <a:pt x="317" y="99"/>
                      <a:pt x="390" y="93"/>
                    </a:cubicBezTo>
                    <a:close/>
                    <a:moveTo>
                      <a:pt x="385" y="0"/>
                    </a:moveTo>
                    <a:cubicBezTo>
                      <a:pt x="291" y="0"/>
                      <a:pt x="198" y="42"/>
                      <a:pt x="135" y="114"/>
                    </a:cubicBezTo>
                    <a:cubicBezTo>
                      <a:pt x="0" y="260"/>
                      <a:pt x="0" y="488"/>
                      <a:pt x="146" y="633"/>
                    </a:cubicBezTo>
                    <a:cubicBezTo>
                      <a:pt x="208" y="701"/>
                      <a:pt x="302" y="737"/>
                      <a:pt x="395" y="737"/>
                    </a:cubicBezTo>
                    <a:lnTo>
                      <a:pt x="400" y="737"/>
                    </a:lnTo>
                    <a:cubicBezTo>
                      <a:pt x="494" y="732"/>
                      <a:pt x="587" y="691"/>
                      <a:pt x="655" y="623"/>
                    </a:cubicBezTo>
                    <a:cubicBezTo>
                      <a:pt x="717" y="550"/>
                      <a:pt x="753" y="457"/>
                      <a:pt x="753" y="363"/>
                    </a:cubicBezTo>
                    <a:cubicBezTo>
                      <a:pt x="748" y="161"/>
                      <a:pt x="587" y="0"/>
                      <a:pt x="3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65"/>
              <p:cNvSpPr/>
              <p:nvPr/>
            </p:nvSpPr>
            <p:spPr>
              <a:xfrm>
                <a:off x="1822000" y="3096400"/>
                <a:ext cx="21275" cy="1830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32" extrusionOk="0">
                    <a:moveTo>
                      <a:pt x="368" y="98"/>
                    </a:moveTo>
                    <a:cubicBezTo>
                      <a:pt x="435" y="98"/>
                      <a:pt x="497" y="124"/>
                      <a:pt x="544" y="165"/>
                    </a:cubicBezTo>
                    <a:cubicBezTo>
                      <a:pt x="596" y="212"/>
                      <a:pt x="627" y="280"/>
                      <a:pt x="632" y="347"/>
                    </a:cubicBezTo>
                    <a:cubicBezTo>
                      <a:pt x="643" y="498"/>
                      <a:pt x="529" y="622"/>
                      <a:pt x="383" y="627"/>
                    </a:cubicBezTo>
                    <a:cubicBezTo>
                      <a:pt x="376" y="628"/>
                      <a:pt x="370" y="628"/>
                      <a:pt x="363" y="628"/>
                    </a:cubicBezTo>
                    <a:cubicBezTo>
                      <a:pt x="302" y="628"/>
                      <a:pt x="243" y="607"/>
                      <a:pt x="196" y="565"/>
                    </a:cubicBezTo>
                    <a:cubicBezTo>
                      <a:pt x="144" y="518"/>
                      <a:pt x="113" y="451"/>
                      <a:pt x="108" y="378"/>
                    </a:cubicBezTo>
                    <a:cubicBezTo>
                      <a:pt x="103" y="233"/>
                      <a:pt x="212" y="108"/>
                      <a:pt x="357" y="98"/>
                    </a:cubicBezTo>
                    <a:close/>
                    <a:moveTo>
                      <a:pt x="375" y="0"/>
                    </a:moveTo>
                    <a:cubicBezTo>
                      <a:pt x="182" y="0"/>
                      <a:pt x="0" y="159"/>
                      <a:pt x="15" y="383"/>
                    </a:cubicBezTo>
                    <a:cubicBezTo>
                      <a:pt x="20" y="482"/>
                      <a:pt x="61" y="570"/>
                      <a:pt x="129" y="638"/>
                    </a:cubicBezTo>
                    <a:cubicBezTo>
                      <a:pt x="196" y="695"/>
                      <a:pt x="279" y="731"/>
                      <a:pt x="373" y="731"/>
                    </a:cubicBezTo>
                    <a:lnTo>
                      <a:pt x="394" y="731"/>
                    </a:lnTo>
                    <a:cubicBezTo>
                      <a:pt x="710" y="711"/>
                      <a:pt x="850" y="316"/>
                      <a:pt x="617" y="98"/>
                    </a:cubicBezTo>
                    <a:cubicBezTo>
                      <a:pt x="545" y="30"/>
                      <a:pt x="459" y="0"/>
                      <a:pt x="3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65"/>
              <p:cNvSpPr/>
              <p:nvPr/>
            </p:nvSpPr>
            <p:spPr>
              <a:xfrm>
                <a:off x="1834950" y="3107825"/>
                <a:ext cx="2142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857" h="514" extrusionOk="0">
                    <a:moveTo>
                      <a:pt x="805" y="1"/>
                    </a:moveTo>
                    <a:cubicBezTo>
                      <a:pt x="796" y="1"/>
                      <a:pt x="787" y="4"/>
                      <a:pt x="779" y="10"/>
                    </a:cubicBezTo>
                    <a:cubicBezTo>
                      <a:pt x="775" y="10"/>
                      <a:pt x="487" y="184"/>
                      <a:pt x="251" y="184"/>
                    </a:cubicBezTo>
                    <a:cubicBezTo>
                      <a:pt x="187" y="184"/>
                      <a:pt x="128" y="171"/>
                      <a:pt x="78" y="139"/>
                    </a:cubicBezTo>
                    <a:cubicBezTo>
                      <a:pt x="71" y="136"/>
                      <a:pt x="64" y="134"/>
                      <a:pt x="56" y="134"/>
                    </a:cubicBezTo>
                    <a:cubicBezTo>
                      <a:pt x="41" y="134"/>
                      <a:pt x="26" y="141"/>
                      <a:pt x="16" y="155"/>
                    </a:cubicBezTo>
                    <a:cubicBezTo>
                      <a:pt x="0" y="176"/>
                      <a:pt x="5" y="202"/>
                      <a:pt x="26" y="217"/>
                    </a:cubicBezTo>
                    <a:cubicBezTo>
                      <a:pt x="63" y="254"/>
                      <a:pt x="400" y="513"/>
                      <a:pt x="628" y="513"/>
                    </a:cubicBezTo>
                    <a:lnTo>
                      <a:pt x="665" y="513"/>
                    </a:lnTo>
                    <a:cubicBezTo>
                      <a:pt x="691" y="508"/>
                      <a:pt x="706" y="482"/>
                      <a:pt x="701" y="456"/>
                    </a:cubicBezTo>
                    <a:cubicBezTo>
                      <a:pt x="701" y="430"/>
                      <a:pt x="675" y="414"/>
                      <a:pt x="649" y="414"/>
                    </a:cubicBezTo>
                    <a:cubicBezTo>
                      <a:pt x="641" y="416"/>
                      <a:pt x="631" y="417"/>
                      <a:pt x="622" y="417"/>
                    </a:cubicBezTo>
                    <a:cubicBezTo>
                      <a:pt x="528" y="417"/>
                      <a:pt x="394" y="351"/>
                      <a:pt x="281" y="285"/>
                    </a:cubicBezTo>
                    <a:cubicBezTo>
                      <a:pt x="540" y="264"/>
                      <a:pt x="815" y="98"/>
                      <a:pt x="831" y="87"/>
                    </a:cubicBezTo>
                    <a:cubicBezTo>
                      <a:pt x="852" y="72"/>
                      <a:pt x="857" y="46"/>
                      <a:pt x="846" y="25"/>
                    </a:cubicBezTo>
                    <a:cubicBezTo>
                      <a:pt x="837" y="9"/>
                      <a:pt x="821" y="1"/>
                      <a:pt x="8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65"/>
              <p:cNvSpPr/>
              <p:nvPr/>
            </p:nvSpPr>
            <p:spPr>
              <a:xfrm>
                <a:off x="1790425" y="3112075"/>
                <a:ext cx="89700" cy="201850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8074" extrusionOk="0">
                    <a:moveTo>
                      <a:pt x="1802" y="135"/>
                    </a:moveTo>
                    <a:cubicBezTo>
                      <a:pt x="1994" y="255"/>
                      <a:pt x="2788" y="790"/>
                      <a:pt x="3209" y="1625"/>
                    </a:cubicBezTo>
                    <a:cubicBezTo>
                      <a:pt x="3484" y="2171"/>
                      <a:pt x="3204" y="3219"/>
                      <a:pt x="2960" y="4143"/>
                    </a:cubicBezTo>
                    <a:lnTo>
                      <a:pt x="2949" y="4190"/>
                    </a:lnTo>
                    <a:lnTo>
                      <a:pt x="2508" y="3816"/>
                    </a:lnTo>
                    <a:lnTo>
                      <a:pt x="2877" y="4460"/>
                    </a:lnTo>
                    <a:cubicBezTo>
                      <a:pt x="2716" y="5068"/>
                      <a:pt x="2638" y="5493"/>
                      <a:pt x="2716" y="5727"/>
                    </a:cubicBezTo>
                    <a:cubicBezTo>
                      <a:pt x="2851" y="6142"/>
                      <a:pt x="3110" y="6957"/>
                      <a:pt x="3287" y="7508"/>
                    </a:cubicBezTo>
                    <a:cubicBezTo>
                      <a:pt x="3079" y="7165"/>
                      <a:pt x="2846" y="6838"/>
                      <a:pt x="2586" y="6526"/>
                    </a:cubicBezTo>
                    <a:cubicBezTo>
                      <a:pt x="2425" y="6350"/>
                      <a:pt x="2248" y="6189"/>
                      <a:pt x="2051" y="6044"/>
                    </a:cubicBezTo>
                    <a:cubicBezTo>
                      <a:pt x="1236" y="5389"/>
                      <a:pt x="115" y="4486"/>
                      <a:pt x="857" y="2171"/>
                    </a:cubicBezTo>
                    <a:lnTo>
                      <a:pt x="1532" y="1657"/>
                    </a:lnTo>
                    <a:lnTo>
                      <a:pt x="1532" y="1657"/>
                    </a:lnTo>
                    <a:lnTo>
                      <a:pt x="977" y="1828"/>
                    </a:lnTo>
                    <a:cubicBezTo>
                      <a:pt x="1008" y="1740"/>
                      <a:pt x="1044" y="1646"/>
                      <a:pt x="1086" y="1553"/>
                    </a:cubicBezTo>
                    <a:lnTo>
                      <a:pt x="1750" y="1049"/>
                    </a:lnTo>
                    <a:lnTo>
                      <a:pt x="1236" y="1205"/>
                    </a:lnTo>
                    <a:cubicBezTo>
                      <a:pt x="1397" y="862"/>
                      <a:pt x="1584" y="504"/>
                      <a:pt x="1802" y="135"/>
                    </a:cubicBezTo>
                    <a:close/>
                    <a:moveTo>
                      <a:pt x="1771" y="0"/>
                    </a:moveTo>
                    <a:lnTo>
                      <a:pt x="1745" y="42"/>
                    </a:lnTo>
                    <a:cubicBezTo>
                      <a:pt x="1511" y="437"/>
                      <a:pt x="1298" y="842"/>
                      <a:pt x="1106" y="1262"/>
                    </a:cubicBezTo>
                    <a:lnTo>
                      <a:pt x="1060" y="1361"/>
                    </a:lnTo>
                    <a:lnTo>
                      <a:pt x="1262" y="1298"/>
                    </a:lnTo>
                    <a:lnTo>
                      <a:pt x="1262" y="1298"/>
                    </a:lnTo>
                    <a:lnTo>
                      <a:pt x="1008" y="1490"/>
                    </a:lnTo>
                    <a:lnTo>
                      <a:pt x="1002" y="1506"/>
                    </a:lnTo>
                    <a:cubicBezTo>
                      <a:pt x="945" y="1636"/>
                      <a:pt x="893" y="1766"/>
                      <a:pt x="852" y="1885"/>
                    </a:cubicBezTo>
                    <a:lnTo>
                      <a:pt x="821" y="1978"/>
                    </a:lnTo>
                    <a:lnTo>
                      <a:pt x="821" y="1978"/>
                    </a:lnTo>
                    <a:lnTo>
                      <a:pt x="1039" y="1911"/>
                    </a:lnTo>
                    <a:lnTo>
                      <a:pt x="774" y="2113"/>
                    </a:lnTo>
                    <a:lnTo>
                      <a:pt x="769" y="2129"/>
                    </a:lnTo>
                    <a:cubicBezTo>
                      <a:pt x="0" y="4517"/>
                      <a:pt x="1200" y="5483"/>
                      <a:pt x="1994" y="6121"/>
                    </a:cubicBezTo>
                    <a:cubicBezTo>
                      <a:pt x="2181" y="6262"/>
                      <a:pt x="2352" y="6417"/>
                      <a:pt x="2513" y="6589"/>
                    </a:cubicBezTo>
                    <a:cubicBezTo>
                      <a:pt x="3235" y="7466"/>
                      <a:pt x="3463" y="8063"/>
                      <a:pt x="3463" y="8074"/>
                    </a:cubicBezTo>
                    <a:lnTo>
                      <a:pt x="3557" y="8037"/>
                    </a:lnTo>
                    <a:cubicBezTo>
                      <a:pt x="3552" y="8022"/>
                      <a:pt x="3027" y="6350"/>
                      <a:pt x="2809" y="5696"/>
                    </a:cubicBezTo>
                    <a:cubicBezTo>
                      <a:pt x="2731" y="5457"/>
                      <a:pt x="2856" y="4933"/>
                      <a:pt x="2975" y="4460"/>
                    </a:cubicBezTo>
                    <a:lnTo>
                      <a:pt x="2981" y="4439"/>
                    </a:lnTo>
                    <a:lnTo>
                      <a:pt x="2866" y="4247"/>
                    </a:lnTo>
                    <a:lnTo>
                      <a:pt x="3001" y="4361"/>
                    </a:lnTo>
                    <a:lnTo>
                      <a:pt x="3053" y="4164"/>
                    </a:lnTo>
                    <a:cubicBezTo>
                      <a:pt x="3302" y="3224"/>
                      <a:pt x="3588" y="2160"/>
                      <a:pt x="3297" y="1584"/>
                    </a:cubicBezTo>
                    <a:cubicBezTo>
                      <a:pt x="2804" y="603"/>
                      <a:pt x="1823" y="32"/>
                      <a:pt x="1812" y="26"/>
                    </a:cubicBezTo>
                    <a:lnTo>
                      <a:pt x="17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65"/>
              <p:cNvSpPr/>
              <p:nvPr/>
            </p:nvSpPr>
            <p:spPr>
              <a:xfrm>
                <a:off x="1827275" y="3112600"/>
                <a:ext cx="24700" cy="139925"/>
              </a:xfrm>
              <a:custGeom>
                <a:avLst/>
                <a:gdLst/>
                <a:ahLst/>
                <a:cxnLst/>
                <a:rect l="l" t="t" r="r" b="b"/>
                <a:pathLst>
                  <a:path w="988" h="5597" extrusionOk="0">
                    <a:moveTo>
                      <a:pt x="312" y="0"/>
                    </a:moveTo>
                    <a:cubicBezTo>
                      <a:pt x="286" y="0"/>
                      <a:pt x="261" y="21"/>
                      <a:pt x="266" y="47"/>
                    </a:cubicBezTo>
                    <a:cubicBezTo>
                      <a:pt x="266" y="68"/>
                      <a:pt x="307" y="2056"/>
                      <a:pt x="157" y="3588"/>
                    </a:cubicBezTo>
                    <a:cubicBezTo>
                      <a:pt x="1" y="5156"/>
                      <a:pt x="873" y="5576"/>
                      <a:pt x="915" y="5592"/>
                    </a:cubicBezTo>
                    <a:cubicBezTo>
                      <a:pt x="920" y="5597"/>
                      <a:pt x="925" y="5597"/>
                      <a:pt x="930" y="5597"/>
                    </a:cubicBezTo>
                    <a:cubicBezTo>
                      <a:pt x="951" y="5597"/>
                      <a:pt x="967" y="5586"/>
                      <a:pt x="977" y="5571"/>
                    </a:cubicBezTo>
                    <a:cubicBezTo>
                      <a:pt x="987" y="5545"/>
                      <a:pt x="977" y="5514"/>
                      <a:pt x="951" y="5503"/>
                    </a:cubicBezTo>
                    <a:cubicBezTo>
                      <a:pt x="946" y="5498"/>
                      <a:pt x="105" y="5088"/>
                      <a:pt x="255" y="3593"/>
                    </a:cubicBezTo>
                    <a:cubicBezTo>
                      <a:pt x="406" y="2056"/>
                      <a:pt x="359" y="68"/>
                      <a:pt x="359" y="47"/>
                    </a:cubicBezTo>
                    <a:cubicBezTo>
                      <a:pt x="359" y="21"/>
                      <a:pt x="338" y="0"/>
                      <a:pt x="3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48" name="Google Shape;2848;p65"/>
          <p:cNvGrpSpPr/>
          <p:nvPr/>
        </p:nvGrpSpPr>
        <p:grpSpPr>
          <a:xfrm>
            <a:off x="5605325" y="4390399"/>
            <a:ext cx="1260939" cy="409494"/>
            <a:chOff x="3099775" y="2031950"/>
            <a:chExt cx="513600" cy="166800"/>
          </a:xfrm>
        </p:grpSpPr>
        <p:sp>
          <p:nvSpPr>
            <p:cNvPr id="2849" name="Google Shape;2849;p65"/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65"/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65"/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8" name="Google Shape;2878;p65"/>
          <p:cNvGrpSpPr/>
          <p:nvPr/>
        </p:nvGrpSpPr>
        <p:grpSpPr>
          <a:xfrm>
            <a:off x="1187150" y="91613"/>
            <a:ext cx="3554800" cy="3578363"/>
            <a:chOff x="1187150" y="91613"/>
            <a:chExt cx="3554800" cy="3578363"/>
          </a:xfrm>
        </p:grpSpPr>
        <p:sp>
          <p:nvSpPr>
            <p:cNvPr id="2879" name="Google Shape;2879;p65"/>
            <p:cNvSpPr/>
            <p:nvPr/>
          </p:nvSpPr>
          <p:spPr>
            <a:xfrm>
              <a:off x="1214150" y="1253813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1555475" y="128082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1187150" y="1571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65"/>
            <p:cNvSpPr/>
            <p:nvPr/>
          </p:nvSpPr>
          <p:spPr>
            <a:xfrm rot="4514075">
              <a:off x="2482102" y="2152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65"/>
            <p:cNvSpPr/>
            <p:nvPr/>
          </p:nvSpPr>
          <p:spPr>
            <a:xfrm rot="4504115">
              <a:off x="2426887" y="500690"/>
              <a:ext cx="18629" cy="18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65"/>
            <p:cNvSpPr/>
            <p:nvPr/>
          </p:nvSpPr>
          <p:spPr>
            <a:xfrm rot="4511497">
              <a:off x="2178984" y="327525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65"/>
            <p:cNvSpPr/>
            <p:nvPr/>
          </p:nvSpPr>
          <p:spPr>
            <a:xfrm rot="4511497">
              <a:off x="2059704" y="544066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65"/>
            <p:cNvSpPr/>
            <p:nvPr/>
          </p:nvSpPr>
          <p:spPr>
            <a:xfrm>
              <a:off x="1480125" y="962750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65"/>
            <p:cNvSpPr/>
            <p:nvPr/>
          </p:nvSpPr>
          <p:spPr>
            <a:xfrm rot="4504115">
              <a:off x="2296730" y="594355"/>
              <a:ext cx="18629" cy="18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1829850" y="860700"/>
              <a:ext cx="186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65"/>
            <p:cNvSpPr/>
            <p:nvPr/>
          </p:nvSpPr>
          <p:spPr>
            <a:xfrm>
              <a:off x="2856700" y="91613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65"/>
            <p:cNvSpPr/>
            <p:nvPr/>
          </p:nvSpPr>
          <p:spPr>
            <a:xfrm rot="4504115">
              <a:off x="3180362" y="120665"/>
              <a:ext cx="18629" cy="18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1549025" y="2103200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1850200" y="23078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2447750" y="1151363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65"/>
            <p:cNvSpPr/>
            <p:nvPr/>
          </p:nvSpPr>
          <p:spPr>
            <a:xfrm rot="4514075">
              <a:off x="2779652" y="9036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65"/>
            <p:cNvSpPr/>
            <p:nvPr/>
          </p:nvSpPr>
          <p:spPr>
            <a:xfrm rot="4504115">
              <a:off x="3303912" y="409790"/>
              <a:ext cx="18629" cy="18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65"/>
            <p:cNvSpPr/>
            <p:nvPr/>
          </p:nvSpPr>
          <p:spPr>
            <a:xfrm>
              <a:off x="1409925" y="2425600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65"/>
            <p:cNvSpPr/>
            <p:nvPr/>
          </p:nvSpPr>
          <p:spPr>
            <a:xfrm>
              <a:off x="3528800" y="544063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65"/>
            <p:cNvSpPr/>
            <p:nvPr/>
          </p:nvSpPr>
          <p:spPr>
            <a:xfrm rot="4514075">
              <a:off x="3917189" y="3632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65"/>
            <p:cNvSpPr/>
            <p:nvPr/>
          </p:nvSpPr>
          <p:spPr>
            <a:xfrm>
              <a:off x="2119588" y="27177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65"/>
            <p:cNvSpPr/>
            <p:nvPr/>
          </p:nvSpPr>
          <p:spPr>
            <a:xfrm>
              <a:off x="3961500" y="8719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65"/>
            <p:cNvSpPr/>
            <p:nvPr/>
          </p:nvSpPr>
          <p:spPr>
            <a:xfrm>
              <a:off x="3113875" y="9691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65"/>
            <p:cNvSpPr/>
            <p:nvPr/>
          </p:nvSpPr>
          <p:spPr>
            <a:xfrm>
              <a:off x="1416375" y="36429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65"/>
            <p:cNvSpPr/>
            <p:nvPr/>
          </p:nvSpPr>
          <p:spPr>
            <a:xfrm>
              <a:off x="4714950" y="2216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6F77C32-D0A5-AC64-1233-5823DC5C06CA}"/>
              </a:ext>
            </a:extLst>
          </p:cNvPr>
          <p:cNvSpPr txBox="1"/>
          <p:nvPr/>
        </p:nvSpPr>
        <p:spPr>
          <a:xfrm>
            <a:off x="3358528" y="4646005"/>
            <a:ext cx="2877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Années universitaires: 2024-2025</a:t>
            </a:r>
          </a:p>
        </p:txBody>
      </p:sp>
      <p:pic>
        <p:nvPicPr>
          <p:cNvPr id="1028" name="Picture 4" descr="HOME | EMSI">
            <a:extLst>
              <a:ext uri="{FF2B5EF4-FFF2-40B4-BE49-F238E27FC236}">
                <a16:creationId xmlns:a16="http://schemas.microsoft.com/office/drawing/2014/main" id="{56920046-8C14-A6B4-F9AF-45334D6BB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185" y="-46103"/>
            <a:ext cx="2378815" cy="73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69"/>
          <p:cNvSpPr/>
          <p:nvPr/>
        </p:nvSpPr>
        <p:spPr>
          <a:xfrm>
            <a:off x="2398513" y="1333785"/>
            <a:ext cx="4347300" cy="1785577"/>
          </a:xfrm>
          <a:prstGeom prst="roundRect">
            <a:avLst>
              <a:gd name="adj" fmla="val 24284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6" name="Google Shape;3606;p69"/>
          <p:cNvSpPr txBox="1">
            <a:spLocks noGrp="1"/>
          </p:cNvSpPr>
          <p:nvPr>
            <p:ph type="title"/>
          </p:nvPr>
        </p:nvSpPr>
        <p:spPr>
          <a:xfrm>
            <a:off x="2756150" y="686711"/>
            <a:ext cx="3589698" cy="5645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PLAN</a:t>
            </a:r>
            <a:endParaRPr sz="4000" dirty="0"/>
          </a:p>
        </p:txBody>
      </p:sp>
      <p:sp>
        <p:nvSpPr>
          <p:cNvPr id="3607" name="Google Shape;3607;p69"/>
          <p:cNvSpPr txBox="1">
            <a:spLocks noGrp="1"/>
          </p:cNvSpPr>
          <p:nvPr>
            <p:ph type="subTitle" idx="1"/>
          </p:nvPr>
        </p:nvSpPr>
        <p:spPr>
          <a:xfrm>
            <a:off x="2691150" y="2046211"/>
            <a:ext cx="3761700" cy="6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dirty="0"/>
              <a:t>Introduction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dirty="0"/>
              <a:t>Cadre du projet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dirty="0"/>
              <a:t>Conception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dirty="0"/>
              <a:t>Technologies utilisées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dirty="0"/>
              <a:t>Réalisation du projet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dirty="0"/>
              <a:t>Conclusion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/>
          </a:p>
        </p:txBody>
      </p:sp>
      <p:grpSp>
        <p:nvGrpSpPr>
          <p:cNvPr id="3608" name="Google Shape;3608;p69"/>
          <p:cNvGrpSpPr/>
          <p:nvPr/>
        </p:nvGrpSpPr>
        <p:grpSpPr>
          <a:xfrm>
            <a:off x="7117628" y="3638478"/>
            <a:ext cx="1373087" cy="770110"/>
            <a:chOff x="2152606" y="1991600"/>
            <a:chExt cx="1276815" cy="716115"/>
          </a:xfrm>
        </p:grpSpPr>
        <p:sp>
          <p:nvSpPr>
            <p:cNvPr id="3609" name="Google Shape;3609;p69"/>
            <p:cNvSpPr/>
            <p:nvPr/>
          </p:nvSpPr>
          <p:spPr>
            <a:xfrm>
              <a:off x="2287031" y="1995099"/>
              <a:ext cx="1007518" cy="647339"/>
            </a:xfrm>
            <a:custGeom>
              <a:avLst/>
              <a:gdLst/>
              <a:ahLst/>
              <a:cxnLst/>
              <a:rect l="l" t="t" r="r" b="b"/>
              <a:pathLst>
                <a:path w="13536" h="8697" extrusionOk="0">
                  <a:moveTo>
                    <a:pt x="307" y="0"/>
                  </a:moveTo>
                  <a:cubicBezTo>
                    <a:pt x="136" y="0"/>
                    <a:pt x="1" y="141"/>
                    <a:pt x="1" y="307"/>
                  </a:cubicBezTo>
                  <a:lnTo>
                    <a:pt x="1" y="8390"/>
                  </a:lnTo>
                  <a:cubicBezTo>
                    <a:pt x="1" y="8561"/>
                    <a:pt x="136" y="8696"/>
                    <a:pt x="307" y="8696"/>
                  </a:cubicBezTo>
                  <a:lnTo>
                    <a:pt x="13234" y="8696"/>
                  </a:lnTo>
                  <a:cubicBezTo>
                    <a:pt x="13400" y="8696"/>
                    <a:pt x="13535" y="8561"/>
                    <a:pt x="13535" y="8390"/>
                  </a:cubicBezTo>
                  <a:lnTo>
                    <a:pt x="13535" y="307"/>
                  </a:lnTo>
                  <a:cubicBezTo>
                    <a:pt x="13535" y="141"/>
                    <a:pt x="13400" y="0"/>
                    <a:pt x="132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69"/>
            <p:cNvSpPr/>
            <p:nvPr/>
          </p:nvSpPr>
          <p:spPr>
            <a:xfrm>
              <a:off x="2287031" y="1995099"/>
              <a:ext cx="1007518" cy="647339"/>
            </a:xfrm>
            <a:custGeom>
              <a:avLst/>
              <a:gdLst/>
              <a:ahLst/>
              <a:cxnLst/>
              <a:rect l="l" t="t" r="r" b="b"/>
              <a:pathLst>
                <a:path w="13536" h="8697" extrusionOk="0">
                  <a:moveTo>
                    <a:pt x="13234" y="8696"/>
                  </a:moveTo>
                  <a:lnTo>
                    <a:pt x="307" y="8696"/>
                  </a:lnTo>
                  <a:cubicBezTo>
                    <a:pt x="136" y="8696"/>
                    <a:pt x="1" y="8561"/>
                    <a:pt x="1" y="8390"/>
                  </a:cubicBezTo>
                  <a:lnTo>
                    <a:pt x="1" y="307"/>
                  </a:lnTo>
                  <a:cubicBezTo>
                    <a:pt x="1" y="141"/>
                    <a:pt x="136" y="0"/>
                    <a:pt x="307" y="0"/>
                  </a:cubicBezTo>
                  <a:lnTo>
                    <a:pt x="13234" y="0"/>
                  </a:lnTo>
                  <a:cubicBezTo>
                    <a:pt x="13400" y="0"/>
                    <a:pt x="13535" y="141"/>
                    <a:pt x="13535" y="307"/>
                  </a:cubicBezTo>
                  <a:lnTo>
                    <a:pt x="13535" y="8390"/>
                  </a:lnTo>
                  <a:cubicBezTo>
                    <a:pt x="13535" y="8561"/>
                    <a:pt x="13400" y="8696"/>
                    <a:pt x="13234" y="869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69"/>
            <p:cNvSpPr/>
            <p:nvPr/>
          </p:nvSpPr>
          <p:spPr>
            <a:xfrm>
              <a:off x="2287031" y="1995471"/>
              <a:ext cx="1007890" cy="576256"/>
            </a:xfrm>
            <a:custGeom>
              <a:avLst/>
              <a:gdLst/>
              <a:ahLst/>
              <a:cxnLst/>
              <a:rect l="l" t="t" r="r" b="b"/>
              <a:pathLst>
                <a:path w="13541" h="7742" extrusionOk="0">
                  <a:moveTo>
                    <a:pt x="307" y="1"/>
                  </a:moveTo>
                  <a:cubicBezTo>
                    <a:pt x="136" y="1"/>
                    <a:pt x="1" y="136"/>
                    <a:pt x="1" y="302"/>
                  </a:cubicBezTo>
                  <a:lnTo>
                    <a:pt x="1" y="7741"/>
                  </a:lnTo>
                  <a:lnTo>
                    <a:pt x="13541" y="7741"/>
                  </a:lnTo>
                  <a:lnTo>
                    <a:pt x="13541" y="302"/>
                  </a:lnTo>
                  <a:cubicBezTo>
                    <a:pt x="13541" y="136"/>
                    <a:pt x="13400" y="1"/>
                    <a:pt x="13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69"/>
            <p:cNvSpPr/>
            <p:nvPr/>
          </p:nvSpPr>
          <p:spPr>
            <a:xfrm>
              <a:off x="2283607" y="1991600"/>
              <a:ext cx="1014813" cy="583625"/>
            </a:xfrm>
            <a:custGeom>
              <a:avLst/>
              <a:gdLst/>
              <a:ahLst/>
              <a:cxnLst/>
              <a:rect l="l" t="t" r="r" b="b"/>
              <a:pathLst>
                <a:path w="13634" h="7841" extrusionOk="0">
                  <a:moveTo>
                    <a:pt x="13280" y="99"/>
                  </a:moveTo>
                  <a:cubicBezTo>
                    <a:pt x="13421" y="99"/>
                    <a:pt x="13535" y="214"/>
                    <a:pt x="13535" y="354"/>
                  </a:cubicBezTo>
                  <a:lnTo>
                    <a:pt x="13535" y="7741"/>
                  </a:lnTo>
                  <a:lnTo>
                    <a:pt x="99" y="7741"/>
                  </a:lnTo>
                  <a:lnTo>
                    <a:pt x="99" y="354"/>
                  </a:lnTo>
                  <a:cubicBezTo>
                    <a:pt x="99" y="214"/>
                    <a:pt x="208" y="99"/>
                    <a:pt x="353" y="99"/>
                  </a:cubicBezTo>
                  <a:close/>
                  <a:moveTo>
                    <a:pt x="353" y="1"/>
                  </a:moveTo>
                  <a:cubicBezTo>
                    <a:pt x="156" y="1"/>
                    <a:pt x="0" y="162"/>
                    <a:pt x="0" y="354"/>
                  </a:cubicBezTo>
                  <a:lnTo>
                    <a:pt x="0" y="7793"/>
                  </a:lnTo>
                  <a:cubicBezTo>
                    <a:pt x="0" y="7819"/>
                    <a:pt x="21" y="7840"/>
                    <a:pt x="47" y="7840"/>
                  </a:cubicBezTo>
                  <a:lnTo>
                    <a:pt x="13587" y="7840"/>
                  </a:lnTo>
                  <a:cubicBezTo>
                    <a:pt x="13613" y="7840"/>
                    <a:pt x="13633" y="7819"/>
                    <a:pt x="13633" y="7793"/>
                  </a:cubicBezTo>
                  <a:lnTo>
                    <a:pt x="13633" y="354"/>
                  </a:lnTo>
                  <a:cubicBezTo>
                    <a:pt x="13633" y="162"/>
                    <a:pt x="13478" y="1"/>
                    <a:pt x="13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69"/>
            <p:cNvSpPr/>
            <p:nvPr/>
          </p:nvSpPr>
          <p:spPr>
            <a:xfrm>
              <a:off x="2287031" y="1995471"/>
              <a:ext cx="1007890" cy="576256"/>
            </a:xfrm>
            <a:custGeom>
              <a:avLst/>
              <a:gdLst/>
              <a:ahLst/>
              <a:cxnLst/>
              <a:rect l="l" t="t" r="r" b="b"/>
              <a:pathLst>
                <a:path w="13541" h="7742" extrusionOk="0">
                  <a:moveTo>
                    <a:pt x="13541" y="7741"/>
                  </a:moveTo>
                  <a:lnTo>
                    <a:pt x="1" y="7741"/>
                  </a:lnTo>
                  <a:lnTo>
                    <a:pt x="1" y="302"/>
                  </a:lnTo>
                  <a:cubicBezTo>
                    <a:pt x="1" y="136"/>
                    <a:pt x="136" y="1"/>
                    <a:pt x="307" y="1"/>
                  </a:cubicBezTo>
                  <a:lnTo>
                    <a:pt x="13234" y="1"/>
                  </a:lnTo>
                  <a:cubicBezTo>
                    <a:pt x="13400" y="1"/>
                    <a:pt x="13541" y="136"/>
                    <a:pt x="13541" y="302"/>
                  </a:cubicBezTo>
                  <a:lnTo>
                    <a:pt x="13541" y="7741"/>
                  </a:ln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69"/>
            <p:cNvSpPr/>
            <p:nvPr/>
          </p:nvSpPr>
          <p:spPr>
            <a:xfrm>
              <a:off x="2283607" y="1991600"/>
              <a:ext cx="1014813" cy="654336"/>
            </a:xfrm>
            <a:custGeom>
              <a:avLst/>
              <a:gdLst/>
              <a:ahLst/>
              <a:cxnLst/>
              <a:rect l="l" t="t" r="r" b="b"/>
              <a:pathLst>
                <a:path w="13634" h="8791" extrusionOk="0">
                  <a:moveTo>
                    <a:pt x="13280" y="99"/>
                  </a:moveTo>
                  <a:cubicBezTo>
                    <a:pt x="13421" y="99"/>
                    <a:pt x="13535" y="214"/>
                    <a:pt x="13535" y="354"/>
                  </a:cubicBezTo>
                  <a:lnTo>
                    <a:pt x="13535" y="8437"/>
                  </a:lnTo>
                  <a:cubicBezTo>
                    <a:pt x="13535" y="8577"/>
                    <a:pt x="13421" y="8692"/>
                    <a:pt x="13280" y="8692"/>
                  </a:cubicBezTo>
                  <a:lnTo>
                    <a:pt x="353" y="8692"/>
                  </a:lnTo>
                  <a:cubicBezTo>
                    <a:pt x="208" y="8692"/>
                    <a:pt x="93" y="8577"/>
                    <a:pt x="99" y="8437"/>
                  </a:cubicBezTo>
                  <a:lnTo>
                    <a:pt x="99" y="354"/>
                  </a:lnTo>
                  <a:cubicBezTo>
                    <a:pt x="99" y="214"/>
                    <a:pt x="208" y="99"/>
                    <a:pt x="353" y="99"/>
                  </a:cubicBezTo>
                  <a:close/>
                  <a:moveTo>
                    <a:pt x="353" y="1"/>
                  </a:moveTo>
                  <a:cubicBezTo>
                    <a:pt x="156" y="1"/>
                    <a:pt x="0" y="162"/>
                    <a:pt x="0" y="354"/>
                  </a:cubicBezTo>
                  <a:lnTo>
                    <a:pt x="0" y="8437"/>
                  </a:lnTo>
                  <a:cubicBezTo>
                    <a:pt x="0" y="8634"/>
                    <a:pt x="156" y="8790"/>
                    <a:pt x="353" y="8790"/>
                  </a:cubicBezTo>
                  <a:lnTo>
                    <a:pt x="13280" y="8790"/>
                  </a:lnTo>
                  <a:cubicBezTo>
                    <a:pt x="13478" y="8790"/>
                    <a:pt x="13633" y="8634"/>
                    <a:pt x="13633" y="8437"/>
                  </a:cubicBezTo>
                  <a:lnTo>
                    <a:pt x="13633" y="354"/>
                  </a:lnTo>
                  <a:cubicBezTo>
                    <a:pt x="13633" y="162"/>
                    <a:pt x="13478" y="1"/>
                    <a:pt x="13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69"/>
            <p:cNvSpPr/>
            <p:nvPr/>
          </p:nvSpPr>
          <p:spPr>
            <a:xfrm>
              <a:off x="2765855" y="2585572"/>
              <a:ext cx="43692" cy="37514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8" y="0"/>
                  </a:moveTo>
                  <a:cubicBezTo>
                    <a:pt x="114" y="0"/>
                    <a:pt x="0" y="270"/>
                    <a:pt x="161" y="431"/>
                  </a:cubicBezTo>
                  <a:cubicBezTo>
                    <a:pt x="211" y="481"/>
                    <a:pt x="272" y="503"/>
                    <a:pt x="332" y="503"/>
                  </a:cubicBezTo>
                  <a:cubicBezTo>
                    <a:pt x="462" y="503"/>
                    <a:pt x="587" y="402"/>
                    <a:pt x="587" y="249"/>
                  </a:cubicBezTo>
                  <a:cubicBezTo>
                    <a:pt x="587" y="114"/>
                    <a:pt x="473" y="0"/>
                    <a:pt x="3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69"/>
            <p:cNvSpPr/>
            <p:nvPr/>
          </p:nvSpPr>
          <p:spPr>
            <a:xfrm>
              <a:off x="2761166" y="2581925"/>
              <a:ext cx="51879" cy="44660"/>
            </a:xfrm>
            <a:custGeom>
              <a:avLst/>
              <a:gdLst/>
              <a:ahLst/>
              <a:cxnLst/>
              <a:rect l="l" t="t" r="r" b="b"/>
              <a:pathLst>
                <a:path w="697" h="600" extrusionOk="0">
                  <a:moveTo>
                    <a:pt x="401" y="101"/>
                  </a:moveTo>
                  <a:cubicBezTo>
                    <a:pt x="510" y="101"/>
                    <a:pt x="598" y="189"/>
                    <a:pt x="603" y="298"/>
                  </a:cubicBezTo>
                  <a:cubicBezTo>
                    <a:pt x="603" y="422"/>
                    <a:pt x="503" y="502"/>
                    <a:pt x="398" y="502"/>
                  </a:cubicBezTo>
                  <a:cubicBezTo>
                    <a:pt x="348" y="502"/>
                    <a:pt x="297" y="484"/>
                    <a:pt x="255" y="444"/>
                  </a:cubicBezTo>
                  <a:cubicBezTo>
                    <a:pt x="131" y="314"/>
                    <a:pt x="219" y="101"/>
                    <a:pt x="401" y="101"/>
                  </a:cubicBezTo>
                  <a:close/>
                  <a:moveTo>
                    <a:pt x="398" y="0"/>
                  </a:moveTo>
                  <a:cubicBezTo>
                    <a:pt x="324" y="0"/>
                    <a:pt x="249" y="28"/>
                    <a:pt x="188" y="91"/>
                  </a:cubicBezTo>
                  <a:cubicBezTo>
                    <a:pt x="1" y="278"/>
                    <a:pt x="136" y="600"/>
                    <a:pt x="401" y="600"/>
                  </a:cubicBezTo>
                  <a:cubicBezTo>
                    <a:pt x="567" y="600"/>
                    <a:pt x="697" y="465"/>
                    <a:pt x="697" y="298"/>
                  </a:cubicBezTo>
                  <a:cubicBezTo>
                    <a:pt x="697" y="120"/>
                    <a:pt x="550" y="0"/>
                    <a:pt x="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69"/>
            <p:cNvSpPr/>
            <p:nvPr/>
          </p:nvSpPr>
          <p:spPr>
            <a:xfrm>
              <a:off x="2157593" y="2642364"/>
              <a:ext cx="1266767" cy="27912"/>
            </a:xfrm>
            <a:custGeom>
              <a:avLst/>
              <a:gdLst/>
              <a:ahLst/>
              <a:cxnLst/>
              <a:rect l="l" t="t" r="r" b="b"/>
              <a:pathLst>
                <a:path w="17019" h="375" extrusionOk="0">
                  <a:moveTo>
                    <a:pt x="1864" y="0"/>
                  </a:moveTo>
                  <a:cubicBezTo>
                    <a:pt x="1786" y="0"/>
                    <a:pt x="1709" y="6"/>
                    <a:pt x="1631" y="16"/>
                  </a:cubicBezTo>
                  <a:lnTo>
                    <a:pt x="1" y="374"/>
                  </a:lnTo>
                  <a:lnTo>
                    <a:pt x="17019" y="374"/>
                  </a:lnTo>
                  <a:lnTo>
                    <a:pt x="15383" y="16"/>
                  </a:lnTo>
                  <a:cubicBezTo>
                    <a:pt x="15306" y="6"/>
                    <a:pt x="15228" y="0"/>
                    <a:pt x="151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69"/>
            <p:cNvSpPr/>
            <p:nvPr/>
          </p:nvSpPr>
          <p:spPr>
            <a:xfrm>
              <a:off x="2157593" y="2670202"/>
              <a:ext cx="1266767" cy="34090"/>
            </a:xfrm>
            <a:custGeom>
              <a:avLst/>
              <a:gdLst/>
              <a:ahLst/>
              <a:cxnLst/>
              <a:rect l="l" t="t" r="r" b="b"/>
              <a:pathLst>
                <a:path w="17019" h="458" extrusionOk="0">
                  <a:moveTo>
                    <a:pt x="1" y="0"/>
                  </a:moveTo>
                  <a:lnTo>
                    <a:pt x="312" y="457"/>
                  </a:lnTo>
                  <a:lnTo>
                    <a:pt x="16702" y="457"/>
                  </a:lnTo>
                  <a:lnTo>
                    <a:pt x="170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69"/>
            <p:cNvSpPr/>
            <p:nvPr/>
          </p:nvSpPr>
          <p:spPr>
            <a:xfrm>
              <a:off x="2153722" y="2666703"/>
              <a:ext cx="1274508" cy="41012"/>
            </a:xfrm>
            <a:custGeom>
              <a:avLst/>
              <a:gdLst/>
              <a:ahLst/>
              <a:cxnLst/>
              <a:rect l="l" t="t" r="r" b="b"/>
              <a:pathLst>
                <a:path w="17123" h="551" extrusionOk="0">
                  <a:moveTo>
                    <a:pt x="16977" y="99"/>
                  </a:moveTo>
                  <a:lnTo>
                    <a:pt x="16733" y="452"/>
                  </a:lnTo>
                  <a:lnTo>
                    <a:pt x="390" y="452"/>
                  </a:lnTo>
                  <a:lnTo>
                    <a:pt x="146" y="99"/>
                  </a:lnTo>
                  <a:close/>
                  <a:moveTo>
                    <a:pt x="53" y="1"/>
                  </a:moveTo>
                  <a:cubicBezTo>
                    <a:pt x="32" y="1"/>
                    <a:pt x="16" y="11"/>
                    <a:pt x="6" y="26"/>
                  </a:cubicBezTo>
                  <a:cubicBezTo>
                    <a:pt x="1" y="42"/>
                    <a:pt x="1" y="63"/>
                    <a:pt x="11" y="78"/>
                  </a:cubicBezTo>
                  <a:lnTo>
                    <a:pt x="328" y="530"/>
                  </a:lnTo>
                  <a:cubicBezTo>
                    <a:pt x="333" y="546"/>
                    <a:pt x="348" y="551"/>
                    <a:pt x="364" y="551"/>
                  </a:cubicBezTo>
                  <a:lnTo>
                    <a:pt x="16754" y="551"/>
                  </a:lnTo>
                  <a:cubicBezTo>
                    <a:pt x="16770" y="551"/>
                    <a:pt x="16785" y="546"/>
                    <a:pt x="16796" y="530"/>
                  </a:cubicBezTo>
                  <a:lnTo>
                    <a:pt x="17112" y="78"/>
                  </a:lnTo>
                  <a:cubicBezTo>
                    <a:pt x="17123" y="63"/>
                    <a:pt x="17123" y="42"/>
                    <a:pt x="17112" y="26"/>
                  </a:cubicBezTo>
                  <a:cubicBezTo>
                    <a:pt x="17107" y="11"/>
                    <a:pt x="17092" y="1"/>
                    <a:pt x="17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69"/>
            <p:cNvSpPr/>
            <p:nvPr/>
          </p:nvSpPr>
          <p:spPr>
            <a:xfrm>
              <a:off x="2157593" y="2642364"/>
              <a:ext cx="1266767" cy="27912"/>
            </a:xfrm>
            <a:custGeom>
              <a:avLst/>
              <a:gdLst/>
              <a:ahLst/>
              <a:cxnLst/>
              <a:rect l="l" t="t" r="r" b="b"/>
              <a:pathLst>
                <a:path w="17019" h="375" extrusionOk="0">
                  <a:moveTo>
                    <a:pt x="1" y="374"/>
                  </a:moveTo>
                  <a:lnTo>
                    <a:pt x="17019" y="374"/>
                  </a:lnTo>
                  <a:lnTo>
                    <a:pt x="15383" y="16"/>
                  </a:lnTo>
                  <a:cubicBezTo>
                    <a:pt x="15306" y="6"/>
                    <a:pt x="15228" y="0"/>
                    <a:pt x="15150" y="0"/>
                  </a:cubicBezTo>
                  <a:lnTo>
                    <a:pt x="1864" y="0"/>
                  </a:lnTo>
                  <a:cubicBezTo>
                    <a:pt x="1786" y="0"/>
                    <a:pt x="1709" y="6"/>
                    <a:pt x="1631" y="1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69"/>
            <p:cNvSpPr/>
            <p:nvPr/>
          </p:nvSpPr>
          <p:spPr>
            <a:xfrm>
              <a:off x="2152606" y="2638493"/>
              <a:ext cx="1276815" cy="35653"/>
            </a:xfrm>
            <a:custGeom>
              <a:avLst/>
              <a:gdLst/>
              <a:ahLst/>
              <a:cxnLst/>
              <a:rect l="l" t="t" r="r" b="b"/>
              <a:pathLst>
                <a:path w="17154" h="479" extrusionOk="0">
                  <a:moveTo>
                    <a:pt x="15217" y="99"/>
                  </a:moveTo>
                  <a:cubicBezTo>
                    <a:pt x="15295" y="99"/>
                    <a:pt x="15367" y="104"/>
                    <a:pt x="15440" y="115"/>
                  </a:cubicBezTo>
                  <a:lnTo>
                    <a:pt x="16639" y="380"/>
                  </a:lnTo>
                  <a:lnTo>
                    <a:pt x="514" y="380"/>
                  </a:lnTo>
                  <a:lnTo>
                    <a:pt x="1703" y="115"/>
                  </a:lnTo>
                  <a:cubicBezTo>
                    <a:pt x="1781" y="104"/>
                    <a:pt x="1853" y="99"/>
                    <a:pt x="1931" y="99"/>
                  </a:cubicBezTo>
                  <a:close/>
                  <a:moveTo>
                    <a:pt x="1937" y="1"/>
                  </a:moveTo>
                  <a:cubicBezTo>
                    <a:pt x="1853" y="1"/>
                    <a:pt x="1770" y="6"/>
                    <a:pt x="1687" y="21"/>
                  </a:cubicBezTo>
                  <a:lnTo>
                    <a:pt x="57" y="380"/>
                  </a:lnTo>
                  <a:cubicBezTo>
                    <a:pt x="0" y="395"/>
                    <a:pt x="10" y="473"/>
                    <a:pt x="68" y="478"/>
                  </a:cubicBezTo>
                  <a:lnTo>
                    <a:pt x="17086" y="478"/>
                  </a:lnTo>
                  <a:cubicBezTo>
                    <a:pt x="17143" y="473"/>
                    <a:pt x="17153" y="395"/>
                    <a:pt x="17096" y="380"/>
                  </a:cubicBezTo>
                  <a:lnTo>
                    <a:pt x="15461" y="21"/>
                  </a:lnTo>
                  <a:cubicBezTo>
                    <a:pt x="15378" y="6"/>
                    <a:pt x="15300" y="1"/>
                    <a:pt x="15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69"/>
            <p:cNvSpPr/>
            <p:nvPr/>
          </p:nvSpPr>
          <p:spPr>
            <a:xfrm>
              <a:off x="2157593" y="2670202"/>
              <a:ext cx="1266767" cy="34090"/>
            </a:xfrm>
            <a:custGeom>
              <a:avLst/>
              <a:gdLst/>
              <a:ahLst/>
              <a:cxnLst/>
              <a:rect l="l" t="t" r="r" b="b"/>
              <a:pathLst>
                <a:path w="17019" h="458" extrusionOk="0">
                  <a:moveTo>
                    <a:pt x="1" y="0"/>
                  </a:moveTo>
                  <a:lnTo>
                    <a:pt x="312" y="457"/>
                  </a:lnTo>
                  <a:lnTo>
                    <a:pt x="16702" y="457"/>
                  </a:lnTo>
                  <a:lnTo>
                    <a:pt x="170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3" name="Google Shape;3623;p69"/>
          <p:cNvGrpSpPr/>
          <p:nvPr/>
        </p:nvGrpSpPr>
        <p:grpSpPr>
          <a:xfrm flipH="1">
            <a:off x="7454322" y="569091"/>
            <a:ext cx="1868005" cy="1677810"/>
            <a:chOff x="-211928" y="306216"/>
            <a:chExt cx="1868005" cy="1677810"/>
          </a:xfrm>
        </p:grpSpPr>
        <p:sp>
          <p:nvSpPr>
            <p:cNvPr id="3624" name="Google Shape;3624;p69"/>
            <p:cNvSpPr/>
            <p:nvPr/>
          </p:nvSpPr>
          <p:spPr>
            <a:xfrm rot="2415138">
              <a:off x="142686" y="344600"/>
              <a:ext cx="589161" cy="1305163"/>
            </a:xfrm>
            <a:custGeom>
              <a:avLst/>
              <a:gdLst/>
              <a:ahLst/>
              <a:cxnLst/>
              <a:rect l="l" t="t" r="r" b="b"/>
              <a:pathLst>
                <a:path w="10149" h="22483" extrusionOk="0">
                  <a:moveTo>
                    <a:pt x="9829" y="0"/>
                  </a:moveTo>
                  <a:lnTo>
                    <a:pt x="8810" y="1208"/>
                  </a:lnTo>
                  <a:cubicBezTo>
                    <a:pt x="8647" y="1410"/>
                    <a:pt x="8458" y="1603"/>
                    <a:pt x="8311" y="1818"/>
                  </a:cubicBezTo>
                  <a:lnTo>
                    <a:pt x="7851" y="2452"/>
                  </a:lnTo>
                  <a:lnTo>
                    <a:pt x="7390" y="3085"/>
                  </a:lnTo>
                  <a:cubicBezTo>
                    <a:pt x="7237" y="3294"/>
                    <a:pt x="7080" y="3503"/>
                    <a:pt x="6950" y="3725"/>
                  </a:cubicBezTo>
                  <a:lnTo>
                    <a:pt x="6121" y="5040"/>
                  </a:lnTo>
                  <a:cubicBezTo>
                    <a:pt x="5079" y="6819"/>
                    <a:pt x="4136" y="8650"/>
                    <a:pt x="3363" y="10543"/>
                  </a:cubicBezTo>
                  <a:cubicBezTo>
                    <a:pt x="2582" y="12430"/>
                    <a:pt x="1910" y="14359"/>
                    <a:pt x="1345" y="16320"/>
                  </a:cubicBezTo>
                  <a:cubicBezTo>
                    <a:pt x="1068" y="17303"/>
                    <a:pt x="810" y="18289"/>
                    <a:pt x="585" y="19287"/>
                  </a:cubicBezTo>
                  <a:cubicBezTo>
                    <a:pt x="353" y="20283"/>
                    <a:pt x="157" y="21282"/>
                    <a:pt x="1" y="22307"/>
                  </a:cubicBezTo>
                  <a:lnTo>
                    <a:pt x="970" y="22483"/>
                  </a:lnTo>
                  <a:cubicBezTo>
                    <a:pt x="1097" y="21491"/>
                    <a:pt x="1267" y="20485"/>
                    <a:pt x="1473" y="19500"/>
                  </a:cubicBezTo>
                  <a:cubicBezTo>
                    <a:pt x="1675" y="18511"/>
                    <a:pt x="1904" y="17522"/>
                    <a:pt x="2155" y="16546"/>
                  </a:cubicBezTo>
                  <a:cubicBezTo>
                    <a:pt x="2667" y="14587"/>
                    <a:pt x="3284" y="12661"/>
                    <a:pt x="4012" y="10775"/>
                  </a:cubicBezTo>
                  <a:cubicBezTo>
                    <a:pt x="4730" y="8882"/>
                    <a:pt x="5618" y="7051"/>
                    <a:pt x="6607" y="5265"/>
                  </a:cubicBezTo>
                  <a:lnTo>
                    <a:pt x="7394" y="3950"/>
                  </a:lnTo>
                  <a:cubicBezTo>
                    <a:pt x="7518" y="3725"/>
                    <a:pt x="7668" y="3516"/>
                    <a:pt x="7815" y="3304"/>
                  </a:cubicBezTo>
                  <a:lnTo>
                    <a:pt x="8252" y="2667"/>
                  </a:lnTo>
                  <a:lnTo>
                    <a:pt x="8693" y="2034"/>
                  </a:lnTo>
                  <a:cubicBezTo>
                    <a:pt x="8833" y="1818"/>
                    <a:pt x="9013" y="1626"/>
                    <a:pt x="9169" y="1420"/>
                  </a:cubicBezTo>
                  <a:lnTo>
                    <a:pt x="10148" y="206"/>
                  </a:lnTo>
                  <a:lnTo>
                    <a:pt x="98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69"/>
            <p:cNvSpPr/>
            <p:nvPr/>
          </p:nvSpPr>
          <p:spPr>
            <a:xfrm rot="2415138">
              <a:off x="140693" y="342894"/>
              <a:ext cx="593166" cy="1308821"/>
            </a:xfrm>
            <a:custGeom>
              <a:avLst/>
              <a:gdLst/>
              <a:ahLst/>
              <a:cxnLst/>
              <a:rect l="l" t="t" r="r" b="b"/>
              <a:pathLst>
                <a:path w="10218" h="22546" extrusionOk="0">
                  <a:moveTo>
                    <a:pt x="9868" y="73"/>
                  </a:moveTo>
                  <a:lnTo>
                    <a:pt x="10136" y="246"/>
                  </a:lnTo>
                  <a:lnTo>
                    <a:pt x="9179" y="1434"/>
                  </a:lnTo>
                  <a:cubicBezTo>
                    <a:pt x="9124" y="1506"/>
                    <a:pt x="9062" y="1581"/>
                    <a:pt x="9006" y="1649"/>
                  </a:cubicBezTo>
                  <a:cubicBezTo>
                    <a:pt x="8895" y="1777"/>
                    <a:pt x="8794" y="1910"/>
                    <a:pt x="8700" y="2047"/>
                  </a:cubicBezTo>
                  <a:lnTo>
                    <a:pt x="8259" y="2684"/>
                  </a:lnTo>
                  <a:lnTo>
                    <a:pt x="7815" y="3330"/>
                  </a:lnTo>
                  <a:cubicBezTo>
                    <a:pt x="7671" y="3533"/>
                    <a:pt x="7521" y="3745"/>
                    <a:pt x="7401" y="3967"/>
                  </a:cubicBezTo>
                  <a:lnTo>
                    <a:pt x="6614" y="5282"/>
                  </a:lnTo>
                  <a:cubicBezTo>
                    <a:pt x="5530" y="7237"/>
                    <a:pt x="4682" y="9039"/>
                    <a:pt x="4016" y="10795"/>
                  </a:cubicBezTo>
                  <a:cubicBezTo>
                    <a:pt x="3288" y="12682"/>
                    <a:pt x="2668" y="14611"/>
                    <a:pt x="2158" y="16569"/>
                  </a:cubicBezTo>
                  <a:cubicBezTo>
                    <a:pt x="1881" y="17646"/>
                    <a:pt x="1656" y="18616"/>
                    <a:pt x="1476" y="19523"/>
                  </a:cubicBezTo>
                  <a:cubicBezTo>
                    <a:pt x="1271" y="20512"/>
                    <a:pt x="1104" y="21508"/>
                    <a:pt x="977" y="22477"/>
                  </a:cubicBezTo>
                  <a:lnTo>
                    <a:pt x="66" y="22314"/>
                  </a:lnTo>
                  <a:lnTo>
                    <a:pt x="69" y="22311"/>
                  </a:lnTo>
                  <a:cubicBezTo>
                    <a:pt x="223" y="21318"/>
                    <a:pt x="409" y="20339"/>
                    <a:pt x="647" y="19324"/>
                  </a:cubicBezTo>
                  <a:cubicBezTo>
                    <a:pt x="853" y="18410"/>
                    <a:pt x="1101" y="17441"/>
                    <a:pt x="1408" y="16360"/>
                  </a:cubicBezTo>
                  <a:cubicBezTo>
                    <a:pt x="1972" y="14399"/>
                    <a:pt x="2645" y="12470"/>
                    <a:pt x="3425" y="10583"/>
                  </a:cubicBezTo>
                  <a:cubicBezTo>
                    <a:pt x="4140" y="8830"/>
                    <a:pt x="5041" y="7032"/>
                    <a:pt x="6180" y="5086"/>
                  </a:cubicBezTo>
                  <a:lnTo>
                    <a:pt x="7009" y="3771"/>
                  </a:lnTo>
                  <a:cubicBezTo>
                    <a:pt x="7136" y="3555"/>
                    <a:pt x="7293" y="3343"/>
                    <a:pt x="7440" y="3141"/>
                  </a:cubicBezTo>
                  <a:lnTo>
                    <a:pt x="8367" y="1865"/>
                  </a:lnTo>
                  <a:cubicBezTo>
                    <a:pt x="8465" y="1728"/>
                    <a:pt x="8572" y="1597"/>
                    <a:pt x="8683" y="1473"/>
                  </a:cubicBezTo>
                  <a:cubicBezTo>
                    <a:pt x="8742" y="1401"/>
                    <a:pt x="8807" y="1329"/>
                    <a:pt x="8866" y="1258"/>
                  </a:cubicBezTo>
                  <a:lnTo>
                    <a:pt x="9868" y="73"/>
                  </a:lnTo>
                  <a:close/>
                  <a:moveTo>
                    <a:pt x="9859" y="0"/>
                  </a:moveTo>
                  <a:cubicBezTo>
                    <a:pt x="9851" y="0"/>
                    <a:pt x="9844" y="4"/>
                    <a:pt x="9839" y="11"/>
                  </a:cubicBezTo>
                  <a:lnTo>
                    <a:pt x="8817" y="1218"/>
                  </a:lnTo>
                  <a:cubicBezTo>
                    <a:pt x="8758" y="1290"/>
                    <a:pt x="8696" y="1362"/>
                    <a:pt x="8638" y="1431"/>
                  </a:cubicBezTo>
                  <a:cubicBezTo>
                    <a:pt x="8527" y="1561"/>
                    <a:pt x="8412" y="1692"/>
                    <a:pt x="8318" y="1829"/>
                  </a:cubicBezTo>
                  <a:lnTo>
                    <a:pt x="7397" y="3095"/>
                  </a:lnTo>
                  <a:lnTo>
                    <a:pt x="7391" y="3102"/>
                  </a:lnTo>
                  <a:cubicBezTo>
                    <a:pt x="7241" y="3307"/>
                    <a:pt x="7087" y="3520"/>
                    <a:pt x="6957" y="3738"/>
                  </a:cubicBezTo>
                  <a:lnTo>
                    <a:pt x="6128" y="5054"/>
                  </a:lnTo>
                  <a:cubicBezTo>
                    <a:pt x="4988" y="7002"/>
                    <a:pt x="4084" y="8804"/>
                    <a:pt x="3366" y="10560"/>
                  </a:cubicBezTo>
                  <a:cubicBezTo>
                    <a:pt x="2589" y="12450"/>
                    <a:pt x="1914" y="14379"/>
                    <a:pt x="1349" y="16344"/>
                  </a:cubicBezTo>
                  <a:cubicBezTo>
                    <a:pt x="1042" y="17424"/>
                    <a:pt x="791" y="18397"/>
                    <a:pt x="588" y="19311"/>
                  </a:cubicBezTo>
                  <a:cubicBezTo>
                    <a:pt x="347" y="20339"/>
                    <a:pt x="158" y="21328"/>
                    <a:pt x="1" y="22333"/>
                  </a:cubicBezTo>
                  <a:cubicBezTo>
                    <a:pt x="1" y="22350"/>
                    <a:pt x="11" y="22366"/>
                    <a:pt x="27" y="22369"/>
                  </a:cubicBezTo>
                  <a:lnTo>
                    <a:pt x="996" y="22546"/>
                  </a:lnTo>
                  <a:lnTo>
                    <a:pt x="1003" y="22546"/>
                  </a:lnTo>
                  <a:cubicBezTo>
                    <a:pt x="1010" y="22546"/>
                    <a:pt x="1016" y="22542"/>
                    <a:pt x="1023" y="22539"/>
                  </a:cubicBezTo>
                  <a:cubicBezTo>
                    <a:pt x="1029" y="22533"/>
                    <a:pt x="1032" y="22526"/>
                    <a:pt x="1032" y="22519"/>
                  </a:cubicBezTo>
                  <a:cubicBezTo>
                    <a:pt x="1160" y="21537"/>
                    <a:pt x="1329" y="20535"/>
                    <a:pt x="1535" y="19536"/>
                  </a:cubicBezTo>
                  <a:cubicBezTo>
                    <a:pt x="1718" y="18629"/>
                    <a:pt x="1940" y="17663"/>
                    <a:pt x="2217" y="16585"/>
                  </a:cubicBezTo>
                  <a:cubicBezTo>
                    <a:pt x="2726" y="14627"/>
                    <a:pt x="3347" y="12705"/>
                    <a:pt x="4074" y="10818"/>
                  </a:cubicBezTo>
                  <a:cubicBezTo>
                    <a:pt x="4737" y="9065"/>
                    <a:pt x="5586" y="7267"/>
                    <a:pt x="6666" y="5315"/>
                  </a:cubicBezTo>
                  <a:lnTo>
                    <a:pt x="7453" y="3996"/>
                  </a:lnTo>
                  <a:cubicBezTo>
                    <a:pt x="7577" y="3777"/>
                    <a:pt x="7724" y="3569"/>
                    <a:pt x="7864" y="3363"/>
                  </a:cubicBezTo>
                  <a:lnTo>
                    <a:pt x="8749" y="2083"/>
                  </a:lnTo>
                  <a:cubicBezTo>
                    <a:pt x="8843" y="1946"/>
                    <a:pt x="8944" y="1816"/>
                    <a:pt x="9052" y="1688"/>
                  </a:cubicBezTo>
                  <a:cubicBezTo>
                    <a:pt x="9111" y="1617"/>
                    <a:pt x="9170" y="1545"/>
                    <a:pt x="9225" y="1473"/>
                  </a:cubicBezTo>
                  <a:lnTo>
                    <a:pt x="10204" y="259"/>
                  </a:lnTo>
                  <a:cubicBezTo>
                    <a:pt x="10217" y="246"/>
                    <a:pt x="10214" y="223"/>
                    <a:pt x="10198" y="213"/>
                  </a:cubicBezTo>
                  <a:lnTo>
                    <a:pt x="9878" y="7"/>
                  </a:lnTo>
                  <a:cubicBezTo>
                    <a:pt x="9872" y="3"/>
                    <a:pt x="9865" y="0"/>
                    <a:pt x="9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69"/>
            <p:cNvSpPr/>
            <p:nvPr/>
          </p:nvSpPr>
          <p:spPr>
            <a:xfrm rot="2415138">
              <a:off x="700891" y="686707"/>
              <a:ext cx="911461" cy="460229"/>
            </a:xfrm>
            <a:custGeom>
              <a:avLst/>
              <a:gdLst/>
              <a:ahLst/>
              <a:cxnLst/>
              <a:rect l="l" t="t" r="r" b="b"/>
              <a:pathLst>
                <a:path w="15701" h="7928" extrusionOk="0">
                  <a:moveTo>
                    <a:pt x="4509" y="1"/>
                  </a:moveTo>
                  <a:cubicBezTo>
                    <a:pt x="3024" y="1"/>
                    <a:pt x="1799" y="317"/>
                    <a:pt x="1006" y="784"/>
                  </a:cubicBezTo>
                  <a:cubicBezTo>
                    <a:pt x="438" y="1124"/>
                    <a:pt x="79" y="1643"/>
                    <a:pt x="667" y="2204"/>
                  </a:cubicBezTo>
                  <a:cubicBezTo>
                    <a:pt x="1039" y="2557"/>
                    <a:pt x="1603" y="2664"/>
                    <a:pt x="1972" y="2961"/>
                  </a:cubicBezTo>
                  <a:cubicBezTo>
                    <a:pt x="1607" y="3343"/>
                    <a:pt x="1068" y="3601"/>
                    <a:pt x="683" y="3973"/>
                  </a:cubicBezTo>
                  <a:cubicBezTo>
                    <a:pt x="624" y="4029"/>
                    <a:pt x="569" y="4087"/>
                    <a:pt x="520" y="4146"/>
                  </a:cubicBezTo>
                  <a:cubicBezTo>
                    <a:pt x="210" y="4499"/>
                    <a:pt x="1" y="4926"/>
                    <a:pt x="46" y="5390"/>
                  </a:cubicBezTo>
                  <a:cubicBezTo>
                    <a:pt x="197" y="6862"/>
                    <a:pt x="2576" y="7482"/>
                    <a:pt x="3944" y="7733"/>
                  </a:cubicBezTo>
                  <a:cubicBezTo>
                    <a:pt x="4683" y="7869"/>
                    <a:pt x="5413" y="7928"/>
                    <a:pt x="6123" y="7928"/>
                  </a:cubicBezTo>
                  <a:cubicBezTo>
                    <a:pt x="10219" y="7928"/>
                    <a:pt x="13636" y="5983"/>
                    <a:pt x="14075" y="5752"/>
                  </a:cubicBezTo>
                  <a:cubicBezTo>
                    <a:pt x="14281" y="5643"/>
                    <a:pt x="14583" y="5611"/>
                    <a:pt x="14871" y="5611"/>
                  </a:cubicBezTo>
                  <a:cubicBezTo>
                    <a:pt x="15301" y="5611"/>
                    <a:pt x="15701" y="5684"/>
                    <a:pt x="15701" y="5684"/>
                  </a:cubicBezTo>
                  <a:cubicBezTo>
                    <a:pt x="13716" y="3435"/>
                    <a:pt x="11598" y="1982"/>
                    <a:pt x="9584" y="1111"/>
                  </a:cubicBezTo>
                  <a:cubicBezTo>
                    <a:pt x="9193" y="1193"/>
                    <a:pt x="8797" y="1233"/>
                    <a:pt x="8400" y="1233"/>
                  </a:cubicBezTo>
                  <a:cubicBezTo>
                    <a:pt x="8356" y="1233"/>
                    <a:pt x="8312" y="1232"/>
                    <a:pt x="8269" y="1231"/>
                  </a:cubicBezTo>
                  <a:cubicBezTo>
                    <a:pt x="6973" y="1212"/>
                    <a:pt x="5886" y="836"/>
                    <a:pt x="5840" y="393"/>
                  </a:cubicBezTo>
                  <a:cubicBezTo>
                    <a:pt x="5827" y="288"/>
                    <a:pt x="5876" y="187"/>
                    <a:pt x="5974" y="99"/>
                  </a:cubicBezTo>
                  <a:cubicBezTo>
                    <a:pt x="5464" y="32"/>
                    <a:pt x="4973" y="1"/>
                    <a:pt x="450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69"/>
            <p:cNvSpPr/>
            <p:nvPr/>
          </p:nvSpPr>
          <p:spPr>
            <a:xfrm rot="2415138">
              <a:off x="699235" y="685310"/>
              <a:ext cx="915408" cy="463712"/>
            </a:xfrm>
            <a:custGeom>
              <a:avLst/>
              <a:gdLst/>
              <a:ahLst/>
              <a:cxnLst/>
              <a:rect l="l" t="t" r="r" b="b"/>
              <a:pathLst>
                <a:path w="15769" h="7988" extrusionOk="0">
                  <a:moveTo>
                    <a:pt x="4552" y="60"/>
                  </a:moveTo>
                  <a:cubicBezTo>
                    <a:pt x="5002" y="60"/>
                    <a:pt x="5467" y="89"/>
                    <a:pt x="5938" y="147"/>
                  </a:cubicBezTo>
                  <a:cubicBezTo>
                    <a:pt x="5866" y="222"/>
                    <a:pt x="5827" y="324"/>
                    <a:pt x="5837" y="425"/>
                  </a:cubicBezTo>
                  <a:cubicBezTo>
                    <a:pt x="5889" y="888"/>
                    <a:pt x="6966" y="1270"/>
                    <a:pt x="8295" y="1290"/>
                  </a:cubicBezTo>
                  <a:cubicBezTo>
                    <a:pt x="8347" y="1291"/>
                    <a:pt x="8399" y="1292"/>
                    <a:pt x="8452" y="1292"/>
                  </a:cubicBezTo>
                  <a:cubicBezTo>
                    <a:pt x="8840" y="1292"/>
                    <a:pt x="9227" y="1250"/>
                    <a:pt x="9610" y="1172"/>
                  </a:cubicBezTo>
                  <a:cubicBezTo>
                    <a:pt x="11813" y="2129"/>
                    <a:pt x="13843" y="3640"/>
                    <a:pt x="15648" y="5670"/>
                  </a:cubicBezTo>
                  <a:cubicBezTo>
                    <a:pt x="15507" y="5648"/>
                    <a:pt x="15211" y="5610"/>
                    <a:pt x="14898" y="5610"/>
                  </a:cubicBezTo>
                  <a:cubicBezTo>
                    <a:pt x="14605" y="5610"/>
                    <a:pt x="14298" y="5643"/>
                    <a:pt x="14085" y="5755"/>
                  </a:cubicBezTo>
                  <a:lnTo>
                    <a:pt x="14010" y="5794"/>
                  </a:lnTo>
                  <a:cubicBezTo>
                    <a:pt x="12698" y="6500"/>
                    <a:pt x="9620" y="7925"/>
                    <a:pt x="6129" y="7925"/>
                  </a:cubicBezTo>
                  <a:cubicBezTo>
                    <a:pt x="5425" y="7925"/>
                    <a:pt x="4703" y="7867"/>
                    <a:pt x="3976" y="7733"/>
                  </a:cubicBezTo>
                  <a:cubicBezTo>
                    <a:pt x="2285" y="7423"/>
                    <a:pt x="239" y="6770"/>
                    <a:pt x="102" y="5416"/>
                  </a:cubicBezTo>
                  <a:cubicBezTo>
                    <a:pt x="50" y="4906"/>
                    <a:pt x="327" y="4469"/>
                    <a:pt x="565" y="4195"/>
                  </a:cubicBezTo>
                  <a:cubicBezTo>
                    <a:pt x="618" y="4139"/>
                    <a:pt x="673" y="4081"/>
                    <a:pt x="728" y="4025"/>
                  </a:cubicBezTo>
                  <a:cubicBezTo>
                    <a:pt x="911" y="3849"/>
                    <a:pt x="1133" y="3695"/>
                    <a:pt x="1345" y="3549"/>
                  </a:cubicBezTo>
                  <a:cubicBezTo>
                    <a:pt x="1584" y="3385"/>
                    <a:pt x="1828" y="3216"/>
                    <a:pt x="2021" y="3013"/>
                  </a:cubicBezTo>
                  <a:cubicBezTo>
                    <a:pt x="2028" y="3007"/>
                    <a:pt x="2031" y="2997"/>
                    <a:pt x="2031" y="2990"/>
                  </a:cubicBezTo>
                  <a:cubicBezTo>
                    <a:pt x="2031" y="2981"/>
                    <a:pt x="2024" y="2974"/>
                    <a:pt x="2018" y="2968"/>
                  </a:cubicBezTo>
                  <a:cubicBezTo>
                    <a:pt x="1848" y="2830"/>
                    <a:pt x="1642" y="2736"/>
                    <a:pt x="1424" y="2635"/>
                  </a:cubicBezTo>
                  <a:cubicBezTo>
                    <a:pt x="1172" y="2520"/>
                    <a:pt x="915" y="2400"/>
                    <a:pt x="715" y="2210"/>
                  </a:cubicBezTo>
                  <a:cubicBezTo>
                    <a:pt x="500" y="2008"/>
                    <a:pt x="405" y="1796"/>
                    <a:pt x="428" y="1587"/>
                  </a:cubicBezTo>
                  <a:cubicBezTo>
                    <a:pt x="458" y="1326"/>
                    <a:pt x="680" y="1061"/>
                    <a:pt x="1052" y="843"/>
                  </a:cubicBezTo>
                  <a:cubicBezTo>
                    <a:pt x="1912" y="332"/>
                    <a:pt x="3163" y="60"/>
                    <a:pt x="4552" y="60"/>
                  </a:cubicBezTo>
                  <a:close/>
                  <a:moveTo>
                    <a:pt x="4554" y="1"/>
                  </a:moveTo>
                  <a:cubicBezTo>
                    <a:pt x="3151" y="1"/>
                    <a:pt x="1889" y="275"/>
                    <a:pt x="1019" y="790"/>
                  </a:cubicBezTo>
                  <a:cubicBezTo>
                    <a:pt x="631" y="1019"/>
                    <a:pt x="399" y="1300"/>
                    <a:pt x="366" y="1580"/>
                  </a:cubicBezTo>
                  <a:cubicBezTo>
                    <a:pt x="340" y="1809"/>
                    <a:pt x="441" y="2037"/>
                    <a:pt x="673" y="2256"/>
                  </a:cubicBezTo>
                  <a:cubicBezTo>
                    <a:pt x="879" y="2452"/>
                    <a:pt x="1143" y="2573"/>
                    <a:pt x="1398" y="2690"/>
                  </a:cubicBezTo>
                  <a:cubicBezTo>
                    <a:pt x="1600" y="2781"/>
                    <a:pt x="1793" y="2873"/>
                    <a:pt x="1953" y="2994"/>
                  </a:cubicBezTo>
                  <a:cubicBezTo>
                    <a:pt x="1766" y="3180"/>
                    <a:pt x="1535" y="3343"/>
                    <a:pt x="1309" y="3496"/>
                  </a:cubicBezTo>
                  <a:cubicBezTo>
                    <a:pt x="1094" y="3646"/>
                    <a:pt x="872" y="3800"/>
                    <a:pt x="686" y="3979"/>
                  </a:cubicBezTo>
                  <a:cubicBezTo>
                    <a:pt x="627" y="4038"/>
                    <a:pt x="572" y="4097"/>
                    <a:pt x="520" y="4156"/>
                  </a:cubicBezTo>
                  <a:cubicBezTo>
                    <a:pt x="164" y="4560"/>
                    <a:pt x="1" y="4998"/>
                    <a:pt x="40" y="5419"/>
                  </a:cubicBezTo>
                  <a:cubicBezTo>
                    <a:pt x="183" y="6809"/>
                    <a:pt x="2250" y="7478"/>
                    <a:pt x="3963" y="7792"/>
                  </a:cubicBezTo>
                  <a:cubicBezTo>
                    <a:pt x="4671" y="7922"/>
                    <a:pt x="5387" y="7988"/>
                    <a:pt x="6104" y="7988"/>
                  </a:cubicBezTo>
                  <a:cubicBezTo>
                    <a:pt x="6122" y="7988"/>
                    <a:pt x="6139" y="7988"/>
                    <a:pt x="6157" y="7988"/>
                  </a:cubicBezTo>
                  <a:cubicBezTo>
                    <a:pt x="7550" y="7988"/>
                    <a:pt x="9006" y="7762"/>
                    <a:pt x="10511" y="7312"/>
                  </a:cubicBezTo>
                  <a:cubicBezTo>
                    <a:pt x="11732" y="6943"/>
                    <a:pt x="12913" y="6454"/>
                    <a:pt x="14039" y="5846"/>
                  </a:cubicBezTo>
                  <a:lnTo>
                    <a:pt x="14114" y="5804"/>
                  </a:lnTo>
                  <a:cubicBezTo>
                    <a:pt x="14313" y="5700"/>
                    <a:pt x="14607" y="5668"/>
                    <a:pt x="14890" y="5668"/>
                  </a:cubicBezTo>
                  <a:cubicBezTo>
                    <a:pt x="15316" y="5668"/>
                    <a:pt x="15716" y="5740"/>
                    <a:pt x="15723" y="5742"/>
                  </a:cubicBezTo>
                  <a:cubicBezTo>
                    <a:pt x="15725" y="5742"/>
                    <a:pt x="15726" y="5742"/>
                    <a:pt x="15727" y="5742"/>
                  </a:cubicBezTo>
                  <a:cubicBezTo>
                    <a:pt x="15751" y="5742"/>
                    <a:pt x="15768" y="5711"/>
                    <a:pt x="15750" y="5690"/>
                  </a:cubicBezTo>
                  <a:cubicBezTo>
                    <a:pt x="13925" y="3620"/>
                    <a:pt x="11862" y="2076"/>
                    <a:pt x="9623" y="1107"/>
                  </a:cubicBezTo>
                  <a:cubicBezTo>
                    <a:pt x="9620" y="1105"/>
                    <a:pt x="9616" y="1105"/>
                    <a:pt x="9613" y="1105"/>
                  </a:cubicBezTo>
                  <a:cubicBezTo>
                    <a:pt x="9610" y="1105"/>
                    <a:pt x="9607" y="1105"/>
                    <a:pt x="9603" y="1107"/>
                  </a:cubicBezTo>
                  <a:cubicBezTo>
                    <a:pt x="9213" y="1190"/>
                    <a:pt x="8817" y="1232"/>
                    <a:pt x="8419" y="1232"/>
                  </a:cubicBezTo>
                  <a:cubicBezTo>
                    <a:pt x="8377" y="1232"/>
                    <a:pt x="8336" y="1232"/>
                    <a:pt x="8295" y="1231"/>
                  </a:cubicBezTo>
                  <a:cubicBezTo>
                    <a:pt x="7018" y="1208"/>
                    <a:pt x="5941" y="846"/>
                    <a:pt x="5895" y="418"/>
                  </a:cubicBezTo>
                  <a:cubicBezTo>
                    <a:pt x="5886" y="327"/>
                    <a:pt x="5928" y="236"/>
                    <a:pt x="6023" y="147"/>
                  </a:cubicBezTo>
                  <a:cubicBezTo>
                    <a:pt x="6042" y="131"/>
                    <a:pt x="6033" y="98"/>
                    <a:pt x="6006" y="95"/>
                  </a:cubicBezTo>
                  <a:cubicBezTo>
                    <a:pt x="5513" y="32"/>
                    <a:pt x="5025" y="1"/>
                    <a:pt x="4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69"/>
            <p:cNvSpPr/>
            <p:nvPr/>
          </p:nvSpPr>
          <p:spPr>
            <a:xfrm rot="2415138">
              <a:off x="517636" y="1587744"/>
              <a:ext cx="267790" cy="283289"/>
            </a:xfrm>
            <a:custGeom>
              <a:avLst/>
              <a:gdLst/>
              <a:ahLst/>
              <a:cxnLst/>
              <a:rect l="l" t="t" r="r" b="b"/>
              <a:pathLst>
                <a:path w="4613" h="4880" extrusionOk="0">
                  <a:moveTo>
                    <a:pt x="2491" y="3724"/>
                  </a:moveTo>
                  <a:cubicBezTo>
                    <a:pt x="3115" y="3966"/>
                    <a:pt x="3673" y="4880"/>
                    <a:pt x="3673" y="4880"/>
                  </a:cubicBezTo>
                  <a:cubicBezTo>
                    <a:pt x="4077" y="3731"/>
                    <a:pt x="4613" y="1518"/>
                    <a:pt x="4355" y="0"/>
                  </a:cubicBezTo>
                  <a:cubicBezTo>
                    <a:pt x="3053" y="1120"/>
                    <a:pt x="1202" y="2774"/>
                    <a:pt x="1" y="2644"/>
                  </a:cubicBezTo>
                  <a:cubicBezTo>
                    <a:pt x="810" y="3045"/>
                    <a:pt x="1642" y="3408"/>
                    <a:pt x="2491" y="3724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69"/>
            <p:cNvSpPr/>
            <p:nvPr/>
          </p:nvSpPr>
          <p:spPr>
            <a:xfrm rot="2415138">
              <a:off x="491745" y="1180461"/>
              <a:ext cx="390046" cy="661899"/>
            </a:xfrm>
            <a:custGeom>
              <a:avLst/>
              <a:gdLst/>
              <a:ahLst/>
              <a:cxnLst/>
              <a:rect l="l" t="t" r="r" b="b"/>
              <a:pathLst>
                <a:path w="6719" h="11402" extrusionOk="0">
                  <a:moveTo>
                    <a:pt x="43" y="1"/>
                  </a:moveTo>
                  <a:lnTo>
                    <a:pt x="1" y="46"/>
                  </a:lnTo>
                  <a:cubicBezTo>
                    <a:pt x="14" y="56"/>
                    <a:pt x="1424" y="1310"/>
                    <a:pt x="2942" y="3327"/>
                  </a:cubicBezTo>
                  <a:cubicBezTo>
                    <a:pt x="4342" y="5187"/>
                    <a:pt x="6121" y="8099"/>
                    <a:pt x="6659" y="11402"/>
                  </a:cubicBezTo>
                  <a:lnTo>
                    <a:pt x="6718" y="11392"/>
                  </a:lnTo>
                  <a:cubicBezTo>
                    <a:pt x="6180" y="8076"/>
                    <a:pt x="4394" y="5155"/>
                    <a:pt x="2991" y="3288"/>
                  </a:cubicBezTo>
                  <a:cubicBezTo>
                    <a:pt x="1470" y="1267"/>
                    <a:pt x="56" y="1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69"/>
            <p:cNvSpPr/>
            <p:nvPr/>
          </p:nvSpPr>
          <p:spPr>
            <a:xfrm rot="2415138">
              <a:off x="861359" y="912510"/>
              <a:ext cx="707585" cy="151920"/>
            </a:xfrm>
            <a:custGeom>
              <a:avLst/>
              <a:gdLst/>
              <a:ahLst/>
              <a:cxnLst/>
              <a:rect l="l" t="t" r="r" b="b"/>
              <a:pathLst>
                <a:path w="12189" h="2617" extrusionOk="0">
                  <a:moveTo>
                    <a:pt x="4950" y="0"/>
                  </a:moveTo>
                  <a:cubicBezTo>
                    <a:pt x="3458" y="0"/>
                    <a:pt x="1790" y="305"/>
                    <a:pt x="1" y="1122"/>
                  </a:cubicBezTo>
                  <a:lnTo>
                    <a:pt x="12188" y="2617"/>
                  </a:lnTo>
                  <a:cubicBezTo>
                    <a:pt x="12188" y="2617"/>
                    <a:pt x="9323" y="0"/>
                    <a:pt x="4950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69"/>
            <p:cNvSpPr/>
            <p:nvPr/>
          </p:nvSpPr>
          <p:spPr>
            <a:xfrm rot="2415138">
              <a:off x="36575" y="956703"/>
              <a:ext cx="523795" cy="698297"/>
            </a:xfrm>
            <a:custGeom>
              <a:avLst/>
              <a:gdLst/>
              <a:ahLst/>
              <a:cxnLst/>
              <a:rect l="l" t="t" r="r" b="b"/>
              <a:pathLst>
                <a:path w="9023" h="12029" extrusionOk="0">
                  <a:moveTo>
                    <a:pt x="8774" y="0"/>
                  </a:moveTo>
                  <a:cubicBezTo>
                    <a:pt x="7635" y="692"/>
                    <a:pt x="6515" y="1423"/>
                    <a:pt x="5579" y="2305"/>
                  </a:cubicBezTo>
                  <a:lnTo>
                    <a:pt x="5216" y="2625"/>
                  </a:lnTo>
                  <a:cubicBezTo>
                    <a:pt x="5096" y="2736"/>
                    <a:pt x="4991" y="2853"/>
                    <a:pt x="4880" y="2967"/>
                  </a:cubicBezTo>
                  <a:lnTo>
                    <a:pt x="4214" y="3653"/>
                  </a:lnTo>
                  <a:cubicBezTo>
                    <a:pt x="3813" y="4139"/>
                    <a:pt x="3385" y="4612"/>
                    <a:pt x="3036" y="5125"/>
                  </a:cubicBezTo>
                  <a:cubicBezTo>
                    <a:pt x="2302" y="6127"/>
                    <a:pt x="1675" y="7201"/>
                    <a:pt x="1162" y="8330"/>
                  </a:cubicBezTo>
                  <a:lnTo>
                    <a:pt x="800" y="9179"/>
                  </a:lnTo>
                  <a:cubicBezTo>
                    <a:pt x="692" y="9466"/>
                    <a:pt x="581" y="9753"/>
                    <a:pt x="484" y="10044"/>
                  </a:cubicBezTo>
                  <a:cubicBezTo>
                    <a:pt x="281" y="10631"/>
                    <a:pt x="121" y="11232"/>
                    <a:pt x="0" y="11842"/>
                  </a:cubicBezTo>
                  <a:lnTo>
                    <a:pt x="970" y="12028"/>
                  </a:lnTo>
                  <a:cubicBezTo>
                    <a:pt x="1061" y="11447"/>
                    <a:pt x="1192" y="10873"/>
                    <a:pt x="1358" y="10311"/>
                  </a:cubicBezTo>
                  <a:cubicBezTo>
                    <a:pt x="1440" y="10024"/>
                    <a:pt x="1538" y="9743"/>
                    <a:pt x="1629" y="9460"/>
                  </a:cubicBezTo>
                  <a:lnTo>
                    <a:pt x="1946" y="8624"/>
                  </a:lnTo>
                  <a:cubicBezTo>
                    <a:pt x="2400" y="7511"/>
                    <a:pt x="2964" y="6447"/>
                    <a:pt x="3637" y="5448"/>
                  </a:cubicBezTo>
                  <a:cubicBezTo>
                    <a:pt x="3956" y="4936"/>
                    <a:pt x="4351" y="4462"/>
                    <a:pt x="4720" y="3976"/>
                  </a:cubicBezTo>
                  <a:lnTo>
                    <a:pt x="5340" y="3284"/>
                  </a:lnTo>
                  <a:cubicBezTo>
                    <a:pt x="5448" y="3170"/>
                    <a:pt x="5546" y="3052"/>
                    <a:pt x="5657" y="2941"/>
                  </a:cubicBezTo>
                  <a:lnTo>
                    <a:pt x="5996" y="2618"/>
                  </a:lnTo>
                  <a:cubicBezTo>
                    <a:pt x="6874" y="1727"/>
                    <a:pt x="7935" y="980"/>
                    <a:pt x="9022" y="265"/>
                  </a:cubicBezTo>
                  <a:lnTo>
                    <a:pt x="8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69"/>
            <p:cNvSpPr/>
            <p:nvPr/>
          </p:nvSpPr>
          <p:spPr>
            <a:xfrm rot="2415138">
              <a:off x="34760" y="954745"/>
              <a:ext cx="527569" cy="701954"/>
            </a:xfrm>
            <a:custGeom>
              <a:avLst/>
              <a:gdLst/>
              <a:ahLst/>
              <a:cxnLst/>
              <a:rect l="l" t="t" r="r" b="b"/>
              <a:pathLst>
                <a:path w="9088" h="12092" extrusionOk="0">
                  <a:moveTo>
                    <a:pt x="8801" y="67"/>
                  </a:moveTo>
                  <a:lnTo>
                    <a:pt x="9006" y="289"/>
                  </a:lnTo>
                  <a:cubicBezTo>
                    <a:pt x="7968" y="971"/>
                    <a:pt x="6891" y="1725"/>
                    <a:pt x="6007" y="2623"/>
                  </a:cubicBezTo>
                  <a:lnTo>
                    <a:pt x="5667" y="2949"/>
                  </a:lnTo>
                  <a:cubicBezTo>
                    <a:pt x="5595" y="3021"/>
                    <a:pt x="5527" y="3099"/>
                    <a:pt x="5462" y="3171"/>
                  </a:cubicBezTo>
                  <a:cubicBezTo>
                    <a:pt x="5426" y="3214"/>
                    <a:pt x="5390" y="3253"/>
                    <a:pt x="5351" y="3295"/>
                  </a:cubicBezTo>
                  <a:lnTo>
                    <a:pt x="4730" y="3987"/>
                  </a:lnTo>
                  <a:cubicBezTo>
                    <a:pt x="4636" y="4114"/>
                    <a:pt x="4538" y="4242"/>
                    <a:pt x="4440" y="4362"/>
                  </a:cubicBezTo>
                  <a:cubicBezTo>
                    <a:pt x="4166" y="4718"/>
                    <a:pt x="3882" y="5081"/>
                    <a:pt x="3643" y="5466"/>
                  </a:cubicBezTo>
                  <a:cubicBezTo>
                    <a:pt x="2971" y="6464"/>
                    <a:pt x="2403" y="7532"/>
                    <a:pt x="1949" y="8648"/>
                  </a:cubicBezTo>
                  <a:lnTo>
                    <a:pt x="1633" y="9484"/>
                  </a:lnTo>
                  <a:lnTo>
                    <a:pt x="1558" y="9719"/>
                  </a:lnTo>
                  <a:cubicBezTo>
                    <a:pt x="1489" y="9921"/>
                    <a:pt x="1421" y="10127"/>
                    <a:pt x="1362" y="10332"/>
                  </a:cubicBezTo>
                  <a:cubicBezTo>
                    <a:pt x="1195" y="10887"/>
                    <a:pt x="1068" y="11452"/>
                    <a:pt x="977" y="12023"/>
                  </a:cubicBezTo>
                  <a:lnTo>
                    <a:pt x="69" y="11850"/>
                  </a:lnTo>
                  <a:cubicBezTo>
                    <a:pt x="187" y="11250"/>
                    <a:pt x="347" y="10659"/>
                    <a:pt x="543" y="10081"/>
                  </a:cubicBezTo>
                  <a:cubicBezTo>
                    <a:pt x="614" y="9869"/>
                    <a:pt x="696" y="9653"/>
                    <a:pt x="774" y="9445"/>
                  </a:cubicBezTo>
                  <a:cubicBezTo>
                    <a:pt x="804" y="9369"/>
                    <a:pt x="833" y="9294"/>
                    <a:pt x="859" y="9219"/>
                  </a:cubicBezTo>
                  <a:lnTo>
                    <a:pt x="1222" y="8371"/>
                  </a:lnTo>
                  <a:cubicBezTo>
                    <a:pt x="1734" y="7245"/>
                    <a:pt x="2361" y="6171"/>
                    <a:pt x="3092" y="5172"/>
                  </a:cubicBezTo>
                  <a:cubicBezTo>
                    <a:pt x="3353" y="4787"/>
                    <a:pt x="3663" y="4421"/>
                    <a:pt x="3963" y="4065"/>
                  </a:cubicBezTo>
                  <a:cubicBezTo>
                    <a:pt x="4061" y="3948"/>
                    <a:pt x="4169" y="3824"/>
                    <a:pt x="4267" y="3703"/>
                  </a:cubicBezTo>
                  <a:lnTo>
                    <a:pt x="4933" y="3018"/>
                  </a:lnTo>
                  <a:cubicBezTo>
                    <a:pt x="4972" y="2975"/>
                    <a:pt x="5008" y="2936"/>
                    <a:pt x="5050" y="2894"/>
                  </a:cubicBezTo>
                  <a:cubicBezTo>
                    <a:pt x="5119" y="2822"/>
                    <a:pt x="5191" y="2747"/>
                    <a:pt x="5266" y="2678"/>
                  </a:cubicBezTo>
                  <a:lnTo>
                    <a:pt x="5631" y="2355"/>
                  </a:lnTo>
                  <a:cubicBezTo>
                    <a:pt x="6581" y="1461"/>
                    <a:pt x="7714" y="726"/>
                    <a:pt x="8801" y="67"/>
                  </a:cubicBezTo>
                  <a:close/>
                  <a:moveTo>
                    <a:pt x="8808" y="1"/>
                  </a:moveTo>
                  <a:cubicBezTo>
                    <a:pt x="8802" y="1"/>
                    <a:pt x="8796" y="2"/>
                    <a:pt x="8791" y="5"/>
                  </a:cubicBezTo>
                  <a:cubicBezTo>
                    <a:pt x="7697" y="671"/>
                    <a:pt x="6548" y="1412"/>
                    <a:pt x="5592" y="2316"/>
                  </a:cubicBezTo>
                  <a:lnTo>
                    <a:pt x="5227" y="2636"/>
                  </a:lnTo>
                  <a:cubicBezTo>
                    <a:pt x="5151" y="2708"/>
                    <a:pt x="5076" y="2783"/>
                    <a:pt x="5008" y="2854"/>
                  </a:cubicBezTo>
                  <a:cubicBezTo>
                    <a:pt x="4969" y="2897"/>
                    <a:pt x="4929" y="2936"/>
                    <a:pt x="4890" y="2979"/>
                  </a:cubicBezTo>
                  <a:lnTo>
                    <a:pt x="4221" y="3667"/>
                  </a:lnTo>
                  <a:cubicBezTo>
                    <a:pt x="4123" y="3788"/>
                    <a:pt x="4019" y="3912"/>
                    <a:pt x="3918" y="4030"/>
                  </a:cubicBezTo>
                  <a:cubicBezTo>
                    <a:pt x="3617" y="4385"/>
                    <a:pt x="3307" y="4754"/>
                    <a:pt x="3043" y="5143"/>
                  </a:cubicBezTo>
                  <a:cubicBezTo>
                    <a:pt x="2308" y="6145"/>
                    <a:pt x="1682" y="7218"/>
                    <a:pt x="1166" y="8351"/>
                  </a:cubicBezTo>
                  <a:lnTo>
                    <a:pt x="804" y="9200"/>
                  </a:lnTo>
                  <a:cubicBezTo>
                    <a:pt x="774" y="9278"/>
                    <a:pt x="748" y="9353"/>
                    <a:pt x="719" y="9428"/>
                  </a:cubicBezTo>
                  <a:cubicBezTo>
                    <a:pt x="641" y="9637"/>
                    <a:pt x="559" y="9853"/>
                    <a:pt x="487" y="10068"/>
                  </a:cubicBezTo>
                  <a:cubicBezTo>
                    <a:pt x="285" y="10655"/>
                    <a:pt x="122" y="11256"/>
                    <a:pt x="4" y="11870"/>
                  </a:cubicBezTo>
                  <a:cubicBezTo>
                    <a:pt x="1" y="11886"/>
                    <a:pt x="11" y="11902"/>
                    <a:pt x="27" y="11906"/>
                  </a:cubicBezTo>
                  <a:lnTo>
                    <a:pt x="996" y="12092"/>
                  </a:lnTo>
                  <a:lnTo>
                    <a:pt x="1003" y="12092"/>
                  </a:lnTo>
                  <a:cubicBezTo>
                    <a:pt x="1009" y="12092"/>
                    <a:pt x="1016" y="12088"/>
                    <a:pt x="1019" y="12085"/>
                  </a:cubicBezTo>
                  <a:cubicBezTo>
                    <a:pt x="1026" y="12079"/>
                    <a:pt x="1029" y="12072"/>
                    <a:pt x="1032" y="12066"/>
                  </a:cubicBezTo>
                  <a:cubicBezTo>
                    <a:pt x="1124" y="11485"/>
                    <a:pt x="1251" y="10913"/>
                    <a:pt x="1421" y="10352"/>
                  </a:cubicBezTo>
                  <a:cubicBezTo>
                    <a:pt x="1479" y="10146"/>
                    <a:pt x="1548" y="9937"/>
                    <a:pt x="1613" y="9738"/>
                  </a:cubicBezTo>
                  <a:cubicBezTo>
                    <a:pt x="1639" y="9660"/>
                    <a:pt x="1665" y="9582"/>
                    <a:pt x="1692" y="9503"/>
                  </a:cubicBezTo>
                  <a:lnTo>
                    <a:pt x="2008" y="8671"/>
                  </a:lnTo>
                  <a:cubicBezTo>
                    <a:pt x="2459" y="7558"/>
                    <a:pt x="3023" y="6494"/>
                    <a:pt x="3696" y="5498"/>
                  </a:cubicBezTo>
                  <a:cubicBezTo>
                    <a:pt x="3931" y="5116"/>
                    <a:pt x="4215" y="4754"/>
                    <a:pt x="4489" y="4402"/>
                  </a:cubicBezTo>
                  <a:cubicBezTo>
                    <a:pt x="4584" y="4281"/>
                    <a:pt x="4685" y="4150"/>
                    <a:pt x="4776" y="4030"/>
                  </a:cubicBezTo>
                  <a:lnTo>
                    <a:pt x="5396" y="3338"/>
                  </a:lnTo>
                  <a:cubicBezTo>
                    <a:pt x="5435" y="3298"/>
                    <a:pt x="5471" y="3256"/>
                    <a:pt x="5507" y="3217"/>
                  </a:cubicBezTo>
                  <a:cubicBezTo>
                    <a:pt x="5573" y="3142"/>
                    <a:pt x="5641" y="3067"/>
                    <a:pt x="5710" y="2998"/>
                  </a:cubicBezTo>
                  <a:lnTo>
                    <a:pt x="6052" y="2672"/>
                  </a:lnTo>
                  <a:cubicBezTo>
                    <a:pt x="6940" y="1768"/>
                    <a:pt x="8027" y="1010"/>
                    <a:pt x="9072" y="325"/>
                  </a:cubicBezTo>
                  <a:cubicBezTo>
                    <a:pt x="9078" y="318"/>
                    <a:pt x="9085" y="312"/>
                    <a:pt x="9085" y="302"/>
                  </a:cubicBezTo>
                  <a:cubicBezTo>
                    <a:pt x="9088" y="292"/>
                    <a:pt x="9085" y="282"/>
                    <a:pt x="9078" y="276"/>
                  </a:cubicBezTo>
                  <a:lnTo>
                    <a:pt x="8830" y="12"/>
                  </a:lnTo>
                  <a:cubicBezTo>
                    <a:pt x="8824" y="4"/>
                    <a:pt x="8816" y="1"/>
                    <a:pt x="8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69"/>
            <p:cNvSpPr/>
            <p:nvPr/>
          </p:nvSpPr>
          <p:spPr>
            <a:xfrm rot="2415138">
              <a:off x="248596" y="1033875"/>
              <a:ext cx="832685" cy="772602"/>
            </a:xfrm>
            <a:custGeom>
              <a:avLst/>
              <a:gdLst/>
              <a:ahLst/>
              <a:cxnLst/>
              <a:rect l="l" t="t" r="r" b="b"/>
              <a:pathLst>
                <a:path w="14344" h="13309" extrusionOk="0">
                  <a:moveTo>
                    <a:pt x="5860" y="1"/>
                  </a:moveTo>
                  <a:cubicBezTo>
                    <a:pt x="5444" y="1"/>
                    <a:pt x="5108" y="165"/>
                    <a:pt x="5008" y="605"/>
                  </a:cubicBezTo>
                  <a:cubicBezTo>
                    <a:pt x="4907" y="1052"/>
                    <a:pt x="5184" y="1516"/>
                    <a:pt x="5139" y="1934"/>
                  </a:cubicBezTo>
                  <a:cubicBezTo>
                    <a:pt x="4505" y="1852"/>
                    <a:pt x="3875" y="1588"/>
                    <a:pt x="3236" y="1490"/>
                  </a:cubicBezTo>
                  <a:cubicBezTo>
                    <a:pt x="3141" y="1473"/>
                    <a:pt x="3046" y="1464"/>
                    <a:pt x="2952" y="1454"/>
                  </a:cubicBezTo>
                  <a:cubicBezTo>
                    <a:pt x="2829" y="1443"/>
                    <a:pt x="2705" y="1436"/>
                    <a:pt x="2584" y="1436"/>
                  </a:cubicBezTo>
                  <a:cubicBezTo>
                    <a:pt x="2141" y="1436"/>
                    <a:pt x="1716" y="1517"/>
                    <a:pt x="1375" y="1725"/>
                  </a:cubicBezTo>
                  <a:cubicBezTo>
                    <a:pt x="1" y="2560"/>
                    <a:pt x="1006" y="4607"/>
                    <a:pt x="1688" y="5730"/>
                  </a:cubicBezTo>
                  <a:cubicBezTo>
                    <a:pt x="4192" y="9839"/>
                    <a:pt x="9995" y="11912"/>
                    <a:pt x="10622" y="12153"/>
                  </a:cubicBezTo>
                  <a:cubicBezTo>
                    <a:pt x="11246" y="12395"/>
                    <a:pt x="11804" y="13309"/>
                    <a:pt x="11804" y="13309"/>
                  </a:cubicBezTo>
                  <a:cubicBezTo>
                    <a:pt x="14343" y="6092"/>
                    <a:pt x="9806" y="1232"/>
                    <a:pt x="6663" y="155"/>
                  </a:cubicBezTo>
                  <a:cubicBezTo>
                    <a:pt x="6389" y="60"/>
                    <a:pt x="6110" y="1"/>
                    <a:pt x="586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69"/>
            <p:cNvSpPr/>
            <p:nvPr/>
          </p:nvSpPr>
          <p:spPr>
            <a:xfrm rot="2415138">
              <a:off x="281148" y="1019343"/>
              <a:ext cx="737365" cy="776085"/>
            </a:xfrm>
            <a:custGeom>
              <a:avLst/>
              <a:gdLst/>
              <a:ahLst/>
              <a:cxnLst/>
              <a:rect l="l" t="t" r="r" b="b"/>
              <a:pathLst>
                <a:path w="12702" h="13369" extrusionOk="0">
                  <a:moveTo>
                    <a:pt x="5377" y="62"/>
                  </a:moveTo>
                  <a:cubicBezTo>
                    <a:pt x="5607" y="62"/>
                    <a:pt x="5876" y="113"/>
                    <a:pt x="6170" y="214"/>
                  </a:cubicBezTo>
                  <a:cubicBezTo>
                    <a:pt x="7626" y="710"/>
                    <a:pt x="9773" y="2221"/>
                    <a:pt x="11043" y="4842"/>
                  </a:cubicBezTo>
                  <a:cubicBezTo>
                    <a:pt x="11895" y="6599"/>
                    <a:pt x="12629" y="9484"/>
                    <a:pt x="11314" y="13267"/>
                  </a:cubicBezTo>
                  <a:cubicBezTo>
                    <a:pt x="11183" y="13065"/>
                    <a:pt x="10700" y="12366"/>
                    <a:pt x="10152" y="12154"/>
                  </a:cubicBezTo>
                  <a:lnTo>
                    <a:pt x="10057" y="12118"/>
                  </a:lnTo>
                  <a:cubicBezTo>
                    <a:pt x="8125" y="11387"/>
                    <a:pt x="3402" y="9301"/>
                    <a:pt x="1235" y="5743"/>
                  </a:cubicBezTo>
                  <a:cubicBezTo>
                    <a:pt x="438" y="4431"/>
                    <a:pt x="108" y="3354"/>
                    <a:pt x="288" y="2620"/>
                  </a:cubicBezTo>
                  <a:cubicBezTo>
                    <a:pt x="373" y="2264"/>
                    <a:pt x="598" y="1960"/>
                    <a:pt x="911" y="1781"/>
                  </a:cubicBezTo>
                  <a:cubicBezTo>
                    <a:pt x="1218" y="1595"/>
                    <a:pt x="1624" y="1499"/>
                    <a:pt x="2101" y="1499"/>
                  </a:cubicBezTo>
                  <a:cubicBezTo>
                    <a:pt x="2218" y="1499"/>
                    <a:pt x="2340" y="1505"/>
                    <a:pt x="2465" y="1516"/>
                  </a:cubicBezTo>
                  <a:cubicBezTo>
                    <a:pt x="2560" y="1523"/>
                    <a:pt x="2654" y="1536"/>
                    <a:pt x="2749" y="1549"/>
                  </a:cubicBezTo>
                  <a:cubicBezTo>
                    <a:pt x="3056" y="1605"/>
                    <a:pt x="3356" y="1676"/>
                    <a:pt x="3653" y="1764"/>
                  </a:cubicBezTo>
                  <a:cubicBezTo>
                    <a:pt x="3980" y="1856"/>
                    <a:pt x="4316" y="1954"/>
                    <a:pt x="4652" y="1993"/>
                  </a:cubicBezTo>
                  <a:cubicBezTo>
                    <a:pt x="4662" y="1993"/>
                    <a:pt x="4668" y="1993"/>
                    <a:pt x="4675" y="1986"/>
                  </a:cubicBezTo>
                  <a:cubicBezTo>
                    <a:pt x="4681" y="1983"/>
                    <a:pt x="4685" y="1973"/>
                    <a:pt x="4685" y="1967"/>
                  </a:cubicBezTo>
                  <a:cubicBezTo>
                    <a:pt x="4707" y="1771"/>
                    <a:pt x="4659" y="1565"/>
                    <a:pt x="4613" y="1363"/>
                  </a:cubicBezTo>
                  <a:cubicBezTo>
                    <a:pt x="4557" y="1125"/>
                    <a:pt x="4499" y="880"/>
                    <a:pt x="4554" y="642"/>
                  </a:cubicBezTo>
                  <a:cubicBezTo>
                    <a:pt x="4603" y="426"/>
                    <a:pt x="4714" y="266"/>
                    <a:pt x="4887" y="172"/>
                  </a:cubicBezTo>
                  <a:cubicBezTo>
                    <a:pt x="5017" y="98"/>
                    <a:pt x="5183" y="62"/>
                    <a:pt x="5377" y="62"/>
                  </a:cubicBezTo>
                  <a:close/>
                  <a:moveTo>
                    <a:pt x="5381" y="1"/>
                  </a:moveTo>
                  <a:cubicBezTo>
                    <a:pt x="5174" y="1"/>
                    <a:pt x="4996" y="40"/>
                    <a:pt x="4854" y="119"/>
                  </a:cubicBezTo>
                  <a:cubicBezTo>
                    <a:pt x="4668" y="221"/>
                    <a:pt x="4548" y="394"/>
                    <a:pt x="4495" y="629"/>
                  </a:cubicBezTo>
                  <a:cubicBezTo>
                    <a:pt x="4437" y="880"/>
                    <a:pt x="4495" y="1131"/>
                    <a:pt x="4554" y="1376"/>
                  </a:cubicBezTo>
                  <a:cubicBezTo>
                    <a:pt x="4600" y="1569"/>
                    <a:pt x="4642" y="1751"/>
                    <a:pt x="4629" y="1928"/>
                  </a:cubicBezTo>
                  <a:cubicBezTo>
                    <a:pt x="4309" y="1885"/>
                    <a:pt x="3983" y="1794"/>
                    <a:pt x="3670" y="1706"/>
                  </a:cubicBezTo>
                  <a:cubicBezTo>
                    <a:pt x="3369" y="1614"/>
                    <a:pt x="3066" y="1543"/>
                    <a:pt x="2759" y="1487"/>
                  </a:cubicBezTo>
                  <a:cubicBezTo>
                    <a:pt x="2664" y="1474"/>
                    <a:pt x="2566" y="1461"/>
                    <a:pt x="2472" y="1454"/>
                  </a:cubicBezTo>
                  <a:cubicBezTo>
                    <a:pt x="2346" y="1443"/>
                    <a:pt x="2225" y="1437"/>
                    <a:pt x="2108" y="1437"/>
                  </a:cubicBezTo>
                  <a:cubicBezTo>
                    <a:pt x="1617" y="1437"/>
                    <a:pt x="1198" y="1536"/>
                    <a:pt x="882" y="1729"/>
                  </a:cubicBezTo>
                  <a:cubicBezTo>
                    <a:pt x="552" y="1918"/>
                    <a:pt x="317" y="2235"/>
                    <a:pt x="229" y="2607"/>
                  </a:cubicBezTo>
                  <a:cubicBezTo>
                    <a:pt x="1" y="3550"/>
                    <a:pt x="621" y="4852"/>
                    <a:pt x="1182" y="5776"/>
                  </a:cubicBezTo>
                  <a:cubicBezTo>
                    <a:pt x="2201" y="7444"/>
                    <a:pt x="3872" y="8975"/>
                    <a:pt x="6150" y="10323"/>
                  </a:cubicBezTo>
                  <a:cubicBezTo>
                    <a:pt x="7391" y="11051"/>
                    <a:pt x="8690" y="11671"/>
                    <a:pt x="10034" y="12177"/>
                  </a:cubicBezTo>
                  <a:lnTo>
                    <a:pt x="10129" y="12213"/>
                  </a:lnTo>
                  <a:cubicBezTo>
                    <a:pt x="10739" y="12448"/>
                    <a:pt x="11291" y="13345"/>
                    <a:pt x="11298" y="13355"/>
                  </a:cubicBezTo>
                  <a:cubicBezTo>
                    <a:pt x="11301" y="13362"/>
                    <a:pt x="11311" y="13368"/>
                    <a:pt x="11324" y="13368"/>
                  </a:cubicBezTo>
                  <a:lnTo>
                    <a:pt x="11327" y="13368"/>
                  </a:lnTo>
                  <a:cubicBezTo>
                    <a:pt x="11337" y="13368"/>
                    <a:pt x="11347" y="13358"/>
                    <a:pt x="11350" y="13349"/>
                  </a:cubicBezTo>
                  <a:cubicBezTo>
                    <a:pt x="12701" y="9513"/>
                    <a:pt x="11957" y="6592"/>
                    <a:pt x="11098" y="4816"/>
                  </a:cubicBezTo>
                  <a:cubicBezTo>
                    <a:pt x="10540" y="3664"/>
                    <a:pt x="9767" y="2633"/>
                    <a:pt x="8820" y="1774"/>
                  </a:cubicBezTo>
                  <a:cubicBezTo>
                    <a:pt x="7994" y="1027"/>
                    <a:pt x="7061" y="452"/>
                    <a:pt x="6189" y="155"/>
                  </a:cubicBezTo>
                  <a:cubicBezTo>
                    <a:pt x="5891" y="53"/>
                    <a:pt x="5618" y="1"/>
                    <a:pt x="5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69"/>
            <p:cNvSpPr/>
            <p:nvPr/>
          </p:nvSpPr>
          <p:spPr>
            <a:xfrm rot="2415138">
              <a:off x="860685" y="910953"/>
              <a:ext cx="709675" cy="155055"/>
            </a:xfrm>
            <a:custGeom>
              <a:avLst/>
              <a:gdLst/>
              <a:ahLst/>
              <a:cxnLst/>
              <a:rect l="l" t="t" r="r" b="b"/>
              <a:pathLst>
                <a:path w="12225" h="2671" extrusionOk="0">
                  <a:moveTo>
                    <a:pt x="4887" y="1"/>
                  </a:moveTo>
                  <a:cubicBezTo>
                    <a:pt x="3251" y="14"/>
                    <a:pt x="1610" y="392"/>
                    <a:pt x="0" y="1127"/>
                  </a:cubicBezTo>
                  <a:lnTo>
                    <a:pt x="27" y="1182"/>
                  </a:lnTo>
                  <a:cubicBezTo>
                    <a:pt x="1824" y="361"/>
                    <a:pt x="3496" y="69"/>
                    <a:pt x="4965" y="69"/>
                  </a:cubicBezTo>
                  <a:cubicBezTo>
                    <a:pt x="6456" y="69"/>
                    <a:pt x="7739" y="370"/>
                    <a:pt x="8732" y="725"/>
                  </a:cubicBezTo>
                  <a:cubicBezTo>
                    <a:pt x="10870" y="1489"/>
                    <a:pt x="12169" y="2661"/>
                    <a:pt x="12182" y="2671"/>
                  </a:cubicBezTo>
                  <a:lnTo>
                    <a:pt x="12224" y="2628"/>
                  </a:lnTo>
                  <a:cubicBezTo>
                    <a:pt x="12211" y="2615"/>
                    <a:pt x="10906" y="1437"/>
                    <a:pt x="8758" y="670"/>
                  </a:cubicBezTo>
                  <a:cubicBezTo>
                    <a:pt x="7540" y="229"/>
                    <a:pt x="6258" y="4"/>
                    <a:pt x="4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69"/>
            <p:cNvSpPr/>
            <p:nvPr/>
          </p:nvSpPr>
          <p:spPr>
            <a:xfrm rot="5400000">
              <a:off x="435357" y="1397981"/>
              <a:ext cx="626990" cy="136982"/>
            </a:xfrm>
            <a:custGeom>
              <a:avLst/>
              <a:gdLst/>
              <a:ahLst/>
              <a:cxnLst/>
              <a:rect l="l" t="t" r="r" b="b"/>
              <a:pathLst>
                <a:path w="12225" h="2671" extrusionOk="0">
                  <a:moveTo>
                    <a:pt x="4887" y="1"/>
                  </a:moveTo>
                  <a:cubicBezTo>
                    <a:pt x="3251" y="14"/>
                    <a:pt x="1610" y="392"/>
                    <a:pt x="0" y="1127"/>
                  </a:cubicBezTo>
                  <a:lnTo>
                    <a:pt x="27" y="1182"/>
                  </a:lnTo>
                  <a:cubicBezTo>
                    <a:pt x="1824" y="361"/>
                    <a:pt x="3496" y="69"/>
                    <a:pt x="4965" y="69"/>
                  </a:cubicBezTo>
                  <a:cubicBezTo>
                    <a:pt x="6456" y="69"/>
                    <a:pt x="7739" y="370"/>
                    <a:pt x="8732" y="725"/>
                  </a:cubicBezTo>
                  <a:cubicBezTo>
                    <a:pt x="10870" y="1489"/>
                    <a:pt x="12169" y="2661"/>
                    <a:pt x="12182" y="2671"/>
                  </a:cubicBezTo>
                  <a:lnTo>
                    <a:pt x="12224" y="2628"/>
                  </a:lnTo>
                  <a:cubicBezTo>
                    <a:pt x="12211" y="2615"/>
                    <a:pt x="10906" y="1437"/>
                    <a:pt x="8758" y="670"/>
                  </a:cubicBezTo>
                  <a:cubicBezTo>
                    <a:pt x="7540" y="229"/>
                    <a:pt x="6258" y="4"/>
                    <a:pt x="4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7" name="Google Shape;3637;p69"/>
          <p:cNvGrpSpPr/>
          <p:nvPr/>
        </p:nvGrpSpPr>
        <p:grpSpPr>
          <a:xfrm>
            <a:off x="670962" y="3574532"/>
            <a:ext cx="661043" cy="898024"/>
            <a:chOff x="4285550" y="1948775"/>
            <a:chExt cx="412250" cy="560075"/>
          </a:xfrm>
        </p:grpSpPr>
        <p:sp>
          <p:nvSpPr>
            <p:cNvPr id="3638" name="Google Shape;3638;p69"/>
            <p:cNvSpPr/>
            <p:nvPr/>
          </p:nvSpPr>
          <p:spPr>
            <a:xfrm>
              <a:off x="4285550" y="1948775"/>
              <a:ext cx="79075" cy="166225"/>
            </a:xfrm>
            <a:custGeom>
              <a:avLst/>
              <a:gdLst/>
              <a:ahLst/>
              <a:cxnLst/>
              <a:rect l="l" t="t" r="r" b="b"/>
              <a:pathLst>
                <a:path w="3163" h="6649" extrusionOk="0">
                  <a:moveTo>
                    <a:pt x="2669" y="103"/>
                  </a:moveTo>
                  <a:lnTo>
                    <a:pt x="3048" y="228"/>
                  </a:lnTo>
                  <a:lnTo>
                    <a:pt x="462" y="6536"/>
                  </a:lnTo>
                  <a:lnTo>
                    <a:pt x="99" y="6416"/>
                  </a:lnTo>
                  <a:lnTo>
                    <a:pt x="99" y="1012"/>
                  </a:lnTo>
                  <a:lnTo>
                    <a:pt x="2669" y="103"/>
                  </a:lnTo>
                  <a:close/>
                  <a:moveTo>
                    <a:pt x="2669" y="1"/>
                  </a:moveTo>
                  <a:cubicBezTo>
                    <a:pt x="2664" y="1"/>
                    <a:pt x="2658" y="2"/>
                    <a:pt x="2653" y="5"/>
                  </a:cubicBezTo>
                  <a:lnTo>
                    <a:pt x="31" y="929"/>
                  </a:lnTo>
                  <a:cubicBezTo>
                    <a:pt x="16" y="934"/>
                    <a:pt x="0" y="955"/>
                    <a:pt x="0" y="976"/>
                  </a:cubicBezTo>
                  <a:lnTo>
                    <a:pt x="0" y="6453"/>
                  </a:lnTo>
                  <a:cubicBezTo>
                    <a:pt x="0" y="6474"/>
                    <a:pt x="16" y="6494"/>
                    <a:pt x="31" y="6499"/>
                  </a:cubicBezTo>
                  <a:lnTo>
                    <a:pt x="473" y="6645"/>
                  </a:lnTo>
                  <a:cubicBezTo>
                    <a:pt x="475" y="6647"/>
                    <a:pt x="478" y="6649"/>
                    <a:pt x="481" y="6649"/>
                  </a:cubicBezTo>
                  <a:cubicBezTo>
                    <a:pt x="483" y="6649"/>
                    <a:pt x="486" y="6647"/>
                    <a:pt x="488" y="6645"/>
                  </a:cubicBezTo>
                  <a:cubicBezTo>
                    <a:pt x="509" y="6645"/>
                    <a:pt x="525" y="6634"/>
                    <a:pt x="535" y="6619"/>
                  </a:cubicBezTo>
                  <a:lnTo>
                    <a:pt x="3157" y="218"/>
                  </a:lnTo>
                  <a:cubicBezTo>
                    <a:pt x="3162" y="202"/>
                    <a:pt x="3162" y="186"/>
                    <a:pt x="3157" y="176"/>
                  </a:cubicBezTo>
                  <a:cubicBezTo>
                    <a:pt x="3152" y="166"/>
                    <a:pt x="3136" y="155"/>
                    <a:pt x="3126" y="150"/>
                  </a:cubicBezTo>
                  <a:lnTo>
                    <a:pt x="2684" y="5"/>
                  </a:lnTo>
                  <a:cubicBezTo>
                    <a:pt x="2679" y="2"/>
                    <a:pt x="2674" y="1"/>
                    <a:pt x="2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69"/>
            <p:cNvSpPr/>
            <p:nvPr/>
          </p:nvSpPr>
          <p:spPr>
            <a:xfrm>
              <a:off x="4297750" y="1953675"/>
              <a:ext cx="65575" cy="160075"/>
            </a:xfrm>
            <a:custGeom>
              <a:avLst/>
              <a:gdLst/>
              <a:ahLst/>
              <a:cxnLst/>
              <a:rect l="l" t="t" r="r" b="b"/>
              <a:pathLst>
                <a:path w="2623" h="6403" extrusionOk="0">
                  <a:moveTo>
                    <a:pt x="2622" y="1"/>
                  </a:moveTo>
                  <a:lnTo>
                    <a:pt x="0" y="925"/>
                  </a:lnTo>
                  <a:lnTo>
                    <a:pt x="0" y="6402"/>
                  </a:lnTo>
                  <a:lnTo>
                    <a:pt x="2622" y="5021"/>
                  </a:lnTo>
                  <a:lnTo>
                    <a:pt x="26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69"/>
            <p:cNvSpPr/>
            <p:nvPr/>
          </p:nvSpPr>
          <p:spPr>
            <a:xfrm>
              <a:off x="4296575" y="1952450"/>
              <a:ext cx="67900" cy="162450"/>
            </a:xfrm>
            <a:custGeom>
              <a:avLst/>
              <a:gdLst/>
              <a:ahLst/>
              <a:cxnLst/>
              <a:rect l="l" t="t" r="r" b="b"/>
              <a:pathLst>
                <a:path w="2716" h="6498" extrusionOk="0">
                  <a:moveTo>
                    <a:pt x="2622" y="117"/>
                  </a:moveTo>
                  <a:lnTo>
                    <a:pt x="2622" y="5039"/>
                  </a:lnTo>
                  <a:lnTo>
                    <a:pt x="99" y="6373"/>
                  </a:lnTo>
                  <a:lnTo>
                    <a:pt x="99" y="1005"/>
                  </a:lnTo>
                  <a:lnTo>
                    <a:pt x="2622" y="117"/>
                  </a:lnTo>
                  <a:close/>
                  <a:moveTo>
                    <a:pt x="2670" y="0"/>
                  </a:moveTo>
                  <a:cubicBezTo>
                    <a:pt x="2664" y="0"/>
                    <a:pt x="2659" y="1"/>
                    <a:pt x="2654" y="3"/>
                  </a:cubicBezTo>
                  <a:lnTo>
                    <a:pt x="32" y="927"/>
                  </a:lnTo>
                  <a:cubicBezTo>
                    <a:pt x="16" y="938"/>
                    <a:pt x="1" y="953"/>
                    <a:pt x="1" y="974"/>
                  </a:cubicBezTo>
                  <a:lnTo>
                    <a:pt x="1" y="6451"/>
                  </a:lnTo>
                  <a:cubicBezTo>
                    <a:pt x="1" y="6467"/>
                    <a:pt x="11" y="6482"/>
                    <a:pt x="27" y="6493"/>
                  </a:cubicBezTo>
                  <a:cubicBezTo>
                    <a:pt x="32" y="6498"/>
                    <a:pt x="42" y="6498"/>
                    <a:pt x="47" y="6498"/>
                  </a:cubicBezTo>
                  <a:cubicBezTo>
                    <a:pt x="58" y="6498"/>
                    <a:pt x="63" y="6498"/>
                    <a:pt x="73" y="6493"/>
                  </a:cubicBezTo>
                  <a:lnTo>
                    <a:pt x="2690" y="5112"/>
                  </a:lnTo>
                  <a:cubicBezTo>
                    <a:pt x="2711" y="5106"/>
                    <a:pt x="2716" y="5086"/>
                    <a:pt x="2716" y="5070"/>
                  </a:cubicBezTo>
                  <a:lnTo>
                    <a:pt x="2716" y="50"/>
                  </a:lnTo>
                  <a:cubicBezTo>
                    <a:pt x="2716" y="20"/>
                    <a:pt x="2695" y="0"/>
                    <a:pt x="2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69"/>
            <p:cNvSpPr/>
            <p:nvPr/>
          </p:nvSpPr>
          <p:spPr>
            <a:xfrm>
              <a:off x="4293600" y="2343950"/>
              <a:ext cx="336825" cy="164900"/>
            </a:xfrm>
            <a:custGeom>
              <a:avLst/>
              <a:gdLst/>
              <a:ahLst/>
              <a:cxnLst/>
              <a:rect l="l" t="t" r="r" b="b"/>
              <a:pathLst>
                <a:path w="13473" h="6596" extrusionOk="0">
                  <a:moveTo>
                    <a:pt x="8758" y="0"/>
                  </a:moveTo>
                  <a:cubicBezTo>
                    <a:pt x="8709" y="0"/>
                    <a:pt x="8659" y="11"/>
                    <a:pt x="8613" y="32"/>
                  </a:cubicBezTo>
                  <a:lnTo>
                    <a:pt x="281" y="3947"/>
                  </a:lnTo>
                  <a:cubicBezTo>
                    <a:pt x="0" y="4071"/>
                    <a:pt x="94" y="4347"/>
                    <a:pt x="535" y="4611"/>
                  </a:cubicBezTo>
                  <a:lnTo>
                    <a:pt x="5135" y="6569"/>
                  </a:lnTo>
                  <a:cubicBezTo>
                    <a:pt x="5180" y="6586"/>
                    <a:pt x="5226" y="6595"/>
                    <a:pt x="5272" y="6595"/>
                  </a:cubicBezTo>
                  <a:cubicBezTo>
                    <a:pt x="5321" y="6595"/>
                    <a:pt x="5370" y="6585"/>
                    <a:pt x="5415" y="6563"/>
                  </a:cubicBezTo>
                  <a:lnTo>
                    <a:pt x="12767" y="3230"/>
                  </a:lnTo>
                  <a:cubicBezTo>
                    <a:pt x="13260" y="3043"/>
                    <a:pt x="13473" y="2353"/>
                    <a:pt x="13187" y="2234"/>
                  </a:cubicBezTo>
                  <a:lnTo>
                    <a:pt x="8894" y="27"/>
                  </a:lnTo>
                  <a:cubicBezTo>
                    <a:pt x="8851" y="10"/>
                    <a:pt x="8805" y="0"/>
                    <a:pt x="87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69"/>
            <p:cNvSpPr/>
            <p:nvPr/>
          </p:nvSpPr>
          <p:spPr>
            <a:xfrm>
              <a:off x="4343550" y="2067000"/>
              <a:ext cx="12625" cy="23125"/>
            </a:xfrm>
            <a:custGeom>
              <a:avLst/>
              <a:gdLst/>
              <a:ahLst/>
              <a:cxnLst/>
              <a:rect l="l" t="t" r="r" b="b"/>
              <a:pathLst>
                <a:path w="505" h="925" extrusionOk="0">
                  <a:moveTo>
                    <a:pt x="1" y="0"/>
                  </a:moveTo>
                  <a:lnTo>
                    <a:pt x="1" y="675"/>
                  </a:lnTo>
                  <a:cubicBezTo>
                    <a:pt x="1" y="815"/>
                    <a:pt x="115" y="924"/>
                    <a:pt x="250" y="924"/>
                  </a:cubicBezTo>
                  <a:cubicBezTo>
                    <a:pt x="390" y="924"/>
                    <a:pt x="505" y="815"/>
                    <a:pt x="505" y="675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69"/>
            <p:cNvSpPr/>
            <p:nvPr/>
          </p:nvSpPr>
          <p:spPr>
            <a:xfrm>
              <a:off x="4342400" y="2065825"/>
              <a:ext cx="14950" cy="25600"/>
            </a:xfrm>
            <a:custGeom>
              <a:avLst/>
              <a:gdLst/>
              <a:ahLst/>
              <a:cxnLst/>
              <a:rect l="l" t="t" r="r" b="b"/>
              <a:pathLst>
                <a:path w="598" h="1024" extrusionOk="0">
                  <a:moveTo>
                    <a:pt x="499" y="99"/>
                  </a:moveTo>
                  <a:lnTo>
                    <a:pt x="499" y="722"/>
                  </a:lnTo>
                  <a:cubicBezTo>
                    <a:pt x="499" y="857"/>
                    <a:pt x="399" y="925"/>
                    <a:pt x="298" y="925"/>
                  </a:cubicBezTo>
                  <a:cubicBezTo>
                    <a:pt x="198" y="925"/>
                    <a:pt x="96" y="857"/>
                    <a:pt x="94" y="722"/>
                  </a:cubicBezTo>
                  <a:lnTo>
                    <a:pt x="94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722"/>
                  </a:lnTo>
                  <a:cubicBezTo>
                    <a:pt x="0" y="888"/>
                    <a:pt x="135" y="1023"/>
                    <a:pt x="296" y="1023"/>
                  </a:cubicBezTo>
                  <a:cubicBezTo>
                    <a:pt x="462" y="1023"/>
                    <a:pt x="597" y="888"/>
                    <a:pt x="597" y="722"/>
                  </a:cubicBezTo>
                  <a:lnTo>
                    <a:pt x="597" y="47"/>
                  </a:lnTo>
                  <a:cubicBezTo>
                    <a:pt x="597" y="21"/>
                    <a:pt x="577" y="0"/>
                    <a:pt x="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69"/>
            <p:cNvSpPr/>
            <p:nvPr/>
          </p:nvSpPr>
          <p:spPr>
            <a:xfrm>
              <a:off x="4312800" y="1998525"/>
              <a:ext cx="68300" cy="82650"/>
            </a:xfrm>
            <a:custGeom>
              <a:avLst/>
              <a:gdLst/>
              <a:ahLst/>
              <a:cxnLst/>
              <a:rect l="l" t="t" r="r" b="b"/>
              <a:pathLst>
                <a:path w="2732" h="3306" extrusionOk="0">
                  <a:moveTo>
                    <a:pt x="1581" y="1"/>
                  </a:moveTo>
                  <a:cubicBezTo>
                    <a:pt x="1535" y="1"/>
                    <a:pt x="1488" y="8"/>
                    <a:pt x="1444" y="24"/>
                  </a:cubicBezTo>
                  <a:lnTo>
                    <a:pt x="286" y="429"/>
                  </a:lnTo>
                  <a:cubicBezTo>
                    <a:pt x="115" y="491"/>
                    <a:pt x="1" y="652"/>
                    <a:pt x="1" y="834"/>
                  </a:cubicBezTo>
                  <a:lnTo>
                    <a:pt x="1" y="2672"/>
                  </a:lnTo>
                  <a:cubicBezTo>
                    <a:pt x="1" y="2853"/>
                    <a:pt x="120" y="3019"/>
                    <a:pt x="296" y="3077"/>
                  </a:cubicBezTo>
                  <a:lnTo>
                    <a:pt x="930" y="3279"/>
                  </a:lnTo>
                  <a:cubicBezTo>
                    <a:pt x="984" y="3297"/>
                    <a:pt x="1041" y="3306"/>
                    <a:pt x="1098" y="3306"/>
                  </a:cubicBezTo>
                  <a:cubicBezTo>
                    <a:pt x="1188" y="3306"/>
                    <a:pt x="1278" y="3284"/>
                    <a:pt x="1361" y="3243"/>
                  </a:cubicBezTo>
                  <a:lnTo>
                    <a:pt x="2441" y="2672"/>
                  </a:lnTo>
                  <a:cubicBezTo>
                    <a:pt x="2622" y="2578"/>
                    <a:pt x="2731" y="2391"/>
                    <a:pt x="2731" y="2194"/>
                  </a:cubicBezTo>
                  <a:lnTo>
                    <a:pt x="2731" y="756"/>
                  </a:lnTo>
                  <a:cubicBezTo>
                    <a:pt x="2731" y="512"/>
                    <a:pt x="2576" y="299"/>
                    <a:pt x="2342" y="221"/>
                  </a:cubicBezTo>
                  <a:lnTo>
                    <a:pt x="1719" y="24"/>
                  </a:lnTo>
                  <a:cubicBezTo>
                    <a:pt x="1675" y="8"/>
                    <a:pt x="1628" y="1"/>
                    <a:pt x="15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69"/>
            <p:cNvSpPr/>
            <p:nvPr/>
          </p:nvSpPr>
          <p:spPr>
            <a:xfrm>
              <a:off x="4311625" y="1997250"/>
              <a:ext cx="70650" cy="85200"/>
            </a:xfrm>
            <a:custGeom>
              <a:avLst/>
              <a:gdLst/>
              <a:ahLst/>
              <a:cxnLst/>
              <a:rect l="l" t="t" r="r" b="b"/>
              <a:pathLst>
                <a:path w="2826" h="3408" extrusionOk="0">
                  <a:moveTo>
                    <a:pt x="1634" y="101"/>
                  </a:moveTo>
                  <a:cubicBezTo>
                    <a:pt x="1674" y="101"/>
                    <a:pt x="1710" y="106"/>
                    <a:pt x="1745" y="116"/>
                  </a:cubicBezTo>
                  <a:lnTo>
                    <a:pt x="2373" y="319"/>
                  </a:lnTo>
                  <a:cubicBezTo>
                    <a:pt x="2586" y="386"/>
                    <a:pt x="2726" y="584"/>
                    <a:pt x="2726" y="807"/>
                  </a:cubicBezTo>
                  <a:lnTo>
                    <a:pt x="2726" y="2245"/>
                  </a:lnTo>
                  <a:cubicBezTo>
                    <a:pt x="2726" y="2427"/>
                    <a:pt x="2628" y="2593"/>
                    <a:pt x="2467" y="2681"/>
                  </a:cubicBezTo>
                  <a:lnTo>
                    <a:pt x="1382" y="3252"/>
                  </a:lnTo>
                  <a:cubicBezTo>
                    <a:pt x="1310" y="3290"/>
                    <a:pt x="1231" y="3308"/>
                    <a:pt x="1150" y="3308"/>
                  </a:cubicBezTo>
                  <a:cubicBezTo>
                    <a:pt x="1096" y="3308"/>
                    <a:pt x="1041" y="3300"/>
                    <a:pt x="987" y="3283"/>
                  </a:cubicBezTo>
                  <a:lnTo>
                    <a:pt x="359" y="3081"/>
                  </a:lnTo>
                  <a:cubicBezTo>
                    <a:pt x="203" y="3029"/>
                    <a:pt x="99" y="2884"/>
                    <a:pt x="99" y="2723"/>
                  </a:cubicBezTo>
                  <a:lnTo>
                    <a:pt x="99" y="885"/>
                  </a:lnTo>
                  <a:cubicBezTo>
                    <a:pt x="99" y="724"/>
                    <a:pt x="198" y="584"/>
                    <a:pt x="354" y="527"/>
                  </a:cubicBezTo>
                  <a:lnTo>
                    <a:pt x="1512" y="122"/>
                  </a:lnTo>
                  <a:cubicBezTo>
                    <a:pt x="1547" y="106"/>
                    <a:pt x="1593" y="101"/>
                    <a:pt x="1634" y="101"/>
                  </a:cubicBezTo>
                  <a:close/>
                  <a:moveTo>
                    <a:pt x="1632" y="0"/>
                  </a:moveTo>
                  <a:cubicBezTo>
                    <a:pt x="1579" y="0"/>
                    <a:pt x="1527" y="9"/>
                    <a:pt x="1475" y="28"/>
                  </a:cubicBezTo>
                  <a:lnTo>
                    <a:pt x="318" y="438"/>
                  </a:lnTo>
                  <a:cubicBezTo>
                    <a:pt x="131" y="506"/>
                    <a:pt x="1" y="687"/>
                    <a:pt x="1" y="890"/>
                  </a:cubicBezTo>
                  <a:lnTo>
                    <a:pt x="1" y="2723"/>
                  </a:lnTo>
                  <a:cubicBezTo>
                    <a:pt x="1" y="2930"/>
                    <a:pt x="136" y="3112"/>
                    <a:pt x="333" y="3174"/>
                  </a:cubicBezTo>
                  <a:lnTo>
                    <a:pt x="961" y="3382"/>
                  </a:lnTo>
                  <a:cubicBezTo>
                    <a:pt x="1024" y="3398"/>
                    <a:pt x="1086" y="3408"/>
                    <a:pt x="1148" y="3408"/>
                  </a:cubicBezTo>
                  <a:cubicBezTo>
                    <a:pt x="1247" y="3408"/>
                    <a:pt x="1345" y="3382"/>
                    <a:pt x="1429" y="3335"/>
                  </a:cubicBezTo>
                  <a:lnTo>
                    <a:pt x="2508" y="2764"/>
                  </a:lnTo>
                  <a:cubicBezTo>
                    <a:pt x="2706" y="2660"/>
                    <a:pt x="2825" y="2463"/>
                    <a:pt x="2825" y="2245"/>
                  </a:cubicBezTo>
                  <a:lnTo>
                    <a:pt x="2825" y="807"/>
                  </a:lnTo>
                  <a:cubicBezTo>
                    <a:pt x="2825" y="542"/>
                    <a:pt x="2654" y="309"/>
                    <a:pt x="2405" y="225"/>
                  </a:cubicBezTo>
                  <a:lnTo>
                    <a:pt x="1776" y="23"/>
                  </a:lnTo>
                  <a:cubicBezTo>
                    <a:pt x="1729" y="8"/>
                    <a:pt x="1680" y="0"/>
                    <a:pt x="16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69"/>
            <p:cNvSpPr/>
            <p:nvPr/>
          </p:nvSpPr>
          <p:spPr>
            <a:xfrm>
              <a:off x="4341625" y="2010000"/>
              <a:ext cx="39475" cy="68050"/>
            </a:xfrm>
            <a:custGeom>
              <a:avLst/>
              <a:gdLst/>
              <a:ahLst/>
              <a:cxnLst/>
              <a:rect l="l" t="t" r="r" b="b"/>
              <a:pathLst>
                <a:path w="1579" h="2722" extrusionOk="0">
                  <a:moveTo>
                    <a:pt x="1314" y="1"/>
                  </a:moveTo>
                  <a:cubicBezTo>
                    <a:pt x="1285" y="1"/>
                    <a:pt x="1255" y="6"/>
                    <a:pt x="1225" y="17"/>
                  </a:cubicBezTo>
                  <a:lnTo>
                    <a:pt x="561" y="250"/>
                  </a:lnTo>
                  <a:cubicBezTo>
                    <a:pt x="223" y="370"/>
                    <a:pt x="0" y="686"/>
                    <a:pt x="0" y="1039"/>
                  </a:cubicBezTo>
                  <a:lnTo>
                    <a:pt x="0" y="2457"/>
                  </a:lnTo>
                  <a:cubicBezTo>
                    <a:pt x="0" y="2609"/>
                    <a:pt x="127" y="2721"/>
                    <a:pt x="266" y="2721"/>
                  </a:cubicBezTo>
                  <a:cubicBezTo>
                    <a:pt x="307" y="2721"/>
                    <a:pt x="349" y="2712"/>
                    <a:pt x="390" y="2690"/>
                  </a:cubicBezTo>
                  <a:lnTo>
                    <a:pt x="1293" y="2218"/>
                  </a:lnTo>
                  <a:cubicBezTo>
                    <a:pt x="1469" y="2119"/>
                    <a:pt x="1578" y="1937"/>
                    <a:pt x="1578" y="1735"/>
                  </a:cubicBezTo>
                  <a:lnTo>
                    <a:pt x="1578" y="266"/>
                  </a:lnTo>
                  <a:cubicBezTo>
                    <a:pt x="1578" y="115"/>
                    <a:pt x="1454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69"/>
            <p:cNvSpPr/>
            <p:nvPr/>
          </p:nvSpPr>
          <p:spPr>
            <a:xfrm>
              <a:off x="4340325" y="2008775"/>
              <a:ext cx="42050" cy="70450"/>
            </a:xfrm>
            <a:custGeom>
              <a:avLst/>
              <a:gdLst/>
              <a:ahLst/>
              <a:cxnLst/>
              <a:rect l="l" t="t" r="r" b="b"/>
              <a:pathLst>
                <a:path w="1682" h="2818" extrusionOk="0">
                  <a:moveTo>
                    <a:pt x="1366" y="92"/>
                  </a:moveTo>
                  <a:lnTo>
                    <a:pt x="1366" y="97"/>
                  </a:lnTo>
                  <a:cubicBezTo>
                    <a:pt x="1485" y="97"/>
                    <a:pt x="1578" y="195"/>
                    <a:pt x="1578" y="315"/>
                  </a:cubicBezTo>
                  <a:lnTo>
                    <a:pt x="1578" y="1789"/>
                  </a:lnTo>
                  <a:cubicBezTo>
                    <a:pt x="1578" y="1971"/>
                    <a:pt x="1480" y="2137"/>
                    <a:pt x="1319" y="2225"/>
                  </a:cubicBezTo>
                  <a:lnTo>
                    <a:pt x="421" y="2698"/>
                  </a:lnTo>
                  <a:cubicBezTo>
                    <a:pt x="389" y="2715"/>
                    <a:pt x="355" y="2723"/>
                    <a:pt x="320" y="2723"/>
                  </a:cubicBezTo>
                  <a:cubicBezTo>
                    <a:pt x="281" y="2723"/>
                    <a:pt x="241" y="2712"/>
                    <a:pt x="208" y="2693"/>
                  </a:cubicBezTo>
                  <a:cubicBezTo>
                    <a:pt x="140" y="2651"/>
                    <a:pt x="99" y="2584"/>
                    <a:pt x="99" y="2506"/>
                  </a:cubicBezTo>
                  <a:lnTo>
                    <a:pt x="99" y="1088"/>
                  </a:lnTo>
                  <a:cubicBezTo>
                    <a:pt x="99" y="756"/>
                    <a:pt x="312" y="455"/>
                    <a:pt x="628" y="346"/>
                  </a:cubicBezTo>
                  <a:lnTo>
                    <a:pt x="1293" y="107"/>
                  </a:lnTo>
                  <a:cubicBezTo>
                    <a:pt x="1319" y="97"/>
                    <a:pt x="1340" y="92"/>
                    <a:pt x="1366" y="92"/>
                  </a:cubicBezTo>
                  <a:close/>
                  <a:moveTo>
                    <a:pt x="1367" y="0"/>
                  </a:moveTo>
                  <a:cubicBezTo>
                    <a:pt x="1332" y="0"/>
                    <a:pt x="1297" y="6"/>
                    <a:pt x="1262" y="19"/>
                  </a:cubicBezTo>
                  <a:lnTo>
                    <a:pt x="592" y="252"/>
                  </a:lnTo>
                  <a:cubicBezTo>
                    <a:pt x="239" y="377"/>
                    <a:pt x="5" y="715"/>
                    <a:pt x="0" y="1088"/>
                  </a:cubicBezTo>
                  <a:lnTo>
                    <a:pt x="0" y="2506"/>
                  </a:lnTo>
                  <a:cubicBezTo>
                    <a:pt x="5" y="2677"/>
                    <a:pt x="146" y="2817"/>
                    <a:pt x="317" y="2817"/>
                  </a:cubicBezTo>
                  <a:cubicBezTo>
                    <a:pt x="369" y="2817"/>
                    <a:pt x="421" y="2807"/>
                    <a:pt x="462" y="2781"/>
                  </a:cubicBezTo>
                  <a:lnTo>
                    <a:pt x="1366" y="2303"/>
                  </a:lnTo>
                  <a:cubicBezTo>
                    <a:pt x="1558" y="2205"/>
                    <a:pt x="1677" y="2002"/>
                    <a:pt x="1677" y="1784"/>
                  </a:cubicBezTo>
                  <a:lnTo>
                    <a:pt x="1677" y="315"/>
                  </a:lnTo>
                  <a:cubicBezTo>
                    <a:pt x="1681" y="134"/>
                    <a:pt x="1533" y="0"/>
                    <a:pt x="1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69"/>
            <p:cNvSpPr/>
            <p:nvPr/>
          </p:nvSpPr>
          <p:spPr>
            <a:xfrm>
              <a:off x="4329425" y="2089700"/>
              <a:ext cx="368375" cy="275700"/>
            </a:xfrm>
            <a:custGeom>
              <a:avLst/>
              <a:gdLst/>
              <a:ahLst/>
              <a:cxnLst/>
              <a:rect l="l" t="t" r="r" b="b"/>
              <a:pathLst>
                <a:path w="14735" h="11028" extrusionOk="0">
                  <a:moveTo>
                    <a:pt x="800" y="1"/>
                  </a:moveTo>
                  <a:cubicBezTo>
                    <a:pt x="654" y="1340"/>
                    <a:pt x="602" y="2690"/>
                    <a:pt x="644" y="4040"/>
                  </a:cubicBezTo>
                  <a:cubicBezTo>
                    <a:pt x="753" y="6890"/>
                    <a:pt x="1334" y="8749"/>
                    <a:pt x="2383" y="9569"/>
                  </a:cubicBezTo>
                  <a:cubicBezTo>
                    <a:pt x="2778" y="9877"/>
                    <a:pt x="3238" y="10032"/>
                    <a:pt x="3759" y="10032"/>
                  </a:cubicBezTo>
                  <a:cubicBezTo>
                    <a:pt x="4150" y="10032"/>
                    <a:pt x="4575" y="9945"/>
                    <a:pt x="5031" y="9771"/>
                  </a:cubicBezTo>
                  <a:cubicBezTo>
                    <a:pt x="9215" y="8174"/>
                    <a:pt x="12735" y="7177"/>
                    <a:pt x="14040" y="7177"/>
                  </a:cubicBezTo>
                  <a:cubicBezTo>
                    <a:pt x="14317" y="7177"/>
                    <a:pt x="14495" y="7222"/>
                    <a:pt x="14558" y="7316"/>
                  </a:cubicBezTo>
                  <a:cubicBezTo>
                    <a:pt x="14641" y="7446"/>
                    <a:pt x="14475" y="7669"/>
                    <a:pt x="14324" y="7835"/>
                  </a:cubicBezTo>
                  <a:cubicBezTo>
                    <a:pt x="12808" y="9470"/>
                    <a:pt x="9641" y="10924"/>
                    <a:pt x="9605" y="10940"/>
                  </a:cubicBezTo>
                  <a:lnTo>
                    <a:pt x="9646" y="11028"/>
                  </a:lnTo>
                  <a:cubicBezTo>
                    <a:pt x="9677" y="11012"/>
                    <a:pt x="12870" y="9548"/>
                    <a:pt x="14397" y="7897"/>
                  </a:cubicBezTo>
                  <a:cubicBezTo>
                    <a:pt x="14656" y="7612"/>
                    <a:pt x="14734" y="7404"/>
                    <a:pt x="14641" y="7259"/>
                  </a:cubicBezTo>
                  <a:cubicBezTo>
                    <a:pt x="14560" y="7140"/>
                    <a:pt x="14346" y="7085"/>
                    <a:pt x="14026" y="7085"/>
                  </a:cubicBezTo>
                  <a:cubicBezTo>
                    <a:pt x="12503" y="7085"/>
                    <a:pt x="8565" y="8318"/>
                    <a:pt x="5000" y="9678"/>
                  </a:cubicBezTo>
                  <a:cubicBezTo>
                    <a:pt x="4554" y="9848"/>
                    <a:pt x="4139" y="9934"/>
                    <a:pt x="3759" y="9934"/>
                  </a:cubicBezTo>
                  <a:cubicBezTo>
                    <a:pt x="3259" y="9934"/>
                    <a:pt x="2818" y="9786"/>
                    <a:pt x="2440" y="9491"/>
                  </a:cubicBezTo>
                  <a:cubicBezTo>
                    <a:pt x="0" y="7581"/>
                    <a:pt x="888" y="89"/>
                    <a:pt x="893" y="16"/>
                  </a:cubicBezTo>
                  <a:lnTo>
                    <a:pt x="8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69"/>
            <p:cNvSpPr/>
            <p:nvPr/>
          </p:nvSpPr>
          <p:spPr>
            <a:xfrm>
              <a:off x="4314100" y="2357325"/>
              <a:ext cx="313475" cy="143350"/>
            </a:xfrm>
            <a:custGeom>
              <a:avLst/>
              <a:gdLst/>
              <a:ahLst/>
              <a:cxnLst/>
              <a:rect l="l" t="t" r="r" b="b"/>
              <a:pathLst>
                <a:path w="12539" h="5734" extrusionOk="0">
                  <a:moveTo>
                    <a:pt x="8146" y="0"/>
                  </a:moveTo>
                  <a:cubicBezTo>
                    <a:pt x="8096" y="0"/>
                    <a:pt x="8046" y="11"/>
                    <a:pt x="8001" y="32"/>
                  </a:cubicBezTo>
                  <a:lnTo>
                    <a:pt x="494" y="2991"/>
                  </a:lnTo>
                  <a:cubicBezTo>
                    <a:pt x="213" y="3121"/>
                    <a:pt x="0" y="3708"/>
                    <a:pt x="442" y="3973"/>
                  </a:cubicBezTo>
                  <a:lnTo>
                    <a:pt x="4413" y="5707"/>
                  </a:lnTo>
                  <a:cubicBezTo>
                    <a:pt x="4459" y="5724"/>
                    <a:pt x="4505" y="5733"/>
                    <a:pt x="4551" y="5733"/>
                  </a:cubicBezTo>
                  <a:cubicBezTo>
                    <a:pt x="4601" y="5733"/>
                    <a:pt x="4651" y="5723"/>
                    <a:pt x="4699" y="5701"/>
                  </a:cubicBezTo>
                  <a:lnTo>
                    <a:pt x="12050" y="2373"/>
                  </a:lnTo>
                  <a:cubicBezTo>
                    <a:pt x="12538" y="2187"/>
                    <a:pt x="12481" y="1377"/>
                    <a:pt x="12196" y="1262"/>
                  </a:cubicBezTo>
                  <a:lnTo>
                    <a:pt x="8281" y="27"/>
                  </a:lnTo>
                  <a:cubicBezTo>
                    <a:pt x="8239" y="9"/>
                    <a:pt x="8192" y="0"/>
                    <a:pt x="81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69"/>
            <p:cNvSpPr/>
            <p:nvPr/>
          </p:nvSpPr>
          <p:spPr>
            <a:xfrm>
              <a:off x="4314100" y="2357075"/>
              <a:ext cx="313475" cy="143825"/>
            </a:xfrm>
            <a:custGeom>
              <a:avLst/>
              <a:gdLst/>
              <a:ahLst/>
              <a:cxnLst/>
              <a:rect l="l" t="t" r="r" b="b"/>
              <a:pathLst>
                <a:path w="12539" h="5753" extrusionOk="0">
                  <a:moveTo>
                    <a:pt x="4413" y="5717"/>
                  </a:moveTo>
                  <a:lnTo>
                    <a:pt x="442" y="3983"/>
                  </a:lnTo>
                  <a:cubicBezTo>
                    <a:pt x="0" y="3718"/>
                    <a:pt x="213" y="3131"/>
                    <a:pt x="494" y="3001"/>
                  </a:cubicBezTo>
                  <a:lnTo>
                    <a:pt x="8001" y="42"/>
                  </a:lnTo>
                  <a:cubicBezTo>
                    <a:pt x="8089" y="1"/>
                    <a:pt x="8193" y="1"/>
                    <a:pt x="8281" y="37"/>
                  </a:cubicBezTo>
                  <a:lnTo>
                    <a:pt x="12196" y="1272"/>
                  </a:lnTo>
                  <a:cubicBezTo>
                    <a:pt x="12481" y="1387"/>
                    <a:pt x="12538" y="2197"/>
                    <a:pt x="12050" y="2383"/>
                  </a:cubicBezTo>
                  <a:lnTo>
                    <a:pt x="4699" y="5711"/>
                  </a:lnTo>
                  <a:cubicBezTo>
                    <a:pt x="4606" y="5753"/>
                    <a:pt x="4507" y="5753"/>
                    <a:pt x="4413" y="5717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50000">
                  <a:schemeClr val="accent3"/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69"/>
            <p:cNvSpPr/>
            <p:nvPr/>
          </p:nvSpPr>
          <p:spPr>
            <a:xfrm>
              <a:off x="4317350" y="2356050"/>
              <a:ext cx="308525" cy="145900"/>
            </a:xfrm>
            <a:custGeom>
              <a:avLst/>
              <a:gdLst/>
              <a:ahLst/>
              <a:cxnLst/>
              <a:rect l="l" t="t" r="r" b="b"/>
              <a:pathLst>
                <a:path w="12341" h="5836" extrusionOk="0">
                  <a:moveTo>
                    <a:pt x="8019" y="97"/>
                  </a:moveTo>
                  <a:cubicBezTo>
                    <a:pt x="8060" y="97"/>
                    <a:pt x="8102" y="106"/>
                    <a:pt x="8141" y="125"/>
                  </a:cubicBezTo>
                  <a:lnTo>
                    <a:pt x="12050" y="1355"/>
                  </a:lnTo>
                  <a:cubicBezTo>
                    <a:pt x="12164" y="1402"/>
                    <a:pt x="12237" y="1594"/>
                    <a:pt x="12237" y="1812"/>
                  </a:cubicBezTo>
                  <a:cubicBezTo>
                    <a:pt x="12237" y="1916"/>
                    <a:pt x="12211" y="2264"/>
                    <a:pt x="11905" y="2378"/>
                  </a:cubicBezTo>
                  <a:lnTo>
                    <a:pt x="4548" y="5711"/>
                  </a:lnTo>
                  <a:cubicBezTo>
                    <a:pt x="4509" y="5728"/>
                    <a:pt x="4465" y="5737"/>
                    <a:pt x="4421" y="5737"/>
                  </a:cubicBezTo>
                  <a:cubicBezTo>
                    <a:pt x="4383" y="5737"/>
                    <a:pt x="4345" y="5730"/>
                    <a:pt x="4309" y="5716"/>
                  </a:cubicBezTo>
                  <a:lnTo>
                    <a:pt x="343" y="3982"/>
                  </a:lnTo>
                  <a:cubicBezTo>
                    <a:pt x="187" y="3894"/>
                    <a:pt x="99" y="3728"/>
                    <a:pt x="114" y="3551"/>
                  </a:cubicBezTo>
                  <a:cubicBezTo>
                    <a:pt x="125" y="3359"/>
                    <a:pt x="244" y="3157"/>
                    <a:pt x="384" y="3089"/>
                  </a:cubicBezTo>
                  <a:lnTo>
                    <a:pt x="7897" y="125"/>
                  </a:lnTo>
                  <a:cubicBezTo>
                    <a:pt x="7936" y="106"/>
                    <a:pt x="7977" y="97"/>
                    <a:pt x="8019" y="97"/>
                  </a:cubicBezTo>
                  <a:close/>
                  <a:moveTo>
                    <a:pt x="8021" y="1"/>
                  </a:moveTo>
                  <a:cubicBezTo>
                    <a:pt x="7965" y="1"/>
                    <a:pt x="7909" y="12"/>
                    <a:pt x="7855" y="36"/>
                  </a:cubicBezTo>
                  <a:lnTo>
                    <a:pt x="348" y="3001"/>
                  </a:lnTo>
                  <a:cubicBezTo>
                    <a:pt x="172" y="3084"/>
                    <a:pt x="31" y="3317"/>
                    <a:pt x="16" y="3551"/>
                  </a:cubicBezTo>
                  <a:cubicBezTo>
                    <a:pt x="0" y="3764"/>
                    <a:pt x="109" y="3966"/>
                    <a:pt x="296" y="4070"/>
                  </a:cubicBezTo>
                  <a:lnTo>
                    <a:pt x="4273" y="5804"/>
                  </a:lnTo>
                  <a:cubicBezTo>
                    <a:pt x="4320" y="5825"/>
                    <a:pt x="4372" y="5835"/>
                    <a:pt x="4424" y="5835"/>
                  </a:cubicBezTo>
                  <a:cubicBezTo>
                    <a:pt x="4481" y="5835"/>
                    <a:pt x="4538" y="5820"/>
                    <a:pt x="4590" y="5799"/>
                  </a:cubicBezTo>
                  <a:lnTo>
                    <a:pt x="11941" y="2471"/>
                  </a:lnTo>
                  <a:cubicBezTo>
                    <a:pt x="12227" y="2362"/>
                    <a:pt x="12331" y="2061"/>
                    <a:pt x="12336" y="1812"/>
                  </a:cubicBezTo>
                  <a:cubicBezTo>
                    <a:pt x="12341" y="1552"/>
                    <a:pt x="12237" y="1329"/>
                    <a:pt x="12087" y="1267"/>
                  </a:cubicBezTo>
                  <a:lnTo>
                    <a:pt x="8177" y="31"/>
                  </a:lnTo>
                  <a:cubicBezTo>
                    <a:pt x="8127" y="11"/>
                    <a:pt x="8074" y="1"/>
                    <a:pt x="8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69"/>
            <p:cNvSpPr/>
            <p:nvPr/>
          </p:nvSpPr>
          <p:spPr>
            <a:xfrm>
              <a:off x="4321875" y="2345900"/>
              <a:ext cx="301800" cy="141250"/>
            </a:xfrm>
            <a:custGeom>
              <a:avLst/>
              <a:gdLst/>
              <a:ahLst/>
              <a:cxnLst/>
              <a:rect l="l" t="t" r="r" b="b"/>
              <a:pathLst>
                <a:path w="12072" h="5650" extrusionOk="0">
                  <a:moveTo>
                    <a:pt x="7847" y="0"/>
                  </a:moveTo>
                  <a:cubicBezTo>
                    <a:pt x="7732" y="0"/>
                    <a:pt x="7616" y="25"/>
                    <a:pt x="7508" y="74"/>
                  </a:cubicBezTo>
                  <a:lnTo>
                    <a:pt x="287" y="3355"/>
                  </a:lnTo>
                  <a:cubicBezTo>
                    <a:pt x="1" y="3485"/>
                    <a:pt x="11" y="3890"/>
                    <a:pt x="297" y="4004"/>
                  </a:cubicBezTo>
                  <a:lnTo>
                    <a:pt x="3905" y="5587"/>
                  </a:lnTo>
                  <a:cubicBezTo>
                    <a:pt x="4008" y="5629"/>
                    <a:pt x="4118" y="5650"/>
                    <a:pt x="4228" y="5650"/>
                  </a:cubicBezTo>
                  <a:cubicBezTo>
                    <a:pt x="4352" y="5650"/>
                    <a:pt x="4475" y="5624"/>
                    <a:pt x="4590" y="5572"/>
                  </a:cubicBezTo>
                  <a:lnTo>
                    <a:pt x="11791" y="2296"/>
                  </a:lnTo>
                  <a:cubicBezTo>
                    <a:pt x="12072" y="2166"/>
                    <a:pt x="12066" y="1766"/>
                    <a:pt x="11786" y="1652"/>
                  </a:cubicBezTo>
                  <a:lnTo>
                    <a:pt x="8157" y="63"/>
                  </a:lnTo>
                  <a:cubicBezTo>
                    <a:pt x="8058" y="21"/>
                    <a:pt x="7952" y="0"/>
                    <a:pt x="7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69"/>
            <p:cNvSpPr/>
            <p:nvPr/>
          </p:nvSpPr>
          <p:spPr>
            <a:xfrm>
              <a:off x="4320600" y="2344750"/>
              <a:ext cx="304500" cy="143700"/>
            </a:xfrm>
            <a:custGeom>
              <a:avLst/>
              <a:gdLst/>
              <a:ahLst/>
              <a:cxnLst/>
              <a:rect l="l" t="t" r="r" b="b"/>
              <a:pathLst>
                <a:path w="12180" h="5748" extrusionOk="0">
                  <a:moveTo>
                    <a:pt x="7896" y="97"/>
                  </a:moveTo>
                  <a:cubicBezTo>
                    <a:pt x="7994" y="97"/>
                    <a:pt x="8093" y="116"/>
                    <a:pt x="8187" y="156"/>
                  </a:cubicBezTo>
                  <a:lnTo>
                    <a:pt x="11811" y="1745"/>
                  </a:lnTo>
                  <a:cubicBezTo>
                    <a:pt x="12055" y="1843"/>
                    <a:pt x="12066" y="2191"/>
                    <a:pt x="11822" y="2300"/>
                  </a:cubicBezTo>
                  <a:lnTo>
                    <a:pt x="4615" y="5576"/>
                  </a:lnTo>
                  <a:cubicBezTo>
                    <a:pt x="4510" y="5625"/>
                    <a:pt x="4396" y="5650"/>
                    <a:pt x="4282" y="5650"/>
                  </a:cubicBezTo>
                  <a:cubicBezTo>
                    <a:pt x="4178" y="5650"/>
                    <a:pt x="4074" y="5629"/>
                    <a:pt x="3977" y="5587"/>
                  </a:cubicBezTo>
                  <a:lnTo>
                    <a:pt x="363" y="4008"/>
                  </a:lnTo>
                  <a:cubicBezTo>
                    <a:pt x="119" y="3904"/>
                    <a:pt x="114" y="3557"/>
                    <a:pt x="358" y="3448"/>
                  </a:cubicBezTo>
                  <a:lnTo>
                    <a:pt x="7580" y="166"/>
                  </a:lnTo>
                  <a:cubicBezTo>
                    <a:pt x="7680" y="120"/>
                    <a:pt x="7788" y="97"/>
                    <a:pt x="7896" y="97"/>
                  </a:cubicBezTo>
                  <a:close/>
                  <a:moveTo>
                    <a:pt x="7901" y="0"/>
                  </a:moveTo>
                  <a:cubicBezTo>
                    <a:pt x="7777" y="0"/>
                    <a:pt x="7653" y="26"/>
                    <a:pt x="7538" y="78"/>
                  </a:cubicBezTo>
                  <a:lnTo>
                    <a:pt x="317" y="3359"/>
                  </a:lnTo>
                  <a:cubicBezTo>
                    <a:pt x="0" y="3505"/>
                    <a:pt x="5" y="3962"/>
                    <a:pt x="332" y="4097"/>
                  </a:cubicBezTo>
                  <a:lnTo>
                    <a:pt x="3935" y="5680"/>
                  </a:lnTo>
                  <a:cubicBezTo>
                    <a:pt x="4050" y="5722"/>
                    <a:pt x="4164" y="5747"/>
                    <a:pt x="4283" y="5747"/>
                  </a:cubicBezTo>
                  <a:cubicBezTo>
                    <a:pt x="4413" y="5747"/>
                    <a:pt x="4543" y="5716"/>
                    <a:pt x="4657" y="5664"/>
                  </a:cubicBezTo>
                  <a:lnTo>
                    <a:pt x="11863" y="2388"/>
                  </a:lnTo>
                  <a:cubicBezTo>
                    <a:pt x="12180" y="2243"/>
                    <a:pt x="12175" y="1791"/>
                    <a:pt x="11853" y="1656"/>
                  </a:cubicBezTo>
                  <a:lnTo>
                    <a:pt x="8224" y="63"/>
                  </a:lnTo>
                  <a:cubicBezTo>
                    <a:pt x="8121" y="21"/>
                    <a:pt x="8011" y="0"/>
                    <a:pt x="7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69"/>
            <p:cNvSpPr/>
            <p:nvPr/>
          </p:nvSpPr>
          <p:spPr>
            <a:xfrm>
              <a:off x="4333825" y="2361425"/>
              <a:ext cx="252600" cy="116825"/>
            </a:xfrm>
            <a:custGeom>
              <a:avLst/>
              <a:gdLst/>
              <a:ahLst/>
              <a:cxnLst/>
              <a:rect l="l" t="t" r="r" b="b"/>
              <a:pathLst>
                <a:path w="10104" h="4673" extrusionOk="0">
                  <a:moveTo>
                    <a:pt x="6459" y="0"/>
                  </a:moveTo>
                  <a:cubicBezTo>
                    <a:pt x="6424" y="0"/>
                    <a:pt x="6389" y="8"/>
                    <a:pt x="6355" y="24"/>
                  </a:cubicBezTo>
                  <a:lnTo>
                    <a:pt x="483" y="2682"/>
                  </a:lnTo>
                  <a:cubicBezTo>
                    <a:pt x="47" y="2931"/>
                    <a:pt x="1" y="3004"/>
                    <a:pt x="494" y="3263"/>
                  </a:cubicBezTo>
                  <a:lnTo>
                    <a:pt x="3536" y="4613"/>
                  </a:lnTo>
                  <a:cubicBezTo>
                    <a:pt x="3630" y="4653"/>
                    <a:pt x="3730" y="4672"/>
                    <a:pt x="3831" y="4672"/>
                  </a:cubicBezTo>
                  <a:cubicBezTo>
                    <a:pt x="3941" y="4672"/>
                    <a:pt x="4051" y="4649"/>
                    <a:pt x="4154" y="4603"/>
                  </a:cubicBezTo>
                  <a:lnTo>
                    <a:pt x="9891" y="2007"/>
                  </a:lnTo>
                  <a:cubicBezTo>
                    <a:pt x="10104" y="1919"/>
                    <a:pt x="10098" y="1612"/>
                    <a:pt x="9886" y="1529"/>
                  </a:cubicBezTo>
                  <a:lnTo>
                    <a:pt x="6563" y="24"/>
                  </a:lnTo>
                  <a:cubicBezTo>
                    <a:pt x="6529" y="8"/>
                    <a:pt x="6494" y="0"/>
                    <a:pt x="6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69"/>
            <p:cNvSpPr/>
            <p:nvPr/>
          </p:nvSpPr>
          <p:spPr>
            <a:xfrm>
              <a:off x="4523975" y="2361825"/>
              <a:ext cx="47400" cy="22400"/>
            </a:xfrm>
            <a:custGeom>
              <a:avLst/>
              <a:gdLst/>
              <a:ahLst/>
              <a:cxnLst/>
              <a:rect l="l" t="t" r="r" b="b"/>
              <a:pathLst>
                <a:path w="1896" h="896" extrusionOk="0">
                  <a:moveTo>
                    <a:pt x="73" y="0"/>
                  </a:moveTo>
                  <a:cubicBezTo>
                    <a:pt x="26" y="0"/>
                    <a:pt x="1" y="78"/>
                    <a:pt x="63" y="96"/>
                  </a:cubicBezTo>
                  <a:lnTo>
                    <a:pt x="1818" y="890"/>
                  </a:lnTo>
                  <a:cubicBezTo>
                    <a:pt x="1823" y="890"/>
                    <a:pt x="1833" y="896"/>
                    <a:pt x="1838" y="896"/>
                  </a:cubicBezTo>
                  <a:cubicBezTo>
                    <a:pt x="1859" y="896"/>
                    <a:pt x="1875" y="880"/>
                    <a:pt x="1885" y="864"/>
                  </a:cubicBezTo>
                  <a:cubicBezTo>
                    <a:pt x="1895" y="838"/>
                    <a:pt x="1885" y="813"/>
                    <a:pt x="1859" y="802"/>
                  </a:cubicBezTo>
                  <a:lnTo>
                    <a:pt x="99" y="8"/>
                  </a:ln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69"/>
            <p:cNvSpPr/>
            <p:nvPr/>
          </p:nvSpPr>
          <p:spPr>
            <a:xfrm>
              <a:off x="4561875" y="2356000"/>
              <a:ext cx="24750" cy="10175"/>
            </a:xfrm>
            <a:custGeom>
              <a:avLst/>
              <a:gdLst/>
              <a:ahLst/>
              <a:cxnLst/>
              <a:rect l="l" t="t" r="r" b="b"/>
              <a:pathLst>
                <a:path w="990" h="407" extrusionOk="0">
                  <a:moveTo>
                    <a:pt x="740" y="0"/>
                  </a:moveTo>
                  <a:cubicBezTo>
                    <a:pt x="690" y="0"/>
                    <a:pt x="649" y="7"/>
                    <a:pt x="649" y="7"/>
                  </a:cubicBezTo>
                  <a:cubicBezTo>
                    <a:pt x="426" y="69"/>
                    <a:pt x="0" y="199"/>
                    <a:pt x="0" y="199"/>
                  </a:cubicBezTo>
                  <a:lnTo>
                    <a:pt x="509" y="407"/>
                  </a:lnTo>
                  <a:lnTo>
                    <a:pt x="919" y="199"/>
                  </a:lnTo>
                  <a:cubicBezTo>
                    <a:pt x="989" y="29"/>
                    <a:pt x="844" y="0"/>
                    <a:pt x="7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69"/>
            <p:cNvSpPr/>
            <p:nvPr/>
          </p:nvSpPr>
          <p:spPr>
            <a:xfrm>
              <a:off x="4560325" y="2354775"/>
              <a:ext cx="26500" cy="12700"/>
            </a:xfrm>
            <a:custGeom>
              <a:avLst/>
              <a:gdLst/>
              <a:ahLst/>
              <a:cxnLst/>
              <a:rect l="l" t="t" r="r" b="b"/>
              <a:pathLst>
                <a:path w="1060" h="508" extrusionOk="0">
                  <a:moveTo>
                    <a:pt x="807" y="96"/>
                  </a:moveTo>
                  <a:cubicBezTo>
                    <a:pt x="863" y="96"/>
                    <a:pt x="922" y="105"/>
                    <a:pt x="945" y="134"/>
                  </a:cubicBezTo>
                  <a:cubicBezTo>
                    <a:pt x="961" y="160"/>
                    <a:pt x="961" y="191"/>
                    <a:pt x="945" y="217"/>
                  </a:cubicBezTo>
                  <a:lnTo>
                    <a:pt x="571" y="409"/>
                  </a:lnTo>
                  <a:lnTo>
                    <a:pt x="203" y="259"/>
                  </a:lnTo>
                  <a:cubicBezTo>
                    <a:pt x="353" y="212"/>
                    <a:pt x="582" y="144"/>
                    <a:pt x="722" y="103"/>
                  </a:cubicBezTo>
                  <a:cubicBezTo>
                    <a:pt x="743" y="99"/>
                    <a:pt x="774" y="96"/>
                    <a:pt x="807" y="96"/>
                  </a:cubicBezTo>
                  <a:close/>
                  <a:moveTo>
                    <a:pt x="804" y="1"/>
                  </a:moveTo>
                  <a:cubicBezTo>
                    <a:pt x="752" y="1"/>
                    <a:pt x="709" y="7"/>
                    <a:pt x="696" y="9"/>
                  </a:cubicBezTo>
                  <a:cubicBezTo>
                    <a:pt x="478" y="72"/>
                    <a:pt x="52" y="202"/>
                    <a:pt x="47" y="202"/>
                  </a:cubicBezTo>
                  <a:cubicBezTo>
                    <a:pt x="0" y="217"/>
                    <a:pt x="0" y="279"/>
                    <a:pt x="42" y="295"/>
                  </a:cubicBezTo>
                  <a:lnTo>
                    <a:pt x="556" y="508"/>
                  </a:lnTo>
                  <a:lnTo>
                    <a:pt x="571" y="508"/>
                  </a:lnTo>
                  <a:cubicBezTo>
                    <a:pt x="576" y="508"/>
                    <a:pt x="587" y="508"/>
                    <a:pt x="592" y="503"/>
                  </a:cubicBezTo>
                  <a:lnTo>
                    <a:pt x="1002" y="295"/>
                  </a:lnTo>
                  <a:cubicBezTo>
                    <a:pt x="1012" y="290"/>
                    <a:pt x="1023" y="279"/>
                    <a:pt x="1028" y="269"/>
                  </a:cubicBezTo>
                  <a:cubicBezTo>
                    <a:pt x="1059" y="207"/>
                    <a:pt x="1054" y="129"/>
                    <a:pt x="1018" y="72"/>
                  </a:cubicBezTo>
                  <a:cubicBezTo>
                    <a:pt x="969" y="14"/>
                    <a:pt x="877" y="1"/>
                    <a:pt x="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69"/>
            <p:cNvSpPr/>
            <p:nvPr/>
          </p:nvSpPr>
          <p:spPr>
            <a:xfrm>
              <a:off x="4345375" y="2364600"/>
              <a:ext cx="233925" cy="108400"/>
            </a:xfrm>
            <a:custGeom>
              <a:avLst/>
              <a:gdLst/>
              <a:ahLst/>
              <a:cxnLst/>
              <a:rect l="l" t="t" r="r" b="b"/>
              <a:pathLst>
                <a:path w="9357" h="4336" extrusionOk="0">
                  <a:moveTo>
                    <a:pt x="6111" y="27"/>
                  </a:moveTo>
                  <a:cubicBezTo>
                    <a:pt x="6049" y="1"/>
                    <a:pt x="5976" y="1"/>
                    <a:pt x="5914" y="27"/>
                  </a:cubicBezTo>
                  <a:lnTo>
                    <a:pt x="240" y="2487"/>
                  </a:lnTo>
                  <a:cubicBezTo>
                    <a:pt x="1" y="2596"/>
                    <a:pt x="11" y="2934"/>
                    <a:pt x="250" y="3038"/>
                  </a:cubicBezTo>
                  <a:lnTo>
                    <a:pt x="2898" y="4258"/>
                  </a:lnTo>
                  <a:cubicBezTo>
                    <a:pt x="3079" y="4336"/>
                    <a:pt x="3292" y="4330"/>
                    <a:pt x="3474" y="4247"/>
                  </a:cubicBezTo>
                  <a:lnTo>
                    <a:pt x="9242" y="1740"/>
                  </a:lnTo>
                  <a:cubicBezTo>
                    <a:pt x="9356" y="1693"/>
                    <a:pt x="9351" y="1527"/>
                    <a:pt x="9237" y="148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9" name="Google Shape;3659;p69"/>
          <p:cNvGrpSpPr/>
          <p:nvPr/>
        </p:nvGrpSpPr>
        <p:grpSpPr>
          <a:xfrm>
            <a:off x="1531176" y="640702"/>
            <a:ext cx="1026250" cy="962813"/>
            <a:chOff x="6702850" y="308050"/>
            <a:chExt cx="778642" cy="730511"/>
          </a:xfrm>
        </p:grpSpPr>
        <p:sp>
          <p:nvSpPr>
            <p:cNvPr id="3660" name="Google Shape;3660;p69"/>
            <p:cNvSpPr/>
            <p:nvPr/>
          </p:nvSpPr>
          <p:spPr>
            <a:xfrm>
              <a:off x="6702850" y="331244"/>
              <a:ext cx="707279" cy="707317"/>
            </a:xfrm>
            <a:custGeom>
              <a:avLst/>
              <a:gdLst/>
              <a:ahLst/>
              <a:cxnLst/>
              <a:rect l="l" t="t" r="r" b="b"/>
              <a:pathLst>
                <a:path w="19059" h="19060" extrusionOk="0">
                  <a:moveTo>
                    <a:pt x="9528" y="1"/>
                  </a:moveTo>
                  <a:cubicBezTo>
                    <a:pt x="4266" y="1"/>
                    <a:pt x="0" y="4267"/>
                    <a:pt x="0" y="9528"/>
                  </a:cubicBezTo>
                  <a:cubicBezTo>
                    <a:pt x="0" y="14793"/>
                    <a:pt x="4266" y="19059"/>
                    <a:pt x="9528" y="19059"/>
                  </a:cubicBezTo>
                  <a:cubicBezTo>
                    <a:pt x="14793" y="19059"/>
                    <a:pt x="19059" y="14793"/>
                    <a:pt x="19059" y="9528"/>
                  </a:cubicBezTo>
                  <a:cubicBezTo>
                    <a:pt x="19059" y="4267"/>
                    <a:pt x="14793" y="1"/>
                    <a:pt x="9528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69"/>
            <p:cNvSpPr/>
            <p:nvPr/>
          </p:nvSpPr>
          <p:spPr>
            <a:xfrm>
              <a:off x="6738699" y="309089"/>
              <a:ext cx="707428" cy="707317"/>
            </a:xfrm>
            <a:custGeom>
              <a:avLst/>
              <a:gdLst/>
              <a:ahLst/>
              <a:cxnLst/>
              <a:rect l="l" t="t" r="r" b="b"/>
              <a:pathLst>
                <a:path w="19063" h="19060" extrusionOk="0">
                  <a:moveTo>
                    <a:pt x="9531" y="0"/>
                  </a:moveTo>
                  <a:cubicBezTo>
                    <a:pt x="4266" y="0"/>
                    <a:pt x="0" y="4267"/>
                    <a:pt x="0" y="9531"/>
                  </a:cubicBezTo>
                  <a:cubicBezTo>
                    <a:pt x="0" y="14793"/>
                    <a:pt x="4266" y="19059"/>
                    <a:pt x="9531" y="19059"/>
                  </a:cubicBezTo>
                  <a:cubicBezTo>
                    <a:pt x="14793" y="19059"/>
                    <a:pt x="19062" y="14793"/>
                    <a:pt x="19062" y="9531"/>
                  </a:cubicBezTo>
                  <a:cubicBezTo>
                    <a:pt x="19062" y="4267"/>
                    <a:pt x="14793" y="0"/>
                    <a:pt x="9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69"/>
            <p:cNvSpPr/>
            <p:nvPr/>
          </p:nvSpPr>
          <p:spPr>
            <a:xfrm>
              <a:off x="6711422" y="308050"/>
              <a:ext cx="770070" cy="709543"/>
            </a:xfrm>
            <a:custGeom>
              <a:avLst/>
              <a:gdLst/>
              <a:ahLst/>
              <a:cxnLst/>
              <a:rect l="l" t="t" r="r" b="b"/>
              <a:pathLst>
                <a:path w="20751" h="19120" extrusionOk="0">
                  <a:moveTo>
                    <a:pt x="10266" y="58"/>
                  </a:moveTo>
                  <a:cubicBezTo>
                    <a:pt x="15505" y="58"/>
                    <a:pt x="19765" y="4321"/>
                    <a:pt x="19765" y="9559"/>
                  </a:cubicBezTo>
                  <a:cubicBezTo>
                    <a:pt x="19765" y="14798"/>
                    <a:pt x="15505" y="19058"/>
                    <a:pt x="10266" y="19058"/>
                  </a:cubicBezTo>
                  <a:cubicBezTo>
                    <a:pt x="5028" y="19058"/>
                    <a:pt x="768" y="14798"/>
                    <a:pt x="768" y="9559"/>
                  </a:cubicBezTo>
                  <a:cubicBezTo>
                    <a:pt x="768" y="4321"/>
                    <a:pt x="5028" y="58"/>
                    <a:pt x="10266" y="58"/>
                  </a:cubicBezTo>
                  <a:close/>
                  <a:moveTo>
                    <a:pt x="10268" y="1"/>
                  </a:moveTo>
                  <a:cubicBezTo>
                    <a:pt x="9042" y="1"/>
                    <a:pt x="7801" y="237"/>
                    <a:pt x="6611" y="730"/>
                  </a:cubicBezTo>
                  <a:cubicBezTo>
                    <a:pt x="2397" y="2473"/>
                    <a:pt x="1" y="6951"/>
                    <a:pt x="889" y="11423"/>
                  </a:cubicBezTo>
                  <a:cubicBezTo>
                    <a:pt x="1780" y="15898"/>
                    <a:pt x="5707" y="19120"/>
                    <a:pt x="10266" y="19120"/>
                  </a:cubicBezTo>
                  <a:cubicBezTo>
                    <a:pt x="10275" y="19120"/>
                    <a:pt x="10283" y="19120"/>
                    <a:pt x="10291" y="19120"/>
                  </a:cubicBezTo>
                  <a:cubicBezTo>
                    <a:pt x="12818" y="19120"/>
                    <a:pt x="15243" y="18112"/>
                    <a:pt x="17026" y="16319"/>
                  </a:cubicBezTo>
                  <a:cubicBezTo>
                    <a:pt x="20251" y="13094"/>
                    <a:pt x="20750" y="8038"/>
                    <a:pt x="18218" y="4249"/>
                  </a:cubicBezTo>
                  <a:cubicBezTo>
                    <a:pt x="16398" y="1527"/>
                    <a:pt x="13383" y="1"/>
                    <a:pt x="10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69"/>
            <p:cNvSpPr/>
            <p:nvPr/>
          </p:nvSpPr>
          <p:spPr>
            <a:xfrm>
              <a:off x="6793919" y="364310"/>
              <a:ext cx="596840" cy="596840"/>
            </a:xfrm>
            <a:custGeom>
              <a:avLst/>
              <a:gdLst/>
              <a:ahLst/>
              <a:cxnLst/>
              <a:rect l="l" t="t" r="r" b="b"/>
              <a:pathLst>
                <a:path w="16083" h="16083" extrusionOk="0">
                  <a:moveTo>
                    <a:pt x="16083" y="8043"/>
                  </a:moveTo>
                  <a:cubicBezTo>
                    <a:pt x="16083" y="12483"/>
                    <a:pt x="12482" y="16083"/>
                    <a:pt x="8043" y="16083"/>
                  </a:cubicBezTo>
                  <a:cubicBezTo>
                    <a:pt x="3601" y="16083"/>
                    <a:pt x="1" y="12483"/>
                    <a:pt x="1" y="8043"/>
                  </a:cubicBezTo>
                  <a:cubicBezTo>
                    <a:pt x="1" y="3601"/>
                    <a:pt x="3601" y="1"/>
                    <a:pt x="8043" y="1"/>
                  </a:cubicBezTo>
                  <a:cubicBezTo>
                    <a:pt x="12482" y="1"/>
                    <a:pt x="16083" y="3601"/>
                    <a:pt x="16083" y="8043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69"/>
            <p:cNvSpPr/>
            <p:nvPr/>
          </p:nvSpPr>
          <p:spPr>
            <a:xfrm>
              <a:off x="7087536" y="526521"/>
              <a:ext cx="123613" cy="277063"/>
            </a:xfrm>
            <a:custGeom>
              <a:avLst/>
              <a:gdLst/>
              <a:ahLst/>
              <a:cxnLst/>
              <a:rect l="l" t="t" r="r" b="b"/>
              <a:pathLst>
                <a:path w="3331" h="7466" extrusionOk="0">
                  <a:moveTo>
                    <a:pt x="1" y="0"/>
                  </a:moveTo>
                  <a:lnTo>
                    <a:pt x="1" y="3672"/>
                  </a:lnTo>
                  <a:cubicBezTo>
                    <a:pt x="1" y="3679"/>
                    <a:pt x="4" y="3685"/>
                    <a:pt x="7" y="3692"/>
                  </a:cubicBezTo>
                  <a:lnTo>
                    <a:pt x="3284" y="7465"/>
                  </a:lnTo>
                  <a:lnTo>
                    <a:pt x="3330" y="7426"/>
                  </a:lnTo>
                  <a:lnTo>
                    <a:pt x="63" y="3663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69"/>
            <p:cNvSpPr/>
            <p:nvPr/>
          </p:nvSpPr>
          <p:spPr>
            <a:xfrm>
              <a:off x="6792843" y="363234"/>
              <a:ext cx="599141" cy="599141"/>
            </a:xfrm>
            <a:custGeom>
              <a:avLst/>
              <a:gdLst/>
              <a:ahLst/>
              <a:cxnLst/>
              <a:rect l="l" t="t" r="r" b="b"/>
              <a:pathLst>
                <a:path w="16145" h="16145" extrusionOk="0">
                  <a:moveTo>
                    <a:pt x="8072" y="63"/>
                  </a:moveTo>
                  <a:cubicBezTo>
                    <a:pt x="12489" y="63"/>
                    <a:pt x="16082" y="3656"/>
                    <a:pt x="16082" y="8072"/>
                  </a:cubicBezTo>
                  <a:cubicBezTo>
                    <a:pt x="16082" y="12489"/>
                    <a:pt x="12489" y="16082"/>
                    <a:pt x="8072" y="16082"/>
                  </a:cubicBezTo>
                  <a:cubicBezTo>
                    <a:pt x="3656" y="16082"/>
                    <a:pt x="62" y="12489"/>
                    <a:pt x="62" y="8072"/>
                  </a:cubicBezTo>
                  <a:cubicBezTo>
                    <a:pt x="62" y="3656"/>
                    <a:pt x="3656" y="63"/>
                    <a:pt x="8072" y="63"/>
                  </a:cubicBezTo>
                  <a:close/>
                  <a:moveTo>
                    <a:pt x="8072" y="1"/>
                  </a:moveTo>
                  <a:cubicBezTo>
                    <a:pt x="3624" y="1"/>
                    <a:pt x="0" y="3620"/>
                    <a:pt x="0" y="8072"/>
                  </a:cubicBezTo>
                  <a:cubicBezTo>
                    <a:pt x="0" y="12521"/>
                    <a:pt x="3624" y="16144"/>
                    <a:pt x="8072" y="16144"/>
                  </a:cubicBezTo>
                  <a:cubicBezTo>
                    <a:pt x="12525" y="16144"/>
                    <a:pt x="16144" y="12521"/>
                    <a:pt x="16144" y="8072"/>
                  </a:cubicBezTo>
                  <a:cubicBezTo>
                    <a:pt x="16144" y="3620"/>
                    <a:pt x="1252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6" name="Google Shape;3666;p69"/>
          <p:cNvSpPr/>
          <p:nvPr/>
        </p:nvSpPr>
        <p:spPr>
          <a:xfrm rot="-4514075" flipH="1">
            <a:off x="7951502" y="2612682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7" name="Google Shape;3667;p69"/>
          <p:cNvSpPr/>
          <p:nvPr/>
        </p:nvSpPr>
        <p:spPr>
          <a:xfrm flipH="1">
            <a:off x="7907300" y="3519400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8" name="Google Shape;3668;p69"/>
          <p:cNvSpPr/>
          <p:nvPr/>
        </p:nvSpPr>
        <p:spPr>
          <a:xfrm flipH="1">
            <a:off x="8374825" y="3119363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9" name="Google Shape;3669;p69"/>
          <p:cNvSpPr/>
          <p:nvPr/>
        </p:nvSpPr>
        <p:spPr>
          <a:xfrm rot="-4514075" flipH="1">
            <a:off x="7905652" y="3112982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0" name="Google Shape;3670;p69"/>
          <p:cNvSpPr/>
          <p:nvPr/>
        </p:nvSpPr>
        <p:spPr>
          <a:xfrm flipH="1">
            <a:off x="8226800" y="33496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1" name="Google Shape;3671;p69"/>
          <p:cNvSpPr/>
          <p:nvPr/>
        </p:nvSpPr>
        <p:spPr>
          <a:xfrm rot="-4511497" flipH="1">
            <a:off x="8460720" y="3449850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2" name="Google Shape;3672;p69"/>
          <p:cNvSpPr/>
          <p:nvPr/>
        </p:nvSpPr>
        <p:spPr>
          <a:xfrm rot="-4514075" flipH="1">
            <a:off x="8559602" y="2860507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3" name="Google Shape;3673;p69"/>
          <p:cNvSpPr/>
          <p:nvPr/>
        </p:nvSpPr>
        <p:spPr>
          <a:xfrm flipH="1">
            <a:off x="8226800" y="299553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4" name="Google Shape;3674;p69"/>
          <p:cNvSpPr/>
          <p:nvPr/>
        </p:nvSpPr>
        <p:spPr>
          <a:xfrm flipH="1">
            <a:off x="8124700" y="28668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75" name="Google Shape;3675;p69"/>
          <p:cNvGrpSpPr/>
          <p:nvPr/>
        </p:nvGrpSpPr>
        <p:grpSpPr>
          <a:xfrm>
            <a:off x="377025" y="521488"/>
            <a:ext cx="988181" cy="1801825"/>
            <a:chOff x="377025" y="521488"/>
            <a:chExt cx="988181" cy="1801825"/>
          </a:xfrm>
        </p:grpSpPr>
        <p:sp>
          <p:nvSpPr>
            <p:cNvPr id="3676" name="Google Shape;3676;p69"/>
            <p:cNvSpPr/>
            <p:nvPr/>
          </p:nvSpPr>
          <p:spPr>
            <a:xfrm rot="-4514075" flipH="1">
              <a:off x="457652" y="14750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69"/>
            <p:cNvSpPr/>
            <p:nvPr/>
          </p:nvSpPr>
          <p:spPr>
            <a:xfrm flipH="1">
              <a:off x="377025" y="1261650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69"/>
            <p:cNvSpPr/>
            <p:nvPr/>
          </p:nvSpPr>
          <p:spPr>
            <a:xfrm flipH="1">
              <a:off x="732825" y="13420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69"/>
            <p:cNvSpPr/>
            <p:nvPr/>
          </p:nvSpPr>
          <p:spPr>
            <a:xfrm rot="-4514075" flipH="1">
              <a:off x="479252" y="1050582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69"/>
            <p:cNvSpPr/>
            <p:nvPr/>
          </p:nvSpPr>
          <p:spPr>
            <a:xfrm flipH="1">
              <a:off x="474950" y="8314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69"/>
            <p:cNvSpPr/>
            <p:nvPr/>
          </p:nvSpPr>
          <p:spPr>
            <a:xfrm rot="-4511497" flipH="1">
              <a:off x="962270" y="83150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69"/>
            <p:cNvSpPr/>
            <p:nvPr/>
          </p:nvSpPr>
          <p:spPr>
            <a:xfrm rot="-4514075" flipH="1">
              <a:off x="914977" y="1487632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69"/>
            <p:cNvSpPr/>
            <p:nvPr/>
          </p:nvSpPr>
          <p:spPr>
            <a:xfrm flipH="1">
              <a:off x="800400" y="93313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69"/>
            <p:cNvSpPr/>
            <p:nvPr/>
          </p:nvSpPr>
          <p:spPr>
            <a:xfrm flipH="1">
              <a:off x="698300" y="8044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69"/>
            <p:cNvSpPr/>
            <p:nvPr/>
          </p:nvSpPr>
          <p:spPr>
            <a:xfrm flipH="1">
              <a:off x="719763" y="1954813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69"/>
            <p:cNvSpPr/>
            <p:nvPr/>
          </p:nvSpPr>
          <p:spPr>
            <a:xfrm flipH="1">
              <a:off x="383463" y="2296313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69"/>
            <p:cNvSpPr/>
            <p:nvPr/>
          </p:nvSpPr>
          <p:spPr>
            <a:xfrm flipH="1">
              <a:off x="987963" y="2189513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69"/>
            <p:cNvSpPr/>
            <p:nvPr/>
          </p:nvSpPr>
          <p:spPr>
            <a:xfrm flipH="1">
              <a:off x="1014975" y="5214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69"/>
            <p:cNvSpPr/>
            <p:nvPr/>
          </p:nvSpPr>
          <p:spPr>
            <a:xfrm flipH="1">
              <a:off x="1014963" y="18676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69"/>
            <p:cNvSpPr/>
            <p:nvPr/>
          </p:nvSpPr>
          <p:spPr>
            <a:xfrm rot="-4511497" flipH="1">
              <a:off x="1335207" y="696575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91" name="Google Shape;3691;p69"/>
          <p:cNvSpPr/>
          <p:nvPr/>
        </p:nvSpPr>
        <p:spPr>
          <a:xfrm flipH="1">
            <a:off x="962263" y="4297513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2" name="Google Shape;3692;p69"/>
          <p:cNvSpPr/>
          <p:nvPr/>
        </p:nvSpPr>
        <p:spPr>
          <a:xfrm flipH="1">
            <a:off x="1139238" y="39770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3" name="Google Shape;3693;p69"/>
          <p:cNvSpPr/>
          <p:nvPr/>
        </p:nvSpPr>
        <p:spPr>
          <a:xfrm flipH="1">
            <a:off x="883663" y="393213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4" name="Google Shape;3694;p69"/>
          <p:cNvSpPr/>
          <p:nvPr/>
        </p:nvSpPr>
        <p:spPr>
          <a:xfrm flipH="1">
            <a:off x="1057838" y="352583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5" name="Google Shape;3695;p69"/>
          <p:cNvSpPr/>
          <p:nvPr/>
        </p:nvSpPr>
        <p:spPr>
          <a:xfrm rot="-4514075" flipH="1">
            <a:off x="1051352" y="3748832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96" name="Google Shape;3696;p69"/>
          <p:cNvGrpSpPr/>
          <p:nvPr/>
        </p:nvGrpSpPr>
        <p:grpSpPr>
          <a:xfrm>
            <a:off x="6103036" y="4324533"/>
            <a:ext cx="1439283" cy="408511"/>
            <a:chOff x="2314150" y="4879750"/>
            <a:chExt cx="981575" cy="278600"/>
          </a:xfrm>
        </p:grpSpPr>
        <p:sp>
          <p:nvSpPr>
            <p:cNvPr id="3697" name="Google Shape;3697;p69"/>
            <p:cNvSpPr/>
            <p:nvPr/>
          </p:nvSpPr>
          <p:spPr>
            <a:xfrm>
              <a:off x="2450425" y="5040175"/>
              <a:ext cx="732250" cy="104975"/>
            </a:xfrm>
            <a:custGeom>
              <a:avLst/>
              <a:gdLst/>
              <a:ahLst/>
              <a:cxnLst/>
              <a:rect l="l" t="t" r="r" b="b"/>
              <a:pathLst>
                <a:path w="29290" h="4199" extrusionOk="0">
                  <a:moveTo>
                    <a:pt x="11986" y="0"/>
                  </a:moveTo>
                  <a:cubicBezTo>
                    <a:pt x="5205" y="0"/>
                    <a:pt x="58" y="702"/>
                    <a:pt x="30" y="1710"/>
                  </a:cubicBezTo>
                  <a:cubicBezTo>
                    <a:pt x="1" y="2849"/>
                    <a:pt x="6518" y="3948"/>
                    <a:pt x="14591" y="4161"/>
                  </a:cubicBezTo>
                  <a:cubicBezTo>
                    <a:pt x="15530" y="4186"/>
                    <a:pt x="16449" y="4199"/>
                    <a:pt x="17339" y="4199"/>
                  </a:cubicBezTo>
                  <a:cubicBezTo>
                    <a:pt x="24100" y="4199"/>
                    <a:pt x="29231" y="3497"/>
                    <a:pt x="29257" y="2491"/>
                  </a:cubicBezTo>
                  <a:cubicBezTo>
                    <a:pt x="29289" y="1352"/>
                    <a:pt x="22771" y="253"/>
                    <a:pt x="14699" y="37"/>
                  </a:cubicBezTo>
                  <a:cubicBezTo>
                    <a:pt x="13772" y="12"/>
                    <a:pt x="12865" y="0"/>
                    <a:pt x="11986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69"/>
            <p:cNvSpPr/>
            <p:nvPr/>
          </p:nvSpPr>
          <p:spPr>
            <a:xfrm>
              <a:off x="2422600" y="5004350"/>
              <a:ext cx="449100" cy="119975"/>
            </a:xfrm>
            <a:custGeom>
              <a:avLst/>
              <a:gdLst/>
              <a:ahLst/>
              <a:cxnLst/>
              <a:rect l="l" t="t" r="r" b="b"/>
              <a:pathLst>
                <a:path w="17964" h="4799" extrusionOk="0">
                  <a:moveTo>
                    <a:pt x="8980" y="1"/>
                  </a:moveTo>
                  <a:cubicBezTo>
                    <a:pt x="6949" y="1"/>
                    <a:pt x="4916" y="223"/>
                    <a:pt x="3337" y="671"/>
                  </a:cubicBezTo>
                  <a:cubicBezTo>
                    <a:pt x="98" y="1592"/>
                    <a:pt x="0" y="3111"/>
                    <a:pt x="3120" y="4065"/>
                  </a:cubicBezTo>
                  <a:cubicBezTo>
                    <a:pt x="4716" y="4553"/>
                    <a:pt x="6844" y="4798"/>
                    <a:pt x="8975" y="4798"/>
                  </a:cubicBezTo>
                  <a:cubicBezTo>
                    <a:pt x="11010" y="4798"/>
                    <a:pt x="13048" y="4575"/>
                    <a:pt x="14630" y="4127"/>
                  </a:cubicBezTo>
                  <a:cubicBezTo>
                    <a:pt x="17869" y="3208"/>
                    <a:pt x="17963" y="1686"/>
                    <a:pt x="14847" y="736"/>
                  </a:cubicBezTo>
                  <a:cubicBezTo>
                    <a:pt x="13248" y="247"/>
                    <a:pt x="11115" y="1"/>
                    <a:pt x="8980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3500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69"/>
            <p:cNvSpPr/>
            <p:nvPr/>
          </p:nvSpPr>
          <p:spPr>
            <a:xfrm>
              <a:off x="2442650" y="5003525"/>
              <a:ext cx="409075" cy="121625"/>
            </a:xfrm>
            <a:custGeom>
              <a:avLst/>
              <a:gdLst/>
              <a:ahLst/>
              <a:cxnLst/>
              <a:rect l="l" t="t" r="r" b="b"/>
              <a:pathLst>
                <a:path w="16363" h="4865" extrusionOk="0">
                  <a:moveTo>
                    <a:pt x="8176" y="69"/>
                  </a:moveTo>
                  <a:cubicBezTo>
                    <a:pt x="10309" y="69"/>
                    <a:pt x="12440" y="314"/>
                    <a:pt x="14034" y="801"/>
                  </a:cubicBezTo>
                  <a:cubicBezTo>
                    <a:pt x="15495" y="1246"/>
                    <a:pt x="16293" y="1828"/>
                    <a:pt x="16286" y="2439"/>
                  </a:cubicBezTo>
                  <a:cubicBezTo>
                    <a:pt x="16283" y="3068"/>
                    <a:pt x="15382" y="3686"/>
                    <a:pt x="13821" y="4127"/>
                  </a:cubicBezTo>
                  <a:cubicBezTo>
                    <a:pt x="12246" y="4575"/>
                    <a:pt x="10212" y="4798"/>
                    <a:pt x="8181" y="4798"/>
                  </a:cubicBezTo>
                  <a:cubicBezTo>
                    <a:pt x="6049" y="4798"/>
                    <a:pt x="3921" y="4552"/>
                    <a:pt x="2329" y="4066"/>
                  </a:cubicBezTo>
                  <a:cubicBezTo>
                    <a:pt x="868" y="3617"/>
                    <a:pt x="69" y="3035"/>
                    <a:pt x="77" y="2428"/>
                  </a:cubicBezTo>
                  <a:cubicBezTo>
                    <a:pt x="80" y="1795"/>
                    <a:pt x="980" y="1181"/>
                    <a:pt x="2542" y="736"/>
                  </a:cubicBezTo>
                  <a:cubicBezTo>
                    <a:pt x="4115" y="290"/>
                    <a:pt x="6147" y="69"/>
                    <a:pt x="8176" y="69"/>
                  </a:cubicBezTo>
                  <a:close/>
                  <a:moveTo>
                    <a:pt x="8177" y="1"/>
                  </a:moveTo>
                  <a:cubicBezTo>
                    <a:pt x="6141" y="1"/>
                    <a:pt x="4103" y="224"/>
                    <a:pt x="2524" y="671"/>
                  </a:cubicBezTo>
                  <a:cubicBezTo>
                    <a:pt x="908" y="1130"/>
                    <a:pt x="15" y="1756"/>
                    <a:pt x="8" y="2424"/>
                  </a:cubicBezTo>
                  <a:cubicBezTo>
                    <a:pt x="1" y="3068"/>
                    <a:pt x="818" y="3675"/>
                    <a:pt x="2307" y="4131"/>
                  </a:cubicBezTo>
                  <a:cubicBezTo>
                    <a:pt x="3905" y="4619"/>
                    <a:pt x="6045" y="4864"/>
                    <a:pt x="8181" y="4864"/>
                  </a:cubicBezTo>
                  <a:cubicBezTo>
                    <a:pt x="10220" y="4864"/>
                    <a:pt x="12259" y="4640"/>
                    <a:pt x="13839" y="4192"/>
                  </a:cubicBezTo>
                  <a:cubicBezTo>
                    <a:pt x="15455" y="3733"/>
                    <a:pt x="16348" y="3111"/>
                    <a:pt x="16355" y="2439"/>
                  </a:cubicBezTo>
                  <a:cubicBezTo>
                    <a:pt x="16362" y="1795"/>
                    <a:pt x="15545" y="1192"/>
                    <a:pt x="14056" y="736"/>
                  </a:cubicBezTo>
                  <a:cubicBezTo>
                    <a:pt x="12457" y="247"/>
                    <a:pt x="10318" y="1"/>
                    <a:pt x="8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69"/>
            <p:cNvSpPr/>
            <p:nvPr/>
          </p:nvSpPr>
          <p:spPr>
            <a:xfrm>
              <a:off x="2345325" y="4924225"/>
              <a:ext cx="603625" cy="177875"/>
            </a:xfrm>
            <a:custGeom>
              <a:avLst/>
              <a:gdLst/>
              <a:ahLst/>
              <a:cxnLst/>
              <a:rect l="l" t="t" r="r" b="b"/>
              <a:pathLst>
                <a:path w="24145" h="7115" extrusionOk="0">
                  <a:moveTo>
                    <a:pt x="24145" y="3558"/>
                  </a:moveTo>
                  <a:cubicBezTo>
                    <a:pt x="24145" y="5524"/>
                    <a:pt x="18740" y="7115"/>
                    <a:pt x="12074" y="7115"/>
                  </a:cubicBezTo>
                  <a:cubicBezTo>
                    <a:pt x="5408" y="7115"/>
                    <a:pt x="0" y="5524"/>
                    <a:pt x="0" y="3558"/>
                  </a:cubicBezTo>
                  <a:cubicBezTo>
                    <a:pt x="0" y="1595"/>
                    <a:pt x="5408" y="0"/>
                    <a:pt x="12074" y="0"/>
                  </a:cubicBezTo>
                  <a:cubicBezTo>
                    <a:pt x="18740" y="0"/>
                    <a:pt x="24145" y="1595"/>
                    <a:pt x="24145" y="3558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3500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69"/>
            <p:cNvSpPr/>
            <p:nvPr/>
          </p:nvSpPr>
          <p:spPr>
            <a:xfrm>
              <a:off x="2411750" y="4943750"/>
              <a:ext cx="470875" cy="138825"/>
            </a:xfrm>
            <a:custGeom>
              <a:avLst/>
              <a:gdLst/>
              <a:ahLst/>
              <a:cxnLst/>
              <a:rect l="l" t="t" r="r" b="b"/>
              <a:pathLst>
                <a:path w="18835" h="5553" extrusionOk="0">
                  <a:moveTo>
                    <a:pt x="9417" y="0"/>
                  </a:moveTo>
                  <a:cubicBezTo>
                    <a:pt x="4215" y="0"/>
                    <a:pt x="0" y="1244"/>
                    <a:pt x="0" y="2777"/>
                  </a:cubicBezTo>
                  <a:cubicBezTo>
                    <a:pt x="0" y="4309"/>
                    <a:pt x="4215" y="5553"/>
                    <a:pt x="9417" y="5553"/>
                  </a:cubicBezTo>
                  <a:cubicBezTo>
                    <a:pt x="14616" y="5553"/>
                    <a:pt x="18834" y="4309"/>
                    <a:pt x="18834" y="2777"/>
                  </a:cubicBezTo>
                  <a:cubicBezTo>
                    <a:pt x="18834" y="1244"/>
                    <a:pt x="14616" y="0"/>
                    <a:pt x="9417" y="0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3500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69"/>
            <p:cNvSpPr/>
            <p:nvPr/>
          </p:nvSpPr>
          <p:spPr>
            <a:xfrm>
              <a:off x="2410750" y="4942950"/>
              <a:ext cx="472875" cy="140450"/>
            </a:xfrm>
            <a:custGeom>
              <a:avLst/>
              <a:gdLst/>
              <a:ahLst/>
              <a:cxnLst/>
              <a:rect l="l" t="t" r="r" b="b"/>
              <a:pathLst>
                <a:path w="18915" h="5618" extrusionOk="0">
                  <a:moveTo>
                    <a:pt x="9457" y="68"/>
                  </a:moveTo>
                  <a:cubicBezTo>
                    <a:pt x="11923" y="68"/>
                    <a:pt x="14388" y="354"/>
                    <a:pt x="16228" y="914"/>
                  </a:cubicBezTo>
                  <a:cubicBezTo>
                    <a:pt x="17920" y="1431"/>
                    <a:pt x="18846" y="2107"/>
                    <a:pt x="18838" y="2816"/>
                  </a:cubicBezTo>
                  <a:cubicBezTo>
                    <a:pt x="18831" y="3546"/>
                    <a:pt x="17786" y="4262"/>
                    <a:pt x="15979" y="4775"/>
                  </a:cubicBezTo>
                  <a:cubicBezTo>
                    <a:pt x="14157" y="5292"/>
                    <a:pt x="11805" y="5549"/>
                    <a:pt x="9457" y="5549"/>
                  </a:cubicBezTo>
                  <a:cubicBezTo>
                    <a:pt x="6991" y="5549"/>
                    <a:pt x="4529" y="5266"/>
                    <a:pt x="2687" y="4703"/>
                  </a:cubicBezTo>
                  <a:cubicBezTo>
                    <a:pt x="995" y="4182"/>
                    <a:pt x="69" y="3510"/>
                    <a:pt x="77" y="2801"/>
                  </a:cubicBezTo>
                  <a:cubicBezTo>
                    <a:pt x="84" y="2071"/>
                    <a:pt x="1125" y="1355"/>
                    <a:pt x="2936" y="842"/>
                  </a:cubicBezTo>
                  <a:cubicBezTo>
                    <a:pt x="4758" y="325"/>
                    <a:pt x="7108" y="68"/>
                    <a:pt x="9457" y="68"/>
                  </a:cubicBezTo>
                  <a:close/>
                  <a:moveTo>
                    <a:pt x="9458" y="1"/>
                  </a:moveTo>
                  <a:cubicBezTo>
                    <a:pt x="7101" y="1"/>
                    <a:pt x="4742" y="258"/>
                    <a:pt x="2914" y="777"/>
                  </a:cubicBezTo>
                  <a:cubicBezTo>
                    <a:pt x="1045" y="1308"/>
                    <a:pt x="15" y="2024"/>
                    <a:pt x="8" y="2798"/>
                  </a:cubicBezTo>
                  <a:cubicBezTo>
                    <a:pt x="1" y="3542"/>
                    <a:pt x="944" y="4240"/>
                    <a:pt x="2665" y="4764"/>
                  </a:cubicBezTo>
                  <a:cubicBezTo>
                    <a:pt x="4512" y="5332"/>
                    <a:pt x="6985" y="5617"/>
                    <a:pt x="9457" y="5617"/>
                  </a:cubicBezTo>
                  <a:cubicBezTo>
                    <a:pt x="11814" y="5617"/>
                    <a:pt x="14171" y="5361"/>
                    <a:pt x="16001" y="4840"/>
                  </a:cubicBezTo>
                  <a:cubicBezTo>
                    <a:pt x="17869" y="4309"/>
                    <a:pt x="18900" y="3589"/>
                    <a:pt x="18907" y="2816"/>
                  </a:cubicBezTo>
                  <a:cubicBezTo>
                    <a:pt x="18914" y="2075"/>
                    <a:pt x="17971" y="1377"/>
                    <a:pt x="16250" y="849"/>
                  </a:cubicBezTo>
                  <a:cubicBezTo>
                    <a:pt x="14402" y="285"/>
                    <a:pt x="11932" y="1"/>
                    <a:pt x="9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69"/>
            <p:cNvSpPr/>
            <p:nvPr/>
          </p:nvSpPr>
          <p:spPr>
            <a:xfrm>
              <a:off x="2422600" y="4947000"/>
              <a:ext cx="449100" cy="132425"/>
            </a:xfrm>
            <a:custGeom>
              <a:avLst/>
              <a:gdLst/>
              <a:ahLst/>
              <a:cxnLst/>
              <a:rect l="l" t="t" r="r" b="b"/>
              <a:pathLst>
                <a:path w="17964" h="5297" extrusionOk="0">
                  <a:moveTo>
                    <a:pt x="3120" y="4313"/>
                  </a:moveTo>
                  <a:cubicBezTo>
                    <a:pt x="6240" y="5267"/>
                    <a:pt x="11391" y="5296"/>
                    <a:pt x="14630" y="4374"/>
                  </a:cubicBezTo>
                  <a:cubicBezTo>
                    <a:pt x="17869" y="3456"/>
                    <a:pt x="17963" y="1934"/>
                    <a:pt x="14847" y="984"/>
                  </a:cubicBezTo>
                  <a:cubicBezTo>
                    <a:pt x="11727" y="29"/>
                    <a:pt x="6576" y="0"/>
                    <a:pt x="3337" y="919"/>
                  </a:cubicBezTo>
                  <a:cubicBezTo>
                    <a:pt x="98" y="1840"/>
                    <a:pt x="0" y="3359"/>
                    <a:pt x="3120" y="4313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3500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69"/>
            <p:cNvSpPr/>
            <p:nvPr/>
          </p:nvSpPr>
          <p:spPr>
            <a:xfrm>
              <a:off x="2363750" y="4964450"/>
              <a:ext cx="64475" cy="50525"/>
            </a:xfrm>
            <a:custGeom>
              <a:avLst/>
              <a:gdLst/>
              <a:ahLst/>
              <a:cxnLst/>
              <a:rect l="l" t="t" r="r" b="b"/>
              <a:pathLst>
                <a:path w="2579" h="2021" extrusionOk="0">
                  <a:moveTo>
                    <a:pt x="2578" y="0"/>
                  </a:moveTo>
                  <a:cubicBezTo>
                    <a:pt x="2126" y="90"/>
                    <a:pt x="1689" y="228"/>
                    <a:pt x="1266" y="405"/>
                  </a:cubicBezTo>
                  <a:cubicBezTo>
                    <a:pt x="955" y="531"/>
                    <a:pt x="666" y="701"/>
                    <a:pt x="402" y="907"/>
                  </a:cubicBezTo>
                  <a:cubicBezTo>
                    <a:pt x="182" y="1085"/>
                    <a:pt x="62" y="1273"/>
                    <a:pt x="30" y="1464"/>
                  </a:cubicBezTo>
                  <a:cubicBezTo>
                    <a:pt x="1" y="1652"/>
                    <a:pt x="113" y="1847"/>
                    <a:pt x="370" y="2021"/>
                  </a:cubicBezTo>
                  <a:cubicBezTo>
                    <a:pt x="507" y="1833"/>
                    <a:pt x="612" y="1663"/>
                    <a:pt x="771" y="1493"/>
                  </a:cubicBezTo>
                  <a:cubicBezTo>
                    <a:pt x="934" y="1319"/>
                    <a:pt x="1111" y="1153"/>
                    <a:pt x="1295" y="998"/>
                  </a:cubicBezTo>
                  <a:cubicBezTo>
                    <a:pt x="1494" y="839"/>
                    <a:pt x="1703" y="672"/>
                    <a:pt x="1924" y="510"/>
                  </a:cubicBezTo>
                  <a:cubicBezTo>
                    <a:pt x="2141" y="343"/>
                    <a:pt x="2365" y="177"/>
                    <a:pt x="2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69"/>
            <p:cNvSpPr/>
            <p:nvPr/>
          </p:nvSpPr>
          <p:spPr>
            <a:xfrm>
              <a:off x="2314150" y="4948075"/>
              <a:ext cx="546050" cy="154050"/>
            </a:xfrm>
            <a:custGeom>
              <a:avLst/>
              <a:gdLst/>
              <a:ahLst/>
              <a:cxnLst/>
              <a:rect l="l" t="t" r="r" b="b"/>
              <a:pathLst>
                <a:path w="21842" h="6162" extrusionOk="0">
                  <a:moveTo>
                    <a:pt x="5097" y="1"/>
                  </a:moveTo>
                  <a:lnTo>
                    <a:pt x="4946" y="40"/>
                  </a:lnTo>
                  <a:cubicBezTo>
                    <a:pt x="145" y="1403"/>
                    <a:pt x="0" y="3659"/>
                    <a:pt x="4627" y="5073"/>
                  </a:cubicBezTo>
                  <a:cubicBezTo>
                    <a:pt x="6996" y="5797"/>
                    <a:pt x="10158" y="6161"/>
                    <a:pt x="13324" y="6161"/>
                  </a:cubicBezTo>
                  <a:cubicBezTo>
                    <a:pt x="16337" y="6161"/>
                    <a:pt x="19355" y="5831"/>
                    <a:pt x="21697" y="5167"/>
                  </a:cubicBezTo>
                  <a:cubicBezTo>
                    <a:pt x="21744" y="5152"/>
                    <a:pt x="21795" y="5138"/>
                    <a:pt x="21842" y="5123"/>
                  </a:cubicBezTo>
                  <a:lnTo>
                    <a:pt x="21842" y="5123"/>
                  </a:lnTo>
                  <a:cubicBezTo>
                    <a:pt x="19523" y="5761"/>
                    <a:pt x="16569" y="6078"/>
                    <a:pt x="13619" y="6078"/>
                  </a:cubicBezTo>
                  <a:cubicBezTo>
                    <a:pt x="10454" y="6078"/>
                    <a:pt x="7293" y="5714"/>
                    <a:pt x="4924" y="4989"/>
                  </a:cubicBezTo>
                  <a:cubicBezTo>
                    <a:pt x="347" y="3587"/>
                    <a:pt x="445" y="1367"/>
                    <a:pt x="50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69"/>
            <p:cNvSpPr/>
            <p:nvPr/>
          </p:nvSpPr>
          <p:spPr>
            <a:xfrm>
              <a:off x="2748200" y="4935975"/>
              <a:ext cx="121225" cy="31925"/>
            </a:xfrm>
            <a:custGeom>
              <a:avLst/>
              <a:gdLst/>
              <a:ahLst/>
              <a:cxnLst/>
              <a:rect l="l" t="t" r="r" b="b"/>
              <a:pathLst>
                <a:path w="4849" h="1277" extrusionOk="0">
                  <a:moveTo>
                    <a:pt x="926" y="0"/>
                  </a:moveTo>
                  <a:lnTo>
                    <a:pt x="926" y="0"/>
                  </a:lnTo>
                  <a:cubicBezTo>
                    <a:pt x="1577" y="344"/>
                    <a:pt x="1" y="344"/>
                    <a:pt x="1" y="344"/>
                  </a:cubicBezTo>
                  <a:cubicBezTo>
                    <a:pt x="1602" y="618"/>
                    <a:pt x="3587" y="1276"/>
                    <a:pt x="3587" y="1276"/>
                  </a:cubicBezTo>
                  <a:cubicBezTo>
                    <a:pt x="3587" y="1276"/>
                    <a:pt x="3377" y="1078"/>
                    <a:pt x="3421" y="857"/>
                  </a:cubicBezTo>
                  <a:cubicBezTo>
                    <a:pt x="3430" y="804"/>
                    <a:pt x="3518" y="784"/>
                    <a:pt x="3646" y="784"/>
                  </a:cubicBezTo>
                  <a:cubicBezTo>
                    <a:pt x="4049" y="784"/>
                    <a:pt x="4849" y="984"/>
                    <a:pt x="4849" y="984"/>
                  </a:cubicBezTo>
                  <a:cubicBezTo>
                    <a:pt x="3453" y="261"/>
                    <a:pt x="927" y="0"/>
                    <a:pt x="9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69"/>
            <p:cNvSpPr/>
            <p:nvPr/>
          </p:nvSpPr>
          <p:spPr>
            <a:xfrm>
              <a:off x="2344250" y="4923400"/>
              <a:ext cx="605800" cy="179525"/>
            </a:xfrm>
            <a:custGeom>
              <a:avLst/>
              <a:gdLst/>
              <a:ahLst/>
              <a:cxnLst/>
              <a:rect l="l" t="t" r="r" b="b"/>
              <a:pathLst>
                <a:path w="24232" h="7181" extrusionOk="0">
                  <a:moveTo>
                    <a:pt x="12114" y="70"/>
                  </a:moveTo>
                  <a:cubicBezTo>
                    <a:pt x="15281" y="70"/>
                    <a:pt x="18440" y="435"/>
                    <a:pt x="20801" y="1154"/>
                  </a:cubicBezTo>
                  <a:cubicBezTo>
                    <a:pt x="22973" y="1819"/>
                    <a:pt x="24166" y="2690"/>
                    <a:pt x="24155" y="3601"/>
                  </a:cubicBezTo>
                  <a:cubicBezTo>
                    <a:pt x="24144" y="4545"/>
                    <a:pt x="22807" y="5463"/>
                    <a:pt x="20482" y="6121"/>
                  </a:cubicBezTo>
                  <a:cubicBezTo>
                    <a:pt x="18145" y="6786"/>
                    <a:pt x="15127" y="7116"/>
                    <a:pt x="12114" y="7116"/>
                  </a:cubicBezTo>
                  <a:cubicBezTo>
                    <a:pt x="8952" y="7116"/>
                    <a:pt x="5794" y="6753"/>
                    <a:pt x="3434" y="6031"/>
                  </a:cubicBezTo>
                  <a:cubicBezTo>
                    <a:pt x="1262" y="5365"/>
                    <a:pt x="69" y="4494"/>
                    <a:pt x="80" y="3583"/>
                  </a:cubicBezTo>
                  <a:cubicBezTo>
                    <a:pt x="90" y="2640"/>
                    <a:pt x="1428" y="1722"/>
                    <a:pt x="3752" y="1064"/>
                  </a:cubicBezTo>
                  <a:cubicBezTo>
                    <a:pt x="6088" y="398"/>
                    <a:pt x="9103" y="70"/>
                    <a:pt x="12114" y="70"/>
                  </a:cubicBezTo>
                  <a:close/>
                  <a:moveTo>
                    <a:pt x="12108" y="1"/>
                  </a:moveTo>
                  <a:cubicBezTo>
                    <a:pt x="9091" y="1"/>
                    <a:pt x="6072" y="331"/>
                    <a:pt x="3734" y="995"/>
                  </a:cubicBezTo>
                  <a:cubicBezTo>
                    <a:pt x="1345" y="1675"/>
                    <a:pt x="22" y="2593"/>
                    <a:pt x="11" y="3580"/>
                  </a:cubicBezTo>
                  <a:cubicBezTo>
                    <a:pt x="0" y="4527"/>
                    <a:pt x="1211" y="5420"/>
                    <a:pt x="3413" y="6092"/>
                  </a:cubicBezTo>
                  <a:cubicBezTo>
                    <a:pt x="5780" y="6819"/>
                    <a:pt x="8947" y="7180"/>
                    <a:pt x="12121" y="7180"/>
                  </a:cubicBezTo>
                  <a:cubicBezTo>
                    <a:pt x="15140" y="7180"/>
                    <a:pt x="18162" y="6851"/>
                    <a:pt x="20501" y="6186"/>
                  </a:cubicBezTo>
                  <a:cubicBezTo>
                    <a:pt x="22890" y="5510"/>
                    <a:pt x="24213" y="4592"/>
                    <a:pt x="24224" y="3601"/>
                  </a:cubicBezTo>
                  <a:cubicBezTo>
                    <a:pt x="24231" y="2658"/>
                    <a:pt x="23024" y="1765"/>
                    <a:pt x="20822" y="1093"/>
                  </a:cubicBezTo>
                  <a:cubicBezTo>
                    <a:pt x="18452" y="366"/>
                    <a:pt x="15281" y="1"/>
                    <a:pt x="1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69"/>
            <p:cNvSpPr/>
            <p:nvPr/>
          </p:nvSpPr>
          <p:spPr>
            <a:xfrm>
              <a:off x="2390400" y="4889475"/>
              <a:ext cx="326575" cy="185325"/>
            </a:xfrm>
            <a:custGeom>
              <a:avLst/>
              <a:gdLst/>
              <a:ahLst/>
              <a:cxnLst/>
              <a:rect l="l" t="t" r="r" b="b"/>
              <a:pathLst>
                <a:path w="13063" h="7413" extrusionOk="0">
                  <a:moveTo>
                    <a:pt x="5514" y="1"/>
                  </a:moveTo>
                  <a:cubicBezTo>
                    <a:pt x="3930" y="1"/>
                    <a:pt x="3081" y="841"/>
                    <a:pt x="3081" y="841"/>
                  </a:cubicBezTo>
                  <a:cubicBezTo>
                    <a:pt x="3048" y="840"/>
                    <a:pt x="3016" y="840"/>
                    <a:pt x="2983" y="840"/>
                  </a:cubicBezTo>
                  <a:cubicBezTo>
                    <a:pt x="449" y="840"/>
                    <a:pt x="1" y="2503"/>
                    <a:pt x="540" y="3299"/>
                  </a:cubicBezTo>
                  <a:cubicBezTo>
                    <a:pt x="759" y="3622"/>
                    <a:pt x="991" y="3718"/>
                    <a:pt x="1190" y="3718"/>
                  </a:cubicBezTo>
                  <a:cubicBezTo>
                    <a:pt x="1485" y="3718"/>
                    <a:pt x="1707" y="3505"/>
                    <a:pt x="1708" y="3505"/>
                  </a:cubicBezTo>
                  <a:lnTo>
                    <a:pt x="1708" y="3505"/>
                  </a:lnTo>
                  <a:cubicBezTo>
                    <a:pt x="569" y="4640"/>
                    <a:pt x="2340" y="5631"/>
                    <a:pt x="3074" y="6361"/>
                  </a:cubicBezTo>
                  <a:cubicBezTo>
                    <a:pt x="3679" y="6963"/>
                    <a:pt x="4674" y="7412"/>
                    <a:pt x="5452" y="7412"/>
                  </a:cubicBezTo>
                  <a:cubicBezTo>
                    <a:pt x="5618" y="7412"/>
                    <a:pt x="5775" y="7392"/>
                    <a:pt x="5915" y="7348"/>
                  </a:cubicBezTo>
                  <a:cubicBezTo>
                    <a:pt x="6711" y="7098"/>
                    <a:pt x="12386" y="5562"/>
                    <a:pt x="12665" y="5233"/>
                  </a:cubicBezTo>
                  <a:cubicBezTo>
                    <a:pt x="12943" y="4904"/>
                    <a:pt x="13062" y="4557"/>
                    <a:pt x="12806" y="4362"/>
                  </a:cubicBezTo>
                  <a:cubicBezTo>
                    <a:pt x="12205" y="3910"/>
                    <a:pt x="7864" y="1557"/>
                    <a:pt x="7864" y="1557"/>
                  </a:cubicBezTo>
                  <a:cubicBezTo>
                    <a:pt x="9671" y="928"/>
                    <a:pt x="7911" y="230"/>
                    <a:pt x="6009" y="28"/>
                  </a:cubicBezTo>
                  <a:cubicBezTo>
                    <a:pt x="5837" y="9"/>
                    <a:pt x="5672" y="1"/>
                    <a:pt x="5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69"/>
            <p:cNvSpPr/>
            <p:nvPr/>
          </p:nvSpPr>
          <p:spPr>
            <a:xfrm>
              <a:off x="2396300" y="4888700"/>
              <a:ext cx="319300" cy="186925"/>
            </a:xfrm>
            <a:custGeom>
              <a:avLst/>
              <a:gdLst/>
              <a:ahLst/>
              <a:cxnLst/>
              <a:rect l="l" t="t" r="r" b="b"/>
              <a:pathLst>
                <a:path w="12772" h="7477" extrusionOk="0">
                  <a:moveTo>
                    <a:pt x="5289" y="66"/>
                  </a:moveTo>
                  <a:cubicBezTo>
                    <a:pt x="5443" y="66"/>
                    <a:pt x="5603" y="74"/>
                    <a:pt x="5770" y="91"/>
                  </a:cubicBezTo>
                  <a:cubicBezTo>
                    <a:pt x="7198" y="243"/>
                    <a:pt x="8307" y="637"/>
                    <a:pt x="8347" y="1006"/>
                  </a:cubicBezTo>
                  <a:cubicBezTo>
                    <a:pt x="8369" y="1190"/>
                    <a:pt x="8116" y="1382"/>
                    <a:pt x="7617" y="1555"/>
                  </a:cubicBezTo>
                  <a:cubicBezTo>
                    <a:pt x="7588" y="1566"/>
                    <a:pt x="7584" y="1602"/>
                    <a:pt x="7613" y="1617"/>
                  </a:cubicBezTo>
                  <a:cubicBezTo>
                    <a:pt x="7657" y="1642"/>
                    <a:pt x="11959" y="3974"/>
                    <a:pt x="12551" y="4422"/>
                  </a:cubicBezTo>
                  <a:cubicBezTo>
                    <a:pt x="12620" y="4472"/>
                    <a:pt x="12667" y="4548"/>
                    <a:pt x="12678" y="4635"/>
                  </a:cubicBezTo>
                  <a:cubicBezTo>
                    <a:pt x="12696" y="4798"/>
                    <a:pt x="12598" y="5011"/>
                    <a:pt x="12407" y="5242"/>
                  </a:cubicBezTo>
                  <a:cubicBezTo>
                    <a:pt x="12197" y="5492"/>
                    <a:pt x="8720" y="6475"/>
                    <a:pt x="6854" y="7003"/>
                  </a:cubicBezTo>
                  <a:cubicBezTo>
                    <a:pt x="6294" y="7166"/>
                    <a:pt x="5849" y="7288"/>
                    <a:pt x="5669" y="7346"/>
                  </a:cubicBezTo>
                  <a:cubicBezTo>
                    <a:pt x="5534" y="7388"/>
                    <a:pt x="5383" y="7407"/>
                    <a:pt x="5220" y="7407"/>
                  </a:cubicBezTo>
                  <a:cubicBezTo>
                    <a:pt x="4473" y="7407"/>
                    <a:pt x="3492" y="6992"/>
                    <a:pt x="2860" y="6363"/>
                  </a:cubicBezTo>
                  <a:cubicBezTo>
                    <a:pt x="2719" y="6226"/>
                    <a:pt x="2542" y="6074"/>
                    <a:pt x="2354" y="5918"/>
                  </a:cubicBezTo>
                  <a:cubicBezTo>
                    <a:pt x="1793" y="5448"/>
                    <a:pt x="1161" y="4921"/>
                    <a:pt x="1132" y="4335"/>
                  </a:cubicBezTo>
                  <a:cubicBezTo>
                    <a:pt x="1121" y="4068"/>
                    <a:pt x="1240" y="3811"/>
                    <a:pt x="1493" y="3558"/>
                  </a:cubicBezTo>
                  <a:cubicBezTo>
                    <a:pt x="1515" y="3536"/>
                    <a:pt x="1500" y="3500"/>
                    <a:pt x="1472" y="3500"/>
                  </a:cubicBezTo>
                  <a:cubicBezTo>
                    <a:pt x="1461" y="3500"/>
                    <a:pt x="1453" y="3504"/>
                    <a:pt x="1446" y="3507"/>
                  </a:cubicBezTo>
                  <a:cubicBezTo>
                    <a:pt x="1443" y="3511"/>
                    <a:pt x="1231" y="3713"/>
                    <a:pt x="953" y="3713"/>
                  </a:cubicBezTo>
                  <a:cubicBezTo>
                    <a:pt x="933" y="3713"/>
                    <a:pt x="913" y="3712"/>
                    <a:pt x="893" y="3710"/>
                  </a:cubicBezTo>
                  <a:cubicBezTo>
                    <a:pt x="687" y="3688"/>
                    <a:pt x="499" y="3554"/>
                    <a:pt x="333" y="3308"/>
                  </a:cubicBezTo>
                  <a:cubicBezTo>
                    <a:pt x="80" y="2936"/>
                    <a:pt x="69" y="2408"/>
                    <a:pt x="308" y="1967"/>
                  </a:cubicBezTo>
                  <a:cubicBezTo>
                    <a:pt x="527" y="1567"/>
                    <a:pt x="1131" y="904"/>
                    <a:pt x="2742" y="904"/>
                  </a:cubicBezTo>
                  <a:cubicBezTo>
                    <a:pt x="2776" y="904"/>
                    <a:pt x="2810" y="904"/>
                    <a:pt x="2845" y="904"/>
                  </a:cubicBezTo>
                  <a:cubicBezTo>
                    <a:pt x="2852" y="904"/>
                    <a:pt x="2863" y="901"/>
                    <a:pt x="2867" y="894"/>
                  </a:cubicBezTo>
                  <a:cubicBezTo>
                    <a:pt x="2877" y="887"/>
                    <a:pt x="3731" y="66"/>
                    <a:pt x="5289" y="66"/>
                  </a:cubicBezTo>
                  <a:close/>
                  <a:moveTo>
                    <a:pt x="5290" y="0"/>
                  </a:moveTo>
                  <a:cubicBezTo>
                    <a:pt x="3796" y="0"/>
                    <a:pt x="2936" y="744"/>
                    <a:pt x="2831" y="839"/>
                  </a:cubicBezTo>
                  <a:cubicBezTo>
                    <a:pt x="2797" y="839"/>
                    <a:pt x="2763" y="838"/>
                    <a:pt x="2729" y="838"/>
                  </a:cubicBezTo>
                  <a:cubicBezTo>
                    <a:pt x="1092" y="838"/>
                    <a:pt x="473" y="1524"/>
                    <a:pt x="250" y="1938"/>
                  </a:cubicBezTo>
                  <a:cubicBezTo>
                    <a:pt x="0" y="2397"/>
                    <a:pt x="11" y="2954"/>
                    <a:pt x="275" y="3348"/>
                  </a:cubicBezTo>
                  <a:cubicBezTo>
                    <a:pt x="456" y="3608"/>
                    <a:pt x="662" y="3757"/>
                    <a:pt x="886" y="3778"/>
                  </a:cubicBezTo>
                  <a:cubicBezTo>
                    <a:pt x="909" y="3781"/>
                    <a:pt x="933" y="3782"/>
                    <a:pt x="956" y="3782"/>
                  </a:cubicBezTo>
                  <a:cubicBezTo>
                    <a:pt x="1069" y="3782"/>
                    <a:pt x="1178" y="3753"/>
                    <a:pt x="1280" y="3702"/>
                  </a:cubicBezTo>
                  <a:lnTo>
                    <a:pt x="1280" y="3702"/>
                  </a:lnTo>
                  <a:cubicBezTo>
                    <a:pt x="1128" y="3908"/>
                    <a:pt x="1056" y="4122"/>
                    <a:pt x="1067" y="4339"/>
                  </a:cubicBezTo>
                  <a:cubicBezTo>
                    <a:pt x="1096" y="4953"/>
                    <a:pt x="1739" y="5492"/>
                    <a:pt x="2310" y="5969"/>
                  </a:cubicBezTo>
                  <a:cubicBezTo>
                    <a:pt x="2498" y="6128"/>
                    <a:pt x="2675" y="6276"/>
                    <a:pt x="2813" y="6414"/>
                  </a:cubicBezTo>
                  <a:cubicBezTo>
                    <a:pt x="3391" y="6988"/>
                    <a:pt x="4400" y="7476"/>
                    <a:pt x="5213" y="7476"/>
                  </a:cubicBezTo>
                  <a:cubicBezTo>
                    <a:pt x="5372" y="7476"/>
                    <a:pt x="5535" y="7455"/>
                    <a:pt x="5690" y="7408"/>
                  </a:cubicBezTo>
                  <a:cubicBezTo>
                    <a:pt x="5871" y="7354"/>
                    <a:pt x="6312" y="7227"/>
                    <a:pt x="6872" y="7068"/>
                  </a:cubicBezTo>
                  <a:cubicBezTo>
                    <a:pt x="9468" y="6334"/>
                    <a:pt x="12255" y="5528"/>
                    <a:pt x="12457" y="5286"/>
                  </a:cubicBezTo>
                  <a:cubicBezTo>
                    <a:pt x="12602" y="5116"/>
                    <a:pt x="12772" y="4859"/>
                    <a:pt x="12743" y="4628"/>
                  </a:cubicBezTo>
                  <a:cubicBezTo>
                    <a:pt x="12732" y="4523"/>
                    <a:pt x="12678" y="4429"/>
                    <a:pt x="12591" y="4368"/>
                  </a:cubicBezTo>
                  <a:cubicBezTo>
                    <a:pt x="12027" y="3945"/>
                    <a:pt x="8279" y="1902"/>
                    <a:pt x="7711" y="1595"/>
                  </a:cubicBezTo>
                  <a:cubicBezTo>
                    <a:pt x="8203" y="1411"/>
                    <a:pt x="8441" y="1212"/>
                    <a:pt x="8416" y="998"/>
                  </a:cubicBezTo>
                  <a:cubicBezTo>
                    <a:pt x="8362" y="518"/>
                    <a:pt x="7010" y="156"/>
                    <a:pt x="5777" y="26"/>
                  </a:cubicBezTo>
                  <a:cubicBezTo>
                    <a:pt x="5608" y="8"/>
                    <a:pt x="5445" y="0"/>
                    <a:pt x="5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69"/>
            <p:cNvSpPr/>
            <p:nvPr/>
          </p:nvSpPr>
          <p:spPr>
            <a:xfrm>
              <a:off x="2390400" y="4889475"/>
              <a:ext cx="326575" cy="185325"/>
            </a:xfrm>
            <a:custGeom>
              <a:avLst/>
              <a:gdLst/>
              <a:ahLst/>
              <a:cxnLst/>
              <a:rect l="l" t="t" r="r" b="b"/>
              <a:pathLst>
                <a:path w="13063" h="7413" extrusionOk="0">
                  <a:moveTo>
                    <a:pt x="5514" y="1"/>
                  </a:moveTo>
                  <a:cubicBezTo>
                    <a:pt x="3930" y="1"/>
                    <a:pt x="3081" y="841"/>
                    <a:pt x="3081" y="841"/>
                  </a:cubicBezTo>
                  <a:cubicBezTo>
                    <a:pt x="3048" y="840"/>
                    <a:pt x="3016" y="840"/>
                    <a:pt x="2983" y="840"/>
                  </a:cubicBezTo>
                  <a:cubicBezTo>
                    <a:pt x="449" y="840"/>
                    <a:pt x="1" y="2503"/>
                    <a:pt x="540" y="3299"/>
                  </a:cubicBezTo>
                  <a:cubicBezTo>
                    <a:pt x="759" y="3622"/>
                    <a:pt x="991" y="3718"/>
                    <a:pt x="1190" y="3718"/>
                  </a:cubicBezTo>
                  <a:cubicBezTo>
                    <a:pt x="1485" y="3718"/>
                    <a:pt x="1707" y="3505"/>
                    <a:pt x="1708" y="3505"/>
                  </a:cubicBezTo>
                  <a:lnTo>
                    <a:pt x="1708" y="3505"/>
                  </a:lnTo>
                  <a:cubicBezTo>
                    <a:pt x="569" y="4640"/>
                    <a:pt x="2340" y="5631"/>
                    <a:pt x="3074" y="6361"/>
                  </a:cubicBezTo>
                  <a:cubicBezTo>
                    <a:pt x="3679" y="6963"/>
                    <a:pt x="4674" y="7412"/>
                    <a:pt x="5452" y="7412"/>
                  </a:cubicBezTo>
                  <a:cubicBezTo>
                    <a:pt x="5618" y="7412"/>
                    <a:pt x="5775" y="7392"/>
                    <a:pt x="5915" y="7348"/>
                  </a:cubicBezTo>
                  <a:cubicBezTo>
                    <a:pt x="6711" y="7098"/>
                    <a:pt x="12386" y="5562"/>
                    <a:pt x="12665" y="5233"/>
                  </a:cubicBezTo>
                  <a:cubicBezTo>
                    <a:pt x="12943" y="4904"/>
                    <a:pt x="13062" y="4557"/>
                    <a:pt x="12806" y="4362"/>
                  </a:cubicBezTo>
                  <a:cubicBezTo>
                    <a:pt x="12205" y="3910"/>
                    <a:pt x="7864" y="1557"/>
                    <a:pt x="7864" y="1557"/>
                  </a:cubicBezTo>
                  <a:cubicBezTo>
                    <a:pt x="9671" y="928"/>
                    <a:pt x="7911" y="230"/>
                    <a:pt x="6009" y="28"/>
                  </a:cubicBezTo>
                  <a:cubicBezTo>
                    <a:pt x="5837" y="9"/>
                    <a:pt x="5672" y="1"/>
                    <a:pt x="5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69"/>
            <p:cNvSpPr/>
            <p:nvPr/>
          </p:nvSpPr>
          <p:spPr>
            <a:xfrm>
              <a:off x="2392375" y="4884150"/>
              <a:ext cx="326750" cy="172150"/>
            </a:xfrm>
            <a:custGeom>
              <a:avLst/>
              <a:gdLst/>
              <a:ahLst/>
              <a:cxnLst/>
              <a:rect l="l" t="t" r="r" b="b"/>
              <a:pathLst>
                <a:path w="13070" h="6886" extrusionOk="0">
                  <a:moveTo>
                    <a:pt x="5757" y="1"/>
                  </a:moveTo>
                  <a:cubicBezTo>
                    <a:pt x="4173" y="1"/>
                    <a:pt x="3324" y="841"/>
                    <a:pt x="3324" y="841"/>
                  </a:cubicBezTo>
                  <a:cubicBezTo>
                    <a:pt x="3279" y="840"/>
                    <a:pt x="3234" y="839"/>
                    <a:pt x="3191" y="839"/>
                  </a:cubicBezTo>
                  <a:cubicBezTo>
                    <a:pt x="679" y="839"/>
                    <a:pt x="0" y="2145"/>
                    <a:pt x="537" y="2934"/>
                  </a:cubicBezTo>
                  <a:cubicBezTo>
                    <a:pt x="865" y="3418"/>
                    <a:pt x="1444" y="3515"/>
                    <a:pt x="1853" y="3515"/>
                  </a:cubicBezTo>
                  <a:cubicBezTo>
                    <a:pt x="2125" y="3515"/>
                    <a:pt x="2323" y="3472"/>
                    <a:pt x="2323" y="3472"/>
                  </a:cubicBezTo>
                  <a:lnTo>
                    <a:pt x="2323" y="3472"/>
                  </a:lnTo>
                  <a:cubicBezTo>
                    <a:pt x="981" y="4022"/>
                    <a:pt x="2290" y="4998"/>
                    <a:pt x="3024" y="5728"/>
                  </a:cubicBezTo>
                  <a:cubicBezTo>
                    <a:pt x="3646" y="6344"/>
                    <a:pt x="4807" y="6885"/>
                    <a:pt x="5633" y="6885"/>
                  </a:cubicBezTo>
                  <a:cubicBezTo>
                    <a:pt x="5781" y="6885"/>
                    <a:pt x="5918" y="6868"/>
                    <a:pt x="6039" y="6831"/>
                  </a:cubicBezTo>
                  <a:cubicBezTo>
                    <a:pt x="6834" y="6581"/>
                    <a:pt x="12513" y="5048"/>
                    <a:pt x="12792" y="4719"/>
                  </a:cubicBezTo>
                  <a:cubicBezTo>
                    <a:pt x="13070" y="4391"/>
                    <a:pt x="10438" y="2572"/>
                    <a:pt x="9910" y="2037"/>
                  </a:cubicBezTo>
                  <a:cubicBezTo>
                    <a:pt x="9386" y="1502"/>
                    <a:pt x="8642" y="1480"/>
                    <a:pt x="8642" y="1480"/>
                  </a:cubicBezTo>
                  <a:cubicBezTo>
                    <a:pt x="9838" y="1101"/>
                    <a:pt x="8154" y="226"/>
                    <a:pt x="6252" y="27"/>
                  </a:cubicBezTo>
                  <a:cubicBezTo>
                    <a:pt x="6080" y="9"/>
                    <a:pt x="5915" y="1"/>
                    <a:pt x="57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69"/>
            <p:cNvSpPr/>
            <p:nvPr/>
          </p:nvSpPr>
          <p:spPr>
            <a:xfrm>
              <a:off x="2392125" y="4879750"/>
              <a:ext cx="327000" cy="181325"/>
            </a:xfrm>
            <a:custGeom>
              <a:avLst/>
              <a:gdLst/>
              <a:ahLst/>
              <a:cxnLst/>
              <a:rect l="l" t="t" r="r" b="b"/>
              <a:pathLst>
                <a:path w="13080" h="7253" extrusionOk="0">
                  <a:moveTo>
                    <a:pt x="2333" y="3648"/>
                  </a:moveTo>
                  <a:cubicBezTo>
                    <a:pt x="2333" y="3648"/>
                    <a:pt x="1093" y="3916"/>
                    <a:pt x="547" y="3110"/>
                  </a:cubicBezTo>
                  <a:cubicBezTo>
                    <a:pt x="1" y="2307"/>
                    <a:pt x="713" y="970"/>
                    <a:pt x="3334" y="1017"/>
                  </a:cubicBezTo>
                  <a:cubicBezTo>
                    <a:pt x="3334" y="1017"/>
                    <a:pt x="4361" y="1"/>
                    <a:pt x="6262" y="203"/>
                  </a:cubicBezTo>
                  <a:cubicBezTo>
                    <a:pt x="8164" y="402"/>
                    <a:pt x="9848" y="1277"/>
                    <a:pt x="8652" y="1656"/>
                  </a:cubicBezTo>
                  <a:cubicBezTo>
                    <a:pt x="8652" y="1656"/>
                    <a:pt x="9396" y="1678"/>
                    <a:pt x="9920" y="2213"/>
                  </a:cubicBezTo>
                  <a:cubicBezTo>
                    <a:pt x="10448" y="2748"/>
                    <a:pt x="13080" y="4567"/>
                    <a:pt x="12802" y="4895"/>
                  </a:cubicBezTo>
                  <a:cubicBezTo>
                    <a:pt x="12523" y="5224"/>
                    <a:pt x="6844" y="6757"/>
                    <a:pt x="6049" y="7007"/>
                  </a:cubicBezTo>
                  <a:cubicBezTo>
                    <a:pt x="5250" y="7252"/>
                    <a:pt x="3768" y="6631"/>
                    <a:pt x="3034" y="5904"/>
                  </a:cubicBezTo>
                  <a:cubicBezTo>
                    <a:pt x="2300" y="5174"/>
                    <a:pt x="991" y="4198"/>
                    <a:pt x="2333" y="3648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69"/>
            <p:cNvSpPr/>
            <p:nvPr/>
          </p:nvSpPr>
          <p:spPr>
            <a:xfrm>
              <a:off x="2399175" y="4883275"/>
              <a:ext cx="314450" cy="173900"/>
            </a:xfrm>
            <a:custGeom>
              <a:avLst/>
              <a:gdLst/>
              <a:ahLst/>
              <a:cxnLst/>
              <a:rect l="l" t="t" r="r" b="b"/>
              <a:pathLst>
                <a:path w="12578" h="6956" extrusionOk="0">
                  <a:moveTo>
                    <a:pt x="5488" y="68"/>
                  </a:moveTo>
                  <a:cubicBezTo>
                    <a:pt x="5644" y="68"/>
                    <a:pt x="5807" y="77"/>
                    <a:pt x="5976" y="95"/>
                  </a:cubicBezTo>
                  <a:cubicBezTo>
                    <a:pt x="7488" y="254"/>
                    <a:pt x="8699" y="800"/>
                    <a:pt x="8738" y="1165"/>
                  </a:cubicBezTo>
                  <a:cubicBezTo>
                    <a:pt x="8753" y="1324"/>
                    <a:pt x="8543" y="1425"/>
                    <a:pt x="8362" y="1483"/>
                  </a:cubicBezTo>
                  <a:cubicBezTo>
                    <a:pt x="8326" y="1494"/>
                    <a:pt x="8333" y="1548"/>
                    <a:pt x="8373" y="1548"/>
                  </a:cubicBezTo>
                  <a:cubicBezTo>
                    <a:pt x="8380" y="1548"/>
                    <a:pt x="9107" y="1573"/>
                    <a:pt x="9617" y="2094"/>
                  </a:cubicBezTo>
                  <a:cubicBezTo>
                    <a:pt x="9787" y="2264"/>
                    <a:pt x="10163" y="2564"/>
                    <a:pt x="10600" y="2907"/>
                  </a:cubicBezTo>
                  <a:cubicBezTo>
                    <a:pt x="11392" y="3533"/>
                    <a:pt x="12476" y="4386"/>
                    <a:pt x="12509" y="4682"/>
                  </a:cubicBezTo>
                  <a:cubicBezTo>
                    <a:pt x="12509" y="4700"/>
                    <a:pt x="12505" y="4715"/>
                    <a:pt x="12494" y="4729"/>
                  </a:cubicBezTo>
                  <a:cubicBezTo>
                    <a:pt x="12288" y="4979"/>
                    <a:pt x="8811" y="5965"/>
                    <a:pt x="6942" y="6493"/>
                  </a:cubicBezTo>
                  <a:cubicBezTo>
                    <a:pt x="6381" y="6652"/>
                    <a:pt x="5937" y="6775"/>
                    <a:pt x="5756" y="6833"/>
                  </a:cubicBezTo>
                  <a:cubicBezTo>
                    <a:pt x="5638" y="6870"/>
                    <a:pt x="5505" y="6887"/>
                    <a:pt x="5362" y="6887"/>
                  </a:cubicBezTo>
                  <a:cubicBezTo>
                    <a:pt x="4539" y="6887"/>
                    <a:pt x="3371" y="6332"/>
                    <a:pt x="2774" y="5738"/>
                  </a:cubicBezTo>
                  <a:cubicBezTo>
                    <a:pt x="2683" y="5647"/>
                    <a:pt x="2586" y="5553"/>
                    <a:pt x="2481" y="5452"/>
                  </a:cubicBezTo>
                  <a:cubicBezTo>
                    <a:pt x="1989" y="4989"/>
                    <a:pt x="1436" y="4469"/>
                    <a:pt x="1512" y="4046"/>
                  </a:cubicBezTo>
                  <a:cubicBezTo>
                    <a:pt x="1552" y="3840"/>
                    <a:pt x="1732" y="3674"/>
                    <a:pt x="2065" y="3540"/>
                  </a:cubicBezTo>
                  <a:cubicBezTo>
                    <a:pt x="2080" y="3533"/>
                    <a:pt x="2090" y="3515"/>
                    <a:pt x="2083" y="3496"/>
                  </a:cubicBezTo>
                  <a:cubicBezTo>
                    <a:pt x="2080" y="3482"/>
                    <a:pt x="2065" y="3475"/>
                    <a:pt x="2051" y="3475"/>
                  </a:cubicBezTo>
                  <a:lnTo>
                    <a:pt x="2047" y="3471"/>
                  </a:lnTo>
                  <a:cubicBezTo>
                    <a:pt x="2041" y="3473"/>
                    <a:pt x="1850" y="3512"/>
                    <a:pt x="1588" y="3512"/>
                  </a:cubicBezTo>
                  <a:cubicBezTo>
                    <a:pt x="1185" y="3512"/>
                    <a:pt x="614" y="3418"/>
                    <a:pt x="294" y="2947"/>
                  </a:cubicBezTo>
                  <a:cubicBezTo>
                    <a:pt x="88" y="2643"/>
                    <a:pt x="77" y="2275"/>
                    <a:pt x="258" y="1938"/>
                  </a:cubicBezTo>
                  <a:cubicBezTo>
                    <a:pt x="427" y="1624"/>
                    <a:pt x="1024" y="903"/>
                    <a:pt x="2913" y="903"/>
                  </a:cubicBezTo>
                  <a:cubicBezTo>
                    <a:pt x="2959" y="903"/>
                    <a:pt x="3005" y="904"/>
                    <a:pt x="3052" y="905"/>
                  </a:cubicBezTo>
                  <a:cubicBezTo>
                    <a:pt x="3063" y="905"/>
                    <a:pt x="3070" y="901"/>
                    <a:pt x="3077" y="897"/>
                  </a:cubicBezTo>
                  <a:cubicBezTo>
                    <a:pt x="3084" y="887"/>
                    <a:pt x="3935" y="68"/>
                    <a:pt x="5488" y="68"/>
                  </a:cubicBezTo>
                  <a:close/>
                  <a:moveTo>
                    <a:pt x="5496" y="0"/>
                  </a:moveTo>
                  <a:cubicBezTo>
                    <a:pt x="4003" y="0"/>
                    <a:pt x="3142" y="745"/>
                    <a:pt x="3037" y="839"/>
                  </a:cubicBezTo>
                  <a:cubicBezTo>
                    <a:pt x="2996" y="839"/>
                    <a:pt x="2955" y="838"/>
                    <a:pt x="2914" y="838"/>
                  </a:cubicBezTo>
                  <a:cubicBezTo>
                    <a:pt x="987" y="838"/>
                    <a:pt x="373" y="1584"/>
                    <a:pt x="196" y="1909"/>
                  </a:cubicBezTo>
                  <a:cubicBezTo>
                    <a:pt x="1" y="2267"/>
                    <a:pt x="15" y="2661"/>
                    <a:pt x="236" y="2990"/>
                  </a:cubicBezTo>
                  <a:cubicBezTo>
                    <a:pt x="572" y="3482"/>
                    <a:pt x="1169" y="3581"/>
                    <a:pt x="1588" y="3581"/>
                  </a:cubicBezTo>
                  <a:cubicBezTo>
                    <a:pt x="1683" y="3581"/>
                    <a:pt x="1769" y="3575"/>
                    <a:pt x="1841" y="3569"/>
                  </a:cubicBezTo>
                  <a:lnTo>
                    <a:pt x="1841" y="3569"/>
                  </a:lnTo>
                  <a:cubicBezTo>
                    <a:pt x="1610" y="3699"/>
                    <a:pt x="1479" y="3851"/>
                    <a:pt x="1447" y="4031"/>
                  </a:cubicBezTo>
                  <a:cubicBezTo>
                    <a:pt x="1360" y="4491"/>
                    <a:pt x="1931" y="5029"/>
                    <a:pt x="2434" y="5503"/>
                  </a:cubicBezTo>
                  <a:cubicBezTo>
                    <a:pt x="2539" y="5600"/>
                    <a:pt x="2636" y="5694"/>
                    <a:pt x="2727" y="5785"/>
                  </a:cubicBezTo>
                  <a:cubicBezTo>
                    <a:pt x="3345" y="6399"/>
                    <a:pt x="4509" y="6956"/>
                    <a:pt x="5351" y="6956"/>
                  </a:cubicBezTo>
                  <a:cubicBezTo>
                    <a:pt x="5496" y="6956"/>
                    <a:pt x="5637" y="6938"/>
                    <a:pt x="5774" y="6898"/>
                  </a:cubicBezTo>
                  <a:cubicBezTo>
                    <a:pt x="5958" y="6840"/>
                    <a:pt x="6399" y="6714"/>
                    <a:pt x="6960" y="6558"/>
                  </a:cubicBezTo>
                  <a:cubicBezTo>
                    <a:pt x="9555" y="5821"/>
                    <a:pt x="12342" y="5018"/>
                    <a:pt x="12545" y="4776"/>
                  </a:cubicBezTo>
                  <a:cubicBezTo>
                    <a:pt x="12567" y="4747"/>
                    <a:pt x="12577" y="4711"/>
                    <a:pt x="12574" y="4675"/>
                  </a:cubicBezTo>
                  <a:cubicBezTo>
                    <a:pt x="12538" y="4350"/>
                    <a:pt x="11529" y="3554"/>
                    <a:pt x="10640" y="2853"/>
                  </a:cubicBezTo>
                  <a:cubicBezTo>
                    <a:pt x="10206" y="2510"/>
                    <a:pt x="9830" y="2217"/>
                    <a:pt x="9664" y="2047"/>
                  </a:cubicBezTo>
                  <a:cubicBezTo>
                    <a:pt x="9270" y="1646"/>
                    <a:pt x="8767" y="1530"/>
                    <a:pt x="8521" y="1494"/>
                  </a:cubicBezTo>
                  <a:cubicBezTo>
                    <a:pt x="8720" y="1407"/>
                    <a:pt x="8814" y="1295"/>
                    <a:pt x="8803" y="1161"/>
                  </a:cubicBezTo>
                  <a:cubicBezTo>
                    <a:pt x="8756" y="720"/>
                    <a:pt x="7412" y="178"/>
                    <a:pt x="5984" y="26"/>
                  </a:cubicBezTo>
                  <a:cubicBezTo>
                    <a:pt x="5814" y="8"/>
                    <a:pt x="5652" y="0"/>
                    <a:pt x="54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69"/>
            <p:cNvSpPr/>
            <p:nvPr/>
          </p:nvSpPr>
          <p:spPr>
            <a:xfrm>
              <a:off x="2523725" y="5005600"/>
              <a:ext cx="31925" cy="12100"/>
            </a:xfrm>
            <a:custGeom>
              <a:avLst/>
              <a:gdLst/>
              <a:ahLst/>
              <a:cxnLst/>
              <a:rect l="l" t="t" r="r" b="b"/>
              <a:pathLst>
                <a:path w="1277" h="484" extrusionOk="0">
                  <a:moveTo>
                    <a:pt x="795" y="0"/>
                  </a:moveTo>
                  <a:cubicBezTo>
                    <a:pt x="680" y="0"/>
                    <a:pt x="554" y="17"/>
                    <a:pt x="434" y="49"/>
                  </a:cubicBezTo>
                  <a:cubicBezTo>
                    <a:pt x="145" y="129"/>
                    <a:pt x="0" y="284"/>
                    <a:pt x="112" y="389"/>
                  </a:cubicBezTo>
                  <a:cubicBezTo>
                    <a:pt x="180" y="451"/>
                    <a:pt x="320" y="484"/>
                    <a:pt x="482" y="484"/>
                  </a:cubicBezTo>
                  <a:cubicBezTo>
                    <a:pt x="597" y="484"/>
                    <a:pt x="723" y="467"/>
                    <a:pt x="843" y="433"/>
                  </a:cubicBezTo>
                  <a:cubicBezTo>
                    <a:pt x="1135" y="353"/>
                    <a:pt x="1276" y="201"/>
                    <a:pt x="1164" y="96"/>
                  </a:cubicBezTo>
                  <a:cubicBezTo>
                    <a:pt x="1099" y="33"/>
                    <a:pt x="958" y="0"/>
                    <a:pt x="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69"/>
            <p:cNvSpPr/>
            <p:nvPr/>
          </p:nvSpPr>
          <p:spPr>
            <a:xfrm>
              <a:off x="2535825" y="4990400"/>
              <a:ext cx="15750" cy="6025"/>
            </a:xfrm>
            <a:custGeom>
              <a:avLst/>
              <a:gdLst/>
              <a:ahLst/>
              <a:cxnLst/>
              <a:rect l="l" t="t" r="r" b="b"/>
              <a:pathLst>
                <a:path w="630" h="241" extrusionOk="0">
                  <a:moveTo>
                    <a:pt x="389" y="1"/>
                  </a:moveTo>
                  <a:cubicBezTo>
                    <a:pt x="333" y="1"/>
                    <a:pt x="273" y="9"/>
                    <a:pt x="214" y="25"/>
                  </a:cubicBezTo>
                  <a:cubicBezTo>
                    <a:pt x="73" y="65"/>
                    <a:pt x="1" y="141"/>
                    <a:pt x="59" y="195"/>
                  </a:cubicBezTo>
                  <a:cubicBezTo>
                    <a:pt x="91" y="225"/>
                    <a:pt x="159" y="241"/>
                    <a:pt x="239" y="241"/>
                  </a:cubicBezTo>
                  <a:cubicBezTo>
                    <a:pt x="295" y="241"/>
                    <a:pt x="357" y="233"/>
                    <a:pt x="416" y="216"/>
                  </a:cubicBezTo>
                  <a:cubicBezTo>
                    <a:pt x="557" y="177"/>
                    <a:pt x="630" y="101"/>
                    <a:pt x="576" y="50"/>
                  </a:cubicBezTo>
                  <a:cubicBezTo>
                    <a:pt x="541" y="18"/>
                    <a:pt x="471" y="1"/>
                    <a:pt x="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69"/>
            <p:cNvSpPr/>
            <p:nvPr/>
          </p:nvSpPr>
          <p:spPr>
            <a:xfrm>
              <a:off x="2544600" y="4907375"/>
              <a:ext cx="21800" cy="8225"/>
            </a:xfrm>
            <a:custGeom>
              <a:avLst/>
              <a:gdLst/>
              <a:ahLst/>
              <a:cxnLst/>
              <a:rect l="l" t="t" r="r" b="b"/>
              <a:pathLst>
                <a:path w="872" h="329" extrusionOk="0">
                  <a:moveTo>
                    <a:pt x="546" y="0"/>
                  </a:moveTo>
                  <a:cubicBezTo>
                    <a:pt x="467" y="0"/>
                    <a:pt x="379" y="12"/>
                    <a:pt x="297" y="35"/>
                  </a:cubicBezTo>
                  <a:cubicBezTo>
                    <a:pt x="98" y="89"/>
                    <a:pt x="0" y="190"/>
                    <a:pt x="80" y="262"/>
                  </a:cubicBezTo>
                  <a:cubicBezTo>
                    <a:pt x="124" y="307"/>
                    <a:pt x="219" y="329"/>
                    <a:pt x="329" y="329"/>
                  </a:cubicBezTo>
                  <a:cubicBezTo>
                    <a:pt x="407" y="329"/>
                    <a:pt x="494" y="317"/>
                    <a:pt x="575" y="295"/>
                  </a:cubicBezTo>
                  <a:cubicBezTo>
                    <a:pt x="774" y="241"/>
                    <a:pt x="872" y="136"/>
                    <a:pt x="792" y="63"/>
                  </a:cubicBezTo>
                  <a:cubicBezTo>
                    <a:pt x="748" y="22"/>
                    <a:pt x="655" y="0"/>
                    <a:pt x="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69"/>
            <p:cNvSpPr/>
            <p:nvPr/>
          </p:nvSpPr>
          <p:spPr>
            <a:xfrm>
              <a:off x="2657025" y="4977350"/>
              <a:ext cx="10700" cy="4100"/>
            </a:xfrm>
            <a:custGeom>
              <a:avLst/>
              <a:gdLst/>
              <a:ahLst/>
              <a:cxnLst/>
              <a:rect l="l" t="t" r="r" b="b"/>
              <a:pathLst>
                <a:path w="428" h="164" extrusionOk="0">
                  <a:moveTo>
                    <a:pt x="262" y="0"/>
                  </a:moveTo>
                  <a:cubicBezTo>
                    <a:pt x="224" y="0"/>
                    <a:pt x="184" y="5"/>
                    <a:pt x="145" y="15"/>
                  </a:cubicBezTo>
                  <a:cubicBezTo>
                    <a:pt x="51" y="44"/>
                    <a:pt x="0" y="95"/>
                    <a:pt x="40" y="131"/>
                  </a:cubicBezTo>
                  <a:cubicBezTo>
                    <a:pt x="61" y="152"/>
                    <a:pt x="108" y="163"/>
                    <a:pt x="162" y="163"/>
                  </a:cubicBezTo>
                  <a:cubicBezTo>
                    <a:pt x="201" y="163"/>
                    <a:pt x="243" y="158"/>
                    <a:pt x="282" y="146"/>
                  </a:cubicBezTo>
                  <a:cubicBezTo>
                    <a:pt x="380" y="120"/>
                    <a:pt x="427" y="66"/>
                    <a:pt x="391" y="34"/>
                  </a:cubicBezTo>
                  <a:cubicBezTo>
                    <a:pt x="367" y="12"/>
                    <a:pt x="318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69"/>
            <p:cNvSpPr/>
            <p:nvPr/>
          </p:nvSpPr>
          <p:spPr>
            <a:xfrm>
              <a:off x="2670300" y="4983375"/>
              <a:ext cx="10700" cy="4050"/>
            </a:xfrm>
            <a:custGeom>
              <a:avLst/>
              <a:gdLst/>
              <a:ahLst/>
              <a:cxnLst/>
              <a:rect l="l" t="t" r="r" b="b"/>
              <a:pathLst>
                <a:path w="428" h="162" extrusionOk="0">
                  <a:moveTo>
                    <a:pt x="271" y="0"/>
                  </a:moveTo>
                  <a:cubicBezTo>
                    <a:pt x="232" y="0"/>
                    <a:pt x="189" y="6"/>
                    <a:pt x="149" y="17"/>
                  </a:cubicBezTo>
                  <a:cubicBezTo>
                    <a:pt x="51" y="42"/>
                    <a:pt x="1" y="96"/>
                    <a:pt x="41" y="129"/>
                  </a:cubicBezTo>
                  <a:cubicBezTo>
                    <a:pt x="62" y="150"/>
                    <a:pt x="112" y="162"/>
                    <a:pt x="168" y="162"/>
                  </a:cubicBezTo>
                  <a:cubicBezTo>
                    <a:pt x="205" y="162"/>
                    <a:pt x="245" y="157"/>
                    <a:pt x="283" y="147"/>
                  </a:cubicBezTo>
                  <a:cubicBezTo>
                    <a:pt x="380" y="118"/>
                    <a:pt x="427" y="67"/>
                    <a:pt x="391" y="31"/>
                  </a:cubicBezTo>
                  <a:cubicBezTo>
                    <a:pt x="368" y="10"/>
                    <a:pt x="323" y="0"/>
                    <a:pt x="2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69"/>
            <p:cNvSpPr/>
            <p:nvPr/>
          </p:nvSpPr>
          <p:spPr>
            <a:xfrm>
              <a:off x="2622850" y="5016150"/>
              <a:ext cx="10800" cy="4075"/>
            </a:xfrm>
            <a:custGeom>
              <a:avLst/>
              <a:gdLst/>
              <a:ahLst/>
              <a:cxnLst/>
              <a:rect l="l" t="t" r="r" b="b"/>
              <a:pathLst>
                <a:path w="432" h="163" extrusionOk="0">
                  <a:moveTo>
                    <a:pt x="268" y="0"/>
                  </a:moveTo>
                  <a:cubicBezTo>
                    <a:pt x="230" y="0"/>
                    <a:pt x="188" y="6"/>
                    <a:pt x="149" y="18"/>
                  </a:cubicBezTo>
                  <a:cubicBezTo>
                    <a:pt x="52" y="43"/>
                    <a:pt x="1" y="94"/>
                    <a:pt x="41" y="130"/>
                  </a:cubicBezTo>
                  <a:cubicBezTo>
                    <a:pt x="62" y="151"/>
                    <a:pt x="109" y="162"/>
                    <a:pt x="163" y="162"/>
                  </a:cubicBezTo>
                  <a:cubicBezTo>
                    <a:pt x="201" y="162"/>
                    <a:pt x="244" y="156"/>
                    <a:pt x="283" y="144"/>
                  </a:cubicBezTo>
                  <a:cubicBezTo>
                    <a:pt x="381" y="119"/>
                    <a:pt x="431" y="68"/>
                    <a:pt x="391" y="32"/>
                  </a:cubicBezTo>
                  <a:cubicBezTo>
                    <a:pt x="368" y="11"/>
                    <a:pt x="322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69"/>
            <p:cNvSpPr/>
            <p:nvPr/>
          </p:nvSpPr>
          <p:spPr>
            <a:xfrm>
              <a:off x="2587700" y="4940575"/>
              <a:ext cx="10700" cy="4050"/>
            </a:xfrm>
            <a:custGeom>
              <a:avLst/>
              <a:gdLst/>
              <a:ahLst/>
              <a:cxnLst/>
              <a:rect l="l" t="t" r="r" b="b"/>
              <a:pathLst>
                <a:path w="428" h="162" extrusionOk="0">
                  <a:moveTo>
                    <a:pt x="262" y="0"/>
                  </a:moveTo>
                  <a:cubicBezTo>
                    <a:pt x="225" y="0"/>
                    <a:pt x="184" y="5"/>
                    <a:pt x="145" y="15"/>
                  </a:cubicBezTo>
                  <a:cubicBezTo>
                    <a:pt x="51" y="44"/>
                    <a:pt x="1" y="95"/>
                    <a:pt x="41" y="131"/>
                  </a:cubicBezTo>
                  <a:cubicBezTo>
                    <a:pt x="61" y="152"/>
                    <a:pt x="106" y="162"/>
                    <a:pt x="158" y="162"/>
                  </a:cubicBezTo>
                  <a:cubicBezTo>
                    <a:pt x="198" y="162"/>
                    <a:pt x="241" y="156"/>
                    <a:pt x="283" y="145"/>
                  </a:cubicBezTo>
                  <a:cubicBezTo>
                    <a:pt x="380" y="120"/>
                    <a:pt x="427" y="66"/>
                    <a:pt x="391" y="33"/>
                  </a:cubicBezTo>
                  <a:cubicBezTo>
                    <a:pt x="367" y="11"/>
                    <a:pt x="318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69"/>
            <p:cNvSpPr/>
            <p:nvPr/>
          </p:nvSpPr>
          <p:spPr>
            <a:xfrm>
              <a:off x="2461175" y="4945075"/>
              <a:ext cx="28675" cy="10875"/>
            </a:xfrm>
            <a:custGeom>
              <a:avLst/>
              <a:gdLst/>
              <a:ahLst/>
              <a:cxnLst/>
              <a:rect l="l" t="t" r="r" b="b"/>
              <a:pathLst>
                <a:path w="1147" h="435" extrusionOk="0">
                  <a:moveTo>
                    <a:pt x="715" y="0"/>
                  </a:moveTo>
                  <a:cubicBezTo>
                    <a:pt x="612" y="0"/>
                    <a:pt x="499" y="15"/>
                    <a:pt x="391" y="45"/>
                  </a:cubicBezTo>
                  <a:cubicBezTo>
                    <a:pt x="131" y="117"/>
                    <a:pt x="1" y="254"/>
                    <a:pt x="102" y="348"/>
                  </a:cubicBezTo>
                  <a:cubicBezTo>
                    <a:pt x="162" y="405"/>
                    <a:pt x="292" y="435"/>
                    <a:pt x="442" y="435"/>
                  </a:cubicBezTo>
                  <a:cubicBezTo>
                    <a:pt x="544" y="435"/>
                    <a:pt x="655" y="421"/>
                    <a:pt x="760" y="392"/>
                  </a:cubicBezTo>
                  <a:cubicBezTo>
                    <a:pt x="1020" y="316"/>
                    <a:pt x="1147" y="182"/>
                    <a:pt x="1046" y="85"/>
                  </a:cubicBezTo>
                  <a:cubicBezTo>
                    <a:pt x="986" y="29"/>
                    <a:pt x="861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69"/>
            <p:cNvSpPr/>
            <p:nvPr/>
          </p:nvSpPr>
          <p:spPr>
            <a:xfrm>
              <a:off x="2464900" y="4964175"/>
              <a:ext cx="14200" cy="5350"/>
            </a:xfrm>
            <a:custGeom>
              <a:avLst/>
              <a:gdLst/>
              <a:ahLst/>
              <a:cxnLst/>
              <a:rect l="l" t="t" r="r" b="b"/>
              <a:pathLst>
                <a:path w="568" h="214" extrusionOk="0">
                  <a:moveTo>
                    <a:pt x="350" y="0"/>
                  </a:moveTo>
                  <a:cubicBezTo>
                    <a:pt x="300" y="0"/>
                    <a:pt x="246" y="7"/>
                    <a:pt x="195" y="22"/>
                  </a:cubicBezTo>
                  <a:cubicBezTo>
                    <a:pt x="65" y="58"/>
                    <a:pt x="0" y="127"/>
                    <a:pt x="51" y="170"/>
                  </a:cubicBezTo>
                  <a:cubicBezTo>
                    <a:pt x="81" y="198"/>
                    <a:pt x="144" y="213"/>
                    <a:pt x="219" y="213"/>
                  </a:cubicBezTo>
                  <a:cubicBezTo>
                    <a:pt x="269" y="213"/>
                    <a:pt x="323" y="206"/>
                    <a:pt x="376" y="192"/>
                  </a:cubicBezTo>
                  <a:cubicBezTo>
                    <a:pt x="502" y="156"/>
                    <a:pt x="568" y="91"/>
                    <a:pt x="517" y="44"/>
                  </a:cubicBezTo>
                  <a:cubicBezTo>
                    <a:pt x="487" y="16"/>
                    <a:pt x="423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69"/>
            <p:cNvSpPr/>
            <p:nvPr/>
          </p:nvSpPr>
          <p:spPr>
            <a:xfrm>
              <a:off x="2524350" y="4950250"/>
              <a:ext cx="330450" cy="140950"/>
            </a:xfrm>
            <a:custGeom>
              <a:avLst/>
              <a:gdLst/>
              <a:ahLst/>
              <a:cxnLst/>
              <a:rect l="l" t="t" r="r" b="b"/>
              <a:pathLst>
                <a:path w="13218" h="5638" extrusionOk="0">
                  <a:moveTo>
                    <a:pt x="2791" y="0"/>
                  </a:moveTo>
                  <a:cubicBezTo>
                    <a:pt x="214" y="474"/>
                    <a:pt x="1" y="1859"/>
                    <a:pt x="695" y="2538"/>
                  </a:cubicBezTo>
                  <a:cubicBezTo>
                    <a:pt x="919" y="2758"/>
                    <a:pt x="1122" y="2832"/>
                    <a:pt x="1293" y="2832"/>
                  </a:cubicBezTo>
                  <a:cubicBezTo>
                    <a:pt x="1653" y="2832"/>
                    <a:pt x="1877" y="2506"/>
                    <a:pt x="1877" y="2506"/>
                  </a:cubicBezTo>
                  <a:lnTo>
                    <a:pt x="1877" y="2506"/>
                  </a:lnTo>
                  <a:cubicBezTo>
                    <a:pt x="988" y="3847"/>
                    <a:pt x="2922" y="4465"/>
                    <a:pt x="3786" y="5033"/>
                  </a:cubicBezTo>
                  <a:cubicBezTo>
                    <a:pt x="4353" y="5408"/>
                    <a:pt x="5145" y="5638"/>
                    <a:pt x="5829" y="5638"/>
                  </a:cubicBezTo>
                  <a:cubicBezTo>
                    <a:pt x="6186" y="5638"/>
                    <a:pt x="6514" y="5575"/>
                    <a:pt x="6764" y="5437"/>
                  </a:cubicBezTo>
                  <a:cubicBezTo>
                    <a:pt x="7495" y="5036"/>
                    <a:pt x="12754" y="2404"/>
                    <a:pt x="12964" y="2025"/>
                  </a:cubicBezTo>
                  <a:cubicBezTo>
                    <a:pt x="13170" y="1645"/>
                    <a:pt x="13217" y="1284"/>
                    <a:pt x="12928" y="1146"/>
                  </a:cubicBezTo>
                  <a:cubicBezTo>
                    <a:pt x="12248" y="821"/>
                    <a:pt x="2791" y="0"/>
                    <a:pt x="27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69"/>
            <p:cNvSpPr/>
            <p:nvPr/>
          </p:nvSpPr>
          <p:spPr>
            <a:xfrm>
              <a:off x="2530500" y="4949425"/>
              <a:ext cx="324200" cy="142650"/>
            </a:xfrm>
            <a:custGeom>
              <a:avLst/>
              <a:gdLst/>
              <a:ahLst/>
              <a:cxnLst/>
              <a:rect l="l" t="t" r="r" b="b"/>
              <a:pathLst>
                <a:path w="12968" h="5706" extrusionOk="0">
                  <a:moveTo>
                    <a:pt x="2545" y="66"/>
                  </a:moveTo>
                  <a:cubicBezTo>
                    <a:pt x="2798" y="88"/>
                    <a:pt x="12009" y="890"/>
                    <a:pt x="12667" y="1208"/>
                  </a:cubicBezTo>
                  <a:cubicBezTo>
                    <a:pt x="12747" y="1241"/>
                    <a:pt x="12805" y="1310"/>
                    <a:pt x="12834" y="1393"/>
                  </a:cubicBezTo>
                  <a:cubicBezTo>
                    <a:pt x="12884" y="1548"/>
                    <a:pt x="12830" y="1780"/>
                    <a:pt x="12689" y="2040"/>
                  </a:cubicBezTo>
                  <a:cubicBezTo>
                    <a:pt x="12534" y="2325"/>
                    <a:pt x="9320" y="3981"/>
                    <a:pt x="7596" y="4870"/>
                  </a:cubicBezTo>
                  <a:cubicBezTo>
                    <a:pt x="7079" y="5138"/>
                    <a:pt x="6670" y="5348"/>
                    <a:pt x="6504" y="5438"/>
                  </a:cubicBezTo>
                  <a:cubicBezTo>
                    <a:pt x="6259" y="5572"/>
                    <a:pt x="5932" y="5636"/>
                    <a:pt x="5571" y="5636"/>
                  </a:cubicBezTo>
                  <a:cubicBezTo>
                    <a:pt x="4912" y="5636"/>
                    <a:pt x="4142" y="5422"/>
                    <a:pt x="3558" y="5037"/>
                  </a:cubicBezTo>
                  <a:cubicBezTo>
                    <a:pt x="3391" y="4925"/>
                    <a:pt x="3185" y="4816"/>
                    <a:pt x="2968" y="4700"/>
                  </a:cubicBezTo>
                  <a:cubicBezTo>
                    <a:pt x="2329" y="4353"/>
                    <a:pt x="1602" y="3959"/>
                    <a:pt x="1461" y="3392"/>
                  </a:cubicBezTo>
                  <a:cubicBezTo>
                    <a:pt x="1396" y="3132"/>
                    <a:pt x="1461" y="2857"/>
                    <a:pt x="1660" y="2557"/>
                  </a:cubicBezTo>
                  <a:cubicBezTo>
                    <a:pt x="1667" y="2542"/>
                    <a:pt x="1663" y="2521"/>
                    <a:pt x="1649" y="2513"/>
                  </a:cubicBezTo>
                  <a:cubicBezTo>
                    <a:pt x="1645" y="2510"/>
                    <a:pt x="1638" y="2506"/>
                    <a:pt x="1631" y="2506"/>
                  </a:cubicBezTo>
                  <a:cubicBezTo>
                    <a:pt x="1620" y="2506"/>
                    <a:pt x="1609" y="2510"/>
                    <a:pt x="1602" y="2521"/>
                  </a:cubicBezTo>
                  <a:cubicBezTo>
                    <a:pt x="1598" y="2521"/>
                    <a:pt x="1407" y="2795"/>
                    <a:pt x="1099" y="2824"/>
                  </a:cubicBezTo>
                  <a:cubicBezTo>
                    <a:pt x="1080" y="2826"/>
                    <a:pt x="1061" y="2827"/>
                    <a:pt x="1041" y="2827"/>
                  </a:cubicBezTo>
                  <a:cubicBezTo>
                    <a:pt x="853" y="2827"/>
                    <a:pt x="660" y="2732"/>
                    <a:pt x="470" y="2542"/>
                  </a:cubicBezTo>
                  <a:cubicBezTo>
                    <a:pt x="178" y="2257"/>
                    <a:pt x="73" y="1866"/>
                    <a:pt x="185" y="1494"/>
                  </a:cubicBezTo>
                  <a:cubicBezTo>
                    <a:pt x="304" y="1100"/>
                    <a:pt x="770" y="395"/>
                    <a:pt x="2545" y="66"/>
                  </a:cubicBezTo>
                  <a:close/>
                  <a:moveTo>
                    <a:pt x="2538" y="1"/>
                  </a:moveTo>
                  <a:cubicBezTo>
                    <a:pt x="723" y="334"/>
                    <a:pt x="246" y="1067"/>
                    <a:pt x="120" y="1476"/>
                  </a:cubicBezTo>
                  <a:cubicBezTo>
                    <a:pt x="0" y="1870"/>
                    <a:pt x="113" y="2289"/>
                    <a:pt x="423" y="2593"/>
                  </a:cubicBezTo>
                  <a:cubicBezTo>
                    <a:pt x="631" y="2797"/>
                    <a:pt x="842" y="2899"/>
                    <a:pt x="1050" y="2899"/>
                  </a:cubicBezTo>
                  <a:cubicBezTo>
                    <a:pt x="1070" y="2899"/>
                    <a:pt x="1090" y="2898"/>
                    <a:pt x="1110" y="2897"/>
                  </a:cubicBezTo>
                  <a:cubicBezTo>
                    <a:pt x="1244" y="2878"/>
                    <a:pt x="1371" y="2828"/>
                    <a:pt x="1479" y="2745"/>
                  </a:cubicBezTo>
                  <a:lnTo>
                    <a:pt x="1479" y="2745"/>
                  </a:lnTo>
                  <a:cubicBezTo>
                    <a:pt x="1371" y="2976"/>
                    <a:pt x="1342" y="3200"/>
                    <a:pt x="1396" y="3410"/>
                  </a:cubicBezTo>
                  <a:cubicBezTo>
                    <a:pt x="1544" y="4006"/>
                    <a:pt x="2285" y="4408"/>
                    <a:pt x="2936" y="4762"/>
                  </a:cubicBezTo>
                  <a:cubicBezTo>
                    <a:pt x="3153" y="4878"/>
                    <a:pt x="3355" y="4986"/>
                    <a:pt x="3518" y="5094"/>
                  </a:cubicBezTo>
                  <a:cubicBezTo>
                    <a:pt x="4067" y="5456"/>
                    <a:pt x="4873" y="5705"/>
                    <a:pt x="5586" y="5705"/>
                  </a:cubicBezTo>
                  <a:cubicBezTo>
                    <a:pt x="5940" y="5705"/>
                    <a:pt x="6272" y="5644"/>
                    <a:pt x="6533" y="5499"/>
                  </a:cubicBezTo>
                  <a:cubicBezTo>
                    <a:pt x="6699" y="5409"/>
                    <a:pt x="7111" y="5199"/>
                    <a:pt x="7628" y="4932"/>
                  </a:cubicBezTo>
                  <a:cubicBezTo>
                    <a:pt x="10025" y="3695"/>
                    <a:pt x="12595" y="2354"/>
                    <a:pt x="12747" y="2076"/>
                  </a:cubicBezTo>
                  <a:cubicBezTo>
                    <a:pt x="12855" y="1877"/>
                    <a:pt x="12967" y="1595"/>
                    <a:pt x="12899" y="1375"/>
                  </a:cubicBezTo>
                  <a:cubicBezTo>
                    <a:pt x="12866" y="1273"/>
                    <a:pt x="12790" y="1190"/>
                    <a:pt x="12696" y="1147"/>
                  </a:cubicBezTo>
                  <a:cubicBezTo>
                    <a:pt x="12020" y="825"/>
                    <a:pt x="2932" y="33"/>
                    <a:pt x="25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69"/>
            <p:cNvSpPr/>
            <p:nvPr/>
          </p:nvSpPr>
          <p:spPr>
            <a:xfrm>
              <a:off x="2524350" y="4940850"/>
              <a:ext cx="330450" cy="150350"/>
            </a:xfrm>
            <a:custGeom>
              <a:avLst/>
              <a:gdLst/>
              <a:ahLst/>
              <a:cxnLst/>
              <a:rect l="l" t="t" r="r" b="b"/>
              <a:pathLst>
                <a:path w="13218" h="6014" extrusionOk="0">
                  <a:moveTo>
                    <a:pt x="2694" y="1"/>
                  </a:moveTo>
                  <a:cubicBezTo>
                    <a:pt x="116" y="478"/>
                    <a:pt x="1" y="2235"/>
                    <a:pt x="695" y="2914"/>
                  </a:cubicBezTo>
                  <a:cubicBezTo>
                    <a:pt x="919" y="3134"/>
                    <a:pt x="1122" y="3208"/>
                    <a:pt x="1293" y="3208"/>
                  </a:cubicBezTo>
                  <a:cubicBezTo>
                    <a:pt x="1653" y="3208"/>
                    <a:pt x="1877" y="2882"/>
                    <a:pt x="1877" y="2882"/>
                  </a:cubicBezTo>
                  <a:lnTo>
                    <a:pt x="1877" y="2882"/>
                  </a:lnTo>
                  <a:cubicBezTo>
                    <a:pt x="988" y="4223"/>
                    <a:pt x="2922" y="4841"/>
                    <a:pt x="3786" y="5409"/>
                  </a:cubicBezTo>
                  <a:cubicBezTo>
                    <a:pt x="4353" y="5784"/>
                    <a:pt x="5145" y="6014"/>
                    <a:pt x="5829" y="6014"/>
                  </a:cubicBezTo>
                  <a:cubicBezTo>
                    <a:pt x="6186" y="6014"/>
                    <a:pt x="6514" y="5951"/>
                    <a:pt x="6764" y="5813"/>
                  </a:cubicBezTo>
                  <a:cubicBezTo>
                    <a:pt x="7495" y="5412"/>
                    <a:pt x="12754" y="2780"/>
                    <a:pt x="12964" y="2401"/>
                  </a:cubicBezTo>
                  <a:cubicBezTo>
                    <a:pt x="13170" y="2021"/>
                    <a:pt x="13217" y="1660"/>
                    <a:pt x="12928" y="1522"/>
                  </a:cubicBezTo>
                  <a:cubicBezTo>
                    <a:pt x="12248" y="1197"/>
                    <a:pt x="2694" y="1"/>
                    <a:pt x="2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69"/>
            <p:cNvSpPr/>
            <p:nvPr/>
          </p:nvSpPr>
          <p:spPr>
            <a:xfrm>
              <a:off x="2523275" y="4900100"/>
              <a:ext cx="330250" cy="171725"/>
            </a:xfrm>
            <a:custGeom>
              <a:avLst/>
              <a:gdLst/>
              <a:ahLst/>
              <a:cxnLst/>
              <a:rect l="l" t="t" r="r" b="b"/>
              <a:pathLst>
                <a:path w="13210" h="6869" extrusionOk="0">
                  <a:moveTo>
                    <a:pt x="5549" y="0"/>
                  </a:moveTo>
                  <a:cubicBezTo>
                    <a:pt x="3767" y="232"/>
                    <a:pt x="3008" y="1356"/>
                    <a:pt x="3008" y="1356"/>
                  </a:cubicBezTo>
                  <a:cubicBezTo>
                    <a:pt x="434" y="1829"/>
                    <a:pt x="0" y="3283"/>
                    <a:pt x="694" y="3962"/>
                  </a:cubicBezTo>
                  <a:cubicBezTo>
                    <a:pt x="972" y="4234"/>
                    <a:pt x="1325" y="4316"/>
                    <a:pt x="1648" y="4316"/>
                  </a:cubicBezTo>
                  <a:cubicBezTo>
                    <a:pt x="2133" y="4316"/>
                    <a:pt x="2552" y="4132"/>
                    <a:pt x="2552" y="4132"/>
                  </a:cubicBezTo>
                  <a:lnTo>
                    <a:pt x="2552" y="4132"/>
                  </a:lnTo>
                  <a:cubicBezTo>
                    <a:pt x="1349" y="4938"/>
                    <a:pt x="2824" y="5636"/>
                    <a:pt x="3688" y="6203"/>
                  </a:cubicBezTo>
                  <a:cubicBezTo>
                    <a:pt x="4280" y="6597"/>
                    <a:pt x="5214" y="6868"/>
                    <a:pt x="5977" y="6868"/>
                  </a:cubicBezTo>
                  <a:cubicBezTo>
                    <a:pt x="6322" y="6868"/>
                    <a:pt x="6633" y="6813"/>
                    <a:pt x="6862" y="6688"/>
                  </a:cubicBezTo>
                  <a:cubicBezTo>
                    <a:pt x="7592" y="6287"/>
                    <a:pt x="12852" y="3655"/>
                    <a:pt x="13061" y="3275"/>
                  </a:cubicBezTo>
                  <a:cubicBezTo>
                    <a:pt x="13209" y="3001"/>
                    <a:pt x="11702" y="2263"/>
                    <a:pt x="10625" y="1717"/>
                  </a:cubicBezTo>
                  <a:cubicBezTo>
                    <a:pt x="10379" y="1959"/>
                    <a:pt x="10317" y="2108"/>
                    <a:pt x="9815" y="2281"/>
                  </a:cubicBezTo>
                  <a:cubicBezTo>
                    <a:pt x="9613" y="2352"/>
                    <a:pt x="9430" y="2382"/>
                    <a:pt x="9264" y="2382"/>
                  </a:cubicBezTo>
                  <a:cubicBezTo>
                    <a:pt x="8289" y="2382"/>
                    <a:pt x="7917" y="1334"/>
                    <a:pt x="7917" y="1334"/>
                  </a:cubicBezTo>
                  <a:cubicBezTo>
                    <a:pt x="7917" y="1334"/>
                    <a:pt x="7203" y="1859"/>
                    <a:pt x="6478" y="1859"/>
                  </a:cubicBezTo>
                  <a:cubicBezTo>
                    <a:pt x="6402" y="1859"/>
                    <a:pt x="6326" y="1853"/>
                    <a:pt x="6251" y="1840"/>
                  </a:cubicBezTo>
                  <a:cubicBezTo>
                    <a:pt x="5369" y="1688"/>
                    <a:pt x="5434" y="658"/>
                    <a:pt x="5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69"/>
            <p:cNvSpPr/>
            <p:nvPr/>
          </p:nvSpPr>
          <p:spPr>
            <a:xfrm>
              <a:off x="2523275" y="4900100"/>
              <a:ext cx="330250" cy="177250"/>
            </a:xfrm>
            <a:custGeom>
              <a:avLst/>
              <a:gdLst/>
              <a:ahLst/>
              <a:cxnLst/>
              <a:rect l="l" t="t" r="r" b="b"/>
              <a:pathLst>
                <a:path w="13210" h="7090" extrusionOk="0">
                  <a:moveTo>
                    <a:pt x="10625" y="1717"/>
                  </a:moveTo>
                  <a:cubicBezTo>
                    <a:pt x="10379" y="1959"/>
                    <a:pt x="10317" y="2108"/>
                    <a:pt x="9815" y="2281"/>
                  </a:cubicBezTo>
                  <a:cubicBezTo>
                    <a:pt x="8427" y="2769"/>
                    <a:pt x="7917" y="1334"/>
                    <a:pt x="7917" y="1334"/>
                  </a:cubicBezTo>
                  <a:cubicBezTo>
                    <a:pt x="7917" y="1334"/>
                    <a:pt x="7046" y="1974"/>
                    <a:pt x="6251" y="1840"/>
                  </a:cubicBezTo>
                  <a:cubicBezTo>
                    <a:pt x="5369" y="1688"/>
                    <a:pt x="5434" y="658"/>
                    <a:pt x="5549" y="0"/>
                  </a:cubicBezTo>
                  <a:cubicBezTo>
                    <a:pt x="3767" y="232"/>
                    <a:pt x="3008" y="1356"/>
                    <a:pt x="3008" y="1356"/>
                  </a:cubicBezTo>
                  <a:cubicBezTo>
                    <a:pt x="434" y="1829"/>
                    <a:pt x="0" y="3283"/>
                    <a:pt x="694" y="3962"/>
                  </a:cubicBezTo>
                  <a:cubicBezTo>
                    <a:pt x="1388" y="4642"/>
                    <a:pt x="2552" y="4132"/>
                    <a:pt x="2552" y="4132"/>
                  </a:cubicBezTo>
                  <a:cubicBezTo>
                    <a:pt x="1349" y="4938"/>
                    <a:pt x="2824" y="5636"/>
                    <a:pt x="3688" y="6203"/>
                  </a:cubicBezTo>
                  <a:cubicBezTo>
                    <a:pt x="4548" y="6775"/>
                    <a:pt x="6128" y="7089"/>
                    <a:pt x="6862" y="6688"/>
                  </a:cubicBezTo>
                  <a:cubicBezTo>
                    <a:pt x="7592" y="6287"/>
                    <a:pt x="12852" y="3655"/>
                    <a:pt x="13061" y="3275"/>
                  </a:cubicBezTo>
                  <a:cubicBezTo>
                    <a:pt x="13209" y="3001"/>
                    <a:pt x="11702" y="2263"/>
                    <a:pt x="10625" y="171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69"/>
            <p:cNvSpPr/>
            <p:nvPr/>
          </p:nvSpPr>
          <p:spPr>
            <a:xfrm>
              <a:off x="2530775" y="4899250"/>
              <a:ext cx="320300" cy="173475"/>
            </a:xfrm>
            <a:custGeom>
              <a:avLst/>
              <a:gdLst/>
              <a:ahLst/>
              <a:cxnLst/>
              <a:rect l="l" t="t" r="r" b="b"/>
              <a:pathLst>
                <a:path w="12812" h="6939" extrusionOk="0">
                  <a:moveTo>
                    <a:pt x="5206" y="74"/>
                  </a:moveTo>
                  <a:lnTo>
                    <a:pt x="5206" y="74"/>
                  </a:lnTo>
                  <a:cubicBezTo>
                    <a:pt x="5090" y="764"/>
                    <a:pt x="5141" y="1249"/>
                    <a:pt x="5361" y="1560"/>
                  </a:cubicBezTo>
                  <a:cubicBezTo>
                    <a:pt x="5499" y="1751"/>
                    <a:pt x="5708" y="1878"/>
                    <a:pt x="5943" y="1907"/>
                  </a:cubicBezTo>
                  <a:cubicBezTo>
                    <a:pt x="6023" y="1920"/>
                    <a:pt x="6103" y="1926"/>
                    <a:pt x="6182" y="1926"/>
                  </a:cubicBezTo>
                  <a:cubicBezTo>
                    <a:pt x="6824" y="1926"/>
                    <a:pt x="7445" y="1528"/>
                    <a:pt x="7599" y="1422"/>
                  </a:cubicBezTo>
                  <a:cubicBezTo>
                    <a:pt x="7684" y="1619"/>
                    <a:pt x="8086" y="2451"/>
                    <a:pt x="8964" y="2451"/>
                  </a:cubicBezTo>
                  <a:cubicBezTo>
                    <a:pt x="9133" y="2451"/>
                    <a:pt x="9320" y="2420"/>
                    <a:pt x="9526" y="2348"/>
                  </a:cubicBezTo>
                  <a:cubicBezTo>
                    <a:pt x="9938" y="2203"/>
                    <a:pt x="10057" y="2077"/>
                    <a:pt x="10223" y="1903"/>
                  </a:cubicBezTo>
                  <a:cubicBezTo>
                    <a:pt x="10256" y="1867"/>
                    <a:pt x="10292" y="1831"/>
                    <a:pt x="10328" y="1795"/>
                  </a:cubicBezTo>
                  <a:lnTo>
                    <a:pt x="10509" y="1885"/>
                  </a:lnTo>
                  <a:cubicBezTo>
                    <a:pt x="11409" y="2341"/>
                    <a:pt x="12642" y="2962"/>
                    <a:pt x="12732" y="3244"/>
                  </a:cubicBezTo>
                  <a:cubicBezTo>
                    <a:pt x="12736" y="3259"/>
                    <a:pt x="12736" y="3280"/>
                    <a:pt x="12732" y="3295"/>
                  </a:cubicBezTo>
                  <a:cubicBezTo>
                    <a:pt x="12577" y="3580"/>
                    <a:pt x="9363" y="5233"/>
                    <a:pt x="7639" y="6122"/>
                  </a:cubicBezTo>
                  <a:cubicBezTo>
                    <a:pt x="7122" y="6389"/>
                    <a:pt x="6713" y="6603"/>
                    <a:pt x="6543" y="6693"/>
                  </a:cubicBezTo>
                  <a:cubicBezTo>
                    <a:pt x="6322" y="6814"/>
                    <a:pt x="6022" y="6867"/>
                    <a:pt x="5688" y="6867"/>
                  </a:cubicBezTo>
                  <a:cubicBezTo>
                    <a:pt x="4923" y="6867"/>
                    <a:pt x="3982" y="6589"/>
                    <a:pt x="3406" y="6212"/>
                  </a:cubicBezTo>
                  <a:cubicBezTo>
                    <a:pt x="3297" y="6140"/>
                    <a:pt x="3181" y="6068"/>
                    <a:pt x="3059" y="5992"/>
                  </a:cubicBezTo>
                  <a:cubicBezTo>
                    <a:pt x="2487" y="5637"/>
                    <a:pt x="1840" y="5233"/>
                    <a:pt x="1833" y="4802"/>
                  </a:cubicBezTo>
                  <a:cubicBezTo>
                    <a:pt x="1829" y="4596"/>
                    <a:pt x="1974" y="4397"/>
                    <a:pt x="2271" y="4199"/>
                  </a:cubicBezTo>
                  <a:cubicBezTo>
                    <a:pt x="2299" y="4181"/>
                    <a:pt x="2289" y="4134"/>
                    <a:pt x="2252" y="4134"/>
                  </a:cubicBezTo>
                  <a:cubicBezTo>
                    <a:pt x="2249" y="4134"/>
                    <a:pt x="2242" y="4134"/>
                    <a:pt x="2238" y="4137"/>
                  </a:cubicBezTo>
                  <a:cubicBezTo>
                    <a:pt x="2229" y="4141"/>
                    <a:pt x="1819" y="4317"/>
                    <a:pt x="1347" y="4317"/>
                  </a:cubicBezTo>
                  <a:cubicBezTo>
                    <a:pt x="1030" y="4317"/>
                    <a:pt x="685" y="4237"/>
                    <a:pt x="416" y="3974"/>
                  </a:cubicBezTo>
                  <a:cubicBezTo>
                    <a:pt x="152" y="3714"/>
                    <a:pt x="65" y="3356"/>
                    <a:pt x="177" y="2991"/>
                  </a:cubicBezTo>
                  <a:cubicBezTo>
                    <a:pt x="286" y="2641"/>
                    <a:pt x="745" y="1784"/>
                    <a:pt x="2712" y="1422"/>
                  </a:cubicBezTo>
                  <a:cubicBezTo>
                    <a:pt x="2722" y="1422"/>
                    <a:pt x="2730" y="1419"/>
                    <a:pt x="2733" y="1408"/>
                  </a:cubicBezTo>
                  <a:cubicBezTo>
                    <a:pt x="2740" y="1397"/>
                    <a:pt x="3492" y="316"/>
                    <a:pt x="5206" y="74"/>
                  </a:cubicBezTo>
                  <a:close/>
                  <a:moveTo>
                    <a:pt x="5257" y="0"/>
                  </a:moveTo>
                  <a:cubicBezTo>
                    <a:pt x="5255" y="0"/>
                    <a:pt x="5252" y="1"/>
                    <a:pt x="5249" y="2"/>
                  </a:cubicBezTo>
                  <a:cubicBezTo>
                    <a:pt x="3572" y="219"/>
                    <a:pt x="2784" y="1238"/>
                    <a:pt x="2693" y="1361"/>
                  </a:cubicBezTo>
                  <a:cubicBezTo>
                    <a:pt x="702" y="1730"/>
                    <a:pt x="228" y="2612"/>
                    <a:pt x="120" y="2973"/>
                  </a:cubicBezTo>
                  <a:cubicBezTo>
                    <a:pt x="0" y="3364"/>
                    <a:pt x="91" y="3747"/>
                    <a:pt x="373" y="4021"/>
                  </a:cubicBezTo>
                  <a:cubicBezTo>
                    <a:pt x="656" y="4299"/>
                    <a:pt x="1018" y="4382"/>
                    <a:pt x="1349" y="4382"/>
                  </a:cubicBezTo>
                  <a:cubicBezTo>
                    <a:pt x="1631" y="4382"/>
                    <a:pt x="1890" y="4322"/>
                    <a:pt x="2061" y="4271"/>
                  </a:cubicBezTo>
                  <a:lnTo>
                    <a:pt x="2061" y="4271"/>
                  </a:lnTo>
                  <a:cubicBezTo>
                    <a:pt x="1862" y="4441"/>
                    <a:pt x="1764" y="4618"/>
                    <a:pt x="1768" y="4802"/>
                  </a:cubicBezTo>
                  <a:cubicBezTo>
                    <a:pt x="1775" y="5272"/>
                    <a:pt x="2437" y="5684"/>
                    <a:pt x="3026" y="6049"/>
                  </a:cubicBezTo>
                  <a:cubicBezTo>
                    <a:pt x="3149" y="6125"/>
                    <a:pt x="3261" y="6198"/>
                    <a:pt x="3369" y="6270"/>
                  </a:cubicBezTo>
                  <a:cubicBezTo>
                    <a:pt x="3962" y="6660"/>
                    <a:pt x="4899" y="6939"/>
                    <a:pt x="5676" y="6939"/>
                  </a:cubicBezTo>
                  <a:cubicBezTo>
                    <a:pt x="6023" y="6939"/>
                    <a:pt x="6341" y="6881"/>
                    <a:pt x="6580" y="6751"/>
                  </a:cubicBezTo>
                  <a:cubicBezTo>
                    <a:pt x="6746" y="6660"/>
                    <a:pt x="7154" y="6451"/>
                    <a:pt x="7671" y="6183"/>
                  </a:cubicBezTo>
                  <a:cubicBezTo>
                    <a:pt x="10068" y="4947"/>
                    <a:pt x="12642" y="3606"/>
                    <a:pt x="12794" y="3327"/>
                  </a:cubicBezTo>
                  <a:cubicBezTo>
                    <a:pt x="12808" y="3295"/>
                    <a:pt x="12812" y="3259"/>
                    <a:pt x="12801" y="3223"/>
                  </a:cubicBezTo>
                  <a:cubicBezTo>
                    <a:pt x="12703" y="2912"/>
                    <a:pt x="11557" y="2333"/>
                    <a:pt x="10545" y="1824"/>
                  </a:cubicBezTo>
                  <a:lnTo>
                    <a:pt x="10343" y="1722"/>
                  </a:lnTo>
                  <a:cubicBezTo>
                    <a:pt x="10339" y="1720"/>
                    <a:pt x="10334" y="1719"/>
                    <a:pt x="10329" y="1719"/>
                  </a:cubicBezTo>
                  <a:cubicBezTo>
                    <a:pt x="10320" y="1719"/>
                    <a:pt x="10310" y="1723"/>
                    <a:pt x="10303" y="1730"/>
                  </a:cubicBezTo>
                  <a:cubicBezTo>
                    <a:pt x="10260" y="1773"/>
                    <a:pt x="10220" y="1816"/>
                    <a:pt x="10180" y="1856"/>
                  </a:cubicBezTo>
                  <a:cubicBezTo>
                    <a:pt x="10021" y="2022"/>
                    <a:pt x="9909" y="2145"/>
                    <a:pt x="9508" y="2283"/>
                  </a:cubicBezTo>
                  <a:cubicBezTo>
                    <a:pt x="9334" y="2348"/>
                    <a:pt x="9150" y="2384"/>
                    <a:pt x="8962" y="2384"/>
                  </a:cubicBezTo>
                  <a:cubicBezTo>
                    <a:pt x="8029" y="2384"/>
                    <a:pt x="7671" y="1408"/>
                    <a:pt x="7653" y="1357"/>
                  </a:cubicBezTo>
                  <a:cubicBezTo>
                    <a:pt x="7650" y="1346"/>
                    <a:pt x="7642" y="1339"/>
                    <a:pt x="7632" y="1336"/>
                  </a:cubicBezTo>
                  <a:cubicBezTo>
                    <a:pt x="7629" y="1335"/>
                    <a:pt x="7626" y="1334"/>
                    <a:pt x="7623" y="1334"/>
                  </a:cubicBezTo>
                  <a:cubicBezTo>
                    <a:pt x="7615" y="1334"/>
                    <a:pt x="7608" y="1337"/>
                    <a:pt x="7603" y="1343"/>
                  </a:cubicBezTo>
                  <a:cubicBezTo>
                    <a:pt x="7593" y="1349"/>
                    <a:pt x="6887" y="1860"/>
                    <a:pt x="6179" y="1860"/>
                  </a:cubicBezTo>
                  <a:cubicBezTo>
                    <a:pt x="6105" y="1860"/>
                    <a:pt x="6031" y="1854"/>
                    <a:pt x="5958" y="1842"/>
                  </a:cubicBezTo>
                  <a:cubicBezTo>
                    <a:pt x="5745" y="1813"/>
                    <a:pt x="5549" y="1697"/>
                    <a:pt x="5423" y="1520"/>
                  </a:cubicBezTo>
                  <a:cubicBezTo>
                    <a:pt x="5213" y="1223"/>
                    <a:pt x="5170" y="725"/>
                    <a:pt x="5285" y="41"/>
                  </a:cubicBezTo>
                  <a:cubicBezTo>
                    <a:pt x="5289" y="31"/>
                    <a:pt x="5285" y="20"/>
                    <a:pt x="5278" y="12"/>
                  </a:cubicBezTo>
                  <a:cubicBezTo>
                    <a:pt x="5273" y="4"/>
                    <a:pt x="5265" y="0"/>
                    <a:pt x="5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69"/>
            <p:cNvSpPr/>
            <p:nvPr/>
          </p:nvSpPr>
          <p:spPr>
            <a:xfrm>
              <a:off x="2663900" y="4963825"/>
              <a:ext cx="30825" cy="14525"/>
            </a:xfrm>
            <a:custGeom>
              <a:avLst/>
              <a:gdLst/>
              <a:ahLst/>
              <a:cxnLst/>
              <a:rect l="l" t="t" r="r" b="b"/>
              <a:pathLst>
                <a:path w="1233" h="581" extrusionOk="0">
                  <a:moveTo>
                    <a:pt x="910" y="1"/>
                  </a:moveTo>
                  <a:cubicBezTo>
                    <a:pt x="756" y="1"/>
                    <a:pt x="555" y="51"/>
                    <a:pt x="380" y="141"/>
                  </a:cubicBezTo>
                  <a:cubicBezTo>
                    <a:pt x="112" y="278"/>
                    <a:pt x="0" y="455"/>
                    <a:pt x="134" y="538"/>
                  </a:cubicBezTo>
                  <a:cubicBezTo>
                    <a:pt x="179" y="567"/>
                    <a:pt x="246" y="581"/>
                    <a:pt x="326" y="581"/>
                  </a:cubicBezTo>
                  <a:cubicBezTo>
                    <a:pt x="479" y="581"/>
                    <a:pt x="679" y="531"/>
                    <a:pt x="857" y="441"/>
                  </a:cubicBezTo>
                  <a:cubicBezTo>
                    <a:pt x="1124" y="303"/>
                    <a:pt x="1233" y="123"/>
                    <a:pt x="1103" y="43"/>
                  </a:cubicBezTo>
                  <a:cubicBezTo>
                    <a:pt x="1058" y="15"/>
                    <a:pt x="990" y="1"/>
                    <a:pt x="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69"/>
            <p:cNvSpPr/>
            <p:nvPr/>
          </p:nvSpPr>
          <p:spPr>
            <a:xfrm>
              <a:off x="2632800" y="5022550"/>
              <a:ext cx="30850" cy="14475"/>
            </a:xfrm>
            <a:custGeom>
              <a:avLst/>
              <a:gdLst/>
              <a:ahLst/>
              <a:cxnLst/>
              <a:rect l="l" t="t" r="r" b="b"/>
              <a:pathLst>
                <a:path w="1234" h="579" extrusionOk="0">
                  <a:moveTo>
                    <a:pt x="915" y="1"/>
                  </a:moveTo>
                  <a:cubicBezTo>
                    <a:pt x="760" y="1"/>
                    <a:pt x="558" y="50"/>
                    <a:pt x="380" y="141"/>
                  </a:cubicBezTo>
                  <a:cubicBezTo>
                    <a:pt x="113" y="279"/>
                    <a:pt x="1" y="456"/>
                    <a:pt x="134" y="539"/>
                  </a:cubicBezTo>
                  <a:cubicBezTo>
                    <a:pt x="178" y="566"/>
                    <a:pt x="244" y="579"/>
                    <a:pt x="322" y="579"/>
                  </a:cubicBezTo>
                  <a:cubicBezTo>
                    <a:pt x="476" y="579"/>
                    <a:pt x="678" y="529"/>
                    <a:pt x="857" y="438"/>
                  </a:cubicBezTo>
                  <a:cubicBezTo>
                    <a:pt x="1125" y="301"/>
                    <a:pt x="1233" y="123"/>
                    <a:pt x="1103" y="40"/>
                  </a:cubicBezTo>
                  <a:cubicBezTo>
                    <a:pt x="1059" y="13"/>
                    <a:pt x="993" y="1"/>
                    <a:pt x="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69"/>
            <p:cNvSpPr/>
            <p:nvPr/>
          </p:nvSpPr>
          <p:spPr>
            <a:xfrm>
              <a:off x="2671475" y="4986125"/>
              <a:ext cx="15225" cy="7125"/>
            </a:xfrm>
            <a:custGeom>
              <a:avLst/>
              <a:gdLst/>
              <a:ahLst/>
              <a:cxnLst/>
              <a:rect l="l" t="t" r="r" b="b"/>
              <a:pathLst>
                <a:path w="609" h="285" extrusionOk="0">
                  <a:moveTo>
                    <a:pt x="449" y="1"/>
                  </a:moveTo>
                  <a:cubicBezTo>
                    <a:pt x="373" y="1"/>
                    <a:pt x="275" y="26"/>
                    <a:pt x="189" y="69"/>
                  </a:cubicBezTo>
                  <a:cubicBezTo>
                    <a:pt x="55" y="138"/>
                    <a:pt x="1" y="225"/>
                    <a:pt x="66" y="265"/>
                  </a:cubicBezTo>
                  <a:cubicBezTo>
                    <a:pt x="88" y="278"/>
                    <a:pt x="121" y="284"/>
                    <a:pt x="160" y="284"/>
                  </a:cubicBezTo>
                  <a:cubicBezTo>
                    <a:pt x="236" y="284"/>
                    <a:pt x="336" y="260"/>
                    <a:pt x="424" y="218"/>
                  </a:cubicBezTo>
                  <a:cubicBezTo>
                    <a:pt x="554" y="149"/>
                    <a:pt x="608" y="62"/>
                    <a:pt x="543" y="22"/>
                  </a:cubicBezTo>
                  <a:cubicBezTo>
                    <a:pt x="521" y="8"/>
                    <a:pt x="488" y="1"/>
                    <a:pt x="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69"/>
            <p:cNvSpPr/>
            <p:nvPr/>
          </p:nvSpPr>
          <p:spPr>
            <a:xfrm>
              <a:off x="2598925" y="4983950"/>
              <a:ext cx="10325" cy="4850"/>
            </a:xfrm>
            <a:custGeom>
              <a:avLst/>
              <a:gdLst/>
              <a:ahLst/>
              <a:cxnLst/>
              <a:rect l="l" t="t" r="r" b="b"/>
              <a:pathLst>
                <a:path w="413" h="194" extrusionOk="0">
                  <a:moveTo>
                    <a:pt x="303" y="0"/>
                  </a:moveTo>
                  <a:cubicBezTo>
                    <a:pt x="252" y="0"/>
                    <a:pt x="185" y="17"/>
                    <a:pt x="127" y="48"/>
                  </a:cubicBezTo>
                  <a:cubicBezTo>
                    <a:pt x="36" y="95"/>
                    <a:pt x="0" y="153"/>
                    <a:pt x="43" y="182"/>
                  </a:cubicBezTo>
                  <a:cubicBezTo>
                    <a:pt x="58" y="190"/>
                    <a:pt x="79" y="194"/>
                    <a:pt x="104" y="194"/>
                  </a:cubicBezTo>
                  <a:cubicBezTo>
                    <a:pt x="156" y="194"/>
                    <a:pt x="225" y="177"/>
                    <a:pt x="286" y="145"/>
                  </a:cubicBezTo>
                  <a:cubicBezTo>
                    <a:pt x="376" y="102"/>
                    <a:pt x="412" y="41"/>
                    <a:pt x="369" y="15"/>
                  </a:cubicBezTo>
                  <a:cubicBezTo>
                    <a:pt x="354" y="5"/>
                    <a:pt x="331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69"/>
            <p:cNvSpPr/>
            <p:nvPr/>
          </p:nvSpPr>
          <p:spPr>
            <a:xfrm>
              <a:off x="2584725" y="4980600"/>
              <a:ext cx="10325" cy="4875"/>
            </a:xfrm>
            <a:custGeom>
              <a:avLst/>
              <a:gdLst/>
              <a:ahLst/>
              <a:cxnLst/>
              <a:rect l="l" t="t" r="r" b="b"/>
              <a:pathLst>
                <a:path w="413" h="195" extrusionOk="0">
                  <a:moveTo>
                    <a:pt x="304" y="1"/>
                  </a:moveTo>
                  <a:cubicBezTo>
                    <a:pt x="252" y="1"/>
                    <a:pt x="186" y="17"/>
                    <a:pt x="127" y="48"/>
                  </a:cubicBezTo>
                  <a:cubicBezTo>
                    <a:pt x="37" y="95"/>
                    <a:pt x="0" y="153"/>
                    <a:pt x="44" y="182"/>
                  </a:cubicBezTo>
                  <a:cubicBezTo>
                    <a:pt x="58" y="190"/>
                    <a:pt x="80" y="194"/>
                    <a:pt x="106" y="194"/>
                  </a:cubicBezTo>
                  <a:cubicBezTo>
                    <a:pt x="158" y="194"/>
                    <a:pt x="226" y="178"/>
                    <a:pt x="286" y="149"/>
                  </a:cubicBezTo>
                  <a:cubicBezTo>
                    <a:pt x="376" y="102"/>
                    <a:pt x="413" y="44"/>
                    <a:pt x="369" y="16"/>
                  </a:cubicBezTo>
                  <a:cubicBezTo>
                    <a:pt x="354" y="5"/>
                    <a:pt x="331" y="1"/>
                    <a:pt x="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69"/>
            <p:cNvSpPr/>
            <p:nvPr/>
          </p:nvSpPr>
          <p:spPr>
            <a:xfrm>
              <a:off x="2624675" y="4939100"/>
              <a:ext cx="10325" cy="4850"/>
            </a:xfrm>
            <a:custGeom>
              <a:avLst/>
              <a:gdLst/>
              <a:ahLst/>
              <a:cxnLst/>
              <a:rect l="l" t="t" r="r" b="b"/>
              <a:pathLst>
                <a:path w="413" h="194" extrusionOk="0">
                  <a:moveTo>
                    <a:pt x="308" y="0"/>
                  </a:moveTo>
                  <a:cubicBezTo>
                    <a:pt x="256" y="0"/>
                    <a:pt x="188" y="17"/>
                    <a:pt x="127" y="49"/>
                  </a:cubicBezTo>
                  <a:cubicBezTo>
                    <a:pt x="36" y="92"/>
                    <a:pt x="0" y="154"/>
                    <a:pt x="44" y="179"/>
                  </a:cubicBezTo>
                  <a:cubicBezTo>
                    <a:pt x="60" y="189"/>
                    <a:pt x="84" y="194"/>
                    <a:pt x="112" y="194"/>
                  </a:cubicBezTo>
                  <a:cubicBezTo>
                    <a:pt x="164" y="194"/>
                    <a:pt x="229" y="177"/>
                    <a:pt x="286" y="146"/>
                  </a:cubicBezTo>
                  <a:cubicBezTo>
                    <a:pt x="376" y="103"/>
                    <a:pt x="412" y="42"/>
                    <a:pt x="369" y="13"/>
                  </a:cubicBezTo>
                  <a:cubicBezTo>
                    <a:pt x="355" y="4"/>
                    <a:pt x="334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69"/>
            <p:cNvSpPr/>
            <p:nvPr/>
          </p:nvSpPr>
          <p:spPr>
            <a:xfrm>
              <a:off x="2674100" y="5006175"/>
              <a:ext cx="10425" cy="4875"/>
            </a:xfrm>
            <a:custGeom>
              <a:avLst/>
              <a:gdLst/>
              <a:ahLst/>
              <a:cxnLst/>
              <a:rect l="l" t="t" r="r" b="b"/>
              <a:pathLst>
                <a:path w="417" h="195" extrusionOk="0">
                  <a:moveTo>
                    <a:pt x="306" y="1"/>
                  </a:moveTo>
                  <a:cubicBezTo>
                    <a:pt x="255" y="1"/>
                    <a:pt x="190" y="18"/>
                    <a:pt x="131" y="48"/>
                  </a:cubicBezTo>
                  <a:cubicBezTo>
                    <a:pt x="40" y="95"/>
                    <a:pt x="1" y="153"/>
                    <a:pt x="48" y="182"/>
                  </a:cubicBezTo>
                  <a:cubicBezTo>
                    <a:pt x="62" y="190"/>
                    <a:pt x="84" y="194"/>
                    <a:pt x="110" y="194"/>
                  </a:cubicBezTo>
                  <a:cubicBezTo>
                    <a:pt x="161" y="194"/>
                    <a:pt x="230" y="178"/>
                    <a:pt x="290" y="149"/>
                  </a:cubicBezTo>
                  <a:cubicBezTo>
                    <a:pt x="380" y="102"/>
                    <a:pt x="416" y="45"/>
                    <a:pt x="373" y="16"/>
                  </a:cubicBezTo>
                  <a:cubicBezTo>
                    <a:pt x="357" y="6"/>
                    <a:pt x="333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69"/>
            <p:cNvSpPr/>
            <p:nvPr/>
          </p:nvSpPr>
          <p:spPr>
            <a:xfrm>
              <a:off x="2758600" y="4999425"/>
              <a:ext cx="27775" cy="13025"/>
            </a:xfrm>
            <a:custGeom>
              <a:avLst/>
              <a:gdLst/>
              <a:ahLst/>
              <a:cxnLst/>
              <a:rect l="l" t="t" r="r" b="b"/>
              <a:pathLst>
                <a:path w="1111" h="521" extrusionOk="0">
                  <a:moveTo>
                    <a:pt x="824" y="0"/>
                  </a:moveTo>
                  <a:cubicBezTo>
                    <a:pt x="684" y="0"/>
                    <a:pt x="502" y="45"/>
                    <a:pt x="344" y="127"/>
                  </a:cubicBezTo>
                  <a:cubicBezTo>
                    <a:pt x="102" y="249"/>
                    <a:pt x="1" y="412"/>
                    <a:pt x="120" y="484"/>
                  </a:cubicBezTo>
                  <a:cubicBezTo>
                    <a:pt x="160" y="509"/>
                    <a:pt x="220" y="520"/>
                    <a:pt x="290" y="520"/>
                  </a:cubicBezTo>
                  <a:cubicBezTo>
                    <a:pt x="429" y="520"/>
                    <a:pt x="610" y="476"/>
                    <a:pt x="771" y="394"/>
                  </a:cubicBezTo>
                  <a:cubicBezTo>
                    <a:pt x="1013" y="271"/>
                    <a:pt x="1110" y="112"/>
                    <a:pt x="995" y="36"/>
                  </a:cubicBezTo>
                  <a:cubicBezTo>
                    <a:pt x="955" y="12"/>
                    <a:pt x="895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69"/>
            <p:cNvSpPr/>
            <p:nvPr/>
          </p:nvSpPr>
          <p:spPr>
            <a:xfrm>
              <a:off x="2765925" y="4985975"/>
              <a:ext cx="13675" cy="6450"/>
            </a:xfrm>
            <a:custGeom>
              <a:avLst/>
              <a:gdLst/>
              <a:ahLst/>
              <a:cxnLst/>
              <a:rect l="l" t="t" r="r" b="b"/>
              <a:pathLst>
                <a:path w="547" h="258" extrusionOk="0">
                  <a:moveTo>
                    <a:pt x="402" y="1"/>
                  </a:moveTo>
                  <a:cubicBezTo>
                    <a:pt x="334" y="1"/>
                    <a:pt x="245" y="24"/>
                    <a:pt x="167" y="64"/>
                  </a:cubicBezTo>
                  <a:cubicBezTo>
                    <a:pt x="47" y="126"/>
                    <a:pt x="0" y="205"/>
                    <a:pt x="58" y="242"/>
                  </a:cubicBezTo>
                  <a:cubicBezTo>
                    <a:pt x="77" y="252"/>
                    <a:pt x="106" y="258"/>
                    <a:pt x="140" y="258"/>
                  </a:cubicBezTo>
                  <a:cubicBezTo>
                    <a:pt x="209" y="258"/>
                    <a:pt x="300" y="236"/>
                    <a:pt x="380" y="195"/>
                  </a:cubicBezTo>
                  <a:cubicBezTo>
                    <a:pt x="496" y="133"/>
                    <a:pt x="546" y="57"/>
                    <a:pt x="489" y="21"/>
                  </a:cubicBezTo>
                  <a:cubicBezTo>
                    <a:pt x="469" y="7"/>
                    <a:pt x="438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69"/>
            <p:cNvSpPr/>
            <p:nvPr/>
          </p:nvSpPr>
          <p:spPr>
            <a:xfrm>
              <a:off x="2959600" y="5097600"/>
              <a:ext cx="336125" cy="60750"/>
            </a:xfrm>
            <a:custGeom>
              <a:avLst/>
              <a:gdLst/>
              <a:ahLst/>
              <a:cxnLst/>
              <a:rect l="l" t="t" r="r" b="b"/>
              <a:pathLst>
                <a:path w="13445" h="2430" extrusionOk="0">
                  <a:moveTo>
                    <a:pt x="965" y="1"/>
                  </a:moveTo>
                  <a:cubicBezTo>
                    <a:pt x="865" y="1"/>
                    <a:pt x="766" y="6"/>
                    <a:pt x="666" y="17"/>
                  </a:cubicBezTo>
                  <a:cubicBezTo>
                    <a:pt x="0" y="89"/>
                    <a:pt x="409" y="335"/>
                    <a:pt x="846" y="436"/>
                  </a:cubicBezTo>
                  <a:cubicBezTo>
                    <a:pt x="1873" y="682"/>
                    <a:pt x="2462" y="530"/>
                    <a:pt x="4985" y="906"/>
                  </a:cubicBezTo>
                  <a:cubicBezTo>
                    <a:pt x="6066" y="1065"/>
                    <a:pt x="6869" y="1152"/>
                    <a:pt x="8752" y="1514"/>
                  </a:cubicBezTo>
                  <a:cubicBezTo>
                    <a:pt x="8962" y="1799"/>
                    <a:pt x="9858" y="2135"/>
                    <a:pt x="10961" y="2312"/>
                  </a:cubicBezTo>
                  <a:cubicBezTo>
                    <a:pt x="11448" y="2391"/>
                    <a:pt x="11907" y="2429"/>
                    <a:pt x="12291" y="2429"/>
                  </a:cubicBezTo>
                  <a:cubicBezTo>
                    <a:pt x="12928" y="2429"/>
                    <a:pt x="13362" y="2326"/>
                    <a:pt x="13394" y="2132"/>
                  </a:cubicBezTo>
                  <a:cubicBezTo>
                    <a:pt x="13444" y="1824"/>
                    <a:pt x="12436" y="1402"/>
                    <a:pt x="11142" y="1192"/>
                  </a:cubicBezTo>
                  <a:cubicBezTo>
                    <a:pt x="10656" y="1112"/>
                    <a:pt x="10199" y="1075"/>
                    <a:pt x="9815" y="1075"/>
                  </a:cubicBezTo>
                  <a:cubicBezTo>
                    <a:pt x="9308" y="1075"/>
                    <a:pt x="8928" y="1141"/>
                    <a:pt x="8778" y="1264"/>
                  </a:cubicBezTo>
                  <a:cubicBezTo>
                    <a:pt x="8152" y="1210"/>
                    <a:pt x="6645" y="1116"/>
                    <a:pt x="4758" y="740"/>
                  </a:cubicBezTo>
                  <a:cubicBezTo>
                    <a:pt x="2572" y="305"/>
                    <a:pt x="1728" y="1"/>
                    <a:pt x="96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69"/>
            <p:cNvSpPr/>
            <p:nvPr/>
          </p:nvSpPr>
          <p:spPr>
            <a:xfrm>
              <a:off x="2769350" y="4928525"/>
              <a:ext cx="263825" cy="190925"/>
            </a:xfrm>
            <a:custGeom>
              <a:avLst/>
              <a:gdLst/>
              <a:ahLst/>
              <a:cxnLst/>
              <a:rect l="l" t="t" r="r" b="b"/>
              <a:pathLst>
                <a:path w="10553" h="7637" extrusionOk="0">
                  <a:moveTo>
                    <a:pt x="1396" y="1"/>
                  </a:moveTo>
                  <a:cubicBezTo>
                    <a:pt x="986" y="1"/>
                    <a:pt x="639" y="138"/>
                    <a:pt x="438" y="418"/>
                  </a:cubicBezTo>
                  <a:cubicBezTo>
                    <a:pt x="1" y="1025"/>
                    <a:pt x="431" y="2084"/>
                    <a:pt x="1400" y="2778"/>
                  </a:cubicBezTo>
                  <a:cubicBezTo>
                    <a:pt x="1927" y="3157"/>
                    <a:pt x="2505" y="3350"/>
                    <a:pt x="2992" y="3350"/>
                  </a:cubicBezTo>
                  <a:cubicBezTo>
                    <a:pt x="3287" y="3350"/>
                    <a:pt x="3548" y="3279"/>
                    <a:pt x="3746" y="3136"/>
                  </a:cubicBezTo>
                  <a:cubicBezTo>
                    <a:pt x="4874" y="3671"/>
                    <a:pt x="5922" y="4362"/>
                    <a:pt x="6866" y="5182"/>
                  </a:cubicBezTo>
                  <a:cubicBezTo>
                    <a:pt x="8598" y="6684"/>
                    <a:pt x="8884" y="7637"/>
                    <a:pt x="9819" y="7637"/>
                  </a:cubicBezTo>
                  <a:cubicBezTo>
                    <a:pt x="9823" y="7637"/>
                    <a:pt x="9826" y="7637"/>
                    <a:pt x="9830" y="7637"/>
                  </a:cubicBezTo>
                  <a:cubicBezTo>
                    <a:pt x="10553" y="7633"/>
                    <a:pt x="10553" y="6776"/>
                    <a:pt x="10267" y="6476"/>
                  </a:cubicBezTo>
                  <a:cubicBezTo>
                    <a:pt x="9599" y="5764"/>
                    <a:pt x="8843" y="5945"/>
                    <a:pt x="6913" y="4658"/>
                  </a:cubicBezTo>
                  <a:cubicBezTo>
                    <a:pt x="6085" y="4105"/>
                    <a:pt x="5423" y="3765"/>
                    <a:pt x="4086" y="2637"/>
                  </a:cubicBezTo>
                  <a:cubicBezTo>
                    <a:pt x="4245" y="2023"/>
                    <a:pt x="3815" y="1162"/>
                    <a:pt x="2983" y="569"/>
                  </a:cubicBezTo>
                  <a:cubicBezTo>
                    <a:pt x="2458" y="193"/>
                    <a:pt x="1883" y="1"/>
                    <a:pt x="1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69"/>
            <p:cNvSpPr/>
            <p:nvPr/>
          </p:nvSpPr>
          <p:spPr>
            <a:xfrm>
              <a:off x="2769350" y="4923675"/>
              <a:ext cx="266000" cy="188825"/>
            </a:xfrm>
            <a:custGeom>
              <a:avLst/>
              <a:gdLst/>
              <a:ahLst/>
              <a:cxnLst/>
              <a:rect l="l" t="t" r="r" b="b"/>
              <a:pathLst>
                <a:path w="10640" h="7553" extrusionOk="0">
                  <a:moveTo>
                    <a:pt x="4086" y="2831"/>
                  </a:moveTo>
                  <a:cubicBezTo>
                    <a:pt x="4245" y="2217"/>
                    <a:pt x="3815" y="1356"/>
                    <a:pt x="2983" y="763"/>
                  </a:cubicBezTo>
                  <a:cubicBezTo>
                    <a:pt x="2014" y="69"/>
                    <a:pt x="876" y="1"/>
                    <a:pt x="438" y="612"/>
                  </a:cubicBezTo>
                  <a:cubicBezTo>
                    <a:pt x="1" y="1219"/>
                    <a:pt x="431" y="2278"/>
                    <a:pt x="1400" y="2972"/>
                  </a:cubicBezTo>
                  <a:cubicBezTo>
                    <a:pt x="2246" y="3580"/>
                    <a:pt x="3222" y="3710"/>
                    <a:pt x="3746" y="3330"/>
                  </a:cubicBezTo>
                  <a:cubicBezTo>
                    <a:pt x="4274" y="3572"/>
                    <a:pt x="5593" y="4078"/>
                    <a:pt x="6920" y="5232"/>
                  </a:cubicBezTo>
                  <a:cubicBezTo>
                    <a:pt x="8659" y="6743"/>
                    <a:pt x="8970" y="7552"/>
                    <a:pt x="9913" y="7549"/>
                  </a:cubicBezTo>
                  <a:cubicBezTo>
                    <a:pt x="10640" y="7542"/>
                    <a:pt x="10553" y="6970"/>
                    <a:pt x="10267" y="6670"/>
                  </a:cubicBezTo>
                  <a:cubicBezTo>
                    <a:pt x="9599" y="5958"/>
                    <a:pt x="8843" y="6139"/>
                    <a:pt x="6913" y="4852"/>
                  </a:cubicBezTo>
                  <a:cubicBezTo>
                    <a:pt x="6085" y="4299"/>
                    <a:pt x="5423" y="3959"/>
                    <a:pt x="4086" y="2831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72941"/>
                  </a:srgbClr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69"/>
            <p:cNvSpPr/>
            <p:nvPr/>
          </p:nvSpPr>
          <p:spPr>
            <a:xfrm>
              <a:off x="2769350" y="4928575"/>
              <a:ext cx="83550" cy="83600"/>
            </a:xfrm>
            <a:custGeom>
              <a:avLst/>
              <a:gdLst/>
              <a:ahLst/>
              <a:cxnLst/>
              <a:rect l="l" t="t" r="r" b="b"/>
              <a:pathLst>
                <a:path w="3342" h="3344" extrusionOk="0">
                  <a:moveTo>
                    <a:pt x="1396" y="0"/>
                  </a:moveTo>
                  <a:cubicBezTo>
                    <a:pt x="984" y="0"/>
                    <a:pt x="636" y="134"/>
                    <a:pt x="438" y="412"/>
                  </a:cubicBezTo>
                  <a:cubicBezTo>
                    <a:pt x="1" y="1023"/>
                    <a:pt x="431" y="2082"/>
                    <a:pt x="1400" y="2776"/>
                  </a:cubicBezTo>
                  <a:cubicBezTo>
                    <a:pt x="1923" y="3154"/>
                    <a:pt x="2494" y="3344"/>
                    <a:pt x="2979" y="3344"/>
                  </a:cubicBezTo>
                  <a:cubicBezTo>
                    <a:pt x="3106" y="3344"/>
                    <a:pt x="3228" y="3330"/>
                    <a:pt x="3341" y="3304"/>
                  </a:cubicBezTo>
                  <a:cubicBezTo>
                    <a:pt x="2896" y="3268"/>
                    <a:pt x="2390" y="3083"/>
                    <a:pt x="1924" y="2747"/>
                  </a:cubicBezTo>
                  <a:cubicBezTo>
                    <a:pt x="955" y="2053"/>
                    <a:pt x="521" y="994"/>
                    <a:pt x="962" y="383"/>
                  </a:cubicBezTo>
                  <a:cubicBezTo>
                    <a:pt x="1100" y="191"/>
                    <a:pt x="1309" y="69"/>
                    <a:pt x="1563" y="7"/>
                  </a:cubicBezTo>
                  <a:cubicBezTo>
                    <a:pt x="1506" y="2"/>
                    <a:pt x="1451" y="0"/>
                    <a:pt x="1396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69"/>
            <p:cNvSpPr/>
            <p:nvPr/>
          </p:nvSpPr>
          <p:spPr>
            <a:xfrm>
              <a:off x="2768375" y="4927675"/>
              <a:ext cx="264350" cy="192600"/>
            </a:xfrm>
            <a:custGeom>
              <a:avLst/>
              <a:gdLst/>
              <a:ahLst/>
              <a:cxnLst/>
              <a:rect l="l" t="t" r="r" b="b"/>
              <a:pathLst>
                <a:path w="10574" h="7704" extrusionOk="0">
                  <a:moveTo>
                    <a:pt x="1438" y="66"/>
                  </a:moveTo>
                  <a:cubicBezTo>
                    <a:pt x="1918" y="66"/>
                    <a:pt x="2489" y="258"/>
                    <a:pt x="3008" y="632"/>
                  </a:cubicBezTo>
                  <a:cubicBezTo>
                    <a:pt x="3810" y="1207"/>
                    <a:pt x="4255" y="2042"/>
                    <a:pt x="4092" y="2664"/>
                  </a:cubicBezTo>
                  <a:cubicBezTo>
                    <a:pt x="4089" y="2678"/>
                    <a:pt x="4092" y="2689"/>
                    <a:pt x="4103" y="2700"/>
                  </a:cubicBezTo>
                  <a:cubicBezTo>
                    <a:pt x="4819" y="3311"/>
                    <a:pt x="5582" y="3868"/>
                    <a:pt x="6384" y="4363"/>
                  </a:cubicBezTo>
                  <a:cubicBezTo>
                    <a:pt x="6561" y="4475"/>
                    <a:pt x="6746" y="4594"/>
                    <a:pt x="6934" y="4721"/>
                  </a:cubicBezTo>
                  <a:cubicBezTo>
                    <a:pt x="7624" y="5187"/>
                    <a:pt x="8369" y="5574"/>
                    <a:pt x="9150" y="5870"/>
                  </a:cubicBezTo>
                  <a:cubicBezTo>
                    <a:pt x="9623" y="6058"/>
                    <a:pt x="9967" y="6196"/>
                    <a:pt x="10281" y="6532"/>
                  </a:cubicBezTo>
                  <a:cubicBezTo>
                    <a:pt x="10429" y="6691"/>
                    <a:pt x="10512" y="7042"/>
                    <a:pt x="10397" y="7313"/>
                  </a:cubicBezTo>
                  <a:cubicBezTo>
                    <a:pt x="10332" y="7461"/>
                    <a:pt x="10191" y="7638"/>
                    <a:pt x="9869" y="7638"/>
                  </a:cubicBezTo>
                  <a:lnTo>
                    <a:pt x="9858" y="7638"/>
                  </a:lnTo>
                  <a:cubicBezTo>
                    <a:pt x="9294" y="7638"/>
                    <a:pt x="8976" y="7288"/>
                    <a:pt x="8401" y="6655"/>
                  </a:cubicBezTo>
                  <a:cubicBezTo>
                    <a:pt x="7939" y="6134"/>
                    <a:pt x="7447" y="5646"/>
                    <a:pt x="6926" y="5191"/>
                  </a:cubicBezTo>
                  <a:cubicBezTo>
                    <a:pt x="5983" y="4367"/>
                    <a:pt x="4931" y="3676"/>
                    <a:pt x="3799" y="3138"/>
                  </a:cubicBezTo>
                  <a:cubicBezTo>
                    <a:pt x="3796" y="3138"/>
                    <a:pt x="3792" y="3134"/>
                    <a:pt x="3785" y="3134"/>
                  </a:cubicBezTo>
                  <a:cubicBezTo>
                    <a:pt x="3781" y="3134"/>
                    <a:pt x="3774" y="3138"/>
                    <a:pt x="3771" y="3141"/>
                  </a:cubicBezTo>
                  <a:cubicBezTo>
                    <a:pt x="3576" y="3282"/>
                    <a:pt x="3321" y="3349"/>
                    <a:pt x="3035" y="3349"/>
                  </a:cubicBezTo>
                  <a:cubicBezTo>
                    <a:pt x="2548" y="3349"/>
                    <a:pt x="1973" y="3153"/>
                    <a:pt x="1461" y="2787"/>
                  </a:cubicBezTo>
                  <a:cubicBezTo>
                    <a:pt x="506" y="2100"/>
                    <a:pt x="83" y="1063"/>
                    <a:pt x="506" y="470"/>
                  </a:cubicBezTo>
                  <a:cubicBezTo>
                    <a:pt x="700" y="199"/>
                    <a:pt x="1038" y="66"/>
                    <a:pt x="1438" y="66"/>
                  </a:cubicBezTo>
                  <a:close/>
                  <a:moveTo>
                    <a:pt x="1436" y="0"/>
                  </a:moveTo>
                  <a:cubicBezTo>
                    <a:pt x="1013" y="0"/>
                    <a:pt x="655" y="142"/>
                    <a:pt x="448" y="430"/>
                  </a:cubicBezTo>
                  <a:cubicBezTo>
                    <a:pt x="0" y="1055"/>
                    <a:pt x="438" y="2136"/>
                    <a:pt x="1417" y="2841"/>
                  </a:cubicBezTo>
                  <a:cubicBezTo>
                    <a:pt x="1941" y="3217"/>
                    <a:pt x="2529" y="3416"/>
                    <a:pt x="3029" y="3416"/>
                  </a:cubicBezTo>
                  <a:cubicBezTo>
                    <a:pt x="3322" y="3416"/>
                    <a:pt x="3585" y="3348"/>
                    <a:pt x="3789" y="3206"/>
                  </a:cubicBezTo>
                  <a:cubicBezTo>
                    <a:pt x="4906" y="3741"/>
                    <a:pt x="5947" y="4428"/>
                    <a:pt x="6883" y="5241"/>
                  </a:cubicBezTo>
                  <a:cubicBezTo>
                    <a:pt x="7400" y="5697"/>
                    <a:pt x="7892" y="6185"/>
                    <a:pt x="8351" y="6702"/>
                  </a:cubicBezTo>
                  <a:cubicBezTo>
                    <a:pt x="8922" y="7327"/>
                    <a:pt x="9265" y="7703"/>
                    <a:pt x="9858" y="7703"/>
                  </a:cubicBezTo>
                  <a:lnTo>
                    <a:pt x="9869" y="7703"/>
                  </a:lnTo>
                  <a:cubicBezTo>
                    <a:pt x="10147" y="7703"/>
                    <a:pt x="10357" y="7573"/>
                    <a:pt x="10458" y="7342"/>
                  </a:cubicBezTo>
                  <a:cubicBezTo>
                    <a:pt x="10574" y="7067"/>
                    <a:pt x="10520" y="6684"/>
                    <a:pt x="10332" y="6485"/>
                  </a:cubicBezTo>
                  <a:cubicBezTo>
                    <a:pt x="10006" y="6138"/>
                    <a:pt x="9656" y="6001"/>
                    <a:pt x="9175" y="5809"/>
                  </a:cubicBezTo>
                  <a:cubicBezTo>
                    <a:pt x="8398" y="5513"/>
                    <a:pt x="7657" y="5129"/>
                    <a:pt x="6970" y="4663"/>
                  </a:cubicBezTo>
                  <a:cubicBezTo>
                    <a:pt x="6778" y="4537"/>
                    <a:pt x="6597" y="4417"/>
                    <a:pt x="6417" y="4305"/>
                  </a:cubicBezTo>
                  <a:cubicBezTo>
                    <a:pt x="5625" y="3814"/>
                    <a:pt x="4869" y="3264"/>
                    <a:pt x="4161" y="2660"/>
                  </a:cubicBezTo>
                  <a:cubicBezTo>
                    <a:pt x="4316" y="2013"/>
                    <a:pt x="3861" y="1160"/>
                    <a:pt x="3044" y="575"/>
                  </a:cubicBezTo>
                  <a:cubicBezTo>
                    <a:pt x="2514" y="194"/>
                    <a:pt x="1931" y="0"/>
                    <a:pt x="1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3" name="Google Shape;3743;p69"/>
          <p:cNvSpPr/>
          <p:nvPr/>
        </p:nvSpPr>
        <p:spPr>
          <a:xfrm flipH="1">
            <a:off x="8151700" y="3793313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44" name="Google Shape;3744;p69"/>
          <p:cNvGrpSpPr/>
          <p:nvPr/>
        </p:nvGrpSpPr>
        <p:grpSpPr>
          <a:xfrm>
            <a:off x="2103781" y="4094251"/>
            <a:ext cx="1026276" cy="612558"/>
            <a:chOff x="5274100" y="3743727"/>
            <a:chExt cx="880772" cy="525756"/>
          </a:xfrm>
        </p:grpSpPr>
        <p:sp>
          <p:nvSpPr>
            <p:cNvPr id="3745" name="Google Shape;3745;p69"/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69"/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69"/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69"/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69"/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69"/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69"/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69"/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69"/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69"/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69"/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69"/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69"/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69"/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69"/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69"/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69"/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69"/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69"/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69"/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69"/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69"/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4345;p71">
            <a:extLst>
              <a:ext uri="{FF2B5EF4-FFF2-40B4-BE49-F238E27FC236}">
                <a16:creationId xmlns:a16="http://schemas.microsoft.com/office/drawing/2014/main" id="{0830BE3B-381A-EC52-E463-D8A4A765A710}"/>
              </a:ext>
            </a:extLst>
          </p:cNvPr>
          <p:cNvSpPr/>
          <p:nvPr/>
        </p:nvSpPr>
        <p:spPr>
          <a:xfrm flipH="1">
            <a:off x="4985825" y="2166156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4138;p71">
            <a:extLst>
              <a:ext uri="{FF2B5EF4-FFF2-40B4-BE49-F238E27FC236}">
                <a16:creationId xmlns:a16="http://schemas.microsoft.com/office/drawing/2014/main" id="{3F3E791F-0218-0B6D-FDAC-78982942BF4A}"/>
              </a:ext>
            </a:extLst>
          </p:cNvPr>
          <p:cNvGrpSpPr/>
          <p:nvPr/>
        </p:nvGrpSpPr>
        <p:grpSpPr>
          <a:xfrm>
            <a:off x="6031821" y="2497136"/>
            <a:ext cx="5095584" cy="2430159"/>
            <a:chOff x="4456650" y="1382075"/>
            <a:chExt cx="2697075" cy="1286275"/>
          </a:xfrm>
        </p:grpSpPr>
        <p:sp>
          <p:nvSpPr>
            <p:cNvPr id="9" name="Google Shape;4139;p71">
              <a:extLst>
                <a:ext uri="{FF2B5EF4-FFF2-40B4-BE49-F238E27FC236}">
                  <a16:creationId xmlns:a16="http://schemas.microsoft.com/office/drawing/2014/main" id="{51D6BC92-6C30-C0FA-F931-1D35386FA4B8}"/>
                </a:ext>
              </a:extLst>
            </p:cNvPr>
            <p:cNvSpPr/>
            <p:nvPr/>
          </p:nvSpPr>
          <p:spPr>
            <a:xfrm>
              <a:off x="4456650" y="2265150"/>
              <a:ext cx="2615325" cy="398475"/>
            </a:xfrm>
            <a:custGeom>
              <a:avLst/>
              <a:gdLst/>
              <a:ahLst/>
              <a:cxnLst/>
              <a:rect l="l" t="t" r="r" b="b"/>
              <a:pathLst>
                <a:path w="104613" h="15939" extrusionOk="0">
                  <a:moveTo>
                    <a:pt x="18203" y="0"/>
                  </a:moveTo>
                  <a:lnTo>
                    <a:pt x="6619" y="2370"/>
                  </a:lnTo>
                  <a:cubicBezTo>
                    <a:pt x="5836" y="2491"/>
                    <a:pt x="5141" y="2938"/>
                    <a:pt x="4707" y="3601"/>
                  </a:cubicBezTo>
                  <a:lnTo>
                    <a:pt x="764" y="9616"/>
                  </a:lnTo>
                  <a:cubicBezTo>
                    <a:pt x="1" y="10780"/>
                    <a:pt x="837" y="12329"/>
                    <a:pt x="2228" y="12329"/>
                  </a:cubicBezTo>
                  <a:cubicBezTo>
                    <a:pt x="2230" y="12329"/>
                    <a:pt x="2231" y="12329"/>
                    <a:pt x="2232" y="12329"/>
                  </a:cubicBezTo>
                  <a:lnTo>
                    <a:pt x="81219" y="12175"/>
                  </a:lnTo>
                  <a:lnTo>
                    <a:pt x="81219" y="12175"/>
                  </a:lnTo>
                  <a:cubicBezTo>
                    <a:pt x="81101" y="12319"/>
                    <a:pt x="82433" y="13037"/>
                    <a:pt x="83190" y="13416"/>
                  </a:cubicBezTo>
                  <a:cubicBezTo>
                    <a:pt x="82701" y="13566"/>
                    <a:pt x="82316" y="13765"/>
                    <a:pt x="82619" y="14016"/>
                  </a:cubicBezTo>
                  <a:cubicBezTo>
                    <a:pt x="82704" y="14086"/>
                    <a:pt x="82843" y="14114"/>
                    <a:pt x="83014" y="14114"/>
                  </a:cubicBezTo>
                  <a:cubicBezTo>
                    <a:pt x="83278" y="14114"/>
                    <a:pt x="83619" y="14046"/>
                    <a:pt x="83957" y="13957"/>
                  </a:cubicBezTo>
                  <a:cubicBezTo>
                    <a:pt x="84431" y="14529"/>
                    <a:pt x="86751" y="15172"/>
                    <a:pt x="91093" y="15403"/>
                  </a:cubicBezTo>
                  <a:cubicBezTo>
                    <a:pt x="95743" y="15649"/>
                    <a:pt x="99575" y="15939"/>
                    <a:pt x="101914" y="15939"/>
                  </a:cubicBezTo>
                  <a:cubicBezTo>
                    <a:pt x="103457" y="15939"/>
                    <a:pt x="104351" y="15813"/>
                    <a:pt x="104403" y="15465"/>
                  </a:cubicBezTo>
                  <a:cubicBezTo>
                    <a:pt x="104599" y="14173"/>
                    <a:pt x="101870" y="11901"/>
                    <a:pt x="97758" y="10808"/>
                  </a:cubicBezTo>
                  <a:lnTo>
                    <a:pt x="104612" y="10808"/>
                  </a:lnTo>
                  <a:lnTo>
                    <a:pt x="98450" y="245"/>
                  </a:lnTo>
                  <a:lnTo>
                    <a:pt x="18203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140;p71">
              <a:extLst>
                <a:ext uri="{FF2B5EF4-FFF2-40B4-BE49-F238E27FC236}">
                  <a16:creationId xmlns:a16="http://schemas.microsoft.com/office/drawing/2014/main" id="{23982678-3BF5-F487-D35F-A63C2357644E}"/>
                </a:ext>
              </a:extLst>
            </p:cNvPr>
            <p:cNvSpPr/>
            <p:nvPr/>
          </p:nvSpPr>
          <p:spPr>
            <a:xfrm>
              <a:off x="6827875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0" y="1"/>
                  </a:moveTo>
                  <a:lnTo>
                    <a:pt x="2488" y="6937"/>
                  </a:lnTo>
                  <a:lnTo>
                    <a:pt x="2723" y="7283"/>
                  </a:lnTo>
                  <a:lnTo>
                    <a:pt x="4113" y="7283"/>
                  </a:lnTo>
                  <a:lnTo>
                    <a:pt x="28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141;p71">
              <a:extLst>
                <a:ext uri="{FF2B5EF4-FFF2-40B4-BE49-F238E27FC236}">
                  <a16:creationId xmlns:a16="http://schemas.microsoft.com/office/drawing/2014/main" id="{77277E5D-3F5B-B063-7912-134B7977A8FE}"/>
                </a:ext>
              </a:extLst>
            </p:cNvPr>
            <p:cNvSpPr/>
            <p:nvPr/>
          </p:nvSpPr>
          <p:spPr>
            <a:xfrm>
              <a:off x="6826900" y="2308875"/>
              <a:ext cx="104625" cy="183650"/>
            </a:xfrm>
            <a:custGeom>
              <a:avLst/>
              <a:gdLst/>
              <a:ahLst/>
              <a:cxnLst/>
              <a:rect l="l" t="t" r="r" b="b"/>
              <a:pathLst>
                <a:path w="4185" h="7346" extrusionOk="0">
                  <a:moveTo>
                    <a:pt x="2863" y="63"/>
                  </a:moveTo>
                  <a:lnTo>
                    <a:pt x="4116" y="7283"/>
                  </a:lnTo>
                  <a:lnTo>
                    <a:pt x="2775" y="7283"/>
                  </a:lnTo>
                  <a:lnTo>
                    <a:pt x="2553" y="6953"/>
                  </a:lnTo>
                  <a:lnTo>
                    <a:pt x="82" y="63"/>
                  </a:lnTo>
                  <a:close/>
                  <a:moveTo>
                    <a:pt x="36" y="1"/>
                  </a:moveTo>
                  <a:cubicBezTo>
                    <a:pt x="17" y="1"/>
                    <a:pt x="0" y="24"/>
                    <a:pt x="10" y="43"/>
                  </a:cubicBezTo>
                  <a:lnTo>
                    <a:pt x="2497" y="6979"/>
                  </a:lnTo>
                  <a:cubicBezTo>
                    <a:pt x="2497" y="6979"/>
                    <a:pt x="2501" y="6983"/>
                    <a:pt x="2501" y="6986"/>
                  </a:cubicBezTo>
                  <a:lnTo>
                    <a:pt x="2736" y="7332"/>
                  </a:lnTo>
                  <a:cubicBezTo>
                    <a:pt x="2739" y="7338"/>
                    <a:pt x="2749" y="7345"/>
                    <a:pt x="2762" y="7345"/>
                  </a:cubicBezTo>
                  <a:lnTo>
                    <a:pt x="4152" y="7345"/>
                  </a:lnTo>
                  <a:cubicBezTo>
                    <a:pt x="4162" y="7345"/>
                    <a:pt x="4168" y="7338"/>
                    <a:pt x="4175" y="7332"/>
                  </a:cubicBezTo>
                  <a:cubicBezTo>
                    <a:pt x="4182" y="7325"/>
                    <a:pt x="4185" y="7316"/>
                    <a:pt x="4182" y="7309"/>
                  </a:cubicBezTo>
                  <a:lnTo>
                    <a:pt x="2918" y="27"/>
                  </a:lnTo>
                  <a:cubicBezTo>
                    <a:pt x="2915" y="14"/>
                    <a:pt x="2902" y="1"/>
                    <a:pt x="2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142;p71">
              <a:extLst>
                <a:ext uri="{FF2B5EF4-FFF2-40B4-BE49-F238E27FC236}">
                  <a16:creationId xmlns:a16="http://schemas.microsoft.com/office/drawing/2014/main" id="{D2DA93F6-A8AB-8230-32AA-76216A6F3108}"/>
                </a:ext>
              </a:extLst>
            </p:cNvPr>
            <p:cNvSpPr/>
            <p:nvPr/>
          </p:nvSpPr>
          <p:spPr>
            <a:xfrm>
              <a:off x="6827875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0" y="1"/>
                  </a:moveTo>
                  <a:lnTo>
                    <a:pt x="2488" y="6937"/>
                  </a:lnTo>
                  <a:lnTo>
                    <a:pt x="2723" y="7283"/>
                  </a:lnTo>
                  <a:lnTo>
                    <a:pt x="4113" y="7283"/>
                  </a:lnTo>
                  <a:lnTo>
                    <a:pt x="28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143;p71">
              <a:extLst>
                <a:ext uri="{FF2B5EF4-FFF2-40B4-BE49-F238E27FC236}">
                  <a16:creationId xmlns:a16="http://schemas.microsoft.com/office/drawing/2014/main" id="{09AF0F43-75AC-237F-2F2C-A79EC4A6773D}"/>
                </a:ext>
              </a:extLst>
            </p:cNvPr>
            <p:cNvSpPr/>
            <p:nvPr/>
          </p:nvSpPr>
          <p:spPr>
            <a:xfrm>
              <a:off x="6873325" y="2365100"/>
              <a:ext cx="27525" cy="125450"/>
            </a:xfrm>
            <a:custGeom>
              <a:avLst/>
              <a:gdLst/>
              <a:ahLst/>
              <a:cxnLst/>
              <a:rect l="l" t="t" r="r" b="b"/>
              <a:pathLst>
                <a:path w="1101" h="5018" extrusionOk="0">
                  <a:moveTo>
                    <a:pt x="63" y="1"/>
                  </a:moveTo>
                  <a:lnTo>
                    <a:pt x="1" y="14"/>
                  </a:lnTo>
                  <a:lnTo>
                    <a:pt x="1042" y="5018"/>
                  </a:lnTo>
                  <a:lnTo>
                    <a:pt x="1101" y="5005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144;p71">
              <a:extLst>
                <a:ext uri="{FF2B5EF4-FFF2-40B4-BE49-F238E27FC236}">
                  <a16:creationId xmlns:a16="http://schemas.microsoft.com/office/drawing/2014/main" id="{D31D54FF-867A-63BC-EF78-FD60790E3E8F}"/>
                </a:ext>
              </a:extLst>
            </p:cNvPr>
            <p:cNvSpPr/>
            <p:nvPr/>
          </p:nvSpPr>
          <p:spPr>
            <a:xfrm>
              <a:off x="5095000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1264" y="1"/>
                  </a:moveTo>
                  <a:lnTo>
                    <a:pt x="0" y="7283"/>
                  </a:lnTo>
                  <a:lnTo>
                    <a:pt x="1391" y="7283"/>
                  </a:lnTo>
                  <a:lnTo>
                    <a:pt x="1626" y="6937"/>
                  </a:lnTo>
                  <a:lnTo>
                    <a:pt x="41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145;p71">
              <a:extLst>
                <a:ext uri="{FF2B5EF4-FFF2-40B4-BE49-F238E27FC236}">
                  <a16:creationId xmlns:a16="http://schemas.microsoft.com/office/drawing/2014/main" id="{F0C651CE-0600-4CE7-BDE3-66E1329EA022}"/>
                </a:ext>
              </a:extLst>
            </p:cNvPr>
            <p:cNvSpPr/>
            <p:nvPr/>
          </p:nvSpPr>
          <p:spPr>
            <a:xfrm>
              <a:off x="5094175" y="2308975"/>
              <a:ext cx="104550" cy="183550"/>
            </a:xfrm>
            <a:custGeom>
              <a:avLst/>
              <a:gdLst/>
              <a:ahLst/>
              <a:cxnLst/>
              <a:rect l="l" t="t" r="r" b="b"/>
              <a:pathLst>
                <a:path w="4182" h="7342" extrusionOk="0">
                  <a:moveTo>
                    <a:pt x="4104" y="59"/>
                  </a:moveTo>
                  <a:lnTo>
                    <a:pt x="1633" y="6949"/>
                  </a:lnTo>
                  <a:lnTo>
                    <a:pt x="1408" y="7279"/>
                  </a:lnTo>
                  <a:lnTo>
                    <a:pt x="69" y="7279"/>
                  </a:lnTo>
                  <a:lnTo>
                    <a:pt x="1323" y="59"/>
                  </a:lnTo>
                  <a:close/>
                  <a:moveTo>
                    <a:pt x="1297" y="0"/>
                  </a:moveTo>
                  <a:cubicBezTo>
                    <a:pt x="1284" y="0"/>
                    <a:pt x="1270" y="10"/>
                    <a:pt x="1267" y="23"/>
                  </a:cubicBezTo>
                  <a:lnTo>
                    <a:pt x="4" y="7305"/>
                  </a:lnTo>
                  <a:cubicBezTo>
                    <a:pt x="1" y="7315"/>
                    <a:pt x="4" y="7321"/>
                    <a:pt x="11" y="7331"/>
                  </a:cubicBezTo>
                  <a:cubicBezTo>
                    <a:pt x="14" y="7338"/>
                    <a:pt x="24" y="7341"/>
                    <a:pt x="33" y="7341"/>
                  </a:cubicBezTo>
                  <a:lnTo>
                    <a:pt x="1424" y="7341"/>
                  </a:lnTo>
                  <a:cubicBezTo>
                    <a:pt x="1434" y="7341"/>
                    <a:pt x="1443" y="7338"/>
                    <a:pt x="1450" y="7328"/>
                  </a:cubicBezTo>
                  <a:lnTo>
                    <a:pt x="1685" y="6982"/>
                  </a:lnTo>
                  <a:cubicBezTo>
                    <a:pt x="1685" y="6982"/>
                    <a:pt x="1685" y="6979"/>
                    <a:pt x="1688" y="6975"/>
                  </a:cubicBezTo>
                  <a:lnTo>
                    <a:pt x="4175" y="39"/>
                  </a:lnTo>
                  <a:cubicBezTo>
                    <a:pt x="4182" y="20"/>
                    <a:pt x="4169" y="0"/>
                    <a:pt x="4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146;p71">
              <a:extLst>
                <a:ext uri="{FF2B5EF4-FFF2-40B4-BE49-F238E27FC236}">
                  <a16:creationId xmlns:a16="http://schemas.microsoft.com/office/drawing/2014/main" id="{F9B27830-A95D-766B-2D6C-B227A3BF4731}"/>
                </a:ext>
              </a:extLst>
            </p:cNvPr>
            <p:cNvSpPr/>
            <p:nvPr/>
          </p:nvSpPr>
          <p:spPr>
            <a:xfrm>
              <a:off x="5095000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1264" y="1"/>
                  </a:moveTo>
                  <a:lnTo>
                    <a:pt x="0" y="7283"/>
                  </a:lnTo>
                  <a:lnTo>
                    <a:pt x="1391" y="7283"/>
                  </a:lnTo>
                  <a:lnTo>
                    <a:pt x="1626" y="6937"/>
                  </a:lnTo>
                  <a:lnTo>
                    <a:pt x="41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147;p71">
              <a:extLst>
                <a:ext uri="{FF2B5EF4-FFF2-40B4-BE49-F238E27FC236}">
                  <a16:creationId xmlns:a16="http://schemas.microsoft.com/office/drawing/2014/main" id="{0DA9AEC7-A12D-013F-4AAB-31494709F4F6}"/>
                </a:ext>
              </a:extLst>
            </p:cNvPr>
            <p:cNvSpPr/>
            <p:nvPr/>
          </p:nvSpPr>
          <p:spPr>
            <a:xfrm>
              <a:off x="4977725" y="2254125"/>
              <a:ext cx="2070100" cy="111175"/>
            </a:xfrm>
            <a:custGeom>
              <a:avLst/>
              <a:gdLst/>
              <a:ahLst/>
              <a:cxnLst/>
              <a:rect l="l" t="t" r="r" b="b"/>
              <a:pathLst>
                <a:path w="82804" h="4447" extrusionOk="0">
                  <a:moveTo>
                    <a:pt x="1" y="1"/>
                  </a:moveTo>
                  <a:lnTo>
                    <a:pt x="1" y="4446"/>
                  </a:lnTo>
                  <a:lnTo>
                    <a:pt x="82803" y="4446"/>
                  </a:lnTo>
                  <a:lnTo>
                    <a:pt x="828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148;p71">
              <a:extLst>
                <a:ext uri="{FF2B5EF4-FFF2-40B4-BE49-F238E27FC236}">
                  <a16:creationId xmlns:a16="http://schemas.microsoft.com/office/drawing/2014/main" id="{498AC202-D916-2F24-04BC-6F99DF2F0673}"/>
                </a:ext>
              </a:extLst>
            </p:cNvPr>
            <p:cNvSpPr/>
            <p:nvPr/>
          </p:nvSpPr>
          <p:spPr>
            <a:xfrm>
              <a:off x="4977000" y="2253400"/>
              <a:ext cx="2071625" cy="112625"/>
            </a:xfrm>
            <a:custGeom>
              <a:avLst/>
              <a:gdLst/>
              <a:ahLst/>
              <a:cxnLst/>
              <a:rect l="l" t="t" r="r" b="b"/>
              <a:pathLst>
                <a:path w="82865" h="4505" extrusionOk="0">
                  <a:moveTo>
                    <a:pt x="82803" y="59"/>
                  </a:moveTo>
                  <a:lnTo>
                    <a:pt x="82803" y="4446"/>
                  </a:lnTo>
                  <a:lnTo>
                    <a:pt x="59" y="4446"/>
                  </a:lnTo>
                  <a:lnTo>
                    <a:pt x="59" y="59"/>
                  </a:lnTo>
                  <a:close/>
                  <a:moveTo>
                    <a:pt x="30" y="0"/>
                  </a:moveTo>
                  <a:cubicBezTo>
                    <a:pt x="14" y="0"/>
                    <a:pt x="1" y="13"/>
                    <a:pt x="1" y="30"/>
                  </a:cubicBezTo>
                  <a:lnTo>
                    <a:pt x="1" y="4475"/>
                  </a:lnTo>
                  <a:cubicBezTo>
                    <a:pt x="1" y="4492"/>
                    <a:pt x="14" y="4505"/>
                    <a:pt x="30" y="4505"/>
                  </a:cubicBezTo>
                  <a:lnTo>
                    <a:pt x="82832" y="4505"/>
                  </a:lnTo>
                  <a:cubicBezTo>
                    <a:pt x="82848" y="4505"/>
                    <a:pt x="82861" y="4492"/>
                    <a:pt x="82865" y="4479"/>
                  </a:cubicBezTo>
                  <a:lnTo>
                    <a:pt x="82865" y="30"/>
                  </a:lnTo>
                  <a:cubicBezTo>
                    <a:pt x="82865" y="13"/>
                    <a:pt x="82848" y="0"/>
                    <a:pt x="82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149;p71">
              <a:extLst>
                <a:ext uri="{FF2B5EF4-FFF2-40B4-BE49-F238E27FC236}">
                  <a16:creationId xmlns:a16="http://schemas.microsoft.com/office/drawing/2014/main" id="{EFFA6B65-4942-94E3-356B-BB90664A8E2A}"/>
                </a:ext>
              </a:extLst>
            </p:cNvPr>
            <p:cNvSpPr/>
            <p:nvPr/>
          </p:nvSpPr>
          <p:spPr>
            <a:xfrm>
              <a:off x="4953750" y="2365275"/>
              <a:ext cx="95325" cy="182075"/>
            </a:xfrm>
            <a:custGeom>
              <a:avLst/>
              <a:gdLst/>
              <a:ahLst/>
              <a:cxnLst/>
              <a:rect l="l" t="t" r="r" b="b"/>
              <a:pathLst>
                <a:path w="3813" h="7283" extrusionOk="0">
                  <a:moveTo>
                    <a:pt x="960" y="0"/>
                  </a:moveTo>
                  <a:lnTo>
                    <a:pt x="0" y="7273"/>
                  </a:lnTo>
                  <a:lnTo>
                    <a:pt x="1420" y="7282"/>
                  </a:lnTo>
                  <a:lnTo>
                    <a:pt x="1972" y="6728"/>
                  </a:lnTo>
                  <a:lnTo>
                    <a:pt x="38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150;p71">
              <a:extLst>
                <a:ext uri="{FF2B5EF4-FFF2-40B4-BE49-F238E27FC236}">
                  <a16:creationId xmlns:a16="http://schemas.microsoft.com/office/drawing/2014/main" id="{6F66A89F-A202-7EBB-A2A4-A3E193811A9F}"/>
                </a:ext>
              </a:extLst>
            </p:cNvPr>
            <p:cNvSpPr/>
            <p:nvPr/>
          </p:nvSpPr>
          <p:spPr>
            <a:xfrm>
              <a:off x="4952925" y="2364550"/>
              <a:ext cx="96900" cy="183525"/>
            </a:xfrm>
            <a:custGeom>
              <a:avLst/>
              <a:gdLst/>
              <a:ahLst/>
              <a:cxnLst/>
              <a:rect l="l" t="t" r="r" b="b"/>
              <a:pathLst>
                <a:path w="3876" h="7341" extrusionOk="0">
                  <a:moveTo>
                    <a:pt x="3803" y="59"/>
                  </a:moveTo>
                  <a:lnTo>
                    <a:pt x="1979" y="6740"/>
                  </a:lnTo>
                  <a:lnTo>
                    <a:pt x="1440" y="7279"/>
                  </a:lnTo>
                  <a:lnTo>
                    <a:pt x="66" y="7272"/>
                  </a:lnTo>
                  <a:lnTo>
                    <a:pt x="1019" y="59"/>
                  </a:lnTo>
                  <a:close/>
                  <a:moveTo>
                    <a:pt x="993" y="0"/>
                  </a:moveTo>
                  <a:cubicBezTo>
                    <a:pt x="980" y="0"/>
                    <a:pt x="967" y="10"/>
                    <a:pt x="964" y="26"/>
                  </a:cubicBezTo>
                  <a:lnTo>
                    <a:pt x="1" y="7298"/>
                  </a:lnTo>
                  <a:cubicBezTo>
                    <a:pt x="1" y="7308"/>
                    <a:pt x="4" y="7318"/>
                    <a:pt x="11" y="7324"/>
                  </a:cubicBezTo>
                  <a:cubicBezTo>
                    <a:pt x="17" y="7331"/>
                    <a:pt x="24" y="7334"/>
                    <a:pt x="33" y="7334"/>
                  </a:cubicBezTo>
                  <a:lnTo>
                    <a:pt x="1453" y="7341"/>
                  </a:lnTo>
                  <a:cubicBezTo>
                    <a:pt x="1463" y="7341"/>
                    <a:pt x="1470" y="7338"/>
                    <a:pt x="1476" y="7331"/>
                  </a:cubicBezTo>
                  <a:lnTo>
                    <a:pt x="2028" y="6779"/>
                  </a:lnTo>
                  <a:cubicBezTo>
                    <a:pt x="2031" y="6776"/>
                    <a:pt x="2034" y="6770"/>
                    <a:pt x="2037" y="6766"/>
                  </a:cubicBezTo>
                  <a:lnTo>
                    <a:pt x="3875" y="39"/>
                  </a:lnTo>
                  <a:cubicBezTo>
                    <a:pt x="3875" y="29"/>
                    <a:pt x="3875" y="20"/>
                    <a:pt x="3869" y="10"/>
                  </a:cubicBezTo>
                  <a:cubicBezTo>
                    <a:pt x="3862" y="3"/>
                    <a:pt x="3856" y="0"/>
                    <a:pt x="3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151;p71">
              <a:extLst>
                <a:ext uri="{FF2B5EF4-FFF2-40B4-BE49-F238E27FC236}">
                  <a16:creationId xmlns:a16="http://schemas.microsoft.com/office/drawing/2014/main" id="{BC609283-9D12-9E03-7124-9D03975C55F1}"/>
                </a:ext>
              </a:extLst>
            </p:cNvPr>
            <p:cNvSpPr/>
            <p:nvPr/>
          </p:nvSpPr>
          <p:spPr>
            <a:xfrm>
              <a:off x="5078275" y="1389325"/>
              <a:ext cx="1869000" cy="645175"/>
            </a:xfrm>
            <a:custGeom>
              <a:avLst/>
              <a:gdLst/>
              <a:ahLst/>
              <a:cxnLst/>
              <a:rect l="l" t="t" r="r" b="b"/>
              <a:pathLst>
                <a:path w="74760" h="25807" extrusionOk="0">
                  <a:moveTo>
                    <a:pt x="3601" y="1"/>
                  </a:moveTo>
                  <a:cubicBezTo>
                    <a:pt x="1613" y="1"/>
                    <a:pt x="0" y="1483"/>
                    <a:pt x="0" y="3310"/>
                  </a:cubicBezTo>
                  <a:lnTo>
                    <a:pt x="0" y="25806"/>
                  </a:lnTo>
                  <a:lnTo>
                    <a:pt x="74760" y="25806"/>
                  </a:lnTo>
                  <a:lnTo>
                    <a:pt x="74760" y="3310"/>
                  </a:lnTo>
                  <a:cubicBezTo>
                    <a:pt x="74760" y="1483"/>
                    <a:pt x="73147" y="1"/>
                    <a:pt x="711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152;p71">
              <a:extLst>
                <a:ext uri="{FF2B5EF4-FFF2-40B4-BE49-F238E27FC236}">
                  <a16:creationId xmlns:a16="http://schemas.microsoft.com/office/drawing/2014/main" id="{9B975792-1BBB-BBDE-FF8B-AA4047B7B594}"/>
                </a:ext>
              </a:extLst>
            </p:cNvPr>
            <p:cNvSpPr/>
            <p:nvPr/>
          </p:nvSpPr>
          <p:spPr>
            <a:xfrm>
              <a:off x="5078275" y="1389325"/>
              <a:ext cx="1869000" cy="645175"/>
            </a:xfrm>
            <a:custGeom>
              <a:avLst/>
              <a:gdLst/>
              <a:ahLst/>
              <a:cxnLst/>
              <a:rect l="l" t="t" r="r" b="b"/>
              <a:pathLst>
                <a:path w="74760" h="25807" extrusionOk="0">
                  <a:moveTo>
                    <a:pt x="71160" y="1"/>
                  </a:moveTo>
                  <a:lnTo>
                    <a:pt x="3601" y="1"/>
                  </a:lnTo>
                  <a:cubicBezTo>
                    <a:pt x="1613" y="1"/>
                    <a:pt x="0" y="1483"/>
                    <a:pt x="0" y="3310"/>
                  </a:cubicBezTo>
                  <a:lnTo>
                    <a:pt x="0" y="25806"/>
                  </a:lnTo>
                  <a:lnTo>
                    <a:pt x="74760" y="25806"/>
                  </a:lnTo>
                  <a:lnTo>
                    <a:pt x="74760" y="3310"/>
                  </a:lnTo>
                  <a:cubicBezTo>
                    <a:pt x="74760" y="1483"/>
                    <a:pt x="73147" y="1"/>
                    <a:pt x="7116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153;p71">
              <a:extLst>
                <a:ext uri="{FF2B5EF4-FFF2-40B4-BE49-F238E27FC236}">
                  <a16:creationId xmlns:a16="http://schemas.microsoft.com/office/drawing/2014/main" id="{99C018E5-501F-2E32-0505-6C49644ABF1E}"/>
                </a:ext>
              </a:extLst>
            </p:cNvPr>
            <p:cNvSpPr/>
            <p:nvPr/>
          </p:nvSpPr>
          <p:spPr>
            <a:xfrm>
              <a:off x="5270350" y="151922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78" y="824"/>
                  </a:moveTo>
                  <a:cubicBezTo>
                    <a:pt x="474" y="497"/>
                    <a:pt x="1581" y="1303"/>
                    <a:pt x="3542" y="1111"/>
                  </a:cubicBezTo>
                  <a:cubicBezTo>
                    <a:pt x="5419" y="928"/>
                    <a:pt x="6300" y="1"/>
                    <a:pt x="6565" y="295"/>
                  </a:cubicBezTo>
                  <a:cubicBezTo>
                    <a:pt x="6937" y="713"/>
                    <a:pt x="5821" y="3291"/>
                    <a:pt x="3878" y="3559"/>
                  </a:cubicBezTo>
                  <a:cubicBezTo>
                    <a:pt x="1793" y="3843"/>
                    <a:pt x="1" y="1297"/>
                    <a:pt x="278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154;p71">
              <a:extLst>
                <a:ext uri="{FF2B5EF4-FFF2-40B4-BE49-F238E27FC236}">
                  <a16:creationId xmlns:a16="http://schemas.microsoft.com/office/drawing/2014/main" id="{E0DF0118-96D5-DA91-A433-3A9D509ED3D0}"/>
                </a:ext>
              </a:extLst>
            </p:cNvPr>
            <p:cNvSpPr/>
            <p:nvPr/>
          </p:nvSpPr>
          <p:spPr>
            <a:xfrm>
              <a:off x="5334175" y="1553150"/>
              <a:ext cx="34875" cy="34825"/>
            </a:xfrm>
            <a:custGeom>
              <a:avLst/>
              <a:gdLst/>
              <a:ahLst/>
              <a:cxnLst/>
              <a:rect l="l" t="t" r="r" b="b"/>
              <a:pathLst>
                <a:path w="1395" h="1393" extrusionOk="0">
                  <a:moveTo>
                    <a:pt x="678" y="61"/>
                  </a:moveTo>
                  <a:cubicBezTo>
                    <a:pt x="916" y="61"/>
                    <a:pt x="1134" y="194"/>
                    <a:pt x="1247" y="407"/>
                  </a:cubicBezTo>
                  <a:cubicBezTo>
                    <a:pt x="1322" y="560"/>
                    <a:pt x="1332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6"/>
                    <a:pt x="69" y="625"/>
                    <a:pt x="137" y="403"/>
                  </a:cubicBezTo>
                  <a:cubicBezTo>
                    <a:pt x="167" y="289"/>
                    <a:pt x="245" y="191"/>
                    <a:pt x="350" y="136"/>
                  </a:cubicBezTo>
                  <a:cubicBezTo>
                    <a:pt x="447" y="87"/>
                    <a:pt x="558" y="61"/>
                    <a:pt x="669" y="61"/>
                  </a:cubicBezTo>
                  <a:cubicBezTo>
                    <a:pt x="672" y="61"/>
                    <a:pt x="675" y="61"/>
                    <a:pt x="678" y="61"/>
                  </a:cubicBezTo>
                  <a:close/>
                  <a:moveTo>
                    <a:pt x="669" y="1"/>
                  </a:moveTo>
                  <a:cubicBezTo>
                    <a:pt x="553" y="1"/>
                    <a:pt x="433" y="27"/>
                    <a:pt x="320" y="83"/>
                  </a:cubicBezTo>
                  <a:cubicBezTo>
                    <a:pt x="203" y="145"/>
                    <a:pt x="115" y="253"/>
                    <a:pt x="79" y="387"/>
                  </a:cubicBezTo>
                  <a:cubicBezTo>
                    <a:pt x="0" y="635"/>
                    <a:pt x="62" y="929"/>
                    <a:pt x="131" y="1053"/>
                  </a:cubicBezTo>
                  <a:cubicBezTo>
                    <a:pt x="190" y="1157"/>
                    <a:pt x="444" y="1392"/>
                    <a:pt x="728" y="1392"/>
                  </a:cubicBezTo>
                  <a:cubicBezTo>
                    <a:pt x="807" y="1392"/>
                    <a:pt x="882" y="1373"/>
                    <a:pt x="950" y="1340"/>
                  </a:cubicBezTo>
                  <a:cubicBezTo>
                    <a:pt x="1126" y="1252"/>
                    <a:pt x="1260" y="1102"/>
                    <a:pt x="1329" y="919"/>
                  </a:cubicBezTo>
                  <a:cubicBezTo>
                    <a:pt x="1394" y="743"/>
                    <a:pt x="1384" y="547"/>
                    <a:pt x="1299" y="377"/>
                  </a:cubicBezTo>
                  <a:cubicBezTo>
                    <a:pt x="1179" y="137"/>
                    <a:pt x="932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155;p71">
              <a:extLst>
                <a:ext uri="{FF2B5EF4-FFF2-40B4-BE49-F238E27FC236}">
                  <a16:creationId xmlns:a16="http://schemas.microsoft.com/office/drawing/2014/main" id="{71A15549-EF55-F1E6-96B3-A5ACC108D847}"/>
                </a:ext>
              </a:extLst>
            </p:cNvPr>
            <p:cNvSpPr/>
            <p:nvPr/>
          </p:nvSpPr>
          <p:spPr>
            <a:xfrm>
              <a:off x="5631450" y="151922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4"/>
                  </a:moveTo>
                  <a:cubicBezTo>
                    <a:pt x="473" y="497"/>
                    <a:pt x="1580" y="1303"/>
                    <a:pt x="3542" y="1111"/>
                  </a:cubicBezTo>
                  <a:cubicBezTo>
                    <a:pt x="5418" y="928"/>
                    <a:pt x="6300" y="1"/>
                    <a:pt x="6564" y="295"/>
                  </a:cubicBezTo>
                  <a:cubicBezTo>
                    <a:pt x="6936" y="713"/>
                    <a:pt x="5823" y="3291"/>
                    <a:pt x="3878" y="3559"/>
                  </a:cubicBezTo>
                  <a:cubicBezTo>
                    <a:pt x="1792" y="3843"/>
                    <a:pt x="0" y="1297"/>
                    <a:pt x="281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156;p71">
              <a:extLst>
                <a:ext uri="{FF2B5EF4-FFF2-40B4-BE49-F238E27FC236}">
                  <a16:creationId xmlns:a16="http://schemas.microsoft.com/office/drawing/2014/main" id="{5571EB21-C3D1-3635-2169-3E661524C4FA}"/>
                </a:ext>
              </a:extLst>
            </p:cNvPr>
            <p:cNvSpPr/>
            <p:nvPr/>
          </p:nvSpPr>
          <p:spPr>
            <a:xfrm>
              <a:off x="5695250" y="1553150"/>
              <a:ext cx="36750" cy="34825"/>
            </a:xfrm>
            <a:custGeom>
              <a:avLst/>
              <a:gdLst/>
              <a:ahLst/>
              <a:cxnLst/>
              <a:rect l="l" t="t" r="r" b="b"/>
              <a:pathLst>
                <a:path w="1470" h="1393" extrusionOk="0">
                  <a:moveTo>
                    <a:pt x="670" y="61"/>
                  </a:moveTo>
                  <a:cubicBezTo>
                    <a:pt x="735" y="61"/>
                    <a:pt x="800" y="70"/>
                    <a:pt x="866" y="90"/>
                  </a:cubicBezTo>
                  <a:cubicBezTo>
                    <a:pt x="1032" y="139"/>
                    <a:pt x="1169" y="253"/>
                    <a:pt x="1248" y="407"/>
                  </a:cubicBezTo>
                  <a:cubicBezTo>
                    <a:pt x="1323" y="560"/>
                    <a:pt x="1332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7" y="1318"/>
                    <a:pt x="789" y="1332"/>
                    <a:pt x="724" y="1332"/>
                  </a:cubicBezTo>
                  <a:cubicBezTo>
                    <a:pt x="455" y="1332"/>
                    <a:pt x="223" y="1094"/>
                    <a:pt x="183" y="1023"/>
                  </a:cubicBezTo>
                  <a:cubicBezTo>
                    <a:pt x="121" y="906"/>
                    <a:pt x="69" y="629"/>
                    <a:pt x="138" y="403"/>
                  </a:cubicBezTo>
                  <a:cubicBezTo>
                    <a:pt x="167" y="289"/>
                    <a:pt x="245" y="191"/>
                    <a:pt x="350" y="139"/>
                  </a:cubicBezTo>
                  <a:cubicBezTo>
                    <a:pt x="448" y="87"/>
                    <a:pt x="559" y="61"/>
                    <a:pt x="670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8"/>
                    <a:pt x="321" y="83"/>
                  </a:cubicBezTo>
                  <a:cubicBezTo>
                    <a:pt x="203" y="145"/>
                    <a:pt x="115" y="256"/>
                    <a:pt x="79" y="387"/>
                  </a:cubicBezTo>
                  <a:cubicBezTo>
                    <a:pt x="1" y="635"/>
                    <a:pt x="66" y="929"/>
                    <a:pt x="131" y="1053"/>
                  </a:cubicBezTo>
                  <a:cubicBezTo>
                    <a:pt x="190" y="1157"/>
                    <a:pt x="445" y="1392"/>
                    <a:pt x="729" y="1392"/>
                  </a:cubicBezTo>
                  <a:cubicBezTo>
                    <a:pt x="807" y="1392"/>
                    <a:pt x="882" y="1373"/>
                    <a:pt x="950" y="1340"/>
                  </a:cubicBezTo>
                  <a:cubicBezTo>
                    <a:pt x="1127" y="1252"/>
                    <a:pt x="1261" y="1102"/>
                    <a:pt x="1329" y="919"/>
                  </a:cubicBezTo>
                  <a:cubicBezTo>
                    <a:pt x="1469" y="550"/>
                    <a:pt x="1264" y="139"/>
                    <a:pt x="882" y="31"/>
                  </a:cubicBezTo>
                  <a:cubicBezTo>
                    <a:pt x="812" y="10"/>
                    <a:pt x="740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157;p71">
              <a:extLst>
                <a:ext uri="{FF2B5EF4-FFF2-40B4-BE49-F238E27FC236}">
                  <a16:creationId xmlns:a16="http://schemas.microsoft.com/office/drawing/2014/main" id="{84EF7076-2D78-8671-D404-E3CC4D33AA1D}"/>
                </a:ext>
              </a:extLst>
            </p:cNvPr>
            <p:cNvSpPr/>
            <p:nvPr/>
          </p:nvSpPr>
          <p:spPr>
            <a:xfrm>
              <a:off x="5979550" y="151922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4"/>
                  </a:moveTo>
                  <a:cubicBezTo>
                    <a:pt x="474" y="497"/>
                    <a:pt x="1580" y="1303"/>
                    <a:pt x="3542" y="1111"/>
                  </a:cubicBezTo>
                  <a:cubicBezTo>
                    <a:pt x="5419" y="928"/>
                    <a:pt x="6300" y="1"/>
                    <a:pt x="6565" y="295"/>
                  </a:cubicBezTo>
                  <a:cubicBezTo>
                    <a:pt x="6937" y="713"/>
                    <a:pt x="5824" y="3291"/>
                    <a:pt x="3878" y="3559"/>
                  </a:cubicBezTo>
                  <a:cubicBezTo>
                    <a:pt x="1793" y="3843"/>
                    <a:pt x="1" y="1297"/>
                    <a:pt x="281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158;p71">
              <a:extLst>
                <a:ext uri="{FF2B5EF4-FFF2-40B4-BE49-F238E27FC236}">
                  <a16:creationId xmlns:a16="http://schemas.microsoft.com/office/drawing/2014/main" id="{27F7C6C6-2D09-0154-C8DD-8D63B83EABFE}"/>
                </a:ext>
              </a:extLst>
            </p:cNvPr>
            <p:cNvSpPr/>
            <p:nvPr/>
          </p:nvSpPr>
          <p:spPr>
            <a:xfrm>
              <a:off x="6043375" y="1553150"/>
              <a:ext cx="34950" cy="34825"/>
            </a:xfrm>
            <a:custGeom>
              <a:avLst/>
              <a:gdLst/>
              <a:ahLst/>
              <a:cxnLst/>
              <a:rect l="l" t="t" r="r" b="b"/>
              <a:pathLst>
                <a:path w="1398" h="1393" extrusionOk="0">
                  <a:moveTo>
                    <a:pt x="678" y="61"/>
                  </a:moveTo>
                  <a:cubicBezTo>
                    <a:pt x="916" y="61"/>
                    <a:pt x="1134" y="194"/>
                    <a:pt x="1247" y="407"/>
                  </a:cubicBezTo>
                  <a:cubicBezTo>
                    <a:pt x="1322" y="560"/>
                    <a:pt x="1332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6" y="1318"/>
                    <a:pt x="789" y="1332"/>
                    <a:pt x="723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6"/>
                    <a:pt x="69" y="625"/>
                    <a:pt x="137" y="403"/>
                  </a:cubicBezTo>
                  <a:cubicBezTo>
                    <a:pt x="166" y="289"/>
                    <a:pt x="245" y="191"/>
                    <a:pt x="349" y="136"/>
                  </a:cubicBezTo>
                  <a:cubicBezTo>
                    <a:pt x="447" y="87"/>
                    <a:pt x="558" y="61"/>
                    <a:pt x="669" y="61"/>
                  </a:cubicBezTo>
                  <a:cubicBezTo>
                    <a:pt x="672" y="61"/>
                    <a:pt x="675" y="61"/>
                    <a:pt x="678" y="61"/>
                  </a:cubicBezTo>
                  <a:close/>
                  <a:moveTo>
                    <a:pt x="670" y="1"/>
                  </a:moveTo>
                  <a:cubicBezTo>
                    <a:pt x="554" y="1"/>
                    <a:pt x="435" y="27"/>
                    <a:pt x="323" y="83"/>
                  </a:cubicBezTo>
                  <a:cubicBezTo>
                    <a:pt x="202" y="145"/>
                    <a:pt x="114" y="253"/>
                    <a:pt x="78" y="387"/>
                  </a:cubicBezTo>
                  <a:cubicBezTo>
                    <a:pt x="0" y="635"/>
                    <a:pt x="62" y="929"/>
                    <a:pt x="131" y="1053"/>
                  </a:cubicBezTo>
                  <a:cubicBezTo>
                    <a:pt x="189" y="1157"/>
                    <a:pt x="444" y="1392"/>
                    <a:pt x="728" y="1392"/>
                  </a:cubicBezTo>
                  <a:cubicBezTo>
                    <a:pt x="806" y="1392"/>
                    <a:pt x="885" y="1373"/>
                    <a:pt x="953" y="1340"/>
                  </a:cubicBezTo>
                  <a:cubicBezTo>
                    <a:pt x="1126" y="1252"/>
                    <a:pt x="1263" y="1102"/>
                    <a:pt x="1328" y="919"/>
                  </a:cubicBezTo>
                  <a:cubicBezTo>
                    <a:pt x="1397" y="743"/>
                    <a:pt x="1387" y="547"/>
                    <a:pt x="1302" y="377"/>
                  </a:cubicBezTo>
                  <a:cubicBezTo>
                    <a:pt x="1182" y="137"/>
                    <a:pt x="934" y="1"/>
                    <a:pt x="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159;p71">
              <a:extLst>
                <a:ext uri="{FF2B5EF4-FFF2-40B4-BE49-F238E27FC236}">
                  <a16:creationId xmlns:a16="http://schemas.microsoft.com/office/drawing/2014/main" id="{254501B0-4A3A-6F2E-E1E4-5858A176D2E2}"/>
                </a:ext>
              </a:extLst>
            </p:cNvPr>
            <p:cNvSpPr/>
            <p:nvPr/>
          </p:nvSpPr>
          <p:spPr>
            <a:xfrm>
              <a:off x="5270350" y="173507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78" y="823"/>
                  </a:moveTo>
                  <a:cubicBezTo>
                    <a:pt x="474" y="496"/>
                    <a:pt x="1581" y="1303"/>
                    <a:pt x="3542" y="1107"/>
                  </a:cubicBezTo>
                  <a:cubicBezTo>
                    <a:pt x="5419" y="924"/>
                    <a:pt x="6300" y="0"/>
                    <a:pt x="6565" y="291"/>
                  </a:cubicBezTo>
                  <a:cubicBezTo>
                    <a:pt x="6937" y="709"/>
                    <a:pt x="5821" y="3287"/>
                    <a:pt x="3878" y="3555"/>
                  </a:cubicBezTo>
                  <a:cubicBezTo>
                    <a:pt x="1793" y="3842"/>
                    <a:pt x="1" y="1296"/>
                    <a:pt x="278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  <a:alpha val="8380"/>
                  </a:srgbClr>
                </a:gs>
                <a:gs pos="100000">
                  <a:srgbClr val="D88794">
                    <a:alpha val="61176"/>
                    <a:alpha val="838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160;p71">
              <a:extLst>
                <a:ext uri="{FF2B5EF4-FFF2-40B4-BE49-F238E27FC236}">
                  <a16:creationId xmlns:a16="http://schemas.microsoft.com/office/drawing/2014/main" id="{72E533BE-8E46-B3FC-6962-86167F2A5B90}"/>
                </a:ext>
              </a:extLst>
            </p:cNvPr>
            <p:cNvSpPr/>
            <p:nvPr/>
          </p:nvSpPr>
          <p:spPr>
            <a:xfrm>
              <a:off x="5334175" y="1769000"/>
              <a:ext cx="36900" cy="34800"/>
            </a:xfrm>
            <a:custGeom>
              <a:avLst/>
              <a:gdLst/>
              <a:ahLst/>
              <a:cxnLst/>
              <a:rect l="l" t="t" r="r" b="b"/>
              <a:pathLst>
                <a:path w="1476" h="1392" extrusionOk="0">
                  <a:moveTo>
                    <a:pt x="678" y="60"/>
                  </a:moveTo>
                  <a:cubicBezTo>
                    <a:pt x="916" y="60"/>
                    <a:pt x="1134" y="193"/>
                    <a:pt x="1247" y="406"/>
                  </a:cubicBezTo>
                  <a:cubicBezTo>
                    <a:pt x="1404" y="723"/>
                    <a:pt x="1260" y="1117"/>
                    <a:pt x="924" y="1284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5"/>
                    <a:pt x="69" y="628"/>
                    <a:pt x="137" y="403"/>
                  </a:cubicBezTo>
                  <a:cubicBezTo>
                    <a:pt x="167" y="288"/>
                    <a:pt x="245" y="194"/>
                    <a:pt x="350" y="138"/>
                  </a:cubicBezTo>
                  <a:cubicBezTo>
                    <a:pt x="447" y="86"/>
                    <a:pt x="558" y="60"/>
                    <a:pt x="669" y="60"/>
                  </a:cubicBezTo>
                  <a:cubicBezTo>
                    <a:pt x="672" y="60"/>
                    <a:pt x="675" y="60"/>
                    <a:pt x="678" y="60"/>
                  </a:cubicBezTo>
                  <a:close/>
                  <a:moveTo>
                    <a:pt x="669" y="0"/>
                  </a:moveTo>
                  <a:cubicBezTo>
                    <a:pt x="553" y="0"/>
                    <a:pt x="433" y="27"/>
                    <a:pt x="320" y="83"/>
                  </a:cubicBezTo>
                  <a:cubicBezTo>
                    <a:pt x="203" y="145"/>
                    <a:pt x="115" y="256"/>
                    <a:pt x="79" y="386"/>
                  </a:cubicBezTo>
                  <a:cubicBezTo>
                    <a:pt x="0" y="634"/>
                    <a:pt x="62" y="931"/>
                    <a:pt x="131" y="1052"/>
                  </a:cubicBezTo>
                  <a:cubicBezTo>
                    <a:pt x="190" y="1157"/>
                    <a:pt x="444" y="1392"/>
                    <a:pt x="728" y="1392"/>
                  </a:cubicBezTo>
                  <a:cubicBezTo>
                    <a:pt x="807" y="1392"/>
                    <a:pt x="882" y="1372"/>
                    <a:pt x="950" y="1339"/>
                  </a:cubicBezTo>
                  <a:cubicBezTo>
                    <a:pt x="1316" y="1157"/>
                    <a:pt x="1476" y="726"/>
                    <a:pt x="1299" y="377"/>
                  </a:cubicBezTo>
                  <a:cubicBezTo>
                    <a:pt x="1179" y="137"/>
                    <a:pt x="932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161;p71">
              <a:extLst>
                <a:ext uri="{FF2B5EF4-FFF2-40B4-BE49-F238E27FC236}">
                  <a16:creationId xmlns:a16="http://schemas.microsoft.com/office/drawing/2014/main" id="{9F1245C3-CAC6-28F8-F86F-4FC3330BF215}"/>
                </a:ext>
              </a:extLst>
            </p:cNvPr>
            <p:cNvSpPr/>
            <p:nvPr/>
          </p:nvSpPr>
          <p:spPr>
            <a:xfrm>
              <a:off x="5631450" y="173507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3"/>
                  </a:moveTo>
                  <a:cubicBezTo>
                    <a:pt x="473" y="496"/>
                    <a:pt x="1580" y="1303"/>
                    <a:pt x="3542" y="1107"/>
                  </a:cubicBezTo>
                  <a:cubicBezTo>
                    <a:pt x="5418" y="924"/>
                    <a:pt x="6300" y="0"/>
                    <a:pt x="6564" y="291"/>
                  </a:cubicBezTo>
                  <a:cubicBezTo>
                    <a:pt x="6936" y="709"/>
                    <a:pt x="5823" y="3287"/>
                    <a:pt x="3878" y="3555"/>
                  </a:cubicBezTo>
                  <a:cubicBezTo>
                    <a:pt x="1792" y="3842"/>
                    <a:pt x="0" y="1296"/>
                    <a:pt x="281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162;p71">
              <a:extLst>
                <a:ext uri="{FF2B5EF4-FFF2-40B4-BE49-F238E27FC236}">
                  <a16:creationId xmlns:a16="http://schemas.microsoft.com/office/drawing/2014/main" id="{E0214D01-1D4E-1934-52F7-382102C1D4E6}"/>
                </a:ext>
              </a:extLst>
            </p:cNvPr>
            <p:cNvSpPr/>
            <p:nvPr/>
          </p:nvSpPr>
          <p:spPr>
            <a:xfrm>
              <a:off x="5695250" y="1768975"/>
              <a:ext cx="36900" cy="34825"/>
            </a:xfrm>
            <a:custGeom>
              <a:avLst/>
              <a:gdLst/>
              <a:ahLst/>
              <a:cxnLst/>
              <a:rect l="l" t="t" r="r" b="b"/>
              <a:pathLst>
                <a:path w="1476" h="1393" extrusionOk="0">
                  <a:moveTo>
                    <a:pt x="670" y="61"/>
                  </a:moveTo>
                  <a:cubicBezTo>
                    <a:pt x="735" y="61"/>
                    <a:pt x="800" y="71"/>
                    <a:pt x="866" y="90"/>
                  </a:cubicBezTo>
                  <a:cubicBezTo>
                    <a:pt x="1032" y="139"/>
                    <a:pt x="1169" y="253"/>
                    <a:pt x="1248" y="407"/>
                  </a:cubicBezTo>
                  <a:cubicBezTo>
                    <a:pt x="1404" y="724"/>
                    <a:pt x="1261" y="1118"/>
                    <a:pt x="924" y="1285"/>
                  </a:cubicBezTo>
                  <a:cubicBezTo>
                    <a:pt x="857" y="1319"/>
                    <a:pt x="789" y="1333"/>
                    <a:pt x="724" y="1333"/>
                  </a:cubicBezTo>
                  <a:cubicBezTo>
                    <a:pt x="455" y="1333"/>
                    <a:pt x="223" y="1095"/>
                    <a:pt x="183" y="1024"/>
                  </a:cubicBezTo>
                  <a:cubicBezTo>
                    <a:pt x="121" y="906"/>
                    <a:pt x="69" y="629"/>
                    <a:pt x="138" y="404"/>
                  </a:cubicBezTo>
                  <a:cubicBezTo>
                    <a:pt x="167" y="289"/>
                    <a:pt x="245" y="195"/>
                    <a:pt x="350" y="139"/>
                  </a:cubicBezTo>
                  <a:cubicBezTo>
                    <a:pt x="448" y="87"/>
                    <a:pt x="559" y="61"/>
                    <a:pt x="670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9"/>
                    <a:pt x="321" y="84"/>
                  </a:cubicBezTo>
                  <a:cubicBezTo>
                    <a:pt x="203" y="146"/>
                    <a:pt x="115" y="257"/>
                    <a:pt x="79" y="387"/>
                  </a:cubicBezTo>
                  <a:cubicBezTo>
                    <a:pt x="1" y="635"/>
                    <a:pt x="66" y="932"/>
                    <a:pt x="131" y="1053"/>
                  </a:cubicBezTo>
                  <a:cubicBezTo>
                    <a:pt x="190" y="1158"/>
                    <a:pt x="445" y="1393"/>
                    <a:pt x="729" y="1393"/>
                  </a:cubicBezTo>
                  <a:cubicBezTo>
                    <a:pt x="807" y="1393"/>
                    <a:pt x="882" y="1373"/>
                    <a:pt x="950" y="1340"/>
                  </a:cubicBezTo>
                  <a:cubicBezTo>
                    <a:pt x="1319" y="1158"/>
                    <a:pt x="1476" y="727"/>
                    <a:pt x="1300" y="378"/>
                  </a:cubicBezTo>
                  <a:cubicBezTo>
                    <a:pt x="1215" y="211"/>
                    <a:pt x="1065" y="84"/>
                    <a:pt x="882" y="32"/>
                  </a:cubicBezTo>
                  <a:cubicBezTo>
                    <a:pt x="812" y="11"/>
                    <a:pt x="740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163;p71">
              <a:extLst>
                <a:ext uri="{FF2B5EF4-FFF2-40B4-BE49-F238E27FC236}">
                  <a16:creationId xmlns:a16="http://schemas.microsoft.com/office/drawing/2014/main" id="{54B138F8-C498-3B98-3AE3-ECE50CDD38F8}"/>
                </a:ext>
              </a:extLst>
            </p:cNvPr>
            <p:cNvSpPr/>
            <p:nvPr/>
          </p:nvSpPr>
          <p:spPr>
            <a:xfrm>
              <a:off x="5979550" y="173507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3"/>
                  </a:moveTo>
                  <a:cubicBezTo>
                    <a:pt x="474" y="496"/>
                    <a:pt x="1580" y="1303"/>
                    <a:pt x="3542" y="1107"/>
                  </a:cubicBezTo>
                  <a:cubicBezTo>
                    <a:pt x="5419" y="924"/>
                    <a:pt x="6300" y="0"/>
                    <a:pt x="6565" y="291"/>
                  </a:cubicBezTo>
                  <a:cubicBezTo>
                    <a:pt x="6937" y="709"/>
                    <a:pt x="5824" y="3287"/>
                    <a:pt x="3878" y="3555"/>
                  </a:cubicBezTo>
                  <a:cubicBezTo>
                    <a:pt x="1793" y="3842"/>
                    <a:pt x="1" y="1296"/>
                    <a:pt x="281" y="823"/>
                  </a:cubicBezTo>
                  <a:close/>
                </a:path>
              </a:pathLst>
            </a:custGeom>
            <a:solidFill>
              <a:srgbClr val="8584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164;p71">
              <a:extLst>
                <a:ext uri="{FF2B5EF4-FFF2-40B4-BE49-F238E27FC236}">
                  <a16:creationId xmlns:a16="http://schemas.microsoft.com/office/drawing/2014/main" id="{8834358B-5806-3064-08CB-1D7B8ABC37A9}"/>
                </a:ext>
              </a:extLst>
            </p:cNvPr>
            <p:cNvSpPr/>
            <p:nvPr/>
          </p:nvSpPr>
          <p:spPr>
            <a:xfrm>
              <a:off x="6043375" y="1769000"/>
              <a:ext cx="34950" cy="34800"/>
            </a:xfrm>
            <a:custGeom>
              <a:avLst/>
              <a:gdLst/>
              <a:ahLst/>
              <a:cxnLst/>
              <a:rect l="l" t="t" r="r" b="b"/>
              <a:pathLst>
                <a:path w="1398" h="1392" extrusionOk="0">
                  <a:moveTo>
                    <a:pt x="678" y="60"/>
                  </a:moveTo>
                  <a:cubicBezTo>
                    <a:pt x="916" y="60"/>
                    <a:pt x="1134" y="193"/>
                    <a:pt x="1247" y="406"/>
                  </a:cubicBezTo>
                  <a:cubicBezTo>
                    <a:pt x="1322" y="559"/>
                    <a:pt x="1332" y="739"/>
                    <a:pt x="1270" y="899"/>
                  </a:cubicBezTo>
                  <a:cubicBezTo>
                    <a:pt x="1208" y="1069"/>
                    <a:pt x="1084" y="1206"/>
                    <a:pt x="924" y="1284"/>
                  </a:cubicBezTo>
                  <a:cubicBezTo>
                    <a:pt x="856" y="1318"/>
                    <a:pt x="789" y="1332"/>
                    <a:pt x="723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5"/>
                    <a:pt x="69" y="628"/>
                    <a:pt x="137" y="403"/>
                  </a:cubicBezTo>
                  <a:cubicBezTo>
                    <a:pt x="166" y="288"/>
                    <a:pt x="245" y="190"/>
                    <a:pt x="349" y="138"/>
                  </a:cubicBezTo>
                  <a:cubicBezTo>
                    <a:pt x="447" y="86"/>
                    <a:pt x="558" y="60"/>
                    <a:pt x="669" y="60"/>
                  </a:cubicBezTo>
                  <a:cubicBezTo>
                    <a:pt x="672" y="60"/>
                    <a:pt x="675" y="60"/>
                    <a:pt x="678" y="60"/>
                  </a:cubicBezTo>
                  <a:close/>
                  <a:moveTo>
                    <a:pt x="670" y="0"/>
                  </a:moveTo>
                  <a:cubicBezTo>
                    <a:pt x="554" y="0"/>
                    <a:pt x="435" y="27"/>
                    <a:pt x="323" y="83"/>
                  </a:cubicBezTo>
                  <a:cubicBezTo>
                    <a:pt x="202" y="145"/>
                    <a:pt x="114" y="256"/>
                    <a:pt x="78" y="386"/>
                  </a:cubicBezTo>
                  <a:cubicBezTo>
                    <a:pt x="0" y="634"/>
                    <a:pt x="62" y="931"/>
                    <a:pt x="131" y="1052"/>
                  </a:cubicBezTo>
                  <a:cubicBezTo>
                    <a:pt x="189" y="1157"/>
                    <a:pt x="444" y="1392"/>
                    <a:pt x="728" y="1392"/>
                  </a:cubicBezTo>
                  <a:cubicBezTo>
                    <a:pt x="806" y="1392"/>
                    <a:pt x="885" y="1375"/>
                    <a:pt x="953" y="1339"/>
                  </a:cubicBezTo>
                  <a:cubicBezTo>
                    <a:pt x="1126" y="1251"/>
                    <a:pt x="1263" y="1104"/>
                    <a:pt x="1328" y="922"/>
                  </a:cubicBezTo>
                  <a:cubicBezTo>
                    <a:pt x="1397" y="742"/>
                    <a:pt x="1387" y="546"/>
                    <a:pt x="1302" y="377"/>
                  </a:cubicBezTo>
                  <a:cubicBezTo>
                    <a:pt x="1182" y="137"/>
                    <a:pt x="934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165;p71">
              <a:extLst>
                <a:ext uri="{FF2B5EF4-FFF2-40B4-BE49-F238E27FC236}">
                  <a16:creationId xmlns:a16="http://schemas.microsoft.com/office/drawing/2014/main" id="{45AE3323-CB30-510C-27B3-15EA3F2DFA90}"/>
                </a:ext>
              </a:extLst>
            </p:cNvPr>
            <p:cNvSpPr/>
            <p:nvPr/>
          </p:nvSpPr>
          <p:spPr>
            <a:xfrm>
              <a:off x="6304975" y="1519225"/>
              <a:ext cx="173500" cy="96075"/>
            </a:xfrm>
            <a:custGeom>
              <a:avLst/>
              <a:gdLst/>
              <a:ahLst/>
              <a:cxnLst/>
              <a:rect l="l" t="t" r="r" b="b"/>
              <a:pathLst>
                <a:path w="6940" h="3843" extrusionOk="0">
                  <a:moveTo>
                    <a:pt x="281" y="824"/>
                  </a:moveTo>
                  <a:cubicBezTo>
                    <a:pt x="477" y="497"/>
                    <a:pt x="1584" y="1303"/>
                    <a:pt x="3542" y="1111"/>
                  </a:cubicBezTo>
                  <a:cubicBezTo>
                    <a:pt x="5419" y="928"/>
                    <a:pt x="6300" y="1"/>
                    <a:pt x="6565" y="295"/>
                  </a:cubicBezTo>
                  <a:cubicBezTo>
                    <a:pt x="6940" y="713"/>
                    <a:pt x="5824" y="3291"/>
                    <a:pt x="3878" y="3559"/>
                  </a:cubicBezTo>
                  <a:cubicBezTo>
                    <a:pt x="1792" y="3843"/>
                    <a:pt x="1" y="1297"/>
                    <a:pt x="281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166;p71">
              <a:extLst>
                <a:ext uri="{FF2B5EF4-FFF2-40B4-BE49-F238E27FC236}">
                  <a16:creationId xmlns:a16="http://schemas.microsoft.com/office/drawing/2014/main" id="{671262B9-834D-F321-7378-A422C37AF2F3}"/>
                </a:ext>
              </a:extLst>
            </p:cNvPr>
            <p:cNvSpPr/>
            <p:nvPr/>
          </p:nvSpPr>
          <p:spPr>
            <a:xfrm>
              <a:off x="6368875" y="1553150"/>
              <a:ext cx="34850" cy="34825"/>
            </a:xfrm>
            <a:custGeom>
              <a:avLst/>
              <a:gdLst/>
              <a:ahLst/>
              <a:cxnLst/>
              <a:rect l="l" t="t" r="r" b="b"/>
              <a:pathLst>
                <a:path w="1394" h="1393" extrusionOk="0">
                  <a:moveTo>
                    <a:pt x="675" y="61"/>
                  </a:moveTo>
                  <a:cubicBezTo>
                    <a:pt x="913" y="61"/>
                    <a:pt x="1134" y="194"/>
                    <a:pt x="1244" y="407"/>
                  </a:cubicBezTo>
                  <a:cubicBezTo>
                    <a:pt x="1322" y="560"/>
                    <a:pt x="1329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18" y="906"/>
                    <a:pt x="66" y="625"/>
                    <a:pt x="137" y="403"/>
                  </a:cubicBezTo>
                  <a:cubicBezTo>
                    <a:pt x="167" y="289"/>
                    <a:pt x="242" y="191"/>
                    <a:pt x="346" y="136"/>
                  </a:cubicBezTo>
                  <a:cubicBezTo>
                    <a:pt x="447" y="87"/>
                    <a:pt x="555" y="61"/>
                    <a:pt x="666" y="61"/>
                  </a:cubicBezTo>
                  <a:cubicBezTo>
                    <a:pt x="669" y="61"/>
                    <a:pt x="672" y="61"/>
                    <a:pt x="675" y="61"/>
                  </a:cubicBezTo>
                  <a:close/>
                  <a:moveTo>
                    <a:pt x="669" y="1"/>
                  </a:moveTo>
                  <a:cubicBezTo>
                    <a:pt x="553" y="1"/>
                    <a:pt x="433" y="27"/>
                    <a:pt x="320" y="83"/>
                  </a:cubicBezTo>
                  <a:cubicBezTo>
                    <a:pt x="199" y="145"/>
                    <a:pt x="111" y="256"/>
                    <a:pt x="79" y="387"/>
                  </a:cubicBezTo>
                  <a:cubicBezTo>
                    <a:pt x="0" y="635"/>
                    <a:pt x="62" y="929"/>
                    <a:pt x="128" y="1053"/>
                  </a:cubicBezTo>
                  <a:cubicBezTo>
                    <a:pt x="186" y="1157"/>
                    <a:pt x="441" y="1392"/>
                    <a:pt x="728" y="1392"/>
                  </a:cubicBezTo>
                  <a:cubicBezTo>
                    <a:pt x="803" y="1392"/>
                    <a:pt x="882" y="1373"/>
                    <a:pt x="950" y="1340"/>
                  </a:cubicBezTo>
                  <a:cubicBezTo>
                    <a:pt x="1123" y="1252"/>
                    <a:pt x="1260" y="1102"/>
                    <a:pt x="1325" y="919"/>
                  </a:cubicBezTo>
                  <a:cubicBezTo>
                    <a:pt x="1394" y="743"/>
                    <a:pt x="1384" y="547"/>
                    <a:pt x="1299" y="377"/>
                  </a:cubicBezTo>
                  <a:cubicBezTo>
                    <a:pt x="1179" y="137"/>
                    <a:pt x="932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167;p71">
              <a:extLst>
                <a:ext uri="{FF2B5EF4-FFF2-40B4-BE49-F238E27FC236}">
                  <a16:creationId xmlns:a16="http://schemas.microsoft.com/office/drawing/2014/main" id="{81C677F3-B144-F4E5-5E1C-4977D67FC0E9}"/>
                </a:ext>
              </a:extLst>
            </p:cNvPr>
            <p:cNvSpPr/>
            <p:nvPr/>
          </p:nvSpPr>
          <p:spPr>
            <a:xfrm>
              <a:off x="6304975" y="1735075"/>
              <a:ext cx="173500" cy="96075"/>
            </a:xfrm>
            <a:custGeom>
              <a:avLst/>
              <a:gdLst/>
              <a:ahLst/>
              <a:cxnLst/>
              <a:rect l="l" t="t" r="r" b="b"/>
              <a:pathLst>
                <a:path w="6940" h="3843" extrusionOk="0">
                  <a:moveTo>
                    <a:pt x="281" y="823"/>
                  </a:moveTo>
                  <a:cubicBezTo>
                    <a:pt x="477" y="496"/>
                    <a:pt x="1584" y="1303"/>
                    <a:pt x="3542" y="1107"/>
                  </a:cubicBezTo>
                  <a:cubicBezTo>
                    <a:pt x="5419" y="924"/>
                    <a:pt x="6300" y="0"/>
                    <a:pt x="6565" y="291"/>
                  </a:cubicBezTo>
                  <a:cubicBezTo>
                    <a:pt x="6940" y="709"/>
                    <a:pt x="5824" y="3287"/>
                    <a:pt x="3878" y="3555"/>
                  </a:cubicBezTo>
                  <a:cubicBezTo>
                    <a:pt x="1792" y="3842"/>
                    <a:pt x="1" y="1296"/>
                    <a:pt x="281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168;p71">
              <a:extLst>
                <a:ext uri="{FF2B5EF4-FFF2-40B4-BE49-F238E27FC236}">
                  <a16:creationId xmlns:a16="http://schemas.microsoft.com/office/drawing/2014/main" id="{79BA79F7-93EF-0408-8A0B-531349697B13}"/>
                </a:ext>
              </a:extLst>
            </p:cNvPr>
            <p:cNvSpPr/>
            <p:nvPr/>
          </p:nvSpPr>
          <p:spPr>
            <a:xfrm>
              <a:off x="6368875" y="1769000"/>
              <a:ext cx="34850" cy="34800"/>
            </a:xfrm>
            <a:custGeom>
              <a:avLst/>
              <a:gdLst/>
              <a:ahLst/>
              <a:cxnLst/>
              <a:rect l="l" t="t" r="r" b="b"/>
              <a:pathLst>
                <a:path w="1394" h="1392" extrusionOk="0">
                  <a:moveTo>
                    <a:pt x="675" y="60"/>
                  </a:moveTo>
                  <a:cubicBezTo>
                    <a:pt x="913" y="60"/>
                    <a:pt x="1134" y="193"/>
                    <a:pt x="1244" y="406"/>
                  </a:cubicBezTo>
                  <a:cubicBezTo>
                    <a:pt x="1322" y="559"/>
                    <a:pt x="1329" y="739"/>
                    <a:pt x="1270" y="899"/>
                  </a:cubicBezTo>
                  <a:cubicBezTo>
                    <a:pt x="1208" y="1069"/>
                    <a:pt x="1084" y="1206"/>
                    <a:pt x="924" y="1284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18" y="905"/>
                    <a:pt x="66" y="628"/>
                    <a:pt x="137" y="403"/>
                  </a:cubicBezTo>
                  <a:cubicBezTo>
                    <a:pt x="167" y="288"/>
                    <a:pt x="242" y="194"/>
                    <a:pt x="346" y="138"/>
                  </a:cubicBezTo>
                  <a:cubicBezTo>
                    <a:pt x="447" y="86"/>
                    <a:pt x="555" y="60"/>
                    <a:pt x="666" y="60"/>
                  </a:cubicBezTo>
                  <a:cubicBezTo>
                    <a:pt x="669" y="60"/>
                    <a:pt x="672" y="60"/>
                    <a:pt x="675" y="60"/>
                  </a:cubicBezTo>
                  <a:close/>
                  <a:moveTo>
                    <a:pt x="669" y="0"/>
                  </a:moveTo>
                  <a:cubicBezTo>
                    <a:pt x="553" y="0"/>
                    <a:pt x="433" y="27"/>
                    <a:pt x="320" y="83"/>
                  </a:cubicBezTo>
                  <a:cubicBezTo>
                    <a:pt x="199" y="145"/>
                    <a:pt x="111" y="256"/>
                    <a:pt x="79" y="386"/>
                  </a:cubicBezTo>
                  <a:cubicBezTo>
                    <a:pt x="0" y="634"/>
                    <a:pt x="62" y="931"/>
                    <a:pt x="128" y="1052"/>
                  </a:cubicBezTo>
                  <a:cubicBezTo>
                    <a:pt x="186" y="1157"/>
                    <a:pt x="441" y="1392"/>
                    <a:pt x="728" y="1392"/>
                  </a:cubicBezTo>
                  <a:cubicBezTo>
                    <a:pt x="803" y="1392"/>
                    <a:pt x="882" y="1372"/>
                    <a:pt x="950" y="1339"/>
                  </a:cubicBezTo>
                  <a:cubicBezTo>
                    <a:pt x="1123" y="1251"/>
                    <a:pt x="1260" y="1104"/>
                    <a:pt x="1325" y="922"/>
                  </a:cubicBezTo>
                  <a:cubicBezTo>
                    <a:pt x="1394" y="742"/>
                    <a:pt x="1384" y="546"/>
                    <a:pt x="1299" y="377"/>
                  </a:cubicBezTo>
                  <a:cubicBezTo>
                    <a:pt x="1179" y="137"/>
                    <a:pt x="932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169;p71">
              <a:extLst>
                <a:ext uri="{FF2B5EF4-FFF2-40B4-BE49-F238E27FC236}">
                  <a16:creationId xmlns:a16="http://schemas.microsoft.com/office/drawing/2014/main" id="{11EEAEBA-6F9F-9B4B-F8F5-224E7FAE1CF5}"/>
                </a:ext>
              </a:extLst>
            </p:cNvPr>
            <p:cNvSpPr/>
            <p:nvPr/>
          </p:nvSpPr>
          <p:spPr>
            <a:xfrm>
              <a:off x="6630575" y="1519225"/>
              <a:ext cx="173325" cy="96075"/>
            </a:xfrm>
            <a:custGeom>
              <a:avLst/>
              <a:gdLst/>
              <a:ahLst/>
              <a:cxnLst/>
              <a:rect l="l" t="t" r="r" b="b"/>
              <a:pathLst>
                <a:path w="6933" h="3843" extrusionOk="0">
                  <a:moveTo>
                    <a:pt x="277" y="824"/>
                  </a:moveTo>
                  <a:cubicBezTo>
                    <a:pt x="470" y="497"/>
                    <a:pt x="1577" y="1303"/>
                    <a:pt x="3538" y="1111"/>
                  </a:cubicBezTo>
                  <a:cubicBezTo>
                    <a:pt x="5415" y="928"/>
                    <a:pt x="6296" y="1"/>
                    <a:pt x="6561" y="295"/>
                  </a:cubicBezTo>
                  <a:cubicBezTo>
                    <a:pt x="6933" y="713"/>
                    <a:pt x="5820" y="3291"/>
                    <a:pt x="3874" y="3559"/>
                  </a:cubicBezTo>
                  <a:cubicBezTo>
                    <a:pt x="1789" y="3843"/>
                    <a:pt x="0" y="1297"/>
                    <a:pt x="277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170;p71">
              <a:extLst>
                <a:ext uri="{FF2B5EF4-FFF2-40B4-BE49-F238E27FC236}">
                  <a16:creationId xmlns:a16="http://schemas.microsoft.com/office/drawing/2014/main" id="{43E93F64-EA7A-0E7D-6C0D-15D1EF1EDF7E}"/>
                </a:ext>
              </a:extLst>
            </p:cNvPr>
            <p:cNvSpPr/>
            <p:nvPr/>
          </p:nvSpPr>
          <p:spPr>
            <a:xfrm>
              <a:off x="6694300" y="1553150"/>
              <a:ext cx="34850" cy="34825"/>
            </a:xfrm>
            <a:custGeom>
              <a:avLst/>
              <a:gdLst/>
              <a:ahLst/>
              <a:cxnLst/>
              <a:rect l="l" t="t" r="r" b="b"/>
              <a:pathLst>
                <a:path w="1394" h="1393" extrusionOk="0">
                  <a:moveTo>
                    <a:pt x="669" y="61"/>
                  </a:moveTo>
                  <a:cubicBezTo>
                    <a:pt x="735" y="61"/>
                    <a:pt x="803" y="70"/>
                    <a:pt x="865" y="90"/>
                  </a:cubicBezTo>
                  <a:cubicBezTo>
                    <a:pt x="1032" y="139"/>
                    <a:pt x="1169" y="253"/>
                    <a:pt x="1247" y="407"/>
                  </a:cubicBezTo>
                  <a:cubicBezTo>
                    <a:pt x="1322" y="560"/>
                    <a:pt x="1332" y="739"/>
                    <a:pt x="1273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7" y="1318"/>
                    <a:pt x="790" y="1332"/>
                    <a:pt x="725" y="1332"/>
                  </a:cubicBezTo>
                  <a:cubicBezTo>
                    <a:pt x="456" y="1332"/>
                    <a:pt x="223" y="1094"/>
                    <a:pt x="186" y="1023"/>
                  </a:cubicBezTo>
                  <a:cubicBezTo>
                    <a:pt x="121" y="906"/>
                    <a:pt x="69" y="629"/>
                    <a:pt x="137" y="403"/>
                  </a:cubicBezTo>
                  <a:cubicBezTo>
                    <a:pt x="167" y="289"/>
                    <a:pt x="245" y="191"/>
                    <a:pt x="350" y="139"/>
                  </a:cubicBezTo>
                  <a:cubicBezTo>
                    <a:pt x="447" y="87"/>
                    <a:pt x="558" y="61"/>
                    <a:pt x="669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8"/>
                    <a:pt x="323" y="83"/>
                  </a:cubicBezTo>
                  <a:cubicBezTo>
                    <a:pt x="203" y="145"/>
                    <a:pt x="114" y="256"/>
                    <a:pt x="79" y="387"/>
                  </a:cubicBezTo>
                  <a:cubicBezTo>
                    <a:pt x="0" y="635"/>
                    <a:pt x="66" y="929"/>
                    <a:pt x="131" y="1053"/>
                  </a:cubicBezTo>
                  <a:cubicBezTo>
                    <a:pt x="190" y="1157"/>
                    <a:pt x="444" y="1392"/>
                    <a:pt x="728" y="1392"/>
                  </a:cubicBezTo>
                  <a:cubicBezTo>
                    <a:pt x="806" y="1392"/>
                    <a:pt x="882" y="1373"/>
                    <a:pt x="953" y="1340"/>
                  </a:cubicBezTo>
                  <a:cubicBezTo>
                    <a:pt x="1126" y="1252"/>
                    <a:pt x="1260" y="1102"/>
                    <a:pt x="1329" y="919"/>
                  </a:cubicBezTo>
                  <a:cubicBezTo>
                    <a:pt x="1394" y="743"/>
                    <a:pt x="1384" y="547"/>
                    <a:pt x="1303" y="377"/>
                  </a:cubicBezTo>
                  <a:cubicBezTo>
                    <a:pt x="1218" y="211"/>
                    <a:pt x="1064" y="83"/>
                    <a:pt x="885" y="31"/>
                  </a:cubicBezTo>
                  <a:cubicBezTo>
                    <a:pt x="814" y="10"/>
                    <a:pt x="741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71;p71">
              <a:extLst>
                <a:ext uri="{FF2B5EF4-FFF2-40B4-BE49-F238E27FC236}">
                  <a16:creationId xmlns:a16="http://schemas.microsoft.com/office/drawing/2014/main" id="{7841BEFF-F913-1E55-EEC3-096684C21311}"/>
                </a:ext>
              </a:extLst>
            </p:cNvPr>
            <p:cNvSpPr/>
            <p:nvPr/>
          </p:nvSpPr>
          <p:spPr>
            <a:xfrm>
              <a:off x="6630575" y="1735075"/>
              <a:ext cx="173325" cy="96075"/>
            </a:xfrm>
            <a:custGeom>
              <a:avLst/>
              <a:gdLst/>
              <a:ahLst/>
              <a:cxnLst/>
              <a:rect l="l" t="t" r="r" b="b"/>
              <a:pathLst>
                <a:path w="6933" h="3843" extrusionOk="0">
                  <a:moveTo>
                    <a:pt x="277" y="823"/>
                  </a:moveTo>
                  <a:cubicBezTo>
                    <a:pt x="470" y="496"/>
                    <a:pt x="1577" y="1303"/>
                    <a:pt x="3538" y="1107"/>
                  </a:cubicBezTo>
                  <a:cubicBezTo>
                    <a:pt x="5415" y="924"/>
                    <a:pt x="6296" y="0"/>
                    <a:pt x="6561" y="291"/>
                  </a:cubicBezTo>
                  <a:cubicBezTo>
                    <a:pt x="6933" y="709"/>
                    <a:pt x="5820" y="3287"/>
                    <a:pt x="3874" y="3555"/>
                  </a:cubicBezTo>
                  <a:cubicBezTo>
                    <a:pt x="1789" y="3842"/>
                    <a:pt x="0" y="1296"/>
                    <a:pt x="277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172;p71">
              <a:extLst>
                <a:ext uri="{FF2B5EF4-FFF2-40B4-BE49-F238E27FC236}">
                  <a16:creationId xmlns:a16="http://schemas.microsoft.com/office/drawing/2014/main" id="{013C1B08-ED28-C271-7232-329978848A22}"/>
                </a:ext>
              </a:extLst>
            </p:cNvPr>
            <p:cNvSpPr/>
            <p:nvPr/>
          </p:nvSpPr>
          <p:spPr>
            <a:xfrm>
              <a:off x="6694300" y="1768975"/>
              <a:ext cx="36750" cy="34825"/>
            </a:xfrm>
            <a:custGeom>
              <a:avLst/>
              <a:gdLst/>
              <a:ahLst/>
              <a:cxnLst/>
              <a:rect l="l" t="t" r="r" b="b"/>
              <a:pathLst>
                <a:path w="1470" h="1393" extrusionOk="0">
                  <a:moveTo>
                    <a:pt x="669" y="61"/>
                  </a:moveTo>
                  <a:cubicBezTo>
                    <a:pt x="735" y="61"/>
                    <a:pt x="803" y="71"/>
                    <a:pt x="865" y="90"/>
                  </a:cubicBezTo>
                  <a:cubicBezTo>
                    <a:pt x="1032" y="139"/>
                    <a:pt x="1169" y="253"/>
                    <a:pt x="1247" y="407"/>
                  </a:cubicBezTo>
                  <a:cubicBezTo>
                    <a:pt x="1322" y="560"/>
                    <a:pt x="1332" y="740"/>
                    <a:pt x="1273" y="900"/>
                  </a:cubicBezTo>
                  <a:cubicBezTo>
                    <a:pt x="1208" y="1070"/>
                    <a:pt x="1084" y="1207"/>
                    <a:pt x="924" y="1285"/>
                  </a:cubicBezTo>
                  <a:cubicBezTo>
                    <a:pt x="857" y="1319"/>
                    <a:pt x="790" y="1333"/>
                    <a:pt x="725" y="1333"/>
                  </a:cubicBezTo>
                  <a:cubicBezTo>
                    <a:pt x="456" y="1333"/>
                    <a:pt x="223" y="1095"/>
                    <a:pt x="186" y="1024"/>
                  </a:cubicBezTo>
                  <a:cubicBezTo>
                    <a:pt x="121" y="906"/>
                    <a:pt x="69" y="629"/>
                    <a:pt x="137" y="404"/>
                  </a:cubicBezTo>
                  <a:cubicBezTo>
                    <a:pt x="167" y="289"/>
                    <a:pt x="245" y="195"/>
                    <a:pt x="350" y="139"/>
                  </a:cubicBezTo>
                  <a:cubicBezTo>
                    <a:pt x="447" y="87"/>
                    <a:pt x="558" y="61"/>
                    <a:pt x="669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9"/>
                    <a:pt x="323" y="84"/>
                  </a:cubicBezTo>
                  <a:cubicBezTo>
                    <a:pt x="203" y="146"/>
                    <a:pt x="114" y="257"/>
                    <a:pt x="79" y="387"/>
                  </a:cubicBezTo>
                  <a:cubicBezTo>
                    <a:pt x="0" y="635"/>
                    <a:pt x="66" y="932"/>
                    <a:pt x="131" y="1053"/>
                  </a:cubicBezTo>
                  <a:cubicBezTo>
                    <a:pt x="190" y="1158"/>
                    <a:pt x="444" y="1393"/>
                    <a:pt x="728" y="1393"/>
                  </a:cubicBezTo>
                  <a:cubicBezTo>
                    <a:pt x="806" y="1393"/>
                    <a:pt x="882" y="1373"/>
                    <a:pt x="953" y="1340"/>
                  </a:cubicBezTo>
                  <a:cubicBezTo>
                    <a:pt x="1126" y="1252"/>
                    <a:pt x="1260" y="1105"/>
                    <a:pt x="1329" y="923"/>
                  </a:cubicBezTo>
                  <a:cubicBezTo>
                    <a:pt x="1469" y="551"/>
                    <a:pt x="1263" y="139"/>
                    <a:pt x="885" y="32"/>
                  </a:cubicBezTo>
                  <a:cubicBezTo>
                    <a:pt x="814" y="11"/>
                    <a:pt x="741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173;p71">
              <a:extLst>
                <a:ext uri="{FF2B5EF4-FFF2-40B4-BE49-F238E27FC236}">
                  <a16:creationId xmlns:a16="http://schemas.microsoft.com/office/drawing/2014/main" id="{79473C0A-BB35-D632-AB5F-AC796C622E14}"/>
                </a:ext>
              </a:extLst>
            </p:cNvPr>
            <p:cNvSpPr/>
            <p:nvPr/>
          </p:nvSpPr>
          <p:spPr>
            <a:xfrm>
              <a:off x="5077450" y="1388600"/>
              <a:ext cx="1870575" cy="646625"/>
            </a:xfrm>
            <a:custGeom>
              <a:avLst/>
              <a:gdLst/>
              <a:ahLst/>
              <a:cxnLst/>
              <a:rect l="l" t="t" r="r" b="b"/>
              <a:pathLst>
                <a:path w="74823" h="25865" extrusionOk="0">
                  <a:moveTo>
                    <a:pt x="71193" y="59"/>
                  </a:moveTo>
                  <a:cubicBezTo>
                    <a:pt x="73161" y="59"/>
                    <a:pt x="74763" y="1531"/>
                    <a:pt x="74763" y="3339"/>
                  </a:cubicBezTo>
                  <a:lnTo>
                    <a:pt x="74763" y="25802"/>
                  </a:lnTo>
                  <a:lnTo>
                    <a:pt x="63" y="25802"/>
                  </a:lnTo>
                  <a:lnTo>
                    <a:pt x="63" y="3339"/>
                  </a:lnTo>
                  <a:cubicBezTo>
                    <a:pt x="63" y="1528"/>
                    <a:pt x="1665" y="59"/>
                    <a:pt x="3634" y="59"/>
                  </a:cubicBezTo>
                  <a:close/>
                  <a:moveTo>
                    <a:pt x="3634" y="0"/>
                  </a:moveTo>
                  <a:cubicBezTo>
                    <a:pt x="1633" y="0"/>
                    <a:pt x="1" y="1495"/>
                    <a:pt x="1" y="3339"/>
                  </a:cubicBezTo>
                  <a:lnTo>
                    <a:pt x="1" y="25835"/>
                  </a:lnTo>
                  <a:cubicBezTo>
                    <a:pt x="1" y="25851"/>
                    <a:pt x="17" y="25864"/>
                    <a:pt x="33" y="25864"/>
                  </a:cubicBezTo>
                  <a:lnTo>
                    <a:pt x="74793" y="25864"/>
                  </a:lnTo>
                  <a:cubicBezTo>
                    <a:pt x="74809" y="25864"/>
                    <a:pt x="74822" y="25851"/>
                    <a:pt x="74822" y="25835"/>
                  </a:cubicBezTo>
                  <a:lnTo>
                    <a:pt x="74822" y="3339"/>
                  </a:lnTo>
                  <a:cubicBezTo>
                    <a:pt x="74822" y="1498"/>
                    <a:pt x="73197" y="0"/>
                    <a:pt x="71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174;p71">
              <a:extLst>
                <a:ext uri="{FF2B5EF4-FFF2-40B4-BE49-F238E27FC236}">
                  <a16:creationId xmlns:a16="http://schemas.microsoft.com/office/drawing/2014/main" id="{3E76C7C3-D48A-5CD7-91A4-9B0E00FDC116}"/>
                </a:ext>
              </a:extLst>
            </p:cNvPr>
            <p:cNvSpPr/>
            <p:nvPr/>
          </p:nvSpPr>
          <p:spPr>
            <a:xfrm>
              <a:off x="4916450" y="1765925"/>
              <a:ext cx="2192650" cy="347625"/>
            </a:xfrm>
            <a:custGeom>
              <a:avLst/>
              <a:gdLst/>
              <a:ahLst/>
              <a:cxnLst/>
              <a:rect l="l" t="t" r="r" b="b"/>
              <a:pathLst>
                <a:path w="87706" h="13905" extrusionOk="0">
                  <a:moveTo>
                    <a:pt x="6470" y="0"/>
                  </a:moveTo>
                  <a:lnTo>
                    <a:pt x="1" y="1890"/>
                  </a:lnTo>
                  <a:lnTo>
                    <a:pt x="1453" y="4175"/>
                  </a:lnTo>
                  <a:lnTo>
                    <a:pt x="2782" y="3754"/>
                  </a:lnTo>
                  <a:lnTo>
                    <a:pt x="4629" y="12759"/>
                  </a:lnTo>
                  <a:cubicBezTo>
                    <a:pt x="4766" y="13425"/>
                    <a:pt x="5350" y="13905"/>
                    <a:pt x="6033" y="13905"/>
                  </a:cubicBezTo>
                  <a:lnTo>
                    <a:pt x="81677" y="13905"/>
                  </a:lnTo>
                  <a:cubicBezTo>
                    <a:pt x="82356" y="13905"/>
                    <a:pt x="82943" y="13425"/>
                    <a:pt x="83080" y="12759"/>
                  </a:cubicBezTo>
                  <a:lnTo>
                    <a:pt x="84924" y="3754"/>
                  </a:lnTo>
                  <a:lnTo>
                    <a:pt x="86256" y="4175"/>
                  </a:lnTo>
                  <a:lnTo>
                    <a:pt x="87705" y="1890"/>
                  </a:lnTo>
                  <a:lnTo>
                    <a:pt x="81233" y="0"/>
                  </a:lnTo>
                  <a:lnTo>
                    <a:pt x="79085" y="0"/>
                  </a:lnTo>
                  <a:cubicBezTo>
                    <a:pt x="78811" y="0"/>
                    <a:pt x="78573" y="170"/>
                    <a:pt x="78501" y="415"/>
                  </a:cubicBezTo>
                  <a:lnTo>
                    <a:pt x="78155" y="1606"/>
                  </a:lnTo>
                  <a:lnTo>
                    <a:pt x="76033" y="8937"/>
                  </a:lnTo>
                  <a:cubicBezTo>
                    <a:pt x="75726" y="10004"/>
                    <a:pt x="74747" y="10739"/>
                    <a:pt x="73634" y="10742"/>
                  </a:cubicBezTo>
                  <a:lnTo>
                    <a:pt x="14072" y="10742"/>
                  </a:lnTo>
                  <a:cubicBezTo>
                    <a:pt x="12959" y="10739"/>
                    <a:pt x="11980" y="10004"/>
                    <a:pt x="11670" y="8937"/>
                  </a:cubicBezTo>
                  <a:lnTo>
                    <a:pt x="9548" y="1606"/>
                  </a:lnTo>
                  <a:lnTo>
                    <a:pt x="9258" y="597"/>
                  </a:lnTo>
                  <a:cubicBezTo>
                    <a:pt x="9156" y="245"/>
                    <a:pt x="8807" y="0"/>
                    <a:pt x="84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175;p71">
              <a:extLst>
                <a:ext uri="{FF2B5EF4-FFF2-40B4-BE49-F238E27FC236}">
                  <a16:creationId xmlns:a16="http://schemas.microsoft.com/office/drawing/2014/main" id="{3C003EA9-64EE-7E30-176E-CE53FFEF077A}"/>
                </a:ext>
              </a:extLst>
            </p:cNvPr>
            <p:cNvSpPr/>
            <p:nvPr/>
          </p:nvSpPr>
          <p:spPr>
            <a:xfrm>
              <a:off x="6870300" y="1764775"/>
              <a:ext cx="203375" cy="82850"/>
            </a:xfrm>
            <a:custGeom>
              <a:avLst/>
              <a:gdLst/>
              <a:ahLst/>
              <a:cxnLst/>
              <a:rect l="l" t="t" r="r" b="b"/>
              <a:pathLst>
                <a:path w="8135" h="3314" extrusionOk="0">
                  <a:moveTo>
                    <a:pt x="5357" y="3082"/>
                  </a:moveTo>
                  <a:lnTo>
                    <a:pt x="5703" y="1890"/>
                  </a:lnTo>
                  <a:cubicBezTo>
                    <a:pt x="5772" y="1646"/>
                    <a:pt x="6013" y="1476"/>
                    <a:pt x="6287" y="1476"/>
                  </a:cubicBezTo>
                  <a:lnTo>
                    <a:pt x="8135" y="1476"/>
                  </a:lnTo>
                  <a:lnTo>
                    <a:pt x="3079" y="0"/>
                  </a:lnTo>
                  <a:lnTo>
                    <a:pt x="934" y="0"/>
                  </a:lnTo>
                  <a:cubicBezTo>
                    <a:pt x="657" y="0"/>
                    <a:pt x="419" y="170"/>
                    <a:pt x="347" y="412"/>
                  </a:cubicBezTo>
                  <a:lnTo>
                    <a:pt x="1" y="1606"/>
                  </a:lnTo>
                  <a:lnTo>
                    <a:pt x="5295" y="3313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176;p71">
              <a:extLst>
                <a:ext uri="{FF2B5EF4-FFF2-40B4-BE49-F238E27FC236}">
                  <a16:creationId xmlns:a16="http://schemas.microsoft.com/office/drawing/2014/main" id="{6BB94D5A-0537-A1CF-A582-6086A0474089}"/>
                </a:ext>
              </a:extLst>
            </p:cNvPr>
            <p:cNvSpPr/>
            <p:nvPr/>
          </p:nvSpPr>
          <p:spPr>
            <a:xfrm>
              <a:off x="4916450" y="1777250"/>
              <a:ext cx="119000" cy="91825"/>
            </a:xfrm>
            <a:custGeom>
              <a:avLst/>
              <a:gdLst/>
              <a:ahLst/>
              <a:cxnLst/>
              <a:rect l="l" t="t" r="r" b="b"/>
              <a:pathLst>
                <a:path w="4760" h="3673" extrusionOk="0">
                  <a:moveTo>
                    <a:pt x="4760" y="1"/>
                  </a:moveTo>
                  <a:lnTo>
                    <a:pt x="1" y="1388"/>
                  </a:lnTo>
                  <a:lnTo>
                    <a:pt x="1453" y="3673"/>
                  </a:lnTo>
                  <a:lnTo>
                    <a:pt x="4691" y="2645"/>
                  </a:lnTo>
                  <a:cubicBezTo>
                    <a:pt x="4492" y="1587"/>
                    <a:pt x="4642" y="556"/>
                    <a:pt x="4760" y="1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177;p71">
              <a:extLst>
                <a:ext uri="{FF2B5EF4-FFF2-40B4-BE49-F238E27FC236}">
                  <a16:creationId xmlns:a16="http://schemas.microsoft.com/office/drawing/2014/main" id="{DBC268C2-BFA2-7FF3-8C0A-DCB141F5B245}"/>
                </a:ext>
              </a:extLst>
            </p:cNvPr>
            <p:cNvSpPr/>
            <p:nvPr/>
          </p:nvSpPr>
          <p:spPr>
            <a:xfrm>
              <a:off x="4915550" y="1765175"/>
              <a:ext cx="2194350" cy="349125"/>
            </a:xfrm>
            <a:custGeom>
              <a:avLst/>
              <a:gdLst/>
              <a:ahLst/>
              <a:cxnLst/>
              <a:rect l="l" t="t" r="r" b="b"/>
              <a:pathLst>
                <a:path w="87774" h="13965" extrusionOk="0">
                  <a:moveTo>
                    <a:pt x="81265" y="63"/>
                  </a:moveTo>
                  <a:lnTo>
                    <a:pt x="87696" y="1940"/>
                  </a:lnTo>
                  <a:lnTo>
                    <a:pt x="86276" y="4172"/>
                  </a:lnTo>
                  <a:lnTo>
                    <a:pt x="84970" y="3758"/>
                  </a:lnTo>
                  <a:cubicBezTo>
                    <a:pt x="84966" y="3755"/>
                    <a:pt x="84961" y="3754"/>
                    <a:pt x="84957" y="3754"/>
                  </a:cubicBezTo>
                  <a:cubicBezTo>
                    <a:pt x="84942" y="3754"/>
                    <a:pt x="84930" y="3765"/>
                    <a:pt x="84928" y="3781"/>
                  </a:cubicBezTo>
                  <a:lnTo>
                    <a:pt x="83084" y="12786"/>
                  </a:lnTo>
                  <a:cubicBezTo>
                    <a:pt x="82946" y="13435"/>
                    <a:pt x="82375" y="13902"/>
                    <a:pt x="81713" y="13906"/>
                  </a:cubicBezTo>
                  <a:lnTo>
                    <a:pt x="6069" y="13906"/>
                  </a:lnTo>
                  <a:cubicBezTo>
                    <a:pt x="5403" y="13902"/>
                    <a:pt x="4828" y="13435"/>
                    <a:pt x="4694" y="12783"/>
                  </a:cubicBezTo>
                  <a:lnTo>
                    <a:pt x="2850" y="3777"/>
                  </a:lnTo>
                  <a:cubicBezTo>
                    <a:pt x="2847" y="3767"/>
                    <a:pt x="2844" y="3761"/>
                    <a:pt x="2837" y="3758"/>
                  </a:cubicBezTo>
                  <a:cubicBezTo>
                    <a:pt x="2833" y="3755"/>
                    <a:pt x="2828" y="3753"/>
                    <a:pt x="2825" y="3753"/>
                  </a:cubicBezTo>
                  <a:cubicBezTo>
                    <a:pt x="2823" y="3753"/>
                    <a:pt x="2822" y="3753"/>
                    <a:pt x="2821" y="3754"/>
                  </a:cubicBezTo>
                  <a:cubicBezTo>
                    <a:pt x="2818" y="3754"/>
                    <a:pt x="2814" y="3754"/>
                    <a:pt x="2814" y="3758"/>
                  </a:cubicBezTo>
                  <a:lnTo>
                    <a:pt x="1506" y="4172"/>
                  </a:lnTo>
                  <a:lnTo>
                    <a:pt x="86" y="1940"/>
                  </a:lnTo>
                  <a:lnTo>
                    <a:pt x="6516" y="63"/>
                  </a:lnTo>
                  <a:lnTo>
                    <a:pt x="8448" y="63"/>
                  </a:lnTo>
                  <a:cubicBezTo>
                    <a:pt x="8830" y="63"/>
                    <a:pt x="9166" y="298"/>
                    <a:pt x="9264" y="637"/>
                  </a:cubicBezTo>
                  <a:lnTo>
                    <a:pt x="11676" y="8977"/>
                  </a:lnTo>
                  <a:cubicBezTo>
                    <a:pt x="11993" y="10054"/>
                    <a:pt x="12982" y="10798"/>
                    <a:pt x="14108" y="10801"/>
                  </a:cubicBezTo>
                  <a:lnTo>
                    <a:pt x="73673" y="10801"/>
                  </a:lnTo>
                  <a:cubicBezTo>
                    <a:pt x="74796" y="10798"/>
                    <a:pt x="75785" y="10054"/>
                    <a:pt x="76102" y="8977"/>
                  </a:cubicBezTo>
                  <a:lnTo>
                    <a:pt x="78569" y="454"/>
                  </a:lnTo>
                  <a:cubicBezTo>
                    <a:pt x="78635" y="226"/>
                    <a:pt x="78863" y="63"/>
                    <a:pt x="79124" y="63"/>
                  </a:cubicBezTo>
                  <a:close/>
                  <a:moveTo>
                    <a:pt x="6499" y="1"/>
                  </a:moveTo>
                  <a:lnTo>
                    <a:pt x="30" y="1891"/>
                  </a:lnTo>
                  <a:cubicBezTo>
                    <a:pt x="11" y="1897"/>
                    <a:pt x="1" y="1920"/>
                    <a:pt x="11" y="1936"/>
                  </a:cubicBezTo>
                  <a:lnTo>
                    <a:pt x="1463" y="4221"/>
                  </a:lnTo>
                  <a:cubicBezTo>
                    <a:pt x="1468" y="4231"/>
                    <a:pt x="1479" y="4235"/>
                    <a:pt x="1489" y="4235"/>
                  </a:cubicBezTo>
                  <a:cubicBezTo>
                    <a:pt x="1493" y="4235"/>
                    <a:pt x="1496" y="4235"/>
                    <a:pt x="1499" y="4234"/>
                  </a:cubicBezTo>
                  <a:lnTo>
                    <a:pt x="2798" y="3823"/>
                  </a:lnTo>
                  <a:lnTo>
                    <a:pt x="4632" y="12796"/>
                  </a:lnTo>
                  <a:cubicBezTo>
                    <a:pt x="4773" y="13475"/>
                    <a:pt x="5373" y="13964"/>
                    <a:pt x="6065" y="13964"/>
                  </a:cubicBezTo>
                  <a:lnTo>
                    <a:pt x="81709" y="13964"/>
                  </a:lnTo>
                  <a:cubicBezTo>
                    <a:pt x="82405" y="13964"/>
                    <a:pt x="83002" y="13475"/>
                    <a:pt x="83146" y="12796"/>
                  </a:cubicBezTo>
                  <a:lnTo>
                    <a:pt x="84980" y="3823"/>
                  </a:lnTo>
                  <a:lnTo>
                    <a:pt x="86279" y="4234"/>
                  </a:lnTo>
                  <a:cubicBezTo>
                    <a:pt x="86282" y="4235"/>
                    <a:pt x="86285" y="4235"/>
                    <a:pt x="86289" y="4235"/>
                  </a:cubicBezTo>
                  <a:cubicBezTo>
                    <a:pt x="86299" y="4235"/>
                    <a:pt x="86310" y="4231"/>
                    <a:pt x="86315" y="4221"/>
                  </a:cubicBezTo>
                  <a:lnTo>
                    <a:pt x="87767" y="1936"/>
                  </a:lnTo>
                  <a:cubicBezTo>
                    <a:pt x="87771" y="1930"/>
                    <a:pt x="87774" y="1920"/>
                    <a:pt x="87771" y="1910"/>
                  </a:cubicBezTo>
                  <a:cubicBezTo>
                    <a:pt x="87767" y="1900"/>
                    <a:pt x="87758" y="1894"/>
                    <a:pt x="87751" y="1891"/>
                  </a:cubicBezTo>
                  <a:lnTo>
                    <a:pt x="81279" y="1"/>
                  </a:lnTo>
                  <a:lnTo>
                    <a:pt x="79124" y="1"/>
                  </a:lnTo>
                  <a:cubicBezTo>
                    <a:pt x="78834" y="1"/>
                    <a:pt x="78582" y="180"/>
                    <a:pt x="78507" y="438"/>
                  </a:cubicBezTo>
                  <a:lnTo>
                    <a:pt x="76043" y="8961"/>
                  </a:lnTo>
                  <a:cubicBezTo>
                    <a:pt x="75733" y="10015"/>
                    <a:pt x="74770" y="10739"/>
                    <a:pt x="73670" y="10743"/>
                  </a:cubicBezTo>
                  <a:lnTo>
                    <a:pt x="14108" y="10743"/>
                  </a:lnTo>
                  <a:cubicBezTo>
                    <a:pt x="13008" y="10739"/>
                    <a:pt x="12045" y="10015"/>
                    <a:pt x="11735" y="8961"/>
                  </a:cubicBezTo>
                  <a:lnTo>
                    <a:pt x="9323" y="624"/>
                  </a:lnTo>
                  <a:cubicBezTo>
                    <a:pt x="9218" y="259"/>
                    <a:pt x="8859" y="1"/>
                    <a:pt x="8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178;p71">
              <a:extLst>
                <a:ext uri="{FF2B5EF4-FFF2-40B4-BE49-F238E27FC236}">
                  <a16:creationId xmlns:a16="http://schemas.microsoft.com/office/drawing/2014/main" id="{DF4941BE-127D-8D56-30F9-944D0C9761CC}"/>
                </a:ext>
              </a:extLst>
            </p:cNvPr>
            <p:cNvSpPr/>
            <p:nvPr/>
          </p:nvSpPr>
          <p:spPr>
            <a:xfrm>
              <a:off x="4886275" y="1809725"/>
              <a:ext cx="2253025" cy="453500"/>
            </a:xfrm>
            <a:custGeom>
              <a:avLst/>
              <a:gdLst/>
              <a:ahLst/>
              <a:cxnLst/>
              <a:rect l="l" t="t" r="r" b="b"/>
              <a:pathLst>
                <a:path w="90121" h="18140" extrusionOk="0">
                  <a:moveTo>
                    <a:pt x="1958" y="1"/>
                  </a:moveTo>
                  <a:cubicBezTo>
                    <a:pt x="878" y="1"/>
                    <a:pt x="0" y="804"/>
                    <a:pt x="0" y="1796"/>
                  </a:cubicBezTo>
                  <a:lnTo>
                    <a:pt x="3659" y="18139"/>
                  </a:lnTo>
                  <a:lnTo>
                    <a:pt x="86461" y="18139"/>
                  </a:lnTo>
                  <a:lnTo>
                    <a:pt x="90120" y="1796"/>
                  </a:lnTo>
                  <a:cubicBezTo>
                    <a:pt x="90120" y="804"/>
                    <a:pt x="89242" y="1"/>
                    <a:pt x="88162" y="1"/>
                  </a:cubicBezTo>
                  <a:cubicBezTo>
                    <a:pt x="87199" y="1"/>
                    <a:pt x="86379" y="644"/>
                    <a:pt x="86229" y="1519"/>
                  </a:cubicBezTo>
                  <a:lnTo>
                    <a:pt x="84274" y="11063"/>
                  </a:lnTo>
                  <a:cubicBezTo>
                    <a:pt x="84144" y="11696"/>
                    <a:pt x="83585" y="12153"/>
                    <a:pt x="82936" y="12153"/>
                  </a:cubicBezTo>
                  <a:lnTo>
                    <a:pt x="7184" y="12153"/>
                  </a:lnTo>
                  <a:cubicBezTo>
                    <a:pt x="6535" y="12153"/>
                    <a:pt x="5976" y="11696"/>
                    <a:pt x="5846" y="11063"/>
                  </a:cubicBezTo>
                  <a:lnTo>
                    <a:pt x="3891" y="1519"/>
                  </a:lnTo>
                  <a:cubicBezTo>
                    <a:pt x="3744" y="644"/>
                    <a:pt x="2921" y="1"/>
                    <a:pt x="19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179;p71">
              <a:extLst>
                <a:ext uri="{FF2B5EF4-FFF2-40B4-BE49-F238E27FC236}">
                  <a16:creationId xmlns:a16="http://schemas.microsoft.com/office/drawing/2014/main" id="{2FF78298-D246-ACD5-AA7D-0FAAE2CD3BD6}"/>
                </a:ext>
              </a:extLst>
            </p:cNvPr>
            <p:cNvSpPr/>
            <p:nvPr/>
          </p:nvSpPr>
          <p:spPr>
            <a:xfrm>
              <a:off x="4885525" y="1808925"/>
              <a:ext cx="2254500" cy="455100"/>
            </a:xfrm>
            <a:custGeom>
              <a:avLst/>
              <a:gdLst/>
              <a:ahLst/>
              <a:cxnLst/>
              <a:rect l="l" t="t" r="r" b="b"/>
              <a:pathLst>
                <a:path w="90180" h="18204" extrusionOk="0">
                  <a:moveTo>
                    <a:pt x="88192" y="62"/>
                  </a:moveTo>
                  <a:cubicBezTo>
                    <a:pt x="89252" y="62"/>
                    <a:pt x="90121" y="852"/>
                    <a:pt x="90121" y="1825"/>
                  </a:cubicBezTo>
                  <a:lnTo>
                    <a:pt x="86468" y="18142"/>
                  </a:lnTo>
                  <a:lnTo>
                    <a:pt x="3712" y="18142"/>
                  </a:lnTo>
                  <a:lnTo>
                    <a:pt x="63" y="1825"/>
                  </a:lnTo>
                  <a:cubicBezTo>
                    <a:pt x="66" y="852"/>
                    <a:pt x="928" y="62"/>
                    <a:pt x="1988" y="62"/>
                  </a:cubicBezTo>
                  <a:cubicBezTo>
                    <a:pt x="2945" y="62"/>
                    <a:pt x="3744" y="689"/>
                    <a:pt x="3891" y="1554"/>
                  </a:cubicBezTo>
                  <a:lnTo>
                    <a:pt x="5847" y="11098"/>
                  </a:lnTo>
                  <a:cubicBezTo>
                    <a:pt x="5980" y="11748"/>
                    <a:pt x="6552" y="12214"/>
                    <a:pt x="7214" y="12214"/>
                  </a:cubicBezTo>
                  <a:lnTo>
                    <a:pt x="82966" y="12214"/>
                  </a:lnTo>
                  <a:cubicBezTo>
                    <a:pt x="83628" y="12214"/>
                    <a:pt x="84200" y="11748"/>
                    <a:pt x="84334" y="11098"/>
                  </a:cubicBezTo>
                  <a:lnTo>
                    <a:pt x="86289" y="1554"/>
                  </a:lnTo>
                  <a:cubicBezTo>
                    <a:pt x="86439" y="689"/>
                    <a:pt x="87239" y="62"/>
                    <a:pt x="88192" y="62"/>
                  </a:cubicBezTo>
                  <a:close/>
                  <a:moveTo>
                    <a:pt x="1988" y="0"/>
                  </a:moveTo>
                  <a:cubicBezTo>
                    <a:pt x="892" y="0"/>
                    <a:pt x="1" y="820"/>
                    <a:pt x="1" y="1828"/>
                  </a:cubicBezTo>
                  <a:cubicBezTo>
                    <a:pt x="1" y="1831"/>
                    <a:pt x="1" y="1835"/>
                    <a:pt x="1" y="1835"/>
                  </a:cubicBezTo>
                  <a:lnTo>
                    <a:pt x="3660" y="18181"/>
                  </a:lnTo>
                  <a:cubicBezTo>
                    <a:pt x="3663" y="18194"/>
                    <a:pt x="3673" y="18204"/>
                    <a:pt x="3689" y="18204"/>
                  </a:cubicBezTo>
                  <a:lnTo>
                    <a:pt x="86491" y="18204"/>
                  </a:lnTo>
                  <a:cubicBezTo>
                    <a:pt x="86507" y="18204"/>
                    <a:pt x="86520" y="18194"/>
                    <a:pt x="86520" y="18181"/>
                  </a:cubicBezTo>
                  <a:lnTo>
                    <a:pt x="90179" y="1835"/>
                  </a:lnTo>
                  <a:cubicBezTo>
                    <a:pt x="90179" y="1835"/>
                    <a:pt x="90179" y="1831"/>
                    <a:pt x="90179" y="1828"/>
                  </a:cubicBezTo>
                  <a:cubicBezTo>
                    <a:pt x="90179" y="820"/>
                    <a:pt x="89288" y="0"/>
                    <a:pt x="88192" y="0"/>
                  </a:cubicBezTo>
                  <a:cubicBezTo>
                    <a:pt x="87209" y="0"/>
                    <a:pt x="86380" y="650"/>
                    <a:pt x="86230" y="1544"/>
                  </a:cubicBezTo>
                  <a:lnTo>
                    <a:pt x="84275" y="11088"/>
                  </a:lnTo>
                  <a:cubicBezTo>
                    <a:pt x="84144" y="11708"/>
                    <a:pt x="83599" y="12152"/>
                    <a:pt x="82966" y="12156"/>
                  </a:cubicBezTo>
                  <a:lnTo>
                    <a:pt x="7214" y="12156"/>
                  </a:lnTo>
                  <a:cubicBezTo>
                    <a:pt x="6581" y="12152"/>
                    <a:pt x="6036" y="11708"/>
                    <a:pt x="5909" y="11088"/>
                  </a:cubicBezTo>
                  <a:lnTo>
                    <a:pt x="3953" y="1544"/>
                  </a:lnTo>
                  <a:cubicBezTo>
                    <a:pt x="3800" y="650"/>
                    <a:pt x="2974" y="0"/>
                    <a:pt x="1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80;p71">
              <a:extLst>
                <a:ext uri="{FF2B5EF4-FFF2-40B4-BE49-F238E27FC236}">
                  <a16:creationId xmlns:a16="http://schemas.microsoft.com/office/drawing/2014/main" id="{6F405B2C-6CD9-6CF3-B50E-BFE3B6AF5B72}"/>
                </a:ext>
              </a:extLst>
            </p:cNvPr>
            <p:cNvSpPr/>
            <p:nvPr/>
          </p:nvSpPr>
          <p:spPr>
            <a:xfrm>
              <a:off x="4886275" y="1809725"/>
              <a:ext cx="2253025" cy="555500"/>
            </a:xfrm>
            <a:custGeom>
              <a:avLst/>
              <a:gdLst/>
              <a:ahLst/>
              <a:cxnLst/>
              <a:rect l="l" t="t" r="r" b="b"/>
              <a:pathLst>
                <a:path w="90121" h="22220" extrusionOk="0">
                  <a:moveTo>
                    <a:pt x="1958" y="1"/>
                  </a:moveTo>
                  <a:cubicBezTo>
                    <a:pt x="878" y="1"/>
                    <a:pt x="0" y="804"/>
                    <a:pt x="0" y="1796"/>
                  </a:cubicBezTo>
                  <a:lnTo>
                    <a:pt x="3659" y="18139"/>
                  </a:lnTo>
                  <a:lnTo>
                    <a:pt x="3659" y="22219"/>
                  </a:lnTo>
                  <a:lnTo>
                    <a:pt x="86461" y="22219"/>
                  </a:lnTo>
                  <a:lnTo>
                    <a:pt x="86461" y="18139"/>
                  </a:lnTo>
                  <a:lnTo>
                    <a:pt x="90120" y="1796"/>
                  </a:lnTo>
                  <a:cubicBezTo>
                    <a:pt x="90120" y="804"/>
                    <a:pt x="89242" y="1"/>
                    <a:pt x="88162" y="1"/>
                  </a:cubicBezTo>
                  <a:cubicBezTo>
                    <a:pt x="87199" y="1"/>
                    <a:pt x="86376" y="644"/>
                    <a:pt x="86226" y="1519"/>
                  </a:cubicBezTo>
                  <a:lnTo>
                    <a:pt x="84300" y="10932"/>
                  </a:lnTo>
                  <a:cubicBezTo>
                    <a:pt x="84153" y="11644"/>
                    <a:pt x="83530" y="12153"/>
                    <a:pt x="82802" y="12153"/>
                  </a:cubicBezTo>
                  <a:lnTo>
                    <a:pt x="7315" y="12153"/>
                  </a:lnTo>
                  <a:cubicBezTo>
                    <a:pt x="6590" y="12153"/>
                    <a:pt x="5967" y="11644"/>
                    <a:pt x="5820" y="10932"/>
                  </a:cubicBezTo>
                  <a:lnTo>
                    <a:pt x="3891" y="1519"/>
                  </a:lnTo>
                  <a:cubicBezTo>
                    <a:pt x="3744" y="644"/>
                    <a:pt x="2921" y="1"/>
                    <a:pt x="1958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181;p71">
              <a:extLst>
                <a:ext uri="{FF2B5EF4-FFF2-40B4-BE49-F238E27FC236}">
                  <a16:creationId xmlns:a16="http://schemas.microsoft.com/office/drawing/2014/main" id="{6DCAB680-5107-1EC3-D0DC-4C41DA1EB5E7}"/>
                </a:ext>
              </a:extLst>
            </p:cNvPr>
            <p:cNvSpPr/>
            <p:nvPr/>
          </p:nvSpPr>
          <p:spPr>
            <a:xfrm>
              <a:off x="5109200" y="1402700"/>
              <a:ext cx="1812775" cy="78775"/>
            </a:xfrm>
            <a:custGeom>
              <a:avLst/>
              <a:gdLst/>
              <a:ahLst/>
              <a:cxnLst/>
              <a:rect l="l" t="t" r="r" b="b"/>
              <a:pathLst>
                <a:path w="72511" h="3151" extrusionOk="0">
                  <a:moveTo>
                    <a:pt x="51004" y="1522"/>
                  </a:moveTo>
                  <a:lnTo>
                    <a:pt x="1972" y="1522"/>
                  </a:lnTo>
                  <a:cubicBezTo>
                    <a:pt x="1277" y="1519"/>
                    <a:pt x="598" y="1705"/>
                    <a:pt x="0" y="2054"/>
                  </a:cubicBezTo>
                  <a:cubicBezTo>
                    <a:pt x="510" y="853"/>
                    <a:pt x="1776" y="4"/>
                    <a:pt x="3264" y="4"/>
                  </a:cubicBezTo>
                  <a:lnTo>
                    <a:pt x="51004" y="4"/>
                  </a:lnTo>
                  <a:close/>
                  <a:moveTo>
                    <a:pt x="69012" y="1"/>
                  </a:moveTo>
                  <a:lnTo>
                    <a:pt x="63891" y="1"/>
                  </a:lnTo>
                  <a:cubicBezTo>
                    <a:pt x="63907" y="370"/>
                    <a:pt x="63920" y="886"/>
                    <a:pt x="63933" y="1522"/>
                  </a:cubicBezTo>
                  <a:lnTo>
                    <a:pt x="69390" y="1522"/>
                  </a:lnTo>
                  <a:cubicBezTo>
                    <a:pt x="70729" y="1522"/>
                    <a:pt x="71894" y="2178"/>
                    <a:pt x="72511" y="3151"/>
                  </a:cubicBezTo>
                  <a:cubicBezTo>
                    <a:pt x="72472" y="1404"/>
                    <a:pt x="70921" y="1"/>
                    <a:pt x="69012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82;p71">
              <a:extLst>
                <a:ext uri="{FF2B5EF4-FFF2-40B4-BE49-F238E27FC236}">
                  <a16:creationId xmlns:a16="http://schemas.microsoft.com/office/drawing/2014/main" id="{CBC0D2B8-328C-2262-1A1B-3D75599E6903}"/>
                </a:ext>
              </a:extLst>
            </p:cNvPr>
            <p:cNvSpPr/>
            <p:nvPr/>
          </p:nvSpPr>
          <p:spPr>
            <a:xfrm>
              <a:off x="4985250" y="2364775"/>
              <a:ext cx="27100" cy="182250"/>
            </a:xfrm>
            <a:custGeom>
              <a:avLst/>
              <a:gdLst/>
              <a:ahLst/>
              <a:cxnLst/>
              <a:rect l="l" t="t" r="r" b="b"/>
              <a:pathLst>
                <a:path w="1084" h="7290" extrusionOk="0">
                  <a:moveTo>
                    <a:pt x="1025" y="1"/>
                  </a:moveTo>
                  <a:lnTo>
                    <a:pt x="0" y="7280"/>
                  </a:lnTo>
                  <a:lnTo>
                    <a:pt x="62" y="7289"/>
                  </a:lnTo>
                  <a:lnTo>
                    <a:pt x="1084" y="11"/>
                  </a:lnTo>
                  <a:lnTo>
                    <a:pt x="10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83;p71">
              <a:extLst>
                <a:ext uri="{FF2B5EF4-FFF2-40B4-BE49-F238E27FC236}">
                  <a16:creationId xmlns:a16="http://schemas.microsoft.com/office/drawing/2014/main" id="{F24A8295-D851-CAAD-E15A-609A33361D3C}"/>
                </a:ext>
              </a:extLst>
            </p:cNvPr>
            <p:cNvSpPr/>
            <p:nvPr/>
          </p:nvSpPr>
          <p:spPr>
            <a:xfrm>
              <a:off x="5124875" y="2365350"/>
              <a:ext cx="27525" cy="125450"/>
            </a:xfrm>
            <a:custGeom>
              <a:avLst/>
              <a:gdLst/>
              <a:ahLst/>
              <a:cxnLst/>
              <a:rect l="l" t="t" r="r" b="b"/>
              <a:pathLst>
                <a:path w="1101" h="5018" extrusionOk="0">
                  <a:moveTo>
                    <a:pt x="1038" y="1"/>
                  </a:moveTo>
                  <a:lnTo>
                    <a:pt x="0" y="5004"/>
                  </a:lnTo>
                  <a:lnTo>
                    <a:pt x="62" y="5017"/>
                  </a:lnTo>
                  <a:lnTo>
                    <a:pt x="1100" y="14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184;p71">
              <a:extLst>
                <a:ext uri="{FF2B5EF4-FFF2-40B4-BE49-F238E27FC236}">
                  <a16:creationId xmlns:a16="http://schemas.microsoft.com/office/drawing/2014/main" id="{BC3A8374-5FAC-5C28-F29F-EDF9F407CA00}"/>
                </a:ext>
              </a:extLst>
            </p:cNvPr>
            <p:cNvSpPr/>
            <p:nvPr/>
          </p:nvSpPr>
          <p:spPr>
            <a:xfrm>
              <a:off x="5020750" y="1923725"/>
              <a:ext cx="1010975" cy="203600"/>
            </a:xfrm>
            <a:custGeom>
              <a:avLst/>
              <a:gdLst/>
              <a:ahLst/>
              <a:cxnLst/>
              <a:rect l="l" t="t" r="r" b="b"/>
              <a:pathLst>
                <a:path w="40439" h="8144" extrusionOk="0">
                  <a:moveTo>
                    <a:pt x="21944" y="0"/>
                  </a:moveTo>
                  <a:cubicBezTo>
                    <a:pt x="14174" y="0"/>
                    <a:pt x="6858" y="353"/>
                    <a:pt x="6858" y="353"/>
                  </a:cubicBezTo>
                  <a:cubicBezTo>
                    <a:pt x="3431" y="1133"/>
                    <a:pt x="1322" y="2400"/>
                    <a:pt x="1322" y="2400"/>
                  </a:cubicBezTo>
                  <a:cubicBezTo>
                    <a:pt x="0" y="3506"/>
                    <a:pt x="1319" y="7763"/>
                    <a:pt x="2308" y="7861"/>
                  </a:cubicBezTo>
                  <a:cubicBezTo>
                    <a:pt x="2941" y="7923"/>
                    <a:pt x="18083" y="8143"/>
                    <a:pt x="28992" y="8143"/>
                  </a:cubicBezTo>
                  <a:cubicBezTo>
                    <a:pt x="35190" y="8143"/>
                    <a:pt x="40021" y="8072"/>
                    <a:pt x="40047" y="7861"/>
                  </a:cubicBezTo>
                  <a:cubicBezTo>
                    <a:pt x="40118" y="7276"/>
                    <a:pt x="40096" y="4479"/>
                    <a:pt x="40096" y="4479"/>
                  </a:cubicBezTo>
                  <a:cubicBezTo>
                    <a:pt x="40197" y="2889"/>
                    <a:pt x="40438" y="1816"/>
                    <a:pt x="38633" y="1231"/>
                  </a:cubicBezTo>
                  <a:cubicBezTo>
                    <a:pt x="35640" y="261"/>
                    <a:pt x="28624" y="0"/>
                    <a:pt x="219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85;p71">
              <a:extLst>
                <a:ext uri="{FF2B5EF4-FFF2-40B4-BE49-F238E27FC236}">
                  <a16:creationId xmlns:a16="http://schemas.microsoft.com/office/drawing/2014/main" id="{4A084F0A-4796-6C68-24CD-220443B3697F}"/>
                </a:ext>
              </a:extLst>
            </p:cNvPr>
            <p:cNvSpPr/>
            <p:nvPr/>
          </p:nvSpPr>
          <p:spPr>
            <a:xfrm>
              <a:off x="5034450" y="1922950"/>
              <a:ext cx="994325" cy="205125"/>
            </a:xfrm>
            <a:custGeom>
              <a:avLst/>
              <a:gdLst/>
              <a:ahLst/>
              <a:cxnLst/>
              <a:rect l="l" t="t" r="r" b="b"/>
              <a:pathLst>
                <a:path w="39773" h="8205" extrusionOk="0">
                  <a:moveTo>
                    <a:pt x="21438" y="62"/>
                  </a:moveTo>
                  <a:cubicBezTo>
                    <a:pt x="27656" y="62"/>
                    <a:pt x="35013" y="299"/>
                    <a:pt x="38075" y="1292"/>
                  </a:cubicBezTo>
                  <a:cubicBezTo>
                    <a:pt x="39707" y="1820"/>
                    <a:pt x="39645" y="2738"/>
                    <a:pt x="39544" y="4125"/>
                  </a:cubicBezTo>
                  <a:cubicBezTo>
                    <a:pt x="39534" y="4249"/>
                    <a:pt x="39528" y="4376"/>
                    <a:pt x="39518" y="4513"/>
                  </a:cubicBezTo>
                  <a:cubicBezTo>
                    <a:pt x="39518" y="4539"/>
                    <a:pt x="39541" y="7297"/>
                    <a:pt x="39469" y="7882"/>
                  </a:cubicBezTo>
                  <a:cubicBezTo>
                    <a:pt x="39294" y="8052"/>
                    <a:pt x="35369" y="8142"/>
                    <a:pt x="28441" y="8142"/>
                  </a:cubicBezTo>
                  <a:cubicBezTo>
                    <a:pt x="26203" y="8142"/>
                    <a:pt x="23652" y="8133"/>
                    <a:pt x="20812" y="8113"/>
                  </a:cubicBezTo>
                  <a:cubicBezTo>
                    <a:pt x="11882" y="8055"/>
                    <a:pt x="2276" y="7911"/>
                    <a:pt x="1763" y="7859"/>
                  </a:cubicBezTo>
                  <a:cubicBezTo>
                    <a:pt x="1375" y="7823"/>
                    <a:pt x="892" y="7079"/>
                    <a:pt x="562" y="6011"/>
                  </a:cubicBezTo>
                  <a:cubicBezTo>
                    <a:pt x="151" y="4683"/>
                    <a:pt x="63" y="3071"/>
                    <a:pt x="790" y="2457"/>
                  </a:cubicBezTo>
                  <a:cubicBezTo>
                    <a:pt x="865" y="2411"/>
                    <a:pt x="2977" y="1174"/>
                    <a:pt x="6313" y="417"/>
                  </a:cubicBezTo>
                  <a:cubicBezTo>
                    <a:pt x="6473" y="407"/>
                    <a:pt x="12773" y="107"/>
                    <a:pt x="19767" y="68"/>
                  </a:cubicBezTo>
                  <a:cubicBezTo>
                    <a:pt x="20312" y="64"/>
                    <a:pt x="20871" y="62"/>
                    <a:pt x="21438" y="62"/>
                  </a:cubicBezTo>
                  <a:close/>
                  <a:moveTo>
                    <a:pt x="21342" y="1"/>
                  </a:moveTo>
                  <a:cubicBezTo>
                    <a:pt x="20808" y="1"/>
                    <a:pt x="20284" y="3"/>
                    <a:pt x="19771" y="6"/>
                  </a:cubicBezTo>
                  <a:cubicBezTo>
                    <a:pt x="12714" y="48"/>
                    <a:pt x="6372" y="352"/>
                    <a:pt x="6310" y="355"/>
                  </a:cubicBezTo>
                  <a:lnTo>
                    <a:pt x="6303" y="355"/>
                  </a:lnTo>
                  <a:cubicBezTo>
                    <a:pt x="2909" y="1128"/>
                    <a:pt x="777" y="2392"/>
                    <a:pt x="754" y="2405"/>
                  </a:cubicBezTo>
                  <a:lnTo>
                    <a:pt x="751" y="2408"/>
                  </a:lnTo>
                  <a:cubicBezTo>
                    <a:pt x="0" y="3038"/>
                    <a:pt x="85" y="4680"/>
                    <a:pt x="500" y="6028"/>
                  </a:cubicBezTo>
                  <a:cubicBezTo>
                    <a:pt x="781" y="6935"/>
                    <a:pt x="1280" y="7875"/>
                    <a:pt x="1757" y="7921"/>
                  </a:cubicBezTo>
                  <a:cubicBezTo>
                    <a:pt x="2279" y="7973"/>
                    <a:pt x="11970" y="8117"/>
                    <a:pt x="20975" y="8176"/>
                  </a:cubicBezTo>
                  <a:cubicBezTo>
                    <a:pt x="23972" y="8195"/>
                    <a:pt x="26482" y="8205"/>
                    <a:pt x="28590" y="8205"/>
                  </a:cubicBezTo>
                  <a:cubicBezTo>
                    <a:pt x="39492" y="8205"/>
                    <a:pt x="39518" y="7976"/>
                    <a:pt x="39531" y="7898"/>
                  </a:cubicBezTo>
                  <a:cubicBezTo>
                    <a:pt x="39600" y="7317"/>
                    <a:pt x="39580" y="4543"/>
                    <a:pt x="39580" y="4517"/>
                  </a:cubicBezTo>
                  <a:cubicBezTo>
                    <a:pt x="39587" y="4383"/>
                    <a:pt x="39597" y="4255"/>
                    <a:pt x="39606" y="4131"/>
                  </a:cubicBezTo>
                  <a:cubicBezTo>
                    <a:pt x="39704" y="2764"/>
                    <a:pt x="39773" y="1778"/>
                    <a:pt x="38095" y="1233"/>
                  </a:cubicBezTo>
                  <a:cubicBezTo>
                    <a:pt x="35010" y="235"/>
                    <a:pt x="27584" y="1"/>
                    <a:pt x="21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86;p71">
              <a:extLst>
                <a:ext uri="{FF2B5EF4-FFF2-40B4-BE49-F238E27FC236}">
                  <a16:creationId xmlns:a16="http://schemas.microsoft.com/office/drawing/2014/main" id="{F4CC7445-8268-7AF2-B8C5-CF8E2ACFD09D}"/>
                </a:ext>
              </a:extLst>
            </p:cNvPr>
            <p:cNvSpPr/>
            <p:nvPr/>
          </p:nvSpPr>
          <p:spPr>
            <a:xfrm>
              <a:off x="5183300" y="1921525"/>
              <a:ext cx="855675" cy="113850"/>
            </a:xfrm>
            <a:custGeom>
              <a:avLst/>
              <a:gdLst/>
              <a:ahLst/>
              <a:cxnLst/>
              <a:rect l="l" t="t" r="r" b="b"/>
              <a:pathLst>
                <a:path w="34227" h="4554" extrusionOk="0">
                  <a:moveTo>
                    <a:pt x="11101" y="464"/>
                  </a:moveTo>
                  <a:cubicBezTo>
                    <a:pt x="11101" y="464"/>
                    <a:pt x="2455" y="2785"/>
                    <a:pt x="1492" y="3004"/>
                  </a:cubicBezTo>
                  <a:cubicBezTo>
                    <a:pt x="1139" y="3085"/>
                    <a:pt x="578" y="3232"/>
                    <a:pt x="0" y="3389"/>
                  </a:cubicBezTo>
                  <a:cubicBezTo>
                    <a:pt x="8764" y="4077"/>
                    <a:pt x="34227" y="4554"/>
                    <a:pt x="32556" y="1548"/>
                  </a:cubicBezTo>
                  <a:lnTo>
                    <a:pt x="32660" y="1535"/>
                  </a:lnTo>
                  <a:cubicBezTo>
                    <a:pt x="32490" y="1450"/>
                    <a:pt x="32314" y="1378"/>
                    <a:pt x="32135" y="1319"/>
                  </a:cubicBezTo>
                  <a:cubicBezTo>
                    <a:pt x="28345" y="92"/>
                    <a:pt x="18115" y="1"/>
                    <a:pt x="10275" y="13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87;p71">
              <a:extLst>
                <a:ext uri="{FF2B5EF4-FFF2-40B4-BE49-F238E27FC236}">
                  <a16:creationId xmlns:a16="http://schemas.microsoft.com/office/drawing/2014/main" id="{40739DA4-3066-CBE1-8D26-7BED175A146D}"/>
                </a:ext>
              </a:extLst>
            </p:cNvPr>
            <p:cNvSpPr/>
            <p:nvPr/>
          </p:nvSpPr>
          <p:spPr>
            <a:xfrm>
              <a:off x="6021900" y="1921350"/>
              <a:ext cx="1004850" cy="205925"/>
            </a:xfrm>
            <a:custGeom>
              <a:avLst/>
              <a:gdLst/>
              <a:ahLst/>
              <a:cxnLst/>
              <a:rect l="l" t="t" r="r" b="b"/>
              <a:pathLst>
                <a:path w="40194" h="8237" extrusionOk="0">
                  <a:moveTo>
                    <a:pt x="19663" y="0"/>
                  </a:moveTo>
                  <a:cubicBezTo>
                    <a:pt x="14597" y="0"/>
                    <a:pt x="8407" y="282"/>
                    <a:pt x="1904" y="1228"/>
                  </a:cubicBezTo>
                  <a:cubicBezTo>
                    <a:pt x="291" y="1463"/>
                    <a:pt x="1" y="2984"/>
                    <a:pt x="99" y="4574"/>
                  </a:cubicBezTo>
                  <a:cubicBezTo>
                    <a:pt x="99" y="4574"/>
                    <a:pt x="76" y="7368"/>
                    <a:pt x="147" y="7952"/>
                  </a:cubicBezTo>
                  <a:cubicBezTo>
                    <a:pt x="175" y="8165"/>
                    <a:pt x="5002" y="8237"/>
                    <a:pt x="11196" y="8237"/>
                  </a:cubicBezTo>
                  <a:cubicBezTo>
                    <a:pt x="22106" y="8237"/>
                    <a:pt x="37255" y="8015"/>
                    <a:pt x="37886" y="7952"/>
                  </a:cubicBezTo>
                  <a:cubicBezTo>
                    <a:pt x="38875" y="7858"/>
                    <a:pt x="40194" y="3601"/>
                    <a:pt x="38875" y="2495"/>
                  </a:cubicBezTo>
                  <a:cubicBezTo>
                    <a:pt x="38875" y="2495"/>
                    <a:pt x="35579" y="1392"/>
                    <a:pt x="32148" y="611"/>
                  </a:cubicBezTo>
                  <a:cubicBezTo>
                    <a:pt x="32148" y="611"/>
                    <a:pt x="27124" y="0"/>
                    <a:pt x="196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88;p71">
              <a:extLst>
                <a:ext uri="{FF2B5EF4-FFF2-40B4-BE49-F238E27FC236}">
                  <a16:creationId xmlns:a16="http://schemas.microsoft.com/office/drawing/2014/main" id="{AAAB0654-7855-177D-D78A-63F6847DD9BE}"/>
                </a:ext>
              </a:extLst>
            </p:cNvPr>
            <p:cNvSpPr/>
            <p:nvPr/>
          </p:nvSpPr>
          <p:spPr>
            <a:xfrm>
              <a:off x="6049150" y="1913950"/>
              <a:ext cx="660500" cy="103000"/>
            </a:xfrm>
            <a:custGeom>
              <a:avLst/>
              <a:gdLst/>
              <a:ahLst/>
              <a:cxnLst/>
              <a:rect l="l" t="t" r="r" b="b"/>
              <a:pathLst>
                <a:path w="26420" h="4120" extrusionOk="0">
                  <a:moveTo>
                    <a:pt x="2015" y="1394"/>
                  </a:moveTo>
                  <a:cubicBezTo>
                    <a:pt x="2015" y="1394"/>
                    <a:pt x="1" y="2566"/>
                    <a:pt x="2991" y="3346"/>
                  </a:cubicBezTo>
                  <a:cubicBezTo>
                    <a:pt x="5964" y="4119"/>
                    <a:pt x="25539" y="3183"/>
                    <a:pt x="26420" y="526"/>
                  </a:cubicBezTo>
                  <a:cubicBezTo>
                    <a:pt x="20956" y="199"/>
                    <a:pt x="11294" y="0"/>
                    <a:pt x="814" y="1524"/>
                  </a:cubicBezTo>
                  <a:cubicBezTo>
                    <a:pt x="800" y="1524"/>
                    <a:pt x="787" y="1531"/>
                    <a:pt x="774" y="1534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89;p71">
              <a:extLst>
                <a:ext uri="{FF2B5EF4-FFF2-40B4-BE49-F238E27FC236}">
                  <a16:creationId xmlns:a16="http://schemas.microsoft.com/office/drawing/2014/main" id="{F5A0AD78-4D0B-5817-C930-C1D0CDAFF5A3}"/>
                </a:ext>
              </a:extLst>
            </p:cNvPr>
            <p:cNvSpPr/>
            <p:nvPr/>
          </p:nvSpPr>
          <p:spPr>
            <a:xfrm>
              <a:off x="6020350" y="1920600"/>
              <a:ext cx="992700" cy="207475"/>
            </a:xfrm>
            <a:custGeom>
              <a:avLst/>
              <a:gdLst/>
              <a:ahLst/>
              <a:cxnLst/>
              <a:rect l="l" t="t" r="r" b="b"/>
              <a:pathLst>
                <a:path w="39708" h="8299" extrusionOk="0">
                  <a:moveTo>
                    <a:pt x="19776" y="65"/>
                  </a:moveTo>
                  <a:cubicBezTo>
                    <a:pt x="20986" y="65"/>
                    <a:pt x="22106" y="81"/>
                    <a:pt x="23116" y="106"/>
                  </a:cubicBezTo>
                  <a:cubicBezTo>
                    <a:pt x="28603" y="243"/>
                    <a:pt x="32171" y="671"/>
                    <a:pt x="32204" y="674"/>
                  </a:cubicBezTo>
                  <a:cubicBezTo>
                    <a:pt x="35526" y="1428"/>
                    <a:pt x="38768" y="2505"/>
                    <a:pt x="38921" y="2554"/>
                  </a:cubicBezTo>
                  <a:cubicBezTo>
                    <a:pt x="39646" y="3168"/>
                    <a:pt x="39557" y="4777"/>
                    <a:pt x="39149" y="6105"/>
                  </a:cubicBezTo>
                  <a:cubicBezTo>
                    <a:pt x="38820" y="7173"/>
                    <a:pt x="38333" y="7917"/>
                    <a:pt x="37945" y="7953"/>
                  </a:cubicBezTo>
                  <a:cubicBezTo>
                    <a:pt x="37433" y="8005"/>
                    <a:pt x="27830" y="8149"/>
                    <a:pt x="18896" y="8207"/>
                  </a:cubicBezTo>
                  <a:cubicBezTo>
                    <a:pt x="16056" y="8227"/>
                    <a:pt x="13505" y="8236"/>
                    <a:pt x="11267" y="8236"/>
                  </a:cubicBezTo>
                  <a:cubicBezTo>
                    <a:pt x="4339" y="8236"/>
                    <a:pt x="415" y="8146"/>
                    <a:pt x="242" y="7976"/>
                  </a:cubicBezTo>
                  <a:cubicBezTo>
                    <a:pt x="174" y="7391"/>
                    <a:pt x="190" y="4633"/>
                    <a:pt x="193" y="4604"/>
                  </a:cubicBezTo>
                  <a:cubicBezTo>
                    <a:pt x="66" y="2567"/>
                    <a:pt x="647" y="1484"/>
                    <a:pt x="1969" y="1291"/>
                  </a:cubicBezTo>
                  <a:cubicBezTo>
                    <a:pt x="8617" y="324"/>
                    <a:pt x="14927" y="65"/>
                    <a:pt x="19776" y="65"/>
                  </a:cubicBezTo>
                  <a:close/>
                  <a:moveTo>
                    <a:pt x="19825" y="1"/>
                  </a:moveTo>
                  <a:cubicBezTo>
                    <a:pt x="14966" y="1"/>
                    <a:pt x="8635" y="259"/>
                    <a:pt x="1962" y="1229"/>
                  </a:cubicBezTo>
                  <a:cubicBezTo>
                    <a:pt x="601" y="1428"/>
                    <a:pt x="1" y="2531"/>
                    <a:pt x="131" y="4604"/>
                  </a:cubicBezTo>
                  <a:cubicBezTo>
                    <a:pt x="131" y="4633"/>
                    <a:pt x="108" y="7408"/>
                    <a:pt x="180" y="7989"/>
                  </a:cubicBezTo>
                  <a:cubicBezTo>
                    <a:pt x="190" y="8070"/>
                    <a:pt x="216" y="8299"/>
                    <a:pt x="11121" y="8299"/>
                  </a:cubicBezTo>
                  <a:cubicBezTo>
                    <a:pt x="13230" y="8299"/>
                    <a:pt x="15740" y="8289"/>
                    <a:pt x="18733" y="8270"/>
                  </a:cubicBezTo>
                  <a:cubicBezTo>
                    <a:pt x="27738" y="8211"/>
                    <a:pt x="37433" y="8067"/>
                    <a:pt x="37952" y="8015"/>
                  </a:cubicBezTo>
                  <a:cubicBezTo>
                    <a:pt x="38431" y="7969"/>
                    <a:pt x="38924" y="7029"/>
                    <a:pt x="39205" y="6122"/>
                  </a:cubicBezTo>
                  <a:cubicBezTo>
                    <a:pt x="39623" y="4774"/>
                    <a:pt x="39708" y="3132"/>
                    <a:pt x="38957" y="2502"/>
                  </a:cubicBezTo>
                  <a:cubicBezTo>
                    <a:pt x="38954" y="2499"/>
                    <a:pt x="38950" y="2499"/>
                    <a:pt x="38947" y="2495"/>
                  </a:cubicBezTo>
                  <a:cubicBezTo>
                    <a:pt x="38914" y="2489"/>
                    <a:pt x="35608" y="1382"/>
                    <a:pt x="32213" y="612"/>
                  </a:cubicBezTo>
                  <a:cubicBezTo>
                    <a:pt x="32177" y="606"/>
                    <a:pt x="28610" y="178"/>
                    <a:pt x="23120" y="41"/>
                  </a:cubicBezTo>
                  <a:cubicBezTo>
                    <a:pt x="22121" y="16"/>
                    <a:pt x="21018" y="1"/>
                    <a:pt x="19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90;p71">
              <a:extLst>
                <a:ext uri="{FF2B5EF4-FFF2-40B4-BE49-F238E27FC236}">
                  <a16:creationId xmlns:a16="http://schemas.microsoft.com/office/drawing/2014/main" id="{40C4C1AF-6A51-7484-4AC6-8A96AF8A182E}"/>
                </a:ext>
              </a:extLst>
            </p:cNvPr>
            <p:cNvSpPr/>
            <p:nvPr/>
          </p:nvSpPr>
          <p:spPr>
            <a:xfrm>
              <a:off x="5050850" y="2002475"/>
              <a:ext cx="943175" cy="12350"/>
            </a:xfrm>
            <a:custGeom>
              <a:avLst/>
              <a:gdLst/>
              <a:ahLst/>
              <a:cxnLst/>
              <a:rect l="l" t="t" r="r" b="b"/>
              <a:pathLst>
                <a:path w="37727" h="494" extrusionOk="0">
                  <a:moveTo>
                    <a:pt x="1" y="1"/>
                  </a:moveTo>
                  <a:lnTo>
                    <a:pt x="1" y="63"/>
                  </a:lnTo>
                  <a:cubicBezTo>
                    <a:pt x="170" y="69"/>
                    <a:pt x="11513" y="493"/>
                    <a:pt x="22604" y="493"/>
                  </a:cubicBezTo>
                  <a:cubicBezTo>
                    <a:pt x="28195" y="493"/>
                    <a:pt x="33721" y="386"/>
                    <a:pt x="37726" y="63"/>
                  </a:cubicBezTo>
                  <a:lnTo>
                    <a:pt x="37720" y="1"/>
                  </a:lnTo>
                  <a:cubicBezTo>
                    <a:pt x="33717" y="323"/>
                    <a:pt x="28192" y="431"/>
                    <a:pt x="22603" y="431"/>
                  </a:cubicBezTo>
                  <a:cubicBezTo>
                    <a:pt x="11512" y="431"/>
                    <a:pt x="172" y="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91;p71">
              <a:extLst>
                <a:ext uri="{FF2B5EF4-FFF2-40B4-BE49-F238E27FC236}">
                  <a16:creationId xmlns:a16="http://schemas.microsoft.com/office/drawing/2014/main" id="{30ED6382-8D05-0369-95F4-9B643A097AA2}"/>
                </a:ext>
              </a:extLst>
            </p:cNvPr>
            <p:cNvSpPr/>
            <p:nvPr/>
          </p:nvSpPr>
          <p:spPr>
            <a:xfrm>
              <a:off x="6049975" y="2004925"/>
              <a:ext cx="943175" cy="12275"/>
            </a:xfrm>
            <a:custGeom>
              <a:avLst/>
              <a:gdLst/>
              <a:ahLst/>
              <a:cxnLst/>
              <a:rect l="l" t="t" r="r" b="b"/>
              <a:pathLst>
                <a:path w="37727" h="491" extrusionOk="0">
                  <a:moveTo>
                    <a:pt x="0" y="0"/>
                  </a:moveTo>
                  <a:lnTo>
                    <a:pt x="0" y="62"/>
                  </a:lnTo>
                  <a:cubicBezTo>
                    <a:pt x="170" y="66"/>
                    <a:pt x="11509" y="490"/>
                    <a:pt x="22604" y="490"/>
                  </a:cubicBezTo>
                  <a:cubicBezTo>
                    <a:pt x="28195" y="490"/>
                    <a:pt x="33721" y="382"/>
                    <a:pt x="37726" y="59"/>
                  </a:cubicBezTo>
                  <a:lnTo>
                    <a:pt x="37720" y="0"/>
                  </a:lnTo>
                  <a:cubicBezTo>
                    <a:pt x="33717" y="323"/>
                    <a:pt x="28192" y="431"/>
                    <a:pt x="22603" y="431"/>
                  </a:cubicBezTo>
                  <a:cubicBezTo>
                    <a:pt x="11512" y="431"/>
                    <a:pt x="172" y="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92;p71">
              <a:extLst>
                <a:ext uri="{FF2B5EF4-FFF2-40B4-BE49-F238E27FC236}">
                  <a16:creationId xmlns:a16="http://schemas.microsoft.com/office/drawing/2014/main" id="{F53111E8-226D-1698-95E5-ECA9CA1BA98A}"/>
                </a:ext>
              </a:extLst>
            </p:cNvPr>
            <p:cNvSpPr/>
            <p:nvPr/>
          </p:nvSpPr>
          <p:spPr>
            <a:xfrm>
              <a:off x="5011275" y="1770900"/>
              <a:ext cx="2015475" cy="356375"/>
            </a:xfrm>
            <a:custGeom>
              <a:avLst/>
              <a:gdLst/>
              <a:ahLst/>
              <a:cxnLst/>
              <a:rect l="l" t="t" r="r" b="b"/>
              <a:pathLst>
                <a:path w="80619" h="14255" extrusionOk="0">
                  <a:moveTo>
                    <a:pt x="1577" y="0"/>
                  </a:moveTo>
                  <a:cubicBezTo>
                    <a:pt x="1358" y="3548"/>
                    <a:pt x="1" y="4338"/>
                    <a:pt x="1225" y="9388"/>
                  </a:cubicBezTo>
                  <a:cubicBezTo>
                    <a:pt x="849" y="11029"/>
                    <a:pt x="1877" y="13892"/>
                    <a:pt x="2687" y="13970"/>
                  </a:cubicBezTo>
                  <a:cubicBezTo>
                    <a:pt x="3320" y="14033"/>
                    <a:pt x="18470" y="14255"/>
                    <a:pt x="29379" y="14255"/>
                  </a:cubicBezTo>
                  <a:cubicBezTo>
                    <a:pt x="35573" y="14255"/>
                    <a:pt x="40400" y="14183"/>
                    <a:pt x="40426" y="13970"/>
                  </a:cubicBezTo>
                  <a:cubicBezTo>
                    <a:pt x="40497" y="13386"/>
                    <a:pt x="40475" y="10592"/>
                    <a:pt x="40475" y="10592"/>
                  </a:cubicBezTo>
                  <a:cubicBezTo>
                    <a:pt x="40484" y="10429"/>
                    <a:pt x="40497" y="10272"/>
                    <a:pt x="40507" y="10119"/>
                  </a:cubicBezTo>
                  <a:cubicBezTo>
                    <a:pt x="40507" y="10275"/>
                    <a:pt x="40514" y="10435"/>
                    <a:pt x="40524" y="10592"/>
                  </a:cubicBezTo>
                  <a:cubicBezTo>
                    <a:pt x="40524" y="10592"/>
                    <a:pt x="40501" y="13386"/>
                    <a:pt x="40572" y="13970"/>
                  </a:cubicBezTo>
                  <a:cubicBezTo>
                    <a:pt x="40600" y="14183"/>
                    <a:pt x="45427" y="14255"/>
                    <a:pt x="51621" y="14255"/>
                  </a:cubicBezTo>
                  <a:cubicBezTo>
                    <a:pt x="62531" y="14255"/>
                    <a:pt x="77680" y="14033"/>
                    <a:pt x="78311" y="13970"/>
                  </a:cubicBezTo>
                  <a:cubicBezTo>
                    <a:pt x="79300" y="13876"/>
                    <a:pt x="80619" y="9619"/>
                    <a:pt x="79300" y="8513"/>
                  </a:cubicBezTo>
                  <a:cubicBezTo>
                    <a:pt x="79300" y="8513"/>
                    <a:pt x="76004" y="7410"/>
                    <a:pt x="72573" y="6629"/>
                  </a:cubicBezTo>
                  <a:lnTo>
                    <a:pt x="67948" y="6208"/>
                  </a:lnTo>
                  <a:cubicBezTo>
                    <a:pt x="67405" y="8291"/>
                    <a:pt x="55439" y="9329"/>
                    <a:pt x="48679" y="9329"/>
                  </a:cubicBezTo>
                  <a:cubicBezTo>
                    <a:pt x="46708" y="9329"/>
                    <a:pt x="45180" y="9240"/>
                    <a:pt x="44506" y="9064"/>
                  </a:cubicBezTo>
                  <a:cubicBezTo>
                    <a:pt x="41516" y="8284"/>
                    <a:pt x="43530" y="7116"/>
                    <a:pt x="43530" y="7116"/>
                  </a:cubicBezTo>
                  <a:lnTo>
                    <a:pt x="43530" y="7116"/>
                  </a:lnTo>
                  <a:lnTo>
                    <a:pt x="42283" y="7253"/>
                  </a:lnTo>
                  <a:cubicBezTo>
                    <a:pt x="41124" y="7442"/>
                    <a:pt x="40664" y="8310"/>
                    <a:pt x="40543" y="9384"/>
                  </a:cubicBezTo>
                  <a:cubicBezTo>
                    <a:pt x="40550" y="8588"/>
                    <a:pt x="40380" y="7981"/>
                    <a:pt x="39544" y="7560"/>
                  </a:cubicBezTo>
                  <a:lnTo>
                    <a:pt x="39437" y="7570"/>
                  </a:lnTo>
                  <a:cubicBezTo>
                    <a:pt x="40440" y="9379"/>
                    <a:pt x="31619" y="9926"/>
                    <a:pt x="22525" y="9926"/>
                  </a:cubicBezTo>
                  <a:cubicBezTo>
                    <a:pt x="16508" y="9926"/>
                    <a:pt x="10371" y="9687"/>
                    <a:pt x="6881" y="9414"/>
                  </a:cubicBezTo>
                  <a:cubicBezTo>
                    <a:pt x="7456" y="9254"/>
                    <a:pt x="8024" y="9107"/>
                    <a:pt x="8373" y="9025"/>
                  </a:cubicBezTo>
                  <a:cubicBezTo>
                    <a:pt x="9336" y="8807"/>
                    <a:pt x="17982" y="6486"/>
                    <a:pt x="17982" y="6486"/>
                  </a:cubicBezTo>
                  <a:lnTo>
                    <a:pt x="1577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93;p71">
              <a:extLst>
                <a:ext uri="{FF2B5EF4-FFF2-40B4-BE49-F238E27FC236}">
                  <a16:creationId xmlns:a16="http://schemas.microsoft.com/office/drawing/2014/main" id="{80CA65E9-D80F-160D-B878-5F735979609D}"/>
                </a:ext>
              </a:extLst>
            </p:cNvPr>
            <p:cNvSpPr/>
            <p:nvPr/>
          </p:nvSpPr>
          <p:spPr>
            <a:xfrm>
              <a:off x="5031025" y="1668575"/>
              <a:ext cx="435200" cy="351175"/>
            </a:xfrm>
            <a:custGeom>
              <a:avLst/>
              <a:gdLst/>
              <a:ahLst/>
              <a:cxnLst/>
              <a:rect l="l" t="t" r="r" b="b"/>
              <a:pathLst>
                <a:path w="17408" h="14047" extrusionOk="0">
                  <a:moveTo>
                    <a:pt x="12223" y="0"/>
                  </a:moveTo>
                  <a:cubicBezTo>
                    <a:pt x="7881" y="0"/>
                    <a:pt x="738" y="2846"/>
                    <a:pt x="738" y="2846"/>
                  </a:cubicBezTo>
                  <a:cubicBezTo>
                    <a:pt x="738" y="2846"/>
                    <a:pt x="540" y="2739"/>
                    <a:pt x="359" y="2739"/>
                  </a:cubicBezTo>
                  <a:cubicBezTo>
                    <a:pt x="226" y="2739"/>
                    <a:pt x="103" y="2796"/>
                    <a:pt x="72" y="2997"/>
                  </a:cubicBezTo>
                  <a:cubicBezTo>
                    <a:pt x="0" y="3470"/>
                    <a:pt x="774" y="3933"/>
                    <a:pt x="774" y="3933"/>
                  </a:cubicBezTo>
                  <a:cubicBezTo>
                    <a:pt x="774" y="3933"/>
                    <a:pt x="774" y="3933"/>
                    <a:pt x="774" y="3933"/>
                  </a:cubicBezTo>
                  <a:cubicBezTo>
                    <a:pt x="775" y="3933"/>
                    <a:pt x="835" y="3946"/>
                    <a:pt x="1391" y="6620"/>
                  </a:cubicBezTo>
                  <a:cubicBezTo>
                    <a:pt x="2008" y="9577"/>
                    <a:pt x="3901" y="12684"/>
                    <a:pt x="3901" y="12684"/>
                  </a:cubicBezTo>
                  <a:cubicBezTo>
                    <a:pt x="3901" y="12684"/>
                    <a:pt x="3637" y="13076"/>
                    <a:pt x="3839" y="13800"/>
                  </a:cubicBezTo>
                  <a:cubicBezTo>
                    <a:pt x="3889" y="13979"/>
                    <a:pt x="3972" y="14046"/>
                    <a:pt x="4070" y="14046"/>
                  </a:cubicBezTo>
                  <a:cubicBezTo>
                    <a:pt x="4370" y="14046"/>
                    <a:pt x="4802" y="13415"/>
                    <a:pt x="4802" y="13415"/>
                  </a:cubicBezTo>
                  <a:cubicBezTo>
                    <a:pt x="5928" y="13379"/>
                    <a:pt x="8392" y="12273"/>
                    <a:pt x="8392" y="12273"/>
                  </a:cubicBezTo>
                  <a:cubicBezTo>
                    <a:pt x="11059" y="11891"/>
                    <a:pt x="16445" y="10455"/>
                    <a:pt x="16445" y="10455"/>
                  </a:cubicBezTo>
                  <a:cubicBezTo>
                    <a:pt x="16445" y="10455"/>
                    <a:pt x="16736" y="10695"/>
                    <a:pt x="16974" y="10695"/>
                  </a:cubicBezTo>
                  <a:cubicBezTo>
                    <a:pt x="17059" y="10695"/>
                    <a:pt x="17136" y="10664"/>
                    <a:pt x="17192" y="10582"/>
                  </a:cubicBezTo>
                  <a:cubicBezTo>
                    <a:pt x="17408" y="10266"/>
                    <a:pt x="17075" y="9740"/>
                    <a:pt x="17075" y="9740"/>
                  </a:cubicBezTo>
                  <a:cubicBezTo>
                    <a:pt x="17381" y="6358"/>
                    <a:pt x="15090" y="1505"/>
                    <a:pt x="15090" y="1505"/>
                  </a:cubicBezTo>
                  <a:cubicBezTo>
                    <a:pt x="15178" y="1159"/>
                    <a:pt x="15152" y="790"/>
                    <a:pt x="15015" y="457"/>
                  </a:cubicBezTo>
                  <a:cubicBezTo>
                    <a:pt x="14940" y="277"/>
                    <a:pt x="14867" y="217"/>
                    <a:pt x="14804" y="217"/>
                  </a:cubicBezTo>
                  <a:cubicBezTo>
                    <a:pt x="14673" y="217"/>
                    <a:pt x="14581" y="477"/>
                    <a:pt x="14581" y="477"/>
                  </a:cubicBezTo>
                  <a:cubicBezTo>
                    <a:pt x="14002" y="139"/>
                    <a:pt x="13181" y="0"/>
                    <a:pt x="122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4194;p71">
              <a:extLst>
                <a:ext uri="{FF2B5EF4-FFF2-40B4-BE49-F238E27FC236}">
                  <a16:creationId xmlns:a16="http://schemas.microsoft.com/office/drawing/2014/main" id="{B2D48D79-4CE7-3ADB-3A8B-8E7C406FD286}"/>
                </a:ext>
              </a:extLst>
            </p:cNvPr>
            <p:cNvSpPr/>
            <p:nvPr/>
          </p:nvSpPr>
          <p:spPr>
            <a:xfrm>
              <a:off x="5031025" y="1633725"/>
              <a:ext cx="435200" cy="398000"/>
            </a:xfrm>
            <a:custGeom>
              <a:avLst/>
              <a:gdLst/>
              <a:ahLst/>
              <a:cxnLst/>
              <a:rect l="l" t="t" r="r" b="b"/>
              <a:pathLst>
                <a:path w="17408" h="15920" extrusionOk="0">
                  <a:moveTo>
                    <a:pt x="738" y="4240"/>
                  </a:moveTo>
                  <a:cubicBezTo>
                    <a:pt x="738" y="4240"/>
                    <a:pt x="11379" y="0"/>
                    <a:pt x="14581" y="1871"/>
                  </a:cubicBezTo>
                  <a:cubicBezTo>
                    <a:pt x="14581" y="1871"/>
                    <a:pt x="14783" y="1299"/>
                    <a:pt x="15015" y="1851"/>
                  </a:cubicBezTo>
                  <a:cubicBezTo>
                    <a:pt x="15152" y="2184"/>
                    <a:pt x="15178" y="2553"/>
                    <a:pt x="15090" y="2899"/>
                  </a:cubicBezTo>
                  <a:cubicBezTo>
                    <a:pt x="15090" y="2899"/>
                    <a:pt x="17381" y="7752"/>
                    <a:pt x="17075" y="11134"/>
                  </a:cubicBezTo>
                  <a:cubicBezTo>
                    <a:pt x="17075" y="11134"/>
                    <a:pt x="17408" y="11660"/>
                    <a:pt x="17192" y="11976"/>
                  </a:cubicBezTo>
                  <a:cubicBezTo>
                    <a:pt x="16980" y="12289"/>
                    <a:pt x="16445" y="11849"/>
                    <a:pt x="16445" y="11849"/>
                  </a:cubicBezTo>
                  <a:cubicBezTo>
                    <a:pt x="16445" y="11849"/>
                    <a:pt x="11059" y="13285"/>
                    <a:pt x="8392" y="13667"/>
                  </a:cubicBezTo>
                  <a:cubicBezTo>
                    <a:pt x="8392" y="13667"/>
                    <a:pt x="5928" y="14773"/>
                    <a:pt x="4802" y="14809"/>
                  </a:cubicBezTo>
                  <a:cubicBezTo>
                    <a:pt x="4802" y="14809"/>
                    <a:pt x="4041" y="15919"/>
                    <a:pt x="3839" y="15194"/>
                  </a:cubicBezTo>
                  <a:cubicBezTo>
                    <a:pt x="3637" y="14470"/>
                    <a:pt x="3901" y="14078"/>
                    <a:pt x="3901" y="14078"/>
                  </a:cubicBezTo>
                  <a:cubicBezTo>
                    <a:pt x="3901" y="14078"/>
                    <a:pt x="2008" y="10971"/>
                    <a:pt x="1391" y="8014"/>
                  </a:cubicBezTo>
                  <a:cubicBezTo>
                    <a:pt x="829" y="5314"/>
                    <a:pt x="774" y="5327"/>
                    <a:pt x="774" y="5327"/>
                  </a:cubicBezTo>
                  <a:cubicBezTo>
                    <a:pt x="774" y="5327"/>
                    <a:pt x="0" y="4864"/>
                    <a:pt x="72" y="4391"/>
                  </a:cubicBezTo>
                  <a:cubicBezTo>
                    <a:pt x="144" y="3917"/>
                    <a:pt x="738" y="4240"/>
                    <a:pt x="738" y="424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4195;p71">
              <a:extLst>
                <a:ext uri="{FF2B5EF4-FFF2-40B4-BE49-F238E27FC236}">
                  <a16:creationId xmlns:a16="http://schemas.microsoft.com/office/drawing/2014/main" id="{A88AF8E6-1A08-7A1F-F864-6B0CC300C877}"/>
                </a:ext>
              </a:extLst>
            </p:cNvPr>
            <p:cNvSpPr/>
            <p:nvPr/>
          </p:nvSpPr>
          <p:spPr>
            <a:xfrm>
              <a:off x="5031025" y="1697200"/>
              <a:ext cx="435200" cy="334525"/>
            </a:xfrm>
            <a:custGeom>
              <a:avLst/>
              <a:gdLst/>
              <a:ahLst/>
              <a:cxnLst/>
              <a:rect l="l" t="t" r="r" b="b"/>
              <a:pathLst>
                <a:path w="17408" h="13381" extrusionOk="0">
                  <a:moveTo>
                    <a:pt x="774" y="2792"/>
                  </a:moveTo>
                  <a:cubicBezTo>
                    <a:pt x="774" y="2792"/>
                    <a:pt x="826" y="2775"/>
                    <a:pt x="1391" y="5475"/>
                  </a:cubicBezTo>
                  <a:cubicBezTo>
                    <a:pt x="2008" y="8435"/>
                    <a:pt x="3901" y="11542"/>
                    <a:pt x="3901" y="11542"/>
                  </a:cubicBezTo>
                  <a:cubicBezTo>
                    <a:pt x="3901" y="11542"/>
                    <a:pt x="3637" y="11934"/>
                    <a:pt x="3839" y="12659"/>
                  </a:cubicBezTo>
                  <a:cubicBezTo>
                    <a:pt x="4041" y="13380"/>
                    <a:pt x="4802" y="12274"/>
                    <a:pt x="4802" y="12274"/>
                  </a:cubicBezTo>
                  <a:cubicBezTo>
                    <a:pt x="5928" y="12231"/>
                    <a:pt x="8392" y="11131"/>
                    <a:pt x="8392" y="11131"/>
                  </a:cubicBezTo>
                  <a:cubicBezTo>
                    <a:pt x="11059" y="10749"/>
                    <a:pt x="16445" y="9313"/>
                    <a:pt x="16445" y="9313"/>
                  </a:cubicBezTo>
                  <a:cubicBezTo>
                    <a:pt x="16445" y="9313"/>
                    <a:pt x="16980" y="9754"/>
                    <a:pt x="17192" y="9437"/>
                  </a:cubicBezTo>
                  <a:cubicBezTo>
                    <a:pt x="17408" y="9121"/>
                    <a:pt x="17075" y="8595"/>
                    <a:pt x="17075" y="8595"/>
                  </a:cubicBezTo>
                  <a:cubicBezTo>
                    <a:pt x="17133" y="7952"/>
                    <a:pt x="17097" y="7257"/>
                    <a:pt x="17000" y="6548"/>
                  </a:cubicBezTo>
                  <a:cubicBezTo>
                    <a:pt x="13393" y="8598"/>
                    <a:pt x="10961" y="8856"/>
                    <a:pt x="7625" y="6656"/>
                  </a:cubicBezTo>
                  <a:cubicBezTo>
                    <a:pt x="5125" y="5001"/>
                    <a:pt x="4883" y="1342"/>
                    <a:pt x="5797" y="1"/>
                  </a:cubicBezTo>
                  <a:cubicBezTo>
                    <a:pt x="3023" y="791"/>
                    <a:pt x="738" y="1701"/>
                    <a:pt x="738" y="1701"/>
                  </a:cubicBezTo>
                  <a:cubicBezTo>
                    <a:pt x="738" y="1701"/>
                    <a:pt x="144" y="1385"/>
                    <a:pt x="72" y="1858"/>
                  </a:cubicBezTo>
                  <a:cubicBezTo>
                    <a:pt x="0" y="2328"/>
                    <a:pt x="774" y="2792"/>
                    <a:pt x="774" y="2792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4196;p71">
              <a:extLst>
                <a:ext uri="{FF2B5EF4-FFF2-40B4-BE49-F238E27FC236}">
                  <a16:creationId xmlns:a16="http://schemas.microsoft.com/office/drawing/2014/main" id="{FA498E4A-0186-6752-4041-7D8D4D97617B}"/>
                </a:ext>
              </a:extLst>
            </p:cNvPr>
            <p:cNvSpPr/>
            <p:nvPr/>
          </p:nvSpPr>
          <p:spPr>
            <a:xfrm>
              <a:off x="5030300" y="1667825"/>
              <a:ext cx="436575" cy="352800"/>
            </a:xfrm>
            <a:custGeom>
              <a:avLst/>
              <a:gdLst/>
              <a:ahLst/>
              <a:cxnLst/>
              <a:rect l="l" t="t" r="r" b="b"/>
              <a:pathLst>
                <a:path w="17463" h="14112" extrusionOk="0">
                  <a:moveTo>
                    <a:pt x="12254" y="65"/>
                  </a:moveTo>
                  <a:cubicBezTo>
                    <a:pt x="13274" y="65"/>
                    <a:pt x="14062" y="220"/>
                    <a:pt x="14597" y="533"/>
                  </a:cubicBezTo>
                  <a:cubicBezTo>
                    <a:pt x="14602" y="536"/>
                    <a:pt x="14607" y="538"/>
                    <a:pt x="14611" y="538"/>
                  </a:cubicBezTo>
                  <a:cubicBezTo>
                    <a:pt x="14616" y="538"/>
                    <a:pt x="14620" y="536"/>
                    <a:pt x="14623" y="533"/>
                  </a:cubicBezTo>
                  <a:cubicBezTo>
                    <a:pt x="14633" y="530"/>
                    <a:pt x="14639" y="523"/>
                    <a:pt x="14642" y="516"/>
                  </a:cubicBezTo>
                  <a:cubicBezTo>
                    <a:pt x="14662" y="454"/>
                    <a:pt x="14744" y="278"/>
                    <a:pt x="14832" y="278"/>
                  </a:cubicBezTo>
                  <a:lnTo>
                    <a:pt x="14835" y="278"/>
                  </a:lnTo>
                  <a:cubicBezTo>
                    <a:pt x="14894" y="278"/>
                    <a:pt x="14956" y="353"/>
                    <a:pt x="15018" y="500"/>
                  </a:cubicBezTo>
                  <a:cubicBezTo>
                    <a:pt x="15152" y="827"/>
                    <a:pt x="15178" y="1186"/>
                    <a:pt x="15093" y="1525"/>
                  </a:cubicBezTo>
                  <a:cubicBezTo>
                    <a:pt x="15090" y="1535"/>
                    <a:pt x="15090" y="1541"/>
                    <a:pt x="15093" y="1548"/>
                  </a:cubicBezTo>
                  <a:cubicBezTo>
                    <a:pt x="15116" y="1597"/>
                    <a:pt x="17374" y="6431"/>
                    <a:pt x="17074" y="9767"/>
                  </a:cubicBezTo>
                  <a:cubicBezTo>
                    <a:pt x="17071" y="9773"/>
                    <a:pt x="17074" y="9780"/>
                    <a:pt x="17077" y="9783"/>
                  </a:cubicBezTo>
                  <a:cubicBezTo>
                    <a:pt x="17081" y="9790"/>
                    <a:pt x="17397" y="10299"/>
                    <a:pt x="17198" y="10593"/>
                  </a:cubicBezTo>
                  <a:cubicBezTo>
                    <a:pt x="17162" y="10648"/>
                    <a:pt x="17107" y="10684"/>
                    <a:pt x="17045" y="10690"/>
                  </a:cubicBezTo>
                  <a:cubicBezTo>
                    <a:pt x="17031" y="10692"/>
                    <a:pt x="17017" y="10693"/>
                    <a:pt x="17003" y="10693"/>
                  </a:cubicBezTo>
                  <a:cubicBezTo>
                    <a:pt x="16779" y="10693"/>
                    <a:pt x="16496" y="10465"/>
                    <a:pt x="16493" y="10462"/>
                  </a:cubicBezTo>
                  <a:cubicBezTo>
                    <a:pt x="16488" y="10457"/>
                    <a:pt x="16482" y="10454"/>
                    <a:pt x="16475" y="10454"/>
                  </a:cubicBezTo>
                  <a:cubicBezTo>
                    <a:pt x="16472" y="10454"/>
                    <a:pt x="16470" y="10455"/>
                    <a:pt x="16467" y="10455"/>
                  </a:cubicBezTo>
                  <a:cubicBezTo>
                    <a:pt x="16412" y="10469"/>
                    <a:pt x="11052" y="11895"/>
                    <a:pt x="8418" y="12274"/>
                  </a:cubicBezTo>
                  <a:cubicBezTo>
                    <a:pt x="8415" y="12274"/>
                    <a:pt x="8415" y="12274"/>
                    <a:pt x="8411" y="12277"/>
                  </a:cubicBezTo>
                  <a:cubicBezTo>
                    <a:pt x="8385" y="12287"/>
                    <a:pt x="5937" y="13380"/>
                    <a:pt x="4831" y="13419"/>
                  </a:cubicBezTo>
                  <a:cubicBezTo>
                    <a:pt x="4821" y="13419"/>
                    <a:pt x="4811" y="13422"/>
                    <a:pt x="4808" y="13432"/>
                  </a:cubicBezTo>
                  <a:cubicBezTo>
                    <a:pt x="4686" y="13608"/>
                    <a:pt x="4332" y="14048"/>
                    <a:pt x="4101" y="14048"/>
                  </a:cubicBezTo>
                  <a:cubicBezTo>
                    <a:pt x="4092" y="14048"/>
                    <a:pt x="4083" y="14047"/>
                    <a:pt x="4074" y="14046"/>
                  </a:cubicBezTo>
                  <a:cubicBezTo>
                    <a:pt x="3995" y="14033"/>
                    <a:pt x="3936" y="13958"/>
                    <a:pt x="3897" y="13824"/>
                  </a:cubicBezTo>
                  <a:cubicBezTo>
                    <a:pt x="3701" y="13125"/>
                    <a:pt x="3953" y="12737"/>
                    <a:pt x="3956" y="12734"/>
                  </a:cubicBezTo>
                  <a:cubicBezTo>
                    <a:pt x="3963" y="12724"/>
                    <a:pt x="3963" y="12711"/>
                    <a:pt x="3956" y="12701"/>
                  </a:cubicBezTo>
                  <a:cubicBezTo>
                    <a:pt x="3936" y="12672"/>
                    <a:pt x="2060" y="9564"/>
                    <a:pt x="1449" y="6643"/>
                  </a:cubicBezTo>
                  <a:cubicBezTo>
                    <a:pt x="1198" y="5432"/>
                    <a:pt x="881" y="3983"/>
                    <a:pt x="819" y="3940"/>
                  </a:cubicBezTo>
                  <a:lnTo>
                    <a:pt x="816" y="3940"/>
                  </a:lnTo>
                  <a:cubicBezTo>
                    <a:pt x="780" y="3918"/>
                    <a:pt x="65" y="3470"/>
                    <a:pt x="134" y="3036"/>
                  </a:cubicBezTo>
                  <a:cubicBezTo>
                    <a:pt x="150" y="2935"/>
                    <a:pt x="193" y="2867"/>
                    <a:pt x="261" y="2831"/>
                  </a:cubicBezTo>
                  <a:cubicBezTo>
                    <a:pt x="299" y="2812"/>
                    <a:pt x="343" y="2805"/>
                    <a:pt x="389" y="2805"/>
                  </a:cubicBezTo>
                  <a:cubicBezTo>
                    <a:pt x="559" y="2805"/>
                    <a:pt x="751" y="2906"/>
                    <a:pt x="754" y="2906"/>
                  </a:cubicBezTo>
                  <a:cubicBezTo>
                    <a:pt x="757" y="2907"/>
                    <a:pt x="761" y="2908"/>
                    <a:pt x="766" y="2908"/>
                  </a:cubicBezTo>
                  <a:cubicBezTo>
                    <a:pt x="770" y="2908"/>
                    <a:pt x="775" y="2907"/>
                    <a:pt x="780" y="2906"/>
                  </a:cubicBezTo>
                  <a:cubicBezTo>
                    <a:pt x="2654" y="2181"/>
                    <a:pt x="4560" y="1551"/>
                    <a:pt x="6499" y="1019"/>
                  </a:cubicBezTo>
                  <a:cubicBezTo>
                    <a:pt x="8853" y="385"/>
                    <a:pt x="10792" y="65"/>
                    <a:pt x="12254" y="65"/>
                  </a:cubicBezTo>
                  <a:close/>
                  <a:moveTo>
                    <a:pt x="12257" y="1"/>
                  </a:moveTo>
                  <a:cubicBezTo>
                    <a:pt x="11898" y="1"/>
                    <a:pt x="11510" y="20"/>
                    <a:pt x="11094" y="60"/>
                  </a:cubicBezTo>
                  <a:cubicBezTo>
                    <a:pt x="9812" y="177"/>
                    <a:pt x="8258" y="481"/>
                    <a:pt x="6479" y="960"/>
                  </a:cubicBezTo>
                  <a:cubicBezTo>
                    <a:pt x="4544" y="1492"/>
                    <a:pt x="2637" y="2119"/>
                    <a:pt x="767" y="2844"/>
                  </a:cubicBezTo>
                  <a:cubicBezTo>
                    <a:pt x="719" y="2820"/>
                    <a:pt x="552" y="2741"/>
                    <a:pt x="391" y="2741"/>
                  </a:cubicBezTo>
                  <a:cubicBezTo>
                    <a:pt x="335" y="2741"/>
                    <a:pt x="281" y="2751"/>
                    <a:pt x="232" y="2775"/>
                  </a:cubicBezTo>
                  <a:cubicBezTo>
                    <a:pt x="144" y="2821"/>
                    <a:pt x="88" y="2906"/>
                    <a:pt x="72" y="3027"/>
                  </a:cubicBezTo>
                  <a:cubicBezTo>
                    <a:pt x="0" y="3497"/>
                    <a:pt x="702" y="3944"/>
                    <a:pt x="780" y="3989"/>
                  </a:cubicBezTo>
                  <a:cubicBezTo>
                    <a:pt x="796" y="4025"/>
                    <a:pt x="901" y="4322"/>
                    <a:pt x="1391" y="6659"/>
                  </a:cubicBezTo>
                  <a:cubicBezTo>
                    <a:pt x="1978" y="9480"/>
                    <a:pt x="3747" y="12473"/>
                    <a:pt x="3894" y="12717"/>
                  </a:cubicBezTo>
                  <a:cubicBezTo>
                    <a:pt x="3845" y="12802"/>
                    <a:pt x="3656" y="13191"/>
                    <a:pt x="3839" y="13844"/>
                  </a:cubicBezTo>
                  <a:cubicBezTo>
                    <a:pt x="3884" y="14000"/>
                    <a:pt x="3959" y="14088"/>
                    <a:pt x="4060" y="14108"/>
                  </a:cubicBezTo>
                  <a:cubicBezTo>
                    <a:pt x="4074" y="14108"/>
                    <a:pt x="4087" y="14108"/>
                    <a:pt x="4100" y="14111"/>
                  </a:cubicBezTo>
                  <a:cubicBezTo>
                    <a:pt x="4390" y="14111"/>
                    <a:pt x="4782" y="13573"/>
                    <a:pt x="4850" y="13478"/>
                  </a:cubicBezTo>
                  <a:cubicBezTo>
                    <a:pt x="5957" y="13432"/>
                    <a:pt x="8320" y="12384"/>
                    <a:pt x="8434" y="12336"/>
                  </a:cubicBezTo>
                  <a:cubicBezTo>
                    <a:pt x="11003" y="11963"/>
                    <a:pt x="16154" y="10602"/>
                    <a:pt x="16470" y="10521"/>
                  </a:cubicBezTo>
                  <a:cubicBezTo>
                    <a:pt x="16531" y="10566"/>
                    <a:pt x="16784" y="10756"/>
                    <a:pt x="17005" y="10756"/>
                  </a:cubicBezTo>
                  <a:cubicBezTo>
                    <a:pt x="17022" y="10756"/>
                    <a:pt x="17038" y="10755"/>
                    <a:pt x="17055" y="10752"/>
                  </a:cubicBezTo>
                  <a:cubicBezTo>
                    <a:pt x="17136" y="10743"/>
                    <a:pt x="17208" y="10697"/>
                    <a:pt x="17250" y="10628"/>
                  </a:cubicBezTo>
                  <a:cubicBezTo>
                    <a:pt x="17463" y="10322"/>
                    <a:pt x="17185" y="9839"/>
                    <a:pt x="17139" y="9763"/>
                  </a:cubicBezTo>
                  <a:cubicBezTo>
                    <a:pt x="17430" y="6490"/>
                    <a:pt x="15276" y="1793"/>
                    <a:pt x="15158" y="1535"/>
                  </a:cubicBezTo>
                  <a:cubicBezTo>
                    <a:pt x="15243" y="1182"/>
                    <a:pt x="15214" y="814"/>
                    <a:pt x="15077" y="477"/>
                  </a:cubicBezTo>
                  <a:cubicBezTo>
                    <a:pt x="14998" y="301"/>
                    <a:pt x="14920" y="219"/>
                    <a:pt x="14832" y="219"/>
                  </a:cubicBezTo>
                  <a:cubicBezTo>
                    <a:pt x="14711" y="219"/>
                    <a:pt x="14629" y="386"/>
                    <a:pt x="14597" y="464"/>
                  </a:cubicBezTo>
                  <a:cubicBezTo>
                    <a:pt x="14053" y="156"/>
                    <a:pt x="13268" y="1"/>
                    <a:pt x="12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4197;p71">
              <a:extLst>
                <a:ext uri="{FF2B5EF4-FFF2-40B4-BE49-F238E27FC236}">
                  <a16:creationId xmlns:a16="http://schemas.microsoft.com/office/drawing/2014/main" id="{9B7689F0-3665-BA38-CF01-343DAD89374A}"/>
                </a:ext>
              </a:extLst>
            </p:cNvPr>
            <p:cNvSpPr/>
            <p:nvPr/>
          </p:nvSpPr>
          <p:spPr>
            <a:xfrm>
              <a:off x="5207600" y="1765275"/>
              <a:ext cx="158500" cy="87725"/>
            </a:xfrm>
            <a:custGeom>
              <a:avLst/>
              <a:gdLst/>
              <a:ahLst/>
              <a:cxnLst/>
              <a:rect l="l" t="t" r="r" b="b"/>
              <a:pathLst>
                <a:path w="6340" h="3509" extrusionOk="0">
                  <a:moveTo>
                    <a:pt x="255" y="751"/>
                  </a:moveTo>
                  <a:cubicBezTo>
                    <a:pt x="435" y="450"/>
                    <a:pt x="1443" y="1188"/>
                    <a:pt x="3235" y="1015"/>
                  </a:cubicBezTo>
                  <a:cubicBezTo>
                    <a:pt x="4949" y="845"/>
                    <a:pt x="5755" y="0"/>
                    <a:pt x="5997" y="268"/>
                  </a:cubicBezTo>
                  <a:cubicBezTo>
                    <a:pt x="6340" y="650"/>
                    <a:pt x="5321" y="3006"/>
                    <a:pt x="3542" y="3248"/>
                  </a:cubicBezTo>
                  <a:cubicBezTo>
                    <a:pt x="1639" y="3509"/>
                    <a:pt x="1" y="1182"/>
                    <a:pt x="255" y="75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4198;p71">
              <a:extLst>
                <a:ext uri="{FF2B5EF4-FFF2-40B4-BE49-F238E27FC236}">
                  <a16:creationId xmlns:a16="http://schemas.microsoft.com/office/drawing/2014/main" id="{AE24294A-DF3F-00A5-C3A3-7743D11A0BD2}"/>
                </a:ext>
              </a:extLst>
            </p:cNvPr>
            <p:cNvSpPr/>
            <p:nvPr/>
          </p:nvSpPr>
          <p:spPr>
            <a:xfrm>
              <a:off x="5265875" y="1796150"/>
              <a:ext cx="32000" cy="31975"/>
            </a:xfrm>
            <a:custGeom>
              <a:avLst/>
              <a:gdLst/>
              <a:ahLst/>
              <a:cxnLst/>
              <a:rect l="l" t="t" r="r" b="b"/>
              <a:pathLst>
                <a:path w="1280" h="1279" extrusionOk="0">
                  <a:moveTo>
                    <a:pt x="623" y="64"/>
                  </a:moveTo>
                  <a:cubicBezTo>
                    <a:pt x="838" y="64"/>
                    <a:pt x="1036" y="184"/>
                    <a:pt x="1136" y="377"/>
                  </a:cubicBezTo>
                  <a:cubicBezTo>
                    <a:pt x="1205" y="518"/>
                    <a:pt x="1215" y="678"/>
                    <a:pt x="1159" y="825"/>
                  </a:cubicBezTo>
                  <a:cubicBezTo>
                    <a:pt x="1104" y="978"/>
                    <a:pt x="989" y="1102"/>
                    <a:pt x="842" y="1174"/>
                  </a:cubicBezTo>
                  <a:cubicBezTo>
                    <a:pt x="780" y="1206"/>
                    <a:pt x="718" y="1219"/>
                    <a:pt x="658" y="1219"/>
                  </a:cubicBezTo>
                  <a:cubicBezTo>
                    <a:pt x="414" y="1219"/>
                    <a:pt x="204" y="1004"/>
                    <a:pt x="170" y="939"/>
                  </a:cubicBezTo>
                  <a:cubicBezTo>
                    <a:pt x="115" y="831"/>
                    <a:pt x="66" y="577"/>
                    <a:pt x="131" y="374"/>
                  </a:cubicBezTo>
                  <a:cubicBezTo>
                    <a:pt x="157" y="270"/>
                    <a:pt x="226" y="182"/>
                    <a:pt x="323" y="133"/>
                  </a:cubicBezTo>
                  <a:cubicBezTo>
                    <a:pt x="412" y="87"/>
                    <a:pt x="513" y="64"/>
                    <a:pt x="614" y="64"/>
                  </a:cubicBezTo>
                  <a:cubicBezTo>
                    <a:pt x="617" y="64"/>
                    <a:pt x="620" y="64"/>
                    <a:pt x="623" y="64"/>
                  </a:cubicBezTo>
                  <a:close/>
                  <a:moveTo>
                    <a:pt x="613" y="0"/>
                  </a:moveTo>
                  <a:cubicBezTo>
                    <a:pt x="507" y="0"/>
                    <a:pt x="397" y="25"/>
                    <a:pt x="294" y="77"/>
                  </a:cubicBezTo>
                  <a:cubicBezTo>
                    <a:pt x="183" y="133"/>
                    <a:pt x="101" y="234"/>
                    <a:pt x="72" y="355"/>
                  </a:cubicBezTo>
                  <a:cubicBezTo>
                    <a:pt x="0" y="586"/>
                    <a:pt x="56" y="854"/>
                    <a:pt x="118" y="965"/>
                  </a:cubicBezTo>
                  <a:cubicBezTo>
                    <a:pt x="173" y="1063"/>
                    <a:pt x="405" y="1278"/>
                    <a:pt x="666" y="1278"/>
                  </a:cubicBezTo>
                  <a:cubicBezTo>
                    <a:pt x="738" y="1278"/>
                    <a:pt x="810" y="1262"/>
                    <a:pt x="872" y="1229"/>
                  </a:cubicBezTo>
                  <a:cubicBezTo>
                    <a:pt x="1032" y="1151"/>
                    <a:pt x="1156" y="1014"/>
                    <a:pt x="1218" y="844"/>
                  </a:cubicBezTo>
                  <a:cubicBezTo>
                    <a:pt x="1280" y="684"/>
                    <a:pt x="1270" y="501"/>
                    <a:pt x="1192" y="348"/>
                  </a:cubicBezTo>
                  <a:cubicBezTo>
                    <a:pt x="1081" y="126"/>
                    <a:pt x="854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4199;p71">
              <a:extLst>
                <a:ext uri="{FF2B5EF4-FFF2-40B4-BE49-F238E27FC236}">
                  <a16:creationId xmlns:a16="http://schemas.microsoft.com/office/drawing/2014/main" id="{99A75044-AA8E-4FED-98C5-BA5C33C42774}"/>
                </a:ext>
              </a:extLst>
            </p:cNvPr>
            <p:cNvSpPr/>
            <p:nvPr/>
          </p:nvSpPr>
          <p:spPr>
            <a:xfrm>
              <a:off x="4953750" y="2365275"/>
              <a:ext cx="95325" cy="182075"/>
            </a:xfrm>
            <a:custGeom>
              <a:avLst/>
              <a:gdLst/>
              <a:ahLst/>
              <a:cxnLst/>
              <a:rect l="l" t="t" r="r" b="b"/>
              <a:pathLst>
                <a:path w="3813" h="7283" extrusionOk="0">
                  <a:moveTo>
                    <a:pt x="960" y="0"/>
                  </a:moveTo>
                  <a:lnTo>
                    <a:pt x="0" y="7273"/>
                  </a:lnTo>
                  <a:lnTo>
                    <a:pt x="1420" y="7282"/>
                  </a:lnTo>
                  <a:lnTo>
                    <a:pt x="1972" y="6728"/>
                  </a:lnTo>
                  <a:lnTo>
                    <a:pt x="38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4200;p71">
              <a:extLst>
                <a:ext uri="{FF2B5EF4-FFF2-40B4-BE49-F238E27FC236}">
                  <a16:creationId xmlns:a16="http://schemas.microsoft.com/office/drawing/2014/main" id="{51B8C4E5-1BB6-67D8-3457-2B7D4992B6BB}"/>
                </a:ext>
              </a:extLst>
            </p:cNvPr>
            <p:cNvSpPr/>
            <p:nvPr/>
          </p:nvSpPr>
          <p:spPr>
            <a:xfrm>
              <a:off x="6976625" y="2365275"/>
              <a:ext cx="95350" cy="182075"/>
            </a:xfrm>
            <a:custGeom>
              <a:avLst/>
              <a:gdLst/>
              <a:ahLst/>
              <a:cxnLst/>
              <a:rect l="l" t="t" r="r" b="b"/>
              <a:pathLst>
                <a:path w="3814" h="7283" extrusionOk="0">
                  <a:moveTo>
                    <a:pt x="1" y="0"/>
                  </a:moveTo>
                  <a:lnTo>
                    <a:pt x="1842" y="6728"/>
                  </a:lnTo>
                  <a:lnTo>
                    <a:pt x="2393" y="7282"/>
                  </a:lnTo>
                  <a:lnTo>
                    <a:pt x="3813" y="7273"/>
                  </a:lnTo>
                  <a:lnTo>
                    <a:pt x="28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4201;p71">
              <a:extLst>
                <a:ext uri="{FF2B5EF4-FFF2-40B4-BE49-F238E27FC236}">
                  <a16:creationId xmlns:a16="http://schemas.microsoft.com/office/drawing/2014/main" id="{770D1B5D-482F-2662-BD9C-0F974C60ECE0}"/>
                </a:ext>
              </a:extLst>
            </p:cNvPr>
            <p:cNvSpPr/>
            <p:nvPr/>
          </p:nvSpPr>
          <p:spPr>
            <a:xfrm>
              <a:off x="6975900" y="2364550"/>
              <a:ext cx="96875" cy="183525"/>
            </a:xfrm>
            <a:custGeom>
              <a:avLst/>
              <a:gdLst/>
              <a:ahLst/>
              <a:cxnLst/>
              <a:rect l="l" t="t" r="r" b="b"/>
              <a:pathLst>
                <a:path w="3875" h="7341" extrusionOk="0">
                  <a:moveTo>
                    <a:pt x="2856" y="59"/>
                  </a:moveTo>
                  <a:lnTo>
                    <a:pt x="3810" y="7272"/>
                  </a:lnTo>
                  <a:lnTo>
                    <a:pt x="2435" y="7279"/>
                  </a:lnTo>
                  <a:lnTo>
                    <a:pt x="1900" y="6740"/>
                  </a:lnTo>
                  <a:lnTo>
                    <a:pt x="72" y="59"/>
                  </a:lnTo>
                  <a:close/>
                  <a:moveTo>
                    <a:pt x="33" y="0"/>
                  </a:moveTo>
                  <a:cubicBezTo>
                    <a:pt x="23" y="0"/>
                    <a:pt x="13" y="3"/>
                    <a:pt x="10" y="10"/>
                  </a:cubicBezTo>
                  <a:cubicBezTo>
                    <a:pt x="4" y="20"/>
                    <a:pt x="0" y="29"/>
                    <a:pt x="4" y="39"/>
                  </a:cubicBezTo>
                  <a:lnTo>
                    <a:pt x="1841" y="6766"/>
                  </a:lnTo>
                  <a:cubicBezTo>
                    <a:pt x="1845" y="6770"/>
                    <a:pt x="1845" y="6776"/>
                    <a:pt x="1851" y="6779"/>
                  </a:cubicBezTo>
                  <a:lnTo>
                    <a:pt x="2403" y="7331"/>
                  </a:lnTo>
                  <a:cubicBezTo>
                    <a:pt x="2409" y="7338"/>
                    <a:pt x="2416" y="7341"/>
                    <a:pt x="2426" y="7341"/>
                  </a:cubicBezTo>
                  <a:lnTo>
                    <a:pt x="3845" y="7334"/>
                  </a:lnTo>
                  <a:cubicBezTo>
                    <a:pt x="3855" y="7334"/>
                    <a:pt x="3862" y="7331"/>
                    <a:pt x="3868" y="7324"/>
                  </a:cubicBezTo>
                  <a:cubicBezTo>
                    <a:pt x="3875" y="7318"/>
                    <a:pt x="3875" y="7308"/>
                    <a:pt x="3875" y="7298"/>
                  </a:cubicBezTo>
                  <a:lnTo>
                    <a:pt x="2912" y="26"/>
                  </a:lnTo>
                  <a:cubicBezTo>
                    <a:pt x="2912" y="10"/>
                    <a:pt x="2899" y="0"/>
                    <a:pt x="2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4202;p71">
              <a:extLst>
                <a:ext uri="{FF2B5EF4-FFF2-40B4-BE49-F238E27FC236}">
                  <a16:creationId xmlns:a16="http://schemas.microsoft.com/office/drawing/2014/main" id="{448B7F28-56E9-521E-E294-F67702296792}"/>
                </a:ext>
              </a:extLst>
            </p:cNvPr>
            <p:cNvSpPr/>
            <p:nvPr/>
          </p:nvSpPr>
          <p:spPr>
            <a:xfrm>
              <a:off x="7012950" y="2365525"/>
              <a:ext cx="27100" cy="182225"/>
            </a:xfrm>
            <a:custGeom>
              <a:avLst/>
              <a:gdLst/>
              <a:ahLst/>
              <a:cxnLst/>
              <a:rect l="l" t="t" r="r" b="b"/>
              <a:pathLst>
                <a:path w="1084" h="7289" extrusionOk="0">
                  <a:moveTo>
                    <a:pt x="62" y="0"/>
                  </a:moveTo>
                  <a:lnTo>
                    <a:pt x="0" y="10"/>
                  </a:lnTo>
                  <a:lnTo>
                    <a:pt x="1022" y="7289"/>
                  </a:lnTo>
                  <a:lnTo>
                    <a:pt x="1084" y="7279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4203;p71">
              <a:extLst>
                <a:ext uri="{FF2B5EF4-FFF2-40B4-BE49-F238E27FC236}">
                  <a16:creationId xmlns:a16="http://schemas.microsoft.com/office/drawing/2014/main" id="{825EC4AB-980C-5D5A-06E5-9D06ADB3981C}"/>
                </a:ext>
              </a:extLst>
            </p:cNvPr>
            <p:cNvSpPr/>
            <p:nvPr/>
          </p:nvSpPr>
          <p:spPr>
            <a:xfrm>
              <a:off x="6976625" y="2365275"/>
              <a:ext cx="95350" cy="182075"/>
            </a:xfrm>
            <a:custGeom>
              <a:avLst/>
              <a:gdLst/>
              <a:ahLst/>
              <a:cxnLst/>
              <a:rect l="l" t="t" r="r" b="b"/>
              <a:pathLst>
                <a:path w="3814" h="7283" extrusionOk="0">
                  <a:moveTo>
                    <a:pt x="1" y="0"/>
                  </a:moveTo>
                  <a:lnTo>
                    <a:pt x="1842" y="6728"/>
                  </a:lnTo>
                  <a:lnTo>
                    <a:pt x="2393" y="7282"/>
                  </a:lnTo>
                  <a:lnTo>
                    <a:pt x="3813" y="7273"/>
                  </a:lnTo>
                  <a:lnTo>
                    <a:pt x="28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4204;p71">
              <a:extLst>
                <a:ext uri="{FF2B5EF4-FFF2-40B4-BE49-F238E27FC236}">
                  <a16:creationId xmlns:a16="http://schemas.microsoft.com/office/drawing/2014/main" id="{14859441-4B86-174A-D461-0B234EE15419}"/>
                </a:ext>
              </a:extLst>
            </p:cNvPr>
            <p:cNvSpPr/>
            <p:nvPr/>
          </p:nvSpPr>
          <p:spPr>
            <a:xfrm>
              <a:off x="6661250" y="2295675"/>
              <a:ext cx="491750" cy="360150"/>
            </a:xfrm>
            <a:custGeom>
              <a:avLst/>
              <a:gdLst/>
              <a:ahLst/>
              <a:cxnLst/>
              <a:rect l="l" t="t" r="r" b="b"/>
              <a:pathLst>
                <a:path w="19670" h="14406" extrusionOk="0">
                  <a:moveTo>
                    <a:pt x="5791" y="1"/>
                  </a:moveTo>
                  <a:cubicBezTo>
                    <a:pt x="4455" y="1"/>
                    <a:pt x="3321" y="175"/>
                    <a:pt x="2592" y="617"/>
                  </a:cubicBezTo>
                  <a:cubicBezTo>
                    <a:pt x="2592" y="617"/>
                    <a:pt x="2461" y="355"/>
                    <a:pt x="2313" y="355"/>
                  </a:cubicBezTo>
                  <a:cubicBezTo>
                    <a:pt x="2239" y="355"/>
                    <a:pt x="2161" y="420"/>
                    <a:pt x="2093" y="617"/>
                  </a:cubicBezTo>
                  <a:cubicBezTo>
                    <a:pt x="1969" y="976"/>
                    <a:pt x="1978" y="1368"/>
                    <a:pt x="2115" y="1720"/>
                  </a:cubicBezTo>
                  <a:cubicBezTo>
                    <a:pt x="2115" y="1720"/>
                    <a:pt x="0" y="6920"/>
                    <a:pt x="712" y="10461"/>
                  </a:cubicBezTo>
                  <a:cubicBezTo>
                    <a:pt x="712" y="10461"/>
                    <a:pt x="385" y="11029"/>
                    <a:pt x="663" y="11349"/>
                  </a:cubicBezTo>
                  <a:cubicBezTo>
                    <a:pt x="732" y="11430"/>
                    <a:pt x="819" y="11460"/>
                    <a:pt x="911" y="11460"/>
                  </a:cubicBezTo>
                  <a:cubicBezTo>
                    <a:pt x="1188" y="11460"/>
                    <a:pt x="1508" y="11186"/>
                    <a:pt x="1508" y="11186"/>
                  </a:cubicBezTo>
                  <a:cubicBezTo>
                    <a:pt x="1508" y="11186"/>
                    <a:pt x="7854" y="12452"/>
                    <a:pt x="10958" y="12736"/>
                  </a:cubicBezTo>
                  <a:cubicBezTo>
                    <a:pt x="10958" y="12736"/>
                    <a:pt x="13881" y="13778"/>
                    <a:pt x="15189" y="13778"/>
                  </a:cubicBezTo>
                  <a:cubicBezTo>
                    <a:pt x="15195" y="13778"/>
                    <a:pt x="15201" y="13778"/>
                    <a:pt x="15207" y="13778"/>
                  </a:cubicBezTo>
                  <a:cubicBezTo>
                    <a:pt x="15207" y="13778"/>
                    <a:pt x="15761" y="14406"/>
                    <a:pt x="16106" y="14406"/>
                  </a:cubicBezTo>
                  <a:cubicBezTo>
                    <a:pt x="16224" y="14406"/>
                    <a:pt x="16317" y="14333"/>
                    <a:pt x="16356" y="14137"/>
                  </a:cubicBezTo>
                  <a:cubicBezTo>
                    <a:pt x="16513" y="13370"/>
                    <a:pt x="16170" y="12968"/>
                    <a:pt x="16170" y="12968"/>
                  </a:cubicBezTo>
                  <a:cubicBezTo>
                    <a:pt x="16170" y="12968"/>
                    <a:pt x="18015" y="9619"/>
                    <a:pt x="18409" y="6479"/>
                  </a:cubicBezTo>
                  <a:cubicBezTo>
                    <a:pt x="18765" y="3646"/>
                    <a:pt x="18833" y="3633"/>
                    <a:pt x="18834" y="3633"/>
                  </a:cubicBezTo>
                  <a:cubicBezTo>
                    <a:pt x="18834" y="3633"/>
                    <a:pt x="18834" y="3633"/>
                    <a:pt x="18834" y="3633"/>
                  </a:cubicBezTo>
                  <a:cubicBezTo>
                    <a:pt x="18834" y="3633"/>
                    <a:pt x="19669" y="3111"/>
                    <a:pt x="19539" y="2618"/>
                  </a:cubicBezTo>
                  <a:cubicBezTo>
                    <a:pt x="19485" y="2418"/>
                    <a:pt x="19346" y="2359"/>
                    <a:pt x="19201" y="2359"/>
                  </a:cubicBezTo>
                  <a:cubicBezTo>
                    <a:pt x="18988" y="2359"/>
                    <a:pt x="18759" y="2487"/>
                    <a:pt x="18759" y="2487"/>
                  </a:cubicBezTo>
                  <a:cubicBezTo>
                    <a:pt x="18759" y="2487"/>
                    <a:pt x="10832" y="1"/>
                    <a:pt x="5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4205;p71">
              <a:extLst>
                <a:ext uri="{FF2B5EF4-FFF2-40B4-BE49-F238E27FC236}">
                  <a16:creationId xmlns:a16="http://schemas.microsoft.com/office/drawing/2014/main" id="{59FFE482-0297-3C26-6009-A29ABDBDD160}"/>
                </a:ext>
              </a:extLst>
            </p:cNvPr>
            <p:cNvSpPr/>
            <p:nvPr/>
          </p:nvSpPr>
          <p:spPr>
            <a:xfrm>
              <a:off x="6661250" y="2258375"/>
              <a:ext cx="491750" cy="409975"/>
            </a:xfrm>
            <a:custGeom>
              <a:avLst/>
              <a:gdLst/>
              <a:ahLst/>
              <a:cxnLst/>
              <a:rect l="l" t="t" r="r" b="b"/>
              <a:pathLst>
                <a:path w="19670" h="16399" extrusionOk="0">
                  <a:moveTo>
                    <a:pt x="18759" y="3979"/>
                  </a:moveTo>
                  <a:cubicBezTo>
                    <a:pt x="18759" y="3979"/>
                    <a:pt x="6075" y="1"/>
                    <a:pt x="2592" y="2109"/>
                  </a:cubicBezTo>
                  <a:cubicBezTo>
                    <a:pt x="2592" y="2109"/>
                    <a:pt x="2298" y="1518"/>
                    <a:pt x="2093" y="2109"/>
                  </a:cubicBezTo>
                  <a:cubicBezTo>
                    <a:pt x="1969" y="2468"/>
                    <a:pt x="1978" y="2860"/>
                    <a:pt x="2115" y="3212"/>
                  </a:cubicBezTo>
                  <a:cubicBezTo>
                    <a:pt x="2115" y="3212"/>
                    <a:pt x="0" y="8412"/>
                    <a:pt x="712" y="11953"/>
                  </a:cubicBezTo>
                  <a:cubicBezTo>
                    <a:pt x="712" y="11953"/>
                    <a:pt x="385" y="12521"/>
                    <a:pt x="663" y="12841"/>
                  </a:cubicBezTo>
                  <a:cubicBezTo>
                    <a:pt x="940" y="13164"/>
                    <a:pt x="1508" y="12678"/>
                    <a:pt x="1508" y="12678"/>
                  </a:cubicBezTo>
                  <a:cubicBezTo>
                    <a:pt x="1508" y="12678"/>
                    <a:pt x="7854" y="13944"/>
                    <a:pt x="10958" y="14228"/>
                  </a:cubicBezTo>
                  <a:cubicBezTo>
                    <a:pt x="10958" y="14228"/>
                    <a:pt x="13908" y="15279"/>
                    <a:pt x="15207" y="15270"/>
                  </a:cubicBezTo>
                  <a:cubicBezTo>
                    <a:pt x="15207" y="15270"/>
                    <a:pt x="16203" y="16399"/>
                    <a:pt x="16356" y="15629"/>
                  </a:cubicBezTo>
                  <a:cubicBezTo>
                    <a:pt x="16513" y="14862"/>
                    <a:pt x="16170" y="14460"/>
                    <a:pt x="16170" y="14460"/>
                  </a:cubicBezTo>
                  <a:cubicBezTo>
                    <a:pt x="16170" y="14460"/>
                    <a:pt x="18015" y="11111"/>
                    <a:pt x="18409" y="7971"/>
                  </a:cubicBezTo>
                  <a:cubicBezTo>
                    <a:pt x="18769" y="5112"/>
                    <a:pt x="18834" y="5125"/>
                    <a:pt x="18834" y="5125"/>
                  </a:cubicBezTo>
                  <a:cubicBezTo>
                    <a:pt x="18834" y="5125"/>
                    <a:pt x="19669" y="4603"/>
                    <a:pt x="19539" y="4110"/>
                  </a:cubicBezTo>
                  <a:cubicBezTo>
                    <a:pt x="19405" y="3617"/>
                    <a:pt x="18759" y="3979"/>
                    <a:pt x="18759" y="397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4206;p71">
              <a:extLst>
                <a:ext uri="{FF2B5EF4-FFF2-40B4-BE49-F238E27FC236}">
                  <a16:creationId xmlns:a16="http://schemas.microsoft.com/office/drawing/2014/main" id="{FBA26FAC-710C-665C-A591-CEA9872D8A25}"/>
                </a:ext>
              </a:extLst>
            </p:cNvPr>
            <p:cNvSpPr/>
            <p:nvPr/>
          </p:nvSpPr>
          <p:spPr>
            <a:xfrm>
              <a:off x="6710775" y="2258450"/>
              <a:ext cx="439450" cy="108975"/>
            </a:xfrm>
            <a:custGeom>
              <a:avLst/>
              <a:gdLst/>
              <a:ahLst/>
              <a:cxnLst/>
              <a:rect l="l" t="t" r="r" b="b"/>
              <a:pathLst>
                <a:path w="17578" h="4359" extrusionOk="0">
                  <a:moveTo>
                    <a:pt x="134" y="2436"/>
                  </a:moveTo>
                  <a:cubicBezTo>
                    <a:pt x="340" y="1845"/>
                    <a:pt x="634" y="2436"/>
                    <a:pt x="634" y="2436"/>
                  </a:cubicBezTo>
                  <a:cubicBezTo>
                    <a:pt x="4117" y="327"/>
                    <a:pt x="16801" y="4306"/>
                    <a:pt x="16801" y="4306"/>
                  </a:cubicBezTo>
                  <a:cubicBezTo>
                    <a:pt x="16801" y="4306"/>
                    <a:pt x="17372" y="3989"/>
                    <a:pt x="17548" y="4358"/>
                  </a:cubicBezTo>
                  <a:cubicBezTo>
                    <a:pt x="17574" y="4277"/>
                    <a:pt x="17577" y="4192"/>
                    <a:pt x="17558" y="4113"/>
                  </a:cubicBezTo>
                  <a:cubicBezTo>
                    <a:pt x="17427" y="3621"/>
                    <a:pt x="16778" y="3980"/>
                    <a:pt x="16778" y="3980"/>
                  </a:cubicBezTo>
                  <a:cubicBezTo>
                    <a:pt x="16778" y="3980"/>
                    <a:pt x="4094" y="1"/>
                    <a:pt x="611" y="2109"/>
                  </a:cubicBezTo>
                  <a:cubicBezTo>
                    <a:pt x="611" y="2109"/>
                    <a:pt x="317" y="1519"/>
                    <a:pt x="112" y="2109"/>
                  </a:cubicBezTo>
                  <a:cubicBezTo>
                    <a:pt x="23" y="2367"/>
                    <a:pt x="1" y="2641"/>
                    <a:pt x="50" y="2906"/>
                  </a:cubicBezTo>
                  <a:cubicBezTo>
                    <a:pt x="53" y="2746"/>
                    <a:pt x="82" y="2586"/>
                    <a:pt x="134" y="2436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4207;p71">
              <a:extLst>
                <a:ext uri="{FF2B5EF4-FFF2-40B4-BE49-F238E27FC236}">
                  <a16:creationId xmlns:a16="http://schemas.microsoft.com/office/drawing/2014/main" id="{869149F6-C8ED-D1E6-C43F-9599E2DC272A}"/>
                </a:ext>
              </a:extLst>
            </p:cNvPr>
            <p:cNvSpPr/>
            <p:nvPr/>
          </p:nvSpPr>
          <p:spPr>
            <a:xfrm>
              <a:off x="6670800" y="2318850"/>
              <a:ext cx="482200" cy="349500"/>
            </a:xfrm>
            <a:custGeom>
              <a:avLst/>
              <a:gdLst/>
              <a:ahLst/>
              <a:cxnLst/>
              <a:rect l="l" t="t" r="r" b="b"/>
              <a:pathLst>
                <a:path w="19288" h="13980" extrusionOk="0">
                  <a:moveTo>
                    <a:pt x="18452" y="2709"/>
                  </a:moveTo>
                  <a:cubicBezTo>
                    <a:pt x="18452" y="2709"/>
                    <a:pt x="18387" y="2696"/>
                    <a:pt x="18027" y="5556"/>
                  </a:cubicBezTo>
                  <a:cubicBezTo>
                    <a:pt x="17633" y="8692"/>
                    <a:pt x="15788" y="12044"/>
                    <a:pt x="15788" y="12044"/>
                  </a:cubicBezTo>
                  <a:cubicBezTo>
                    <a:pt x="15788" y="12044"/>
                    <a:pt x="16131" y="12443"/>
                    <a:pt x="15974" y="13213"/>
                  </a:cubicBezTo>
                  <a:cubicBezTo>
                    <a:pt x="15821" y="13980"/>
                    <a:pt x="14825" y="12851"/>
                    <a:pt x="14825" y="12851"/>
                  </a:cubicBezTo>
                  <a:cubicBezTo>
                    <a:pt x="13526" y="12860"/>
                    <a:pt x="10576" y="11809"/>
                    <a:pt x="10576" y="11809"/>
                  </a:cubicBezTo>
                  <a:cubicBezTo>
                    <a:pt x="7472" y="11529"/>
                    <a:pt x="1126" y="10259"/>
                    <a:pt x="1126" y="10259"/>
                  </a:cubicBezTo>
                  <a:cubicBezTo>
                    <a:pt x="1126" y="10259"/>
                    <a:pt x="562" y="10745"/>
                    <a:pt x="281" y="10425"/>
                  </a:cubicBezTo>
                  <a:cubicBezTo>
                    <a:pt x="0" y="10102"/>
                    <a:pt x="330" y="9534"/>
                    <a:pt x="330" y="9534"/>
                  </a:cubicBezTo>
                  <a:cubicBezTo>
                    <a:pt x="193" y="8862"/>
                    <a:pt x="160" y="8128"/>
                    <a:pt x="196" y="7383"/>
                  </a:cubicBezTo>
                  <a:cubicBezTo>
                    <a:pt x="4563" y="9374"/>
                    <a:pt x="7383" y="9538"/>
                    <a:pt x="10984" y="7073"/>
                  </a:cubicBezTo>
                  <a:cubicBezTo>
                    <a:pt x="13683" y="5226"/>
                    <a:pt x="13569" y="1368"/>
                    <a:pt x="12377" y="0"/>
                  </a:cubicBezTo>
                  <a:cubicBezTo>
                    <a:pt x="15651" y="708"/>
                    <a:pt x="18377" y="1560"/>
                    <a:pt x="18377" y="1560"/>
                  </a:cubicBezTo>
                  <a:cubicBezTo>
                    <a:pt x="18377" y="1560"/>
                    <a:pt x="19026" y="1201"/>
                    <a:pt x="19157" y="1694"/>
                  </a:cubicBezTo>
                  <a:cubicBezTo>
                    <a:pt x="19287" y="2187"/>
                    <a:pt x="18452" y="2709"/>
                    <a:pt x="18452" y="2709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4208;p71">
              <a:extLst>
                <a:ext uri="{FF2B5EF4-FFF2-40B4-BE49-F238E27FC236}">
                  <a16:creationId xmlns:a16="http://schemas.microsoft.com/office/drawing/2014/main" id="{40398496-CC02-4010-2C98-C8454838002E}"/>
                </a:ext>
              </a:extLst>
            </p:cNvPr>
            <p:cNvSpPr/>
            <p:nvPr/>
          </p:nvSpPr>
          <p:spPr>
            <a:xfrm>
              <a:off x="6661175" y="2294950"/>
              <a:ext cx="492550" cy="361650"/>
            </a:xfrm>
            <a:custGeom>
              <a:avLst/>
              <a:gdLst/>
              <a:ahLst/>
              <a:cxnLst/>
              <a:rect l="l" t="t" r="r" b="b"/>
              <a:pathLst>
                <a:path w="19702" h="14466" extrusionOk="0">
                  <a:moveTo>
                    <a:pt x="5805" y="71"/>
                  </a:moveTo>
                  <a:cubicBezTo>
                    <a:pt x="7420" y="71"/>
                    <a:pt x="9495" y="323"/>
                    <a:pt x="11979" y="826"/>
                  </a:cubicBezTo>
                  <a:cubicBezTo>
                    <a:pt x="15543" y="1550"/>
                    <a:pt x="18723" y="2542"/>
                    <a:pt x="18752" y="2552"/>
                  </a:cubicBezTo>
                  <a:cubicBezTo>
                    <a:pt x="18762" y="2552"/>
                    <a:pt x="18768" y="2552"/>
                    <a:pt x="18778" y="2549"/>
                  </a:cubicBezTo>
                  <a:cubicBezTo>
                    <a:pt x="18781" y="2546"/>
                    <a:pt x="19003" y="2425"/>
                    <a:pt x="19205" y="2425"/>
                  </a:cubicBezTo>
                  <a:cubicBezTo>
                    <a:pt x="19256" y="2425"/>
                    <a:pt x="19305" y="2432"/>
                    <a:pt x="19349" y="2451"/>
                  </a:cubicBezTo>
                  <a:cubicBezTo>
                    <a:pt x="19434" y="2490"/>
                    <a:pt x="19496" y="2569"/>
                    <a:pt x="19512" y="2663"/>
                  </a:cubicBezTo>
                  <a:cubicBezTo>
                    <a:pt x="19636" y="3117"/>
                    <a:pt x="18860" y="3620"/>
                    <a:pt x="18824" y="3642"/>
                  </a:cubicBezTo>
                  <a:lnTo>
                    <a:pt x="18820" y="3642"/>
                  </a:lnTo>
                  <a:cubicBezTo>
                    <a:pt x="18749" y="3695"/>
                    <a:pt x="18514" y="5461"/>
                    <a:pt x="18383" y="6512"/>
                  </a:cubicBezTo>
                  <a:cubicBezTo>
                    <a:pt x="17995" y="9606"/>
                    <a:pt x="16164" y="12951"/>
                    <a:pt x="16147" y="12984"/>
                  </a:cubicBezTo>
                  <a:cubicBezTo>
                    <a:pt x="16141" y="12997"/>
                    <a:pt x="16141" y="13010"/>
                    <a:pt x="16151" y="13020"/>
                  </a:cubicBezTo>
                  <a:cubicBezTo>
                    <a:pt x="16154" y="13023"/>
                    <a:pt x="16483" y="13418"/>
                    <a:pt x="16333" y="14162"/>
                  </a:cubicBezTo>
                  <a:cubicBezTo>
                    <a:pt x="16304" y="14296"/>
                    <a:pt x="16248" y="14378"/>
                    <a:pt x="16167" y="14397"/>
                  </a:cubicBezTo>
                  <a:cubicBezTo>
                    <a:pt x="16149" y="14402"/>
                    <a:pt x="16131" y="14404"/>
                    <a:pt x="16111" y="14404"/>
                  </a:cubicBezTo>
                  <a:cubicBezTo>
                    <a:pt x="15787" y="14404"/>
                    <a:pt x="15243" y="13793"/>
                    <a:pt x="15237" y="13787"/>
                  </a:cubicBezTo>
                  <a:cubicBezTo>
                    <a:pt x="15230" y="13781"/>
                    <a:pt x="15224" y="13777"/>
                    <a:pt x="15214" y="13777"/>
                  </a:cubicBezTo>
                  <a:lnTo>
                    <a:pt x="15214" y="13781"/>
                  </a:lnTo>
                  <a:lnTo>
                    <a:pt x="15197" y="13781"/>
                  </a:lnTo>
                  <a:cubicBezTo>
                    <a:pt x="13908" y="13781"/>
                    <a:pt x="11003" y="12752"/>
                    <a:pt x="10974" y="12739"/>
                  </a:cubicBezTo>
                  <a:lnTo>
                    <a:pt x="10967" y="12739"/>
                  </a:lnTo>
                  <a:cubicBezTo>
                    <a:pt x="7896" y="12462"/>
                    <a:pt x="1583" y="11202"/>
                    <a:pt x="1521" y="11189"/>
                  </a:cubicBezTo>
                  <a:cubicBezTo>
                    <a:pt x="1511" y="11189"/>
                    <a:pt x="1502" y="11192"/>
                    <a:pt x="1495" y="11199"/>
                  </a:cubicBezTo>
                  <a:cubicBezTo>
                    <a:pt x="1490" y="11201"/>
                    <a:pt x="1179" y="11465"/>
                    <a:pt x="917" y="11465"/>
                  </a:cubicBezTo>
                  <a:cubicBezTo>
                    <a:pt x="833" y="11465"/>
                    <a:pt x="754" y="11438"/>
                    <a:pt x="692" y="11365"/>
                  </a:cubicBezTo>
                  <a:cubicBezTo>
                    <a:pt x="428" y="11065"/>
                    <a:pt x="738" y="10517"/>
                    <a:pt x="741" y="10510"/>
                  </a:cubicBezTo>
                  <a:cubicBezTo>
                    <a:pt x="744" y="10503"/>
                    <a:pt x="748" y="10497"/>
                    <a:pt x="744" y="10490"/>
                  </a:cubicBezTo>
                  <a:cubicBezTo>
                    <a:pt x="42" y="7001"/>
                    <a:pt x="2128" y="1821"/>
                    <a:pt x="2148" y="1769"/>
                  </a:cubicBezTo>
                  <a:cubicBezTo>
                    <a:pt x="2151" y="1762"/>
                    <a:pt x="2151" y="1753"/>
                    <a:pt x="2148" y="1746"/>
                  </a:cubicBezTo>
                  <a:cubicBezTo>
                    <a:pt x="2014" y="1397"/>
                    <a:pt x="2007" y="1015"/>
                    <a:pt x="2125" y="662"/>
                  </a:cubicBezTo>
                  <a:cubicBezTo>
                    <a:pt x="2180" y="509"/>
                    <a:pt x="2246" y="424"/>
                    <a:pt x="2311" y="421"/>
                  </a:cubicBezTo>
                  <a:cubicBezTo>
                    <a:pt x="2313" y="421"/>
                    <a:pt x="2315" y="421"/>
                    <a:pt x="2317" y="421"/>
                  </a:cubicBezTo>
                  <a:cubicBezTo>
                    <a:pt x="2426" y="421"/>
                    <a:pt x="2534" y="595"/>
                    <a:pt x="2569" y="666"/>
                  </a:cubicBezTo>
                  <a:cubicBezTo>
                    <a:pt x="2573" y="677"/>
                    <a:pt x="2585" y="683"/>
                    <a:pt x="2597" y="683"/>
                  </a:cubicBezTo>
                  <a:cubicBezTo>
                    <a:pt x="2602" y="683"/>
                    <a:pt x="2607" y="682"/>
                    <a:pt x="2611" y="679"/>
                  </a:cubicBezTo>
                  <a:cubicBezTo>
                    <a:pt x="3282" y="273"/>
                    <a:pt x="4359" y="71"/>
                    <a:pt x="5805" y="71"/>
                  </a:cubicBezTo>
                  <a:close/>
                  <a:moveTo>
                    <a:pt x="5791" y="0"/>
                  </a:moveTo>
                  <a:cubicBezTo>
                    <a:pt x="4356" y="0"/>
                    <a:pt x="3289" y="202"/>
                    <a:pt x="2605" y="604"/>
                  </a:cubicBezTo>
                  <a:cubicBezTo>
                    <a:pt x="2566" y="533"/>
                    <a:pt x="2449" y="352"/>
                    <a:pt x="2315" y="352"/>
                  </a:cubicBezTo>
                  <a:cubicBezTo>
                    <a:pt x="2312" y="352"/>
                    <a:pt x="2310" y="352"/>
                    <a:pt x="2308" y="352"/>
                  </a:cubicBezTo>
                  <a:cubicBezTo>
                    <a:pt x="2210" y="362"/>
                    <a:pt x="2128" y="457"/>
                    <a:pt x="2066" y="640"/>
                  </a:cubicBezTo>
                  <a:cubicBezTo>
                    <a:pt x="1942" y="1002"/>
                    <a:pt x="1949" y="1397"/>
                    <a:pt x="2086" y="1753"/>
                  </a:cubicBezTo>
                  <a:cubicBezTo>
                    <a:pt x="1972" y="2033"/>
                    <a:pt x="0" y="7057"/>
                    <a:pt x="682" y="10484"/>
                  </a:cubicBezTo>
                  <a:cubicBezTo>
                    <a:pt x="637" y="10565"/>
                    <a:pt x="366" y="11081"/>
                    <a:pt x="643" y="11401"/>
                  </a:cubicBezTo>
                  <a:cubicBezTo>
                    <a:pt x="720" y="11489"/>
                    <a:pt x="815" y="11522"/>
                    <a:pt x="915" y="11522"/>
                  </a:cubicBezTo>
                  <a:cubicBezTo>
                    <a:pt x="1174" y="11522"/>
                    <a:pt x="1460" y="11300"/>
                    <a:pt x="1521" y="11248"/>
                  </a:cubicBezTo>
                  <a:cubicBezTo>
                    <a:pt x="1861" y="11316"/>
                    <a:pt x="7955" y="12521"/>
                    <a:pt x="10954" y="12795"/>
                  </a:cubicBezTo>
                  <a:cubicBezTo>
                    <a:pt x="11075" y="12837"/>
                    <a:pt x="13918" y="13836"/>
                    <a:pt x="15194" y="13836"/>
                  </a:cubicBezTo>
                  <a:lnTo>
                    <a:pt x="15197" y="13836"/>
                  </a:lnTo>
                  <a:cubicBezTo>
                    <a:pt x="15276" y="13924"/>
                    <a:pt x="15775" y="14466"/>
                    <a:pt x="16111" y="14466"/>
                  </a:cubicBezTo>
                  <a:cubicBezTo>
                    <a:pt x="16134" y="14466"/>
                    <a:pt x="16157" y="14463"/>
                    <a:pt x="16180" y="14459"/>
                  </a:cubicBezTo>
                  <a:cubicBezTo>
                    <a:pt x="16288" y="14430"/>
                    <a:pt x="16356" y="14332"/>
                    <a:pt x="16389" y="14172"/>
                  </a:cubicBezTo>
                  <a:cubicBezTo>
                    <a:pt x="16529" y="13477"/>
                    <a:pt x="16271" y="13079"/>
                    <a:pt x="16206" y="12994"/>
                  </a:cubicBezTo>
                  <a:cubicBezTo>
                    <a:pt x="16353" y="12726"/>
                    <a:pt x="18063" y="9505"/>
                    <a:pt x="18442" y="6515"/>
                  </a:cubicBezTo>
                  <a:cubicBezTo>
                    <a:pt x="18752" y="4044"/>
                    <a:pt x="18843" y="3727"/>
                    <a:pt x="18860" y="3685"/>
                  </a:cubicBezTo>
                  <a:cubicBezTo>
                    <a:pt x="18941" y="3633"/>
                    <a:pt x="19702" y="3130"/>
                    <a:pt x="19571" y="2640"/>
                  </a:cubicBezTo>
                  <a:cubicBezTo>
                    <a:pt x="19548" y="2529"/>
                    <a:pt x="19473" y="2435"/>
                    <a:pt x="19369" y="2389"/>
                  </a:cubicBezTo>
                  <a:cubicBezTo>
                    <a:pt x="19317" y="2367"/>
                    <a:pt x="19260" y="2359"/>
                    <a:pt x="19203" y="2359"/>
                  </a:cubicBezTo>
                  <a:cubicBezTo>
                    <a:pt x="19010" y="2359"/>
                    <a:pt x="18809" y="2456"/>
                    <a:pt x="18758" y="2484"/>
                  </a:cubicBezTo>
                  <a:cubicBezTo>
                    <a:pt x="18537" y="2415"/>
                    <a:pt x="15445" y="1462"/>
                    <a:pt x="11989" y="760"/>
                  </a:cubicBezTo>
                  <a:cubicBezTo>
                    <a:pt x="9897" y="336"/>
                    <a:pt x="8079" y="88"/>
                    <a:pt x="6593" y="19"/>
                  </a:cubicBezTo>
                  <a:cubicBezTo>
                    <a:pt x="6314" y="7"/>
                    <a:pt x="6047" y="0"/>
                    <a:pt x="5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4209;p71">
              <a:extLst>
                <a:ext uri="{FF2B5EF4-FFF2-40B4-BE49-F238E27FC236}">
                  <a16:creationId xmlns:a16="http://schemas.microsoft.com/office/drawing/2014/main" id="{C176C7D9-6B5A-C844-5984-53907D9DC0EE}"/>
                </a:ext>
              </a:extLst>
            </p:cNvPr>
            <p:cNvSpPr/>
            <p:nvPr/>
          </p:nvSpPr>
          <p:spPr>
            <a:xfrm>
              <a:off x="6785025" y="2403300"/>
              <a:ext cx="158425" cy="87825"/>
            </a:xfrm>
            <a:custGeom>
              <a:avLst/>
              <a:gdLst/>
              <a:ahLst/>
              <a:cxnLst/>
              <a:rect l="l" t="t" r="r" b="b"/>
              <a:pathLst>
                <a:path w="6337" h="3513" extrusionOk="0">
                  <a:moveTo>
                    <a:pt x="6082" y="751"/>
                  </a:moveTo>
                  <a:cubicBezTo>
                    <a:pt x="5905" y="454"/>
                    <a:pt x="4894" y="1192"/>
                    <a:pt x="3102" y="1016"/>
                  </a:cubicBezTo>
                  <a:cubicBezTo>
                    <a:pt x="1388" y="849"/>
                    <a:pt x="582" y="0"/>
                    <a:pt x="344" y="271"/>
                  </a:cubicBezTo>
                  <a:cubicBezTo>
                    <a:pt x="1" y="650"/>
                    <a:pt x="1019" y="3010"/>
                    <a:pt x="2795" y="3248"/>
                  </a:cubicBezTo>
                  <a:cubicBezTo>
                    <a:pt x="4701" y="3513"/>
                    <a:pt x="6336" y="1185"/>
                    <a:pt x="6082" y="751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4210;p71">
              <a:extLst>
                <a:ext uri="{FF2B5EF4-FFF2-40B4-BE49-F238E27FC236}">
                  <a16:creationId xmlns:a16="http://schemas.microsoft.com/office/drawing/2014/main" id="{ABB2EB26-001D-4685-3889-197684FBA158}"/>
                </a:ext>
              </a:extLst>
            </p:cNvPr>
            <p:cNvSpPr/>
            <p:nvPr/>
          </p:nvSpPr>
          <p:spPr>
            <a:xfrm>
              <a:off x="6851550" y="2434225"/>
              <a:ext cx="33625" cy="32000"/>
            </a:xfrm>
            <a:custGeom>
              <a:avLst/>
              <a:gdLst/>
              <a:ahLst/>
              <a:cxnLst/>
              <a:rect l="l" t="t" r="r" b="b"/>
              <a:pathLst>
                <a:path w="1345" h="1280" extrusionOk="0">
                  <a:moveTo>
                    <a:pt x="734" y="63"/>
                  </a:moveTo>
                  <a:cubicBezTo>
                    <a:pt x="832" y="63"/>
                    <a:pt x="934" y="85"/>
                    <a:pt x="1022" y="131"/>
                  </a:cubicBezTo>
                  <a:cubicBezTo>
                    <a:pt x="1116" y="180"/>
                    <a:pt x="1188" y="268"/>
                    <a:pt x="1214" y="373"/>
                  </a:cubicBezTo>
                  <a:cubicBezTo>
                    <a:pt x="1280" y="575"/>
                    <a:pt x="1231" y="830"/>
                    <a:pt x="1175" y="934"/>
                  </a:cubicBezTo>
                  <a:cubicBezTo>
                    <a:pt x="1138" y="1000"/>
                    <a:pt x="928" y="1216"/>
                    <a:pt x="684" y="1216"/>
                  </a:cubicBezTo>
                  <a:cubicBezTo>
                    <a:pt x="625" y="1216"/>
                    <a:pt x="564" y="1203"/>
                    <a:pt x="503" y="1172"/>
                  </a:cubicBezTo>
                  <a:cubicBezTo>
                    <a:pt x="356" y="1100"/>
                    <a:pt x="242" y="976"/>
                    <a:pt x="186" y="823"/>
                  </a:cubicBezTo>
                  <a:cubicBezTo>
                    <a:pt x="131" y="676"/>
                    <a:pt x="137" y="513"/>
                    <a:pt x="209" y="373"/>
                  </a:cubicBezTo>
                  <a:cubicBezTo>
                    <a:pt x="277" y="236"/>
                    <a:pt x="405" y="131"/>
                    <a:pt x="555" y="89"/>
                  </a:cubicBezTo>
                  <a:cubicBezTo>
                    <a:pt x="614" y="72"/>
                    <a:pt x="672" y="63"/>
                    <a:pt x="734" y="63"/>
                  </a:cubicBezTo>
                  <a:close/>
                  <a:moveTo>
                    <a:pt x="731" y="1"/>
                  </a:moveTo>
                  <a:cubicBezTo>
                    <a:pt x="666" y="1"/>
                    <a:pt x="600" y="10"/>
                    <a:pt x="535" y="30"/>
                  </a:cubicBezTo>
                  <a:cubicBezTo>
                    <a:pt x="186" y="131"/>
                    <a:pt x="0" y="506"/>
                    <a:pt x="127" y="846"/>
                  </a:cubicBezTo>
                  <a:cubicBezTo>
                    <a:pt x="189" y="1012"/>
                    <a:pt x="313" y="1149"/>
                    <a:pt x="473" y="1231"/>
                  </a:cubicBezTo>
                  <a:cubicBezTo>
                    <a:pt x="539" y="1260"/>
                    <a:pt x="607" y="1280"/>
                    <a:pt x="679" y="1280"/>
                  </a:cubicBezTo>
                  <a:cubicBezTo>
                    <a:pt x="940" y="1277"/>
                    <a:pt x="1175" y="1065"/>
                    <a:pt x="1227" y="967"/>
                  </a:cubicBezTo>
                  <a:cubicBezTo>
                    <a:pt x="1286" y="856"/>
                    <a:pt x="1345" y="585"/>
                    <a:pt x="1273" y="356"/>
                  </a:cubicBezTo>
                  <a:cubicBezTo>
                    <a:pt x="1240" y="236"/>
                    <a:pt x="1162" y="134"/>
                    <a:pt x="1051" y="79"/>
                  </a:cubicBezTo>
                  <a:cubicBezTo>
                    <a:pt x="951" y="28"/>
                    <a:pt x="842" y="1"/>
                    <a:pt x="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4211;p71">
              <a:extLst>
                <a:ext uri="{FF2B5EF4-FFF2-40B4-BE49-F238E27FC236}">
                  <a16:creationId xmlns:a16="http://schemas.microsoft.com/office/drawing/2014/main" id="{4426B3C2-1682-0BE8-3251-D7A35F125556}"/>
                </a:ext>
              </a:extLst>
            </p:cNvPr>
            <p:cNvSpPr/>
            <p:nvPr/>
          </p:nvSpPr>
          <p:spPr>
            <a:xfrm>
              <a:off x="6384300" y="1383150"/>
              <a:ext cx="528375" cy="817350"/>
            </a:xfrm>
            <a:custGeom>
              <a:avLst/>
              <a:gdLst/>
              <a:ahLst/>
              <a:cxnLst/>
              <a:rect l="l" t="t" r="r" b="b"/>
              <a:pathLst>
                <a:path w="21135" h="32694" extrusionOk="0">
                  <a:moveTo>
                    <a:pt x="4254" y="1"/>
                  </a:moveTo>
                  <a:cubicBezTo>
                    <a:pt x="2620" y="1"/>
                    <a:pt x="1304" y="12"/>
                    <a:pt x="940" y="26"/>
                  </a:cubicBezTo>
                  <a:cubicBezTo>
                    <a:pt x="369" y="49"/>
                    <a:pt x="0" y="169"/>
                    <a:pt x="0" y="225"/>
                  </a:cubicBezTo>
                  <a:lnTo>
                    <a:pt x="0" y="21229"/>
                  </a:lnTo>
                  <a:cubicBezTo>
                    <a:pt x="0" y="21914"/>
                    <a:pt x="5245" y="23625"/>
                    <a:pt x="6159" y="25678"/>
                  </a:cubicBezTo>
                  <a:cubicBezTo>
                    <a:pt x="7073" y="27727"/>
                    <a:pt x="6388" y="32522"/>
                    <a:pt x="6388" y="32522"/>
                  </a:cubicBezTo>
                  <a:cubicBezTo>
                    <a:pt x="6388" y="32522"/>
                    <a:pt x="11739" y="32694"/>
                    <a:pt x="15938" y="32694"/>
                  </a:cubicBezTo>
                  <a:cubicBezTo>
                    <a:pt x="18566" y="32694"/>
                    <a:pt x="20743" y="32627"/>
                    <a:pt x="20874" y="32408"/>
                  </a:cubicBezTo>
                  <a:cubicBezTo>
                    <a:pt x="21135" y="31971"/>
                    <a:pt x="20799" y="27878"/>
                    <a:pt x="20626" y="25965"/>
                  </a:cubicBezTo>
                  <a:cubicBezTo>
                    <a:pt x="20570" y="25364"/>
                    <a:pt x="20391" y="25221"/>
                    <a:pt x="19650" y="24587"/>
                  </a:cubicBezTo>
                  <a:lnTo>
                    <a:pt x="19242" y="24287"/>
                  </a:lnTo>
                  <a:cubicBezTo>
                    <a:pt x="17763" y="23194"/>
                    <a:pt x="16134" y="22322"/>
                    <a:pt x="14404" y="21699"/>
                  </a:cubicBezTo>
                  <a:lnTo>
                    <a:pt x="13461" y="21356"/>
                  </a:lnTo>
                  <a:cubicBezTo>
                    <a:pt x="13200" y="21239"/>
                    <a:pt x="12932" y="20746"/>
                    <a:pt x="12949" y="20459"/>
                  </a:cubicBezTo>
                  <a:cubicBezTo>
                    <a:pt x="13131" y="16809"/>
                    <a:pt x="12985" y="1615"/>
                    <a:pt x="12860" y="271"/>
                  </a:cubicBezTo>
                  <a:cubicBezTo>
                    <a:pt x="12840" y="56"/>
                    <a:pt x="7801" y="1"/>
                    <a:pt x="4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4212;p71">
              <a:extLst>
                <a:ext uri="{FF2B5EF4-FFF2-40B4-BE49-F238E27FC236}">
                  <a16:creationId xmlns:a16="http://schemas.microsoft.com/office/drawing/2014/main" id="{DEC4B3F2-DD47-CE82-E8DF-2073858FF0B2}"/>
                </a:ext>
              </a:extLst>
            </p:cNvPr>
            <p:cNvSpPr/>
            <p:nvPr/>
          </p:nvSpPr>
          <p:spPr>
            <a:xfrm>
              <a:off x="6398900" y="1383150"/>
              <a:ext cx="528475" cy="817350"/>
            </a:xfrm>
            <a:custGeom>
              <a:avLst/>
              <a:gdLst/>
              <a:ahLst/>
              <a:cxnLst/>
              <a:rect l="l" t="t" r="r" b="b"/>
              <a:pathLst>
                <a:path w="21139" h="32694" extrusionOk="0">
                  <a:moveTo>
                    <a:pt x="4255" y="1"/>
                  </a:moveTo>
                  <a:cubicBezTo>
                    <a:pt x="2622" y="1"/>
                    <a:pt x="1306" y="12"/>
                    <a:pt x="944" y="26"/>
                  </a:cubicBezTo>
                  <a:cubicBezTo>
                    <a:pt x="373" y="49"/>
                    <a:pt x="0" y="169"/>
                    <a:pt x="0" y="225"/>
                  </a:cubicBezTo>
                  <a:lnTo>
                    <a:pt x="0" y="21229"/>
                  </a:lnTo>
                  <a:cubicBezTo>
                    <a:pt x="0" y="21914"/>
                    <a:pt x="5249" y="23625"/>
                    <a:pt x="6163" y="25678"/>
                  </a:cubicBezTo>
                  <a:cubicBezTo>
                    <a:pt x="7077" y="27727"/>
                    <a:pt x="6391" y="32522"/>
                    <a:pt x="6391" y="32522"/>
                  </a:cubicBezTo>
                  <a:cubicBezTo>
                    <a:pt x="6391" y="32522"/>
                    <a:pt x="11741" y="32694"/>
                    <a:pt x="15940" y="32694"/>
                  </a:cubicBezTo>
                  <a:cubicBezTo>
                    <a:pt x="18568" y="32694"/>
                    <a:pt x="20745" y="32627"/>
                    <a:pt x="20877" y="32408"/>
                  </a:cubicBezTo>
                  <a:cubicBezTo>
                    <a:pt x="21138" y="31971"/>
                    <a:pt x="20802" y="27878"/>
                    <a:pt x="20626" y="25965"/>
                  </a:cubicBezTo>
                  <a:cubicBezTo>
                    <a:pt x="20570" y="25364"/>
                    <a:pt x="20391" y="25221"/>
                    <a:pt x="19650" y="24587"/>
                  </a:cubicBezTo>
                  <a:lnTo>
                    <a:pt x="19242" y="24287"/>
                  </a:lnTo>
                  <a:cubicBezTo>
                    <a:pt x="17763" y="23194"/>
                    <a:pt x="16135" y="22322"/>
                    <a:pt x="14408" y="21699"/>
                  </a:cubicBezTo>
                  <a:lnTo>
                    <a:pt x="13461" y="21356"/>
                  </a:lnTo>
                  <a:cubicBezTo>
                    <a:pt x="13203" y="21239"/>
                    <a:pt x="12936" y="20746"/>
                    <a:pt x="12949" y="20459"/>
                  </a:cubicBezTo>
                  <a:cubicBezTo>
                    <a:pt x="13135" y="16809"/>
                    <a:pt x="12988" y="1615"/>
                    <a:pt x="12864" y="271"/>
                  </a:cubicBezTo>
                  <a:cubicBezTo>
                    <a:pt x="12842" y="56"/>
                    <a:pt x="7801" y="1"/>
                    <a:pt x="4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4213;p71">
              <a:extLst>
                <a:ext uri="{FF2B5EF4-FFF2-40B4-BE49-F238E27FC236}">
                  <a16:creationId xmlns:a16="http://schemas.microsoft.com/office/drawing/2014/main" id="{FCCA2552-0405-633F-5C6A-274706CAD039}"/>
                </a:ext>
              </a:extLst>
            </p:cNvPr>
            <p:cNvSpPr/>
            <p:nvPr/>
          </p:nvSpPr>
          <p:spPr>
            <a:xfrm>
              <a:off x="6398900" y="1382075"/>
              <a:ext cx="528475" cy="825500"/>
            </a:xfrm>
            <a:custGeom>
              <a:avLst/>
              <a:gdLst/>
              <a:ahLst/>
              <a:cxnLst/>
              <a:rect l="l" t="t" r="r" b="b"/>
              <a:pathLst>
                <a:path w="21139" h="33020" extrusionOk="0">
                  <a:moveTo>
                    <a:pt x="944" y="69"/>
                  </a:moveTo>
                  <a:cubicBezTo>
                    <a:pt x="373" y="92"/>
                    <a:pt x="0" y="212"/>
                    <a:pt x="0" y="268"/>
                  </a:cubicBezTo>
                  <a:lnTo>
                    <a:pt x="0" y="21272"/>
                  </a:lnTo>
                  <a:cubicBezTo>
                    <a:pt x="0" y="21957"/>
                    <a:pt x="5249" y="23668"/>
                    <a:pt x="6163" y="25721"/>
                  </a:cubicBezTo>
                  <a:cubicBezTo>
                    <a:pt x="7077" y="27770"/>
                    <a:pt x="6391" y="32565"/>
                    <a:pt x="6391" y="32565"/>
                  </a:cubicBezTo>
                  <a:cubicBezTo>
                    <a:pt x="6391" y="32565"/>
                    <a:pt x="20534" y="33019"/>
                    <a:pt x="20877" y="32451"/>
                  </a:cubicBezTo>
                  <a:cubicBezTo>
                    <a:pt x="21138" y="32014"/>
                    <a:pt x="20802" y="27921"/>
                    <a:pt x="20626" y="26008"/>
                  </a:cubicBezTo>
                  <a:cubicBezTo>
                    <a:pt x="20570" y="25407"/>
                    <a:pt x="20391" y="25264"/>
                    <a:pt x="19650" y="24630"/>
                  </a:cubicBezTo>
                  <a:lnTo>
                    <a:pt x="19242" y="24330"/>
                  </a:lnTo>
                  <a:cubicBezTo>
                    <a:pt x="17763" y="23237"/>
                    <a:pt x="16135" y="22365"/>
                    <a:pt x="14408" y="21742"/>
                  </a:cubicBezTo>
                  <a:lnTo>
                    <a:pt x="13461" y="21399"/>
                  </a:lnTo>
                  <a:cubicBezTo>
                    <a:pt x="13203" y="21282"/>
                    <a:pt x="12936" y="20789"/>
                    <a:pt x="12949" y="20502"/>
                  </a:cubicBezTo>
                  <a:cubicBezTo>
                    <a:pt x="13135" y="16852"/>
                    <a:pt x="12988" y="1658"/>
                    <a:pt x="12864" y="314"/>
                  </a:cubicBezTo>
                  <a:cubicBezTo>
                    <a:pt x="12831" y="0"/>
                    <a:pt x="2093" y="26"/>
                    <a:pt x="944" y="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4214;p71">
              <a:extLst>
                <a:ext uri="{FF2B5EF4-FFF2-40B4-BE49-F238E27FC236}">
                  <a16:creationId xmlns:a16="http://schemas.microsoft.com/office/drawing/2014/main" id="{7B5AADFD-F8BF-82BF-2F5E-B716A2D8A08E}"/>
                </a:ext>
              </a:extLst>
            </p:cNvPr>
            <p:cNvSpPr/>
            <p:nvPr/>
          </p:nvSpPr>
          <p:spPr>
            <a:xfrm>
              <a:off x="6503350" y="1383125"/>
              <a:ext cx="423950" cy="817425"/>
            </a:xfrm>
            <a:custGeom>
              <a:avLst/>
              <a:gdLst/>
              <a:ahLst/>
              <a:cxnLst/>
              <a:rect l="l" t="t" r="r" b="b"/>
              <a:pathLst>
                <a:path w="16958" h="32697" extrusionOk="0">
                  <a:moveTo>
                    <a:pt x="16445" y="25969"/>
                  </a:moveTo>
                  <a:cubicBezTo>
                    <a:pt x="16392" y="25365"/>
                    <a:pt x="16213" y="25222"/>
                    <a:pt x="15469" y="24592"/>
                  </a:cubicBezTo>
                  <a:lnTo>
                    <a:pt x="15061" y="24288"/>
                  </a:lnTo>
                  <a:cubicBezTo>
                    <a:pt x="13582" y="23198"/>
                    <a:pt x="11953" y="22323"/>
                    <a:pt x="10227" y="21700"/>
                  </a:cubicBezTo>
                  <a:lnTo>
                    <a:pt x="9283" y="21360"/>
                  </a:lnTo>
                  <a:cubicBezTo>
                    <a:pt x="9022" y="21240"/>
                    <a:pt x="8755" y="20747"/>
                    <a:pt x="8768" y="20463"/>
                  </a:cubicBezTo>
                  <a:cubicBezTo>
                    <a:pt x="8954" y="16810"/>
                    <a:pt x="8807" y="1620"/>
                    <a:pt x="8683" y="272"/>
                  </a:cubicBezTo>
                  <a:cubicBezTo>
                    <a:pt x="8663" y="56"/>
                    <a:pt x="3552" y="1"/>
                    <a:pt x="0" y="4"/>
                  </a:cubicBezTo>
                  <a:cubicBezTo>
                    <a:pt x="3532" y="4"/>
                    <a:pt x="8356" y="63"/>
                    <a:pt x="8376" y="272"/>
                  </a:cubicBezTo>
                  <a:cubicBezTo>
                    <a:pt x="8500" y="1616"/>
                    <a:pt x="8647" y="16810"/>
                    <a:pt x="8461" y="20463"/>
                  </a:cubicBezTo>
                  <a:cubicBezTo>
                    <a:pt x="8448" y="20747"/>
                    <a:pt x="8715" y="21240"/>
                    <a:pt x="8977" y="21360"/>
                  </a:cubicBezTo>
                  <a:lnTo>
                    <a:pt x="9920" y="21700"/>
                  </a:lnTo>
                  <a:cubicBezTo>
                    <a:pt x="11646" y="22323"/>
                    <a:pt x="13275" y="23198"/>
                    <a:pt x="14754" y="24288"/>
                  </a:cubicBezTo>
                  <a:lnTo>
                    <a:pt x="15162" y="24592"/>
                  </a:lnTo>
                  <a:cubicBezTo>
                    <a:pt x="15903" y="25222"/>
                    <a:pt x="16086" y="25365"/>
                    <a:pt x="16138" y="25969"/>
                  </a:cubicBezTo>
                  <a:cubicBezTo>
                    <a:pt x="16314" y="27879"/>
                    <a:pt x="16650" y="31975"/>
                    <a:pt x="16389" y="32409"/>
                  </a:cubicBezTo>
                  <a:cubicBezTo>
                    <a:pt x="16259" y="32625"/>
                    <a:pt x="14166" y="32696"/>
                    <a:pt x="11607" y="32696"/>
                  </a:cubicBezTo>
                  <a:cubicBezTo>
                    <a:pt x="14303" y="32696"/>
                    <a:pt x="16562" y="32631"/>
                    <a:pt x="16696" y="32409"/>
                  </a:cubicBezTo>
                  <a:cubicBezTo>
                    <a:pt x="16957" y="31975"/>
                    <a:pt x="16621" y="27879"/>
                    <a:pt x="16445" y="259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4215;p71">
              <a:extLst>
                <a:ext uri="{FF2B5EF4-FFF2-40B4-BE49-F238E27FC236}">
                  <a16:creationId xmlns:a16="http://schemas.microsoft.com/office/drawing/2014/main" id="{881B2BE6-DDF0-31AE-50F4-B2B7C18CD430}"/>
                </a:ext>
              </a:extLst>
            </p:cNvPr>
            <p:cNvSpPr/>
            <p:nvPr/>
          </p:nvSpPr>
          <p:spPr>
            <a:xfrm>
              <a:off x="6398075" y="1382375"/>
              <a:ext cx="529875" cy="818900"/>
            </a:xfrm>
            <a:custGeom>
              <a:avLst/>
              <a:gdLst/>
              <a:ahLst/>
              <a:cxnLst/>
              <a:rect l="l" t="t" r="r" b="b"/>
              <a:pathLst>
                <a:path w="21195" h="32756" extrusionOk="0">
                  <a:moveTo>
                    <a:pt x="4316" y="63"/>
                  </a:moveTo>
                  <a:cubicBezTo>
                    <a:pt x="5245" y="63"/>
                    <a:pt x="6267" y="67"/>
                    <a:pt x="7257" y="76"/>
                  </a:cubicBezTo>
                  <a:cubicBezTo>
                    <a:pt x="12114" y="119"/>
                    <a:pt x="12799" y="253"/>
                    <a:pt x="12861" y="308"/>
                  </a:cubicBezTo>
                  <a:cubicBezTo>
                    <a:pt x="12972" y="1561"/>
                    <a:pt x="13135" y="16782"/>
                    <a:pt x="12946" y="20490"/>
                  </a:cubicBezTo>
                  <a:cubicBezTo>
                    <a:pt x="12930" y="20796"/>
                    <a:pt x="13220" y="21299"/>
                    <a:pt x="13481" y="21416"/>
                  </a:cubicBezTo>
                  <a:lnTo>
                    <a:pt x="14425" y="21759"/>
                  </a:lnTo>
                  <a:cubicBezTo>
                    <a:pt x="16148" y="22383"/>
                    <a:pt x="17777" y="23254"/>
                    <a:pt x="19252" y="24344"/>
                  </a:cubicBezTo>
                  <a:lnTo>
                    <a:pt x="19660" y="24645"/>
                  </a:lnTo>
                  <a:lnTo>
                    <a:pt x="19696" y="24677"/>
                  </a:lnTo>
                  <a:cubicBezTo>
                    <a:pt x="20404" y="25278"/>
                    <a:pt x="20574" y="25421"/>
                    <a:pt x="20626" y="25999"/>
                  </a:cubicBezTo>
                  <a:cubicBezTo>
                    <a:pt x="20789" y="27788"/>
                    <a:pt x="21139" y="31992"/>
                    <a:pt x="20881" y="32423"/>
                  </a:cubicBezTo>
                  <a:cubicBezTo>
                    <a:pt x="20814" y="32531"/>
                    <a:pt x="20038" y="32697"/>
                    <a:pt x="15965" y="32697"/>
                  </a:cubicBezTo>
                  <a:cubicBezTo>
                    <a:pt x="15259" y="32697"/>
                    <a:pt x="14454" y="32692"/>
                    <a:pt x="13537" y="32681"/>
                  </a:cubicBezTo>
                  <a:cubicBezTo>
                    <a:pt x="10185" y="32638"/>
                    <a:pt x="6829" y="32537"/>
                    <a:pt x="6454" y="32524"/>
                  </a:cubicBezTo>
                  <a:cubicBezTo>
                    <a:pt x="6513" y="32090"/>
                    <a:pt x="7087" y="27644"/>
                    <a:pt x="6219" y="25696"/>
                  </a:cubicBezTo>
                  <a:cubicBezTo>
                    <a:pt x="5664" y="24452"/>
                    <a:pt x="3506" y="23319"/>
                    <a:pt x="1930" y="22494"/>
                  </a:cubicBezTo>
                  <a:cubicBezTo>
                    <a:pt x="925" y="21968"/>
                    <a:pt x="60" y="21514"/>
                    <a:pt x="60" y="21260"/>
                  </a:cubicBezTo>
                  <a:lnTo>
                    <a:pt x="60" y="259"/>
                  </a:lnTo>
                  <a:cubicBezTo>
                    <a:pt x="99" y="217"/>
                    <a:pt x="441" y="109"/>
                    <a:pt x="973" y="89"/>
                  </a:cubicBezTo>
                  <a:cubicBezTo>
                    <a:pt x="1352" y="75"/>
                    <a:pt x="2690" y="63"/>
                    <a:pt x="4316" y="63"/>
                  </a:cubicBezTo>
                  <a:close/>
                  <a:moveTo>
                    <a:pt x="4374" y="1"/>
                  </a:moveTo>
                  <a:cubicBezTo>
                    <a:pt x="2724" y="1"/>
                    <a:pt x="1362" y="13"/>
                    <a:pt x="973" y="27"/>
                  </a:cubicBezTo>
                  <a:cubicBezTo>
                    <a:pt x="464" y="47"/>
                    <a:pt x="1" y="155"/>
                    <a:pt x="1" y="256"/>
                  </a:cubicBezTo>
                  <a:lnTo>
                    <a:pt x="1" y="21260"/>
                  </a:lnTo>
                  <a:cubicBezTo>
                    <a:pt x="1" y="21550"/>
                    <a:pt x="800" y="21968"/>
                    <a:pt x="1900" y="22546"/>
                  </a:cubicBezTo>
                  <a:cubicBezTo>
                    <a:pt x="3470" y="23368"/>
                    <a:pt x="5618" y="24494"/>
                    <a:pt x="6163" y="25722"/>
                  </a:cubicBezTo>
                  <a:cubicBezTo>
                    <a:pt x="7064" y="27742"/>
                    <a:pt x="6398" y="32501"/>
                    <a:pt x="6389" y="32550"/>
                  </a:cubicBezTo>
                  <a:cubicBezTo>
                    <a:pt x="6389" y="32566"/>
                    <a:pt x="6402" y="32583"/>
                    <a:pt x="6418" y="32583"/>
                  </a:cubicBezTo>
                  <a:cubicBezTo>
                    <a:pt x="6454" y="32586"/>
                    <a:pt x="9995" y="32700"/>
                    <a:pt x="13533" y="32739"/>
                  </a:cubicBezTo>
                  <a:cubicBezTo>
                    <a:pt x="14470" y="32752"/>
                    <a:pt x="15283" y="32756"/>
                    <a:pt x="15998" y="32756"/>
                  </a:cubicBezTo>
                  <a:cubicBezTo>
                    <a:pt x="20754" y="32756"/>
                    <a:pt x="20887" y="32534"/>
                    <a:pt x="20933" y="32455"/>
                  </a:cubicBezTo>
                  <a:cubicBezTo>
                    <a:pt x="21194" y="32025"/>
                    <a:pt x="20894" y="28225"/>
                    <a:pt x="20688" y="25996"/>
                  </a:cubicBezTo>
                  <a:cubicBezTo>
                    <a:pt x="20633" y="25392"/>
                    <a:pt x="20443" y="25232"/>
                    <a:pt x="19738" y="24632"/>
                  </a:cubicBezTo>
                  <a:lnTo>
                    <a:pt x="19699" y="24599"/>
                  </a:lnTo>
                  <a:lnTo>
                    <a:pt x="19291" y="24295"/>
                  </a:lnTo>
                  <a:cubicBezTo>
                    <a:pt x="17809" y="23202"/>
                    <a:pt x="16177" y="22327"/>
                    <a:pt x="14447" y="21704"/>
                  </a:cubicBezTo>
                  <a:lnTo>
                    <a:pt x="13504" y="21364"/>
                  </a:lnTo>
                  <a:cubicBezTo>
                    <a:pt x="13269" y="21253"/>
                    <a:pt x="12995" y="20777"/>
                    <a:pt x="13011" y="20493"/>
                  </a:cubicBezTo>
                  <a:cubicBezTo>
                    <a:pt x="13197" y="16778"/>
                    <a:pt x="13034" y="1516"/>
                    <a:pt x="12923" y="298"/>
                  </a:cubicBezTo>
                  <a:cubicBezTo>
                    <a:pt x="12917" y="230"/>
                    <a:pt x="12904" y="66"/>
                    <a:pt x="7355" y="14"/>
                  </a:cubicBezTo>
                  <a:cubicBezTo>
                    <a:pt x="6353" y="5"/>
                    <a:pt x="5317" y="1"/>
                    <a:pt x="4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4216;p71">
              <a:extLst>
                <a:ext uri="{FF2B5EF4-FFF2-40B4-BE49-F238E27FC236}">
                  <a16:creationId xmlns:a16="http://schemas.microsoft.com/office/drawing/2014/main" id="{1B8FF3E7-5BC6-6069-D44E-ED12711C8696}"/>
                </a:ext>
              </a:extLst>
            </p:cNvPr>
            <p:cNvSpPr/>
            <p:nvPr/>
          </p:nvSpPr>
          <p:spPr>
            <a:xfrm>
              <a:off x="6568375" y="2195625"/>
              <a:ext cx="4525" cy="30800"/>
            </a:xfrm>
            <a:custGeom>
              <a:avLst/>
              <a:gdLst/>
              <a:ahLst/>
              <a:cxnLst/>
              <a:rect l="l" t="t" r="r" b="b"/>
              <a:pathLst>
                <a:path w="181" h="1232" extrusionOk="0">
                  <a:moveTo>
                    <a:pt x="151" y="0"/>
                  </a:moveTo>
                  <a:cubicBezTo>
                    <a:pt x="135" y="0"/>
                    <a:pt x="118" y="14"/>
                    <a:pt x="118" y="30"/>
                  </a:cubicBezTo>
                  <a:lnTo>
                    <a:pt x="1" y="1195"/>
                  </a:lnTo>
                  <a:cubicBezTo>
                    <a:pt x="1" y="1211"/>
                    <a:pt x="11" y="1228"/>
                    <a:pt x="30" y="1231"/>
                  </a:cubicBezTo>
                  <a:lnTo>
                    <a:pt x="33" y="1231"/>
                  </a:lnTo>
                  <a:cubicBezTo>
                    <a:pt x="47" y="1228"/>
                    <a:pt x="60" y="1218"/>
                    <a:pt x="63" y="1202"/>
                  </a:cubicBezTo>
                  <a:lnTo>
                    <a:pt x="180" y="36"/>
                  </a:lnTo>
                  <a:cubicBezTo>
                    <a:pt x="180" y="17"/>
                    <a:pt x="167" y="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4217;p71">
              <a:extLst>
                <a:ext uri="{FF2B5EF4-FFF2-40B4-BE49-F238E27FC236}">
                  <a16:creationId xmlns:a16="http://schemas.microsoft.com/office/drawing/2014/main" id="{82DDDDAE-329A-2A85-C01E-52571B9A22CF}"/>
                </a:ext>
              </a:extLst>
            </p:cNvPr>
            <p:cNvSpPr/>
            <p:nvPr/>
          </p:nvSpPr>
          <p:spPr>
            <a:xfrm>
              <a:off x="6564950" y="2219700"/>
              <a:ext cx="8850" cy="8825"/>
            </a:xfrm>
            <a:custGeom>
              <a:avLst/>
              <a:gdLst/>
              <a:ahLst/>
              <a:cxnLst/>
              <a:rect l="l" t="t" r="r" b="b"/>
              <a:pathLst>
                <a:path w="354" h="353" extrusionOk="0">
                  <a:moveTo>
                    <a:pt x="177" y="0"/>
                  </a:moveTo>
                  <a:cubicBezTo>
                    <a:pt x="79" y="0"/>
                    <a:pt x="1" y="79"/>
                    <a:pt x="1" y="177"/>
                  </a:cubicBezTo>
                  <a:cubicBezTo>
                    <a:pt x="1" y="275"/>
                    <a:pt x="79" y="353"/>
                    <a:pt x="177" y="353"/>
                  </a:cubicBezTo>
                  <a:cubicBezTo>
                    <a:pt x="275" y="353"/>
                    <a:pt x="353" y="275"/>
                    <a:pt x="353" y="177"/>
                  </a:cubicBezTo>
                  <a:cubicBezTo>
                    <a:pt x="353" y="79"/>
                    <a:pt x="275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4218;p71">
              <a:extLst>
                <a:ext uri="{FF2B5EF4-FFF2-40B4-BE49-F238E27FC236}">
                  <a16:creationId xmlns:a16="http://schemas.microsoft.com/office/drawing/2014/main" id="{9F1A6F89-2303-A66B-76CD-D7D6DC298418}"/>
                </a:ext>
              </a:extLst>
            </p:cNvPr>
            <p:cNvSpPr/>
            <p:nvPr/>
          </p:nvSpPr>
          <p:spPr>
            <a:xfrm>
              <a:off x="6583800" y="2196500"/>
              <a:ext cx="4600" cy="30725"/>
            </a:xfrm>
            <a:custGeom>
              <a:avLst/>
              <a:gdLst/>
              <a:ahLst/>
              <a:cxnLst/>
              <a:rect l="l" t="t" r="r" b="b"/>
              <a:pathLst>
                <a:path w="184" h="1229" extrusionOk="0">
                  <a:moveTo>
                    <a:pt x="149" y="1"/>
                  </a:moveTo>
                  <a:cubicBezTo>
                    <a:pt x="135" y="1"/>
                    <a:pt x="122" y="13"/>
                    <a:pt x="122" y="28"/>
                  </a:cubicBezTo>
                  <a:lnTo>
                    <a:pt x="4" y="1193"/>
                  </a:lnTo>
                  <a:cubicBezTo>
                    <a:pt x="1" y="1212"/>
                    <a:pt x="14" y="1225"/>
                    <a:pt x="30" y="1229"/>
                  </a:cubicBezTo>
                  <a:lnTo>
                    <a:pt x="33" y="1229"/>
                  </a:lnTo>
                  <a:cubicBezTo>
                    <a:pt x="50" y="1229"/>
                    <a:pt x="63" y="1216"/>
                    <a:pt x="63" y="1199"/>
                  </a:cubicBezTo>
                  <a:lnTo>
                    <a:pt x="180" y="34"/>
                  </a:lnTo>
                  <a:cubicBezTo>
                    <a:pt x="184" y="18"/>
                    <a:pt x="170" y="1"/>
                    <a:pt x="154" y="1"/>
                  </a:cubicBezTo>
                  <a:cubicBezTo>
                    <a:pt x="152" y="1"/>
                    <a:pt x="151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4219;p71">
              <a:extLst>
                <a:ext uri="{FF2B5EF4-FFF2-40B4-BE49-F238E27FC236}">
                  <a16:creationId xmlns:a16="http://schemas.microsoft.com/office/drawing/2014/main" id="{D598764E-AD98-2525-AFDC-40680D18D103}"/>
                </a:ext>
              </a:extLst>
            </p:cNvPr>
            <p:cNvSpPr/>
            <p:nvPr/>
          </p:nvSpPr>
          <p:spPr>
            <a:xfrm>
              <a:off x="6578900" y="2220525"/>
              <a:ext cx="10325" cy="8825"/>
            </a:xfrm>
            <a:custGeom>
              <a:avLst/>
              <a:gdLst/>
              <a:ahLst/>
              <a:cxnLst/>
              <a:rect l="l" t="t" r="r" b="b"/>
              <a:pathLst>
                <a:path w="413" h="353" extrusionOk="0">
                  <a:moveTo>
                    <a:pt x="236" y="0"/>
                  </a:moveTo>
                  <a:cubicBezTo>
                    <a:pt x="79" y="0"/>
                    <a:pt x="1" y="189"/>
                    <a:pt x="112" y="300"/>
                  </a:cubicBezTo>
                  <a:cubicBezTo>
                    <a:pt x="148" y="336"/>
                    <a:pt x="192" y="352"/>
                    <a:pt x="235" y="352"/>
                  </a:cubicBezTo>
                  <a:cubicBezTo>
                    <a:pt x="326" y="352"/>
                    <a:pt x="412" y="282"/>
                    <a:pt x="412" y="176"/>
                  </a:cubicBezTo>
                  <a:cubicBezTo>
                    <a:pt x="412" y="78"/>
                    <a:pt x="334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4220;p71">
              <a:extLst>
                <a:ext uri="{FF2B5EF4-FFF2-40B4-BE49-F238E27FC236}">
                  <a16:creationId xmlns:a16="http://schemas.microsoft.com/office/drawing/2014/main" id="{74C6CC6E-50A4-73A9-5DA6-71C1B13A1EC7}"/>
                </a:ext>
              </a:extLst>
            </p:cNvPr>
            <p:cNvSpPr/>
            <p:nvPr/>
          </p:nvSpPr>
          <p:spPr>
            <a:xfrm>
              <a:off x="6599300" y="2197325"/>
              <a:ext cx="4600" cy="30725"/>
            </a:xfrm>
            <a:custGeom>
              <a:avLst/>
              <a:gdLst/>
              <a:ahLst/>
              <a:cxnLst/>
              <a:rect l="l" t="t" r="r" b="b"/>
              <a:pathLst>
                <a:path w="184" h="1229" extrusionOk="0">
                  <a:moveTo>
                    <a:pt x="148" y="1"/>
                  </a:moveTo>
                  <a:cubicBezTo>
                    <a:pt x="132" y="1"/>
                    <a:pt x="121" y="13"/>
                    <a:pt x="118" y="27"/>
                  </a:cubicBezTo>
                  <a:lnTo>
                    <a:pt x="4" y="1192"/>
                  </a:lnTo>
                  <a:cubicBezTo>
                    <a:pt x="1" y="1212"/>
                    <a:pt x="14" y="1225"/>
                    <a:pt x="30" y="1228"/>
                  </a:cubicBezTo>
                  <a:lnTo>
                    <a:pt x="34" y="1228"/>
                  </a:lnTo>
                  <a:cubicBezTo>
                    <a:pt x="50" y="1228"/>
                    <a:pt x="63" y="1215"/>
                    <a:pt x="63" y="1199"/>
                  </a:cubicBezTo>
                  <a:lnTo>
                    <a:pt x="180" y="34"/>
                  </a:lnTo>
                  <a:cubicBezTo>
                    <a:pt x="184" y="17"/>
                    <a:pt x="171" y="1"/>
                    <a:pt x="154" y="1"/>
                  </a:cubicBezTo>
                  <a:cubicBezTo>
                    <a:pt x="152" y="1"/>
                    <a:pt x="150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4221;p71">
              <a:extLst>
                <a:ext uri="{FF2B5EF4-FFF2-40B4-BE49-F238E27FC236}">
                  <a16:creationId xmlns:a16="http://schemas.microsoft.com/office/drawing/2014/main" id="{6B75F14D-2180-6808-55E5-65A18E7C23F3}"/>
                </a:ext>
              </a:extLst>
            </p:cNvPr>
            <p:cNvSpPr/>
            <p:nvPr/>
          </p:nvSpPr>
          <p:spPr>
            <a:xfrm>
              <a:off x="6594425" y="2221325"/>
              <a:ext cx="10300" cy="8825"/>
            </a:xfrm>
            <a:custGeom>
              <a:avLst/>
              <a:gdLst/>
              <a:ahLst/>
              <a:cxnLst/>
              <a:rect l="l" t="t" r="r" b="b"/>
              <a:pathLst>
                <a:path w="412" h="353" extrusionOk="0">
                  <a:moveTo>
                    <a:pt x="235" y="1"/>
                  </a:moveTo>
                  <a:cubicBezTo>
                    <a:pt x="78" y="1"/>
                    <a:pt x="0" y="190"/>
                    <a:pt x="111" y="301"/>
                  </a:cubicBezTo>
                  <a:cubicBezTo>
                    <a:pt x="147" y="337"/>
                    <a:pt x="191" y="353"/>
                    <a:pt x="234" y="353"/>
                  </a:cubicBezTo>
                  <a:cubicBezTo>
                    <a:pt x="325" y="353"/>
                    <a:pt x="411" y="283"/>
                    <a:pt x="411" y="177"/>
                  </a:cubicBezTo>
                  <a:cubicBezTo>
                    <a:pt x="411" y="79"/>
                    <a:pt x="333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4222;p71">
              <a:extLst>
                <a:ext uri="{FF2B5EF4-FFF2-40B4-BE49-F238E27FC236}">
                  <a16:creationId xmlns:a16="http://schemas.microsoft.com/office/drawing/2014/main" id="{3277A00B-4A5C-9F18-2367-D9A28B178FEB}"/>
                </a:ext>
              </a:extLst>
            </p:cNvPr>
            <p:cNvSpPr/>
            <p:nvPr/>
          </p:nvSpPr>
          <p:spPr>
            <a:xfrm>
              <a:off x="6611950" y="2197900"/>
              <a:ext cx="4850" cy="30725"/>
            </a:xfrm>
            <a:custGeom>
              <a:avLst/>
              <a:gdLst/>
              <a:ahLst/>
              <a:cxnLst/>
              <a:rect l="l" t="t" r="r" b="b"/>
              <a:pathLst>
                <a:path w="194" h="1229" extrusionOk="0">
                  <a:moveTo>
                    <a:pt x="35" y="0"/>
                  </a:moveTo>
                  <a:cubicBezTo>
                    <a:pt x="34" y="0"/>
                    <a:pt x="32" y="1"/>
                    <a:pt x="30" y="1"/>
                  </a:cubicBezTo>
                  <a:cubicBezTo>
                    <a:pt x="14" y="1"/>
                    <a:pt x="1" y="17"/>
                    <a:pt x="4" y="34"/>
                  </a:cubicBezTo>
                  <a:lnTo>
                    <a:pt x="131" y="1199"/>
                  </a:lnTo>
                  <a:cubicBezTo>
                    <a:pt x="131" y="1215"/>
                    <a:pt x="144" y="1228"/>
                    <a:pt x="161" y="1228"/>
                  </a:cubicBezTo>
                  <a:lnTo>
                    <a:pt x="164" y="1228"/>
                  </a:lnTo>
                  <a:cubicBezTo>
                    <a:pt x="180" y="1225"/>
                    <a:pt x="193" y="1212"/>
                    <a:pt x="190" y="1192"/>
                  </a:cubicBezTo>
                  <a:lnTo>
                    <a:pt x="63" y="27"/>
                  </a:lnTo>
                  <a:cubicBezTo>
                    <a:pt x="60" y="12"/>
                    <a:pt x="49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4223;p71">
              <a:extLst>
                <a:ext uri="{FF2B5EF4-FFF2-40B4-BE49-F238E27FC236}">
                  <a16:creationId xmlns:a16="http://schemas.microsoft.com/office/drawing/2014/main" id="{55080AC8-7654-274E-6F0B-A031F9C0CF5F}"/>
                </a:ext>
              </a:extLst>
            </p:cNvPr>
            <p:cNvSpPr/>
            <p:nvPr/>
          </p:nvSpPr>
          <p:spPr>
            <a:xfrm>
              <a:off x="6610075" y="2221900"/>
              <a:ext cx="10700" cy="8850"/>
            </a:xfrm>
            <a:custGeom>
              <a:avLst/>
              <a:gdLst/>
              <a:ahLst/>
              <a:cxnLst/>
              <a:rect l="l" t="t" r="r" b="b"/>
              <a:pathLst>
                <a:path w="428" h="354" extrusionOk="0">
                  <a:moveTo>
                    <a:pt x="229" y="0"/>
                  </a:moveTo>
                  <a:cubicBezTo>
                    <a:pt x="217" y="0"/>
                    <a:pt x="205" y="1"/>
                    <a:pt x="193" y="4"/>
                  </a:cubicBezTo>
                  <a:cubicBezTo>
                    <a:pt x="40" y="36"/>
                    <a:pt x="1" y="239"/>
                    <a:pt x="135" y="324"/>
                  </a:cubicBezTo>
                  <a:cubicBezTo>
                    <a:pt x="166" y="345"/>
                    <a:pt x="199" y="354"/>
                    <a:pt x="231" y="354"/>
                  </a:cubicBezTo>
                  <a:cubicBezTo>
                    <a:pt x="334" y="354"/>
                    <a:pt x="427" y="258"/>
                    <a:pt x="402" y="141"/>
                  </a:cubicBezTo>
                  <a:cubicBezTo>
                    <a:pt x="385" y="58"/>
                    <a:pt x="310" y="0"/>
                    <a:pt x="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4224;p71">
              <a:extLst>
                <a:ext uri="{FF2B5EF4-FFF2-40B4-BE49-F238E27FC236}">
                  <a16:creationId xmlns:a16="http://schemas.microsoft.com/office/drawing/2014/main" id="{4348E661-998A-672D-741B-49DEE0E2B236}"/>
                </a:ext>
              </a:extLst>
            </p:cNvPr>
            <p:cNvSpPr/>
            <p:nvPr/>
          </p:nvSpPr>
          <p:spPr>
            <a:xfrm>
              <a:off x="6630225" y="2199000"/>
              <a:ext cx="4575" cy="30675"/>
            </a:xfrm>
            <a:custGeom>
              <a:avLst/>
              <a:gdLst/>
              <a:ahLst/>
              <a:cxnLst/>
              <a:rect l="l" t="t" r="r" b="b"/>
              <a:pathLst>
                <a:path w="183" h="1227" extrusionOk="0">
                  <a:moveTo>
                    <a:pt x="151" y="0"/>
                  </a:moveTo>
                  <a:cubicBezTo>
                    <a:pt x="137" y="0"/>
                    <a:pt x="123" y="9"/>
                    <a:pt x="122" y="25"/>
                  </a:cubicBezTo>
                  <a:lnTo>
                    <a:pt x="4" y="1194"/>
                  </a:lnTo>
                  <a:cubicBezTo>
                    <a:pt x="1" y="1210"/>
                    <a:pt x="14" y="1223"/>
                    <a:pt x="30" y="1227"/>
                  </a:cubicBezTo>
                  <a:lnTo>
                    <a:pt x="34" y="1227"/>
                  </a:lnTo>
                  <a:cubicBezTo>
                    <a:pt x="50" y="1227"/>
                    <a:pt x="63" y="1214"/>
                    <a:pt x="66" y="1200"/>
                  </a:cubicBezTo>
                  <a:lnTo>
                    <a:pt x="181" y="32"/>
                  </a:lnTo>
                  <a:cubicBezTo>
                    <a:pt x="182" y="11"/>
                    <a:pt x="166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4225;p71">
              <a:extLst>
                <a:ext uri="{FF2B5EF4-FFF2-40B4-BE49-F238E27FC236}">
                  <a16:creationId xmlns:a16="http://schemas.microsoft.com/office/drawing/2014/main" id="{A9744A40-551D-6E9C-F301-D37E778B0748}"/>
                </a:ext>
              </a:extLst>
            </p:cNvPr>
            <p:cNvSpPr/>
            <p:nvPr/>
          </p:nvSpPr>
          <p:spPr>
            <a:xfrm>
              <a:off x="6626800" y="2222950"/>
              <a:ext cx="8850" cy="8850"/>
            </a:xfrm>
            <a:custGeom>
              <a:avLst/>
              <a:gdLst/>
              <a:ahLst/>
              <a:cxnLst/>
              <a:rect l="l" t="t" r="r" b="b"/>
              <a:pathLst>
                <a:path w="354" h="354" extrusionOk="0">
                  <a:moveTo>
                    <a:pt x="177" y="1"/>
                  </a:moveTo>
                  <a:cubicBezTo>
                    <a:pt x="82" y="1"/>
                    <a:pt x="1" y="79"/>
                    <a:pt x="1" y="177"/>
                  </a:cubicBezTo>
                  <a:cubicBezTo>
                    <a:pt x="1" y="275"/>
                    <a:pt x="82" y="353"/>
                    <a:pt x="177" y="353"/>
                  </a:cubicBezTo>
                  <a:cubicBezTo>
                    <a:pt x="275" y="353"/>
                    <a:pt x="353" y="275"/>
                    <a:pt x="353" y="177"/>
                  </a:cubicBezTo>
                  <a:cubicBezTo>
                    <a:pt x="353" y="79"/>
                    <a:pt x="275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4226;p71">
              <a:extLst>
                <a:ext uri="{FF2B5EF4-FFF2-40B4-BE49-F238E27FC236}">
                  <a16:creationId xmlns:a16="http://schemas.microsoft.com/office/drawing/2014/main" id="{9BADE954-74EC-FE0F-CBFE-37F779789923}"/>
                </a:ext>
              </a:extLst>
            </p:cNvPr>
            <p:cNvSpPr/>
            <p:nvPr/>
          </p:nvSpPr>
          <p:spPr>
            <a:xfrm>
              <a:off x="6647825" y="2197600"/>
              <a:ext cx="3825" cy="30925"/>
            </a:xfrm>
            <a:custGeom>
              <a:avLst/>
              <a:gdLst/>
              <a:ahLst/>
              <a:cxnLst/>
              <a:rect l="l" t="t" r="r" b="b"/>
              <a:pathLst>
                <a:path w="153" h="1237" extrusionOk="0">
                  <a:moveTo>
                    <a:pt x="34" y="1"/>
                  </a:moveTo>
                  <a:cubicBezTo>
                    <a:pt x="17" y="1"/>
                    <a:pt x="0" y="13"/>
                    <a:pt x="5" y="36"/>
                  </a:cubicBezTo>
                  <a:lnTo>
                    <a:pt x="90" y="1208"/>
                  </a:lnTo>
                  <a:cubicBezTo>
                    <a:pt x="90" y="1224"/>
                    <a:pt x="103" y="1237"/>
                    <a:pt x="120" y="1237"/>
                  </a:cubicBezTo>
                  <a:lnTo>
                    <a:pt x="123" y="1237"/>
                  </a:lnTo>
                  <a:cubicBezTo>
                    <a:pt x="139" y="1234"/>
                    <a:pt x="152" y="1221"/>
                    <a:pt x="152" y="1201"/>
                  </a:cubicBezTo>
                  <a:lnTo>
                    <a:pt x="64" y="32"/>
                  </a:lnTo>
                  <a:cubicBezTo>
                    <a:pt x="64" y="11"/>
                    <a:pt x="49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4227;p71">
              <a:extLst>
                <a:ext uri="{FF2B5EF4-FFF2-40B4-BE49-F238E27FC236}">
                  <a16:creationId xmlns:a16="http://schemas.microsoft.com/office/drawing/2014/main" id="{6329AA25-345E-B73C-6B7F-241EFDA496AB}"/>
                </a:ext>
              </a:extLst>
            </p:cNvPr>
            <p:cNvSpPr/>
            <p:nvPr/>
          </p:nvSpPr>
          <p:spPr>
            <a:xfrm>
              <a:off x="6645000" y="2221825"/>
              <a:ext cx="10650" cy="8850"/>
            </a:xfrm>
            <a:custGeom>
              <a:avLst/>
              <a:gdLst/>
              <a:ahLst/>
              <a:cxnLst/>
              <a:rect l="l" t="t" r="r" b="b"/>
              <a:pathLst>
                <a:path w="426" h="354" extrusionOk="0">
                  <a:moveTo>
                    <a:pt x="234" y="0"/>
                  </a:moveTo>
                  <a:cubicBezTo>
                    <a:pt x="223" y="0"/>
                    <a:pt x="211" y="1"/>
                    <a:pt x="200" y="4"/>
                  </a:cubicBezTo>
                  <a:cubicBezTo>
                    <a:pt x="46" y="30"/>
                    <a:pt x="1" y="229"/>
                    <a:pt x="128" y="320"/>
                  </a:cubicBezTo>
                  <a:cubicBezTo>
                    <a:pt x="161" y="343"/>
                    <a:pt x="196" y="353"/>
                    <a:pt x="230" y="353"/>
                  </a:cubicBezTo>
                  <a:cubicBezTo>
                    <a:pt x="333" y="353"/>
                    <a:pt x="425" y="262"/>
                    <a:pt x="406" y="147"/>
                  </a:cubicBezTo>
                  <a:cubicBezTo>
                    <a:pt x="388" y="61"/>
                    <a:pt x="315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4228;p71">
              <a:extLst>
                <a:ext uri="{FF2B5EF4-FFF2-40B4-BE49-F238E27FC236}">
                  <a16:creationId xmlns:a16="http://schemas.microsoft.com/office/drawing/2014/main" id="{DA331619-1B72-E113-62A2-5B937F69B848}"/>
                </a:ext>
              </a:extLst>
            </p:cNvPr>
            <p:cNvSpPr/>
            <p:nvPr/>
          </p:nvSpPr>
          <p:spPr>
            <a:xfrm>
              <a:off x="6663200" y="2199700"/>
              <a:ext cx="4600" cy="30700"/>
            </a:xfrm>
            <a:custGeom>
              <a:avLst/>
              <a:gdLst/>
              <a:ahLst/>
              <a:cxnLst/>
              <a:rect l="l" t="t" r="r" b="b"/>
              <a:pathLst>
                <a:path w="184" h="1228" extrusionOk="0">
                  <a:moveTo>
                    <a:pt x="149" y="0"/>
                  </a:moveTo>
                  <a:cubicBezTo>
                    <a:pt x="135" y="0"/>
                    <a:pt x="121" y="12"/>
                    <a:pt x="121" y="27"/>
                  </a:cubicBezTo>
                  <a:lnTo>
                    <a:pt x="4" y="1195"/>
                  </a:lnTo>
                  <a:cubicBezTo>
                    <a:pt x="1" y="1212"/>
                    <a:pt x="14" y="1225"/>
                    <a:pt x="30" y="1228"/>
                  </a:cubicBezTo>
                  <a:lnTo>
                    <a:pt x="33" y="1228"/>
                  </a:lnTo>
                  <a:cubicBezTo>
                    <a:pt x="50" y="1228"/>
                    <a:pt x="63" y="1215"/>
                    <a:pt x="63" y="1199"/>
                  </a:cubicBezTo>
                  <a:lnTo>
                    <a:pt x="180" y="33"/>
                  </a:lnTo>
                  <a:cubicBezTo>
                    <a:pt x="183" y="17"/>
                    <a:pt x="170" y="1"/>
                    <a:pt x="154" y="1"/>
                  </a:cubicBezTo>
                  <a:cubicBezTo>
                    <a:pt x="152" y="0"/>
                    <a:pt x="15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4229;p71">
              <a:extLst>
                <a:ext uri="{FF2B5EF4-FFF2-40B4-BE49-F238E27FC236}">
                  <a16:creationId xmlns:a16="http://schemas.microsoft.com/office/drawing/2014/main" id="{6844DCB4-3AFF-08EB-E442-4C9494B7CFE9}"/>
                </a:ext>
              </a:extLst>
            </p:cNvPr>
            <p:cNvSpPr/>
            <p:nvPr/>
          </p:nvSpPr>
          <p:spPr>
            <a:xfrm>
              <a:off x="6659775" y="2223700"/>
              <a:ext cx="8850" cy="8825"/>
            </a:xfrm>
            <a:custGeom>
              <a:avLst/>
              <a:gdLst/>
              <a:ahLst/>
              <a:cxnLst/>
              <a:rect l="l" t="t" r="r" b="b"/>
              <a:pathLst>
                <a:path w="354" h="353" extrusionOk="0">
                  <a:moveTo>
                    <a:pt x="177" y="0"/>
                  </a:moveTo>
                  <a:cubicBezTo>
                    <a:pt x="82" y="0"/>
                    <a:pt x="1" y="79"/>
                    <a:pt x="1" y="177"/>
                  </a:cubicBezTo>
                  <a:cubicBezTo>
                    <a:pt x="1" y="274"/>
                    <a:pt x="82" y="353"/>
                    <a:pt x="177" y="353"/>
                  </a:cubicBezTo>
                  <a:cubicBezTo>
                    <a:pt x="275" y="353"/>
                    <a:pt x="353" y="274"/>
                    <a:pt x="353" y="177"/>
                  </a:cubicBezTo>
                  <a:cubicBezTo>
                    <a:pt x="353" y="79"/>
                    <a:pt x="275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4230;p71">
              <a:extLst>
                <a:ext uri="{FF2B5EF4-FFF2-40B4-BE49-F238E27FC236}">
                  <a16:creationId xmlns:a16="http://schemas.microsoft.com/office/drawing/2014/main" id="{D8626C59-751B-CDF1-F2D5-48F44BE7A705}"/>
                </a:ext>
              </a:extLst>
            </p:cNvPr>
            <p:cNvSpPr/>
            <p:nvPr/>
          </p:nvSpPr>
          <p:spPr>
            <a:xfrm>
              <a:off x="6679450" y="2199925"/>
              <a:ext cx="3700" cy="30825"/>
            </a:xfrm>
            <a:custGeom>
              <a:avLst/>
              <a:gdLst/>
              <a:ahLst/>
              <a:cxnLst/>
              <a:rect l="l" t="t" r="r" b="b"/>
              <a:pathLst>
                <a:path w="148" h="1233" extrusionOk="0">
                  <a:moveTo>
                    <a:pt x="113" y="1"/>
                  </a:moveTo>
                  <a:cubicBezTo>
                    <a:pt x="98" y="1"/>
                    <a:pt x="85" y="13"/>
                    <a:pt x="85" y="28"/>
                  </a:cubicBezTo>
                  <a:lnTo>
                    <a:pt x="0" y="1199"/>
                  </a:lnTo>
                  <a:cubicBezTo>
                    <a:pt x="0" y="1216"/>
                    <a:pt x="13" y="1229"/>
                    <a:pt x="30" y="1232"/>
                  </a:cubicBezTo>
                  <a:cubicBezTo>
                    <a:pt x="46" y="1232"/>
                    <a:pt x="59" y="1219"/>
                    <a:pt x="62" y="1203"/>
                  </a:cubicBezTo>
                  <a:lnTo>
                    <a:pt x="147" y="34"/>
                  </a:lnTo>
                  <a:cubicBezTo>
                    <a:pt x="147" y="15"/>
                    <a:pt x="134" y="1"/>
                    <a:pt x="118" y="1"/>
                  </a:cubicBezTo>
                  <a:cubicBezTo>
                    <a:pt x="116" y="1"/>
                    <a:pt x="114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4231;p71">
              <a:extLst>
                <a:ext uri="{FF2B5EF4-FFF2-40B4-BE49-F238E27FC236}">
                  <a16:creationId xmlns:a16="http://schemas.microsoft.com/office/drawing/2014/main" id="{8139998F-1DE8-C966-83E9-B8AF93E83EEB}"/>
                </a:ext>
              </a:extLst>
            </p:cNvPr>
            <p:cNvSpPr/>
            <p:nvPr/>
          </p:nvSpPr>
          <p:spPr>
            <a:xfrm>
              <a:off x="6674475" y="2224025"/>
              <a:ext cx="10350" cy="8875"/>
            </a:xfrm>
            <a:custGeom>
              <a:avLst/>
              <a:gdLst/>
              <a:ahLst/>
              <a:cxnLst/>
              <a:rect l="l" t="t" r="r" b="b"/>
              <a:pathLst>
                <a:path w="414" h="355" extrusionOk="0">
                  <a:moveTo>
                    <a:pt x="238" y="0"/>
                  </a:moveTo>
                  <a:cubicBezTo>
                    <a:pt x="236" y="0"/>
                    <a:pt x="234" y="0"/>
                    <a:pt x="232" y="0"/>
                  </a:cubicBezTo>
                  <a:cubicBezTo>
                    <a:pt x="75" y="7"/>
                    <a:pt x="0" y="196"/>
                    <a:pt x="114" y="304"/>
                  </a:cubicBezTo>
                  <a:cubicBezTo>
                    <a:pt x="150" y="339"/>
                    <a:pt x="193" y="354"/>
                    <a:pt x="235" y="354"/>
                  </a:cubicBezTo>
                  <a:cubicBezTo>
                    <a:pt x="327" y="354"/>
                    <a:pt x="414" y="281"/>
                    <a:pt x="411" y="173"/>
                  </a:cubicBezTo>
                  <a:cubicBezTo>
                    <a:pt x="408" y="77"/>
                    <a:pt x="330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4232;p71">
              <a:extLst>
                <a:ext uri="{FF2B5EF4-FFF2-40B4-BE49-F238E27FC236}">
                  <a16:creationId xmlns:a16="http://schemas.microsoft.com/office/drawing/2014/main" id="{52FBABAD-C00A-EF30-498F-E6C6A493E0D8}"/>
                </a:ext>
              </a:extLst>
            </p:cNvPr>
            <p:cNvSpPr/>
            <p:nvPr/>
          </p:nvSpPr>
          <p:spPr>
            <a:xfrm>
              <a:off x="6692500" y="2200325"/>
              <a:ext cx="3775" cy="30825"/>
            </a:xfrm>
            <a:custGeom>
              <a:avLst/>
              <a:gdLst/>
              <a:ahLst/>
              <a:cxnLst/>
              <a:rect l="l" t="t" r="r" b="b"/>
              <a:pathLst>
                <a:path w="151" h="1233" extrusionOk="0">
                  <a:moveTo>
                    <a:pt x="119" y="1"/>
                  </a:moveTo>
                  <a:cubicBezTo>
                    <a:pt x="105" y="1"/>
                    <a:pt x="90" y="11"/>
                    <a:pt x="89" y="31"/>
                  </a:cubicBezTo>
                  <a:lnTo>
                    <a:pt x="4" y="1200"/>
                  </a:lnTo>
                  <a:cubicBezTo>
                    <a:pt x="0" y="1216"/>
                    <a:pt x="13" y="1229"/>
                    <a:pt x="33" y="1232"/>
                  </a:cubicBezTo>
                  <a:cubicBezTo>
                    <a:pt x="49" y="1232"/>
                    <a:pt x="62" y="1219"/>
                    <a:pt x="66" y="1203"/>
                  </a:cubicBezTo>
                  <a:lnTo>
                    <a:pt x="151" y="34"/>
                  </a:lnTo>
                  <a:cubicBezTo>
                    <a:pt x="151" y="12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4233;p71">
              <a:extLst>
                <a:ext uri="{FF2B5EF4-FFF2-40B4-BE49-F238E27FC236}">
                  <a16:creationId xmlns:a16="http://schemas.microsoft.com/office/drawing/2014/main" id="{7FBCE844-C68C-E0C9-264B-20CAB204FDBA}"/>
                </a:ext>
              </a:extLst>
            </p:cNvPr>
            <p:cNvSpPr/>
            <p:nvPr/>
          </p:nvSpPr>
          <p:spPr>
            <a:xfrm>
              <a:off x="6687525" y="2224425"/>
              <a:ext cx="10450" cy="8850"/>
            </a:xfrm>
            <a:custGeom>
              <a:avLst/>
              <a:gdLst/>
              <a:ahLst/>
              <a:cxnLst/>
              <a:rect l="l" t="t" r="r" b="b"/>
              <a:pathLst>
                <a:path w="418" h="354" extrusionOk="0">
                  <a:moveTo>
                    <a:pt x="238" y="1"/>
                  </a:moveTo>
                  <a:cubicBezTo>
                    <a:pt x="236" y="1"/>
                    <a:pt x="234" y="1"/>
                    <a:pt x="232" y="1"/>
                  </a:cubicBezTo>
                  <a:cubicBezTo>
                    <a:pt x="75" y="4"/>
                    <a:pt x="0" y="197"/>
                    <a:pt x="115" y="304"/>
                  </a:cubicBezTo>
                  <a:cubicBezTo>
                    <a:pt x="150" y="338"/>
                    <a:pt x="194" y="353"/>
                    <a:pt x="236" y="353"/>
                  </a:cubicBezTo>
                  <a:cubicBezTo>
                    <a:pt x="329" y="353"/>
                    <a:pt x="417" y="281"/>
                    <a:pt x="415" y="174"/>
                  </a:cubicBezTo>
                  <a:cubicBezTo>
                    <a:pt x="412" y="78"/>
                    <a:pt x="333" y="1"/>
                    <a:pt x="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4234;p71">
              <a:extLst>
                <a:ext uri="{FF2B5EF4-FFF2-40B4-BE49-F238E27FC236}">
                  <a16:creationId xmlns:a16="http://schemas.microsoft.com/office/drawing/2014/main" id="{C7518172-4519-C83C-EEB7-631773723090}"/>
                </a:ext>
              </a:extLst>
            </p:cNvPr>
            <p:cNvSpPr/>
            <p:nvPr/>
          </p:nvSpPr>
          <p:spPr>
            <a:xfrm>
              <a:off x="6708000" y="2200725"/>
              <a:ext cx="3775" cy="30825"/>
            </a:xfrm>
            <a:custGeom>
              <a:avLst/>
              <a:gdLst/>
              <a:ahLst/>
              <a:cxnLst/>
              <a:rect l="l" t="t" r="r" b="b"/>
              <a:pathLst>
                <a:path w="151" h="1233" extrusionOk="0">
                  <a:moveTo>
                    <a:pt x="118" y="1"/>
                  </a:moveTo>
                  <a:cubicBezTo>
                    <a:pt x="104" y="1"/>
                    <a:pt x="90" y="10"/>
                    <a:pt x="89" y="28"/>
                  </a:cubicBezTo>
                  <a:lnTo>
                    <a:pt x="4" y="1200"/>
                  </a:lnTo>
                  <a:cubicBezTo>
                    <a:pt x="1" y="1216"/>
                    <a:pt x="14" y="1229"/>
                    <a:pt x="30" y="1233"/>
                  </a:cubicBezTo>
                  <a:lnTo>
                    <a:pt x="33" y="1233"/>
                  </a:lnTo>
                  <a:cubicBezTo>
                    <a:pt x="50" y="1233"/>
                    <a:pt x="63" y="1220"/>
                    <a:pt x="63" y="1203"/>
                  </a:cubicBezTo>
                  <a:lnTo>
                    <a:pt x="151" y="35"/>
                  </a:lnTo>
                  <a:cubicBezTo>
                    <a:pt x="151" y="12"/>
                    <a:pt x="134" y="1"/>
                    <a:pt x="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4235;p71">
              <a:extLst>
                <a:ext uri="{FF2B5EF4-FFF2-40B4-BE49-F238E27FC236}">
                  <a16:creationId xmlns:a16="http://schemas.microsoft.com/office/drawing/2014/main" id="{9582DE2B-DC83-1361-70F6-DD1AE85319A3}"/>
                </a:ext>
              </a:extLst>
            </p:cNvPr>
            <p:cNvSpPr/>
            <p:nvPr/>
          </p:nvSpPr>
          <p:spPr>
            <a:xfrm>
              <a:off x="6703100" y="2224825"/>
              <a:ext cx="10375" cy="8850"/>
            </a:xfrm>
            <a:custGeom>
              <a:avLst/>
              <a:gdLst/>
              <a:ahLst/>
              <a:cxnLst/>
              <a:rect l="l" t="t" r="r" b="b"/>
              <a:pathLst>
                <a:path w="415" h="354" extrusionOk="0">
                  <a:moveTo>
                    <a:pt x="235" y="1"/>
                  </a:moveTo>
                  <a:cubicBezTo>
                    <a:pt x="233" y="1"/>
                    <a:pt x="231" y="1"/>
                    <a:pt x="229" y="1"/>
                  </a:cubicBezTo>
                  <a:cubicBezTo>
                    <a:pt x="73" y="4"/>
                    <a:pt x="1" y="197"/>
                    <a:pt x="115" y="305"/>
                  </a:cubicBezTo>
                  <a:cubicBezTo>
                    <a:pt x="151" y="338"/>
                    <a:pt x="194" y="354"/>
                    <a:pt x="236" y="354"/>
                  </a:cubicBezTo>
                  <a:cubicBezTo>
                    <a:pt x="327" y="354"/>
                    <a:pt x="414" y="281"/>
                    <a:pt x="412" y="174"/>
                  </a:cubicBezTo>
                  <a:cubicBezTo>
                    <a:pt x="409" y="78"/>
                    <a:pt x="330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4236;p71">
              <a:extLst>
                <a:ext uri="{FF2B5EF4-FFF2-40B4-BE49-F238E27FC236}">
                  <a16:creationId xmlns:a16="http://schemas.microsoft.com/office/drawing/2014/main" id="{869B8EB8-806F-59AE-3730-4890804E8D83}"/>
                </a:ext>
              </a:extLst>
            </p:cNvPr>
            <p:cNvSpPr/>
            <p:nvPr/>
          </p:nvSpPr>
          <p:spPr>
            <a:xfrm>
              <a:off x="6724475" y="2201825"/>
              <a:ext cx="2975" cy="30875"/>
            </a:xfrm>
            <a:custGeom>
              <a:avLst/>
              <a:gdLst/>
              <a:ahLst/>
              <a:cxnLst/>
              <a:rect l="l" t="t" r="r" b="b"/>
              <a:pathLst>
                <a:path w="119" h="1235" extrusionOk="0">
                  <a:moveTo>
                    <a:pt x="89" y="1"/>
                  </a:moveTo>
                  <a:cubicBezTo>
                    <a:pt x="69" y="1"/>
                    <a:pt x="56" y="14"/>
                    <a:pt x="56" y="30"/>
                  </a:cubicBezTo>
                  <a:lnTo>
                    <a:pt x="4" y="1202"/>
                  </a:lnTo>
                  <a:cubicBezTo>
                    <a:pt x="1" y="1218"/>
                    <a:pt x="14" y="1231"/>
                    <a:pt x="34" y="1234"/>
                  </a:cubicBezTo>
                  <a:cubicBezTo>
                    <a:pt x="50" y="1234"/>
                    <a:pt x="63" y="1221"/>
                    <a:pt x="63" y="1205"/>
                  </a:cubicBezTo>
                  <a:lnTo>
                    <a:pt x="115" y="33"/>
                  </a:lnTo>
                  <a:cubicBezTo>
                    <a:pt x="118" y="14"/>
                    <a:pt x="105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4237;p71">
              <a:extLst>
                <a:ext uri="{FF2B5EF4-FFF2-40B4-BE49-F238E27FC236}">
                  <a16:creationId xmlns:a16="http://schemas.microsoft.com/office/drawing/2014/main" id="{D622BF4D-4ABA-917E-E72E-79811C9850FA}"/>
                </a:ext>
              </a:extLst>
            </p:cNvPr>
            <p:cNvSpPr/>
            <p:nvPr/>
          </p:nvSpPr>
          <p:spPr>
            <a:xfrm>
              <a:off x="6719500" y="2225975"/>
              <a:ext cx="10425" cy="8825"/>
            </a:xfrm>
            <a:custGeom>
              <a:avLst/>
              <a:gdLst/>
              <a:ahLst/>
              <a:cxnLst/>
              <a:rect l="l" t="t" r="r" b="b"/>
              <a:pathLst>
                <a:path w="417" h="353" extrusionOk="0">
                  <a:moveTo>
                    <a:pt x="238" y="0"/>
                  </a:moveTo>
                  <a:cubicBezTo>
                    <a:pt x="234" y="0"/>
                    <a:pt x="230" y="0"/>
                    <a:pt x="226" y="1"/>
                  </a:cubicBezTo>
                  <a:cubicBezTo>
                    <a:pt x="69" y="11"/>
                    <a:pt x="1" y="203"/>
                    <a:pt x="118" y="308"/>
                  </a:cubicBezTo>
                  <a:cubicBezTo>
                    <a:pt x="154" y="339"/>
                    <a:pt x="195" y="353"/>
                    <a:pt x="235" y="353"/>
                  </a:cubicBezTo>
                  <a:cubicBezTo>
                    <a:pt x="329" y="353"/>
                    <a:pt x="417" y="277"/>
                    <a:pt x="412" y="167"/>
                  </a:cubicBezTo>
                  <a:cubicBezTo>
                    <a:pt x="406" y="73"/>
                    <a:pt x="330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4238;p71">
              <a:extLst>
                <a:ext uri="{FF2B5EF4-FFF2-40B4-BE49-F238E27FC236}">
                  <a16:creationId xmlns:a16="http://schemas.microsoft.com/office/drawing/2014/main" id="{44C6A191-29DC-6EAB-75B3-B3929584321D}"/>
                </a:ext>
              </a:extLst>
            </p:cNvPr>
            <p:cNvSpPr/>
            <p:nvPr/>
          </p:nvSpPr>
          <p:spPr>
            <a:xfrm>
              <a:off x="6740075" y="2201825"/>
              <a:ext cx="2800" cy="30800"/>
            </a:xfrm>
            <a:custGeom>
              <a:avLst/>
              <a:gdLst/>
              <a:ahLst/>
              <a:cxnLst/>
              <a:rect l="l" t="t" r="r" b="b"/>
              <a:pathLst>
                <a:path w="112" h="1232" extrusionOk="0">
                  <a:moveTo>
                    <a:pt x="77" y="0"/>
                  </a:moveTo>
                  <a:cubicBezTo>
                    <a:pt x="63" y="0"/>
                    <a:pt x="53" y="12"/>
                    <a:pt x="53" y="27"/>
                  </a:cubicBezTo>
                  <a:lnTo>
                    <a:pt x="0" y="1198"/>
                  </a:lnTo>
                  <a:cubicBezTo>
                    <a:pt x="0" y="1218"/>
                    <a:pt x="10" y="1231"/>
                    <a:pt x="30" y="1231"/>
                  </a:cubicBezTo>
                  <a:cubicBezTo>
                    <a:pt x="46" y="1231"/>
                    <a:pt x="59" y="1218"/>
                    <a:pt x="59" y="1202"/>
                  </a:cubicBezTo>
                  <a:lnTo>
                    <a:pt x="111" y="30"/>
                  </a:lnTo>
                  <a:cubicBezTo>
                    <a:pt x="111" y="14"/>
                    <a:pt x="98" y="1"/>
                    <a:pt x="82" y="1"/>
                  </a:cubicBezTo>
                  <a:cubicBezTo>
                    <a:pt x="80" y="0"/>
                    <a:pt x="79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4239;p71">
              <a:extLst>
                <a:ext uri="{FF2B5EF4-FFF2-40B4-BE49-F238E27FC236}">
                  <a16:creationId xmlns:a16="http://schemas.microsoft.com/office/drawing/2014/main" id="{40E6F55C-D55F-0949-5CAF-2E0C5F5E4F36}"/>
                </a:ext>
              </a:extLst>
            </p:cNvPr>
            <p:cNvSpPr/>
            <p:nvPr/>
          </p:nvSpPr>
          <p:spPr>
            <a:xfrm>
              <a:off x="6735025" y="2225975"/>
              <a:ext cx="10400" cy="8825"/>
            </a:xfrm>
            <a:custGeom>
              <a:avLst/>
              <a:gdLst/>
              <a:ahLst/>
              <a:cxnLst/>
              <a:rect l="l" t="t" r="r" b="b"/>
              <a:pathLst>
                <a:path w="416" h="353" extrusionOk="0">
                  <a:moveTo>
                    <a:pt x="237" y="0"/>
                  </a:moveTo>
                  <a:cubicBezTo>
                    <a:pt x="233" y="0"/>
                    <a:pt x="229" y="0"/>
                    <a:pt x="225" y="1"/>
                  </a:cubicBezTo>
                  <a:cubicBezTo>
                    <a:pt x="69" y="7"/>
                    <a:pt x="0" y="203"/>
                    <a:pt x="118" y="308"/>
                  </a:cubicBezTo>
                  <a:cubicBezTo>
                    <a:pt x="153" y="339"/>
                    <a:pt x="194" y="353"/>
                    <a:pt x="234" y="353"/>
                  </a:cubicBezTo>
                  <a:cubicBezTo>
                    <a:pt x="328" y="353"/>
                    <a:pt x="416" y="277"/>
                    <a:pt x="411" y="167"/>
                  </a:cubicBezTo>
                  <a:cubicBezTo>
                    <a:pt x="405" y="73"/>
                    <a:pt x="330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4240;p71">
              <a:extLst>
                <a:ext uri="{FF2B5EF4-FFF2-40B4-BE49-F238E27FC236}">
                  <a16:creationId xmlns:a16="http://schemas.microsoft.com/office/drawing/2014/main" id="{8B8FB1D4-F045-12CF-68E4-472732D96BD4}"/>
                </a:ext>
              </a:extLst>
            </p:cNvPr>
            <p:cNvSpPr/>
            <p:nvPr/>
          </p:nvSpPr>
          <p:spPr>
            <a:xfrm>
              <a:off x="6755500" y="2201750"/>
              <a:ext cx="2950" cy="30875"/>
            </a:xfrm>
            <a:custGeom>
              <a:avLst/>
              <a:gdLst/>
              <a:ahLst/>
              <a:cxnLst/>
              <a:rect l="l" t="t" r="r" b="b"/>
              <a:pathLst>
                <a:path w="118" h="1235" extrusionOk="0">
                  <a:moveTo>
                    <a:pt x="85" y="0"/>
                  </a:moveTo>
                  <a:cubicBezTo>
                    <a:pt x="69" y="0"/>
                    <a:pt x="56" y="13"/>
                    <a:pt x="53" y="30"/>
                  </a:cubicBezTo>
                  <a:lnTo>
                    <a:pt x="4" y="1201"/>
                  </a:lnTo>
                  <a:cubicBezTo>
                    <a:pt x="0" y="1218"/>
                    <a:pt x="13" y="1234"/>
                    <a:pt x="33" y="1234"/>
                  </a:cubicBezTo>
                  <a:cubicBezTo>
                    <a:pt x="49" y="1234"/>
                    <a:pt x="62" y="1221"/>
                    <a:pt x="62" y="1205"/>
                  </a:cubicBezTo>
                  <a:lnTo>
                    <a:pt x="115" y="33"/>
                  </a:lnTo>
                  <a:cubicBezTo>
                    <a:pt x="118" y="17"/>
                    <a:pt x="101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4241;p71">
              <a:extLst>
                <a:ext uri="{FF2B5EF4-FFF2-40B4-BE49-F238E27FC236}">
                  <a16:creationId xmlns:a16="http://schemas.microsoft.com/office/drawing/2014/main" id="{1DA1408E-2BF1-1F0A-D350-4F63A0AC9744}"/>
                </a:ext>
              </a:extLst>
            </p:cNvPr>
            <p:cNvSpPr/>
            <p:nvPr/>
          </p:nvSpPr>
          <p:spPr>
            <a:xfrm>
              <a:off x="6750525" y="2225900"/>
              <a:ext cx="10400" cy="8825"/>
            </a:xfrm>
            <a:custGeom>
              <a:avLst/>
              <a:gdLst/>
              <a:ahLst/>
              <a:cxnLst/>
              <a:rect l="l" t="t" r="r" b="b"/>
              <a:pathLst>
                <a:path w="416" h="353" extrusionOk="0">
                  <a:moveTo>
                    <a:pt x="237" y="0"/>
                  </a:moveTo>
                  <a:cubicBezTo>
                    <a:pt x="233" y="0"/>
                    <a:pt x="229" y="0"/>
                    <a:pt x="225" y="0"/>
                  </a:cubicBezTo>
                  <a:cubicBezTo>
                    <a:pt x="69" y="10"/>
                    <a:pt x="0" y="203"/>
                    <a:pt x="118" y="307"/>
                  </a:cubicBezTo>
                  <a:cubicBezTo>
                    <a:pt x="152" y="339"/>
                    <a:pt x="193" y="353"/>
                    <a:pt x="233" y="353"/>
                  </a:cubicBezTo>
                  <a:cubicBezTo>
                    <a:pt x="326" y="353"/>
                    <a:pt x="416" y="277"/>
                    <a:pt x="411" y="167"/>
                  </a:cubicBezTo>
                  <a:cubicBezTo>
                    <a:pt x="405" y="73"/>
                    <a:pt x="330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4242;p71">
              <a:extLst>
                <a:ext uri="{FF2B5EF4-FFF2-40B4-BE49-F238E27FC236}">
                  <a16:creationId xmlns:a16="http://schemas.microsoft.com/office/drawing/2014/main" id="{08355F13-7F11-7C71-3C21-5BF8FE906F12}"/>
                </a:ext>
              </a:extLst>
            </p:cNvPr>
            <p:cNvSpPr/>
            <p:nvPr/>
          </p:nvSpPr>
          <p:spPr>
            <a:xfrm>
              <a:off x="6876425" y="2200025"/>
              <a:ext cx="3775" cy="30800"/>
            </a:xfrm>
            <a:custGeom>
              <a:avLst/>
              <a:gdLst/>
              <a:ahLst/>
              <a:cxnLst/>
              <a:rect l="l" t="t" r="r" b="b"/>
              <a:pathLst>
                <a:path w="151" h="1232" extrusionOk="0">
                  <a:moveTo>
                    <a:pt x="35" y="0"/>
                  </a:moveTo>
                  <a:cubicBezTo>
                    <a:pt x="33" y="0"/>
                    <a:pt x="32" y="0"/>
                    <a:pt x="30" y="1"/>
                  </a:cubicBezTo>
                  <a:cubicBezTo>
                    <a:pt x="14" y="1"/>
                    <a:pt x="1" y="14"/>
                    <a:pt x="1" y="33"/>
                  </a:cubicBezTo>
                  <a:lnTo>
                    <a:pt x="89" y="1202"/>
                  </a:lnTo>
                  <a:cubicBezTo>
                    <a:pt x="89" y="1218"/>
                    <a:pt x="105" y="1231"/>
                    <a:pt x="121" y="1231"/>
                  </a:cubicBezTo>
                  <a:cubicBezTo>
                    <a:pt x="138" y="1228"/>
                    <a:pt x="151" y="1215"/>
                    <a:pt x="151" y="1199"/>
                  </a:cubicBezTo>
                  <a:lnTo>
                    <a:pt x="63" y="27"/>
                  </a:lnTo>
                  <a:cubicBezTo>
                    <a:pt x="63" y="12"/>
                    <a:pt x="50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4243;p71">
              <a:extLst>
                <a:ext uri="{FF2B5EF4-FFF2-40B4-BE49-F238E27FC236}">
                  <a16:creationId xmlns:a16="http://schemas.microsoft.com/office/drawing/2014/main" id="{1A6250A5-4A73-8A34-66BD-4BCEDF83A6C5}"/>
                </a:ext>
              </a:extLst>
            </p:cNvPr>
            <p:cNvSpPr/>
            <p:nvPr/>
          </p:nvSpPr>
          <p:spPr>
            <a:xfrm>
              <a:off x="6873575" y="2224125"/>
              <a:ext cx="10625" cy="8825"/>
            </a:xfrm>
            <a:custGeom>
              <a:avLst/>
              <a:gdLst/>
              <a:ahLst/>
              <a:cxnLst/>
              <a:rect l="l" t="t" r="r" b="b"/>
              <a:pathLst>
                <a:path w="425" h="353" extrusionOk="0">
                  <a:moveTo>
                    <a:pt x="230" y="0"/>
                  </a:moveTo>
                  <a:cubicBezTo>
                    <a:pt x="220" y="0"/>
                    <a:pt x="210" y="1"/>
                    <a:pt x="199" y="3"/>
                  </a:cubicBezTo>
                  <a:cubicBezTo>
                    <a:pt x="46" y="29"/>
                    <a:pt x="0" y="231"/>
                    <a:pt x="128" y="320"/>
                  </a:cubicBezTo>
                  <a:cubicBezTo>
                    <a:pt x="160" y="342"/>
                    <a:pt x="196" y="353"/>
                    <a:pt x="230" y="353"/>
                  </a:cubicBezTo>
                  <a:cubicBezTo>
                    <a:pt x="332" y="353"/>
                    <a:pt x="425" y="261"/>
                    <a:pt x="405" y="147"/>
                  </a:cubicBezTo>
                  <a:cubicBezTo>
                    <a:pt x="388" y="59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4244;p71">
              <a:extLst>
                <a:ext uri="{FF2B5EF4-FFF2-40B4-BE49-F238E27FC236}">
                  <a16:creationId xmlns:a16="http://schemas.microsoft.com/office/drawing/2014/main" id="{D3D12B9B-24EC-F7F7-8B87-528E39E6BFC1}"/>
                </a:ext>
              </a:extLst>
            </p:cNvPr>
            <p:cNvSpPr/>
            <p:nvPr/>
          </p:nvSpPr>
          <p:spPr>
            <a:xfrm>
              <a:off x="6891975" y="2198775"/>
              <a:ext cx="4725" cy="30750"/>
            </a:xfrm>
            <a:custGeom>
              <a:avLst/>
              <a:gdLst/>
              <a:ahLst/>
              <a:cxnLst/>
              <a:rect l="l" t="t" r="r" b="b"/>
              <a:pathLst>
                <a:path w="189" h="1230" extrusionOk="0">
                  <a:moveTo>
                    <a:pt x="33" y="0"/>
                  </a:moveTo>
                  <a:cubicBezTo>
                    <a:pt x="17" y="0"/>
                    <a:pt x="0" y="12"/>
                    <a:pt x="2" y="34"/>
                  </a:cubicBezTo>
                  <a:lnTo>
                    <a:pt x="126" y="1200"/>
                  </a:lnTo>
                  <a:cubicBezTo>
                    <a:pt x="126" y="1216"/>
                    <a:pt x="139" y="1229"/>
                    <a:pt x="155" y="1229"/>
                  </a:cubicBezTo>
                  <a:lnTo>
                    <a:pt x="159" y="1229"/>
                  </a:lnTo>
                  <a:cubicBezTo>
                    <a:pt x="175" y="1226"/>
                    <a:pt x="188" y="1213"/>
                    <a:pt x="185" y="1193"/>
                  </a:cubicBezTo>
                  <a:lnTo>
                    <a:pt x="64" y="28"/>
                  </a:lnTo>
                  <a:cubicBezTo>
                    <a:pt x="62" y="9"/>
                    <a:pt x="48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4245;p71">
              <a:extLst>
                <a:ext uri="{FF2B5EF4-FFF2-40B4-BE49-F238E27FC236}">
                  <a16:creationId xmlns:a16="http://schemas.microsoft.com/office/drawing/2014/main" id="{0AF15A07-7F49-878F-3FFC-A3ACF166F880}"/>
                </a:ext>
              </a:extLst>
            </p:cNvPr>
            <p:cNvSpPr/>
            <p:nvPr/>
          </p:nvSpPr>
          <p:spPr>
            <a:xfrm>
              <a:off x="6889975" y="2222800"/>
              <a:ext cx="10675" cy="8850"/>
            </a:xfrm>
            <a:custGeom>
              <a:avLst/>
              <a:gdLst/>
              <a:ahLst/>
              <a:cxnLst/>
              <a:rect l="l" t="t" r="r" b="b"/>
              <a:pathLst>
                <a:path w="427" h="354" extrusionOk="0">
                  <a:moveTo>
                    <a:pt x="231" y="0"/>
                  </a:moveTo>
                  <a:cubicBezTo>
                    <a:pt x="220" y="0"/>
                    <a:pt x="208" y="1"/>
                    <a:pt x="196" y="4"/>
                  </a:cubicBezTo>
                  <a:cubicBezTo>
                    <a:pt x="40" y="36"/>
                    <a:pt x="0" y="239"/>
                    <a:pt x="134" y="324"/>
                  </a:cubicBezTo>
                  <a:cubicBezTo>
                    <a:pt x="165" y="344"/>
                    <a:pt x="198" y="354"/>
                    <a:pt x="231" y="354"/>
                  </a:cubicBezTo>
                  <a:cubicBezTo>
                    <a:pt x="334" y="354"/>
                    <a:pt x="427" y="258"/>
                    <a:pt x="402" y="141"/>
                  </a:cubicBezTo>
                  <a:cubicBezTo>
                    <a:pt x="385" y="58"/>
                    <a:pt x="313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4246;p71">
              <a:extLst>
                <a:ext uri="{FF2B5EF4-FFF2-40B4-BE49-F238E27FC236}">
                  <a16:creationId xmlns:a16="http://schemas.microsoft.com/office/drawing/2014/main" id="{DB4E39E0-B1E4-180D-DB6C-3B84B0501DD2}"/>
                </a:ext>
              </a:extLst>
            </p:cNvPr>
            <p:cNvSpPr/>
            <p:nvPr/>
          </p:nvSpPr>
          <p:spPr>
            <a:xfrm>
              <a:off x="6907350" y="2196525"/>
              <a:ext cx="4675" cy="30625"/>
            </a:xfrm>
            <a:custGeom>
              <a:avLst/>
              <a:gdLst/>
              <a:ahLst/>
              <a:cxnLst/>
              <a:rect l="l" t="t" r="r" b="b"/>
              <a:pathLst>
                <a:path w="187" h="1225" extrusionOk="0">
                  <a:moveTo>
                    <a:pt x="33" y="0"/>
                  </a:moveTo>
                  <a:cubicBezTo>
                    <a:pt x="17" y="0"/>
                    <a:pt x="1" y="12"/>
                    <a:pt x="1" y="33"/>
                  </a:cubicBezTo>
                  <a:lnTo>
                    <a:pt x="121" y="1198"/>
                  </a:lnTo>
                  <a:cubicBezTo>
                    <a:pt x="125" y="1215"/>
                    <a:pt x="138" y="1224"/>
                    <a:pt x="154" y="1224"/>
                  </a:cubicBezTo>
                  <a:lnTo>
                    <a:pt x="157" y="1224"/>
                  </a:lnTo>
                  <a:cubicBezTo>
                    <a:pt x="174" y="1224"/>
                    <a:pt x="187" y="1208"/>
                    <a:pt x="187" y="1192"/>
                  </a:cubicBezTo>
                  <a:lnTo>
                    <a:pt x="63" y="27"/>
                  </a:lnTo>
                  <a:cubicBezTo>
                    <a:pt x="60" y="9"/>
                    <a:pt x="46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4247;p71">
              <a:extLst>
                <a:ext uri="{FF2B5EF4-FFF2-40B4-BE49-F238E27FC236}">
                  <a16:creationId xmlns:a16="http://schemas.microsoft.com/office/drawing/2014/main" id="{D4DF4EAF-57B3-EF37-1800-1FD662CC6931}"/>
                </a:ext>
              </a:extLst>
            </p:cNvPr>
            <p:cNvSpPr/>
            <p:nvPr/>
          </p:nvSpPr>
          <p:spPr>
            <a:xfrm>
              <a:off x="6905325" y="2220500"/>
              <a:ext cx="10675" cy="8850"/>
            </a:xfrm>
            <a:custGeom>
              <a:avLst/>
              <a:gdLst/>
              <a:ahLst/>
              <a:cxnLst/>
              <a:rect l="l" t="t" r="r" b="b"/>
              <a:pathLst>
                <a:path w="427" h="354" extrusionOk="0">
                  <a:moveTo>
                    <a:pt x="228" y="1"/>
                  </a:moveTo>
                  <a:cubicBezTo>
                    <a:pt x="216" y="1"/>
                    <a:pt x="204" y="2"/>
                    <a:pt x="193" y="4"/>
                  </a:cubicBezTo>
                  <a:cubicBezTo>
                    <a:pt x="39" y="37"/>
                    <a:pt x="0" y="236"/>
                    <a:pt x="131" y="324"/>
                  </a:cubicBezTo>
                  <a:cubicBezTo>
                    <a:pt x="162" y="344"/>
                    <a:pt x="196" y="353"/>
                    <a:pt x="228" y="353"/>
                  </a:cubicBezTo>
                  <a:cubicBezTo>
                    <a:pt x="333" y="353"/>
                    <a:pt x="426" y="259"/>
                    <a:pt x="402" y="141"/>
                  </a:cubicBezTo>
                  <a:cubicBezTo>
                    <a:pt x="384" y="59"/>
                    <a:pt x="31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4248;p71">
              <a:extLst>
                <a:ext uri="{FF2B5EF4-FFF2-40B4-BE49-F238E27FC236}">
                  <a16:creationId xmlns:a16="http://schemas.microsoft.com/office/drawing/2014/main" id="{F8058A8A-2A30-CAC3-7093-5C02ACE26024}"/>
                </a:ext>
              </a:extLst>
            </p:cNvPr>
            <p:cNvSpPr/>
            <p:nvPr/>
          </p:nvSpPr>
          <p:spPr>
            <a:xfrm>
              <a:off x="6766450" y="2201800"/>
              <a:ext cx="6525" cy="30500"/>
            </a:xfrm>
            <a:custGeom>
              <a:avLst/>
              <a:gdLst/>
              <a:ahLst/>
              <a:cxnLst/>
              <a:rect l="l" t="t" r="r" b="b"/>
              <a:pathLst>
                <a:path w="261" h="1220" extrusionOk="0">
                  <a:moveTo>
                    <a:pt x="35" y="0"/>
                  </a:moveTo>
                  <a:cubicBezTo>
                    <a:pt x="18" y="0"/>
                    <a:pt x="1" y="14"/>
                    <a:pt x="6" y="37"/>
                  </a:cubicBezTo>
                  <a:lnTo>
                    <a:pt x="196" y="1193"/>
                  </a:lnTo>
                  <a:cubicBezTo>
                    <a:pt x="199" y="1209"/>
                    <a:pt x="212" y="1219"/>
                    <a:pt x="228" y="1219"/>
                  </a:cubicBezTo>
                  <a:lnTo>
                    <a:pt x="231" y="1219"/>
                  </a:lnTo>
                  <a:cubicBezTo>
                    <a:pt x="248" y="1216"/>
                    <a:pt x="261" y="1199"/>
                    <a:pt x="258" y="1183"/>
                  </a:cubicBezTo>
                  <a:lnTo>
                    <a:pt x="65" y="28"/>
                  </a:lnTo>
                  <a:cubicBezTo>
                    <a:pt x="62" y="9"/>
                    <a:pt x="48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4249;p71">
              <a:extLst>
                <a:ext uri="{FF2B5EF4-FFF2-40B4-BE49-F238E27FC236}">
                  <a16:creationId xmlns:a16="http://schemas.microsoft.com/office/drawing/2014/main" id="{DD6E4734-0AE1-8B95-F4C1-E0226067CBBD}"/>
                </a:ext>
              </a:extLst>
            </p:cNvPr>
            <p:cNvSpPr/>
            <p:nvPr/>
          </p:nvSpPr>
          <p:spPr>
            <a:xfrm>
              <a:off x="6766275" y="2225650"/>
              <a:ext cx="10725" cy="8875"/>
            </a:xfrm>
            <a:custGeom>
              <a:avLst/>
              <a:gdLst/>
              <a:ahLst/>
              <a:cxnLst/>
              <a:rect l="l" t="t" r="r" b="b"/>
              <a:pathLst>
                <a:path w="429" h="355" extrusionOk="0">
                  <a:moveTo>
                    <a:pt x="226" y="1"/>
                  </a:moveTo>
                  <a:cubicBezTo>
                    <a:pt x="210" y="1"/>
                    <a:pt x="195" y="3"/>
                    <a:pt x="180" y="7"/>
                  </a:cubicBezTo>
                  <a:cubicBezTo>
                    <a:pt x="26" y="50"/>
                    <a:pt x="0" y="252"/>
                    <a:pt x="137" y="330"/>
                  </a:cubicBezTo>
                  <a:cubicBezTo>
                    <a:pt x="166" y="347"/>
                    <a:pt x="196" y="354"/>
                    <a:pt x="225" y="354"/>
                  </a:cubicBezTo>
                  <a:cubicBezTo>
                    <a:pt x="334" y="354"/>
                    <a:pt x="429" y="250"/>
                    <a:pt x="395" y="131"/>
                  </a:cubicBezTo>
                  <a:cubicBezTo>
                    <a:pt x="373" y="52"/>
                    <a:pt x="302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4250;p71">
              <a:extLst>
                <a:ext uri="{FF2B5EF4-FFF2-40B4-BE49-F238E27FC236}">
                  <a16:creationId xmlns:a16="http://schemas.microsoft.com/office/drawing/2014/main" id="{6733D26D-CA57-B09B-FD71-E63DDEB5B373}"/>
                </a:ext>
              </a:extLst>
            </p:cNvPr>
            <p:cNvSpPr/>
            <p:nvPr/>
          </p:nvSpPr>
          <p:spPr>
            <a:xfrm>
              <a:off x="6786500" y="2201675"/>
              <a:ext cx="2875" cy="30850"/>
            </a:xfrm>
            <a:custGeom>
              <a:avLst/>
              <a:gdLst/>
              <a:ahLst/>
              <a:cxnLst/>
              <a:rect l="l" t="t" r="r" b="b"/>
              <a:pathLst>
                <a:path w="115" h="1234" extrusionOk="0">
                  <a:moveTo>
                    <a:pt x="85" y="0"/>
                  </a:moveTo>
                  <a:cubicBezTo>
                    <a:pt x="69" y="0"/>
                    <a:pt x="56" y="13"/>
                    <a:pt x="56" y="29"/>
                  </a:cubicBezTo>
                  <a:lnTo>
                    <a:pt x="4" y="1201"/>
                  </a:lnTo>
                  <a:cubicBezTo>
                    <a:pt x="1" y="1218"/>
                    <a:pt x="14" y="1234"/>
                    <a:pt x="30" y="1234"/>
                  </a:cubicBezTo>
                  <a:cubicBezTo>
                    <a:pt x="50" y="1234"/>
                    <a:pt x="63" y="1221"/>
                    <a:pt x="63" y="1204"/>
                  </a:cubicBezTo>
                  <a:lnTo>
                    <a:pt x="115" y="33"/>
                  </a:lnTo>
                  <a:cubicBezTo>
                    <a:pt x="115" y="16"/>
                    <a:pt x="102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4251;p71">
              <a:extLst>
                <a:ext uri="{FF2B5EF4-FFF2-40B4-BE49-F238E27FC236}">
                  <a16:creationId xmlns:a16="http://schemas.microsoft.com/office/drawing/2014/main" id="{33AA70FF-40DB-9FB8-42FF-7322757384A9}"/>
                </a:ext>
              </a:extLst>
            </p:cNvPr>
            <p:cNvSpPr/>
            <p:nvPr/>
          </p:nvSpPr>
          <p:spPr>
            <a:xfrm>
              <a:off x="6781525" y="2225825"/>
              <a:ext cx="10425" cy="8875"/>
            </a:xfrm>
            <a:custGeom>
              <a:avLst/>
              <a:gdLst/>
              <a:ahLst/>
              <a:cxnLst/>
              <a:rect l="l" t="t" r="r" b="b"/>
              <a:pathLst>
                <a:path w="417" h="355" extrusionOk="0">
                  <a:moveTo>
                    <a:pt x="232" y="0"/>
                  </a:moveTo>
                  <a:cubicBezTo>
                    <a:pt x="230" y="0"/>
                    <a:pt x="228" y="0"/>
                    <a:pt x="226" y="0"/>
                  </a:cubicBezTo>
                  <a:cubicBezTo>
                    <a:pt x="69" y="10"/>
                    <a:pt x="1" y="203"/>
                    <a:pt x="118" y="310"/>
                  </a:cubicBezTo>
                  <a:cubicBezTo>
                    <a:pt x="152" y="341"/>
                    <a:pt x="192" y="355"/>
                    <a:pt x="231" y="355"/>
                  </a:cubicBezTo>
                  <a:cubicBezTo>
                    <a:pt x="325" y="355"/>
                    <a:pt x="416" y="277"/>
                    <a:pt x="412" y="167"/>
                  </a:cubicBezTo>
                  <a:cubicBezTo>
                    <a:pt x="405" y="74"/>
                    <a:pt x="324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4252;p71">
              <a:extLst>
                <a:ext uri="{FF2B5EF4-FFF2-40B4-BE49-F238E27FC236}">
                  <a16:creationId xmlns:a16="http://schemas.microsoft.com/office/drawing/2014/main" id="{24911504-9890-8378-682A-FC61E6702768}"/>
                </a:ext>
              </a:extLst>
            </p:cNvPr>
            <p:cNvSpPr/>
            <p:nvPr/>
          </p:nvSpPr>
          <p:spPr>
            <a:xfrm>
              <a:off x="6802325" y="2199625"/>
              <a:ext cx="5425" cy="30625"/>
            </a:xfrm>
            <a:custGeom>
              <a:avLst/>
              <a:gdLst/>
              <a:ahLst/>
              <a:cxnLst/>
              <a:rect l="l" t="t" r="r" b="b"/>
              <a:pathLst>
                <a:path w="217" h="1225" extrusionOk="0">
                  <a:moveTo>
                    <a:pt x="30" y="0"/>
                  </a:moveTo>
                  <a:cubicBezTo>
                    <a:pt x="14" y="4"/>
                    <a:pt x="1" y="20"/>
                    <a:pt x="4" y="36"/>
                  </a:cubicBezTo>
                  <a:lnTo>
                    <a:pt x="154" y="1198"/>
                  </a:lnTo>
                  <a:cubicBezTo>
                    <a:pt x="158" y="1215"/>
                    <a:pt x="171" y="1224"/>
                    <a:pt x="184" y="1224"/>
                  </a:cubicBezTo>
                  <a:lnTo>
                    <a:pt x="187" y="1224"/>
                  </a:lnTo>
                  <a:cubicBezTo>
                    <a:pt x="206" y="1224"/>
                    <a:pt x="216" y="1208"/>
                    <a:pt x="213" y="1192"/>
                  </a:cubicBezTo>
                  <a:lnTo>
                    <a:pt x="63" y="27"/>
                  </a:lnTo>
                  <a:cubicBezTo>
                    <a:pt x="63" y="10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4253;p71">
              <a:extLst>
                <a:ext uri="{FF2B5EF4-FFF2-40B4-BE49-F238E27FC236}">
                  <a16:creationId xmlns:a16="http://schemas.microsoft.com/office/drawing/2014/main" id="{9AE57C92-7A01-6EA6-886E-3729879F1888}"/>
                </a:ext>
              </a:extLst>
            </p:cNvPr>
            <p:cNvSpPr/>
            <p:nvPr/>
          </p:nvSpPr>
          <p:spPr>
            <a:xfrm>
              <a:off x="6801100" y="2223575"/>
              <a:ext cx="10675" cy="8875"/>
            </a:xfrm>
            <a:custGeom>
              <a:avLst/>
              <a:gdLst/>
              <a:ahLst/>
              <a:cxnLst/>
              <a:rect l="l" t="t" r="r" b="b"/>
              <a:pathLst>
                <a:path w="427" h="355" extrusionOk="0">
                  <a:moveTo>
                    <a:pt x="228" y="0"/>
                  </a:moveTo>
                  <a:cubicBezTo>
                    <a:pt x="214" y="0"/>
                    <a:pt x="201" y="2"/>
                    <a:pt x="187" y="5"/>
                  </a:cubicBezTo>
                  <a:cubicBezTo>
                    <a:pt x="34" y="41"/>
                    <a:pt x="1" y="244"/>
                    <a:pt x="135" y="328"/>
                  </a:cubicBezTo>
                  <a:cubicBezTo>
                    <a:pt x="165" y="347"/>
                    <a:pt x="196" y="355"/>
                    <a:pt x="226" y="355"/>
                  </a:cubicBezTo>
                  <a:cubicBezTo>
                    <a:pt x="333" y="355"/>
                    <a:pt x="427" y="256"/>
                    <a:pt x="399" y="139"/>
                  </a:cubicBezTo>
                  <a:cubicBezTo>
                    <a:pt x="380" y="55"/>
                    <a:pt x="308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4254;p71">
              <a:extLst>
                <a:ext uri="{FF2B5EF4-FFF2-40B4-BE49-F238E27FC236}">
                  <a16:creationId xmlns:a16="http://schemas.microsoft.com/office/drawing/2014/main" id="{87C0D09A-65C6-9EAD-42C9-C74495652E3E}"/>
                </a:ext>
              </a:extLst>
            </p:cNvPr>
            <p:cNvSpPr/>
            <p:nvPr/>
          </p:nvSpPr>
          <p:spPr>
            <a:xfrm>
              <a:off x="6819475" y="2200600"/>
              <a:ext cx="2950" cy="30875"/>
            </a:xfrm>
            <a:custGeom>
              <a:avLst/>
              <a:gdLst/>
              <a:ahLst/>
              <a:cxnLst/>
              <a:rect l="l" t="t" r="r" b="b"/>
              <a:pathLst>
                <a:path w="118" h="1235" extrusionOk="0">
                  <a:moveTo>
                    <a:pt x="85" y="1"/>
                  </a:moveTo>
                  <a:cubicBezTo>
                    <a:pt x="69" y="1"/>
                    <a:pt x="56" y="14"/>
                    <a:pt x="56" y="30"/>
                  </a:cubicBezTo>
                  <a:lnTo>
                    <a:pt x="4" y="1202"/>
                  </a:lnTo>
                  <a:cubicBezTo>
                    <a:pt x="0" y="1218"/>
                    <a:pt x="13" y="1231"/>
                    <a:pt x="33" y="1234"/>
                  </a:cubicBezTo>
                  <a:cubicBezTo>
                    <a:pt x="49" y="1234"/>
                    <a:pt x="62" y="1221"/>
                    <a:pt x="62" y="1205"/>
                  </a:cubicBezTo>
                  <a:lnTo>
                    <a:pt x="115" y="33"/>
                  </a:lnTo>
                  <a:cubicBezTo>
                    <a:pt x="118" y="17"/>
                    <a:pt x="105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4255;p71">
              <a:extLst>
                <a:ext uri="{FF2B5EF4-FFF2-40B4-BE49-F238E27FC236}">
                  <a16:creationId xmlns:a16="http://schemas.microsoft.com/office/drawing/2014/main" id="{0DBCE297-37F2-2E2F-A70A-3C3AA9D00DED}"/>
                </a:ext>
              </a:extLst>
            </p:cNvPr>
            <p:cNvSpPr/>
            <p:nvPr/>
          </p:nvSpPr>
          <p:spPr>
            <a:xfrm>
              <a:off x="6814400" y="2224750"/>
              <a:ext cx="10500" cy="8825"/>
            </a:xfrm>
            <a:custGeom>
              <a:avLst/>
              <a:gdLst/>
              <a:ahLst/>
              <a:cxnLst/>
              <a:rect l="l" t="t" r="r" b="b"/>
              <a:pathLst>
                <a:path w="420" h="353" extrusionOk="0">
                  <a:moveTo>
                    <a:pt x="238" y="0"/>
                  </a:moveTo>
                  <a:cubicBezTo>
                    <a:pt x="234" y="0"/>
                    <a:pt x="230" y="0"/>
                    <a:pt x="226" y="1"/>
                  </a:cubicBezTo>
                  <a:cubicBezTo>
                    <a:pt x="69" y="11"/>
                    <a:pt x="1" y="203"/>
                    <a:pt x="118" y="308"/>
                  </a:cubicBezTo>
                  <a:cubicBezTo>
                    <a:pt x="154" y="339"/>
                    <a:pt x="195" y="353"/>
                    <a:pt x="236" y="353"/>
                  </a:cubicBezTo>
                  <a:cubicBezTo>
                    <a:pt x="330" y="353"/>
                    <a:pt x="419" y="277"/>
                    <a:pt x="412" y="167"/>
                  </a:cubicBezTo>
                  <a:cubicBezTo>
                    <a:pt x="409" y="73"/>
                    <a:pt x="331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4256;p71">
              <a:extLst>
                <a:ext uri="{FF2B5EF4-FFF2-40B4-BE49-F238E27FC236}">
                  <a16:creationId xmlns:a16="http://schemas.microsoft.com/office/drawing/2014/main" id="{7E244C5F-15A4-67E1-D5D4-028EC40580A6}"/>
                </a:ext>
              </a:extLst>
            </p:cNvPr>
            <p:cNvSpPr/>
            <p:nvPr/>
          </p:nvSpPr>
          <p:spPr>
            <a:xfrm>
              <a:off x="6835625" y="2200025"/>
              <a:ext cx="2075" cy="30875"/>
            </a:xfrm>
            <a:custGeom>
              <a:avLst/>
              <a:gdLst/>
              <a:ahLst/>
              <a:cxnLst/>
              <a:rect l="l" t="t" r="r" b="b"/>
              <a:pathLst>
                <a:path w="83" h="1235" extrusionOk="0">
                  <a:moveTo>
                    <a:pt x="53" y="1"/>
                  </a:moveTo>
                  <a:cubicBezTo>
                    <a:pt x="36" y="1"/>
                    <a:pt x="23" y="14"/>
                    <a:pt x="20" y="30"/>
                  </a:cubicBezTo>
                  <a:lnTo>
                    <a:pt x="1" y="1202"/>
                  </a:lnTo>
                  <a:cubicBezTo>
                    <a:pt x="1" y="1218"/>
                    <a:pt x="14" y="1235"/>
                    <a:pt x="30" y="1235"/>
                  </a:cubicBezTo>
                  <a:cubicBezTo>
                    <a:pt x="50" y="1235"/>
                    <a:pt x="63" y="1221"/>
                    <a:pt x="63" y="1205"/>
                  </a:cubicBezTo>
                  <a:lnTo>
                    <a:pt x="82" y="30"/>
                  </a:lnTo>
                  <a:cubicBezTo>
                    <a:pt x="82" y="14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4257;p71">
              <a:extLst>
                <a:ext uri="{FF2B5EF4-FFF2-40B4-BE49-F238E27FC236}">
                  <a16:creationId xmlns:a16="http://schemas.microsoft.com/office/drawing/2014/main" id="{BA299D5C-06BA-6F8F-6F08-C4C7E79B6C6A}"/>
                </a:ext>
              </a:extLst>
            </p:cNvPr>
            <p:cNvSpPr/>
            <p:nvPr/>
          </p:nvSpPr>
          <p:spPr>
            <a:xfrm>
              <a:off x="6830575" y="2224175"/>
              <a:ext cx="10525" cy="8850"/>
            </a:xfrm>
            <a:custGeom>
              <a:avLst/>
              <a:gdLst/>
              <a:ahLst/>
              <a:cxnLst/>
              <a:rect l="l" t="t" r="r" b="b"/>
              <a:pathLst>
                <a:path w="421" h="354" extrusionOk="0">
                  <a:moveTo>
                    <a:pt x="234" y="0"/>
                  </a:moveTo>
                  <a:cubicBezTo>
                    <a:pt x="230" y="0"/>
                    <a:pt x="226" y="1"/>
                    <a:pt x="222" y="1"/>
                  </a:cubicBezTo>
                  <a:cubicBezTo>
                    <a:pt x="65" y="14"/>
                    <a:pt x="0" y="210"/>
                    <a:pt x="121" y="311"/>
                  </a:cubicBezTo>
                  <a:cubicBezTo>
                    <a:pt x="156" y="340"/>
                    <a:pt x="196" y="354"/>
                    <a:pt x="236" y="354"/>
                  </a:cubicBezTo>
                  <a:cubicBezTo>
                    <a:pt x="331" y="354"/>
                    <a:pt x="421" y="275"/>
                    <a:pt x="411" y="164"/>
                  </a:cubicBezTo>
                  <a:cubicBezTo>
                    <a:pt x="402" y="70"/>
                    <a:pt x="324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4258;p71">
              <a:extLst>
                <a:ext uri="{FF2B5EF4-FFF2-40B4-BE49-F238E27FC236}">
                  <a16:creationId xmlns:a16="http://schemas.microsoft.com/office/drawing/2014/main" id="{42892757-DF74-D9DE-FD95-2E7EBFF1A0D7}"/>
                </a:ext>
              </a:extLst>
            </p:cNvPr>
            <p:cNvSpPr/>
            <p:nvPr/>
          </p:nvSpPr>
          <p:spPr>
            <a:xfrm>
              <a:off x="6848775" y="2199700"/>
              <a:ext cx="2050" cy="30875"/>
            </a:xfrm>
            <a:custGeom>
              <a:avLst/>
              <a:gdLst/>
              <a:ahLst/>
              <a:cxnLst/>
              <a:rect l="l" t="t" r="r" b="b"/>
              <a:pathLst>
                <a:path w="82" h="1235" extrusionOk="0">
                  <a:moveTo>
                    <a:pt x="52" y="1"/>
                  </a:moveTo>
                  <a:cubicBezTo>
                    <a:pt x="36" y="1"/>
                    <a:pt x="23" y="14"/>
                    <a:pt x="20" y="30"/>
                  </a:cubicBezTo>
                  <a:lnTo>
                    <a:pt x="0" y="1202"/>
                  </a:lnTo>
                  <a:cubicBezTo>
                    <a:pt x="0" y="1218"/>
                    <a:pt x="13" y="1234"/>
                    <a:pt x="29" y="1234"/>
                  </a:cubicBezTo>
                  <a:cubicBezTo>
                    <a:pt x="46" y="1234"/>
                    <a:pt x="62" y="1221"/>
                    <a:pt x="62" y="1205"/>
                  </a:cubicBezTo>
                  <a:lnTo>
                    <a:pt x="82" y="30"/>
                  </a:lnTo>
                  <a:cubicBezTo>
                    <a:pt x="82" y="14"/>
                    <a:pt x="69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4259;p71">
              <a:extLst>
                <a:ext uri="{FF2B5EF4-FFF2-40B4-BE49-F238E27FC236}">
                  <a16:creationId xmlns:a16="http://schemas.microsoft.com/office/drawing/2014/main" id="{1403E571-FD21-6106-F7E1-D6E9A6C51F2F}"/>
                </a:ext>
              </a:extLst>
            </p:cNvPr>
            <p:cNvSpPr/>
            <p:nvPr/>
          </p:nvSpPr>
          <p:spPr>
            <a:xfrm>
              <a:off x="6843700" y="2223825"/>
              <a:ext cx="10475" cy="8825"/>
            </a:xfrm>
            <a:custGeom>
              <a:avLst/>
              <a:gdLst/>
              <a:ahLst/>
              <a:cxnLst/>
              <a:rect l="l" t="t" r="r" b="b"/>
              <a:pathLst>
                <a:path w="419" h="353" extrusionOk="0">
                  <a:moveTo>
                    <a:pt x="239" y="1"/>
                  </a:moveTo>
                  <a:cubicBezTo>
                    <a:pt x="234" y="1"/>
                    <a:pt x="228" y="1"/>
                    <a:pt x="223" y="2"/>
                  </a:cubicBezTo>
                  <a:cubicBezTo>
                    <a:pt x="66" y="15"/>
                    <a:pt x="1" y="207"/>
                    <a:pt x="121" y="309"/>
                  </a:cubicBezTo>
                  <a:cubicBezTo>
                    <a:pt x="156" y="339"/>
                    <a:pt x="196" y="353"/>
                    <a:pt x="235" y="353"/>
                  </a:cubicBezTo>
                  <a:cubicBezTo>
                    <a:pt x="329" y="353"/>
                    <a:pt x="419" y="274"/>
                    <a:pt x="412" y="165"/>
                  </a:cubicBezTo>
                  <a:cubicBezTo>
                    <a:pt x="406" y="73"/>
                    <a:pt x="327" y="1"/>
                    <a:pt x="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4260;p71">
              <a:extLst>
                <a:ext uri="{FF2B5EF4-FFF2-40B4-BE49-F238E27FC236}">
                  <a16:creationId xmlns:a16="http://schemas.microsoft.com/office/drawing/2014/main" id="{78782B26-11A5-BC3A-DA9B-2C0D4A254647}"/>
                </a:ext>
              </a:extLst>
            </p:cNvPr>
            <p:cNvSpPr/>
            <p:nvPr/>
          </p:nvSpPr>
          <p:spPr>
            <a:xfrm>
              <a:off x="6864275" y="2199225"/>
              <a:ext cx="2050" cy="30850"/>
            </a:xfrm>
            <a:custGeom>
              <a:avLst/>
              <a:gdLst/>
              <a:ahLst/>
              <a:cxnLst/>
              <a:rect l="l" t="t" r="r" b="b"/>
              <a:pathLst>
                <a:path w="82" h="1234" extrusionOk="0">
                  <a:moveTo>
                    <a:pt x="52" y="0"/>
                  </a:moveTo>
                  <a:cubicBezTo>
                    <a:pt x="33" y="0"/>
                    <a:pt x="20" y="13"/>
                    <a:pt x="20" y="29"/>
                  </a:cubicBezTo>
                  <a:lnTo>
                    <a:pt x="0" y="1205"/>
                  </a:lnTo>
                  <a:cubicBezTo>
                    <a:pt x="0" y="1221"/>
                    <a:pt x="13" y="1234"/>
                    <a:pt x="30" y="1234"/>
                  </a:cubicBezTo>
                  <a:cubicBezTo>
                    <a:pt x="46" y="1234"/>
                    <a:pt x="59" y="1221"/>
                    <a:pt x="62" y="1205"/>
                  </a:cubicBezTo>
                  <a:lnTo>
                    <a:pt x="82" y="33"/>
                  </a:lnTo>
                  <a:cubicBezTo>
                    <a:pt x="82" y="16"/>
                    <a:pt x="69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4261;p71">
              <a:extLst>
                <a:ext uri="{FF2B5EF4-FFF2-40B4-BE49-F238E27FC236}">
                  <a16:creationId xmlns:a16="http://schemas.microsoft.com/office/drawing/2014/main" id="{AD31C612-494A-F386-E8F4-78723BD0952A}"/>
                </a:ext>
              </a:extLst>
            </p:cNvPr>
            <p:cNvSpPr/>
            <p:nvPr/>
          </p:nvSpPr>
          <p:spPr>
            <a:xfrm>
              <a:off x="6859200" y="2223425"/>
              <a:ext cx="10550" cy="8850"/>
            </a:xfrm>
            <a:custGeom>
              <a:avLst/>
              <a:gdLst/>
              <a:ahLst/>
              <a:cxnLst/>
              <a:rect l="l" t="t" r="r" b="b"/>
              <a:pathLst>
                <a:path w="422" h="354" extrusionOk="0">
                  <a:moveTo>
                    <a:pt x="237" y="1"/>
                  </a:moveTo>
                  <a:cubicBezTo>
                    <a:pt x="232" y="1"/>
                    <a:pt x="226" y="1"/>
                    <a:pt x="220" y="2"/>
                  </a:cubicBezTo>
                  <a:cubicBezTo>
                    <a:pt x="63" y="15"/>
                    <a:pt x="1" y="210"/>
                    <a:pt x="122" y="312"/>
                  </a:cubicBezTo>
                  <a:cubicBezTo>
                    <a:pt x="156" y="341"/>
                    <a:pt x="196" y="353"/>
                    <a:pt x="235" y="353"/>
                  </a:cubicBezTo>
                  <a:cubicBezTo>
                    <a:pt x="331" y="353"/>
                    <a:pt x="421" y="273"/>
                    <a:pt x="412" y="161"/>
                  </a:cubicBezTo>
                  <a:cubicBezTo>
                    <a:pt x="403" y="70"/>
                    <a:pt x="328" y="1"/>
                    <a:pt x="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4262;p71">
              <a:extLst>
                <a:ext uri="{FF2B5EF4-FFF2-40B4-BE49-F238E27FC236}">
                  <a16:creationId xmlns:a16="http://schemas.microsoft.com/office/drawing/2014/main" id="{AA412A52-29CE-8B4F-F1D8-17ADCF6992A7}"/>
                </a:ext>
              </a:extLst>
            </p:cNvPr>
            <p:cNvSpPr/>
            <p:nvPr/>
          </p:nvSpPr>
          <p:spPr>
            <a:xfrm>
              <a:off x="5502850" y="1930500"/>
              <a:ext cx="872250" cy="64750"/>
            </a:xfrm>
            <a:custGeom>
              <a:avLst/>
              <a:gdLst/>
              <a:ahLst/>
              <a:cxnLst/>
              <a:rect l="l" t="t" r="r" b="b"/>
              <a:pathLst>
                <a:path w="34890" h="2590" extrusionOk="0">
                  <a:moveTo>
                    <a:pt x="21709" y="1"/>
                  </a:moveTo>
                  <a:cubicBezTo>
                    <a:pt x="8529" y="1"/>
                    <a:pt x="0" y="559"/>
                    <a:pt x="1240" y="1313"/>
                  </a:cubicBezTo>
                  <a:cubicBezTo>
                    <a:pt x="2912" y="2328"/>
                    <a:pt x="14904" y="2589"/>
                    <a:pt x="22016" y="2589"/>
                  </a:cubicBezTo>
                  <a:cubicBezTo>
                    <a:pt x="29125" y="2589"/>
                    <a:pt x="34889" y="2197"/>
                    <a:pt x="34889" y="1708"/>
                  </a:cubicBezTo>
                  <a:cubicBezTo>
                    <a:pt x="34889" y="1221"/>
                    <a:pt x="28821" y="1"/>
                    <a:pt x="21709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4263;p71">
              <a:extLst>
                <a:ext uri="{FF2B5EF4-FFF2-40B4-BE49-F238E27FC236}">
                  <a16:creationId xmlns:a16="http://schemas.microsoft.com/office/drawing/2014/main" id="{01A52CE1-C536-EEB6-D361-6D8DE7F677E3}"/>
                </a:ext>
              </a:extLst>
            </p:cNvPr>
            <p:cNvSpPr/>
            <p:nvPr/>
          </p:nvSpPr>
          <p:spPr>
            <a:xfrm>
              <a:off x="5757200" y="1710175"/>
              <a:ext cx="637000" cy="273450"/>
            </a:xfrm>
            <a:custGeom>
              <a:avLst/>
              <a:gdLst/>
              <a:ahLst/>
              <a:cxnLst/>
              <a:rect l="l" t="t" r="r" b="b"/>
              <a:pathLst>
                <a:path w="25480" h="10938" extrusionOk="0">
                  <a:moveTo>
                    <a:pt x="18821" y="1"/>
                  </a:moveTo>
                  <a:cubicBezTo>
                    <a:pt x="18709" y="1"/>
                    <a:pt x="18289" y="596"/>
                    <a:pt x="17894" y="1192"/>
                  </a:cubicBezTo>
                  <a:cubicBezTo>
                    <a:pt x="16316" y="1002"/>
                    <a:pt x="14673" y="986"/>
                    <a:pt x="14169" y="986"/>
                  </a:cubicBezTo>
                  <a:cubicBezTo>
                    <a:pt x="14068" y="986"/>
                    <a:pt x="14013" y="987"/>
                    <a:pt x="14013" y="987"/>
                  </a:cubicBezTo>
                  <a:cubicBezTo>
                    <a:pt x="14013" y="987"/>
                    <a:pt x="12507" y="201"/>
                    <a:pt x="10430" y="201"/>
                  </a:cubicBezTo>
                  <a:cubicBezTo>
                    <a:pt x="9693" y="201"/>
                    <a:pt x="8883" y="300"/>
                    <a:pt x="8043" y="569"/>
                  </a:cubicBezTo>
                  <a:cubicBezTo>
                    <a:pt x="4837" y="1594"/>
                    <a:pt x="3075" y="2162"/>
                    <a:pt x="2053" y="4153"/>
                  </a:cubicBezTo>
                  <a:cubicBezTo>
                    <a:pt x="2053" y="4153"/>
                    <a:pt x="0" y="6509"/>
                    <a:pt x="209" y="8027"/>
                  </a:cubicBezTo>
                  <a:cubicBezTo>
                    <a:pt x="418" y="9548"/>
                    <a:pt x="317" y="10181"/>
                    <a:pt x="2393" y="10759"/>
                  </a:cubicBezTo>
                  <a:cubicBezTo>
                    <a:pt x="2864" y="10890"/>
                    <a:pt x="3496" y="10938"/>
                    <a:pt x="4240" y="10938"/>
                  </a:cubicBezTo>
                  <a:cubicBezTo>
                    <a:pt x="6302" y="10938"/>
                    <a:pt x="9218" y="10569"/>
                    <a:pt x="11909" y="10569"/>
                  </a:cubicBezTo>
                  <a:cubicBezTo>
                    <a:pt x="12520" y="10569"/>
                    <a:pt x="13120" y="10588"/>
                    <a:pt x="13696" y="10635"/>
                  </a:cubicBezTo>
                  <a:cubicBezTo>
                    <a:pt x="14602" y="10709"/>
                    <a:pt x="15337" y="10737"/>
                    <a:pt x="15932" y="10737"/>
                  </a:cubicBezTo>
                  <a:cubicBezTo>
                    <a:pt x="17978" y="10737"/>
                    <a:pt x="18364" y="10400"/>
                    <a:pt x="18364" y="10400"/>
                  </a:cubicBezTo>
                  <a:cubicBezTo>
                    <a:pt x="18364" y="10400"/>
                    <a:pt x="19026" y="10853"/>
                    <a:pt x="19778" y="10853"/>
                  </a:cubicBezTo>
                  <a:cubicBezTo>
                    <a:pt x="20187" y="10853"/>
                    <a:pt x="20622" y="10719"/>
                    <a:pt x="20991" y="10305"/>
                  </a:cubicBezTo>
                  <a:lnTo>
                    <a:pt x="22790" y="10475"/>
                  </a:lnTo>
                  <a:cubicBezTo>
                    <a:pt x="22790" y="10475"/>
                    <a:pt x="23044" y="10808"/>
                    <a:pt x="23560" y="10896"/>
                  </a:cubicBezTo>
                  <a:cubicBezTo>
                    <a:pt x="23679" y="10917"/>
                    <a:pt x="23805" y="10931"/>
                    <a:pt x="23932" y="10931"/>
                  </a:cubicBezTo>
                  <a:cubicBezTo>
                    <a:pt x="24356" y="10931"/>
                    <a:pt x="24798" y="10780"/>
                    <a:pt x="25061" y="10250"/>
                  </a:cubicBezTo>
                  <a:cubicBezTo>
                    <a:pt x="25404" y="9564"/>
                    <a:pt x="25211" y="8282"/>
                    <a:pt x="24382" y="7642"/>
                  </a:cubicBezTo>
                  <a:cubicBezTo>
                    <a:pt x="23553" y="7002"/>
                    <a:pt x="23175" y="6937"/>
                    <a:pt x="23175" y="6937"/>
                  </a:cubicBezTo>
                  <a:cubicBezTo>
                    <a:pt x="23175" y="6937"/>
                    <a:pt x="23194" y="5840"/>
                    <a:pt x="23106" y="5739"/>
                  </a:cubicBezTo>
                  <a:cubicBezTo>
                    <a:pt x="23106" y="5739"/>
                    <a:pt x="25479" y="3549"/>
                    <a:pt x="25365" y="3516"/>
                  </a:cubicBezTo>
                  <a:cubicBezTo>
                    <a:pt x="25354" y="3513"/>
                    <a:pt x="25322" y="3512"/>
                    <a:pt x="25273" y="3512"/>
                  </a:cubicBezTo>
                  <a:cubicBezTo>
                    <a:pt x="24808" y="3512"/>
                    <a:pt x="22803" y="3640"/>
                    <a:pt x="22803" y="3640"/>
                  </a:cubicBezTo>
                  <a:cubicBezTo>
                    <a:pt x="22803" y="3640"/>
                    <a:pt x="21628" y="1969"/>
                    <a:pt x="19480" y="1460"/>
                  </a:cubicBezTo>
                  <a:cubicBezTo>
                    <a:pt x="19434" y="1450"/>
                    <a:pt x="19388" y="1440"/>
                    <a:pt x="19343" y="1430"/>
                  </a:cubicBezTo>
                  <a:cubicBezTo>
                    <a:pt x="19336" y="1287"/>
                    <a:pt x="19323" y="1153"/>
                    <a:pt x="19310" y="1042"/>
                  </a:cubicBezTo>
                  <a:cubicBezTo>
                    <a:pt x="19248" y="517"/>
                    <a:pt x="19036" y="17"/>
                    <a:pt x="18824" y="1"/>
                  </a:cubicBezTo>
                  <a:cubicBezTo>
                    <a:pt x="18823" y="1"/>
                    <a:pt x="18822" y="1"/>
                    <a:pt x="188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4264;p71">
              <a:extLst>
                <a:ext uri="{FF2B5EF4-FFF2-40B4-BE49-F238E27FC236}">
                  <a16:creationId xmlns:a16="http://schemas.microsoft.com/office/drawing/2014/main" id="{B65E39F7-F51D-5129-474B-9946032CDD06}"/>
                </a:ext>
              </a:extLst>
            </p:cNvPr>
            <p:cNvSpPr/>
            <p:nvPr/>
          </p:nvSpPr>
          <p:spPr>
            <a:xfrm>
              <a:off x="5757200" y="1698750"/>
              <a:ext cx="637000" cy="298450"/>
            </a:xfrm>
            <a:custGeom>
              <a:avLst/>
              <a:gdLst/>
              <a:ahLst/>
              <a:cxnLst/>
              <a:rect l="l" t="t" r="r" b="b"/>
              <a:pathLst>
                <a:path w="25480" h="11938" extrusionOk="0">
                  <a:moveTo>
                    <a:pt x="24382" y="8099"/>
                  </a:moveTo>
                  <a:cubicBezTo>
                    <a:pt x="23553" y="7459"/>
                    <a:pt x="23175" y="7394"/>
                    <a:pt x="23175" y="7394"/>
                  </a:cubicBezTo>
                  <a:cubicBezTo>
                    <a:pt x="23175" y="7394"/>
                    <a:pt x="23194" y="6297"/>
                    <a:pt x="23106" y="6196"/>
                  </a:cubicBezTo>
                  <a:cubicBezTo>
                    <a:pt x="23106" y="6196"/>
                    <a:pt x="25479" y="4006"/>
                    <a:pt x="25365" y="3973"/>
                  </a:cubicBezTo>
                  <a:cubicBezTo>
                    <a:pt x="25247" y="3941"/>
                    <a:pt x="22803" y="4097"/>
                    <a:pt x="22803" y="4097"/>
                  </a:cubicBezTo>
                  <a:cubicBezTo>
                    <a:pt x="22803" y="4097"/>
                    <a:pt x="21628" y="2426"/>
                    <a:pt x="19480" y="1917"/>
                  </a:cubicBezTo>
                  <a:cubicBezTo>
                    <a:pt x="19434" y="1907"/>
                    <a:pt x="19388" y="1897"/>
                    <a:pt x="19343" y="1887"/>
                  </a:cubicBezTo>
                  <a:cubicBezTo>
                    <a:pt x="19336" y="1744"/>
                    <a:pt x="19323" y="1610"/>
                    <a:pt x="19310" y="1499"/>
                  </a:cubicBezTo>
                  <a:cubicBezTo>
                    <a:pt x="19248" y="974"/>
                    <a:pt x="19036" y="474"/>
                    <a:pt x="18824" y="458"/>
                  </a:cubicBezTo>
                  <a:cubicBezTo>
                    <a:pt x="18716" y="448"/>
                    <a:pt x="18292" y="1049"/>
                    <a:pt x="17894" y="1649"/>
                  </a:cubicBezTo>
                  <a:cubicBezTo>
                    <a:pt x="16000" y="1421"/>
                    <a:pt x="14013" y="1444"/>
                    <a:pt x="14013" y="1444"/>
                  </a:cubicBezTo>
                  <a:cubicBezTo>
                    <a:pt x="14013" y="1444"/>
                    <a:pt x="11248" y="1"/>
                    <a:pt x="8043" y="1026"/>
                  </a:cubicBezTo>
                  <a:cubicBezTo>
                    <a:pt x="4837" y="2051"/>
                    <a:pt x="3075" y="2619"/>
                    <a:pt x="2053" y="4610"/>
                  </a:cubicBezTo>
                  <a:cubicBezTo>
                    <a:pt x="2053" y="4610"/>
                    <a:pt x="0" y="6966"/>
                    <a:pt x="209" y="8484"/>
                  </a:cubicBezTo>
                  <a:cubicBezTo>
                    <a:pt x="418" y="10005"/>
                    <a:pt x="317" y="10638"/>
                    <a:pt x="2393" y="11216"/>
                  </a:cubicBezTo>
                  <a:cubicBezTo>
                    <a:pt x="4465" y="11791"/>
                    <a:pt x="9675" y="10766"/>
                    <a:pt x="13696" y="11092"/>
                  </a:cubicBezTo>
                  <a:cubicBezTo>
                    <a:pt x="17721" y="11418"/>
                    <a:pt x="18364" y="10857"/>
                    <a:pt x="18364" y="10857"/>
                  </a:cubicBezTo>
                  <a:cubicBezTo>
                    <a:pt x="18364" y="10857"/>
                    <a:pt x="19943" y="11937"/>
                    <a:pt x="20991" y="10762"/>
                  </a:cubicBezTo>
                  <a:lnTo>
                    <a:pt x="22790" y="10932"/>
                  </a:lnTo>
                  <a:cubicBezTo>
                    <a:pt x="22790" y="10932"/>
                    <a:pt x="23044" y="11265"/>
                    <a:pt x="23560" y="11353"/>
                  </a:cubicBezTo>
                  <a:cubicBezTo>
                    <a:pt x="24076" y="11445"/>
                    <a:pt x="24719" y="11396"/>
                    <a:pt x="25061" y="10707"/>
                  </a:cubicBezTo>
                  <a:cubicBezTo>
                    <a:pt x="25404" y="10021"/>
                    <a:pt x="25211" y="8739"/>
                    <a:pt x="24382" y="809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4265;p71">
              <a:extLst>
                <a:ext uri="{FF2B5EF4-FFF2-40B4-BE49-F238E27FC236}">
                  <a16:creationId xmlns:a16="http://schemas.microsoft.com/office/drawing/2014/main" id="{DE3B2A4C-2F39-21A3-DCD1-6948ACC90949}"/>
                </a:ext>
              </a:extLst>
            </p:cNvPr>
            <p:cNvSpPr/>
            <p:nvPr/>
          </p:nvSpPr>
          <p:spPr>
            <a:xfrm>
              <a:off x="5959600" y="1781000"/>
              <a:ext cx="58500" cy="29250"/>
            </a:xfrm>
            <a:custGeom>
              <a:avLst/>
              <a:gdLst/>
              <a:ahLst/>
              <a:cxnLst/>
              <a:rect l="l" t="t" r="r" b="b"/>
              <a:pathLst>
                <a:path w="2340" h="1170" extrusionOk="0">
                  <a:moveTo>
                    <a:pt x="42" y="0"/>
                  </a:moveTo>
                  <a:cubicBezTo>
                    <a:pt x="8" y="0"/>
                    <a:pt x="1" y="54"/>
                    <a:pt x="38" y="60"/>
                  </a:cubicBezTo>
                  <a:cubicBezTo>
                    <a:pt x="54" y="63"/>
                    <a:pt x="1624" y="360"/>
                    <a:pt x="2284" y="1160"/>
                  </a:cubicBezTo>
                  <a:cubicBezTo>
                    <a:pt x="2287" y="1166"/>
                    <a:pt x="2297" y="1170"/>
                    <a:pt x="2307" y="1170"/>
                  </a:cubicBezTo>
                  <a:cubicBezTo>
                    <a:pt x="2313" y="1170"/>
                    <a:pt x="2320" y="1170"/>
                    <a:pt x="2326" y="1163"/>
                  </a:cubicBezTo>
                  <a:cubicBezTo>
                    <a:pt x="2339" y="1153"/>
                    <a:pt x="2339" y="1134"/>
                    <a:pt x="2329" y="1121"/>
                  </a:cubicBezTo>
                  <a:cubicBezTo>
                    <a:pt x="1657" y="305"/>
                    <a:pt x="64" y="4"/>
                    <a:pt x="48" y="1"/>
                  </a:cubicBezTo>
                  <a:cubicBezTo>
                    <a:pt x="46" y="1"/>
                    <a:pt x="44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4266;p71">
              <a:extLst>
                <a:ext uri="{FF2B5EF4-FFF2-40B4-BE49-F238E27FC236}">
                  <a16:creationId xmlns:a16="http://schemas.microsoft.com/office/drawing/2014/main" id="{B9C1E8A0-03B3-060C-14CA-91F4238B1013}"/>
                </a:ext>
              </a:extLst>
            </p:cNvPr>
            <p:cNvSpPr/>
            <p:nvPr/>
          </p:nvSpPr>
          <p:spPr>
            <a:xfrm>
              <a:off x="5932775" y="1806750"/>
              <a:ext cx="284575" cy="164250"/>
            </a:xfrm>
            <a:custGeom>
              <a:avLst/>
              <a:gdLst/>
              <a:ahLst/>
              <a:cxnLst/>
              <a:rect l="l" t="t" r="r" b="b"/>
              <a:pathLst>
                <a:path w="11383" h="6570" extrusionOk="0">
                  <a:moveTo>
                    <a:pt x="1693" y="0"/>
                  </a:moveTo>
                  <a:cubicBezTo>
                    <a:pt x="713" y="0"/>
                    <a:pt x="56" y="120"/>
                    <a:pt x="40" y="123"/>
                  </a:cubicBezTo>
                  <a:cubicBezTo>
                    <a:pt x="0" y="129"/>
                    <a:pt x="10" y="182"/>
                    <a:pt x="44" y="182"/>
                  </a:cubicBezTo>
                  <a:cubicBezTo>
                    <a:pt x="46" y="182"/>
                    <a:pt x="48" y="182"/>
                    <a:pt x="50" y="182"/>
                  </a:cubicBezTo>
                  <a:cubicBezTo>
                    <a:pt x="66" y="179"/>
                    <a:pt x="719" y="60"/>
                    <a:pt x="1694" y="60"/>
                  </a:cubicBezTo>
                  <a:cubicBezTo>
                    <a:pt x="2984" y="60"/>
                    <a:pt x="4838" y="269"/>
                    <a:pt x="6520" y="1236"/>
                  </a:cubicBezTo>
                  <a:cubicBezTo>
                    <a:pt x="9075" y="2705"/>
                    <a:pt x="9989" y="3838"/>
                    <a:pt x="10071" y="3942"/>
                  </a:cubicBezTo>
                  <a:cubicBezTo>
                    <a:pt x="10071" y="4089"/>
                    <a:pt x="10103" y="5620"/>
                    <a:pt x="11321" y="6560"/>
                  </a:cubicBezTo>
                  <a:cubicBezTo>
                    <a:pt x="11327" y="6566"/>
                    <a:pt x="11334" y="6566"/>
                    <a:pt x="11341" y="6566"/>
                  </a:cubicBezTo>
                  <a:lnTo>
                    <a:pt x="11341" y="6570"/>
                  </a:lnTo>
                  <a:cubicBezTo>
                    <a:pt x="11370" y="6570"/>
                    <a:pt x="11383" y="6530"/>
                    <a:pt x="11360" y="6514"/>
                  </a:cubicBezTo>
                  <a:cubicBezTo>
                    <a:pt x="10110" y="5548"/>
                    <a:pt x="10133" y="3952"/>
                    <a:pt x="10133" y="3936"/>
                  </a:cubicBezTo>
                  <a:lnTo>
                    <a:pt x="10133" y="3926"/>
                  </a:lnTo>
                  <a:lnTo>
                    <a:pt x="10126" y="3916"/>
                  </a:lnTo>
                  <a:cubicBezTo>
                    <a:pt x="10117" y="3903"/>
                    <a:pt x="9235" y="2725"/>
                    <a:pt x="6552" y="1184"/>
                  </a:cubicBezTo>
                  <a:cubicBezTo>
                    <a:pt x="4859" y="211"/>
                    <a:pt x="2993" y="0"/>
                    <a:pt x="1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4267;p71">
              <a:extLst>
                <a:ext uri="{FF2B5EF4-FFF2-40B4-BE49-F238E27FC236}">
                  <a16:creationId xmlns:a16="http://schemas.microsoft.com/office/drawing/2014/main" id="{64A031B2-E735-FE6B-44F5-9EBE56B5788D}"/>
                </a:ext>
              </a:extLst>
            </p:cNvPr>
            <p:cNvSpPr/>
            <p:nvPr/>
          </p:nvSpPr>
          <p:spPr>
            <a:xfrm>
              <a:off x="6105800" y="1825850"/>
              <a:ext cx="177500" cy="142700"/>
            </a:xfrm>
            <a:custGeom>
              <a:avLst/>
              <a:gdLst/>
              <a:ahLst/>
              <a:cxnLst/>
              <a:rect l="l" t="t" r="r" b="b"/>
              <a:pathLst>
                <a:path w="7100" h="5708" extrusionOk="0">
                  <a:moveTo>
                    <a:pt x="45" y="0"/>
                  </a:moveTo>
                  <a:cubicBezTo>
                    <a:pt x="13" y="0"/>
                    <a:pt x="1" y="52"/>
                    <a:pt x="39" y="61"/>
                  </a:cubicBezTo>
                  <a:cubicBezTo>
                    <a:pt x="69" y="71"/>
                    <a:pt x="2902" y="945"/>
                    <a:pt x="3747" y="1595"/>
                  </a:cubicBezTo>
                  <a:cubicBezTo>
                    <a:pt x="3780" y="1621"/>
                    <a:pt x="3822" y="1654"/>
                    <a:pt x="3871" y="1690"/>
                  </a:cubicBezTo>
                  <a:cubicBezTo>
                    <a:pt x="4250" y="1977"/>
                    <a:pt x="5036" y="2571"/>
                    <a:pt x="5735" y="3302"/>
                  </a:cubicBezTo>
                  <a:cubicBezTo>
                    <a:pt x="6597" y="4203"/>
                    <a:pt x="7027" y="4999"/>
                    <a:pt x="7018" y="5678"/>
                  </a:cubicBezTo>
                  <a:cubicBezTo>
                    <a:pt x="7018" y="5695"/>
                    <a:pt x="7031" y="5708"/>
                    <a:pt x="7050" y="5708"/>
                  </a:cubicBezTo>
                  <a:cubicBezTo>
                    <a:pt x="7067" y="5708"/>
                    <a:pt x="7080" y="5695"/>
                    <a:pt x="7080" y="5678"/>
                  </a:cubicBezTo>
                  <a:cubicBezTo>
                    <a:pt x="7099" y="4056"/>
                    <a:pt x="4697" y="2238"/>
                    <a:pt x="3907" y="1641"/>
                  </a:cubicBezTo>
                  <a:lnTo>
                    <a:pt x="3783" y="1546"/>
                  </a:lnTo>
                  <a:cubicBezTo>
                    <a:pt x="2931" y="890"/>
                    <a:pt x="85" y="12"/>
                    <a:pt x="56" y="2"/>
                  </a:cubicBezTo>
                  <a:cubicBezTo>
                    <a:pt x="52" y="1"/>
                    <a:pt x="48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4268;p71">
              <a:extLst>
                <a:ext uri="{FF2B5EF4-FFF2-40B4-BE49-F238E27FC236}">
                  <a16:creationId xmlns:a16="http://schemas.microsoft.com/office/drawing/2014/main" id="{EC4C5F79-A3B7-64AA-E1AB-E81B786AEBFB}"/>
                </a:ext>
              </a:extLst>
            </p:cNvPr>
            <p:cNvSpPr/>
            <p:nvPr/>
          </p:nvSpPr>
          <p:spPr>
            <a:xfrm>
              <a:off x="6213825" y="1949250"/>
              <a:ext cx="20275" cy="20375"/>
            </a:xfrm>
            <a:custGeom>
              <a:avLst/>
              <a:gdLst/>
              <a:ahLst/>
              <a:cxnLst/>
              <a:rect l="l" t="t" r="r" b="b"/>
              <a:pathLst>
                <a:path w="811" h="815" extrusionOk="0">
                  <a:moveTo>
                    <a:pt x="760" y="1"/>
                  </a:moveTo>
                  <a:cubicBezTo>
                    <a:pt x="743" y="1"/>
                    <a:pt x="727" y="13"/>
                    <a:pt x="732" y="37"/>
                  </a:cubicBezTo>
                  <a:cubicBezTo>
                    <a:pt x="732" y="41"/>
                    <a:pt x="745" y="351"/>
                    <a:pt x="572" y="560"/>
                  </a:cubicBezTo>
                  <a:cubicBezTo>
                    <a:pt x="425" y="740"/>
                    <a:pt x="132" y="752"/>
                    <a:pt x="53" y="752"/>
                  </a:cubicBezTo>
                  <a:cubicBezTo>
                    <a:pt x="41" y="752"/>
                    <a:pt x="34" y="752"/>
                    <a:pt x="33" y="752"/>
                  </a:cubicBezTo>
                  <a:cubicBezTo>
                    <a:pt x="17" y="752"/>
                    <a:pt x="4" y="765"/>
                    <a:pt x="1" y="782"/>
                  </a:cubicBezTo>
                  <a:cubicBezTo>
                    <a:pt x="1" y="801"/>
                    <a:pt x="14" y="814"/>
                    <a:pt x="30" y="814"/>
                  </a:cubicBezTo>
                  <a:lnTo>
                    <a:pt x="56" y="814"/>
                  </a:lnTo>
                  <a:cubicBezTo>
                    <a:pt x="151" y="814"/>
                    <a:pt x="454" y="798"/>
                    <a:pt x="621" y="599"/>
                  </a:cubicBezTo>
                  <a:cubicBezTo>
                    <a:pt x="810" y="370"/>
                    <a:pt x="790" y="47"/>
                    <a:pt x="790" y="31"/>
                  </a:cubicBezTo>
                  <a:cubicBezTo>
                    <a:pt x="790" y="11"/>
                    <a:pt x="775" y="1"/>
                    <a:pt x="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4269;p71">
              <a:extLst>
                <a:ext uri="{FF2B5EF4-FFF2-40B4-BE49-F238E27FC236}">
                  <a16:creationId xmlns:a16="http://schemas.microsoft.com/office/drawing/2014/main" id="{E1FC7B0D-6CD9-5BAA-C09B-18B03954B948}"/>
                </a:ext>
              </a:extLst>
            </p:cNvPr>
            <p:cNvSpPr/>
            <p:nvPr/>
          </p:nvSpPr>
          <p:spPr>
            <a:xfrm>
              <a:off x="6248175" y="1959775"/>
              <a:ext cx="10975" cy="22650"/>
            </a:xfrm>
            <a:custGeom>
              <a:avLst/>
              <a:gdLst/>
              <a:ahLst/>
              <a:cxnLst/>
              <a:rect l="l" t="t" r="r" b="b"/>
              <a:pathLst>
                <a:path w="439" h="906" extrusionOk="0">
                  <a:moveTo>
                    <a:pt x="294" y="1"/>
                  </a:moveTo>
                  <a:cubicBezTo>
                    <a:pt x="292" y="1"/>
                    <a:pt x="290" y="1"/>
                    <a:pt x="288" y="1"/>
                  </a:cubicBezTo>
                  <a:cubicBezTo>
                    <a:pt x="272" y="5"/>
                    <a:pt x="262" y="21"/>
                    <a:pt x="265" y="37"/>
                  </a:cubicBezTo>
                  <a:cubicBezTo>
                    <a:pt x="265" y="41"/>
                    <a:pt x="373" y="494"/>
                    <a:pt x="223" y="723"/>
                  </a:cubicBezTo>
                  <a:cubicBezTo>
                    <a:pt x="180" y="788"/>
                    <a:pt x="108" y="834"/>
                    <a:pt x="30" y="844"/>
                  </a:cubicBezTo>
                  <a:cubicBezTo>
                    <a:pt x="14" y="847"/>
                    <a:pt x="1" y="863"/>
                    <a:pt x="4" y="879"/>
                  </a:cubicBezTo>
                  <a:cubicBezTo>
                    <a:pt x="7" y="893"/>
                    <a:pt x="20" y="906"/>
                    <a:pt x="37" y="906"/>
                  </a:cubicBezTo>
                  <a:lnTo>
                    <a:pt x="40" y="906"/>
                  </a:lnTo>
                  <a:cubicBezTo>
                    <a:pt x="135" y="893"/>
                    <a:pt x="219" y="837"/>
                    <a:pt x="275" y="759"/>
                  </a:cubicBezTo>
                  <a:cubicBezTo>
                    <a:pt x="438" y="507"/>
                    <a:pt x="330" y="44"/>
                    <a:pt x="324" y="24"/>
                  </a:cubicBezTo>
                  <a:cubicBezTo>
                    <a:pt x="321" y="10"/>
                    <a:pt x="30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4270;p71">
              <a:extLst>
                <a:ext uri="{FF2B5EF4-FFF2-40B4-BE49-F238E27FC236}">
                  <a16:creationId xmlns:a16="http://schemas.microsoft.com/office/drawing/2014/main" id="{FCE19673-33DB-CC3C-1774-5E84AAE5A6C2}"/>
                </a:ext>
              </a:extLst>
            </p:cNvPr>
            <p:cNvSpPr/>
            <p:nvPr/>
          </p:nvSpPr>
          <p:spPr>
            <a:xfrm>
              <a:off x="6096900" y="1759700"/>
              <a:ext cx="25975" cy="72575"/>
            </a:xfrm>
            <a:custGeom>
              <a:avLst/>
              <a:gdLst/>
              <a:ahLst/>
              <a:cxnLst/>
              <a:rect l="l" t="t" r="r" b="b"/>
              <a:pathLst>
                <a:path w="1039" h="2903" extrusionOk="0">
                  <a:moveTo>
                    <a:pt x="799" y="0"/>
                  </a:moveTo>
                  <a:cubicBezTo>
                    <a:pt x="788" y="0"/>
                    <a:pt x="777" y="6"/>
                    <a:pt x="771" y="21"/>
                  </a:cubicBezTo>
                  <a:cubicBezTo>
                    <a:pt x="738" y="106"/>
                    <a:pt x="0" y="2097"/>
                    <a:pt x="976" y="2896"/>
                  </a:cubicBezTo>
                  <a:cubicBezTo>
                    <a:pt x="983" y="2900"/>
                    <a:pt x="989" y="2903"/>
                    <a:pt x="996" y="2903"/>
                  </a:cubicBezTo>
                  <a:cubicBezTo>
                    <a:pt x="1025" y="2903"/>
                    <a:pt x="1038" y="2867"/>
                    <a:pt x="1015" y="2847"/>
                  </a:cubicBezTo>
                  <a:cubicBezTo>
                    <a:pt x="72" y="2077"/>
                    <a:pt x="823" y="63"/>
                    <a:pt x="829" y="44"/>
                  </a:cubicBezTo>
                  <a:cubicBezTo>
                    <a:pt x="838" y="19"/>
                    <a:pt x="818" y="0"/>
                    <a:pt x="7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4271;p71">
              <a:extLst>
                <a:ext uri="{FF2B5EF4-FFF2-40B4-BE49-F238E27FC236}">
                  <a16:creationId xmlns:a16="http://schemas.microsoft.com/office/drawing/2014/main" id="{AFDE017A-DA0B-6AF4-C778-7FD3BBBA07CA}"/>
                </a:ext>
              </a:extLst>
            </p:cNvPr>
            <p:cNvSpPr/>
            <p:nvPr/>
          </p:nvSpPr>
          <p:spPr>
            <a:xfrm>
              <a:off x="6307100" y="1901800"/>
              <a:ext cx="23500" cy="71075"/>
            </a:xfrm>
            <a:custGeom>
              <a:avLst/>
              <a:gdLst/>
              <a:ahLst/>
              <a:cxnLst/>
              <a:rect l="l" t="t" r="r" b="b"/>
              <a:pathLst>
                <a:path w="940" h="2843" extrusionOk="0">
                  <a:moveTo>
                    <a:pt x="897" y="1"/>
                  </a:moveTo>
                  <a:cubicBezTo>
                    <a:pt x="886" y="1"/>
                    <a:pt x="875" y="6"/>
                    <a:pt x="869" y="19"/>
                  </a:cubicBezTo>
                  <a:cubicBezTo>
                    <a:pt x="862" y="36"/>
                    <a:pt x="0" y="1726"/>
                    <a:pt x="767" y="2830"/>
                  </a:cubicBezTo>
                  <a:cubicBezTo>
                    <a:pt x="774" y="2836"/>
                    <a:pt x="784" y="2843"/>
                    <a:pt x="794" y="2843"/>
                  </a:cubicBezTo>
                  <a:cubicBezTo>
                    <a:pt x="820" y="2843"/>
                    <a:pt x="833" y="2813"/>
                    <a:pt x="820" y="2794"/>
                  </a:cubicBezTo>
                  <a:cubicBezTo>
                    <a:pt x="72" y="1723"/>
                    <a:pt x="914" y="62"/>
                    <a:pt x="924" y="45"/>
                  </a:cubicBezTo>
                  <a:cubicBezTo>
                    <a:pt x="939" y="22"/>
                    <a:pt x="919" y="1"/>
                    <a:pt x="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4272;p71">
              <a:extLst>
                <a:ext uri="{FF2B5EF4-FFF2-40B4-BE49-F238E27FC236}">
                  <a16:creationId xmlns:a16="http://schemas.microsoft.com/office/drawing/2014/main" id="{DF1C2655-013A-6F6F-7C5C-D51C174C4E58}"/>
                </a:ext>
              </a:extLst>
            </p:cNvPr>
            <p:cNvSpPr/>
            <p:nvPr/>
          </p:nvSpPr>
          <p:spPr>
            <a:xfrm>
              <a:off x="6259450" y="1882775"/>
              <a:ext cx="77300" cy="36250"/>
            </a:xfrm>
            <a:custGeom>
              <a:avLst/>
              <a:gdLst/>
              <a:ahLst/>
              <a:cxnLst/>
              <a:rect l="l" t="t" r="r" b="b"/>
              <a:pathLst>
                <a:path w="3092" h="1450" extrusionOk="0">
                  <a:moveTo>
                    <a:pt x="3081" y="0"/>
                  </a:moveTo>
                  <a:cubicBezTo>
                    <a:pt x="3068" y="3"/>
                    <a:pt x="1799" y="222"/>
                    <a:pt x="0" y="1397"/>
                  </a:cubicBezTo>
                  <a:lnTo>
                    <a:pt x="33" y="1449"/>
                  </a:lnTo>
                  <a:cubicBezTo>
                    <a:pt x="1818" y="281"/>
                    <a:pt x="3078" y="62"/>
                    <a:pt x="3091" y="59"/>
                  </a:cubicBezTo>
                  <a:lnTo>
                    <a:pt x="30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4273;p71">
              <a:extLst>
                <a:ext uri="{FF2B5EF4-FFF2-40B4-BE49-F238E27FC236}">
                  <a16:creationId xmlns:a16="http://schemas.microsoft.com/office/drawing/2014/main" id="{EC495A13-945D-D434-4949-C35F07B863F9}"/>
                </a:ext>
              </a:extLst>
            </p:cNvPr>
            <p:cNvSpPr/>
            <p:nvPr/>
          </p:nvSpPr>
          <p:spPr>
            <a:xfrm>
              <a:off x="6262125" y="1919800"/>
              <a:ext cx="48100" cy="5750"/>
            </a:xfrm>
            <a:custGeom>
              <a:avLst/>
              <a:gdLst/>
              <a:ahLst/>
              <a:cxnLst/>
              <a:rect l="l" t="t" r="r" b="b"/>
              <a:pathLst>
                <a:path w="1924" h="230" extrusionOk="0">
                  <a:moveTo>
                    <a:pt x="752" y="0"/>
                  </a:moveTo>
                  <a:cubicBezTo>
                    <a:pt x="267" y="0"/>
                    <a:pt x="17" y="106"/>
                    <a:pt x="1" y="112"/>
                  </a:cubicBezTo>
                  <a:lnTo>
                    <a:pt x="24" y="168"/>
                  </a:lnTo>
                  <a:cubicBezTo>
                    <a:pt x="28" y="166"/>
                    <a:pt x="274" y="63"/>
                    <a:pt x="753" y="63"/>
                  </a:cubicBezTo>
                  <a:cubicBezTo>
                    <a:pt x="1050" y="63"/>
                    <a:pt x="1435" y="102"/>
                    <a:pt x="1907" y="230"/>
                  </a:cubicBezTo>
                  <a:lnTo>
                    <a:pt x="1923" y="171"/>
                  </a:lnTo>
                  <a:cubicBezTo>
                    <a:pt x="1443" y="41"/>
                    <a:pt x="1052" y="0"/>
                    <a:pt x="7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4274;p71">
              <a:extLst>
                <a:ext uri="{FF2B5EF4-FFF2-40B4-BE49-F238E27FC236}">
                  <a16:creationId xmlns:a16="http://schemas.microsoft.com/office/drawing/2014/main" id="{53EF01E7-E831-2BF3-F8C6-A2E9FFF639DF}"/>
                </a:ext>
              </a:extLst>
            </p:cNvPr>
            <p:cNvSpPr/>
            <p:nvPr/>
          </p:nvSpPr>
          <p:spPr>
            <a:xfrm>
              <a:off x="6185100" y="1839675"/>
              <a:ext cx="10625" cy="22625"/>
            </a:xfrm>
            <a:custGeom>
              <a:avLst/>
              <a:gdLst/>
              <a:ahLst/>
              <a:cxnLst/>
              <a:rect l="l" t="t" r="r" b="b"/>
              <a:pathLst>
                <a:path w="425" h="905" extrusionOk="0">
                  <a:moveTo>
                    <a:pt x="59" y="1"/>
                  </a:moveTo>
                  <a:lnTo>
                    <a:pt x="1" y="17"/>
                  </a:lnTo>
                  <a:cubicBezTo>
                    <a:pt x="10" y="47"/>
                    <a:pt x="197" y="758"/>
                    <a:pt x="389" y="905"/>
                  </a:cubicBezTo>
                  <a:lnTo>
                    <a:pt x="425" y="856"/>
                  </a:lnTo>
                  <a:cubicBezTo>
                    <a:pt x="281" y="745"/>
                    <a:pt x="112" y="200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4275;p71">
              <a:extLst>
                <a:ext uri="{FF2B5EF4-FFF2-40B4-BE49-F238E27FC236}">
                  <a16:creationId xmlns:a16="http://schemas.microsoft.com/office/drawing/2014/main" id="{6BC563CA-CD76-3D01-6B6F-C2A05AE30028}"/>
                </a:ext>
              </a:extLst>
            </p:cNvPr>
            <p:cNvSpPr/>
            <p:nvPr/>
          </p:nvSpPr>
          <p:spPr>
            <a:xfrm>
              <a:off x="6233825" y="1891725"/>
              <a:ext cx="27925" cy="3300"/>
            </a:xfrm>
            <a:custGeom>
              <a:avLst/>
              <a:gdLst/>
              <a:ahLst/>
              <a:cxnLst/>
              <a:rect l="l" t="t" r="r" b="b"/>
              <a:pathLst>
                <a:path w="1117" h="132" extrusionOk="0">
                  <a:moveTo>
                    <a:pt x="145" y="1"/>
                  </a:moveTo>
                  <a:cubicBezTo>
                    <a:pt x="64" y="1"/>
                    <a:pt x="10" y="1"/>
                    <a:pt x="0" y="1"/>
                  </a:cubicBezTo>
                  <a:lnTo>
                    <a:pt x="0" y="63"/>
                  </a:lnTo>
                  <a:cubicBezTo>
                    <a:pt x="39" y="63"/>
                    <a:pt x="87" y="62"/>
                    <a:pt x="142" y="62"/>
                  </a:cubicBezTo>
                  <a:cubicBezTo>
                    <a:pt x="454" y="62"/>
                    <a:pt x="974" y="74"/>
                    <a:pt x="1090" y="132"/>
                  </a:cubicBezTo>
                  <a:lnTo>
                    <a:pt x="1117" y="76"/>
                  </a:lnTo>
                  <a:cubicBezTo>
                    <a:pt x="981" y="8"/>
                    <a:pt x="415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4276;p71">
              <a:extLst>
                <a:ext uri="{FF2B5EF4-FFF2-40B4-BE49-F238E27FC236}">
                  <a16:creationId xmlns:a16="http://schemas.microsoft.com/office/drawing/2014/main" id="{700C5A89-E5A0-7791-7C27-D4CAC269E80C}"/>
                </a:ext>
              </a:extLst>
            </p:cNvPr>
            <p:cNvSpPr/>
            <p:nvPr/>
          </p:nvSpPr>
          <p:spPr>
            <a:xfrm>
              <a:off x="5825250" y="1891900"/>
              <a:ext cx="371700" cy="57075"/>
            </a:xfrm>
            <a:custGeom>
              <a:avLst/>
              <a:gdLst/>
              <a:ahLst/>
              <a:cxnLst/>
              <a:rect l="l" t="t" r="r" b="b"/>
              <a:pathLst>
                <a:path w="14868" h="2283" extrusionOk="0">
                  <a:moveTo>
                    <a:pt x="56" y="1"/>
                  </a:moveTo>
                  <a:lnTo>
                    <a:pt x="0" y="27"/>
                  </a:lnTo>
                  <a:cubicBezTo>
                    <a:pt x="7" y="43"/>
                    <a:pt x="744" y="1558"/>
                    <a:pt x="3065" y="1630"/>
                  </a:cubicBezTo>
                  <a:cubicBezTo>
                    <a:pt x="3179" y="1633"/>
                    <a:pt x="3293" y="1635"/>
                    <a:pt x="3406" y="1635"/>
                  </a:cubicBezTo>
                  <a:cubicBezTo>
                    <a:pt x="4595" y="1635"/>
                    <a:pt x="5734" y="1458"/>
                    <a:pt x="6509" y="1336"/>
                  </a:cubicBezTo>
                  <a:cubicBezTo>
                    <a:pt x="6927" y="1272"/>
                    <a:pt x="7305" y="1213"/>
                    <a:pt x="7510" y="1213"/>
                  </a:cubicBezTo>
                  <a:cubicBezTo>
                    <a:pt x="7598" y="1213"/>
                    <a:pt x="7655" y="1224"/>
                    <a:pt x="7667" y="1251"/>
                  </a:cubicBezTo>
                  <a:cubicBezTo>
                    <a:pt x="7684" y="1280"/>
                    <a:pt x="7684" y="1313"/>
                    <a:pt x="7667" y="1342"/>
                  </a:cubicBezTo>
                  <a:cubicBezTo>
                    <a:pt x="7605" y="1479"/>
                    <a:pt x="7259" y="1587"/>
                    <a:pt x="7129" y="1616"/>
                  </a:cubicBezTo>
                  <a:cubicBezTo>
                    <a:pt x="7093" y="1623"/>
                    <a:pt x="7098" y="1676"/>
                    <a:pt x="7133" y="1676"/>
                  </a:cubicBezTo>
                  <a:cubicBezTo>
                    <a:pt x="7136" y="1676"/>
                    <a:pt x="7139" y="1676"/>
                    <a:pt x="7142" y="1675"/>
                  </a:cubicBezTo>
                  <a:cubicBezTo>
                    <a:pt x="7167" y="1674"/>
                    <a:pt x="8423" y="1515"/>
                    <a:pt x="10014" y="1515"/>
                  </a:cubicBezTo>
                  <a:cubicBezTo>
                    <a:pt x="11585" y="1515"/>
                    <a:pt x="13482" y="1669"/>
                    <a:pt x="14842" y="2282"/>
                  </a:cubicBezTo>
                  <a:lnTo>
                    <a:pt x="14868" y="2227"/>
                  </a:lnTo>
                  <a:cubicBezTo>
                    <a:pt x="13498" y="1610"/>
                    <a:pt x="11590" y="1454"/>
                    <a:pt x="10012" y="1454"/>
                  </a:cubicBezTo>
                  <a:cubicBezTo>
                    <a:pt x="8869" y="1454"/>
                    <a:pt x="7899" y="1536"/>
                    <a:pt x="7432" y="1584"/>
                  </a:cubicBezTo>
                  <a:cubicBezTo>
                    <a:pt x="7557" y="1532"/>
                    <a:pt x="7684" y="1457"/>
                    <a:pt x="7723" y="1368"/>
                  </a:cubicBezTo>
                  <a:cubicBezTo>
                    <a:pt x="7746" y="1323"/>
                    <a:pt x="7746" y="1270"/>
                    <a:pt x="7723" y="1225"/>
                  </a:cubicBezTo>
                  <a:cubicBezTo>
                    <a:pt x="7699" y="1175"/>
                    <a:pt x="7627" y="1153"/>
                    <a:pt x="7496" y="1153"/>
                  </a:cubicBezTo>
                  <a:cubicBezTo>
                    <a:pt x="7302" y="1153"/>
                    <a:pt x="6980" y="1201"/>
                    <a:pt x="6499" y="1277"/>
                  </a:cubicBezTo>
                  <a:cubicBezTo>
                    <a:pt x="5683" y="1405"/>
                    <a:pt x="4591" y="1573"/>
                    <a:pt x="3421" y="1573"/>
                  </a:cubicBezTo>
                  <a:cubicBezTo>
                    <a:pt x="3304" y="1573"/>
                    <a:pt x="3187" y="1571"/>
                    <a:pt x="3068" y="1568"/>
                  </a:cubicBezTo>
                  <a:cubicBezTo>
                    <a:pt x="787" y="1496"/>
                    <a:pt x="62" y="17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4277;p71">
              <a:extLst>
                <a:ext uri="{FF2B5EF4-FFF2-40B4-BE49-F238E27FC236}">
                  <a16:creationId xmlns:a16="http://schemas.microsoft.com/office/drawing/2014/main" id="{2212B2A1-286E-4616-D19B-ADDF33FD5A1D}"/>
                </a:ext>
              </a:extLst>
            </p:cNvPr>
            <p:cNvSpPr/>
            <p:nvPr/>
          </p:nvSpPr>
          <p:spPr>
            <a:xfrm>
              <a:off x="6183225" y="1892850"/>
              <a:ext cx="9525" cy="15325"/>
            </a:xfrm>
            <a:custGeom>
              <a:avLst/>
              <a:gdLst/>
              <a:ahLst/>
              <a:cxnLst/>
              <a:rect l="l" t="t" r="r" b="b"/>
              <a:pathLst>
                <a:path w="381" h="613" extrusionOk="0">
                  <a:moveTo>
                    <a:pt x="333" y="1"/>
                  </a:moveTo>
                  <a:cubicBezTo>
                    <a:pt x="328" y="1"/>
                    <a:pt x="323" y="2"/>
                    <a:pt x="317" y="5"/>
                  </a:cubicBezTo>
                  <a:cubicBezTo>
                    <a:pt x="304" y="15"/>
                    <a:pt x="1" y="211"/>
                    <a:pt x="46" y="586"/>
                  </a:cubicBezTo>
                  <a:cubicBezTo>
                    <a:pt x="46" y="603"/>
                    <a:pt x="59" y="612"/>
                    <a:pt x="76" y="612"/>
                  </a:cubicBezTo>
                  <a:lnTo>
                    <a:pt x="79" y="612"/>
                  </a:lnTo>
                  <a:cubicBezTo>
                    <a:pt x="95" y="612"/>
                    <a:pt x="108" y="596"/>
                    <a:pt x="105" y="580"/>
                  </a:cubicBezTo>
                  <a:cubicBezTo>
                    <a:pt x="66" y="243"/>
                    <a:pt x="340" y="67"/>
                    <a:pt x="350" y="57"/>
                  </a:cubicBezTo>
                  <a:cubicBezTo>
                    <a:pt x="380" y="41"/>
                    <a:pt x="362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4278;p71">
              <a:extLst>
                <a:ext uri="{FF2B5EF4-FFF2-40B4-BE49-F238E27FC236}">
                  <a16:creationId xmlns:a16="http://schemas.microsoft.com/office/drawing/2014/main" id="{85C3A790-260D-07FF-7D42-53A9A99BA2C3}"/>
                </a:ext>
              </a:extLst>
            </p:cNvPr>
            <p:cNvSpPr/>
            <p:nvPr/>
          </p:nvSpPr>
          <p:spPr>
            <a:xfrm>
              <a:off x="6322350" y="1906225"/>
              <a:ext cx="49075" cy="14175"/>
            </a:xfrm>
            <a:custGeom>
              <a:avLst/>
              <a:gdLst/>
              <a:ahLst/>
              <a:cxnLst/>
              <a:rect l="l" t="t" r="r" b="b"/>
              <a:pathLst>
                <a:path w="1963" h="567" extrusionOk="0">
                  <a:moveTo>
                    <a:pt x="852" y="0"/>
                  </a:moveTo>
                  <a:cubicBezTo>
                    <a:pt x="694" y="0"/>
                    <a:pt x="551" y="28"/>
                    <a:pt x="425" y="84"/>
                  </a:cubicBezTo>
                  <a:cubicBezTo>
                    <a:pt x="229" y="169"/>
                    <a:pt x="76" y="329"/>
                    <a:pt x="4" y="531"/>
                  </a:cubicBezTo>
                  <a:cubicBezTo>
                    <a:pt x="1" y="547"/>
                    <a:pt x="11" y="564"/>
                    <a:pt x="27" y="567"/>
                  </a:cubicBezTo>
                  <a:lnTo>
                    <a:pt x="33" y="567"/>
                  </a:lnTo>
                  <a:cubicBezTo>
                    <a:pt x="46" y="567"/>
                    <a:pt x="60" y="560"/>
                    <a:pt x="63" y="547"/>
                  </a:cubicBezTo>
                  <a:cubicBezTo>
                    <a:pt x="131" y="365"/>
                    <a:pt x="272" y="218"/>
                    <a:pt x="451" y="139"/>
                  </a:cubicBezTo>
                  <a:cubicBezTo>
                    <a:pt x="568" y="88"/>
                    <a:pt x="702" y="62"/>
                    <a:pt x="850" y="62"/>
                  </a:cubicBezTo>
                  <a:cubicBezTo>
                    <a:pt x="1144" y="62"/>
                    <a:pt x="1497" y="163"/>
                    <a:pt x="1907" y="365"/>
                  </a:cubicBezTo>
                  <a:cubicBezTo>
                    <a:pt x="1911" y="366"/>
                    <a:pt x="1915" y="367"/>
                    <a:pt x="1919" y="367"/>
                  </a:cubicBezTo>
                  <a:cubicBezTo>
                    <a:pt x="1947" y="367"/>
                    <a:pt x="1962" y="326"/>
                    <a:pt x="1936" y="309"/>
                  </a:cubicBezTo>
                  <a:cubicBezTo>
                    <a:pt x="1518" y="103"/>
                    <a:pt x="1156" y="0"/>
                    <a:pt x="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4279;p71">
              <a:extLst>
                <a:ext uri="{FF2B5EF4-FFF2-40B4-BE49-F238E27FC236}">
                  <a16:creationId xmlns:a16="http://schemas.microsoft.com/office/drawing/2014/main" id="{EF34A8C2-2067-8827-C02A-B7A8C693F716}"/>
                </a:ext>
              </a:extLst>
            </p:cNvPr>
            <p:cNvSpPr/>
            <p:nvPr/>
          </p:nvSpPr>
          <p:spPr>
            <a:xfrm>
              <a:off x="6331175" y="1928000"/>
              <a:ext cx="30825" cy="24975"/>
            </a:xfrm>
            <a:custGeom>
              <a:avLst/>
              <a:gdLst/>
              <a:ahLst/>
              <a:cxnLst/>
              <a:rect l="l" t="t" r="r" b="b"/>
              <a:pathLst>
                <a:path w="1233" h="999" extrusionOk="0">
                  <a:moveTo>
                    <a:pt x="786" y="1"/>
                  </a:moveTo>
                  <a:cubicBezTo>
                    <a:pt x="783" y="1"/>
                    <a:pt x="780" y="1"/>
                    <a:pt x="777" y="3"/>
                  </a:cubicBezTo>
                  <a:cubicBezTo>
                    <a:pt x="101" y="202"/>
                    <a:pt x="0" y="460"/>
                    <a:pt x="36" y="639"/>
                  </a:cubicBezTo>
                  <a:lnTo>
                    <a:pt x="36" y="643"/>
                  </a:lnTo>
                  <a:cubicBezTo>
                    <a:pt x="36" y="652"/>
                    <a:pt x="59" y="878"/>
                    <a:pt x="193" y="907"/>
                  </a:cubicBezTo>
                  <a:cubicBezTo>
                    <a:pt x="369" y="966"/>
                    <a:pt x="555" y="995"/>
                    <a:pt x="741" y="998"/>
                  </a:cubicBezTo>
                  <a:cubicBezTo>
                    <a:pt x="749" y="998"/>
                    <a:pt x="756" y="999"/>
                    <a:pt x="763" y="999"/>
                  </a:cubicBezTo>
                  <a:cubicBezTo>
                    <a:pt x="915" y="999"/>
                    <a:pt x="1064" y="966"/>
                    <a:pt x="1201" y="904"/>
                  </a:cubicBezTo>
                  <a:cubicBezTo>
                    <a:pt x="1233" y="887"/>
                    <a:pt x="1217" y="845"/>
                    <a:pt x="1189" y="845"/>
                  </a:cubicBezTo>
                  <a:cubicBezTo>
                    <a:pt x="1185" y="845"/>
                    <a:pt x="1180" y="846"/>
                    <a:pt x="1175" y="848"/>
                  </a:cubicBezTo>
                  <a:cubicBezTo>
                    <a:pt x="1039" y="914"/>
                    <a:pt x="886" y="936"/>
                    <a:pt x="743" y="936"/>
                  </a:cubicBezTo>
                  <a:cubicBezTo>
                    <a:pt x="460" y="936"/>
                    <a:pt x="214" y="850"/>
                    <a:pt x="209" y="848"/>
                  </a:cubicBezTo>
                  <a:cubicBezTo>
                    <a:pt x="131" y="829"/>
                    <a:pt x="101" y="688"/>
                    <a:pt x="95" y="636"/>
                  </a:cubicBezTo>
                  <a:lnTo>
                    <a:pt x="95" y="626"/>
                  </a:lnTo>
                  <a:cubicBezTo>
                    <a:pt x="56" y="407"/>
                    <a:pt x="304" y="205"/>
                    <a:pt x="793" y="62"/>
                  </a:cubicBezTo>
                  <a:cubicBezTo>
                    <a:pt x="810" y="55"/>
                    <a:pt x="820" y="39"/>
                    <a:pt x="813" y="22"/>
                  </a:cubicBezTo>
                  <a:cubicBezTo>
                    <a:pt x="810" y="10"/>
                    <a:pt x="798" y="1"/>
                    <a:pt x="7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4280;p71">
              <a:extLst>
                <a:ext uri="{FF2B5EF4-FFF2-40B4-BE49-F238E27FC236}">
                  <a16:creationId xmlns:a16="http://schemas.microsoft.com/office/drawing/2014/main" id="{E81B798A-09E9-6F8F-AD98-7F7E08CCF13B}"/>
                </a:ext>
              </a:extLst>
            </p:cNvPr>
            <p:cNvSpPr/>
            <p:nvPr/>
          </p:nvSpPr>
          <p:spPr>
            <a:xfrm>
              <a:off x="6325125" y="1960500"/>
              <a:ext cx="37200" cy="15725"/>
            </a:xfrm>
            <a:custGeom>
              <a:avLst/>
              <a:gdLst/>
              <a:ahLst/>
              <a:cxnLst/>
              <a:rect l="l" t="t" r="r" b="b"/>
              <a:pathLst>
                <a:path w="1488" h="629" extrusionOk="0">
                  <a:moveTo>
                    <a:pt x="324" y="1"/>
                  </a:moveTo>
                  <a:cubicBezTo>
                    <a:pt x="316" y="1"/>
                    <a:pt x="307" y="4"/>
                    <a:pt x="301" y="12"/>
                  </a:cubicBezTo>
                  <a:cubicBezTo>
                    <a:pt x="298" y="12"/>
                    <a:pt x="1" y="318"/>
                    <a:pt x="216" y="615"/>
                  </a:cubicBezTo>
                  <a:cubicBezTo>
                    <a:pt x="223" y="622"/>
                    <a:pt x="232" y="629"/>
                    <a:pt x="242" y="629"/>
                  </a:cubicBezTo>
                  <a:cubicBezTo>
                    <a:pt x="246" y="625"/>
                    <a:pt x="252" y="625"/>
                    <a:pt x="259" y="619"/>
                  </a:cubicBezTo>
                  <a:cubicBezTo>
                    <a:pt x="272" y="609"/>
                    <a:pt x="275" y="593"/>
                    <a:pt x="265" y="580"/>
                  </a:cubicBezTo>
                  <a:cubicBezTo>
                    <a:pt x="125" y="390"/>
                    <a:pt x="232" y="194"/>
                    <a:pt x="301" y="103"/>
                  </a:cubicBezTo>
                  <a:cubicBezTo>
                    <a:pt x="314" y="145"/>
                    <a:pt x="334" y="185"/>
                    <a:pt x="363" y="221"/>
                  </a:cubicBezTo>
                  <a:cubicBezTo>
                    <a:pt x="471" y="361"/>
                    <a:pt x="745" y="540"/>
                    <a:pt x="1440" y="619"/>
                  </a:cubicBezTo>
                  <a:cubicBezTo>
                    <a:pt x="1442" y="619"/>
                    <a:pt x="1444" y="619"/>
                    <a:pt x="1446" y="619"/>
                  </a:cubicBezTo>
                  <a:cubicBezTo>
                    <a:pt x="1483" y="619"/>
                    <a:pt x="1487" y="563"/>
                    <a:pt x="1447" y="557"/>
                  </a:cubicBezTo>
                  <a:cubicBezTo>
                    <a:pt x="856" y="491"/>
                    <a:pt x="595" y="354"/>
                    <a:pt x="468" y="243"/>
                  </a:cubicBezTo>
                  <a:cubicBezTo>
                    <a:pt x="343" y="132"/>
                    <a:pt x="353" y="41"/>
                    <a:pt x="353" y="34"/>
                  </a:cubicBezTo>
                  <a:cubicBezTo>
                    <a:pt x="355" y="15"/>
                    <a:pt x="340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4281;p71">
              <a:extLst>
                <a:ext uri="{FF2B5EF4-FFF2-40B4-BE49-F238E27FC236}">
                  <a16:creationId xmlns:a16="http://schemas.microsoft.com/office/drawing/2014/main" id="{B6AEF4EA-4BD5-E3E4-C944-E5AB754F8FB3}"/>
                </a:ext>
              </a:extLst>
            </p:cNvPr>
            <p:cNvSpPr/>
            <p:nvPr/>
          </p:nvSpPr>
          <p:spPr>
            <a:xfrm>
              <a:off x="6330425" y="1949125"/>
              <a:ext cx="6900" cy="12975"/>
            </a:xfrm>
            <a:custGeom>
              <a:avLst/>
              <a:gdLst/>
              <a:ahLst/>
              <a:cxnLst/>
              <a:rect l="l" t="t" r="r" b="b"/>
              <a:pathLst>
                <a:path w="276" h="519" extrusionOk="0">
                  <a:moveTo>
                    <a:pt x="231" y="0"/>
                  </a:moveTo>
                  <a:cubicBezTo>
                    <a:pt x="225" y="0"/>
                    <a:pt x="219" y="2"/>
                    <a:pt x="213" y="6"/>
                  </a:cubicBezTo>
                  <a:cubicBezTo>
                    <a:pt x="56" y="117"/>
                    <a:pt x="1" y="326"/>
                    <a:pt x="83" y="499"/>
                  </a:cubicBezTo>
                  <a:cubicBezTo>
                    <a:pt x="89" y="512"/>
                    <a:pt x="99" y="516"/>
                    <a:pt x="112" y="519"/>
                  </a:cubicBezTo>
                  <a:cubicBezTo>
                    <a:pt x="115" y="516"/>
                    <a:pt x="122" y="516"/>
                    <a:pt x="125" y="512"/>
                  </a:cubicBezTo>
                  <a:cubicBezTo>
                    <a:pt x="138" y="506"/>
                    <a:pt x="145" y="486"/>
                    <a:pt x="138" y="473"/>
                  </a:cubicBezTo>
                  <a:cubicBezTo>
                    <a:pt x="69" y="326"/>
                    <a:pt x="115" y="150"/>
                    <a:pt x="249" y="55"/>
                  </a:cubicBezTo>
                  <a:cubicBezTo>
                    <a:pt x="276" y="37"/>
                    <a:pt x="256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4282;p71">
              <a:extLst>
                <a:ext uri="{FF2B5EF4-FFF2-40B4-BE49-F238E27FC236}">
                  <a16:creationId xmlns:a16="http://schemas.microsoft.com/office/drawing/2014/main" id="{8EC38F12-FCB6-9D08-66A4-BDF90B6BCAC5}"/>
                </a:ext>
              </a:extLst>
            </p:cNvPr>
            <p:cNvSpPr/>
            <p:nvPr/>
          </p:nvSpPr>
          <p:spPr>
            <a:xfrm>
              <a:off x="6320075" y="1924950"/>
              <a:ext cx="13900" cy="15625"/>
            </a:xfrm>
            <a:custGeom>
              <a:avLst/>
              <a:gdLst/>
              <a:ahLst/>
              <a:cxnLst/>
              <a:rect l="l" t="t" r="r" b="b"/>
              <a:pathLst>
                <a:path w="556" h="625" extrusionOk="0">
                  <a:moveTo>
                    <a:pt x="46" y="1"/>
                  </a:moveTo>
                  <a:cubicBezTo>
                    <a:pt x="30" y="1"/>
                    <a:pt x="17" y="14"/>
                    <a:pt x="17" y="30"/>
                  </a:cubicBezTo>
                  <a:cubicBezTo>
                    <a:pt x="13" y="46"/>
                    <a:pt x="0" y="383"/>
                    <a:pt x="186" y="543"/>
                  </a:cubicBezTo>
                  <a:cubicBezTo>
                    <a:pt x="245" y="595"/>
                    <a:pt x="325" y="624"/>
                    <a:pt x="405" y="624"/>
                  </a:cubicBezTo>
                  <a:cubicBezTo>
                    <a:pt x="410" y="624"/>
                    <a:pt x="414" y="624"/>
                    <a:pt x="418" y="624"/>
                  </a:cubicBezTo>
                  <a:cubicBezTo>
                    <a:pt x="454" y="624"/>
                    <a:pt x="490" y="621"/>
                    <a:pt x="526" y="614"/>
                  </a:cubicBezTo>
                  <a:cubicBezTo>
                    <a:pt x="542" y="611"/>
                    <a:pt x="555" y="595"/>
                    <a:pt x="552" y="578"/>
                  </a:cubicBezTo>
                  <a:cubicBezTo>
                    <a:pt x="546" y="564"/>
                    <a:pt x="535" y="552"/>
                    <a:pt x="521" y="552"/>
                  </a:cubicBezTo>
                  <a:cubicBezTo>
                    <a:pt x="519" y="552"/>
                    <a:pt x="518" y="552"/>
                    <a:pt x="516" y="552"/>
                  </a:cubicBezTo>
                  <a:cubicBezTo>
                    <a:pt x="481" y="560"/>
                    <a:pt x="448" y="564"/>
                    <a:pt x="417" y="564"/>
                  </a:cubicBezTo>
                  <a:cubicBezTo>
                    <a:pt x="341" y="564"/>
                    <a:pt x="277" y="541"/>
                    <a:pt x="226" y="497"/>
                  </a:cubicBezTo>
                  <a:cubicBezTo>
                    <a:pt x="62" y="357"/>
                    <a:pt x="75" y="37"/>
                    <a:pt x="75" y="33"/>
                  </a:cubicBezTo>
                  <a:cubicBezTo>
                    <a:pt x="79" y="17"/>
                    <a:pt x="66" y="4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4283;p71">
              <a:extLst>
                <a:ext uri="{FF2B5EF4-FFF2-40B4-BE49-F238E27FC236}">
                  <a16:creationId xmlns:a16="http://schemas.microsoft.com/office/drawing/2014/main" id="{E0BC8622-25E8-B06A-F7B8-239987C74730}"/>
                </a:ext>
              </a:extLst>
            </p:cNvPr>
            <p:cNvSpPr/>
            <p:nvPr/>
          </p:nvSpPr>
          <p:spPr>
            <a:xfrm>
              <a:off x="6300900" y="1797975"/>
              <a:ext cx="70325" cy="45650"/>
            </a:xfrm>
            <a:custGeom>
              <a:avLst/>
              <a:gdLst/>
              <a:ahLst/>
              <a:cxnLst/>
              <a:rect l="l" t="t" r="r" b="b"/>
              <a:pathLst>
                <a:path w="2813" h="1826" extrusionOk="0">
                  <a:moveTo>
                    <a:pt x="2771" y="1"/>
                  </a:moveTo>
                  <a:cubicBezTo>
                    <a:pt x="2770" y="1"/>
                    <a:pt x="2769" y="1"/>
                    <a:pt x="2768" y="1"/>
                  </a:cubicBezTo>
                  <a:cubicBezTo>
                    <a:pt x="235" y="468"/>
                    <a:pt x="13" y="1542"/>
                    <a:pt x="7" y="1587"/>
                  </a:cubicBezTo>
                  <a:lnTo>
                    <a:pt x="0" y="1623"/>
                  </a:lnTo>
                  <a:lnTo>
                    <a:pt x="36" y="1623"/>
                  </a:lnTo>
                  <a:cubicBezTo>
                    <a:pt x="212" y="1636"/>
                    <a:pt x="382" y="1705"/>
                    <a:pt x="519" y="1819"/>
                  </a:cubicBezTo>
                  <a:cubicBezTo>
                    <a:pt x="522" y="1822"/>
                    <a:pt x="528" y="1825"/>
                    <a:pt x="537" y="1825"/>
                  </a:cubicBezTo>
                  <a:lnTo>
                    <a:pt x="537" y="1825"/>
                  </a:lnTo>
                  <a:cubicBezTo>
                    <a:pt x="565" y="1824"/>
                    <a:pt x="578" y="1789"/>
                    <a:pt x="555" y="1770"/>
                  </a:cubicBezTo>
                  <a:cubicBezTo>
                    <a:pt x="418" y="1659"/>
                    <a:pt x="252" y="1587"/>
                    <a:pt x="75" y="1564"/>
                  </a:cubicBezTo>
                  <a:cubicBezTo>
                    <a:pt x="134" y="1378"/>
                    <a:pt x="536" y="474"/>
                    <a:pt x="2778" y="60"/>
                  </a:cubicBezTo>
                  <a:cubicBezTo>
                    <a:pt x="2813" y="50"/>
                    <a:pt x="2805" y="1"/>
                    <a:pt x="2771" y="1"/>
                  </a:cubicBezTo>
                  <a:close/>
                  <a:moveTo>
                    <a:pt x="537" y="1825"/>
                  </a:moveTo>
                  <a:cubicBezTo>
                    <a:pt x="537" y="1825"/>
                    <a:pt x="536" y="1825"/>
                    <a:pt x="536" y="1825"/>
                  </a:cubicBezTo>
                  <a:lnTo>
                    <a:pt x="539" y="1825"/>
                  </a:lnTo>
                  <a:cubicBezTo>
                    <a:pt x="538" y="1825"/>
                    <a:pt x="538" y="1825"/>
                    <a:pt x="537" y="18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4284;p71">
              <a:extLst>
                <a:ext uri="{FF2B5EF4-FFF2-40B4-BE49-F238E27FC236}">
                  <a16:creationId xmlns:a16="http://schemas.microsoft.com/office/drawing/2014/main" id="{81A3F25B-11C3-B9C0-DF7C-231CF873A3A7}"/>
                </a:ext>
              </a:extLst>
            </p:cNvPr>
            <p:cNvSpPr/>
            <p:nvPr/>
          </p:nvSpPr>
          <p:spPr>
            <a:xfrm>
              <a:off x="6206925" y="1714325"/>
              <a:ext cx="33450" cy="85400"/>
            </a:xfrm>
            <a:custGeom>
              <a:avLst/>
              <a:gdLst/>
              <a:ahLst/>
              <a:cxnLst/>
              <a:rect l="l" t="t" r="r" b="b"/>
              <a:pathLst>
                <a:path w="1338" h="3416" extrusionOk="0">
                  <a:moveTo>
                    <a:pt x="642" y="1"/>
                  </a:moveTo>
                  <a:cubicBezTo>
                    <a:pt x="618" y="1"/>
                    <a:pt x="597" y="29"/>
                    <a:pt x="619" y="53"/>
                  </a:cubicBezTo>
                  <a:cubicBezTo>
                    <a:pt x="626" y="60"/>
                    <a:pt x="1259" y="817"/>
                    <a:pt x="711" y="3275"/>
                  </a:cubicBezTo>
                  <a:cubicBezTo>
                    <a:pt x="603" y="3145"/>
                    <a:pt x="316" y="2795"/>
                    <a:pt x="58" y="2671"/>
                  </a:cubicBezTo>
                  <a:cubicBezTo>
                    <a:pt x="53" y="2669"/>
                    <a:pt x="49" y="2668"/>
                    <a:pt x="45" y="2668"/>
                  </a:cubicBezTo>
                  <a:cubicBezTo>
                    <a:pt x="16" y="2668"/>
                    <a:pt x="0" y="2712"/>
                    <a:pt x="32" y="2727"/>
                  </a:cubicBezTo>
                  <a:cubicBezTo>
                    <a:pt x="332" y="2874"/>
                    <a:pt x="698" y="3360"/>
                    <a:pt x="701" y="3363"/>
                  </a:cubicBezTo>
                  <a:lnTo>
                    <a:pt x="740" y="3415"/>
                  </a:lnTo>
                  <a:lnTo>
                    <a:pt x="756" y="3353"/>
                  </a:lnTo>
                  <a:cubicBezTo>
                    <a:pt x="1337" y="804"/>
                    <a:pt x="691" y="44"/>
                    <a:pt x="665" y="11"/>
                  </a:cubicBezTo>
                  <a:cubicBezTo>
                    <a:pt x="658" y="4"/>
                    <a:pt x="649" y="1"/>
                    <a:pt x="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4285;p71">
              <a:extLst>
                <a:ext uri="{FF2B5EF4-FFF2-40B4-BE49-F238E27FC236}">
                  <a16:creationId xmlns:a16="http://schemas.microsoft.com/office/drawing/2014/main" id="{F9B19BC2-29F1-3483-4B8A-FED372111C35}"/>
                </a:ext>
              </a:extLst>
            </p:cNvPr>
            <p:cNvSpPr/>
            <p:nvPr/>
          </p:nvSpPr>
          <p:spPr>
            <a:xfrm>
              <a:off x="5756450" y="1709450"/>
              <a:ext cx="636925" cy="274925"/>
            </a:xfrm>
            <a:custGeom>
              <a:avLst/>
              <a:gdLst/>
              <a:ahLst/>
              <a:cxnLst/>
              <a:rect l="l" t="t" r="r" b="b"/>
              <a:pathLst>
                <a:path w="25477" h="10997" extrusionOk="0">
                  <a:moveTo>
                    <a:pt x="18850" y="62"/>
                  </a:moveTo>
                  <a:cubicBezTo>
                    <a:pt x="19033" y="79"/>
                    <a:pt x="19245" y="542"/>
                    <a:pt x="19311" y="1078"/>
                  </a:cubicBezTo>
                  <a:cubicBezTo>
                    <a:pt x="19324" y="1189"/>
                    <a:pt x="19334" y="1322"/>
                    <a:pt x="19340" y="1463"/>
                  </a:cubicBezTo>
                  <a:cubicBezTo>
                    <a:pt x="19343" y="1476"/>
                    <a:pt x="19353" y="1489"/>
                    <a:pt x="19366" y="1492"/>
                  </a:cubicBezTo>
                  <a:lnTo>
                    <a:pt x="19389" y="1495"/>
                  </a:lnTo>
                  <a:lnTo>
                    <a:pt x="19500" y="1521"/>
                  </a:lnTo>
                  <a:cubicBezTo>
                    <a:pt x="21615" y="2024"/>
                    <a:pt x="22793" y="3672"/>
                    <a:pt x="22806" y="3689"/>
                  </a:cubicBezTo>
                  <a:cubicBezTo>
                    <a:pt x="22813" y="3699"/>
                    <a:pt x="22823" y="3702"/>
                    <a:pt x="22833" y="3702"/>
                  </a:cubicBezTo>
                  <a:cubicBezTo>
                    <a:pt x="23700" y="3646"/>
                    <a:pt x="24965" y="3574"/>
                    <a:pt x="25301" y="3574"/>
                  </a:cubicBezTo>
                  <a:cubicBezTo>
                    <a:pt x="25322" y="3574"/>
                    <a:pt x="25339" y="3574"/>
                    <a:pt x="25352" y="3575"/>
                  </a:cubicBezTo>
                  <a:cubicBezTo>
                    <a:pt x="25209" y="3787"/>
                    <a:pt x="23959" y="4968"/>
                    <a:pt x="23113" y="5748"/>
                  </a:cubicBezTo>
                  <a:cubicBezTo>
                    <a:pt x="23104" y="5758"/>
                    <a:pt x="23104" y="5774"/>
                    <a:pt x="23113" y="5788"/>
                  </a:cubicBezTo>
                  <a:cubicBezTo>
                    <a:pt x="23162" y="5850"/>
                    <a:pt x="23182" y="6440"/>
                    <a:pt x="23172" y="6966"/>
                  </a:cubicBezTo>
                  <a:cubicBezTo>
                    <a:pt x="23172" y="6979"/>
                    <a:pt x="23185" y="6992"/>
                    <a:pt x="23198" y="6995"/>
                  </a:cubicBezTo>
                  <a:cubicBezTo>
                    <a:pt x="23201" y="6995"/>
                    <a:pt x="23580" y="7070"/>
                    <a:pt x="24390" y="7697"/>
                  </a:cubicBezTo>
                  <a:cubicBezTo>
                    <a:pt x="25183" y="8311"/>
                    <a:pt x="25405" y="9584"/>
                    <a:pt x="25062" y="10269"/>
                  </a:cubicBezTo>
                  <a:cubicBezTo>
                    <a:pt x="24841" y="10712"/>
                    <a:pt x="24471" y="10932"/>
                    <a:pt x="23959" y="10932"/>
                  </a:cubicBezTo>
                  <a:cubicBezTo>
                    <a:pt x="23844" y="10932"/>
                    <a:pt x="23722" y="10921"/>
                    <a:pt x="23593" y="10899"/>
                  </a:cubicBezTo>
                  <a:cubicBezTo>
                    <a:pt x="23303" y="10853"/>
                    <a:pt x="23038" y="10710"/>
                    <a:pt x="22842" y="10491"/>
                  </a:cubicBezTo>
                  <a:cubicBezTo>
                    <a:pt x="22836" y="10484"/>
                    <a:pt x="22829" y="10478"/>
                    <a:pt x="22820" y="10478"/>
                  </a:cubicBezTo>
                  <a:lnTo>
                    <a:pt x="21024" y="10308"/>
                  </a:lnTo>
                  <a:cubicBezTo>
                    <a:pt x="21015" y="10308"/>
                    <a:pt x="21005" y="10311"/>
                    <a:pt x="20998" y="10318"/>
                  </a:cubicBezTo>
                  <a:cubicBezTo>
                    <a:pt x="20638" y="10722"/>
                    <a:pt x="20211" y="10853"/>
                    <a:pt x="19809" y="10853"/>
                  </a:cubicBezTo>
                  <a:cubicBezTo>
                    <a:pt x="19074" y="10853"/>
                    <a:pt x="18420" y="10415"/>
                    <a:pt x="18410" y="10406"/>
                  </a:cubicBezTo>
                  <a:cubicBezTo>
                    <a:pt x="18405" y="10403"/>
                    <a:pt x="18398" y="10401"/>
                    <a:pt x="18392" y="10401"/>
                  </a:cubicBezTo>
                  <a:cubicBezTo>
                    <a:pt x="18385" y="10401"/>
                    <a:pt x="18379" y="10403"/>
                    <a:pt x="18374" y="10406"/>
                  </a:cubicBezTo>
                  <a:cubicBezTo>
                    <a:pt x="18369" y="10411"/>
                    <a:pt x="17955" y="10740"/>
                    <a:pt x="15946" y="10740"/>
                  </a:cubicBezTo>
                  <a:cubicBezTo>
                    <a:pt x="15355" y="10740"/>
                    <a:pt x="14626" y="10711"/>
                    <a:pt x="13729" y="10638"/>
                  </a:cubicBezTo>
                  <a:cubicBezTo>
                    <a:pt x="13148" y="10590"/>
                    <a:pt x="12541" y="10570"/>
                    <a:pt x="11921" y="10570"/>
                  </a:cubicBezTo>
                  <a:cubicBezTo>
                    <a:pt x="10479" y="10570"/>
                    <a:pt x="8973" y="10676"/>
                    <a:pt x="7596" y="10772"/>
                  </a:cubicBezTo>
                  <a:cubicBezTo>
                    <a:pt x="6362" y="10858"/>
                    <a:pt x="5223" y="10937"/>
                    <a:pt x="4271" y="10937"/>
                  </a:cubicBezTo>
                  <a:cubicBezTo>
                    <a:pt x="3528" y="10937"/>
                    <a:pt x="2900" y="10889"/>
                    <a:pt x="2429" y="10759"/>
                  </a:cubicBezTo>
                  <a:cubicBezTo>
                    <a:pt x="546" y="10236"/>
                    <a:pt x="474" y="9665"/>
                    <a:pt x="314" y="8415"/>
                  </a:cubicBezTo>
                  <a:cubicBezTo>
                    <a:pt x="301" y="8298"/>
                    <a:pt x="285" y="8180"/>
                    <a:pt x="268" y="8053"/>
                  </a:cubicBezTo>
                  <a:cubicBezTo>
                    <a:pt x="66" y="6568"/>
                    <a:pt x="2083" y="4227"/>
                    <a:pt x="2106" y="4201"/>
                  </a:cubicBezTo>
                  <a:cubicBezTo>
                    <a:pt x="2106" y="4201"/>
                    <a:pt x="2106" y="4198"/>
                    <a:pt x="2109" y="4195"/>
                  </a:cubicBezTo>
                  <a:cubicBezTo>
                    <a:pt x="3128" y="2210"/>
                    <a:pt x="4887" y="1649"/>
                    <a:pt x="8079" y="627"/>
                  </a:cubicBezTo>
                  <a:cubicBezTo>
                    <a:pt x="8836" y="389"/>
                    <a:pt x="9622" y="265"/>
                    <a:pt x="10415" y="265"/>
                  </a:cubicBezTo>
                  <a:cubicBezTo>
                    <a:pt x="10425" y="265"/>
                    <a:pt x="10435" y="265"/>
                    <a:pt x="10446" y="265"/>
                  </a:cubicBezTo>
                  <a:cubicBezTo>
                    <a:pt x="12502" y="265"/>
                    <a:pt x="14010" y="1032"/>
                    <a:pt x="14030" y="1048"/>
                  </a:cubicBezTo>
                  <a:cubicBezTo>
                    <a:pt x="14033" y="1048"/>
                    <a:pt x="14036" y="1051"/>
                    <a:pt x="14043" y="1051"/>
                  </a:cubicBezTo>
                  <a:cubicBezTo>
                    <a:pt x="14046" y="1051"/>
                    <a:pt x="14093" y="1051"/>
                    <a:pt x="14177" y="1051"/>
                  </a:cubicBezTo>
                  <a:cubicBezTo>
                    <a:pt x="14656" y="1051"/>
                    <a:pt x="16330" y="1065"/>
                    <a:pt x="17920" y="1254"/>
                  </a:cubicBezTo>
                  <a:cubicBezTo>
                    <a:pt x="17923" y="1254"/>
                    <a:pt x="17925" y="1255"/>
                    <a:pt x="17927" y="1255"/>
                  </a:cubicBezTo>
                  <a:cubicBezTo>
                    <a:pt x="17937" y="1255"/>
                    <a:pt x="17944" y="1249"/>
                    <a:pt x="17950" y="1241"/>
                  </a:cubicBezTo>
                  <a:cubicBezTo>
                    <a:pt x="18674" y="147"/>
                    <a:pt x="18821" y="62"/>
                    <a:pt x="18850" y="62"/>
                  </a:cubicBezTo>
                  <a:close/>
                  <a:moveTo>
                    <a:pt x="18848" y="0"/>
                  </a:moveTo>
                  <a:cubicBezTo>
                    <a:pt x="18797" y="0"/>
                    <a:pt x="18658" y="56"/>
                    <a:pt x="17910" y="1189"/>
                  </a:cubicBezTo>
                  <a:cubicBezTo>
                    <a:pt x="16295" y="996"/>
                    <a:pt x="14599" y="986"/>
                    <a:pt x="14153" y="986"/>
                  </a:cubicBezTo>
                  <a:cubicBezTo>
                    <a:pt x="14099" y="986"/>
                    <a:pt x="14064" y="986"/>
                    <a:pt x="14049" y="986"/>
                  </a:cubicBezTo>
                  <a:cubicBezTo>
                    <a:pt x="13974" y="947"/>
                    <a:pt x="13292" y="611"/>
                    <a:pt x="12264" y="392"/>
                  </a:cubicBezTo>
                  <a:cubicBezTo>
                    <a:pt x="11775" y="288"/>
                    <a:pt x="11157" y="201"/>
                    <a:pt x="10459" y="201"/>
                  </a:cubicBezTo>
                  <a:cubicBezTo>
                    <a:pt x="9729" y="201"/>
                    <a:pt x="8912" y="296"/>
                    <a:pt x="8063" y="568"/>
                  </a:cubicBezTo>
                  <a:cubicBezTo>
                    <a:pt x="4858" y="1593"/>
                    <a:pt x="3088" y="2158"/>
                    <a:pt x="2057" y="4162"/>
                  </a:cubicBezTo>
                  <a:cubicBezTo>
                    <a:pt x="1943" y="4296"/>
                    <a:pt x="1" y="6558"/>
                    <a:pt x="210" y="8059"/>
                  </a:cubicBezTo>
                  <a:cubicBezTo>
                    <a:pt x="226" y="8187"/>
                    <a:pt x="242" y="8307"/>
                    <a:pt x="255" y="8418"/>
                  </a:cubicBezTo>
                  <a:cubicBezTo>
                    <a:pt x="418" y="9698"/>
                    <a:pt x="494" y="10282"/>
                    <a:pt x="2413" y="10814"/>
                  </a:cubicBezTo>
                  <a:cubicBezTo>
                    <a:pt x="2889" y="10948"/>
                    <a:pt x="3523" y="10997"/>
                    <a:pt x="4270" y="10997"/>
                  </a:cubicBezTo>
                  <a:cubicBezTo>
                    <a:pt x="5223" y="10997"/>
                    <a:pt x="6366" y="10915"/>
                    <a:pt x="7603" y="10830"/>
                  </a:cubicBezTo>
                  <a:cubicBezTo>
                    <a:pt x="8977" y="10735"/>
                    <a:pt x="10482" y="10629"/>
                    <a:pt x="11922" y="10629"/>
                  </a:cubicBezTo>
                  <a:cubicBezTo>
                    <a:pt x="12541" y="10629"/>
                    <a:pt x="13147" y="10649"/>
                    <a:pt x="13726" y="10697"/>
                  </a:cubicBezTo>
                  <a:cubicBezTo>
                    <a:pt x="14638" y="10771"/>
                    <a:pt x="15377" y="10800"/>
                    <a:pt x="15975" y="10800"/>
                  </a:cubicBezTo>
                  <a:cubicBezTo>
                    <a:pt x="17787" y="10800"/>
                    <a:pt x="18296" y="10534"/>
                    <a:pt x="18397" y="10465"/>
                  </a:cubicBezTo>
                  <a:cubicBezTo>
                    <a:pt x="18509" y="10538"/>
                    <a:pt x="19125" y="10911"/>
                    <a:pt x="19814" y="10911"/>
                  </a:cubicBezTo>
                  <a:cubicBezTo>
                    <a:pt x="20226" y="10911"/>
                    <a:pt x="20665" y="10778"/>
                    <a:pt x="21037" y="10367"/>
                  </a:cubicBezTo>
                  <a:lnTo>
                    <a:pt x="22806" y="10537"/>
                  </a:lnTo>
                  <a:cubicBezTo>
                    <a:pt x="23009" y="10762"/>
                    <a:pt x="23283" y="10909"/>
                    <a:pt x="23583" y="10958"/>
                  </a:cubicBezTo>
                  <a:cubicBezTo>
                    <a:pt x="23717" y="10981"/>
                    <a:pt x="23844" y="10993"/>
                    <a:pt x="23963" y="10993"/>
                  </a:cubicBezTo>
                  <a:cubicBezTo>
                    <a:pt x="24498" y="10993"/>
                    <a:pt x="24885" y="10760"/>
                    <a:pt x="25117" y="10295"/>
                  </a:cubicBezTo>
                  <a:cubicBezTo>
                    <a:pt x="25476" y="9574"/>
                    <a:pt x="25258" y="8288"/>
                    <a:pt x="24429" y="7645"/>
                  </a:cubicBezTo>
                  <a:cubicBezTo>
                    <a:pt x="23711" y="7093"/>
                    <a:pt x="23332" y="6966"/>
                    <a:pt x="23234" y="6940"/>
                  </a:cubicBezTo>
                  <a:cubicBezTo>
                    <a:pt x="23237" y="6721"/>
                    <a:pt x="23244" y="5951"/>
                    <a:pt x="23172" y="5771"/>
                  </a:cubicBezTo>
                  <a:cubicBezTo>
                    <a:pt x="23273" y="5680"/>
                    <a:pt x="23789" y="5203"/>
                    <a:pt x="24295" y="4720"/>
                  </a:cubicBezTo>
                  <a:cubicBezTo>
                    <a:pt x="25444" y="3627"/>
                    <a:pt x="25434" y="3575"/>
                    <a:pt x="25424" y="3542"/>
                  </a:cubicBezTo>
                  <a:cubicBezTo>
                    <a:pt x="25421" y="3529"/>
                    <a:pt x="25411" y="3519"/>
                    <a:pt x="25398" y="3516"/>
                  </a:cubicBezTo>
                  <a:cubicBezTo>
                    <a:pt x="25386" y="3512"/>
                    <a:pt x="25350" y="3511"/>
                    <a:pt x="25296" y="3511"/>
                  </a:cubicBezTo>
                  <a:cubicBezTo>
                    <a:pt x="24848" y="3511"/>
                    <a:pt x="23131" y="3619"/>
                    <a:pt x="22846" y="3637"/>
                  </a:cubicBezTo>
                  <a:cubicBezTo>
                    <a:pt x="22725" y="3473"/>
                    <a:pt x="21547" y="1943"/>
                    <a:pt x="19513" y="1459"/>
                  </a:cubicBezTo>
                  <a:lnTo>
                    <a:pt x="19402" y="1433"/>
                  </a:lnTo>
                  <a:cubicBezTo>
                    <a:pt x="19396" y="1300"/>
                    <a:pt x="19383" y="1175"/>
                    <a:pt x="19369" y="1068"/>
                  </a:cubicBezTo>
                  <a:cubicBezTo>
                    <a:pt x="19307" y="559"/>
                    <a:pt x="19099" y="20"/>
                    <a:pt x="18857" y="0"/>
                  </a:cubicBezTo>
                  <a:cubicBezTo>
                    <a:pt x="18854" y="0"/>
                    <a:pt x="18852" y="0"/>
                    <a:pt x="18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4286;p71">
              <a:extLst>
                <a:ext uri="{FF2B5EF4-FFF2-40B4-BE49-F238E27FC236}">
                  <a16:creationId xmlns:a16="http://schemas.microsoft.com/office/drawing/2014/main" id="{F16EDB37-E096-6E43-445B-B93616D63EB3}"/>
                </a:ext>
              </a:extLst>
            </p:cNvPr>
            <p:cNvSpPr/>
            <p:nvPr/>
          </p:nvSpPr>
          <p:spPr>
            <a:xfrm>
              <a:off x="6189575" y="1728175"/>
              <a:ext cx="21175" cy="18500"/>
            </a:xfrm>
            <a:custGeom>
              <a:avLst/>
              <a:gdLst/>
              <a:ahLst/>
              <a:cxnLst/>
              <a:rect l="l" t="t" r="r" b="b"/>
              <a:pathLst>
                <a:path w="847" h="740" extrusionOk="0">
                  <a:moveTo>
                    <a:pt x="44" y="1"/>
                  </a:moveTo>
                  <a:cubicBezTo>
                    <a:pt x="15" y="1"/>
                    <a:pt x="1" y="50"/>
                    <a:pt x="37" y="61"/>
                  </a:cubicBezTo>
                  <a:cubicBezTo>
                    <a:pt x="396" y="208"/>
                    <a:pt x="785" y="724"/>
                    <a:pt x="788" y="730"/>
                  </a:cubicBezTo>
                  <a:cubicBezTo>
                    <a:pt x="794" y="737"/>
                    <a:pt x="804" y="740"/>
                    <a:pt x="814" y="740"/>
                  </a:cubicBezTo>
                  <a:cubicBezTo>
                    <a:pt x="820" y="740"/>
                    <a:pt x="827" y="737"/>
                    <a:pt x="830" y="733"/>
                  </a:cubicBezTo>
                  <a:cubicBezTo>
                    <a:pt x="843" y="724"/>
                    <a:pt x="847" y="704"/>
                    <a:pt x="837" y="691"/>
                  </a:cubicBezTo>
                  <a:cubicBezTo>
                    <a:pt x="820" y="671"/>
                    <a:pt x="435" y="159"/>
                    <a:pt x="60" y="5"/>
                  </a:cubicBezTo>
                  <a:cubicBezTo>
                    <a:pt x="54" y="2"/>
                    <a:pt x="49" y="1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4287;p71">
              <a:extLst>
                <a:ext uri="{FF2B5EF4-FFF2-40B4-BE49-F238E27FC236}">
                  <a16:creationId xmlns:a16="http://schemas.microsoft.com/office/drawing/2014/main" id="{8121813B-0A2F-D639-B2F4-D846AA3B95E8}"/>
                </a:ext>
              </a:extLst>
            </p:cNvPr>
            <p:cNvSpPr/>
            <p:nvPr/>
          </p:nvSpPr>
          <p:spPr>
            <a:xfrm>
              <a:off x="6180300" y="1732125"/>
              <a:ext cx="26050" cy="9650"/>
            </a:xfrm>
            <a:custGeom>
              <a:avLst/>
              <a:gdLst/>
              <a:ahLst/>
              <a:cxnLst/>
              <a:rect l="l" t="t" r="r" b="b"/>
              <a:pathLst>
                <a:path w="1042" h="386" extrusionOk="0">
                  <a:moveTo>
                    <a:pt x="29" y="1"/>
                  </a:moveTo>
                  <a:cubicBezTo>
                    <a:pt x="13" y="1"/>
                    <a:pt x="0" y="14"/>
                    <a:pt x="0" y="30"/>
                  </a:cubicBezTo>
                  <a:cubicBezTo>
                    <a:pt x="0" y="50"/>
                    <a:pt x="13" y="63"/>
                    <a:pt x="29" y="63"/>
                  </a:cubicBezTo>
                  <a:cubicBezTo>
                    <a:pt x="35" y="63"/>
                    <a:pt x="41" y="63"/>
                    <a:pt x="47" y="63"/>
                  </a:cubicBezTo>
                  <a:cubicBezTo>
                    <a:pt x="438" y="63"/>
                    <a:pt x="979" y="376"/>
                    <a:pt x="986" y="379"/>
                  </a:cubicBezTo>
                  <a:cubicBezTo>
                    <a:pt x="989" y="383"/>
                    <a:pt x="996" y="386"/>
                    <a:pt x="999" y="386"/>
                  </a:cubicBezTo>
                  <a:lnTo>
                    <a:pt x="999" y="383"/>
                  </a:lnTo>
                  <a:cubicBezTo>
                    <a:pt x="1032" y="383"/>
                    <a:pt x="1041" y="344"/>
                    <a:pt x="1015" y="327"/>
                  </a:cubicBezTo>
                  <a:cubicBezTo>
                    <a:pt x="992" y="314"/>
                    <a:pt x="444" y="1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4288;p71">
              <a:extLst>
                <a:ext uri="{FF2B5EF4-FFF2-40B4-BE49-F238E27FC236}">
                  <a16:creationId xmlns:a16="http://schemas.microsoft.com/office/drawing/2014/main" id="{74312E7C-91B4-ACA6-3303-3370C4D451F7}"/>
                </a:ext>
              </a:extLst>
            </p:cNvPr>
            <p:cNvSpPr/>
            <p:nvPr/>
          </p:nvSpPr>
          <p:spPr>
            <a:xfrm>
              <a:off x="6318550" y="1846950"/>
              <a:ext cx="27175" cy="6050"/>
            </a:xfrm>
            <a:custGeom>
              <a:avLst/>
              <a:gdLst/>
              <a:ahLst/>
              <a:cxnLst/>
              <a:rect l="l" t="t" r="r" b="b"/>
              <a:pathLst>
                <a:path w="1087" h="242" extrusionOk="0">
                  <a:moveTo>
                    <a:pt x="78" y="0"/>
                  </a:moveTo>
                  <a:cubicBezTo>
                    <a:pt x="60" y="0"/>
                    <a:pt x="48" y="0"/>
                    <a:pt x="45" y="0"/>
                  </a:cubicBezTo>
                  <a:cubicBezTo>
                    <a:pt x="44" y="0"/>
                    <a:pt x="43" y="0"/>
                    <a:pt x="42" y="0"/>
                  </a:cubicBezTo>
                  <a:cubicBezTo>
                    <a:pt x="1" y="0"/>
                    <a:pt x="0" y="63"/>
                    <a:pt x="39" y="63"/>
                  </a:cubicBezTo>
                  <a:cubicBezTo>
                    <a:pt x="41" y="63"/>
                    <a:pt x="43" y="63"/>
                    <a:pt x="45" y="62"/>
                  </a:cubicBezTo>
                  <a:cubicBezTo>
                    <a:pt x="46" y="62"/>
                    <a:pt x="56" y="62"/>
                    <a:pt x="74" y="62"/>
                  </a:cubicBezTo>
                  <a:cubicBezTo>
                    <a:pt x="203" y="62"/>
                    <a:pt x="736" y="72"/>
                    <a:pt x="1034" y="239"/>
                  </a:cubicBezTo>
                  <a:cubicBezTo>
                    <a:pt x="1041" y="239"/>
                    <a:pt x="1044" y="242"/>
                    <a:pt x="1050" y="242"/>
                  </a:cubicBezTo>
                  <a:cubicBezTo>
                    <a:pt x="1060" y="242"/>
                    <a:pt x="1073" y="235"/>
                    <a:pt x="1076" y="226"/>
                  </a:cubicBezTo>
                  <a:cubicBezTo>
                    <a:pt x="1086" y="209"/>
                    <a:pt x="1080" y="193"/>
                    <a:pt x="1067" y="183"/>
                  </a:cubicBezTo>
                  <a:cubicBezTo>
                    <a:pt x="753" y="10"/>
                    <a:pt x="21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4289;p71">
              <a:extLst>
                <a:ext uri="{FF2B5EF4-FFF2-40B4-BE49-F238E27FC236}">
                  <a16:creationId xmlns:a16="http://schemas.microsoft.com/office/drawing/2014/main" id="{18F74D1C-772F-5B4C-C463-02EE2203D1C6}"/>
                </a:ext>
              </a:extLst>
            </p:cNvPr>
            <p:cNvSpPr/>
            <p:nvPr/>
          </p:nvSpPr>
          <p:spPr>
            <a:xfrm>
              <a:off x="6335650" y="1835300"/>
              <a:ext cx="27250" cy="6525"/>
            </a:xfrm>
            <a:custGeom>
              <a:avLst/>
              <a:gdLst/>
              <a:ahLst/>
              <a:cxnLst/>
              <a:rect l="l" t="t" r="r" b="b"/>
              <a:pathLst>
                <a:path w="1090" h="261" extrusionOk="0">
                  <a:moveTo>
                    <a:pt x="917" y="0"/>
                  </a:moveTo>
                  <a:cubicBezTo>
                    <a:pt x="532" y="0"/>
                    <a:pt x="57" y="193"/>
                    <a:pt x="33" y="202"/>
                  </a:cubicBezTo>
                  <a:cubicBezTo>
                    <a:pt x="1" y="215"/>
                    <a:pt x="11" y="261"/>
                    <a:pt x="47" y="261"/>
                  </a:cubicBezTo>
                  <a:cubicBezTo>
                    <a:pt x="50" y="261"/>
                    <a:pt x="53" y="261"/>
                    <a:pt x="56" y="257"/>
                  </a:cubicBezTo>
                  <a:cubicBezTo>
                    <a:pt x="62" y="257"/>
                    <a:pt x="539" y="62"/>
                    <a:pt x="915" y="62"/>
                  </a:cubicBezTo>
                  <a:cubicBezTo>
                    <a:pt x="960" y="62"/>
                    <a:pt x="1004" y="65"/>
                    <a:pt x="1045" y="71"/>
                  </a:cubicBezTo>
                  <a:cubicBezTo>
                    <a:pt x="1046" y="71"/>
                    <a:pt x="1047" y="72"/>
                    <a:pt x="1048" y="72"/>
                  </a:cubicBezTo>
                  <a:cubicBezTo>
                    <a:pt x="1082" y="72"/>
                    <a:pt x="1090" y="19"/>
                    <a:pt x="1052" y="9"/>
                  </a:cubicBezTo>
                  <a:cubicBezTo>
                    <a:pt x="1009" y="3"/>
                    <a:pt x="963" y="0"/>
                    <a:pt x="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4290;p71">
              <a:extLst>
                <a:ext uri="{FF2B5EF4-FFF2-40B4-BE49-F238E27FC236}">
                  <a16:creationId xmlns:a16="http://schemas.microsoft.com/office/drawing/2014/main" id="{191A6B49-2BF1-6F73-C5EA-7A94C2D42DBA}"/>
                </a:ext>
              </a:extLst>
            </p:cNvPr>
            <p:cNvSpPr/>
            <p:nvPr/>
          </p:nvSpPr>
          <p:spPr>
            <a:xfrm>
              <a:off x="6324425" y="1847450"/>
              <a:ext cx="23425" cy="15525"/>
            </a:xfrm>
            <a:custGeom>
              <a:avLst/>
              <a:gdLst/>
              <a:ahLst/>
              <a:cxnLst/>
              <a:rect l="l" t="t" r="r" b="b"/>
              <a:pathLst>
                <a:path w="937" h="621" extrusionOk="0">
                  <a:moveTo>
                    <a:pt x="45" y="0"/>
                  </a:moveTo>
                  <a:cubicBezTo>
                    <a:pt x="14" y="0"/>
                    <a:pt x="1" y="47"/>
                    <a:pt x="35" y="59"/>
                  </a:cubicBezTo>
                  <a:cubicBezTo>
                    <a:pt x="42" y="62"/>
                    <a:pt x="639" y="300"/>
                    <a:pt x="877" y="607"/>
                  </a:cubicBezTo>
                  <a:cubicBezTo>
                    <a:pt x="884" y="617"/>
                    <a:pt x="894" y="620"/>
                    <a:pt x="904" y="620"/>
                  </a:cubicBezTo>
                  <a:cubicBezTo>
                    <a:pt x="910" y="620"/>
                    <a:pt x="917" y="617"/>
                    <a:pt x="920" y="610"/>
                  </a:cubicBezTo>
                  <a:cubicBezTo>
                    <a:pt x="933" y="600"/>
                    <a:pt x="936" y="584"/>
                    <a:pt x="926" y="571"/>
                  </a:cubicBezTo>
                  <a:cubicBezTo>
                    <a:pt x="678" y="251"/>
                    <a:pt x="84" y="13"/>
                    <a:pt x="58" y="3"/>
                  </a:cubicBezTo>
                  <a:cubicBezTo>
                    <a:pt x="53" y="1"/>
                    <a:pt x="49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4291;p71">
              <a:extLst>
                <a:ext uri="{FF2B5EF4-FFF2-40B4-BE49-F238E27FC236}">
                  <a16:creationId xmlns:a16="http://schemas.microsoft.com/office/drawing/2014/main" id="{B4BA44D8-16DB-74FF-1ADD-B031A8F92CA2}"/>
                </a:ext>
              </a:extLst>
            </p:cNvPr>
            <p:cNvSpPr/>
            <p:nvPr/>
          </p:nvSpPr>
          <p:spPr>
            <a:xfrm>
              <a:off x="6061150" y="1708750"/>
              <a:ext cx="16825" cy="18500"/>
            </a:xfrm>
            <a:custGeom>
              <a:avLst/>
              <a:gdLst/>
              <a:ahLst/>
              <a:cxnLst/>
              <a:rect l="l" t="t" r="r" b="b"/>
              <a:pathLst>
                <a:path w="673" h="740" extrusionOk="0">
                  <a:moveTo>
                    <a:pt x="642" y="0"/>
                  </a:moveTo>
                  <a:cubicBezTo>
                    <a:pt x="636" y="0"/>
                    <a:pt x="630" y="2"/>
                    <a:pt x="624" y="6"/>
                  </a:cubicBezTo>
                  <a:cubicBezTo>
                    <a:pt x="601" y="22"/>
                    <a:pt x="1" y="433"/>
                    <a:pt x="1" y="707"/>
                  </a:cubicBezTo>
                  <a:cubicBezTo>
                    <a:pt x="1" y="724"/>
                    <a:pt x="14" y="740"/>
                    <a:pt x="30" y="740"/>
                  </a:cubicBezTo>
                  <a:cubicBezTo>
                    <a:pt x="46" y="737"/>
                    <a:pt x="59" y="724"/>
                    <a:pt x="59" y="707"/>
                  </a:cubicBezTo>
                  <a:cubicBezTo>
                    <a:pt x="59" y="505"/>
                    <a:pt x="490" y="169"/>
                    <a:pt x="657" y="55"/>
                  </a:cubicBezTo>
                  <a:cubicBezTo>
                    <a:pt x="670" y="45"/>
                    <a:pt x="673" y="28"/>
                    <a:pt x="666" y="15"/>
                  </a:cubicBezTo>
                  <a:cubicBezTo>
                    <a:pt x="660" y="5"/>
                    <a:pt x="65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4292;p71">
              <a:extLst>
                <a:ext uri="{FF2B5EF4-FFF2-40B4-BE49-F238E27FC236}">
                  <a16:creationId xmlns:a16="http://schemas.microsoft.com/office/drawing/2014/main" id="{558ED49D-FA83-1AEF-48F1-9AFF636EF126}"/>
                </a:ext>
              </a:extLst>
            </p:cNvPr>
            <p:cNvSpPr/>
            <p:nvPr/>
          </p:nvSpPr>
          <p:spPr>
            <a:xfrm>
              <a:off x="6041000" y="1706825"/>
              <a:ext cx="11525" cy="19625"/>
            </a:xfrm>
            <a:custGeom>
              <a:avLst/>
              <a:gdLst/>
              <a:ahLst/>
              <a:cxnLst/>
              <a:rect l="l" t="t" r="r" b="b"/>
              <a:pathLst>
                <a:path w="461" h="785" extrusionOk="0">
                  <a:moveTo>
                    <a:pt x="36" y="1"/>
                  </a:moveTo>
                  <a:cubicBezTo>
                    <a:pt x="28" y="1"/>
                    <a:pt x="20" y="4"/>
                    <a:pt x="13" y="11"/>
                  </a:cubicBezTo>
                  <a:cubicBezTo>
                    <a:pt x="0" y="21"/>
                    <a:pt x="0" y="40"/>
                    <a:pt x="13" y="53"/>
                  </a:cubicBezTo>
                  <a:cubicBezTo>
                    <a:pt x="17" y="60"/>
                    <a:pt x="392" y="438"/>
                    <a:pt x="310" y="745"/>
                  </a:cubicBezTo>
                  <a:cubicBezTo>
                    <a:pt x="307" y="762"/>
                    <a:pt x="317" y="778"/>
                    <a:pt x="333" y="784"/>
                  </a:cubicBezTo>
                  <a:lnTo>
                    <a:pt x="340" y="784"/>
                  </a:lnTo>
                  <a:cubicBezTo>
                    <a:pt x="356" y="784"/>
                    <a:pt x="366" y="775"/>
                    <a:pt x="369" y="762"/>
                  </a:cubicBezTo>
                  <a:cubicBezTo>
                    <a:pt x="461" y="419"/>
                    <a:pt x="72" y="27"/>
                    <a:pt x="56" y="11"/>
                  </a:cubicBezTo>
                  <a:cubicBezTo>
                    <a:pt x="51" y="4"/>
                    <a:pt x="44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4293;p71">
              <a:extLst>
                <a:ext uri="{FF2B5EF4-FFF2-40B4-BE49-F238E27FC236}">
                  <a16:creationId xmlns:a16="http://schemas.microsoft.com/office/drawing/2014/main" id="{4893C496-70F8-CF95-DB56-34E128B7E820}"/>
                </a:ext>
              </a:extLst>
            </p:cNvPr>
            <p:cNvSpPr/>
            <p:nvPr/>
          </p:nvSpPr>
          <p:spPr>
            <a:xfrm>
              <a:off x="5801100" y="1803450"/>
              <a:ext cx="8750" cy="23200"/>
            </a:xfrm>
            <a:custGeom>
              <a:avLst/>
              <a:gdLst/>
              <a:ahLst/>
              <a:cxnLst/>
              <a:rect l="l" t="t" r="r" b="b"/>
              <a:pathLst>
                <a:path w="350" h="928" extrusionOk="0">
                  <a:moveTo>
                    <a:pt x="34" y="0"/>
                  </a:moveTo>
                  <a:cubicBezTo>
                    <a:pt x="33" y="0"/>
                    <a:pt x="31" y="0"/>
                    <a:pt x="29" y="1"/>
                  </a:cubicBezTo>
                  <a:cubicBezTo>
                    <a:pt x="10" y="1"/>
                    <a:pt x="0" y="14"/>
                    <a:pt x="0" y="33"/>
                  </a:cubicBezTo>
                  <a:cubicBezTo>
                    <a:pt x="3" y="63"/>
                    <a:pt x="62" y="787"/>
                    <a:pt x="300" y="924"/>
                  </a:cubicBezTo>
                  <a:cubicBezTo>
                    <a:pt x="304" y="924"/>
                    <a:pt x="310" y="928"/>
                    <a:pt x="317" y="928"/>
                  </a:cubicBezTo>
                  <a:cubicBezTo>
                    <a:pt x="327" y="928"/>
                    <a:pt x="336" y="921"/>
                    <a:pt x="343" y="911"/>
                  </a:cubicBezTo>
                  <a:cubicBezTo>
                    <a:pt x="349" y="895"/>
                    <a:pt x="346" y="879"/>
                    <a:pt x="330" y="869"/>
                  </a:cubicBezTo>
                  <a:cubicBezTo>
                    <a:pt x="157" y="771"/>
                    <a:pt x="75" y="229"/>
                    <a:pt x="62" y="27"/>
                  </a:cubicBezTo>
                  <a:cubicBezTo>
                    <a:pt x="59" y="12"/>
                    <a:pt x="48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4294;p71">
              <a:extLst>
                <a:ext uri="{FF2B5EF4-FFF2-40B4-BE49-F238E27FC236}">
                  <a16:creationId xmlns:a16="http://schemas.microsoft.com/office/drawing/2014/main" id="{D55DF1FE-26A0-839F-495A-A207FA99CFBF}"/>
                </a:ext>
              </a:extLst>
            </p:cNvPr>
            <p:cNvSpPr/>
            <p:nvPr/>
          </p:nvSpPr>
          <p:spPr>
            <a:xfrm>
              <a:off x="5781575" y="1831975"/>
              <a:ext cx="21425" cy="4950"/>
            </a:xfrm>
            <a:custGeom>
              <a:avLst/>
              <a:gdLst/>
              <a:ahLst/>
              <a:cxnLst/>
              <a:rect l="l" t="t" r="r" b="b"/>
              <a:pathLst>
                <a:path w="857" h="198" extrusionOk="0">
                  <a:moveTo>
                    <a:pt x="395" y="0"/>
                  </a:moveTo>
                  <a:cubicBezTo>
                    <a:pt x="209" y="0"/>
                    <a:pt x="48" y="44"/>
                    <a:pt x="37" y="48"/>
                  </a:cubicBezTo>
                  <a:cubicBezTo>
                    <a:pt x="1" y="57"/>
                    <a:pt x="9" y="108"/>
                    <a:pt x="41" y="108"/>
                  </a:cubicBezTo>
                  <a:cubicBezTo>
                    <a:pt x="44" y="108"/>
                    <a:pt x="47" y="107"/>
                    <a:pt x="50" y="106"/>
                  </a:cubicBezTo>
                  <a:cubicBezTo>
                    <a:pt x="54" y="105"/>
                    <a:pt x="215" y="60"/>
                    <a:pt x="397" y="60"/>
                  </a:cubicBezTo>
                  <a:cubicBezTo>
                    <a:pt x="542" y="60"/>
                    <a:pt x="700" y="88"/>
                    <a:pt x="801" y="188"/>
                  </a:cubicBezTo>
                  <a:cubicBezTo>
                    <a:pt x="807" y="195"/>
                    <a:pt x="814" y="198"/>
                    <a:pt x="820" y="198"/>
                  </a:cubicBezTo>
                  <a:cubicBezTo>
                    <a:pt x="830" y="198"/>
                    <a:pt x="837" y="195"/>
                    <a:pt x="843" y="188"/>
                  </a:cubicBezTo>
                  <a:cubicBezTo>
                    <a:pt x="856" y="178"/>
                    <a:pt x="856" y="159"/>
                    <a:pt x="843" y="146"/>
                  </a:cubicBezTo>
                  <a:cubicBezTo>
                    <a:pt x="728" y="32"/>
                    <a:pt x="553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4295;p71">
              <a:extLst>
                <a:ext uri="{FF2B5EF4-FFF2-40B4-BE49-F238E27FC236}">
                  <a16:creationId xmlns:a16="http://schemas.microsoft.com/office/drawing/2014/main" id="{A2C3F212-51DD-357B-78F5-E2DA3F25E0C8}"/>
                </a:ext>
              </a:extLst>
            </p:cNvPr>
            <p:cNvSpPr/>
            <p:nvPr/>
          </p:nvSpPr>
          <p:spPr>
            <a:xfrm>
              <a:off x="6037575" y="1850125"/>
              <a:ext cx="16900" cy="18475"/>
            </a:xfrm>
            <a:custGeom>
              <a:avLst/>
              <a:gdLst/>
              <a:ahLst/>
              <a:cxnLst/>
              <a:rect l="l" t="t" r="r" b="b"/>
              <a:pathLst>
                <a:path w="676" h="739" extrusionOk="0">
                  <a:moveTo>
                    <a:pt x="641" y="1"/>
                  </a:moveTo>
                  <a:cubicBezTo>
                    <a:pt x="636" y="1"/>
                    <a:pt x="631" y="2"/>
                    <a:pt x="627" y="4"/>
                  </a:cubicBezTo>
                  <a:cubicBezTo>
                    <a:pt x="601" y="23"/>
                    <a:pt x="0" y="431"/>
                    <a:pt x="0" y="709"/>
                  </a:cubicBezTo>
                  <a:cubicBezTo>
                    <a:pt x="0" y="725"/>
                    <a:pt x="13" y="738"/>
                    <a:pt x="30" y="738"/>
                  </a:cubicBezTo>
                  <a:cubicBezTo>
                    <a:pt x="46" y="738"/>
                    <a:pt x="59" y="722"/>
                    <a:pt x="59" y="706"/>
                  </a:cubicBezTo>
                  <a:cubicBezTo>
                    <a:pt x="59" y="503"/>
                    <a:pt x="493" y="167"/>
                    <a:pt x="660" y="53"/>
                  </a:cubicBezTo>
                  <a:cubicBezTo>
                    <a:pt x="673" y="43"/>
                    <a:pt x="676" y="27"/>
                    <a:pt x="666" y="14"/>
                  </a:cubicBezTo>
                  <a:cubicBezTo>
                    <a:pt x="660" y="5"/>
                    <a:pt x="650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4296;p71">
              <a:extLst>
                <a:ext uri="{FF2B5EF4-FFF2-40B4-BE49-F238E27FC236}">
                  <a16:creationId xmlns:a16="http://schemas.microsoft.com/office/drawing/2014/main" id="{5C1BDA82-79C2-A2E2-C6A9-D2F4B3755F8F}"/>
                </a:ext>
              </a:extLst>
            </p:cNvPr>
            <p:cNvSpPr/>
            <p:nvPr/>
          </p:nvSpPr>
          <p:spPr>
            <a:xfrm>
              <a:off x="6017500" y="1848175"/>
              <a:ext cx="11525" cy="19600"/>
            </a:xfrm>
            <a:custGeom>
              <a:avLst/>
              <a:gdLst/>
              <a:ahLst/>
              <a:cxnLst/>
              <a:rect l="l" t="t" r="r" b="b"/>
              <a:pathLst>
                <a:path w="461" h="784" extrusionOk="0">
                  <a:moveTo>
                    <a:pt x="33" y="0"/>
                  </a:moveTo>
                  <a:cubicBezTo>
                    <a:pt x="25" y="0"/>
                    <a:pt x="17" y="4"/>
                    <a:pt x="10" y="10"/>
                  </a:cubicBezTo>
                  <a:cubicBezTo>
                    <a:pt x="0" y="23"/>
                    <a:pt x="0" y="39"/>
                    <a:pt x="10" y="52"/>
                  </a:cubicBezTo>
                  <a:cubicBezTo>
                    <a:pt x="13" y="59"/>
                    <a:pt x="392" y="441"/>
                    <a:pt x="310" y="748"/>
                  </a:cubicBezTo>
                  <a:cubicBezTo>
                    <a:pt x="304" y="764"/>
                    <a:pt x="314" y="780"/>
                    <a:pt x="330" y="784"/>
                  </a:cubicBezTo>
                  <a:lnTo>
                    <a:pt x="340" y="784"/>
                  </a:lnTo>
                  <a:cubicBezTo>
                    <a:pt x="353" y="784"/>
                    <a:pt x="366" y="774"/>
                    <a:pt x="369" y="761"/>
                  </a:cubicBezTo>
                  <a:cubicBezTo>
                    <a:pt x="461" y="418"/>
                    <a:pt x="72" y="26"/>
                    <a:pt x="56" y="10"/>
                  </a:cubicBezTo>
                  <a:cubicBezTo>
                    <a:pt x="49" y="4"/>
                    <a:pt x="41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4297;p71">
              <a:extLst>
                <a:ext uri="{FF2B5EF4-FFF2-40B4-BE49-F238E27FC236}">
                  <a16:creationId xmlns:a16="http://schemas.microsoft.com/office/drawing/2014/main" id="{30EB4630-C254-9D3A-5A7E-6209722E0DF6}"/>
                </a:ext>
              </a:extLst>
            </p:cNvPr>
            <p:cNvSpPr/>
            <p:nvPr/>
          </p:nvSpPr>
          <p:spPr>
            <a:xfrm>
              <a:off x="5853825" y="1798075"/>
              <a:ext cx="21050" cy="18550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43" y="1"/>
                  </a:moveTo>
                  <a:cubicBezTo>
                    <a:pt x="15" y="1"/>
                    <a:pt x="1" y="47"/>
                    <a:pt x="32" y="59"/>
                  </a:cubicBezTo>
                  <a:cubicBezTo>
                    <a:pt x="391" y="209"/>
                    <a:pt x="780" y="722"/>
                    <a:pt x="786" y="728"/>
                  </a:cubicBezTo>
                  <a:cubicBezTo>
                    <a:pt x="790" y="735"/>
                    <a:pt x="799" y="738"/>
                    <a:pt x="809" y="741"/>
                  </a:cubicBezTo>
                  <a:cubicBezTo>
                    <a:pt x="816" y="738"/>
                    <a:pt x="822" y="735"/>
                    <a:pt x="829" y="731"/>
                  </a:cubicBezTo>
                  <a:cubicBezTo>
                    <a:pt x="842" y="722"/>
                    <a:pt x="842" y="705"/>
                    <a:pt x="835" y="692"/>
                  </a:cubicBezTo>
                  <a:cubicBezTo>
                    <a:pt x="819" y="669"/>
                    <a:pt x="431" y="157"/>
                    <a:pt x="55" y="3"/>
                  </a:cubicBezTo>
                  <a:cubicBezTo>
                    <a:pt x="51" y="1"/>
                    <a:pt x="47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4298;p71">
              <a:extLst>
                <a:ext uri="{FF2B5EF4-FFF2-40B4-BE49-F238E27FC236}">
                  <a16:creationId xmlns:a16="http://schemas.microsoft.com/office/drawing/2014/main" id="{5AD5D500-99E4-C74E-0229-41324CC07262}"/>
                </a:ext>
              </a:extLst>
            </p:cNvPr>
            <p:cNvSpPr/>
            <p:nvPr/>
          </p:nvSpPr>
          <p:spPr>
            <a:xfrm>
              <a:off x="5946500" y="1709875"/>
              <a:ext cx="8350" cy="26525"/>
            </a:xfrm>
            <a:custGeom>
              <a:avLst/>
              <a:gdLst/>
              <a:ahLst/>
              <a:cxnLst/>
              <a:rect l="l" t="t" r="r" b="b"/>
              <a:pathLst>
                <a:path w="334" h="1061" extrusionOk="0">
                  <a:moveTo>
                    <a:pt x="298" y="1"/>
                  </a:moveTo>
                  <a:cubicBezTo>
                    <a:pt x="287" y="1"/>
                    <a:pt x="276" y="7"/>
                    <a:pt x="272" y="19"/>
                  </a:cubicBezTo>
                  <a:cubicBezTo>
                    <a:pt x="258" y="42"/>
                    <a:pt x="1" y="630"/>
                    <a:pt x="50" y="1031"/>
                  </a:cubicBezTo>
                  <a:cubicBezTo>
                    <a:pt x="53" y="1048"/>
                    <a:pt x="66" y="1061"/>
                    <a:pt x="79" y="1061"/>
                  </a:cubicBezTo>
                  <a:lnTo>
                    <a:pt x="85" y="1061"/>
                  </a:lnTo>
                  <a:cubicBezTo>
                    <a:pt x="102" y="1057"/>
                    <a:pt x="112" y="1041"/>
                    <a:pt x="112" y="1025"/>
                  </a:cubicBezTo>
                  <a:cubicBezTo>
                    <a:pt x="66" y="640"/>
                    <a:pt x="324" y="49"/>
                    <a:pt x="327" y="42"/>
                  </a:cubicBezTo>
                  <a:cubicBezTo>
                    <a:pt x="334" y="26"/>
                    <a:pt x="327" y="10"/>
                    <a:pt x="311" y="3"/>
                  </a:cubicBezTo>
                  <a:cubicBezTo>
                    <a:pt x="306" y="1"/>
                    <a:pt x="30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4299;p71">
              <a:extLst>
                <a:ext uri="{FF2B5EF4-FFF2-40B4-BE49-F238E27FC236}">
                  <a16:creationId xmlns:a16="http://schemas.microsoft.com/office/drawing/2014/main" id="{AA0806B4-4925-F2D7-C310-72AC27167712}"/>
                </a:ext>
              </a:extLst>
            </p:cNvPr>
            <p:cNvSpPr/>
            <p:nvPr/>
          </p:nvSpPr>
          <p:spPr>
            <a:xfrm>
              <a:off x="6125125" y="1922775"/>
              <a:ext cx="9375" cy="16000"/>
            </a:xfrm>
            <a:custGeom>
              <a:avLst/>
              <a:gdLst/>
              <a:ahLst/>
              <a:cxnLst/>
              <a:rect l="l" t="t" r="r" b="b"/>
              <a:pathLst>
                <a:path w="375" h="640" extrusionOk="0">
                  <a:moveTo>
                    <a:pt x="329" y="0"/>
                  </a:moveTo>
                  <a:cubicBezTo>
                    <a:pt x="320" y="0"/>
                    <a:pt x="311" y="5"/>
                    <a:pt x="304" y="16"/>
                  </a:cubicBezTo>
                  <a:cubicBezTo>
                    <a:pt x="294" y="32"/>
                    <a:pt x="27" y="388"/>
                    <a:pt x="4" y="607"/>
                  </a:cubicBezTo>
                  <a:cubicBezTo>
                    <a:pt x="1" y="623"/>
                    <a:pt x="14" y="636"/>
                    <a:pt x="30" y="639"/>
                  </a:cubicBezTo>
                  <a:lnTo>
                    <a:pt x="33" y="639"/>
                  </a:lnTo>
                  <a:cubicBezTo>
                    <a:pt x="50" y="639"/>
                    <a:pt x="63" y="626"/>
                    <a:pt x="66" y="613"/>
                  </a:cubicBezTo>
                  <a:cubicBezTo>
                    <a:pt x="85" y="414"/>
                    <a:pt x="350" y="58"/>
                    <a:pt x="353" y="55"/>
                  </a:cubicBezTo>
                  <a:cubicBezTo>
                    <a:pt x="374" y="29"/>
                    <a:pt x="352" y="0"/>
                    <a:pt x="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4300;p71">
              <a:extLst>
                <a:ext uri="{FF2B5EF4-FFF2-40B4-BE49-F238E27FC236}">
                  <a16:creationId xmlns:a16="http://schemas.microsoft.com/office/drawing/2014/main" id="{DFD4FBA0-F8EB-EB20-86E5-67297F5D6E08}"/>
                </a:ext>
              </a:extLst>
            </p:cNvPr>
            <p:cNvSpPr/>
            <p:nvPr/>
          </p:nvSpPr>
          <p:spPr>
            <a:xfrm>
              <a:off x="6041150" y="1857375"/>
              <a:ext cx="18550" cy="12525"/>
            </a:xfrm>
            <a:custGeom>
              <a:avLst/>
              <a:gdLst/>
              <a:ahLst/>
              <a:cxnLst/>
              <a:rect l="l" t="t" r="r" b="b"/>
              <a:pathLst>
                <a:path w="742" h="501" extrusionOk="0">
                  <a:moveTo>
                    <a:pt x="707" y="0"/>
                  </a:moveTo>
                  <a:cubicBezTo>
                    <a:pt x="702" y="0"/>
                    <a:pt x="697" y="2"/>
                    <a:pt x="693" y="4"/>
                  </a:cubicBezTo>
                  <a:cubicBezTo>
                    <a:pt x="673" y="11"/>
                    <a:pt x="190" y="207"/>
                    <a:pt x="14" y="452"/>
                  </a:cubicBezTo>
                  <a:cubicBezTo>
                    <a:pt x="1" y="465"/>
                    <a:pt x="4" y="484"/>
                    <a:pt x="20" y="494"/>
                  </a:cubicBezTo>
                  <a:cubicBezTo>
                    <a:pt x="24" y="497"/>
                    <a:pt x="30" y="501"/>
                    <a:pt x="37" y="501"/>
                  </a:cubicBezTo>
                  <a:cubicBezTo>
                    <a:pt x="47" y="501"/>
                    <a:pt x="56" y="497"/>
                    <a:pt x="66" y="491"/>
                  </a:cubicBezTo>
                  <a:cubicBezTo>
                    <a:pt x="233" y="259"/>
                    <a:pt x="712" y="60"/>
                    <a:pt x="719" y="60"/>
                  </a:cubicBezTo>
                  <a:cubicBezTo>
                    <a:pt x="732" y="53"/>
                    <a:pt x="742" y="37"/>
                    <a:pt x="735" y="21"/>
                  </a:cubicBezTo>
                  <a:cubicBezTo>
                    <a:pt x="731" y="9"/>
                    <a:pt x="719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4301;p71">
              <a:extLst>
                <a:ext uri="{FF2B5EF4-FFF2-40B4-BE49-F238E27FC236}">
                  <a16:creationId xmlns:a16="http://schemas.microsoft.com/office/drawing/2014/main" id="{E50DFAF0-2481-89A2-73D3-3C62D78D2536}"/>
                </a:ext>
              </a:extLst>
            </p:cNvPr>
            <p:cNvSpPr/>
            <p:nvPr/>
          </p:nvSpPr>
          <p:spPr>
            <a:xfrm>
              <a:off x="6285400" y="1771950"/>
              <a:ext cx="24000" cy="6300"/>
            </a:xfrm>
            <a:custGeom>
              <a:avLst/>
              <a:gdLst/>
              <a:ahLst/>
              <a:cxnLst/>
              <a:rect l="l" t="t" r="r" b="b"/>
              <a:pathLst>
                <a:path w="960" h="252" extrusionOk="0">
                  <a:moveTo>
                    <a:pt x="873" y="0"/>
                  </a:moveTo>
                  <a:cubicBezTo>
                    <a:pt x="693" y="0"/>
                    <a:pt x="149" y="14"/>
                    <a:pt x="10" y="203"/>
                  </a:cubicBezTo>
                  <a:cubicBezTo>
                    <a:pt x="0" y="216"/>
                    <a:pt x="3" y="236"/>
                    <a:pt x="16" y="245"/>
                  </a:cubicBezTo>
                  <a:cubicBezTo>
                    <a:pt x="23" y="249"/>
                    <a:pt x="30" y="249"/>
                    <a:pt x="36" y="252"/>
                  </a:cubicBezTo>
                  <a:cubicBezTo>
                    <a:pt x="46" y="252"/>
                    <a:pt x="52" y="245"/>
                    <a:pt x="59" y="239"/>
                  </a:cubicBezTo>
                  <a:cubicBezTo>
                    <a:pt x="172" y="86"/>
                    <a:pt x="659" y="59"/>
                    <a:pt x="886" y="59"/>
                  </a:cubicBezTo>
                  <a:cubicBezTo>
                    <a:pt x="901" y="59"/>
                    <a:pt x="915" y="59"/>
                    <a:pt x="927" y="59"/>
                  </a:cubicBezTo>
                  <a:cubicBezTo>
                    <a:pt x="929" y="60"/>
                    <a:pt x="931" y="60"/>
                    <a:pt x="932" y="60"/>
                  </a:cubicBezTo>
                  <a:cubicBezTo>
                    <a:pt x="947" y="60"/>
                    <a:pt x="960" y="48"/>
                    <a:pt x="960" y="30"/>
                  </a:cubicBezTo>
                  <a:cubicBezTo>
                    <a:pt x="960" y="14"/>
                    <a:pt x="947" y="1"/>
                    <a:pt x="930" y="1"/>
                  </a:cubicBezTo>
                  <a:cubicBezTo>
                    <a:pt x="926" y="1"/>
                    <a:pt x="905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4302;p71">
              <a:extLst>
                <a:ext uri="{FF2B5EF4-FFF2-40B4-BE49-F238E27FC236}">
                  <a16:creationId xmlns:a16="http://schemas.microsoft.com/office/drawing/2014/main" id="{595AF08B-2443-D2A3-AFF6-3D81317B7BCB}"/>
                </a:ext>
              </a:extLst>
            </p:cNvPr>
            <p:cNvSpPr/>
            <p:nvPr/>
          </p:nvSpPr>
          <p:spPr>
            <a:xfrm>
              <a:off x="6275850" y="1749750"/>
              <a:ext cx="8175" cy="20600"/>
            </a:xfrm>
            <a:custGeom>
              <a:avLst/>
              <a:gdLst/>
              <a:ahLst/>
              <a:cxnLst/>
              <a:rect l="l" t="t" r="r" b="b"/>
              <a:pathLst>
                <a:path w="327" h="824" extrusionOk="0">
                  <a:moveTo>
                    <a:pt x="209" y="0"/>
                  </a:moveTo>
                  <a:cubicBezTo>
                    <a:pt x="207" y="0"/>
                    <a:pt x="205" y="0"/>
                    <a:pt x="203" y="1"/>
                  </a:cubicBezTo>
                  <a:cubicBezTo>
                    <a:pt x="186" y="4"/>
                    <a:pt x="177" y="17"/>
                    <a:pt x="180" y="37"/>
                  </a:cubicBezTo>
                  <a:cubicBezTo>
                    <a:pt x="180" y="40"/>
                    <a:pt x="261" y="569"/>
                    <a:pt x="17" y="771"/>
                  </a:cubicBezTo>
                  <a:cubicBezTo>
                    <a:pt x="4" y="781"/>
                    <a:pt x="0" y="797"/>
                    <a:pt x="10" y="810"/>
                  </a:cubicBezTo>
                  <a:cubicBezTo>
                    <a:pt x="17" y="817"/>
                    <a:pt x="26" y="820"/>
                    <a:pt x="36" y="823"/>
                  </a:cubicBezTo>
                  <a:cubicBezTo>
                    <a:pt x="43" y="823"/>
                    <a:pt x="49" y="820"/>
                    <a:pt x="56" y="817"/>
                  </a:cubicBezTo>
                  <a:cubicBezTo>
                    <a:pt x="327" y="598"/>
                    <a:pt x="242" y="50"/>
                    <a:pt x="239" y="27"/>
                  </a:cubicBezTo>
                  <a:cubicBezTo>
                    <a:pt x="236" y="10"/>
                    <a:pt x="223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4303;p71">
              <a:extLst>
                <a:ext uri="{FF2B5EF4-FFF2-40B4-BE49-F238E27FC236}">
                  <a16:creationId xmlns:a16="http://schemas.microsoft.com/office/drawing/2014/main" id="{29AA88A6-3DD1-70EF-1FC1-3C9633ACD3BB}"/>
                </a:ext>
              </a:extLst>
            </p:cNvPr>
            <p:cNvSpPr/>
            <p:nvPr/>
          </p:nvSpPr>
          <p:spPr>
            <a:xfrm>
              <a:off x="6292625" y="1777050"/>
              <a:ext cx="22075" cy="3250"/>
            </a:xfrm>
            <a:custGeom>
              <a:avLst/>
              <a:gdLst/>
              <a:ahLst/>
              <a:cxnLst/>
              <a:rect l="l" t="t" r="r" b="b"/>
              <a:pathLst>
                <a:path w="883" h="130" extrusionOk="0">
                  <a:moveTo>
                    <a:pt x="300" y="1"/>
                  </a:moveTo>
                  <a:cubicBezTo>
                    <a:pt x="204" y="1"/>
                    <a:pt x="109" y="10"/>
                    <a:pt x="31" y="35"/>
                  </a:cubicBezTo>
                  <a:cubicBezTo>
                    <a:pt x="0" y="50"/>
                    <a:pt x="13" y="94"/>
                    <a:pt x="44" y="94"/>
                  </a:cubicBezTo>
                  <a:cubicBezTo>
                    <a:pt x="46" y="94"/>
                    <a:pt x="48" y="94"/>
                    <a:pt x="51" y="94"/>
                  </a:cubicBezTo>
                  <a:cubicBezTo>
                    <a:pt x="122" y="71"/>
                    <a:pt x="209" y="62"/>
                    <a:pt x="299" y="62"/>
                  </a:cubicBezTo>
                  <a:cubicBezTo>
                    <a:pt x="552" y="62"/>
                    <a:pt x="829" y="130"/>
                    <a:pt x="834" y="130"/>
                  </a:cubicBezTo>
                  <a:lnTo>
                    <a:pt x="841" y="130"/>
                  </a:lnTo>
                  <a:cubicBezTo>
                    <a:pt x="876" y="130"/>
                    <a:pt x="883" y="77"/>
                    <a:pt x="847" y="71"/>
                  </a:cubicBezTo>
                  <a:cubicBezTo>
                    <a:pt x="830" y="66"/>
                    <a:pt x="558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4304;p71">
              <a:extLst>
                <a:ext uri="{FF2B5EF4-FFF2-40B4-BE49-F238E27FC236}">
                  <a16:creationId xmlns:a16="http://schemas.microsoft.com/office/drawing/2014/main" id="{35FC3484-B7E5-3EB8-9DF1-E2547CF21889}"/>
                </a:ext>
              </a:extLst>
            </p:cNvPr>
            <p:cNvSpPr/>
            <p:nvPr/>
          </p:nvSpPr>
          <p:spPr>
            <a:xfrm>
              <a:off x="5881875" y="1911075"/>
              <a:ext cx="5400" cy="24275"/>
            </a:xfrm>
            <a:custGeom>
              <a:avLst/>
              <a:gdLst/>
              <a:ahLst/>
              <a:cxnLst/>
              <a:rect l="l" t="t" r="r" b="b"/>
              <a:pathLst>
                <a:path w="216" h="971" extrusionOk="0">
                  <a:moveTo>
                    <a:pt x="184" y="0"/>
                  </a:moveTo>
                  <a:cubicBezTo>
                    <a:pt x="170" y="0"/>
                    <a:pt x="157" y="9"/>
                    <a:pt x="154" y="24"/>
                  </a:cubicBezTo>
                  <a:cubicBezTo>
                    <a:pt x="147" y="53"/>
                    <a:pt x="1" y="742"/>
                    <a:pt x="115" y="954"/>
                  </a:cubicBezTo>
                  <a:cubicBezTo>
                    <a:pt x="118" y="964"/>
                    <a:pt x="128" y="970"/>
                    <a:pt x="141" y="970"/>
                  </a:cubicBezTo>
                  <a:cubicBezTo>
                    <a:pt x="144" y="970"/>
                    <a:pt x="151" y="970"/>
                    <a:pt x="157" y="967"/>
                  </a:cubicBezTo>
                  <a:cubicBezTo>
                    <a:pt x="170" y="960"/>
                    <a:pt x="177" y="941"/>
                    <a:pt x="170" y="928"/>
                  </a:cubicBezTo>
                  <a:cubicBezTo>
                    <a:pt x="82" y="765"/>
                    <a:pt x="173" y="229"/>
                    <a:pt x="213" y="37"/>
                  </a:cubicBezTo>
                  <a:cubicBezTo>
                    <a:pt x="216" y="20"/>
                    <a:pt x="206" y="4"/>
                    <a:pt x="190" y="1"/>
                  </a:cubicBezTo>
                  <a:cubicBezTo>
                    <a:pt x="188" y="0"/>
                    <a:pt x="186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4305;p71">
              <a:extLst>
                <a:ext uri="{FF2B5EF4-FFF2-40B4-BE49-F238E27FC236}">
                  <a16:creationId xmlns:a16="http://schemas.microsoft.com/office/drawing/2014/main" id="{8AB29658-716A-1814-29FB-ED0E1224690E}"/>
                </a:ext>
              </a:extLst>
            </p:cNvPr>
            <p:cNvSpPr/>
            <p:nvPr/>
          </p:nvSpPr>
          <p:spPr>
            <a:xfrm>
              <a:off x="5866450" y="1912150"/>
              <a:ext cx="8275" cy="19525"/>
            </a:xfrm>
            <a:custGeom>
              <a:avLst/>
              <a:gdLst/>
              <a:ahLst/>
              <a:cxnLst/>
              <a:rect l="l" t="t" r="r" b="b"/>
              <a:pathLst>
                <a:path w="331" h="781" extrusionOk="0">
                  <a:moveTo>
                    <a:pt x="34" y="0"/>
                  </a:moveTo>
                  <a:cubicBezTo>
                    <a:pt x="29" y="0"/>
                    <a:pt x="25" y="1"/>
                    <a:pt x="20" y="4"/>
                  </a:cubicBezTo>
                  <a:cubicBezTo>
                    <a:pt x="4" y="13"/>
                    <a:pt x="1" y="30"/>
                    <a:pt x="10" y="46"/>
                  </a:cubicBezTo>
                  <a:cubicBezTo>
                    <a:pt x="14" y="49"/>
                    <a:pt x="268" y="431"/>
                    <a:pt x="213" y="744"/>
                  </a:cubicBezTo>
                  <a:cubicBezTo>
                    <a:pt x="210" y="761"/>
                    <a:pt x="219" y="777"/>
                    <a:pt x="236" y="780"/>
                  </a:cubicBezTo>
                  <a:lnTo>
                    <a:pt x="242" y="780"/>
                  </a:lnTo>
                  <a:cubicBezTo>
                    <a:pt x="255" y="777"/>
                    <a:pt x="268" y="771"/>
                    <a:pt x="272" y="758"/>
                  </a:cubicBezTo>
                  <a:cubicBezTo>
                    <a:pt x="330" y="421"/>
                    <a:pt x="69" y="30"/>
                    <a:pt x="59" y="13"/>
                  </a:cubicBezTo>
                  <a:cubicBezTo>
                    <a:pt x="53" y="5"/>
                    <a:pt x="43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4306;p71">
              <a:extLst>
                <a:ext uri="{FF2B5EF4-FFF2-40B4-BE49-F238E27FC236}">
                  <a16:creationId xmlns:a16="http://schemas.microsoft.com/office/drawing/2014/main" id="{4343B61A-3DFF-76E2-4E56-27FB07AF1D9A}"/>
                </a:ext>
              </a:extLst>
            </p:cNvPr>
            <p:cNvSpPr/>
            <p:nvPr/>
          </p:nvSpPr>
          <p:spPr>
            <a:xfrm>
              <a:off x="5901875" y="1922300"/>
              <a:ext cx="13000" cy="12475"/>
            </a:xfrm>
            <a:custGeom>
              <a:avLst/>
              <a:gdLst/>
              <a:ahLst/>
              <a:cxnLst/>
              <a:rect l="l" t="t" r="r" b="b"/>
              <a:pathLst>
                <a:path w="520" h="499" extrusionOk="0">
                  <a:moveTo>
                    <a:pt x="485" y="1"/>
                  </a:moveTo>
                  <a:cubicBezTo>
                    <a:pt x="480" y="1"/>
                    <a:pt x="475" y="2"/>
                    <a:pt x="470" y="6"/>
                  </a:cubicBezTo>
                  <a:cubicBezTo>
                    <a:pt x="457" y="12"/>
                    <a:pt x="131" y="211"/>
                    <a:pt x="7" y="456"/>
                  </a:cubicBezTo>
                  <a:cubicBezTo>
                    <a:pt x="0" y="469"/>
                    <a:pt x="7" y="489"/>
                    <a:pt x="23" y="495"/>
                  </a:cubicBezTo>
                  <a:cubicBezTo>
                    <a:pt x="26" y="498"/>
                    <a:pt x="30" y="498"/>
                    <a:pt x="36" y="498"/>
                  </a:cubicBezTo>
                  <a:cubicBezTo>
                    <a:pt x="46" y="498"/>
                    <a:pt x="56" y="492"/>
                    <a:pt x="62" y="482"/>
                  </a:cubicBezTo>
                  <a:cubicBezTo>
                    <a:pt x="173" y="254"/>
                    <a:pt x="496" y="54"/>
                    <a:pt x="500" y="54"/>
                  </a:cubicBezTo>
                  <a:cubicBezTo>
                    <a:pt x="513" y="48"/>
                    <a:pt x="519" y="28"/>
                    <a:pt x="509" y="15"/>
                  </a:cubicBezTo>
                  <a:cubicBezTo>
                    <a:pt x="505" y="7"/>
                    <a:pt x="495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4307;p71">
              <a:extLst>
                <a:ext uri="{FF2B5EF4-FFF2-40B4-BE49-F238E27FC236}">
                  <a16:creationId xmlns:a16="http://schemas.microsoft.com/office/drawing/2014/main" id="{7468CE63-2BA0-F80D-C9F9-DC200E8BCC06}"/>
                </a:ext>
              </a:extLst>
            </p:cNvPr>
            <p:cNvSpPr/>
            <p:nvPr/>
          </p:nvSpPr>
          <p:spPr>
            <a:xfrm>
              <a:off x="5760375" y="1949575"/>
              <a:ext cx="18625" cy="12525"/>
            </a:xfrm>
            <a:custGeom>
              <a:avLst/>
              <a:gdLst/>
              <a:ahLst/>
              <a:cxnLst/>
              <a:rect l="l" t="t" r="r" b="b"/>
              <a:pathLst>
                <a:path w="745" h="501" extrusionOk="0">
                  <a:moveTo>
                    <a:pt x="709" y="1"/>
                  </a:moveTo>
                  <a:cubicBezTo>
                    <a:pt x="705" y="1"/>
                    <a:pt x="700" y="2"/>
                    <a:pt x="696" y="5"/>
                  </a:cubicBezTo>
                  <a:cubicBezTo>
                    <a:pt x="676" y="11"/>
                    <a:pt x="193" y="207"/>
                    <a:pt x="17" y="452"/>
                  </a:cubicBezTo>
                  <a:cubicBezTo>
                    <a:pt x="0" y="471"/>
                    <a:pt x="17" y="501"/>
                    <a:pt x="40" y="501"/>
                  </a:cubicBezTo>
                  <a:cubicBezTo>
                    <a:pt x="53" y="501"/>
                    <a:pt x="62" y="498"/>
                    <a:pt x="69" y="491"/>
                  </a:cubicBezTo>
                  <a:cubicBezTo>
                    <a:pt x="235" y="259"/>
                    <a:pt x="715" y="63"/>
                    <a:pt x="722" y="60"/>
                  </a:cubicBezTo>
                  <a:cubicBezTo>
                    <a:pt x="738" y="54"/>
                    <a:pt x="745" y="37"/>
                    <a:pt x="738" y="21"/>
                  </a:cubicBezTo>
                  <a:cubicBezTo>
                    <a:pt x="733" y="9"/>
                    <a:pt x="722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4308;p71">
              <a:extLst>
                <a:ext uri="{FF2B5EF4-FFF2-40B4-BE49-F238E27FC236}">
                  <a16:creationId xmlns:a16="http://schemas.microsoft.com/office/drawing/2014/main" id="{D6A81448-6EAE-17E9-D13D-476FCDE2E51B}"/>
                </a:ext>
              </a:extLst>
            </p:cNvPr>
            <p:cNvSpPr/>
            <p:nvPr/>
          </p:nvSpPr>
          <p:spPr>
            <a:xfrm>
              <a:off x="5888325" y="1754475"/>
              <a:ext cx="17300" cy="18475"/>
            </a:xfrm>
            <a:custGeom>
              <a:avLst/>
              <a:gdLst/>
              <a:ahLst/>
              <a:cxnLst/>
              <a:rect l="l" t="t" r="r" b="b"/>
              <a:pathLst>
                <a:path w="692" h="739" extrusionOk="0">
                  <a:moveTo>
                    <a:pt x="646" y="1"/>
                  </a:moveTo>
                  <a:cubicBezTo>
                    <a:pt x="640" y="1"/>
                    <a:pt x="633" y="3"/>
                    <a:pt x="627" y="8"/>
                  </a:cubicBezTo>
                  <a:cubicBezTo>
                    <a:pt x="601" y="24"/>
                    <a:pt x="0" y="435"/>
                    <a:pt x="0" y="709"/>
                  </a:cubicBezTo>
                  <a:cubicBezTo>
                    <a:pt x="0" y="726"/>
                    <a:pt x="13" y="739"/>
                    <a:pt x="33" y="739"/>
                  </a:cubicBezTo>
                  <a:cubicBezTo>
                    <a:pt x="49" y="739"/>
                    <a:pt x="62" y="726"/>
                    <a:pt x="62" y="709"/>
                  </a:cubicBezTo>
                  <a:cubicBezTo>
                    <a:pt x="62" y="507"/>
                    <a:pt x="493" y="171"/>
                    <a:pt x="660" y="57"/>
                  </a:cubicBezTo>
                  <a:cubicBezTo>
                    <a:pt x="691" y="38"/>
                    <a:pt x="672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4309;p71">
              <a:extLst>
                <a:ext uri="{FF2B5EF4-FFF2-40B4-BE49-F238E27FC236}">
                  <a16:creationId xmlns:a16="http://schemas.microsoft.com/office/drawing/2014/main" id="{C64BFDB9-534B-A223-FB63-9399E3417679}"/>
                </a:ext>
              </a:extLst>
            </p:cNvPr>
            <p:cNvSpPr/>
            <p:nvPr/>
          </p:nvSpPr>
          <p:spPr>
            <a:xfrm>
              <a:off x="5861650" y="1741100"/>
              <a:ext cx="11775" cy="19625"/>
            </a:xfrm>
            <a:custGeom>
              <a:avLst/>
              <a:gdLst/>
              <a:ahLst/>
              <a:cxnLst/>
              <a:rect l="l" t="t" r="r" b="b"/>
              <a:pathLst>
                <a:path w="471" h="785" extrusionOk="0">
                  <a:moveTo>
                    <a:pt x="45" y="1"/>
                  </a:moveTo>
                  <a:cubicBezTo>
                    <a:pt x="22" y="1"/>
                    <a:pt x="0" y="31"/>
                    <a:pt x="23" y="53"/>
                  </a:cubicBezTo>
                  <a:cubicBezTo>
                    <a:pt x="26" y="60"/>
                    <a:pt x="402" y="442"/>
                    <a:pt x="320" y="748"/>
                  </a:cubicBezTo>
                  <a:cubicBezTo>
                    <a:pt x="317" y="765"/>
                    <a:pt x="326" y="781"/>
                    <a:pt x="343" y="784"/>
                  </a:cubicBezTo>
                  <a:lnTo>
                    <a:pt x="349" y="784"/>
                  </a:lnTo>
                  <a:cubicBezTo>
                    <a:pt x="366" y="784"/>
                    <a:pt x="379" y="774"/>
                    <a:pt x="382" y="761"/>
                  </a:cubicBezTo>
                  <a:cubicBezTo>
                    <a:pt x="470" y="419"/>
                    <a:pt x="82" y="27"/>
                    <a:pt x="65" y="11"/>
                  </a:cubicBezTo>
                  <a:cubicBezTo>
                    <a:pt x="59" y="4"/>
                    <a:pt x="52" y="1"/>
                    <a:pt x="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63" name="Google Shape;4345;p71">
            <a:extLst>
              <a:ext uri="{FF2B5EF4-FFF2-40B4-BE49-F238E27FC236}">
                <a16:creationId xmlns:a16="http://schemas.microsoft.com/office/drawing/2014/main" id="{860283AC-30E0-7D12-E998-DCD060455B54}"/>
              </a:ext>
            </a:extLst>
          </p:cNvPr>
          <p:cNvSpPr/>
          <p:nvPr/>
        </p:nvSpPr>
        <p:spPr>
          <a:xfrm flipH="1">
            <a:off x="14848613" y="1568085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8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8" name="Google Shape;4128;p71"/>
          <p:cNvGrpSpPr/>
          <p:nvPr/>
        </p:nvGrpSpPr>
        <p:grpSpPr>
          <a:xfrm>
            <a:off x="1257683" y="219525"/>
            <a:ext cx="1298255" cy="969292"/>
            <a:chOff x="3333225" y="4153150"/>
            <a:chExt cx="601350" cy="448975"/>
          </a:xfrm>
        </p:grpSpPr>
        <p:sp>
          <p:nvSpPr>
            <p:cNvPr id="4129" name="Google Shape;4129;p71"/>
            <p:cNvSpPr/>
            <p:nvPr/>
          </p:nvSpPr>
          <p:spPr>
            <a:xfrm>
              <a:off x="3333975" y="4153950"/>
              <a:ext cx="599775" cy="447450"/>
            </a:xfrm>
            <a:custGeom>
              <a:avLst/>
              <a:gdLst/>
              <a:ahLst/>
              <a:cxnLst/>
              <a:rect l="l" t="t" r="r" b="b"/>
              <a:pathLst>
                <a:path w="23991" h="17898" extrusionOk="0">
                  <a:moveTo>
                    <a:pt x="0" y="1"/>
                  </a:moveTo>
                  <a:lnTo>
                    <a:pt x="0" y="17897"/>
                  </a:lnTo>
                  <a:lnTo>
                    <a:pt x="23991" y="17897"/>
                  </a:lnTo>
                  <a:lnTo>
                    <a:pt x="2399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71"/>
            <p:cNvSpPr/>
            <p:nvPr/>
          </p:nvSpPr>
          <p:spPr>
            <a:xfrm>
              <a:off x="3333225" y="4153150"/>
              <a:ext cx="601350" cy="448975"/>
            </a:xfrm>
            <a:custGeom>
              <a:avLst/>
              <a:gdLst/>
              <a:ahLst/>
              <a:cxnLst/>
              <a:rect l="l" t="t" r="r" b="b"/>
              <a:pathLst>
                <a:path w="24054" h="17959" extrusionOk="0">
                  <a:moveTo>
                    <a:pt x="23992" y="62"/>
                  </a:moveTo>
                  <a:lnTo>
                    <a:pt x="23992" y="17897"/>
                  </a:lnTo>
                  <a:lnTo>
                    <a:pt x="60" y="17897"/>
                  </a:lnTo>
                  <a:lnTo>
                    <a:pt x="60" y="62"/>
                  </a:lnTo>
                  <a:close/>
                  <a:moveTo>
                    <a:pt x="30" y="0"/>
                  </a:moveTo>
                  <a:cubicBezTo>
                    <a:pt x="14" y="0"/>
                    <a:pt x="1" y="17"/>
                    <a:pt x="1" y="33"/>
                  </a:cubicBezTo>
                  <a:lnTo>
                    <a:pt x="1" y="17929"/>
                  </a:lnTo>
                  <a:cubicBezTo>
                    <a:pt x="1" y="17946"/>
                    <a:pt x="14" y="17959"/>
                    <a:pt x="30" y="17959"/>
                  </a:cubicBezTo>
                  <a:lnTo>
                    <a:pt x="24021" y="17959"/>
                  </a:lnTo>
                  <a:cubicBezTo>
                    <a:pt x="24041" y="17959"/>
                    <a:pt x="24054" y="17946"/>
                    <a:pt x="24054" y="17929"/>
                  </a:cubicBezTo>
                  <a:lnTo>
                    <a:pt x="24054" y="33"/>
                  </a:lnTo>
                  <a:cubicBezTo>
                    <a:pt x="24054" y="17"/>
                    <a:pt x="24041" y="0"/>
                    <a:pt x="24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71"/>
            <p:cNvSpPr/>
            <p:nvPr/>
          </p:nvSpPr>
          <p:spPr>
            <a:xfrm>
              <a:off x="3356975" y="4180225"/>
              <a:ext cx="23775" cy="20350"/>
            </a:xfrm>
            <a:custGeom>
              <a:avLst/>
              <a:gdLst/>
              <a:ahLst/>
              <a:cxnLst/>
              <a:rect l="l" t="t" r="r" b="b"/>
              <a:pathLst>
                <a:path w="951" h="814" extrusionOk="0">
                  <a:moveTo>
                    <a:pt x="543" y="1"/>
                  </a:moveTo>
                  <a:cubicBezTo>
                    <a:pt x="183" y="1"/>
                    <a:pt x="1" y="438"/>
                    <a:pt x="255" y="693"/>
                  </a:cubicBezTo>
                  <a:cubicBezTo>
                    <a:pt x="339" y="776"/>
                    <a:pt x="441" y="814"/>
                    <a:pt x="541" y="814"/>
                  </a:cubicBezTo>
                  <a:cubicBezTo>
                    <a:pt x="749" y="814"/>
                    <a:pt x="948" y="652"/>
                    <a:pt x="951" y="409"/>
                  </a:cubicBezTo>
                  <a:cubicBezTo>
                    <a:pt x="951" y="184"/>
                    <a:pt x="768" y="1"/>
                    <a:pt x="5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71"/>
            <p:cNvSpPr/>
            <p:nvPr/>
          </p:nvSpPr>
          <p:spPr>
            <a:xfrm>
              <a:off x="3887225" y="4180225"/>
              <a:ext cx="23775" cy="20350"/>
            </a:xfrm>
            <a:custGeom>
              <a:avLst/>
              <a:gdLst/>
              <a:ahLst/>
              <a:cxnLst/>
              <a:rect l="l" t="t" r="r" b="b"/>
              <a:pathLst>
                <a:path w="951" h="814" extrusionOk="0">
                  <a:moveTo>
                    <a:pt x="542" y="1"/>
                  </a:moveTo>
                  <a:cubicBezTo>
                    <a:pt x="183" y="1"/>
                    <a:pt x="0" y="438"/>
                    <a:pt x="258" y="693"/>
                  </a:cubicBezTo>
                  <a:cubicBezTo>
                    <a:pt x="341" y="776"/>
                    <a:pt x="443" y="814"/>
                    <a:pt x="542" y="814"/>
                  </a:cubicBezTo>
                  <a:cubicBezTo>
                    <a:pt x="750" y="814"/>
                    <a:pt x="950" y="652"/>
                    <a:pt x="950" y="409"/>
                  </a:cubicBezTo>
                  <a:cubicBezTo>
                    <a:pt x="950" y="184"/>
                    <a:pt x="767" y="1"/>
                    <a:pt x="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71"/>
            <p:cNvSpPr/>
            <p:nvPr/>
          </p:nvSpPr>
          <p:spPr>
            <a:xfrm>
              <a:off x="3381450" y="4234000"/>
              <a:ext cx="511175" cy="340550"/>
            </a:xfrm>
            <a:custGeom>
              <a:avLst/>
              <a:gdLst/>
              <a:ahLst/>
              <a:cxnLst/>
              <a:rect l="l" t="t" r="r" b="b"/>
              <a:pathLst>
                <a:path w="20447" h="13622" extrusionOk="0">
                  <a:moveTo>
                    <a:pt x="11947" y="1"/>
                  </a:moveTo>
                  <a:lnTo>
                    <a:pt x="9506" y="2233"/>
                  </a:lnTo>
                  <a:lnTo>
                    <a:pt x="8700" y="4019"/>
                  </a:lnTo>
                  <a:lnTo>
                    <a:pt x="8700" y="5328"/>
                  </a:lnTo>
                  <a:lnTo>
                    <a:pt x="6656" y="5328"/>
                  </a:lnTo>
                  <a:lnTo>
                    <a:pt x="6294" y="5759"/>
                  </a:lnTo>
                  <a:lnTo>
                    <a:pt x="6294" y="11089"/>
                  </a:lnTo>
                  <a:lnTo>
                    <a:pt x="4531" y="11089"/>
                  </a:lnTo>
                  <a:lnTo>
                    <a:pt x="4531" y="4153"/>
                  </a:lnTo>
                  <a:lnTo>
                    <a:pt x="3040" y="4153"/>
                  </a:lnTo>
                  <a:lnTo>
                    <a:pt x="3040" y="4149"/>
                  </a:lnTo>
                  <a:lnTo>
                    <a:pt x="2677" y="4580"/>
                  </a:lnTo>
                  <a:lnTo>
                    <a:pt x="2677" y="11089"/>
                  </a:lnTo>
                  <a:lnTo>
                    <a:pt x="2459" y="11089"/>
                  </a:lnTo>
                  <a:lnTo>
                    <a:pt x="2459" y="2188"/>
                  </a:lnTo>
                  <a:lnTo>
                    <a:pt x="17" y="2188"/>
                  </a:lnTo>
                  <a:lnTo>
                    <a:pt x="17" y="11089"/>
                  </a:lnTo>
                  <a:lnTo>
                    <a:pt x="1" y="11089"/>
                  </a:lnTo>
                  <a:lnTo>
                    <a:pt x="1" y="13622"/>
                  </a:lnTo>
                  <a:lnTo>
                    <a:pt x="20447" y="13622"/>
                  </a:lnTo>
                  <a:lnTo>
                    <a:pt x="20447" y="11089"/>
                  </a:lnTo>
                  <a:lnTo>
                    <a:pt x="20447" y="5328"/>
                  </a:lnTo>
                  <a:lnTo>
                    <a:pt x="18009" y="5328"/>
                  </a:lnTo>
                  <a:lnTo>
                    <a:pt x="17646" y="5759"/>
                  </a:lnTo>
                  <a:lnTo>
                    <a:pt x="17646" y="11089"/>
                  </a:lnTo>
                  <a:lnTo>
                    <a:pt x="17075" y="11089"/>
                  </a:lnTo>
                  <a:lnTo>
                    <a:pt x="17075" y="2703"/>
                  </a:lnTo>
                  <a:lnTo>
                    <a:pt x="15587" y="2703"/>
                  </a:lnTo>
                  <a:lnTo>
                    <a:pt x="15371" y="3337"/>
                  </a:lnTo>
                  <a:lnTo>
                    <a:pt x="15371" y="11089"/>
                  </a:lnTo>
                  <a:lnTo>
                    <a:pt x="15029" y="11089"/>
                  </a:lnTo>
                  <a:lnTo>
                    <a:pt x="15029" y="2703"/>
                  </a:lnTo>
                  <a:lnTo>
                    <a:pt x="13537" y="2703"/>
                  </a:lnTo>
                  <a:lnTo>
                    <a:pt x="13325" y="3337"/>
                  </a:lnTo>
                  <a:lnTo>
                    <a:pt x="13325" y="11089"/>
                  </a:lnTo>
                  <a:lnTo>
                    <a:pt x="11947" y="11089"/>
                  </a:lnTo>
                  <a:lnTo>
                    <a:pt x="119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4" name="Google Shape;4134;p71"/>
          <p:cNvSpPr/>
          <p:nvPr/>
        </p:nvSpPr>
        <p:spPr>
          <a:xfrm>
            <a:off x="749230" y="525168"/>
            <a:ext cx="4006525" cy="3556875"/>
          </a:xfrm>
          <a:custGeom>
            <a:avLst/>
            <a:gdLst/>
            <a:ahLst/>
            <a:cxnLst/>
            <a:rect l="l" t="t" r="r" b="b"/>
            <a:pathLst>
              <a:path w="160261" h="142275" extrusionOk="0">
                <a:moveTo>
                  <a:pt x="160261" y="0"/>
                </a:moveTo>
                <a:lnTo>
                  <a:pt x="160036" y="70604"/>
                </a:lnTo>
                <a:lnTo>
                  <a:pt x="95762" y="142275"/>
                </a:lnTo>
                <a:lnTo>
                  <a:pt x="0" y="88386"/>
                </a:lnTo>
                <a:lnTo>
                  <a:pt x="242" y="73358"/>
                </a:lnTo>
                <a:close/>
              </a:path>
            </a:pathLst>
          </a:cu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4136" name="Google Shape;4136;p71"/>
          <p:cNvSpPr txBox="1">
            <a:spLocks noGrp="1"/>
          </p:cNvSpPr>
          <p:nvPr>
            <p:ph type="title"/>
          </p:nvPr>
        </p:nvSpPr>
        <p:spPr>
          <a:xfrm>
            <a:off x="5790946" y="321288"/>
            <a:ext cx="3996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INTRODUCTION</a:t>
            </a:r>
            <a:endParaRPr sz="3200" dirty="0"/>
          </a:p>
        </p:txBody>
      </p:sp>
      <p:grpSp>
        <p:nvGrpSpPr>
          <p:cNvPr id="4138" name="Google Shape;4138;p71"/>
          <p:cNvGrpSpPr/>
          <p:nvPr/>
        </p:nvGrpSpPr>
        <p:grpSpPr>
          <a:xfrm>
            <a:off x="-523584" y="2354992"/>
            <a:ext cx="5095584" cy="2430159"/>
            <a:chOff x="4456650" y="1382075"/>
            <a:chExt cx="2697075" cy="1286275"/>
          </a:xfrm>
        </p:grpSpPr>
        <p:sp>
          <p:nvSpPr>
            <p:cNvPr id="4139" name="Google Shape;4139;p71"/>
            <p:cNvSpPr/>
            <p:nvPr/>
          </p:nvSpPr>
          <p:spPr>
            <a:xfrm>
              <a:off x="4456650" y="2265150"/>
              <a:ext cx="2615325" cy="398475"/>
            </a:xfrm>
            <a:custGeom>
              <a:avLst/>
              <a:gdLst/>
              <a:ahLst/>
              <a:cxnLst/>
              <a:rect l="l" t="t" r="r" b="b"/>
              <a:pathLst>
                <a:path w="104613" h="15939" extrusionOk="0">
                  <a:moveTo>
                    <a:pt x="18203" y="0"/>
                  </a:moveTo>
                  <a:lnTo>
                    <a:pt x="6619" y="2370"/>
                  </a:lnTo>
                  <a:cubicBezTo>
                    <a:pt x="5836" y="2491"/>
                    <a:pt x="5141" y="2938"/>
                    <a:pt x="4707" y="3601"/>
                  </a:cubicBezTo>
                  <a:lnTo>
                    <a:pt x="764" y="9616"/>
                  </a:lnTo>
                  <a:cubicBezTo>
                    <a:pt x="1" y="10780"/>
                    <a:pt x="837" y="12329"/>
                    <a:pt x="2228" y="12329"/>
                  </a:cubicBezTo>
                  <a:cubicBezTo>
                    <a:pt x="2230" y="12329"/>
                    <a:pt x="2231" y="12329"/>
                    <a:pt x="2232" y="12329"/>
                  </a:cubicBezTo>
                  <a:lnTo>
                    <a:pt x="81219" y="12175"/>
                  </a:lnTo>
                  <a:lnTo>
                    <a:pt x="81219" y="12175"/>
                  </a:lnTo>
                  <a:cubicBezTo>
                    <a:pt x="81101" y="12319"/>
                    <a:pt x="82433" y="13037"/>
                    <a:pt x="83190" y="13416"/>
                  </a:cubicBezTo>
                  <a:cubicBezTo>
                    <a:pt x="82701" y="13566"/>
                    <a:pt x="82316" y="13765"/>
                    <a:pt x="82619" y="14016"/>
                  </a:cubicBezTo>
                  <a:cubicBezTo>
                    <a:pt x="82704" y="14086"/>
                    <a:pt x="82843" y="14114"/>
                    <a:pt x="83014" y="14114"/>
                  </a:cubicBezTo>
                  <a:cubicBezTo>
                    <a:pt x="83278" y="14114"/>
                    <a:pt x="83619" y="14046"/>
                    <a:pt x="83957" y="13957"/>
                  </a:cubicBezTo>
                  <a:cubicBezTo>
                    <a:pt x="84431" y="14529"/>
                    <a:pt x="86751" y="15172"/>
                    <a:pt x="91093" y="15403"/>
                  </a:cubicBezTo>
                  <a:cubicBezTo>
                    <a:pt x="95743" y="15649"/>
                    <a:pt x="99575" y="15939"/>
                    <a:pt x="101914" y="15939"/>
                  </a:cubicBezTo>
                  <a:cubicBezTo>
                    <a:pt x="103457" y="15939"/>
                    <a:pt x="104351" y="15813"/>
                    <a:pt x="104403" y="15465"/>
                  </a:cubicBezTo>
                  <a:cubicBezTo>
                    <a:pt x="104599" y="14173"/>
                    <a:pt x="101870" y="11901"/>
                    <a:pt x="97758" y="10808"/>
                  </a:cubicBezTo>
                  <a:lnTo>
                    <a:pt x="104612" y="10808"/>
                  </a:lnTo>
                  <a:lnTo>
                    <a:pt x="98450" y="245"/>
                  </a:lnTo>
                  <a:lnTo>
                    <a:pt x="18203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71"/>
            <p:cNvSpPr/>
            <p:nvPr/>
          </p:nvSpPr>
          <p:spPr>
            <a:xfrm>
              <a:off x="6827875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0" y="1"/>
                  </a:moveTo>
                  <a:lnTo>
                    <a:pt x="2488" y="6937"/>
                  </a:lnTo>
                  <a:lnTo>
                    <a:pt x="2723" y="7283"/>
                  </a:lnTo>
                  <a:lnTo>
                    <a:pt x="4113" y="7283"/>
                  </a:lnTo>
                  <a:lnTo>
                    <a:pt x="28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71"/>
            <p:cNvSpPr/>
            <p:nvPr/>
          </p:nvSpPr>
          <p:spPr>
            <a:xfrm>
              <a:off x="6826900" y="2308875"/>
              <a:ext cx="104625" cy="183650"/>
            </a:xfrm>
            <a:custGeom>
              <a:avLst/>
              <a:gdLst/>
              <a:ahLst/>
              <a:cxnLst/>
              <a:rect l="l" t="t" r="r" b="b"/>
              <a:pathLst>
                <a:path w="4185" h="7346" extrusionOk="0">
                  <a:moveTo>
                    <a:pt x="2863" y="63"/>
                  </a:moveTo>
                  <a:lnTo>
                    <a:pt x="4116" y="7283"/>
                  </a:lnTo>
                  <a:lnTo>
                    <a:pt x="2775" y="7283"/>
                  </a:lnTo>
                  <a:lnTo>
                    <a:pt x="2553" y="6953"/>
                  </a:lnTo>
                  <a:lnTo>
                    <a:pt x="82" y="63"/>
                  </a:lnTo>
                  <a:close/>
                  <a:moveTo>
                    <a:pt x="36" y="1"/>
                  </a:moveTo>
                  <a:cubicBezTo>
                    <a:pt x="17" y="1"/>
                    <a:pt x="0" y="24"/>
                    <a:pt x="10" y="43"/>
                  </a:cubicBezTo>
                  <a:lnTo>
                    <a:pt x="2497" y="6979"/>
                  </a:lnTo>
                  <a:cubicBezTo>
                    <a:pt x="2497" y="6979"/>
                    <a:pt x="2501" y="6983"/>
                    <a:pt x="2501" y="6986"/>
                  </a:cubicBezTo>
                  <a:lnTo>
                    <a:pt x="2736" y="7332"/>
                  </a:lnTo>
                  <a:cubicBezTo>
                    <a:pt x="2739" y="7338"/>
                    <a:pt x="2749" y="7345"/>
                    <a:pt x="2762" y="7345"/>
                  </a:cubicBezTo>
                  <a:lnTo>
                    <a:pt x="4152" y="7345"/>
                  </a:lnTo>
                  <a:cubicBezTo>
                    <a:pt x="4162" y="7345"/>
                    <a:pt x="4168" y="7338"/>
                    <a:pt x="4175" y="7332"/>
                  </a:cubicBezTo>
                  <a:cubicBezTo>
                    <a:pt x="4182" y="7325"/>
                    <a:pt x="4185" y="7316"/>
                    <a:pt x="4182" y="7309"/>
                  </a:cubicBezTo>
                  <a:lnTo>
                    <a:pt x="2918" y="27"/>
                  </a:lnTo>
                  <a:cubicBezTo>
                    <a:pt x="2915" y="14"/>
                    <a:pt x="2902" y="1"/>
                    <a:pt x="2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1"/>
            <p:cNvSpPr/>
            <p:nvPr/>
          </p:nvSpPr>
          <p:spPr>
            <a:xfrm>
              <a:off x="6827875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0" y="1"/>
                  </a:moveTo>
                  <a:lnTo>
                    <a:pt x="2488" y="6937"/>
                  </a:lnTo>
                  <a:lnTo>
                    <a:pt x="2723" y="7283"/>
                  </a:lnTo>
                  <a:lnTo>
                    <a:pt x="4113" y="7283"/>
                  </a:lnTo>
                  <a:lnTo>
                    <a:pt x="28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1"/>
            <p:cNvSpPr/>
            <p:nvPr/>
          </p:nvSpPr>
          <p:spPr>
            <a:xfrm>
              <a:off x="6873325" y="2365100"/>
              <a:ext cx="27525" cy="125450"/>
            </a:xfrm>
            <a:custGeom>
              <a:avLst/>
              <a:gdLst/>
              <a:ahLst/>
              <a:cxnLst/>
              <a:rect l="l" t="t" r="r" b="b"/>
              <a:pathLst>
                <a:path w="1101" h="5018" extrusionOk="0">
                  <a:moveTo>
                    <a:pt x="63" y="1"/>
                  </a:moveTo>
                  <a:lnTo>
                    <a:pt x="1" y="14"/>
                  </a:lnTo>
                  <a:lnTo>
                    <a:pt x="1042" y="5018"/>
                  </a:lnTo>
                  <a:lnTo>
                    <a:pt x="1101" y="5005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1"/>
            <p:cNvSpPr/>
            <p:nvPr/>
          </p:nvSpPr>
          <p:spPr>
            <a:xfrm>
              <a:off x="5095000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1264" y="1"/>
                  </a:moveTo>
                  <a:lnTo>
                    <a:pt x="0" y="7283"/>
                  </a:lnTo>
                  <a:lnTo>
                    <a:pt x="1391" y="7283"/>
                  </a:lnTo>
                  <a:lnTo>
                    <a:pt x="1626" y="6937"/>
                  </a:lnTo>
                  <a:lnTo>
                    <a:pt x="41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1"/>
            <p:cNvSpPr/>
            <p:nvPr/>
          </p:nvSpPr>
          <p:spPr>
            <a:xfrm>
              <a:off x="5094175" y="2308975"/>
              <a:ext cx="104550" cy="183550"/>
            </a:xfrm>
            <a:custGeom>
              <a:avLst/>
              <a:gdLst/>
              <a:ahLst/>
              <a:cxnLst/>
              <a:rect l="l" t="t" r="r" b="b"/>
              <a:pathLst>
                <a:path w="4182" h="7342" extrusionOk="0">
                  <a:moveTo>
                    <a:pt x="4104" y="59"/>
                  </a:moveTo>
                  <a:lnTo>
                    <a:pt x="1633" y="6949"/>
                  </a:lnTo>
                  <a:lnTo>
                    <a:pt x="1408" y="7279"/>
                  </a:lnTo>
                  <a:lnTo>
                    <a:pt x="69" y="7279"/>
                  </a:lnTo>
                  <a:lnTo>
                    <a:pt x="1323" y="59"/>
                  </a:lnTo>
                  <a:close/>
                  <a:moveTo>
                    <a:pt x="1297" y="0"/>
                  </a:moveTo>
                  <a:cubicBezTo>
                    <a:pt x="1284" y="0"/>
                    <a:pt x="1270" y="10"/>
                    <a:pt x="1267" y="23"/>
                  </a:cubicBezTo>
                  <a:lnTo>
                    <a:pt x="4" y="7305"/>
                  </a:lnTo>
                  <a:cubicBezTo>
                    <a:pt x="1" y="7315"/>
                    <a:pt x="4" y="7321"/>
                    <a:pt x="11" y="7331"/>
                  </a:cubicBezTo>
                  <a:cubicBezTo>
                    <a:pt x="14" y="7338"/>
                    <a:pt x="24" y="7341"/>
                    <a:pt x="33" y="7341"/>
                  </a:cubicBezTo>
                  <a:lnTo>
                    <a:pt x="1424" y="7341"/>
                  </a:lnTo>
                  <a:cubicBezTo>
                    <a:pt x="1434" y="7341"/>
                    <a:pt x="1443" y="7338"/>
                    <a:pt x="1450" y="7328"/>
                  </a:cubicBezTo>
                  <a:lnTo>
                    <a:pt x="1685" y="6982"/>
                  </a:lnTo>
                  <a:cubicBezTo>
                    <a:pt x="1685" y="6982"/>
                    <a:pt x="1685" y="6979"/>
                    <a:pt x="1688" y="6975"/>
                  </a:cubicBezTo>
                  <a:lnTo>
                    <a:pt x="4175" y="39"/>
                  </a:lnTo>
                  <a:cubicBezTo>
                    <a:pt x="4182" y="20"/>
                    <a:pt x="4169" y="0"/>
                    <a:pt x="4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1"/>
            <p:cNvSpPr/>
            <p:nvPr/>
          </p:nvSpPr>
          <p:spPr>
            <a:xfrm>
              <a:off x="5095000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1264" y="1"/>
                  </a:moveTo>
                  <a:lnTo>
                    <a:pt x="0" y="7283"/>
                  </a:lnTo>
                  <a:lnTo>
                    <a:pt x="1391" y="7283"/>
                  </a:lnTo>
                  <a:lnTo>
                    <a:pt x="1626" y="6937"/>
                  </a:lnTo>
                  <a:lnTo>
                    <a:pt x="41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1"/>
            <p:cNvSpPr/>
            <p:nvPr/>
          </p:nvSpPr>
          <p:spPr>
            <a:xfrm>
              <a:off x="4977725" y="2254125"/>
              <a:ext cx="2070100" cy="111175"/>
            </a:xfrm>
            <a:custGeom>
              <a:avLst/>
              <a:gdLst/>
              <a:ahLst/>
              <a:cxnLst/>
              <a:rect l="l" t="t" r="r" b="b"/>
              <a:pathLst>
                <a:path w="82804" h="4447" extrusionOk="0">
                  <a:moveTo>
                    <a:pt x="1" y="1"/>
                  </a:moveTo>
                  <a:lnTo>
                    <a:pt x="1" y="4446"/>
                  </a:lnTo>
                  <a:lnTo>
                    <a:pt x="82803" y="4446"/>
                  </a:lnTo>
                  <a:lnTo>
                    <a:pt x="828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1"/>
            <p:cNvSpPr/>
            <p:nvPr/>
          </p:nvSpPr>
          <p:spPr>
            <a:xfrm>
              <a:off x="4977000" y="2253400"/>
              <a:ext cx="2071625" cy="112625"/>
            </a:xfrm>
            <a:custGeom>
              <a:avLst/>
              <a:gdLst/>
              <a:ahLst/>
              <a:cxnLst/>
              <a:rect l="l" t="t" r="r" b="b"/>
              <a:pathLst>
                <a:path w="82865" h="4505" extrusionOk="0">
                  <a:moveTo>
                    <a:pt x="82803" y="59"/>
                  </a:moveTo>
                  <a:lnTo>
                    <a:pt x="82803" y="4446"/>
                  </a:lnTo>
                  <a:lnTo>
                    <a:pt x="59" y="4446"/>
                  </a:lnTo>
                  <a:lnTo>
                    <a:pt x="59" y="59"/>
                  </a:lnTo>
                  <a:close/>
                  <a:moveTo>
                    <a:pt x="30" y="0"/>
                  </a:moveTo>
                  <a:cubicBezTo>
                    <a:pt x="14" y="0"/>
                    <a:pt x="1" y="13"/>
                    <a:pt x="1" y="30"/>
                  </a:cubicBezTo>
                  <a:lnTo>
                    <a:pt x="1" y="4475"/>
                  </a:lnTo>
                  <a:cubicBezTo>
                    <a:pt x="1" y="4492"/>
                    <a:pt x="14" y="4505"/>
                    <a:pt x="30" y="4505"/>
                  </a:cubicBezTo>
                  <a:lnTo>
                    <a:pt x="82832" y="4505"/>
                  </a:lnTo>
                  <a:cubicBezTo>
                    <a:pt x="82848" y="4505"/>
                    <a:pt x="82861" y="4492"/>
                    <a:pt x="82865" y="4479"/>
                  </a:cubicBezTo>
                  <a:lnTo>
                    <a:pt x="82865" y="30"/>
                  </a:lnTo>
                  <a:cubicBezTo>
                    <a:pt x="82865" y="13"/>
                    <a:pt x="82848" y="0"/>
                    <a:pt x="82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1"/>
            <p:cNvSpPr/>
            <p:nvPr/>
          </p:nvSpPr>
          <p:spPr>
            <a:xfrm>
              <a:off x="4953750" y="2365275"/>
              <a:ext cx="95325" cy="182075"/>
            </a:xfrm>
            <a:custGeom>
              <a:avLst/>
              <a:gdLst/>
              <a:ahLst/>
              <a:cxnLst/>
              <a:rect l="l" t="t" r="r" b="b"/>
              <a:pathLst>
                <a:path w="3813" h="7283" extrusionOk="0">
                  <a:moveTo>
                    <a:pt x="960" y="0"/>
                  </a:moveTo>
                  <a:lnTo>
                    <a:pt x="0" y="7273"/>
                  </a:lnTo>
                  <a:lnTo>
                    <a:pt x="1420" y="7282"/>
                  </a:lnTo>
                  <a:lnTo>
                    <a:pt x="1972" y="6728"/>
                  </a:lnTo>
                  <a:lnTo>
                    <a:pt x="38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1"/>
            <p:cNvSpPr/>
            <p:nvPr/>
          </p:nvSpPr>
          <p:spPr>
            <a:xfrm>
              <a:off x="4952925" y="2364550"/>
              <a:ext cx="96900" cy="183525"/>
            </a:xfrm>
            <a:custGeom>
              <a:avLst/>
              <a:gdLst/>
              <a:ahLst/>
              <a:cxnLst/>
              <a:rect l="l" t="t" r="r" b="b"/>
              <a:pathLst>
                <a:path w="3876" h="7341" extrusionOk="0">
                  <a:moveTo>
                    <a:pt x="3803" y="59"/>
                  </a:moveTo>
                  <a:lnTo>
                    <a:pt x="1979" y="6740"/>
                  </a:lnTo>
                  <a:lnTo>
                    <a:pt x="1440" y="7279"/>
                  </a:lnTo>
                  <a:lnTo>
                    <a:pt x="66" y="7272"/>
                  </a:lnTo>
                  <a:lnTo>
                    <a:pt x="1019" y="59"/>
                  </a:lnTo>
                  <a:close/>
                  <a:moveTo>
                    <a:pt x="993" y="0"/>
                  </a:moveTo>
                  <a:cubicBezTo>
                    <a:pt x="980" y="0"/>
                    <a:pt x="967" y="10"/>
                    <a:pt x="964" y="26"/>
                  </a:cubicBezTo>
                  <a:lnTo>
                    <a:pt x="1" y="7298"/>
                  </a:lnTo>
                  <a:cubicBezTo>
                    <a:pt x="1" y="7308"/>
                    <a:pt x="4" y="7318"/>
                    <a:pt x="11" y="7324"/>
                  </a:cubicBezTo>
                  <a:cubicBezTo>
                    <a:pt x="17" y="7331"/>
                    <a:pt x="24" y="7334"/>
                    <a:pt x="33" y="7334"/>
                  </a:cubicBezTo>
                  <a:lnTo>
                    <a:pt x="1453" y="7341"/>
                  </a:lnTo>
                  <a:cubicBezTo>
                    <a:pt x="1463" y="7341"/>
                    <a:pt x="1470" y="7338"/>
                    <a:pt x="1476" y="7331"/>
                  </a:cubicBezTo>
                  <a:lnTo>
                    <a:pt x="2028" y="6779"/>
                  </a:lnTo>
                  <a:cubicBezTo>
                    <a:pt x="2031" y="6776"/>
                    <a:pt x="2034" y="6770"/>
                    <a:pt x="2037" y="6766"/>
                  </a:cubicBezTo>
                  <a:lnTo>
                    <a:pt x="3875" y="39"/>
                  </a:lnTo>
                  <a:cubicBezTo>
                    <a:pt x="3875" y="29"/>
                    <a:pt x="3875" y="20"/>
                    <a:pt x="3869" y="10"/>
                  </a:cubicBezTo>
                  <a:cubicBezTo>
                    <a:pt x="3862" y="3"/>
                    <a:pt x="3856" y="0"/>
                    <a:pt x="3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1"/>
            <p:cNvSpPr/>
            <p:nvPr/>
          </p:nvSpPr>
          <p:spPr>
            <a:xfrm>
              <a:off x="5078275" y="1389325"/>
              <a:ext cx="1869000" cy="645175"/>
            </a:xfrm>
            <a:custGeom>
              <a:avLst/>
              <a:gdLst/>
              <a:ahLst/>
              <a:cxnLst/>
              <a:rect l="l" t="t" r="r" b="b"/>
              <a:pathLst>
                <a:path w="74760" h="25807" extrusionOk="0">
                  <a:moveTo>
                    <a:pt x="3601" y="1"/>
                  </a:moveTo>
                  <a:cubicBezTo>
                    <a:pt x="1613" y="1"/>
                    <a:pt x="0" y="1483"/>
                    <a:pt x="0" y="3310"/>
                  </a:cubicBezTo>
                  <a:lnTo>
                    <a:pt x="0" y="25806"/>
                  </a:lnTo>
                  <a:lnTo>
                    <a:pt x="74760" y="25806"/>
                  </a:lnTo>
                  <a:lnTo>
                    <a:pt x="74760" y="3310"/>
                  </a:lnTo>
                  <a:cubicBezTo>
                    <a:pt x="74760" y="1483"/>
                    <a:pt x="73147" y="1"/>
                    <a:pt x="711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1"/>
            <p:cNvSpPr/>
            <p:nvPr/>
          </p:nvSpPr>
          <p:spPr>
            <a:xfrm>
              <a:off x="5078275" y="1389325"/>
              <a:ext cx="1869000" cy="645175"/>
            </a:xfrm>
            <a:custGeom>
              <a:avLst/>
              <a:gdLst/>
              <a:ahLst/>
              <a:cxnLst/>
              <a:rect l="l" t="t" r="r" b="b"/>
              <a:pathLst>
                <a:path w="74760" h="25807" extrusionOk="0">
                  <a:moveTo>
                    <a:pt x="71160" y="1"/>
                  </a:moveTo>
                  <a:lnTo>
                    <a:pt x="3601" y="1"/>
                  </a:lnTo>
                  <a:cubicBezTo>
                    <a:pt x="1613" y="1"/>
                    <a:pt x="0" y="1483"/>
                    <a:pt x="0" y="3310"/>
                  </a:cubicBezTo>
                  <a:lnTo>
                    <a:pt x="0" y="25806"/>
                  </a:lnTo>
                  <a:lnTo>
                    <a:pt x="74760" y="25806"/>
                  </a:lnTo>
                  <a:lnTo>
                    <a:pt x="74760" y="3310"/>
                  </a:lnTo>
                  <a:cubicBezTo>
                    <a:pt x="74760" y="1483"/>
                    <a:pt x="73147" y="1"/>
                    <a:pt x="7116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1"/>
            <p:cNvSpPr/>
            <p:nvPr/>
          </p:nvSpPr>
          <p:spPr>
            <a:xfrm>
              <a:off x="5270350" y="151922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78" y="824"/>
                  </a:moveTo>
                  <a:cubicBezTo>
                    <a:pt x="474" y="497"/>
                    <a:pt x="1581" y="1303"/>
                    <a:pt x="3542" y="1111"/>
                  </a:cubicBezTo>
                  <a:cubicBezTo>
                    <a:pt x="5419" y="928"/>
                    <a:pt x="6300" y="1"/>
                    <a:pt x="6565" y="295"/>
                  </a:cubicBezTo>
                  <a:cubicBezTo>
                    <a:pt x="6937" y="713"/>
                    <a:pt x="5821" y="3291"/>
                    <a:pt x="3878" y="3559"/>
                  </a:cubicBezTo>
                  <a:cubicBezTo>
                    <a:pt x="1793" y="3843"/>
                    <a:pt x="1" y="1297"/>
                    <a:pt x="278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1"/>
            <p:cNvSpPr/>
            <p:nvPr/>
          </p:nvSpPr>
          <p:spPr>
            <a:xfrm>
              <a:off x="5334175" y="1553150"/>
              <a:ext cx="34875" cy="34825"/>
            </a:xfrm>
            <a:custGeom>
              <a:avLst/>
              <a:gdLst/>
              <a:ahLst/>
              <a:cxnLst/>
              <a:rect l="l" t="t" r="r" b="b"/>
              <a:pathLst>
                <a:path w="1395" h="1393" extrusionOk="0">
                  <a:moveTo>
                    <a:pt x="678" y="61"/>
                  </a:moveTo>
                  <a:cubicBezTo>
                    <a:pt x="916" y="61"/>
                    <a:pt x="1134" y="194"/>
                    <a:pt x="1247" y="407"/>
                  </a:cubicBezTo>
                  <a:cubicBezTo>
                    <a:pt x="1322" y="560"/>
                    <a:pt x="1332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6"/>
                    <a:pt x="69" y="625"/>
                    <a:pt x="137" y="403"/>
                  </a:cubicBezTo>
                  <a:cubicBezTo>
                    <a:pt x="167" y="289"/>
                    <a:pt x="245" y="191"/>
                    <a:pt x="350" y="136"/>
                  </a:cubicBezTo>
                  <a:cubicBezTo>
                    <a:pt x="447" y="87"/>
                    <a:pt x="558" y="61"/>
                    <a:pt x="669" y="61"/>
                  </a:cubicBezTo>
                  <a:cubicBezTo>
                    <a:pt x="672" y="61"/>
                    <a:pt x="675" y="61"/>
                    <a:pt x="678" y="61"/>
                  </a:cubicBezTo>
                  <a:close/>
                  <a:moveTo>
                    <a:pt x="669" y="1"/>
                  </a:moveTo>
                  <a:cubicBezTo>
                    <a:pt x="553" y="1"/>
                    <a:pt x="433" y="27"/>
                    <a:pt x="320" y="83"/>
                  </a:cubicBezTo>
                  <a:cubicBezTo>
                    <a:pt x="203" y="145"/>
                    <a:pt x="115" y="253"/>
                    <a:pt x="79" y="387"/>
                  </a:cubicBezTo>
                  <a:cubicBezTo>
                    <a:pt x="0" y="635"/>
                    <a:pt x="62" y="929"/>
                    <a:pt x="131" y="1053"/>
                  </a:cubicBezTo>
                  <a:cubicBezTo>
                    <a:pt x="190" y="1157"/>
                    <a:pt x="444" y="1392"/>
                    <a:pt x="728" y="1392"/>
                  </a:cubicBezTo>
                  <a:cubicBezTo>
                    <a:pt x="807" y="1392"/>
                    <a:pt x="882" y="1373"/>
                    <a:pt x="950" y="1340"/>
                  </a:cubicBezTo>
                  <a:cubicBezTo>
                    <a:pt x="1126" y="1252"/>
                    <a:pt x="1260" y="1102"/>
                    <a:pt x="1329" y="919"/>
                  </a:cubicBezTo>
                  <a:cubicBezTo>
                    <a:pt x="1394" y="743"/>
                    <a:pt x="1384" y="547"/>
                    <a:pt x="1299" y="377"/>
                  </a:cubicBezTo>
                  <a:cubicBezTo>
                    <a:pt x="1179" y="137"/>
                    <a:pt x="932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1"/>
            <p:cNvSpPr/>
            <p:nvPr/>
          </p:nvSpPr>
          <p:spPr>
            <a:xfrm>
              <a:off x="5631450" y="151922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4"/>
                  </a:moveTo>
                  <a:cubicBezTo>
                    <a:pt x="473" y="497"/>
                    <a:pt x="1580" y="1303"/>
                    <a:pt x="3542" y="1111"/>
                  </a:cubicBezTo>
                  <a:cubicBezTo>
                    <a:pt x="5418" y="928"/>
                    <a:pt x="6300" y="1"/>
                    <a:pt x="6564" y="295"/>
                  </a:cubicBezTo>
                  <a:cubicBezTo>
                    <a:pt x="6936" y="713"/>
                    <a:pt x="5823" y="3291"/>
                    <a:pt x="3878" y="3559"/>
                  </a:cubicBezTo>
                  <a:cubicBezTo>
                    <a:pt x="1792" y="3843"/>
                    <a:pt x="0" y="1297"/>
                    <a:pt x="281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71"/>
            <p:cNvSpPr/>
            <p:nvPr/>
          </p:nvSpPr>
          <p:spPr>
            <a:xfrm>
              <a:off x="5695250" y="1553150"/>
              <a:ext cx="36750" cy="34825"/>
            </a:xfrm>
            <a:custGeom>
              <a:avLst/>
              <a:gdLst/>
              <a:ahLst/>
              <a:cxnLst/>
              <a:rect l="l" t="t" r="r" b="b"/>
              <a:pathLst>
                <a:path w="1470" h="1393" extrusionOk="0">
                  <a:moveTo>
                    <a:pt x="670" y="61"/>
                  </a:moveTo>
                  <a:cubicBezTo>
                    <a:pt x="735" y="61"/>
                    <a:pt x="800" y="70"/>
                    <a:pt x="866" y="90"/>
                  </a:cubicBezTo>
                  <a:cubicBezTo>
                    <a:pt x="1032" y="139"/>
                    <a:pt x="1169" y="253"/>
                    <a:pt x="1248" y="407"/>
                  </a:cubicBezTo>
                  <a:cubicBezTo>
                    <a:pt x="1323" y="560"/>
                    <a:pt x="1332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7" y="1318"/>
                    <a:pt x="789" y="1332"/>
                    <a:pt x="724" y="1332"/>
                  </a:cubicBezTo>
                  <a:cubicBezTo>
                    <a:pt x="455" y="1332"/>
                    <a:pt x="223" y="1094"/>
                    <a:pt x="183" y="1023"/>
                  </a:cubicBezTo>
                  <a:cubicBezTo>
                    <a:pt x="121" y="906"/>
                    <a:pt x="69" y="629"/>
                    <a:pt x="138" y="403"/>
                  </a:cubicBezTo>
                  <a:cubicBezTo>
                    <a:pt x="167" y="289"/>
                    <a:pt x="245" y="191"/>
                    <a:pt x="350" y="139"/>
                  </a:cubicBezTo>
                  <a:cubicBezTo>
                    <a:pt x="448" y="87"/>
                    <a:pt x="559" y="61"/>
                    <a:pt x="670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8"/>
                    <a:pt x="321" y="83"/>
                  </a:cubicBezTo>
                  <a:cubicBezTo>
                    <a:pt x="203" y="145"/>
                    <a:pt x="115" y="256"/>
                    <a:pt x="79" y="387"/>
                  </a:cubicBezTo>
                  <a:cubicBezTo>
                    <a:pt x="1" y="635"/>
                    <a:pt x="66" y="929"/>
                    <a:pt x="131" y="1053"/>
                  </a:cubicBezTo>
                  <a:cubicBezTo>
                    <a:pt x="190" y="1157"/>
                    <a:pt x="445" y="1392"/>
                    <a:pt x="729" y="1392"/>
                  </a:cubicBezTo>
                  <a:cubicBezTo>
                    <a:pt x="807" y="1392"/>
                    <a:pt x="882" y="1373"/>
                    <a:pt x="950" y="1340"/>
                  </a:cubicBezTo>
                  <a:cubicBezTo>
                    <a:pt x="1127" y="1252"/>
                    <a:pt x="1261" y="1102"/>
                    <a:pt x="1329" y="919"/>
                  </a:cubicBezTo>
                  <a:cubicBezTo>
                    <a:pt x="1469" y="550"/>
                    <a:pt x="1264" y="139"/>
                    <a:pt x="882" y="31"/>
                  </a:cubicBezTo>
                  <a:cubicBezTo>
                    <a:pt x="812" y="10"/>
                    <a:pt x="740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1"/>
            <p:cNvSpPr/>
            <p:nvPr/>
          </p:nvSpPr>
          <p:spPr>
            <a:xfrm>
              <a:off x="5979550" y="151922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4"/>
                  </a:moveTo>
                  <a:cubicBezTo>
                    <a:pt x="474" y="497"/>
                    <a:pt x="1580" y="1303"/>
                    <a:pt x="3542" y="1111"/>
                  </a:cubicBezTo>
                  <a:cubicBezTo>
                    <a:pt x="5419" y="928"/>
                    <a:pt x="6300" y="1"/>
                    <a:pt x="6565" y="295"/>
                  </a:cubicBezTo>
                  <a:cubicBezTo>
                    <a:pt x="6937" y="713"/>
                    <a:pt x="5824" y="3291"/>
                    <a:pt x="3878" y="3559"/>
                  </a:cubicBezTo>
                  <a:cubicBezTo>
                    <a:pt x="1793" y="3843"/>
                    <a:pt x="1" y="1297"/>
                    <a:pt x="281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1"/>
            <p:cNvSpPr/>
            <p:nvPr/>
          </p:nvSpPr>
          <p:spPr>
            <a:xfrm>
              <a:off x="6043375" y="1553150"/>
              <a:ext cx="34950" cy="34825"/>
            </a:xfrm>
            <a:custGeom>
              <a:avLst/>
              <a:gdLst/>
              <a:ahLst/>
              <a:cxnLst/>
              <a:rect l="l" t="t" r="r" b="b"/>
              <a:pathLst>
                <a:path w="1398" h="1393" extrusionOk="0">
                  <a:moveTo>
                    <a:pt x="678" y="61"/>
                  </a:moveTo>
                  <a:cubicBezTo>
                    <a:pt x="916" y="61"/>
                    <a:pt x="1134" y="194"/>
                    <a:pt x="1247" y="407"/>
                  </a:cubicBezTo>
                  <a:cubicBezTo>
                    <a:pt x="1322" y="560"/>
                    <a:pt x="1332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6" y="1318"/>
                    <a:pt x="789" y="1332"/>
                    <a:pt x="723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6"/>
                    <a:pt x="69" y="625"/>
                    <a:pt x="137" y="403"/>
                  </a:cubicBezTo>
                  <a:cubicBezTo>
                    <a:pt x="166" y="289"/>
                    <a:pt x="245" y="191"/>
                    <a:pt x="349" y="136"/>
                  </a:cubicBezTo>
                  <a:cubicBezTo>
                    <a:pt x="447" y="87"/>
                    <a:pt x="558" y="61"/>
                    <a:pt x="669" y="61"/>
                  </a:cubicBezTo>
                  <a:cubicBezTo>
                    <a:pt x="672" y="61"/>
                    <a:pt x="675" y="61"/>
                    <a:pt x="678" y="61"/>
                  </a:cubicBezTo>
                  <a:close/>
                  <a:moveTo>
                    <a:pt x="670" y="1"/>
                  </a:moveTo>
                  <a:cubicBezTo>
                    <a:pt x="554" y="1"/>
                    <a:pt x="435" y="27"/>
                    <a:pt x="323" y="83"/>
                  </a:cubicBezTo>
                  <a:cubicBezTo>
                    <a:pt x="202" y="145"/>
                    <a:pt x="114" y="253"/>
                    <a:pt x="78" y="387"/>
                  </a:cubicBezTo>
                  <a:cubicBezTo>
                    <a:pt x="0" y="635"/>
                    <a:pt x="62" y="929"/>
                    <a:pt x="131" y="1053"/>
                  </a:cubicBezTo>
                  <a:cubicBezTo>
                    <a:pt x="189" y="1157"/>
                    <a:pt x="444" y="1392"/>
                    <a:pt x="728" y="1392"/>
                  </a:cubicBezTo>
                  <a:cubicBezTo>
                    <a:pt x="806" y="1392"/>
                    <a:pt x="885" y="1373"/>
                    <a:pt x="953" y="1340"/>
                  </a:cubicBezTo>
                  <a:cubicBezTo>
                    <a:pt x="1126" y="1252"/>
                    <a:pt x="1263" y="1102"/>
                    <a:pt x="1328" y="919"/>
                  </a:cubicBezTo>
                  <a:cubicBezTo>
                    <a:pt x="1397" y="743"/>
                    <a:pt x="1387" y="547"/>
                    <a:pt x="1302" y="377"/>
                  </a:cubicBezTo>
                  <a:cubicBezTo>
                    <a:pt x="1182" y="137"/>
                    <a:pt x="934" y="1"/>
                    <a:pt x="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1"/>
            <p:cNvSpPr/>
            <p:nvPr/>
          </p:nvSpPr>
          <p:spPr>
            <a:xfrm>
              <a:off x="5270350" y="173507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78" y="823"/>
                  </a:moveTo>
                  <a:cubicBezTo>
                    <a:pt x="474" y="496"/>
                    <a:pt x="1581" y="1303"/>
                    <a:pt x="3542" y="1107"/>
                  </a:cubicBezTo>
                  <a:cubicBezTo>
                    <a:pt x="5419" y="924"/>
                    <a:pt x="6300" y="0"/>
                    <a:pt x="6565" y="291"/>
                  </a:cubicBezTo>
                  <a:cubicBezTo>
                    <a:pt x="6937" y="709"/>
                    <a:pt x="5821" y="3287"/>
                    <a:pt x="3878" y="3555"/>
                  </a:cubicBezTo>
                  <a:cubicBezTo>
                    <a:pt x="1793" y="3842"/>
                    <a:pt x="1" y="1296"/>
                    <a:pt x="278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  <a:alpha val="8380"/>
                  </a:srgbClr>
                </a:gs>
                <a:gs pos="100000">
                  <a:srgbClr val="D88794">
                    <a:alpha val="61176"/>
                    <a:alpha val="838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1"/>
            <p:cNvSpPr/>
            <p:nvPr/>
          </p:nvSpPr>
          <p:spPr>
            <a:xfrm>
              <a:off x="5334175" y="1769000"/>
              <a:ext cx="36900" cy="34800"/>
            </a:xfrm>
            <a:custGeom>
              <a:avLst/>
              <a:gdLst/>
              <a:ahLst/>
              <a:cxnLst/>
              <a:rect l="l" t="t" r="r" b="b"/>
              <a:pathLst>
                <a:path w="1476" h="1392" extrusionOk="0">
                  <a:moveTo>
                    <a:pt x="678" y="60"/>
                  </a:moveTo>
                  <a:cubicBezTo>
                    <a:pt x="916" y="60"/>
                    <a:pt x="1134" y="193"/>
                    <a:pt x="1247" y="406"/>
                  </a:cubicBezTo>
                  <a:cubicBezTo>
                    <a:pt x="1404" y="723"/>
                    <a:pt x="1260" y="1117"/>
                    <a:pt x="924" y="1284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5"/>
                    <a:pt x="69" y="628"/>
                    <a:pt x="137" y="403"/>
                  </a:cubicBezTo>
                  <a:cubicBezTo>
                    <a:pt x="167" y="288"/>
                    <a:pt x="245" y="194"/>
                    <a:pt x="350" y="138"/>
                  </a:cubicBezTo>
                  <a:cubicBezTo>
                    <a:pt x="447" y="86"/>
                    <a:pt x="558" y="60"/>
                    <a:pt x="669" y="60"/>
                  </a:cubicBezTo>
                  <a:cubicBezTo>
                    <a:pt x="672" y="60"/>
                    <a:pt x="675" y="60"/>
                    <a:pt x="678" y="60"/>
                  </a:cubicBezTo>
                  <a:close/>
                  <a:moveTo>
                    <a:pt x="669" y="0"/>
                  </a:moveTo>
                  <a:cubicBezTo>
                    <a:pt x="553" y="0"/>
                    <a:pt x="433" y="27"/>
                    <a:pt x="320" y="83"/>
                  </a:cubicBezTo>
                  <a:cubicBezTo>
                    <a:pt x="203" y="145"/>
                    <a:pt x="115" y="256"/>
                    <a:pt x="79" y="386"/>
                  </a:cubicBezTo>
                  <a:cubicBezTo>
                    <a:pt x="0" y="634"/>
                    <a:pt x="62" y="931"/>
                    <a:pt x="131" y="1052"/>
                  </a:cubicBezTo>
                  <a:cubicBezTo>
                    <a:pt x="190" y="1157"/>
                    <a:pt x="444" y="1392"/>
                    <a:pt x="728" y="1392"/>
                  </a:cubicBezTo>
                  <a:cubicBezTo>
                    <a:pt x="807" y="1392"/>
                    <a:pt x="882" y="1372"/>
                    <a:pt x="950" y="1339"/>
                  </a:cubicBezTo>
                  <a:cubicBezTo>
                    <a:pt x="1316" y="1157"/>
                    <a:pt x="1476" y="726"/>
                    <a:pt x="1299" y="377"/>
                  </a:cubicBezTo>
                  <a:cubicBezTo>
                    <a:pt x="1179" y="137"/>
                    <a:pt x="932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1"/>
            <p:cNvSpPr/>
            <p:nvPr/>
          </p:nvSpPr>
          <p:spPr>
            <a:xfrm>
              <a:off x="5631450" y="173507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3"/>
                  </a:moveTo>
                  <a:cubicBezTo>
                    <a:pt x="473" y="496"/>
                    <a:pt x="1580" y="1303"/>
                    <a:pt x="3542" y="1107"/>
                  </a:cubicBezTo>
                  <a:cubicBezTo>
                    <a:pt x="5418" y="924"/>
                    <a:pt x="6300" y="0"/>
                    <a:pt x="6564" y="291"/>
                  </a:cubicBezTo>
                  <a:cubicBezTo>
                    <a:pt x="6936" y="709"/>
                    <a:pt x="5823" y="3287"/>
                    <a:pt x="3878" y="3555"/>
                  </a:cubicBezTo>
                  <a:cubicBezTo>
                    <a:pt x="1792" y="3842"/>
                    <a:pt x="0" y="1296"/>
                    <a:pt x="281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1"/>
            <p:cNvSpPr/>
            <p:nvPr/>
          </p:nvSpPr>
          <p:spPr>
            <a:xfrm>
              <a:off x="5695250" y="1768975"/>
              <a:ext cx="36900" cy="34825"/>
            </a:xfrm>
            <a:custGeom>
              <a:avLst/>
              <a:gdLst/>
              <a:ahLst/>
              <a:cxnLst/>
              <a:rect l="l" t="t" r="r" b="b"/>
              <a:pathLst>
                <a:path w="1476" h="1393" extrusionOk="0">
                  <a:moveTo>
                    <a:pt x="670" y="61"/>
                  </a:moveTo>
                  <a:cubicBezTo>
                    <a:pt x="735" y="61"/>
                    <a:pt x="800" y="71"/>
                    <a:pt x="866" y="90"/>
                  </a:cubicBezTo>
                  <a:cubicBezTo>
                    <a:pt x="1032" y="139"/>
                    <a:pt x="1169" y="253"/>
                    <a:pt x="1248" y="407"/>
                  </a:cubicBezTo>
                  <a:cubicBezTo>
                    <a:pt x="1404" y="724"/>
                    <a:pt x="1261" y="1118"/>
                    <a:pt x="924" y="1285"/>
                  </a:cubicBezTo>
                  <a:cubicBezTo>
                    <a:pt x="857" y="1319"/>
                    <a:pt x="789" y="1333"/>
                    <a:pt x="724" y="1333"/>
                  </a:cubicBezTo>
                  <a:cubicBezTo>
                    <a:pt x="455" y="1333"/>
                    <a:pt x="223" y="1095"/>
                    <a:pt x="183" y="1024"/>
                  </a:cubicBezTo>
                  <a:cubicBezTo>
                    <a:pt x="121" y="906"/>
                    <a:pt x="69" y="629"/>
                    <a:pt x="138" y="404"/>
                  </a:cubicBezTo>
                  <a:cubicBezTo>
                    <a:pt x="167" y="289"/>
                    <a:pt x="245" y="195"/>
                    <a:pt x="350" y="139"/>
                  </a:cubicBezTo>
                  <a:cubicBezTo>
                    <a:pt x="448" y="87"/>
                    <a:pt x="559" y="61"/>
                    <a:pt x="670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9"/>
                    <a:pt x="321" y="84"/>
                  </a:cubicBezTo>
                  <a:cubicBezTo>
                    <a:pt x="203" y="146"/>
                    <a:pt x="115" y="257"/>
                    <a:pt x="79" y="387"/>
                  </a:cubicBezTo>
                  <a:cubicBezTo>
                    <a:pt x="1" y="635"/>
                    <a:pt x="66" y="932"/>
                    <a:pt x="131" y="1053"/>
                  </a:cubicBezTo>
                  <a:cubicBezTo>
                    <a:pt x="190" y="1158"/>
                    <a:pt x="445" y="1393"/>
                    <a:pt x="729" y="1393"/>
                  </a:cubicBezTo>
                  <a:cubicBezTo>
                    <a:pt x="807" y="1393"/>
                    <a:pt x="882" y="1373"/>
                    <a:pt x="950" y="1340"/>
                  </a:cubicBezTo>
                  <a:cubicBezTo>
                    <a:pt x="1319" y="1158"/>
                    <a:pt x="1476" y="727"/>
                    <a:pt x="1300" y="378"/>
                  </a:cubicBezTo>
                  <a:cubicBezTo>
                    <a:pt x="1215" y="211"/>
                    <a:pt x="1065" y="84"/>
                    <a:pt x="882" y="32"/>
                  </a:cubicBezTo>
                  <a:cubicBezTo>
                    <a:pt x="812" y="11"/>
                    <a:pt x="740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1"/>
            <p:cNvSpPr/>
            <p:nvPr/>
          </p:nvSpPr>
          <p:spPr>
            <a:xfrm>
              <a:off x="5979550" y="173507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3"/>
                  </a:moveTo>
                  <a:cubicBezTo>
                    <a:pt x="474" y="496"/>
                    <a:pt x="1580" y="1303"/>
                    <a:pt x="3542" y="1107"/>
                  </a:cubicBezTo>
                  <a:cubicBezTo>
                    <a:pt x="5419" y="924"/>
                    <a:pt x="6300" y="0"/>
                    <a:pt x="6565" y="291"/>
                  </a:cubicBezTo>
                  <a:cubicBezTo>
                    <a:pt x="6937" y="709"/>
                    <a:pt x="5824" y="3287"/>
                    <a:pt x="3878" y="3555"/>
                  </a:cubicBezTo>
                  <a:cubicBezTo>
                    <a:pt x="1793" y="3842"/>
                    <a:pt x="1" y="1296"/>
                    <a:pt x="281" y="823"/>
                  </a:cubicBezTo>
                  <a:close/>
                </a:path>
              </a:pathLst>
            </a:custGeom>
            <a:solidFill>
              <a:srgbClr val="8584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1"/>
            <p:cNvSpPr/>
            <p:nvPr/>
          </p:nvSpPr>
          <p:spPr>
            <a:xfrm>
              <a:off x="6043375" y="1769000"/>
              <a:ext cx="34950" cy="34800"/>
            </a:xfrm>
            <a:custGeom>
              <a:avLst/>
              <a:gdLst/>
              <a:ahLst/>
              <a:cxnLst/>
              <a:rect l="l" t="t" r="r" b="b"/>
              <a:pathLst>
                <a:path w="1398" h="1392" extrusionOk="0">
                  <a:moveTo>
                    <a:pt x="678" y="60"/>
                  </a:moveTo>
                  <a:cubicBezTo>
                    <a:pt x="916" y="60"/>
                    <a:pt x="1134" y="193"/>
                    <a:pt x="1247" y="406"/>
                  </a:cubicBezTo>
                  <a:cubicBezTo>
                    <a:pt x="1322" y="559"/>
                    <a:pt x="1332" y="739"/>
                    <a:pt x="1270" y="899"/>
                  </a:cubicBezTo>
                  <a:cubicBezTo>
                    <a:pt x="1208" y="1069"/>
                    <a:pt x="1084" y="1206"/>
                    <a:pt x="924" y="1284"/>
                  </a:cubicBezTo>
                  <a:cubicBezTo>
                    <a:pt x="856" y="1318"/>
                    <a:pt x="789" y="1332"/>
                    <a:pt x="723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5"/>
                    <a:pt x="69" y="628"/>
                    <a:pt x="137" y="403"/>
                  </a:cubicBezTo>
                  <a:cubicBezTo>
                    <a:pt x="166" y="288"/>
                    <a:pt x="245" y="190"/>
                    <a:pt x="349" y="138"/>
                  </a:cubicBezTo>
                  <a:cubicBezTo>
                    <a:pt x="447" y="86"/>
                    <a:pt x="558" y="60"/>
                    <a:pt x="669" y="60"/>
                  </a:cubicBezTo>
                  <a:cubicBezTo>
                    <a:pt x="672" y="60"/>
                    <a:pt x="675" y="60"/>
                    <a:pt x="678" y="60"/>
                  </a:cubicBezTo>
                  <a:close/>
                  <a:moveTo>
                    <a:pt x="670" y="0"/>
                  </a:moveTo>
                  <a:cubicBezTo>
                    <a:pt x="554" y="0"/>
                    <a:pt x="435" y="27"/>
                    <a:pt x="323" y="83"/>
                  </a:cubicBezTo>
                  <a:cubicBezTo>
                    <a:pt x="202" y="145"/>
                    <a:pt x="114" y="256"/>
                    <a:pt x="78" y="386"/>
                  </a:cubicBezTo>
                  <a:cubicBezTo>
                    <a:pt x="0" y="634"/>
                    <a:pt x="62" y="931"/>
                    <a:pt x="131" y="1052"/>
                  </a:cubicBezTo>
                  <a:cubicBezTo>
                    <a:pt x="189" y="1157"/>
                    <a:pt x="444" y="1392"/>
                    <a:pt x="728" y="1392"/>
                  </a:cubicBezTo>
                  <a:cubicBezTo>
                    <a:pt x="806" y="1392"/>
                    <a:pt x="885" y="1375"/>
                    <a:pt x="953" y="1339"/>
                  </a:cubicBezTo>
                  <a:cubicBezTo>
                    <a:pt x="1126" y="1251"/>
                    <a:pt x="1263" y="1104"/>
                    <a:pt x="1328" y="922"/>
                  </a:cubicBezTo>
                  <a:cubicBezTo>
                    <a:pt x="1397" y="742"/>
                    <a:pt x="1387" y="546"/>
                    <a:pt x="1302" y="377"/>
                  </a:cubicBezTo>
                  <a:cubicBezTo>
                    <a:pt x="1182" y="137"/>
                    <a:pt x="934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1"/>
            <p:cNvSpPr/>
            <p:nvPr/>
          </p:nvSpPr>
          <p:spPr>
            <a:xfrm>
              <a:off x="6304975" y="1519225"/>
              <a:ext cx="173500" cy="96075"/>
            </a:xfrm>
            <a:custGeom>
              <a:avLst/>
              <a:gdLst/>
              <a:ahLst/>
              <a:cxnLst/>
              <a:rect l="l" t="t" r="r" b="b"/>
              <a:pathLst>
                <a:path w="6940" h="3843" extrusionOk="0">
                  <a:moveTo>
                    <a:pt x="281" y="824"/>
                  </a:moveTo>
                  <a:cubicBezTo>
                    <a:pt x="477" y="497"/>
                    <a:pt x="1584" y="1303"/>
                    <a:pt x="3542" y="1111"/>
                  </a:cubicBezTo>
                  <a:cubicBezTo>
                    <a:pt x="5419" y="928"/>
                    <a:pt x="6300" y="1"/>
                    <a:pt x="6565" y="295"/>
                  </a:cubicBezTo>
                  <a:cubicBezTo>
                    <a:pt x="6940" y="713"/>
                    <a:pt x="5824" y="3291"/>
                    <a:pt x="3878" y="3559"/>
                  </a:cubicBezTo>
                  <a:cubicBezTo>
                    <a:pt x="1792" y="3843"/>
                    <a:pt x="1" y="1297"/>
                    <a:pt x="281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1"/>
            <p:cNvSpPr/>
            <p:nvPr/>
          </p:nvSpPr>
          <p:spPr>
            <a:xfrm>
              <a:off x="6368875" y="1553150"/>
              <a:ext cx="34850" cy="34825"/>
            </a:xfrm>
            <a:custGeom>
              <a:avLst/>
              <a:gdLst/>
              <a:ahLst/>
              <a:cxnLst/>
              <a:rect l="l" t="t" r="r" b="b"/>
              <a:pathLst>
                <a:path w="1394" h="1393" extrusionOk="0">
                  <a:moveTo>
                    <a:pt x="675" y="61"/>
                  </a:moveTo>
                  <a:cubicBezTo>
                    <a:pt x="913" y="61"/>
                    <a:pt x="1134" y="194"/>
                    <a:pt x="1244" y="407"/>
                  </a:cubicBezTo>
                  <a:cubicBezTo>
                    <a:pt x="1322" y="560"/>
                    <a:pt x="1329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18" y="906"/>
                    <a:pt x="66" y="625"/>
                    <a:pt x="137" y="403"/>
                  </a:cubicBezTo>
                  <a:cubicBezTo>
                    <a:pt x="167" y="289"/>
                    <a:pt x="242" y="191"/>
                    <a:pt x="346" y="136"/>
                  </a:cubicBezTo>
                  <a:cubicBezTo>
                    <a:pt x="447" y="87"/>
                    <a:pt x="555" y="61"/>
                    <a:pt x="666" y="61"/>
                  </a:cubicBezTo>
                  <a:cubicBezTo>
                    <a:pt x="669" y="61"/>
                    <a:pt x="672" y="61"/>
                    <a:pt x="675" y="61"/>
                  </a:cubicBezTo>
                  <a:close/>
                  <a:moveTo>
                    <a:pt x="669" y="1"/>
                  </a:moveTo>
                  <a:cubicBezTo>
                    <a:pt x="553" y="1"/>
                    <a:pt x="433" y="27"/>
                    <a:pt x="320" y="83"/>
                  </a:cubicBezTo>
                  <a:cubicBezTo>
                    <a:pt x="199" y="145"/>
                    <a:pt x="111" y="256"/>
                    <a:pt x="79" y="387"/>
                  </a:cubicBezTo>
                  <a:cubicBezTo>
                    <a:pt x="0" y="635"/>
                    <a:pt x="62" y="929"/>
                    <a:pt x="128" y="1053"/>
                  </a:cubicBezTo>
                  <a:cubicBezTo>
                    <a:pt x="186" y="1157"/>
                    <a:pt x="441" y="1392"/>
                    <a:pt x="728" y="1392"/>
                  </a:cubicBezTo>
                  <a:cubicBezTo>
                    <a:pt x="803" y="1392"/>
                    <a:pt x="882" y="1373"/>
                    <a:pt x="950" y="1340"/>
                  </a:cubicBezTo>
                  <a:cubicBezTo>
                    <a:pt x="1123" y="1252"/>
                    <a:pt x="1260" y="1102"/>
                    <a:pt x="1325" y="919"/>
                  </a:cubicBezTo>
                  <a:cubicBezTo>
                    <a:pt x="1394" y="743"/>
                    <a:pt x="1384" y="547"/>
                    <a:pt x="1299" y="377"/>
                  </a:cubicBezTo>
                  <a:cubicBezTo>
                    <a:pt x="1179" y="137"/>
                    <a:pt x="932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1"/>
            <p:cNvSpPr/>
            <p:nvPr/>
          </p:nvSpPr>
          <p:spPr>
            <a:xfrm>
              <a:off x="6304975" y="1735075"/>
              <a:ext cx="173500" cy="96075"/>
            </a:xfrm>
            <a:custGeom>
              <a:avLst/>
              <a:gdLst/>
              <a:ahLst/>
              <a:cxnLst/>
              <a:rect l="l" t="t" r="r" b="b"/>
              <a:pathLst>
                <a:path w="6940" h="3843" extrusionOk="0">
                  <a:moveTo>
                    <a:pt x="281" y="823"/>
                  </a:moveTo>
                  <a:cubicBezTo>
                    <a:pt x="477" y="496"/>
                    <a:pt x="1584" y="1303"/>
                    <a:pt x="3542" y="1107"/>
                  </a:cubicBezTo>
                  <a:cubicBezTo>
                    <a:pt x="5419" y="924"/>
                    <a:pt x="6300" y="0"/>
                    <a:pt x="6565" y="291"/>
                  </a:cubicBezTo>
                  <a:cubicBezTo>
                    <a:pt x="6940" y="709"/>
                    <a:pt x="5824" y="3287"/>
                    <a:pt x="3878" y="3555"/>
                  </a:cubicBezTo>
                  <a:cubicBezTo>
                    <a:pt x="1792" y="3842"/>
                    <a:pt x="1" y="1296"/>
                    <a:pt x="281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1"/>
            <p:cNvSpPr/>
            <p:nvPr/>
          </p:nvSpPr>
          <p:spPr>
            <a:xfrm>
              <a:off x="6368875" y="1769000"/>
              <a:ext cx="34850" cy="34800"/>
            </a:xfrm>
            <a:custGeom>
              <a:avLst/>
              <a:gdLst/>
              <a:ahLst/>
              <a:cxnLst/>
              <a:rect l="l" t="t" r="r" b="b"/>
              <a:pathLst>
                <a:path w="1394" h="1392" extrusionOk="0">
                  <a:moveTo>
                    <a:pt x="675" y="60"/>
                  </a:moveTo>
                  <a:cubicBezTo>
                    <a:pt x="913" y="60"/>
                    <a:pt x="1134" y="193"/>
                    <a:pt x="1244" y="406"/>
                  </a:cubicBezTo>
                  <a:cubicBezTo>
                    <a:pt x="1322" y="559"/>
                    <a:pt x="1329" y="739"/>
                    <a:pt x="1270" y="899"/>
                  </a:cubicBezTo>
                  <a:cubicBezTo>
                    <a:pt x="1208" y="1069"/>
                    <a:pt x="1084" y="1206"/>
                    <a:pt x="924" y="1284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18" y="905"/>
                    <a:pt x="66" y="628"/>
                    <a:pt x="137" y="403"/>
                  </a:cubicBezTo>
                  <a:cubicBezTo>
                    <a:pt x="167" y="288"/>
                    <a:pt x="242" y="194"/>
                    <a:pt x="346" y="138"/>
                  </a:cubicBezTo>
                  <a:cubicBezTo>
                    <a:pt x="447" y="86"/>
                    <a:pt x="555" y="60"/>
                    <a:pt x="666" y="60"/>
                  </a:cubicBezTo>
                  <a:cubicBezTo>
                    <a:pt x="669" y="60"/>
                    <a:pt x="672" y="60"/>
                    <a:pt x="675" y="60"/>
                  </a:cubicBezTo>
                  <a:close/>
                  <a:moveTo>
                    <a:pt x="669" y="0"/>
                  </a:moveTo>
                  <a:cubicBezTo>
                    <a:pt x="553" y="0"/>
                    <a:pt x="433" y="27"/>
                    <a:pt x="320" y="83"/>
                  </a:cubicBezTo>
                  <a:cubicBezTo>
                    <a:pt x="199" y="145"/>
                    <a:pt x="111" y="256"/>
                    <a:pt x="79" y="386"/>
                  </a:cubicBezTo>
                  <a:cubicBezTo>
                    <a:pt x="0" y="634"/>
                    <a:pt x="62" y="931"/>
                    <a:pt x="128" y="1052"/>
                  </a:cubicBezTo>
                  <a:cubicBezTo>
                    <a:pt x="186" y="1157"/>
                    <a:pt x="441" y="1392"/>
                    <a:pt x="728" y="1392"/>
                  </a:cubicBezTo>
                  <a:cubicBezTo>
                    <a:pt x="803" y="1392"/>
                    <a:pt x="882" y="1372"/>
                    <a:pt x="950" y="1339"/>
                  </a:cubicBezTo>
                  <a:cubicBezTo>
                    <a:pt x="1123" y="1251"/>
                    <a:pt x="1260" y="1104"/>
                    <a:pt x="1325" y="922"/>
                  </a:cubicBezTo>
                  <a:cubicBezTo>
                    <a:pt x="1394" y="742"/>
                    <a:pt x="1384" y="546"/>
                    <a:pt x="1299" y="377"/>
                  </a:cubicBezTo>
                  <a:cubicBezTo>
                    <a:pt x="1179" y="137"/>
                    <a:pt x="932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1"/>
            <p:cNvSpPr/>
            <p:nvPr/>
          </p:nvSpPr>
          <p:spPr>
            <a:xfrm>
              <a:off x="6630575" y="1519225"/>
              <a:ext cx="173325" cy="96075"/>
            </a:xfrm>
            <a:custGeom>
              <a:avLst/>
              <a:gdLst/>
              <a:ahLst/>
              <a:cxnLst/>
              <a:rect l="l" t="t" r="r" b="b"/>
              <a:pathLst>
                <a:path w="6933" h="3843" extrusionOk="0">
                  <a:moveTo>
                    <a:pt x="277" y="824"/>
                  </a:moveTo>
                  <a:cubicBezTo>
                    <a:pt x="470" y="497"/>
                    <a:pt x="1577" y="1303"/>
                    <a:pt x="3538" y="1111"/>
                  </a:cubicBezTo>
                  <a:cubicBezTo>
                    <a:pt x="5415" y="928"/>
                    <a:pt x="6296" y="1"/>
                    <a:pt x="6561" y="295"/>
                  </a:cubicBezTo>
                  <a:cubicBezTo>
                    <a:pt x="6933" y="713"/>
                    <a:pt x="5820" y="3291"/>
                    <a:pt x="3874" y="3559"/>
                  </a:cubicBezTo>
                  <a:cubicBezTo>
                    <a:pt x="1789" y="3843"/>
                    <a:pt x="0" y="1297"/>
                    <a:pt x="277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1"/>
            <p:cNvSpPr/>
            <p:nvPr/>
          </p:nvSpPr>
          <p:spPr>
            <a:xfrm>
              <a:off x="6694300" y="1553150"/>
              <a:ext cx="34850" cy="34825"/>
            </a:xfrm>
            <a:custGeom>
              <a:avLst/>
              <a:gdLst/>
              <a:ahLst/>
              <a:cxnLst/>
              <a:rect l="l" t="t" r="r" b="b"/>
              <a:pathLst>
                <a:path w="1394" h="1393" extrusionOk="0">
                  <a:moveTo>
                    <a:pt x="669" y="61"/>
                  </a:moveTo>
                  <a:cubicBezTo>
                    <a:pt x="735" y="61"/>
                    <a:pt x="803" y="70"/>
                    <a:pt x="865" y="90"/>
                  </a:cubicBezTo>
                  <a:cubicBezTo>
                    <a:pt x="1032" y="139"/>
                    <a:pt x="1169" y="253"/>
                    <a:pt x="1247" y="407"/>
                  </a:cubicBezTo>
                  <a:cubicBezTo>
                    <a:pt x="1322" y="560"/>
                    <a:pt x="1332" y="739"/>
                    <a:pt x="1273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7" y="1318"/>
                    <a:pt x="790" y="1332"/>
                    <a:pt x="725" y="1332"/>
                  </a:cubicBezTo>
                  <a:cubicBezTo>
                    <a:pt x="456" y="1332"/>
                    <a:pt x="223" y="1094"/>
                    <a:pt x="186" y="1023"/>
                  </a:cubicBezTo>
                  <a:cubicBezTo>
                    <a:pt x="121" y="906"/>
                    <a:pt x="69" y="629"/>
                    <a:pt x="137" y="403"/>
                  </a:cubicBezTo>
                  <a:cubicBezTo>
                    <a:pt x="167" y="289"/>
                    <a:pt x="245" y="191"/>
                    <a:pt x="350" y="139"/>
                  </a:cubicBezTo>
                  <a:cubicBezTo>
                    <a:pt x="447" y="87"/>
                    <a:pt x="558" y="61"/>
                    <a:pt x="669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8"/>
                    <a:pt x="323" y="83"/>
                  </a:cubicBezTo>
                  <a:cubicBezTo>
                    <a:pt x="203" y="145"/>
                    <a:pt x="114" y="256"/>
                    <a:pt x="79" y="387"/>
                  </a:cubicBezTo>
                  <a:cubicBezTo>
                    <a:pt x="0" y="635"/>
                    <a:pt x="66" y="929"/>
                    <a:pt x="131" y="1053"/>
                  </a:cubicBezTo>
                  <a:cubicBezTo>
                    <a:pt x="190" y="1157"/>
                    <a:pt x="444" y="1392"/>
                    <a:pt x="728" y="1392"/>
                  </a:cubicBezTo>
                  <a:cubicBezTo>
                    <a:pt x="806" y="1392"/>
                    <a:pt x="882" y="1373"/>
                    <a:pt x="953" y="1340"/>
                  </a:cubicBezTo>
                  <a:cubicBezTo>
                    <a:pt x="1126" y="1252"/>
                    <a:pt x="1260" y="1102"/>
                    <a:pt x="1329" y="919"/>
                  </a:cubicBezTo>
                  <a:cubicBezTo>
                    <a:pt x="1394" y="743"/>
                    <a:pt x="1384" y="547"/>
                    <a:pt x="1303" y="377"/>
                  </a:cubicBezTo>
                  <a:cubicBezTo>
                    <a:pt x="1218" y="211"/>
                    <a:pt x="1064" y="83"/>
                    <a:pt x="885" y="31"/>
                  </a:cubicBezTo>
                  <a:cubicBezTo>
                    <a:pt x="814" y="10"/>
                    <a:pt x="741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1"/>
            <p:cNvSpPr/>
            <p:nvPr/>
          </p:nvSpPr>
          <p:spPr>
            <a:xfrm>
              <a:off x="6630575" y="1735075"/>
              <a:ext cx="173325" cy="96075"/>
            </a:xfrm>
            <a:custGeom>
              <a:avLst/>
              <a:gdLst/>
              <a:ahLst/>
              <a:cxnLst/>
              <a:rect l="l" t="t" r="r" b="b"/>
              <a:pathLst>
                <a:path w="6933" h="3843" extrusionOk="0">
                  <a:moveTo>
                    <a:pt x="277" y="823"/>
                  </a:moveTo>
                  <a:cubicBezTo>
                    <a:pt x="470" y="496"/>
                    <a:pt x="1577" y="1303"/>
                    <a:pt x="3538" y="1107"/>
                  </a:cubicBezTo>
                  <a:cubicBezTo>
                    <a:pt x="5415" y="924"/>
                    <a:pt x="6296" y="0"/>
                    <a:pt x="6561" y="291"/>
                  </a:cubicBezTo>
                  <a:cubicBezTo>
                    <a:pt x="6933" y="709"/>
                    <a:pt x="5820" y="3287"/>
                    <a:pt x="3874" y="3555"/>
                  </a:cubicBezTo>
                  <a:cubicBezTo>
                    <a:pt x="1789" y="3842"/>
                    <a:pt x="0" y="1296"/>
                    <a:pt x="277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1"/>
            <p:cNvSpPr/>
            <p:nvPr/>
          </p:nvSpPr>
          <p:spPr>
            <a:xfrm>
              <a:off x="6694300" y="1768975"/>
              <a:ext cx="36750" cy="34825"/>
            </a:xfrm>
            <a:custGeom>
              <a:avLst/>
              <a:gdLst/>
              <a:ahLst/>
              <a:cxnLst/>
              <a:rect l="l" t="t" r="r" b="b"/>
              <a:pathLst>
                <a:path w="1470" h="1393" extrusionOk="0">
                  <a:moveTo>
                    <a:pt x="669" y="61"/>
                  </a:moveTo>
                  <a:cubicBezTo>
                    <a:pt x="735" y="61"/>
                    <a:pt x="803" y="71"/>
                    <a:pt x="865" y="90"/>
                  </a:cubicBezTo>
                  <a:cubicBezTo>
                    <a:pt x="1032" y="139"/>
                    <a:pt x="1169" y="253"/>
                    <a:pt x="1247" y="407"/>
                  </a:cubicBezTo>
                  <a:cubicBezTo>
                    <a:pt x="1322" y="560"/>
                    <a:pt x="1332" y="740"/>
                    <a:pt x="1273" y="900"/>
                  </a:cubicBezTo>
                  <a:cubicBezTo>
                    <a:pt x="1208" y="1070"/>
                    <a:pt x="1084" y="1207"/>
                    <a:pt x="924" y="1285"/>
                  </a:cubicBezTo>
                  <a:cubicBezTo>
                    <a:pt x="857" y="1319"/>
                    <a:pt x="790" y="1333"/>
                    <a:pt x="725" y="1333"/>
                  </a:cubicBezTo>
                  <a:cubicBezTo>
                    <a:pt x="456" y="1333"/>
                    <a:pt x="223" y="1095"/>
                    <a:pt x="186" y="1024"/>
                  </a:cubicBezTo>
                  <a:cubicBezTo>
                    <a:pt x="121" y="906"/>
                    <a:pt x="69" y="629"/>
                    <a:pt x="137" y="404"/>
                  </a:cubicBezTo>
                  <a:cubicBezTo>
                    <a:pt x="167" y="289"/>
                    <a:pt x="245" y="195"/>
                    <a:pt x="350" y="139"/>
                  </a:cubicBezTo>
                  <a:cubicBezTo>
                    <a:pt x="447" y="87"/>
                    <a:pt x="558" y="61"/>
                    <a:pt x="669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9"/>
                    <a:pt x="323" y="84"/>
                  </a:cubicBezTo>
                  <a:cubicBezTo>
                    <a:pt x="203" y="146"/>
                    <a:pt x="114" y="257"/>
                    <a:pt x="79" y="387"/>
                  </a:cubicBezTo>
                  <a:cubicBezTo>
                    <a:pt x="0" y="635"/>
                    <a:pt x="66" y="932"/>
                    <a:pt x="131" y="1053"/>
                  </a:cubicBezTo>
                  <a:cubicBezTo>
                    <a:pt x="190" y="1158"/>
                    <a:pt x="444" y="1393"/>
                    <a:pt x="728" y="1393"/>
                  </a:cubicBezTo>
                  <a:cubicBezTo>
                    <a:pt x="806" y="1393"/>
                    <a:pt x="882" y="1373"/>
                    <a:pt x="953" y="1340"/>
                  </a:cubicBezTo>
                  <a:cubicBezTo>
                    <a:pt x="1126" y="1252"/>
                    <a:pt x="1260" y="1105"/>
                    <a:pt x="1329" y="923"/>
                  </a:cubicBezTo>
                  <a:cubicBezTo>
                    <a:pt x="1469" y="551"/>
                    <a:pt x="1263" y="139"/>
                    <a:pt x="885" y="32"/>
                  </a:cubicBezTo>
                  <a:cubicBezTo>
                    <a:pt x="814" y="11"/>
                    <a:pt x="741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1"/>
            <p:cNvSpPr/>
            <p:nvPr/>
          </p:nvSpPr>
          <p:spPr>
            <a:xfrm>
              <a:off x="5077450" y="1388600"/>
              <a:ext cx="1870575" cy="646625"/>
            </a:xfrm>
            <a:custGeom>
              <a:avLst/>
              <a:gdLst/>
              <a:ahLst/>
              <a:cxnLst/>
              <a:rect l="l" t="t" r="r" b="b"/>
              <a:pathLst>
                <a:path w="74823" h="25865" extrusionOk="0">
                  <a:moveTo>
                    <a:pt x="71193" y="59"/>
                  </a:moveTo>
                  <a:cubicBezTo>
                    <a:pt x="73161" y="59"/>
                    <a:pt x="74763" y="1531"/>
                    <a:pt x="74763" y="3339"/>
                  </a:cubicBezTo>
                  <a:lnTo>
                    <a:pt x="74763" y="25802"/>
                  </a:lnTo>
                  <a:lnTo>
                    <a:pt x="63" y="25802"/>
                  </a:lnTo>
                  <a:lnTo>
                    <a:pt x="63" y="3339"/>
                  </a:lnTo>
                  <a:cubicBezTo>
                    <a:pt x="63" y="1528"/>
                    <a:pt x="1665" y="59"/>
                    <a:pt x="3634" y="59"/>
                  </a:cubicBezTo>
                  <a:close/>
                  <a:moveTo>
                    <a:pt x="3634" y="0"/>
                  </a:moveTo>
                  <a:cubicBezTo>
                    <a:pt x="1633" y="0"/>
                    <a:pt x="1" y="1495"/>
                    <a:pt x="1" y="3339"/>
                  </a:cubicBezTo>
                  <a:lnTo>
                    <a:pt x="1" y="25835"/>
                  </a:lnTo>
                  <a:cubicBezTo>
                    <a:pt x="1" y="25851"/>
                    <a:pt x="17" y="25864"/>
                    <a:pt x="33" y="25864"/>
                  </a:cubicBezTo>
                  <a:lnTo>
                    <a:pt x="74793" y="25864"/>
                  </a:lnTo>
                  <a:cubicBezTo>
                    <a:pt x="74809" y="25864"/>
                    <a:pt x="74822" y="25851"/>
                    <a:pt x="74822" y="25835"/>
                  </a:cubicBezTo>
                  <a:lnTo>
                    <a:pt x="74822" y="3339"/>
                  </a:lnTo>
                  <a:cubicBezTo>
                    <a:pt x="74822" y="1498"/>
                    <a:pt x="73197" y="0"/>
                    <a:pt x="71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1"/>
            <p:cNvSpPr/>
            <p:nvPr/>
          </p:nvSpPr>
          <p:spPr>
            <a:xfrm>
              <a:off x="4916450" y="1765925"/>
              <a:ext cx="2192650" cy="347625"/>
            </a:xfrm>
            <a:custGeom>
              <a:avLst/>
              <a:gdLst/>
              <a:ahLst/>
              <a:cxnLst/>
              <a:rect l="l" t="t" r="r" b="b"/>
              <a:pathLst>
                <a:path w="87706" h="13905" extrusionOk="0">
                  <a:moveTo>
                    <a:pt x="6470" y="0"/>
                  </a:moveTo>
                  <a:lnTo>
                    <a:pt x="1" y="1890"/>
                  </a:lnTo>
                  <a:lnTo>
                    <a:pt x="1453" y="4175"/>
                  </a:lnTo>
                  <a:lnTo>
                    <a:pt x="2782" y="3754"/>
                  </a:lnTo>
                  <a:lnTo>
                    <a:pt x="4629" y="12759"/>
                  </a:lnTo>
                  <a:cubicBezTo>
                    <a:pt x="4766" y="13425"/>
                    <a:pt x="5350" y="13905"/>
                    <a:pt x="6033" y="13905"/>
                  </a:cubicBezTo>
                  <a:lnTo>
                    <a:pt x="81677" y="13905"/>
                  </a:lnTo>
                  <a:cubicBezTo>
                    <a:pt x="82356" y="13905"/>
                    <a:pt x="82943" y="13425"/>
                    <a:pt x="83080" y="12759"/>
                  </a:cubicBezTo>
                  <a:lnTo>
                    <a:pt x="84924" y="3754"/>
                  </a:lnTo>
                  <a:lnTo>
                    <a:pt x="86256" y="4175"/>
                  </a:lnTo>
                  <a:lnTo>
                    <a:pt x="87705" y="1890"/>
                  </a:lnTo>
                  <a:lnTo>
                    <a:pt x="81233" y="0"/>
                  </a:lnTo>
                  <a:lnTo>
                    <a:pt x="79085" y="0"/>
                  </a:lnTo>
                  <a:cubicBezTo>
                    <a:pt x="78811" y="0"/>
                    <a:pt x="78573" y="170"/>
                    <a:pt x="78501" y="415"/>
                  </a:cubicBezTo>
                  <a:lnTo>
                    <a:pt x="78155" y="1606"/>
                  </a:lnTo>
                  <a:lnTo>
                    <a:pt x="76033" y="8937"/>
                  </a:lnTo>
                  <a:cubicBezTo>
                    <a:pt x="75726" y="10004"/>
                    <a:pt x="74747" y="10739"/>
                    <a:pt x="73634" y="10742"/>
                  </a:cubicBezTo>
                  <a:lnTo>
                    <a:pt x="14072" y="10742"/>
                  </a:lnTo>
                  <a:cubicBezTo>
                    <a:pt x="12959" y="10739"/>
                    <a:pt x="11980" y="10004"/>
                    <a:pt x="11670" y="8937"/>
                  </a:cubicBezTo>
                  <a:lnTo>
                    <a:pt x="9548" y="1606"/>
                  </a:lnTo>
                  <a:lnTo>
                    <a:pt x="9258" y="597"/>
                  </a:lnTo>
                  <a:cubicBezTo>
                    <a:pt x="9156" y="245"/>
                    <a:pt x="8807" y="0"/>
                    <a:pt x="84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1"/>
            <p:cNvSpPr/>
            <p:nvPr/>
          </p:nvSpPr>
          <p:spPr>
            <a:xfrm>
              <a:off x="6870300" y="1764775"/>
              <a:ext cx="203375" cy="82850"/>
            </a:xfrm>
            <a:custGeom>
              <a:avLst/>
              <a:gdLst/>
              <a:ahLst/>
              <a:cxnLst/>
              <a:rect l="l" t="t" r="r" b="b"/>
              <a:pathLst>
                <a:path w="8135" h="3314" extrusionOk="0">
                  <a:moveTo>
                    <a:pt x="5357" y="3082"/>
                  </a:moveTo>
                  <a:lnTo>
                    <a:pt x="5703" y="1890"/>
                  </a:lnTo>
                  <a:cubicBezTo>
                    <a:pt x="5772" y="1646"/>
                    <a:pt x="6013" y="1476"/>
                    <a:pt x="6287" y="1476"/>
                  </a:cubicBezTo>
                  <a:lnTo>
                    <a:pt x="8135" y="1476"/>
                  </a:lnTo>
                  <a:lnTo>
                    <a:pt x="3079" y="0"/>
                  </a:lnTo>
                  <a:lnTo>
                    <a:pt x="934" y="0"/>
                  </a:lnTo>
                  <a:cubicBezTo>
                    <a:pt x="657" y="0"/>
                    <a:pt x="419" y="170"/>
                    <a:pt x="347" y="412"/>
                  </a:cubicBezTo>
                  <a:lnTo>
                    <a:pt x="1" y="1606"/>
                  </a:lnTo>
                  <a:lnTo>
                    <a:pt x="5295" y="3313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1"/>
            <p:cNvSpPr/>
            <p:nvPr/>
          </p:nvSpPr>
          <p:spPr>
            <a:xfrm>
              <a:off x="4916450" y="1777250"/>
              <a:ext cx="119000" cy="91825"/>
            </a:xfrm>
            <a:custGeom>
              <a:avLst/>
              <a:gdLst/>
              <a:ahLst/>
              <a:cxnLst/>
              <a:rect l="l" t="t" r="r" b="b"/>
              <a:pathLst>
                <a:path w="4760" h="3673" extrusionOk="0">
                  <a:moveTo>
                    <a:pt x="4760" y="1"/>
                  </a:moveTo>
                  <a:lnTo>
                    <a:pt x="1" y="1388"/>
                  </a:lnTo>
                  <a:lnTo>
                    <a:pt x="1453" y="3673"/>
                  </a:lnTo>
                  <a:lnTo>
                    <a:pt x="4691" y="2645"/>
                  </a:lnTo>
                  <a:cubicBezTo>
                    <a:pt x="4492" y="1587"/>
                    <a:pt x="4642" y="556"/>
                    <a:pt x="4760" y="1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1"/>
            <p:cNvSpPr/>
            <p:nvPr/>
          </p:nvSpPr>
          <p:spPr>
            <a:xfrm>
              <a:off x="4915550" y="1765175"/>
              <a:ext cx="2194350" cy="349125"/>
            </a:xfrm>
            <a:custGeom>
              <a:avLst/>
              <a:gdLst/>
              <a:ahLst/>
              <a:cxnLst/>
              <a:rect l="l" t="t" r="r" b="b"/>
              <a:pathLst>
                <a:path w="87774" h="13965" extrusionOk="0">
                  <a:moveTo>
                    <a:pt x="81265" y="63"/>
                  </a:moveTo>
                  <a:lnTo>
                    <a:pt x="87696" y="1940"/>
                  </a:lnTo>
                  <a:lnTo>
                    <a:pt x="86276" y="4172"/>
                  </a:lnTo>
                  <a:lnTo>
                    <a:pt x="84970" y="3758"/>
                  </a:lnTo>
                  <a:cubicBezTo>
                    <a:pt x="84966" y="3755"/>
                    <a:pt x="84961" y="3754"/>
                    <a:pt x="84957" y="3754"/>
                  </a:cubicBezTo>
                  <a:cubicBezTo>
                    <a:pt x="84942" y="3754"/>
                    <a:pt x="84930" y="3765"/>
                    <a:pt x="84928" y="3781"/>
                  </a:cubicBezTo>
                  <a:lnTo>
                    <a:pt x="83084" y="12786"/>
                  </a:lnTo>
                  <a:cubicBezTo>
                    <a:pt x="82946" y="13435"/>
                    <a:pt x="82375" y="13902"/>
                    <a:pt x="81713" y="13906"/>
                  </a:cubicBezTo>
                  <a:lnTo>
                    <a:pt x="6069" y="13906"/>
                  </a:lnTo>
                  <a:cubicBezTo>
                    <a:pt x="5403" y="13902"/>
                    <a:pt x="4828" y="13435"/>
                    <a:pt x="4694" y="12783"/>
                  </a:cubicBezTo>
                  <a:lnTo>
                    <a:pt x="2850" y="3777"/>
                  </a:lnTo>
                  <a:cubicBezTo>
                    <a:pt x="2847" y="3767"/>
                    <a:pt x="2844" y="3761"/>
                    <a:pt x="2837" y="3758"/>
                  </a:cubicBezTo>
                  <a:cubicBezTo>
                    <a:pt x="2833" y="3755"/>
                    <a:pt x="2828" y="3753"/>
                    <a:pt x="2825" y="3753"/>
                  </a:cubicBezTo>
                  <a:cubicBezTo>
                    <a:pt x="2823" y="3753"/>
                    <a:pt x="2822" y="3753"/>
                    <a:pt x="2821" y="3754"/>
                  </a:cubicBezTo>
                  <a:cubicBezTo>
                    <a:pt x="2818" y="3754"/>
                    <a:pt x="2814" y="3754"/>
                    <a:pt x="2814" y="3758"/>
                  </a:cubicBezTo>
                  <a:lnTo>
                    <a:pt x="1506" y="4172"/>
                  </a:lnTo>
                  <a:lnTo>
                    <a:pt x="86" y="1940"/>
                  </a:lnTo>
                  <a:lnTo>
                    <a:pt x="6516" y="63"/>
                  </a:lnTo>
                  <a:lnTo>
                    <a:pt x="8448" y="63"/>
                  </a:lnTo>
                  <a:cubicBezTo>
                    <a:pt x="8830" y="63"/>
                    <a:pt x="9166" y="298"/>
                    <a:pt x="9264" y="637"/>
                  </a:cubicBezTo>
                  <a:lnTo>
                    <a:pt x="11676" y="8977"/>
                  </a:lnTo>
                  <a:cubicBezTo>
                    <a:pt x="11993" y="10054"/>
                    <a:pt x="12982" y="10798"/>
                    <a:pt x="14108" y="10801"/>
                  </a:cubicBezTo>
                  <a:lnTo>
                    <a:pt x="73673" y="10801"/>
                  </a:lnTo>
                  <a:cubicBezTo>
                    <a:pt x="74796" y="10798"/>
                    <a:pt x="75785" y="10054"/>
                    <a:pt x="76102" y="8977"/>
                  </a:cubicBezTo>
                  <a:lnTo>
                    <a:pt x="78569" y="454"/>
                  </a:lnTo>
                  <a:cubicBezTo>
                    <a:pt x="78635" y="226"/>
                    <a:pt x="78863" y="63"/>
                    <a:pt x="79124" y="63"/>
                  </a:cubicBezTo>
                  <a:close/>
                  <a:moveTo>
                    <a:pt x="6499" y="1"/>
                  </a:moveTo>
                  <a:lnTo>
                    <a:pt x="30" y="1891"/>
                  </a:lnTo>
                  <a:cubicBezTo>
                    <a:pt x="11" y="1897"/>
                    <a:pt x="1" y="1920"/>
                    <a:pt x="11" y="1936"/>
                  </a:cubicBezTo>
                  <a:lnTo>
                    <a:pt x="1463" y="4221"/>
                  </a:lnTo>
                  <a:cubicBezTo>
                    <a:pt x="1468" y="4231"/>
                    <a:pt x="1479" y="4235"/>
                    <a:pt x="1489" y="4235"/>
                  </a:cubicBezTo>
                  <a:cubicBezTo>
                    <a:pt x="1493" y="4235"/>
                    <a:pt x="1496" y="4235"/>
                    <a:pt x="1499" y="4234"/>
                  </a:cubicBezTo>
                  <a:lnTo>
                    <a:pt x="2798" y="3823"/>
                  </a:lnTo>
                  <a:lnTo>
                    <a:pt x="4632" y="12796"/>
                  </a:lnTo>
                  <a:cubicBezTo>
                    <a:pt x="4773" y="13475"/>
                    <a:pt x="5373" y="13964"/>
                    <a:pt x="6065" y="13964"/>
                  </a:cubicBezTo>
                  <a:lnTo>
                    <a:pt x="81709" y="13964"/>
                  </a:lnTo>
                  <a:cubicBezTo>
                    <a:pt x="82405" y="13964"/>
                    <a:pt x="83002" y="13475"/>
                    <a:pt x="83146" y="12796"/>
                  </a:cubicBezTo>
                  <a:lnTo>
                    <a:pt x="84980" y="3823"/>
                  </a:lnTo>
                  <a:lnTo>
                    <a:pt x="86279" y="4234"/>
                  </a:lnTo>
                  <a:cubicBezTo>
                    <a:pt x="86282" y="4235"/>
                    <a:pt x="86285" y="4235"/>
                    <a:pt x="86289" y="4235"/>
                  </a:cubicBezTo>
                  <a:cubicBezTo>
                    <a:pt x="86299" y="4235"/>
                    <a:pt x="86310" y="4231"/>
                    <a:pt x="86315" y="4221"/>
                  </a:cubicBezTo>
                  <a:lnTo>
                    <a:pt x="87767" y="1936"/>
                  </a:lnTo>
                  <a:cubicBezTo>
                    <a:pt x="87771" y="1930"/>
                    <a:pt x="87774" y="1920"/>
                    <a:pt x="87771" y="1910"/>
                  </a:cubicBezTo>
                  <a:cubicBezTo>
                    <a:pt x="87767" y="1900"/>
                    <a:pt x="87758" y="1894"/>
                    <a:pt x="87751" y="1891"/>
                  </a:cubicBezTo>
                  <a:lnTo>
                    <a:pt x="81279" y="1"/>
                  </a:lnTo>
                  <a:lnTo>
                    <a:pt x="79124" y="1"/>
                  </a:lnTo>
                  <a:cubicBezTo>
                    <a:pt x="78834" y="1"/>
                    <a:pt x="78582" y="180"/>
                    <a:pt x="78507" y="438"/>
                  </a:cubicBezTo>
                  <a:lnTo>
                    <a:pt x="76043" y="8961"/>
                  </a:lnTo>
                  <a:cubicBezTo>
                    <a:pt x="75733" y="10015"/>
                    <a:pt x="74770" y="10739"/>
                    <a:pt x="73670" y="10743"/>
                  </a:cubicBezTo>
                  <a:lnTo>
                    <a:pt x="14108" y="10743"/>
                  </a:lnTo>
                  <a:cubicBezTo>
                    <a:pt x="13008" y="10739"/>
                    <a:pt x="12045" y="10015"/>
                    <a:pt x="11735" y="8961"/>
                  </a:cubicBezTo>
                  <a:lnTo>
                    <a:pt x="9323" y="624"/>
                  </a:lnTo>
                  <a:cubicBezTo>
                    <a:pt x="9218" y="259"/>
                    <a:pt x="8859" y="1"/>
                    <a:pt x="8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1"/>
            <p:cNvSpPr/>
            <p:nvPr/>
          </p:nvSpPr>
          <p:spPr>
            <a:xfrm>
              <a:off x="4886275" y="1809725"/>
              <a:ext cx="2253025" cy="453500"/>
            </a:xfrm>
            <a:custGeom>
              <a:avLst/>
              <a:gdLst/>
              <a:ahLst/>
              <a:cxnLst/>
              <a:rect l="l" t="t" r="r" b="b"/>
              <a:pathLst>
                <a:path w="90121" h="18140" extrusionOk="0">
                  <a:moveTo>
                    <a:pt x="1958" y="1"/>
                  </a:moveTo>
                  <a:cubicBezTo>
                    <a:pt x="878" y="1"/>
                    <a:pt x="0" y="804"/>
                    <a:pt x="0" y="1796"/>
                  </a:cubicBezTo>
                  <a:lnTo>
                    <a:pt x="3659" y="18139"/>
                  </a:lnTo>
                  <a:lnTo>
                    <a:pt x="86461" y="18139"/>
                  </a:lnTo>
                  <a:lnTo>
                    <a:pt x="90120" y="1796"/>
                  </a:lnTo>
                  <a:cubicBezTo>
                    <a:pt x="90120" y="804"/>
                    <a:pt x="89242" y="1"/>
                    <a:pt x="88162" y="1"/>
                  </a:cubicBezTo>
                  <a:cubicBezTo>
                    <a:pt x="87199" y="1"/>
                    <a:pt x="86379" y="644"/>
                    <a:pt x="86229" y="1519"/>
                  </a:cubicBezTo>
                  <a:lnTo>
                    <a:pt x="84274" y="11063"/>
                  </a:lnTo>
                  <a:cubicBezTo>
                    <a:pt x="84144" y="11696"/>
                    <a:pt x="83585" y="12153"/>
                    <a:pt x="82936" y="12153"/>
                  </a:cubicBezTo>
                  <a:lnTo>
                    <a:pt x="7184" y="12153"/>
                  </a:lnTo>
                  <a:cubicBezTo>
                    <a:pt x="6535" y="12153"/>
                    <a:pt x="5976" y="11696"/>
                    <a:pt x="5846" y="11063"/>
                  </a:cubicBezTo>
                  <a:lnTo>
                    <a:pt x="3891" y="1519"/>
                  </a:lnTo>
                  <a:cubicBezTo>
                    <a:pt x="3744" y="644"/>
                    <a:pt x="2921" y="1"/>
                    <a:pt x="19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1"/>
            <p:cNvSpPr/>
            <p:nvPr/>
          </p:nvSpPr>
          <p:spPr>
            <a:xfrm>
              <a:off x="4885525" y="1808925"/>
              <a:ext cx="2254500" cy="455100"/>
            </a:xfrm>
            <a:custGeom>
              <a:avLst/>
              <a:gdLst/>
              <a:ahLst/>
              <a:cxnLst/>
              <a:rect l="l" t="t" r="r" b="b"/>
              <a:pathLst>
                <a:path w="90180" h="18204" extrusionOk="0">
                  <a:moveTo>
                    <a:pt x="88192" y="62"/>
                  </a:moveTo>
                  <a:cubicBezTo>
                    <a:pt x="89252" y="62"/>
                    <a:pt x="90121" y="852"/>
                    <a:pt x="90121" y="1825"/>
                  </a:cubicBezTo>
                  <a:lnTo>
                    <a:pt x="86468" y="18142"/>
                  </a:lnTo>
                  <a:lnTo>
                    <a:pt x="3712" y="18142"/>
                  </a:lnTo>
                  <a:lnTo>
                    <a:pt x="63" y="1825"/>
                  </a:lnTo>
                  <a:cubicBezTo>
                    <a:pt x="66" y="852"/>
                    <a:pt x="928" y="62"/>
                    <a:pt x="1988" y="62"/>
                  </a:cubicBezTo>
                  <a:cubicBezTo>
                    <a:pt x="2945" y="62"/>
                    <a:pt x="3744" y="689"/>
                    <a:pt x="3891" y="1554"/>
                  </a:cubicBezTo>
                  <a:lnTo>
                    <a:pt x="5847" y="11098"/>
                  </a:lnTo>
                  <a:cubicBezTo>
                    <a:pt x="5980" y="11748"/>
                    <a:pt x="6552" y="12214"/>
                    <a:pt x="7214" y="12214"/>
                  </a:cubicBezTo>
                  <a:lnTo>
                    <a:pt x="82966" y="12214"/>
                  </a:lnTo>
                  <a:cubicBezTo>
                    <a:pt x="83628" y="12214"/>
                    <a:pt x="84200" y="11748"/>
                    <a:pt x="84334" y="11098"/>
                  </a:cubicBezTo>
                  <a:lnTo>
                    <a:pt x="86289" y="1554"/>
                  </a:lnTo>
                  <a:cubicBezTo>
                    <a:pt x="86439" y="689"/>
                    <a:pt x="87239" y="62"/>
                    <a:pt x="88192" y="62"/>
                  </a:cubicBezTo>
                  <a:close/>
                  <a:moveTo>
                    <a:pt x="1988" y="0"/>
                  </a:moveTo>
                  <a:cubicBezTo>
                    <a:pt x="892" y="0"/>
                    <a:pt x="1" y="820"/>
                    <a:pt x="1" y="1828"/>
                  </a:cubicBezTo>
                  <a:cubicBezTo>
                    <a:pt x="1" y="1831"/>
                    <a:pt x="1" y="1835"/>
                    <a:pt x="1" y="1835"/>
                  </a:cubicBezTo>
                  <a:lnTo>
                    <a:pt x="3660" y="18181"/>
                  </a:lnTo>
                  <a:cubicBezTo>
                    <a:pt x="3663" y="18194"/>
                    <a:pt x="3673" y="18204"/>
                    <a:pt x="3689" y="18204"/>
                  </a:cubicBezTo>
                  <a:lnTo>
                    <a:pt x="86491" y="18204"/>
                  </a:lnTo>
                  <a:cubicBezTo>
                    <a:pt x="86507" y="18204"/>
                    <a:pt x="86520" y="18194"/>
                    <a:pt x="86520" y="18181"/>
                  </a:cubicBezTo>
                  <a:lnTo>
                    <a:pt x="90179" y="1835"/>
                  </a:lnTo>
                  <a:cubicBezTo>
                    <a:pt x="90179" y="1835"/>
                    <a:pt x="90179" y="1831"/>
                    <a:pt x="90179" y="1828"/>
                  </a:cubicBezTo>
                  <a:cubicBezTo>
                    <a:pt x="90179" y="820"/>
                    <a:pt x="89288" y="0"/>
                    <a:pt x="88192" y="0"/>
                  </a:cubicBezTo>
                  <a:cubicBezTo>
                    <a:pt x="87209" y="0"/>
                    <a:pt x="86380" y="650"/>
                    <a:pt x="86230" y="1544"/>
                  </a:cubicBezTo>
                  <a:lnTo>
                    <a:pt x="84275" y="11088"/>
                  </a:lnTo>
                  <a:cubicBezTo>
                    <a:pt x="84144" y="11708"/>
                    <a:pt x="83599" y="12152"/>
                    <a:pt x="82966" y="12156"/>
                  </a:cubicBezTo>
                  <a:lnTo>
                    <a:pt x="7214" y="12156"/>
                  </a:lnTo>
                  <a:cubicBezTo>
                    <a:pt x="6581" y="12152"/>
                    <a:pt x="6036" y="11708"/>
                    <a:pt x="5909" y="11088"/>
                  </a:cubicBezTo>
                  <a:lnTo>
                    <a:pt x="3953" y="1544"/>
                  </a:lnTo>
                  <a:cubicBezTo>
                    <a:pt x="3800" y="650"/>
                    <a:pt x="2974" y="0"/>
                    <a:pt x="1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1"/>
            <p:cNvSpPr/>
            <p:nvPr/>
          </p:nvSpPr>
          <p:spPr>
            <a:xfrm>
              <a:off x="4886275" y="1809725"/>
              <a:ext cx="2253025" cy="555500"/>
            </a:xfrm>
            <a:custGeom>
              <a:avLst/>
              <a:gdLst/>
              <a:ahLst/>
              <a:cxnLst/>
              <a:rect l="l" t="t" r="r" b="b"/>
              <a:pathLst>
                <a:path w="90121" h="22220" extrusionOk="0">
                  <a:moveTo>
                    <a:pt x="1958" y="1"/>
                  </a:moveTo>
                  <a:cubicBezTo>
                    <a:pt x="878" y="1"/>
                    <a:pt x="0" y="804"/>
                    <a:pt x="0" y="1796"/>
                  </a:cubicBezTo>
                  <a:lnTo>
                    <a:pt x="3659" y="18139"/>
                  </a:lnTo>
                  <a:lnTo>
                    <a:pt x="3659" y="22219"/>
                  </a:lnTo>
                  <a:lnTo>
                    <a:pt x="86461" y="22219"/>
                  </a:lnTo>
                  <a:lnTo>
                    <a:pt x="86461" y="18139"/>
                  </a:lnTo>
                  <a:lnTo>
                    <a:pt x="90120" y="1796"/>
                  </a:lnTo>
                  <a:cubicBezTo>
                    <a:pt x="90120" y="804"/>
                    <a:pt x="89242" y="1"/>
                    <a:pt x="88162" y="1"/>
                  </a:cubicBezTo>
                  <a:cubicBezTo>
                    <a:pt x="87199" y="1"/>
                    <a:pt x="86376" y="644"/>
                    <a:pt x="86226" y="1519"/>
                  </a:cubicBezTo>
                  <a:lnTo>
                    <a:pt x="84300" y="10932"/>
                  </a:lnTo>
                  <a:cubicBezTo>
                    <a:pt x="84153" y="11644"/>
                    <a:pt x="83530" y="12153"/>
                    <a:pt x="82802" y="12153"/>
                  </a:cubicBezTo>
                  <a:lnTo>
                    <a:pt x="7315" y="12153"/>
                  </a:lnTo>
                  <a:cubicBezTo>
                    <a:pt x="6590" y="12153"/>
                    <a:pt x="5967" y="11644"/>
                    <a:pt x="5820" y="10932"/>
                  </a:cubicBezTo>
                  <a:lnTo>
                    <a:pt x="3891" y="1519"/>
                  </a:lnTo>
                  <a:cubicBezTo>
                    <a:pt x="3744" y="644"/>
                    <a:pt x="2921" y="1"/>
                    <a:pt x="1958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1"/>
            <p:cNvSpPr/>
            <p:nvPr/>
          </p:nvSpPr>
          <p:spPr>
            <a:xfrm>
              <a:off x="5109200" y="1402700"/>
              <a:ext cx="1812775" cy="78775"/>
            </a:xfrm>
            <a:custGeom>
              <a:avLst/>
              <a:gdLst/>
              <a:ahLst/>
              <a:cxnLst/>
              <a:rect l="l" t="t" r="r" b="b"/>
              <a:pathLst>
                <a:path w="72511" h="3151" extrusionOk="0">
                  <a:moveTo>
                    <a:pt x="51004" y="1522"/>
                  </a:moveTo>
                  <a:lnTo>
                    <a:pt x="1972" y="1522"/>
                  </a:lnTo>
                  <a:cubicBezTo>
                    <a:pt x="1277" y="1519"/>
                    <a:pt x="598" y="1705"/>
                    <a:pt x="0" y="2054"/>
                  </a:cubicBezTo>
                  <a:cubicBezTo>
                    <a:pt x="510" y="853"/>
                    <a:pt x="1776" y="4"/>
                    <a:pt x="3264" y="4"/>
                  </a:cubicBezTo>
                  <a:lnTo>
                    <a:pt x="51004" y="4"/>
                  </a:lnTo>
                  <a:close/>
                  <a:moveTo>
                    <a:pt x="69012" y="1"/>
                  </a:moveTo>
                  <a:lnTo>
                    <a:pt x="63891" y="1"/>
                  </a:lnTo>
                  <a:cubicBezTo>
                    <a:pt x="63907" y="370"/>
                    <a:pt x="63920" y="886"/>
                    <a:pt x="63933" y="1522"/>
                  </a:cubicBezTo>
                  <a:lnTo>
                    <a:pt x="69390" y="1522"/>
                  </a:lnTo>
                  <a:cubicBezTo>
                    <a:pt x="70729" y="1522"/>
                    <a:pt x="71894" y="2178"/>
                    <a:pt x="72511" y="3151"/>
                  </a:cubicBezTo>
                  <a:cubicBezTo>
                    <a:pt x="72472" y="1404"/>
                    <a:pt x="70921" y="1"/>
                    <a:pt x="69012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1"/>
            <p:cNvSpPr/>
            <p:nvPr/>
          </p:nvSpPr>
          <p:spPr>
            <a:xfrm>
              <a:off x="4985250" y="2364775"/>
              <a:ext cx="27100" cy="182250"/>
            </a:xfrm>
            <a:custGeom>
              <a:avLst/>
              <a:gdLst/>
              <a:ahLst/>
              <a:cxnLst/>
              <a:rect l="l" t="t" r="r" b="b"/>
              <a:pathLst>
                <a:path w="1084" h="7290" extrusionOk="0">
                  <a:moveTo>
                    <a:pt x="1025" y="1"/>
                  </a:moveTo>
                  <a:lnTo>
                    <a:pt x="0" y="7280"/>
                  </a:lnTo>
                  <a:lnTo>
                    <a:pt x="62" y="7289"/>
                  </a:lnTo>
                  <a:lnTo>
                    <a:pt x="1084" y="11"/>
                  </a:lnTo>
                  <a:lnTo>
                    <a:pt x="10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1"/>
            <p:cNvSpPr/>
            <p:nvPr/>
          </p:nvSpPr>
          <p:spPr>
            <a:xfrm>
              <a:off x="5124875" y="2365350"/>
              <a:ext cx="27525" cy="125450"/>
            </a:xfrm>
            <a:custGeom>
              <a:avLst/>
              <a:gdLst/>
              <a:ahLst/>
              <a:cxnLst/>
              <a:rect l="l" t="t" r="r" b="b"/>
              <a:pathLst>
                <a:path w="1101" h="5018" extrusionOk="0">
                  <a:moveTo>
                    <a:pt x="1038" y="1"/>
                  </a:moveTo>
                  <a:lnTo>
                    <a:pt x="0" y="5004"/>
                  </a:lnTo>
                  <a:lnTo>
                    <a:pt x="62" y="5017"/>
                  </a:lnTo>
                  <a:lnTo>
                    <a:pt x="1100" y="14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1"/>
            <p:cNvSpPr/>
            <p:nvPr/>
          </p:nvSpPr>
          <p:spPr>
            <a:xfrm>
              <a:off x="5020750" y="1923725"/>
              <a:ext cx="1010975" cy="203600"/>
            </a:xfrm>
            <a:custGeom>
              <a:avLst/>
              <a:gdLst/>
              <a:ahLst/>
              <a:cxnLst/>
              <a:rect l="l" t="t" r="r" b="b"/>
              <a:pathLst>
                <a:path w="40439" h="8144" extrusionOk="0">
                  <a:moveTo>
                    <a:pt x="21944" y="0"/>
                  </a:moveTo>
                  <a:cubicBezTo>
                    <a:pt x="14174" y="0"/>
                    <a:pt x="6858" y="353"/>
                    <a:pt x="6858" y="353"/>
                  </a:cubicBezTo>
                  <a:cubicBezTo>
                    <a:pt x="3431" y="1133"/>
                    <a:pt x="1322" y="2400"/>
                    <a:pt x="1322" y="2400"/>
                  </a:cubicBezTo>
                  <a:cubicBezTo>
                    <a:pt x="0" y="3506"/>
                    <a:pt x="1319" y="7763"/>
                    <a:pt x="2308" y="7861"/>
                  </a:cubicBezTo>
                  <a:cubicBezTo>
                    <a:pt x="2941" y="7923"/>
                    <a:pt x="18083" y="8143"/>
                    <a:pt x="28992" y="8143"/>
                  </a:cubicBezTo>
                  <a:cubicBezTo>
                    <a:pt x="35190" y="8143"/>
                    <a:pt x="40021" y="8072"/>
                    <a:pt x="40047" y="7861"/>
                  </a:cubicBezTo>
                  <a:cubicBezTo>
                    <a:pt x="40118" y="7276"/>
                    <a:pt x="40096" y="4479"/>
                    <a:pt x="40096" y="4479"/>
                  </a:cubicBezTo>
                  <a:cubicBezTo>
                    <a:pt x="40197" y="2889"/>
                    <a:pt x="40438" y="1816"/>
                    <a:pt x="38633" y="1231"/>
                  </a:cubicBezTo>
                  <a:cubicBezTo>
                    <a:pt x="35640" y="261"/>
                    <a:pt x="28624" y="0"/>
                    <a:pt x="219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1"/>
            <p:cNvSpPr/>
            <p:nvPr/>
          </p:nvSpPr>
          <p:spPr>
            <a:xfrm>
              <a:off x="5034450" y="1922950"/>
              <a:ext cx="994325" cy="205125"/>
            </a:xfrm>
            <a:custGeom>
              <a:avLst/>
              <a:gdLst/>
              <a:ahLst/>
              <a:cxnLst/>
              <a:rect l="l" t="t" r="r" b="b"/>
              <a:pathLst>
                <a:path w="39773" h="8205" extrusionOk="0">
                  <a:moveTo>
                    <a:pt x="21438" y="62"/>
                  </a:moveTo>
                  <a:cubicBezTo>
                    <a:pt x="27656" y="62"/>
                    <a:pt x="35013" y="299"/>
                    <a:pt x="38075" y="1292"/>
                  </a:cubicBezTo>
                  <a:cubicBezTo>
                    <a:pt x="39707" y="1820"/>
                    <a:pt x="39645" y="2738"/>
                    <a:pt x="39544" y="4125"/>
                  </a:cubicBezTo>
                  <a:cubicBezTo>
                    <a:pt x="39534" y="4249"/>
                    <a:pt x="39528" y="4376"/>
                    <a:pt x="39518" y="4513"/>
                  </a:cubicBezTo>
                  <a:cubicBezTo>
                    <a:pt x="39518" y="4539"/>
                    <a:pt x="39541" y="7297"/>
                    <a:pt x="39469" y="7882"/>
                  </a:cubicBezTo>
                  <a:cubicBezTo>
                    <a:pt x="39294" y="8052"/>
                    <a:pt x="35369" y="8142"/>
                    <a:pt x="28441" y="8142"/>
                  </a:cubicBezTo>
                  <a:cubicBezTo>
                    <a:pt x="26203" y="8142"/>
                    <a:pt x="23652" y="8133"/>
                    <a:pt x="20812" y="8113"/>
                  </a:cubicBezTo>
                  <a:cubicBezTo>
                    <a:pt x="11882" y="8055"/>
                    <a:pt x="2276" y="7911"/>
                    <a:pt x="1763" y="7859"/>
                  </a:cubicBezTo>
                  <a:cubicBezTo>
                    <a:pt x="1375" y="7823"/>
                    <a:pt x="892" y="7079"/>
                    <a:pt x="562" y="6011"/>
                  </a:cubicBezTo>
                  <a:cubicBezTo>
                    <a:pt x="151" y="4683"/>
                    <a:pt x="63" y="3071"/>
                    <a:pt x="790" y="2457"/>
                  </a:cubicBezTo>
                  <a:cubicBezTo>
                    <a:pt x="865" y="2411"/>
                    <a:pt x="2977" y="1174"/>
                    <a:pt x="6313" y="417"/>
                  </a:cubicBezTo>
                  <a:cubicBezTo>
                    <a:pt x="6473" y="407"/>
                    <a:pt x="12773" y="107"/>
                    <a:pt x="19767" y="68"/>
                  </a:cubicBezTo>
                  <a:cubicBezTo>
                    <a:pt x="20312" y="64"/>
                    <a:pt x="20871" y="62"/>
                    <a:pt x="21438" y="62"/>
                  </a:cubicBezTo>
                  <a:close/>
                  <a:moveTo>
                    <a:pt x="21342" y="1"/>
                  </a:moveTo>
                  <a:cubicBezTo>
                    <a:pt x="20808" y="1"/>
                    <a:pt x="20284" y="3"/>
                    <a:pt x="19771" y="6"/>
                  </a:cubicBezTo>
                  <a:cubicBezTo>
                    <a:pt x="12714" y="48"/>
                    <a:pt x="6372" y="352"/>
                    <a:pt x="6310" y="355"/>
                  </a:cubicBezTo>
                  <a:lnTo>
                    <a:pt x="6303" y="355"/>
                  </a:lnTo>
                  <a:cubicBezTo>
                    <a:pt x="2909" y="1128"/>
                    <a:pt x="777" y="2392"/>
                    <a:pt x="754" y="2405"/>
                  </a:cubicBezTo>
                  <a:lnTo>
                    <a:pt x="751" y="2408"/>
                  </a:lnTo>
                  <a:cubicBezTo>
                    <a:pt x="0" y="3038"/>
                    <a:pt x="85" y="4680"/>
                    <a:pt x="500" y="6028"/>
                  </a:cubicBezTo>
                  <a:cubicBezTo>
                    <a:pt x="781" y="6935"/>
                    <a:pt x="1280" y="7875"/>
                    <a:pt x="1757" y="7921"/>
                  </a:cubicBezTo>
                  <a:cubicBezTo>
                    <a:pt x="2279" y="7973"/>
                    <a:pt x="11970" y="8117"/>
                    <a:pt x="20975" y="8176"/>
                  </a:cubicBezTo>
                  <a:cubicBezTo>
                    <a:pt x="23972" y="8195"/>
                    <a:pt x="26482" y="8205"/>
                    <a:pt x="28590" y="8205"/>
                  </a:cubicBezTo>
                  <a:cubicBezTo>
                    <a:pt x="39492" y="8205"/>
                    <a:pt x="39518" y="7976"/>
                    <a:pt x="39531" y="7898"/>
                  </a:cubicBezTo>
                  <a:cubicBezTo>
                    <a:pt x="39600" y="7317"/>
                    <a:pt x="39580" y="4543"/>
                    <a:pt x="39580" y="4517"/>
                  </a:cubicBezTo>
                  <a:cubicBezTo>
                    <a:pt x="39587" y="4383"/>
                    <a:pt x="39597" y="4255"/>
                    <a:pt x="39606" y="4131"/>
                  </a:cubicBezTo>
                  <a:cubicBezTo>
                    <a:pt x="39704" y="2764"/>
                    <a:pt x="39773" y="1778"/>
                    <a:pt x="38095" y="1233"/>
                  </a:cubicBezTo>
                  <a:cubicBezTo>
                    <a:pt x="35010" y="235"/>
                    <a:pt x="27584" y="1"/>
                    <a:pt x="21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1"/>
            <p:cNvSpPr/>
            <p:nvPr/>
          </p:nvSpPr>
          <p:spPr>
            <a:xfrm>
              <a:off x="5183300" y="1921525"/>
              <a:ext cx="855675" cy="113850"/>
            </a:xfrm>
            <a:custGeom>
              <a:avLst/>
              <a:gdLst/>
              <a:ahLst/>
              <a:cxnLst/>
              <a:rect l="l" t="t" r="r" b="b"/>
              <a:pathLst>
                <a:path w="34227" h="4554" extrusionOk="0">
                  <a:moveTo>
                    <a:pt x="11101" y="464"/>
                  </a:moveTo>
                  <a:cubicBezTo>
                    <a:pt x="11101" y="464"/>
                    <a:pt x="2455" y="2785"/>
                    <a:pt x="1492" y="3004"/>
                  </a:cubicBezTo>
                  <a:cubicBezTo>
                    <a:pt x="1139" y="3085"/>
                    <a:pt x="578" y="3232"/>
                    <a:pt x="0" y="3389"/>
                  </a:cubicBezTo>
                  <a:cubicBezTo>
                    <a:pt x="8764" y="4077"/>
                    <a:pt x="34227" y="4554"/>
                    <a:pt x="32556" y="1548"/>
                  </a:cubicBezTo>
                  <a:lnTo>
                    <a:pt x="32660" y="1535"/>
                  </a:lnTo>
                  <a:cubicBezTo>
                    <a:pt x="32490" y="1450"/>
                    <a:pt x="32314" y="1378"/>
                    <a:pt x="32135" y="1319"/>
                  </a:cubicBezTo>
                  <a:cubicBezTo>
                    <a:pt x="28345" y="92"/>
                    <a:pt x="18115" y="1"/>
                    <a:pt x="10275" y="13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1"/>
            <p:cNvSpPr/>
            <p:nvPr/>
          </p:nvSpPr>
          <p:spPr>
            <a:xfrm>
              <a:off x="6021900" y="1921350"/>
              <a:ext cx="1004850" cy="205925"/>
            </a:xfrm>
            <a:custGeom>
              <a:avLst/>
              <a:gdLst/>
              <a:ahLst/>
              <a:cxnLst/>
              <a:rect l="l" t="t" r="r" b="b"/>
              <a:pathLst>
                <a:path w="40194" h="8237" extrusionOk="0">
                  <a:moveTo>
                    <a:pt x="19663" y="0"/>
                  </a:moveTo>
                  <a:cubicBezTo>
                    <a:pt x="14597" y="0"/>
                    <a:pt x="8407" y="282"/>
                    <a:pt x="1904" y="1228"/>
                  </a:cubicBezTo>
                  <a:cubicBezTo>
                    <a:pt x="291" y="1463"/>
                    <a:pt x="1" y="2984"/>
                    <a:pt x="99" y="4574"/>
                  </a:cubicBezTo>
                  <a:cubicBezTo>
                    <a:pt x="99" y="4574"/>
                    <a:pt x="76" y="7368"/>
                    <a:pt x="147" y="7952"/>
                  </a:cubicBezTo>
                  <a:cubicBezTo>
                    <a:pt x="175" y="8165"/>
                    <a:pt x="5002" y="8237"/>
                    <a:pt x="11196" y="8237"/>
                  </a:cubicBezTo>
                  <a:cubicBezTo>
                    <a:pt x="22106" y="8237"/>
                    <a:pt x="37255" y="8015"/>
                    <a:pt x="37886" y="7952"/>
                  </a:cubicBezTo>
                  <a:cubicBezTo>
                    <a:pt x="38875" y="7858"/>
                    <a:pt x="40194" y="3601"/>
                    <a:pt x="38875" y="2495"/>
                  </a:cubicBezTo>
                  <a:cubicBezTo>
                    <a:pt x="38875" y="2495"/>
                    <a:pt x="35579" y="1392"/>
                    <a:pt x="32148" y="611"/>
                  </a:cubicBezTo>
                  <a:cubicBezTo>
                    <a:pt x="32148" y="611"/>
                    <a:pt x="27124" y="0"/>
                    <a:pt x="196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1"/>
            <p:cNvSpPr/>
            <p:nvPr/>
          </p:nvSpPr>
          <p:spPr>
            <a:xfrm>
              <a:off x="6049150" y="1913950"/>
              <a:ext cx="660500" cy="103000"/>
            </a:xfrm>
            <a:custGeom>
              <a:avLst/>
              <a:gdLst/>
              <a:ahLst/>
              <a:cxnLst/>
              <a:rect l="l" t="t" r="r" b="b"/>
              <a:pathLst>
                <a:path w="26420" h="4120" extrusionOk="0">
                  <a:moveTo>
                    <a:pt x="2015" y="1394"/>
                  </a:moveTo>
                  <a:cubicBezTo>
                    <a:pt x="2015" y="1394"/>
                    <a:pt x="1" y="2566"/>
                    <a:pt x="2991" y="3346"/>
                  </a:cubicBezTo>
                  <a:cubicBezTo>
                    <a:pt x="5964" y="4119"/>
                    <a:pt x="25539" y="3183"/>
                    <a:pt x="26420" y="526"/>
                  </a:cubicBezTo>
                  <a:cubicBezTo>
                    <a:pt x="20956" y="199"/>
                    <a:pt x="11294" y="0"/>
                    <a:pt x="814" y="1524"/>
                  </a:cubicBezTo>
                  <a:cubicBezTo>
                    <a:pt x="800" y="1524"/>
                    <a:pt x="787" y="1531"/>
                    <a:pt x="774" y="1534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1"/>
            <p:cNvSpPr/>
            <p:nvPr/>
          </p:nvSpPr>
          <p:spPr>
            <a:xfrm>
              <a:off x="6020350" y="1920600"/>
              <a:ext cx="992700" cy="207475"/>
            </a:xfrm>
            <a:custGeom>
              <a:avLst/>
              <a:gdLst/>
              <a:ahLst/>
              <a:cxnLst/>
              <a:rect l="l" t="t" r="r" b="b"/>
              <a:pathLst>
                <a:path w="39708" h="8299" extrusionOk="0">
                  <a:moveTo>
                    <a:pt x="19776" y="65"/>
                  </a:moveTo>
                  <a:cubicBezTo>
                    <a:pt x="20986" y="65"/>
                    <a:pt x="22106" y="81"/>
                    <a:pt x="23116" y="106"/>
                  </a:cubicBezTo>
                  <a:cubicBezTo>
                    <a:pt x="28603" y="243"/>
                    <a:pt x="32171" y="671"/>
                    <a:pt x="32204" y="674"/>
                  </a:cubicBezTo>
                  <a:cubicBezTo>
                    <a:pt x="35526" y="1428"/>
                    <a:pt x="38768" y="2505"/>
                    <a:pt x="38921" y="2554"/>
                  </a:cubicBezTo>
                  <a:cubicBezTo>
                    <a:pt x="39646" y="3168"/>
                    <a:pt x="39557" y="4777"/>
                    <a:pt x="39149" y="6105"/>
                  </a:cubicBezTo>
                  <a:cubicBezTo>
                    <a:pt x="38820" y="7173"/>
                    <a:pt x="38333" y="7917"/>
                    <a:pt x="37945" y="7953"/>
                  </a:cubicBezTo>
                  <a:cubicBezTo>
                    <a:pt x="37433" y="8005"/>
                    <a:pt x="27830" y="8149"/>
                    <a:pt x="18896" y="8207"/>
                  </a:cubicBezTo>
                  <a:cubicBezTo>
                    <a:pt x="16056" y="8227"/>
                    <a:pt x="13505" y="8236"/>
                    <a:pt x="11267" y="8236"/>
                  </a:cubicBezTo>
                  <a:cubicBezTo>
                    <a:pt x="4339" y="8236"/>
                    <a:pt x="415" y="8146"/>
                    <a:pt x="242" y="7976"/>
                  </a:cubicBezTo>
                  <a:cubicBezTo>
                    <a:pt x="174" y="7391"/>
                    <a:pt x="190" y="4633"/>
                    <a:pt x="193" y="4604"/>
                  </a:cubicBezTo>
                  <a:cubicBezTo>
                    <a:pt x="66" y="2567"/>
                    <a:pt x="647" y="1484"/>
                    <a:pt x="1969" y="1291"/>
                  </a:cubicBezTo>
                  <a:cubicBezTo>
                    <a:pt x="8617" y="324"/>
                    <a:pt x="14927" y="65"/>
                    <a:pt x="19776" y="65"/>
                  </a:cubicBezTo>
                  <a:close/>
                  <a:moveTo>
                    <a:pt x="19825" y="1"/>
                  </a:moveTo>
                  <a:cubicBezTo>
                    <a:pt x="14966" y="1"/>
                    <a:pt x="8635" y="259"/>
                    <a:pt x="1962" y="1229"/>
                  </a:cubicBezTo>
                  <a:cubicBezTo>
                    <a:pt x="601" y="1428"/>
                    <a:pt x="1" y="2531"/>
                    <a:pt x="131" y="4604"/>
                  </a:cubicBezTo>
                  <a:cubicBezTo>
                    <a:pt x="131" y="4633"/>
                    <a:pt x="108" y="7408"/>
                    <a:pt x="180" y="7989"/>
                  </a:cubicBezTo>
                  <a:cubicBezTo>
                    <a:pt x="190" y="8070"/>
                    <a:pt x="216" y="8299"/>
                    <a:pt x="11121" y="8299"/>
                  </a:cubicBezTo>
                  <a:cubicBezTo>
                    <a:pt x="13230" y="8299"/>
                    <a:pt x="15740" y="8289"/>
                    <a:pt x="18733" y="8270"/>
                  </a:cubicBezTo>
                  <a:cubicBezTo>
                    <a:pt x="27738" y="8211"/>
                    <a:pt x="37433" y="8067"/>
                    <a:pt x="37952" y="8015"/>
                  </a:cubicBezTo>
                  <a:cubicBezTo>
                    <a:pt x="38431" y="7969"/>
                    <a:pt x="38924" y="7029"/>
                    <a:pt x="39205" y="6122"/>
                  </a:cubicBezTo>
                  <a:cubicBezTo>
                    <a:pt x="39623" y="4774"/>
                    <a:pt x="39708" y="3132"/>
                    <a:pt x="38957" y="2502"/>
                  </a:cubicBezTo>
                  <a:cubicBezTo>
                    <a:pt x="38954" y="2499"/>
                    <a:pt x="38950" y="2499"/>
                    <a:pt x="38947" y="2495"/>
                  </a:cubicBezTo>
                  <a:cubicBezTo>
                    <a:pt x="38914" y="2489"/>
                    <a:pt x="35608" y="1382"/>
                    <a:pt x="32213" y="612"/>
                  </a:cubicBezTo>
                  <a:cubicBezTo>
                    <a:pt x="32177" y="606"/>
                    <a:pt x="28610" y="178"/>
                    <a:pt x="23120" y="41"/>
                  </a:cubicBezTo>
                  <a:cubicBezTo>
                    <a:pt x="22121" y="16"/>
                    <a:pt x="21018" y="1"/>
                    <a:pt x="19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1"/>
            <p:cNvSpPr/>
            <p:nvPr/>
          </p:nvSpPr>
          <p:spPr>
            <a:xfrm>
              <a:off x="5050850" y="2002475"/>
              <a:ext cx="943175" cy="12350"/>
            </a:xfrm>
            <a:custGeom>
              <a:avLst/>
              <a:gdLst/>
              <a:ahLst/>
              <a:cxnLst/>
              <a:rect l="l" t="t" r="r" b="b"/>
              <a:pathLst>
                <a:path w="37727" h="494" extrusionOk="0">
                  <a:moveTo>
                    <a:pt x="1" y="1"/>
                  </a:moveTo>
                  <a:lnTo>
                    <a:pt x="1" y="63"/>
                  </a:lnTo>
                  <a:cubicBezTo>
                    <a:pt x="170" y="69"/>
                    <a:pt x="11513" y="493"/>
                    <a:pt x="22604" y="493"/>
                  </a:cubicBezTo>
                  <a:cubicBezTo>
                    <a:pt x="28195" y="493"/>
                    <a:pt x="33721" y="386"/>
                    <a:pt x="37726" y="63"/>
                  </a:cubicBezTo>
                  <a:lnTo>
                    <a:pt x="37720" y="1"/>
                  </a:lnTo>
                  <a:cubicBezTo>
                    <a:pt x="33717" y="323"/>
                    <a:pt x="28192" y="431"/>
                    <a:pt x="22603" y="431"/>
                  </a:cubicBezTo>
                  <a:cubicBezTo>
                    <a:pt x="11512" y="431"/>
                    <a:pt x="172" y="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1"/>
            <p:cNvSpPr/>
            <p:nvPr/>
          </p:nvSpPr>
          <p:spPr>
            <a:xfrm>
              <a:off x="6049975" y="2004925"/>
              <a:ext cx="943175" cy="12275"/>
            </a:xfrm>
            <a:custGeom>
              <a:avLst/>
              <a:gdLst/>
              <a:ahLst/>
              <a:cxnLst/>
              <a:rect l="l" t="t" r="r" b="b"/>
              <a:pathLst>
                <a:path w="37727" h="491" extrusionOk="0">
                  <a:moveTo>
                    <a:pt x="0" y="0"/>
                  </a:moveTo>
                  <a:lnTo>
                    <a:pt x="0" y="62"/>
                  </a:lnTo>
                  <a:cubicBezTo>
                    <a:pt x="170" y="66"/>
                    <a:pt x="11509" y="490"/>
                    <a:pt x="22604" y="490"/>
                  </a:cubicBezTo>
                  <a:cubicBezTo>
                    <a:pt x="28195" y="490"/>
                    <a:pt x="33721" y="382"/>
                    <a:pt x="37726" y="59"/>
                  </a:cubicBezTo>
                  <a:lnTo>
                    <a:pt x="37720" y="0"/>
                  </a:lnTo>
                  <a:cubicBezTo>
                    <a:pt x="33717" y="323"/>
                    <a:pt x="28192" y="431"/>
                    <a:pt x="22603" y="431"/>
                  </a:cubicBezTo>
                  <a:cubicBezTo>
                    <a:pt x="11512" y="431"/>
                    <a:pt x="172" y="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1"/>
            <p:cNvSpPr/>
            <p:nvPr/>
          </p:nvSpPr>
          <p:spPr>
            <a:xfrm>
              <a:off x="5011275" y="1770900"/>
              <a:ext cx="2015475" cy="356375"/>
            </a:xfrm>
            <a:custGeom>
              <a:avLst/>
              <a:gdLst/>
              <a:ahLst/>
              <a:cxnLst/>
              <a:rect l="l" t="t" r="r" b="b"/>
              <a:pathLst>
                <a:path w="80619" h="14255" extrusionOk="0">
                  <a:moveTo>
                    <a:pt x="1577" y="0"/>
                  </a:moveTo>
                  <a:cubicBezTo>
                    <a:pt x="1358" y="3548"/>
                    <a:pt x="1" y="4338"/>
                    <a:pt x="1225" y="9388"/>
                  </a:cubicBezTo>
                  <a:cubicBezTo>
                    <a:pt x="849" y="11029"/>
                    <a:pt x="1877" y="13892"/>
                    <a:pt x="2687" y="13970"/>
                  </a:cubicBezTo>
                  <a:cubicBezTo>
                    <a:pt x="3320" y="14033"/>
                    <a:pt x="18470" y="14255"/>
                    <a:pt x="29379" y="14255"/>
                  </a:cubicBezTo>
                  <a:cubicBezTo>
                    <a:pt x="35573" y="14255"/>
                    <a:pt x="40400" y="14183"/>
                    <a:pt x="40426" y="13970"/>
                  </a:cubicBezTo>
                  <a:cubicBezTo>
                    <a:pt x="40497" y="13386"/>
                    <a:pt x="40475" y="10592"/>
                    <a:pt x="40475" y="10592"/>
                  </a:cubicBezTo>
                  <a:cubicBezTo>
                    <a:pt x="40484" y="10429"/>
                    <a:pt x="40497" y="10272"/>
                    <a:pt x="40507" y="10119"/>
                  </a:cubicBezTo>
                  <a:cubicBezTo>
                    <a:pt x="40507" y="10275"/>
                    <a:pt x="40514" y="10435"/>
                    <a:pt x="40524" y="10592"/>
                  </a:cubicBezTo>
                  <a:cubicBezTo>
                    <a:pt x="40524" y="10592"/>
                    <a:pt x="40501" y="13386"/>
                    <a:pt x="40572" y="13970"/>
                  </a:cubicBezTo>
                  <a:cubicBezTo>
                    <a:pt x="40600" y="14183"/>
                    <a:pt x="45427" y="14255"/>
                    <a:pt x="51621" y="14255"/>
                  </a:cubicBezTo>
                  <a:cubicBezTo>
                    <a:pt x="62531" y="14255"/>
                    <a:pt x="77680" y="14033"/>
                    <a:pt x="78311" y="13970"/>
                  </a:cubicBezTo>
                  <a:cubicBezTo>
                    <a:pt x="79300" y="13876"/>
                    <a:pt x="80619" y="9619"/>
                    <a:pt x="79300" y="8513"/>
                  </a:cubicBezTo>
                  <a:cubicBezTo>
                    <a:pt x="79300" y="8513"/>
                    <a:pt x="76004" y="7410"/>
                    <a:pt x="72573" y="6629"/>
                  </a:cubicBezTo>
                  <a:lnTo>
                    <a:pt x="67948" y="6208"/>
                  </a:lnTo>
                  <a:cubicBezTo>
                    <a:pt x="67405" y="8291"/>
                    <a:pt x="55439" y="9329"/>
                    <a:pt x="48679" y="9329"/>
                  </a:cubicBezTo>
                  <a:cubicBezTo>
                    <a:pt x="46708" y="9329"/>
                    <a:pt x="45180" y="9240"/>
                    <a:pt x="44506" y="9064"/>
                  </a:cubicBezTo>
                  <a:cubicBezTo>
                    <a:pt x="41516" y="8284"/>
                    <a:pt x="43530" y="7116"/>
                    <a:pt x="43530" y="7116"/>
                  </a:cubicBezTo>
                  <a:lnTo>
                    <a:pt x="43530" y="7116"/>
                  </a:lnTo>
                  <a:lnTo>
                    <a:pt x="42283" y="7253"/>
                  </a:lnTo>
                  <a:cubicBezTo>
                    <a:pt x="41124" y="7442"/>
                    <a:pt x="40664" y="8310"/>
                    <a:pt x="40543" y="9384"/>
                  </a:cubicBezTo>
                  <a:cubicBezTo>
                    <a:pt x="40550" y="8588"/>
                    <a:pt x="40380" y="7981"/>
                    <a:pt x="39544" y="7560"/>
                  </a:cubicBezTo>
                  <a:lnTo>
                    <a:pt x="39437" y="7570"/>
                  </a:lnTo>
                  <a:cubicBezTo>
                    <a:pt x="40440" y="9379"/>
                    <a:pt x="31619" y="9926"/>
                    <a:pt x="22525" y="9926"/>
                  </a:cubicBezTo>
                  <a:cubicBezTo>
                    <a:pt x="16508" y="9926"/>
                    <a:pt x="10371" y="9687"/>
                    <a:pt x="6881" y="9414"/>
                  </a:cubicBezTo>
                  <a:cubicBezTo>
                    <a:pt x="7456" y="9254"/>
                    <a:pt x="8024" y="9107"/>
                    <a:pt x="8373" y="9025"/>
                  </a:cubicBezTo>
                  <a:cubicBezTo>
                    <a:pt x="9336" y="8807"/>
                    <a:pt x="17982" y="6486"/>
                    <a:pt x="17982" y="6486"/>
                  </a:cubicBezTo>
                  <a:lnTo>
                    <a:pt x="1577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1"/>
            <p:cNvSpPr/>
            <p:nvPr/>
          </p:nvSpPr>
          <p:spPr>
            <a:xfrm>
              <a:off x="5031025" y="1668575"/>
              <a:ext cx="435200" cy="351175"/>
            </a:xfrm>
            <a:custGeom>
              <a:avLst/>
              <a:gdLst/>
              <a:ahLst/>
              <a:cxnLst/>
              <a:rect l="l" t="t" r="r" b="b"/>
              <a:pathLst>
                <a:path w="17408" h="14047" extrusionOk="0">
                  <a:moveTo>
                    <a:pt x="12223" y="0"/>
                  </a:moveTo>
                  <a:cubicBezTo>
                    <a:pt x="7881" y="0"/>
                    <a:pt x="738" y="2846"/>
                    <a:pt x="738" y="2846"/>
                  </a:cubicBezTo>
                  <a:cubicBezTo>
                    <a:pt x="738" y="2846"/>
                    <a:pt x="540" y="2739"/>
                    <a:pt x="359" y="2739"/>
                  </a:cubicBezTo>
                  <a:cubicBezTo>
                    <a:pt x="226" y="2739"/>
                    <a:pt x="103" y="2796"/>
                    <a:pt x="72" y="2997"/>
                  </a:cubicBezTo>
                  <a:cubicBezTo>
                    <a:pt x="0" y="3470"/>
                    <a:pt x="774" y="3933"/>
                    <a:pt x="774" y="3933"/>
                  </a:cubicBezTo>
                  <a:cubicBezTo>
                    <a:pt x="774" y="3933"/>
                    <a:pt x="774" y="3933"/>
                    <a:pt x="774" y="3933"/>
                  </a:cubicBezTo>
                  <a:cubicBezTo>
                    <a:pt x="775" y="3933"/>
                    <a:pt x="835" y="3946"/>
                    <a:pt x="1391" y="6620"/>
                  </a:cubicBezTo>
                  <a:cubicBezTo>
                    <a:pt x="2008" y="9577"/>
                    <a:pt x="3901" y="12684"/>
                    <a:pt x="3901" y="12684"/>
                  </a:cubicBezTo>
                  <a:cubicBezTo>
                    <a:pt x="3901" y="12684"/>
                    <a:pt x="3637" y="13076"/>
                    <a:pt x="3839" y="13800"/>
                  </a:cubicBezTo>
                  <a:cubicBezTo>
                    <a:pt x="3889" y="13979"/>
                    <a:pt x="3972" y="14046"/>
                    <a:pt x="4070" y="14046"/>
                  </a:cubicBezTo>
                  <a:cubicBezTo>
                    <a:pt x="4370" y="14046"/>
                    <a:pt x="4802" y="13415"/>
                    <a:pt x="4802" y="13415"/>
                  </a:cubicBezTo>
                  <a:cubicBezTo>
                    <a:pt x="5928" y="13379"/>
                    <a:pt x="8392" y="12273"/>
                    <a:pt x="8392" y="12273"/>
                  </a:cubicBezTo>
                  <a:cubicBezTo>
                    <a:pt x="11059" y="11891"/>
                    <a:pt x="16445" y="10455"/>
                    <a:pt x="16445" y="10455"/>
                  </a:cubicBezTo>
                  <a:cubicBezTo>
                    <a:pt x="16445" y="10455"/>
                    <a:pt x="16736" y="10695"/>
                    <a:pt x="16974" y="10695"/>
                  </a:cubicBezTo>
                  <a:cubicBezTo>
                    <a:pt x="17059" y="10695"/>
                    <a:pt x="17136" y="10664"/>
                    <a:pt x="17192" y="10582"/>
                  </a:cubicBezTo>
                  <a:cubicBezTo>
                    <a:pt x="17408" y="10266"/>
                    <a:pt x="17075" y="9740"/>
                    <a:pt x="17075" y="9740"/>
                  </a:cubicBezTo>
                  <a:cubicBezTo>
                    <a:pt x="17381" y="6358"/>
                    <a:pt x="15090" y="1505"/>
                    <a:pt x="15090" y="1505"/>
                  </a:cubicBezTo>
                  <a:cubicBezTo>
                    <a:pt x="15178" y="1159"/>
                    <a:pt x="15152" y="790"/>
                    <a:pt x="15015" y="457"/>
                  </a:cubicBezTo>
                  <a:cubicBezTo>
                    <a:pt x="14940" y="277"/>
                    <a:pt x="14867" y="217"/>
                    <a:pt x="14804" y="217"/>
                  </a:cubicBezTo>
                  <a:cubicBezTo>
                    <a:pt x="14673" y="217"/>
                    <a:pt x="14581" y="477"/>
                    <a:pt x="14581" y="477"/>
                  </a:cubicBezTo>
                  <a:cubicBezTo>
                    <a:pt x="14002" y="139"/>
                    <a:pt x="13181" y="0"/>
                    <a:pt x="122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1"/>
            <p:cNvSpPr/>
            <p:nvPr/>
          </p:nvSpPr>
          <p:spPr>
            <a:xfrm>
              <a:off x="5031025" y="1633725"/>
              <a:ext cx="435200" cy="398000"/>
            </a:xfrm>
            <a:custGeom>
              <a:avLst/>
              <a:gdLst/>
              <a:ahLst/>
              <a:cxnLst/>
              <a:rect l="l" t="t" r="r" b="b"/>
              <a:pathLst>
                <a:path w="17408" h="15920" extrusionOk="0">
                  <a:moveTo>
                    <a:pt x="738" y="4240"/>
                  </a:moveTo>
                  <a:cubicBezTo>
                    <a:pt x="738" y="4240"/>
                    <a:pt x="11379" y="0"/>
                    <a:pt x="14581" y="1871"/>
                  </a:cubicBezTo>
                  <a:cubicBezTo>
                    <a:pt x="14581" y="1871"/>
                    <a:pt x="14783" y="1299"/>
                    <a:pt x="15015" y="1851"/>
                  </a:cubicBezTo>
                  <a:cubicBezTo>
                    <a:pt x="15152" y="2184"/>
                    <a:pt x="15178" y="2553"/>
                    <a:pt x="15090" y="2899"/>
                  </a:cubicBezTo>
                  <a:cubicBezTo>
                    <a:pt x="15090" y="2899"/>
                    <a:pt x="17381" y="7752"/>
                    <a:pt x="17075" y="11134"/>
                  </a:cubicBezTo>
                  <a:cubicBezTo>
                    <a:pt x="17075" y="11134"/>
                    <a:pt x="17408" y="11660"/>
                    <a:pt x="17192" y="11976"/>
                  </a:cubicBezTo>
                  <a:cubicBezTo>
                    <a:pt x="16980" y="12289"/>
                    <a:pt x="16445" y="11849"/>
                    <a:pt x="16445" y="11849"/>
                  </a:cubicBezTo>
                  <a:cubicBezTo>
                    <a:pt x="16445" y="11849"/>
                    <a:pt x="11059" y="13285"/>
                    <a:pt x="8392" y="13667"/>
                  </a:cubicBezTo>
                  <a:cubicBezTo>
                    <a:pt x="8392" y="13667"/>
                    <a:pt x="5928" y="14773"/>
                    <a:pt x="4802" y="14809"/>
                  </a:cubicBezTo>
                  <a:cubicBezTo>
                    <a:pt x="4802" y="14809"/>
                    <a:pt x="4041" y="15919"/>
                    <a:pt x="3839" y="15194"/>
                  </a:cubicBezTo>
                  <a:cubicBezTo>
                    <a:pt x="3637" y="14470"/>
                    <a:pt x="3901" y="14078"/>
                    <a:pt x="3901" y="14078"/>
                  </a:cubicBezTo>
                  <a:cubicBezTo>
                    <a:pt x="3901" y="14078"/>
                    <a:pt x="2008" y="10971"/>
                    <a:pt x="1391" y="8014"/>
                  </a:cubicBezTo>
                  <a:cubicBezTo>
                    <a:pt x="829" y="5314"/>
                    <a:pt x="774" y="5327"/>
                    <a:pt x="774" y="5327"/>
                  </a:cubicBezTo>
                  <a:cubicBezTo>
                    <a:pt x="774" y="5327"/>
                    <a:pt x="0" y="4864"/>
                    <a:pt x="72" y="4391"/>
                  </a:cubicBezTo>
                  <a:cubicBezTo>
                    <a:pt x="144" y="3917"/>
                    <a:pt x="738" y="4240"/>
                    <a:pt x="738" y="424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1"/>
            <p:cNvSpPr/>
            <p:nvPr/>
          </p:nvSpPr>
          <p:spPr>
            <a:xfrm>
              <a:off x="5031025" y="1697200"/>
              <a:ext cx="435200" cy="334525"/>
            </a:xfrm>
            <a:custGeom>
              <a:avLst/>
              <a:gdLst/>
              <a:ahLst/>
              <a:cxnLst/>
              <a:rect l="l" t="t" r="r" b="b"/>
              <a:pathLst>
                <a:path w="17408" h="13381" extrusionOk="0">
                  <a:moveTo>
                    <a:pt x="774" y="2792"/>
                  </a:moveTo>
                  <a:cubicBezTo>
                    <a:pt x="774" y="2792"/>
                    <a:pt x="826" y="2775"/>
                    <a:pt x="1391" y="5475"/>
                  </a:cubicBezTo>
                  <a:cubicBezTo>
                    <a:pt x="2008" y="8435"/>
                    <a:pt x="3901" y="11542"/>
                    <a:pt x="3901" y="11542"/>
                  </a:cubicBezTo>
                  <a:cubicBezTo>
                    <a:pt x="3901" y="11542"/>
                    <a:pt x="3637" y="11934"/>
                    <a:pt x="3839" y="12659"/>
                  </a:cubicBezTo>
                  <a:cubicBezTo>
                    <a:pt x="4041" y="13380"/>
                    <a:pt x="4802" y="12274"/>
                    <a:pt x="4802" y="12274"/>
                  </a:cubicBezTo>
                  <a:cubicBezTo>
                    <a:pt x="5928" y="12231"/>
                    <a:pt x="8392" y="11131"/>
                    <a:pt x="8392" y="11131"/>
                  </a:cubicBezTo>
                  <a:cubicBezTo>
                    <a:pt x="11059" y="10749"/>
                    <a:pt x="16445" y="9313"/>
                    <a:pt x="16445" y="9313"/>
                  </a:cubicBezTo>
                  <a:cubicBezTo>
                    <a:pt x="16445" y="9313"/>
                    <a:pt x="16980" y="9754"/>
                    <a:pt x="17192" y="9437"/>
                  </a:cubicBezTo>
                  <a:cubicBezTo>
                    <a:pt x="17408" y="9121"/>
                    <a:pt x="17075" y="8595"/>
                    <a:pt x="17075" y="8595"/>
                  </a:cubicBezTo>
                  <a:cubicBezTo>
                    <a:pt x="17133" y="7952"/>
                    <a:pt x="17097" y="7257"/>
                    <a:pt x="17000" y="6548"/>
                  </a:cubicBezTo>
                  <a:cubicBezTo>
                    <a:pt x="13393" y="8598"/>
                    <a:pt x="10961" y="8856"/>
                    <a:pt x="7625" y="6656"/>
                  </a:cubicBezTo>
                  <a:cubicBezTo>
                    <a:pt x="5125" y="5001"/>
                    <a:pt x="4883" y="1342"/>
                    <a:pt x="5797" y="1"/>
                  </a:cubicBezTo>
                  <a:cubicBezTo>
                    <a:pt x="3023" y="791"/>
                    <a:pt x="738" y="1701"/>
                    <a:pt x="738" y="1701"/>
                  </a:cubicBezTo>
                  <a:cubicBezTo>
                    <a:pt x="738" y="1701"/>
                    <a:pt x="144" y="1385"/>
                    <a:pt x="72" y="1858"/>
                  </a:cubicBezTo>
                  <a:cubicBezTo>
                    <a:pt x="0" y="2328"/>
                    <a:pt x="774" y="2792"/>
                    <a:pt x="774" y="2792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1"/>
            <p:cNvSpPr/>
            <p:nvPr/>
          </p:nvSpPr>
          <p:spPr>
            <a:xfrm>
              <a:off x="5030300" y="1667825"/>
              <a:ext cx="436575" cy="352800"/>
            </a:xfrm>
            <a:custGeom>
              <a:avLst/>
              <a:gdLst/>
              <a:ahLst/>
              <a:cxnLst/>
              <a:rect l="l" t="t" r="r" b="b"/>
              <a:pathLst>
                <a:path w="17463" h="14112" extrusionOk="0">
                  <a:moveTo>
                    <a:pt x="12254" y="65"/>
                  </a:moveTo>
                  <a:cubicBezTo>
                    <a:pt x="13274" y="65"/>
                    <a:pt x="14062" y="220"/>
                    <a:pt x="14597" y="533"/>
                  </a:cubicBezTo>
                  <a:cubicBezTo>
                    <a:pt x="14602" y="536"/>
                    <a:pt x="14607" y="538"/>
                    <a:pt x="14611" y="538"/>
                  </a:cubicBezTo>
                  <a:cubicBezTo>
                    <a:pt x="14616" y="538"/>
                    <a:pt x="14620" y="536"/>
                    <a:pt x="14623" y="533"/>
                  </a:cubicBezTo>
                  <a:cubicBezTo>
                    <a:pt x="14633" y="530"/>
                    <a:pt x="14639" y="523"/>
                    <a:pt x="14642" y="516"/>
                  </a:cubicBezTo>
                  <a:cubicBezTo>
                    <a:pt x="14662" y="454"/>
                    <a:pt x="14744" y="278"/>
                    <a:pt x="14832" y="278"/>
                  </a:cubicBezTo>
                  <a:lnTo>
                    <a:pt x="14835" y="278"/>
                  </a:lnTo>
                  <a:cubicBezTo>
                    <a:pt x="14894" y="278"/>
                    <a:pt x="14956" y="353"/>
                    <a:pt x="15018" y="500"/>
                  </a:cubicBezTo>
                  <a:cubicBezTo>
                    <a:pt x="15152" y="827"/>
                    <a:pt x="15178" y="1186"/>
                    <a:pt x="15093" y="1525"/>
                  </a:cubicBezTo>
                  <a:cubicBezTo>
                    <a:pt x="15090" y="1535"/>
                    <a:pt x="15090" y="1541"/>
                    <a:pt x="15093" y="1548"/>
                  </a:cubicBezTo>
                  <a:cubicBezTo>
                    <a:pt x="15116" y="1597"/>
                    <a:pt x="17374" y="6431"/>
                    <a:pt x="17074" y="9767"/>
                  </a:cubicBezTo>
                  <a:cubicBezTo>
                    <a:pt x="17071" y="9773"/>
                    <a:pt x="17074" y="9780"/>
                    <a:pt x="17077" y="9783"/>
                  </a:cubicBezTo>
                  <a:cubicBezTo>
                    <a:pt x="17081" y="9790"/>
                    <a:pt x="17397" y="10299"/>
                    <a:pt x="17198" y="10593"/>
                  </a:cubicBezTo>
                  <a:cubicBezTo>
                    <a:pt x="17162" y="10648"/>
                    <a:pt x="17107" y="10684"/>
                    <a:pt x="17045" y="10690"/>
                  </a:cubicBezTo>
                  <a:cubicBezTo>
                    <a:pt x="17031" y="10692"/>
                    <a:pt x="17017" y="10693"/>
                    <a:pt x="17003" y="10693"/>
                  </a:cubicBezTo>
                  <a:cubicBezTo>
                    <a:pt x="16779" y="10693"/>
                    <a:pt x="16496" y="10465"/>
                    <a:pt x="16493" y="10462"/>
                  </a:cubicBezTo>
                  <a:cubicBezTo>
                    <a:pt x="16488" y="10457"/>
                    <a:pt x="16482" y="10454"/>
                    <a:pt x="16475" y="10454"/>
                  </a:cubicBezTo>
                  <a:cubicBezTo>
                    <a:pt x="16472" y="10454"/>
                    <a:pt x="16470" y="10455"/>
                    <a:pt x="16467" y="10455"/>
                  </a:cubicBezTo>
                  <a:cubicBezTo>
                    <a:pt x="16412" y="10469"/>
                    <a:pt x="11052" y="11895"/>
                    <a:pt x="8418" y="12274"/>
                  </a:cubicBezTo>
                  <a:cubicBezTo>
                    <a:pt x="8415" y="12274"/>
                    <a:pt x="8415" y="12274"/>
                    <a:pt x="8411" y="12277"/>
                  </a:cubicBezTo>
                  <a:cubicBezTo>
                    <a:pt x="8385" y="12287"/>
                    <a:pt x="5937" y="13380"/>
                    <a:pt x="4831" y="13419"/>
                  </a:cubicBezTo>
                  <a:cubicBezTo>
                    <a:pt x="4821" y="13419"/>
                    <a:pt x="4811" y="13422"/>
                    <a:pt x="4808" y="13432"/>
                  </a:cubicBezTo>
                  <a:cubicBezTo>
                    <a:pt x="4686" y="13608"/>
                    <a:pt x="4332" y="14048"/>
                    <a:pt x="4101" y="14048"/>
                  </a:cubicBezTo>
                  <a:cubicBezTo>
                    <a:pt x="4092" y="14048"/>
                    <a:pt x="4083" y="14047"/>
                    <a:pt x="4074" y="14046"/>
                  </a:cubicBezTo>
                  <a:cubicBezTo>
                    <a:pt x="3995" y="14033"/>
                    <a:pt x="3936" y="13958"/>
                    <a:pt x="3897" y="13824"/>
                  </a:cubicBezTo>
                  <a:cubicBezTo>
                    <a:pt x="3701" y="13125"/>
                    <a:pt x="3953" y="12737"/>
                    <a:pt x="3956" y="12734"/>
                  </a:cubicBezTo>
                  <a:cubicBezTo>
                    <a:pt x="3963" y="12724"/>
                    <a:pt x="3963" y="12711"/>
                    <a:pt x="3956" y="12701"/>
                  </a:cubicBezTo>
                  <a:cubicBezTo>
                    <a:pt x="3936" y="12672"/>
                    <a:pt x="2060" y="9564"/>
                    <a:pt x="1449" y="6643"/>
                  </a:cubicBezTo>
                  <a:cubicBezTo>
                    <a:pt x="1198" y="5432"/>
                    <a:pt x="881" y="3983"/>
                    <a:pt x="819" y="3940"/>
                  </a:cubicBezTo>
                  <a:lnTo>
                    <a:pt x="816" y="3940"/>
                  </a:lnTo>
                  <a:cubicBezTo>
                    <a:pt x="780" y="3918"/>
                    <a:pt x="65" y="3470"/>
                    <a:pt x="134" y="3036"/>
                  </a:cubicBezTo>
                  <a:cubicBezTo>
                    <a:pt x="150" y="2935"/>
                    <a:pt x="193" y="2867"/>
                    <a:pt x="261" y="2831"/>
                  </a:cubicBezTo>
                  <a:cubicBezTo>
                    <a:pt x="299" y="2812"/>
                    <a:pt x="343" y="2805"/>
                    <a:pt x="389" y="2805"/>
                  </a:cubicBezTo>
                  <a:cubicBezTo>
                    <a:pt x="559" y="2805"/>
                    <a:pt x="751" y="2906"/>
                    <a:pt x="754" y="2906"/>
                  </a:cubicBezTo>
                  <a:cubicBezTo>
                    <a:pt x="757" y="2907"/>
                    <a:pt x="761" y="2908"/>
                    <a:pt x="766" y="2908"/>
                  </a:cubicBezTo>
                  <a:cubicBezTo>
                    <a:pt x="770" y="2908"/>
                    <a:pt x="775" y="2907"/>
                    <a:pt x="780" y="2906"/>
                  </a:cubicBezTo>
                  <a:cubicBezTo>
                    <a:pt x="2654" y="2181"/>
                    <a:pt x="4560" y="1551"/>
                    <a:pt x="6499" y="1019"/>
                  </a:cubicBezTo>
                  <a:cubicBezTo>
                    <a:pt x="8853" y="385"/>
                    <a:pt x="10792" y="65"/>
                    <a:pt x="12254" y="65"/>
                  </a:cubicBezTo>
                  <a:close/>
                  <a:moveTo>
                    <a:pt x="12257" y="1"/>
                  </a:moveTo>
                  <a:cubicBezTo>
                    <a:pt x="11898" y="1"/>
                    <a:pt x="11510" y="20"/>
                    <a:pt x="11094" y="60"/>
                  </a:cubicBezTo>
                  <a:cubicBezTo>
                    <a:pt x="9812" y="177"/>
                    <a:pt x="8258" y="481"/>
                    <a:pt x="6479" y="960"/>
                  </a:cubicBezTo>
                  <a:cubicBezTo>
                    <a:pt x="4544" y="1492"/>
                    <a:pt x="2637" y="2119"/>
                    <a:pt x="767" y="2844"/>
                  </a:cubicBezTo>
                  <a:cubicBezTo>
                    <a:pt x="719" y="2820"/>
                    <a:pt x="552" y="2741"/>
                    <a:pt x="391" y="2741"/>
                  </a:cubicBezTo>
                  <a:cubicBezTo>
                    <a:pt x="335" y="2741"/>
                    <a:pt x="281" y="2751"/>
                    <a:pt x="232" y="2775"/>
                  </a:cubicBezTo>
                  <a:cubicBezTo>
                    <a:pt x="144" y="2821"/>
                    <a:pt x="88" y="2906"/>
                    <a:pt x="72" y="3027"/>
                  </a:cubicBezTo>
                  <a:cubicBezTo>
                    <a:pt x="0" y="3497"/>
                    <a:pt x="702" y="3944"/>
                    <a:pt x="780" y="3989"/>
                  </a:cubicBezTo>
                  <a:cubicBezTo>
                    <a:pt x="796" y="4025"/>
                    <a:pt x="901" y="4322"/>
                    <a:pt x="1391" y="6659"/>
                  </a:cubicBezTo>
                  <a:cubicBezTo>
                    <a:pt x="1978" y="9480"/>
                    <a:pt x="3747" y="12473"/>
                    <a:pt x="3894" y="12717"/>
                  </a:cubicBezTo>
                  <a:cubicBezTo>
                    <a:pt x="3845" y="12802"/>
                    <a:pt x="3656" y="13191"/>
                    <a:pt x="3839" y="13844"/>
                  </a:cubicBezTo>
                  <a:cubicBezTo>
                    <a:pt x="3884" y="14000"/>
                    <a:pt x="3959" y="14088"/>
                    <a:pt x="4060" y="14108"/>
                  </a:cubicBezTo>
                  <a:cubicBezTo>
                    <a:pt x="4074" y="14108"/>
                    <a:pt x="4087" y="14108"/>
                    <a:pt x="4100" y="14111"/>
                  </a:cubicBezTo>
                  <a:cubicBezTo>
                    <a:pt x="4390" y="14111"/>
                    <a:pt x="4782" y="13573"/>
                    <a:pt x="4850" y="13478"/>
                  </a:cubicBezTo>
                  <a:cubicBezTo>
                    <a:pt x="5957" y="13432"/>
                    <a:pt x="8320" y="12384"/>
                    <a:pt x="8434" y="12336"/>
                  </a:cubicBezTo>
                  <a:cubicBezTo>
                    <a:pt x="11003" y="11963"/>
                    <a:pt x="16154" y="10602"/>
                    <a:pt x="16470" y="10521"/>
                  </a:cubicBezTo>
                  <a:cubicBezTo>
                    <a:pt x="16531" y="10566"/>
                    <a:pt x="16784" y="10756"/>
                    <a:pt x="17005" y="10756"/>
                  </a:cubicBezTo>
                  <a:cubicBezTo>
                    <a:pt x="17022" y="10756"/>
                    <a:pt x="17038" y="10755"/>
                    <a:pt x="17055" y="10752"/>
                  </a:cubicBezTo>
                  <a:cubicBezTo>
                    <a:pt x="17136" y="10743"/>
                    <a:pt x="17208" y="10697"/>
                    <a:pt x="17250" y="10628"/>
                  </a:cubicBezTo>
                  <a:cubicBezTo>
                    <a:pt x="17463" y="10322"/>
                    <a:pt x="17185" y="9839"/>
                    <a:pt x="17139" y="9763"/>
                  </a:cubicBezTo>
                  <a:cubicBezTo>
                    <a:pt x="17430" y="6490"/>
                    <a:pt x="15276" y="1793"/>
                    <a:pt x="15158" y="1535"/>
                  </a:cubicBezTo>
                  <a:cubicBezTo>
                    <a:pt x="15243" y="1182"/>
                    <a:pt x="15214" y="814"/>
                    <a:pt x="15077" y="477"/>
                  </a:cubicBezTo>
                  <a:cubicBezTo>
                    <a:pt x="14998" y="301"/>
                    <a:pt x="14920" y="219"/>
                    <a:pt x="14832" y="219"/>
                  </a:cubicBezTo>
                  <a:cubicBezTo>
                    <a:pt x="14711" y="219"/>
                    <a:pt x="14629" y="386"/>
                    <a:pt x="14597" y="464"/>
                  </a:cubicBezTo>
                  <a:cubicBezTo>
                    <a:pt x="14053" y="156"/>
                    <a:pt x="13268" y="1"/>
                    <a:pt x="12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71"/>
            <p:cNvSpPr/>
            <p:nvPr/>
          </p:nvSpPr>
          <p:spPr>
            <a:xfrm>
              <a:off x="5207600" y="1765275"/>
              <a:ext cx="158500" cy="87725"/>
            </a:xfrm>
            <a:custGeom>
              <a:avLst/>
              <a:gdLst/>
              <a:ahLst/>
              <a:cxnLst/>
              <a:rect l="l" t="t" r="r" b="b"/>
              <a:pathLst>
                <a:path w="6340" h="3509" extrusionOk="0">
                  <a:moveTo>
                    <a:pt x="255" y="751"/>
                  </a:moveTo>
                  <a:cubicBezTo>
                    <a:pt x="435" y="450"/>
                    <a:pt x="1443" y="1188"/>
                    <a:pt x="3235" y="1015"/>
                  </a:cubicBezTo>
                  <a:cubicBezTo>
                    <a:pt x="4949" y="845"/>
                    <a:pt x="5755" y="0"/>
                    <a:pt x="5997" y="268"/>
                  </a:cubicBezTo>
                  <a:cubicBezTo>
                    <a:pt x="6340" y="650"/>
                    <a:pt x="5321" y="3006"/>
                    <a:pt x="3542" y="3248"/>
                  </a:cubicBezTo>
                  <a:cubicBezTo>
                    <a:pt x="1639" y="3509"/>
                    <a:pt x="1" y="1182"/>
                    <a:pt x="255" y="75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1"/>
            <p:cNvSpPr/>
            <p:nvPr/>
          </p:nvSpPr>
          <p:spPr>
            <a:xfrm>
              <a:off x="5265875" y="1796150"/>
              <a:ext cx="32000" cy="31975"/>
            </a:xfrm>
            <a:custGeom>
              <a:avLst/>
              <a:gdLst/>
              <a:ahLst/>
              <a:cxnLst/>
              <a:rect l="l" t="t" r="r" b="b"/>
              <a:pathLst>
                <a:path w="1280" h="1279" extrusionOk="0">
                  <a:moveTo>
                    <a:pt x="623" y="64"/>
                  </a:moveTo>
                  <a:cubicBezTo>
                    <a:pt x="838" y="64"/>
                    <a:pt x="1036" y="184"/>
                    <a:pt x="1136" y="377"/>
                  </a:cubicBezTo>
                  <a:cubicBezTo>
                    <a:pt x="1205" y="518"/>
                    <a:pt x="1215" y="678"/>
                    <a:pt x="1159" y="825"/>
                  </a:cubicBezTo>
                  <a:cubicBezTo>
                    <a:pt x="1104" y="978"/>
                    <a:pt x="989" y="1102"/>
                    <a:pt x="842" y="1174"/>
                  </a:cubicBezTo>
                  <a:cubicBezTo>
                    <a:pt x="780" y="1206"/>
                    <a:pt x="718" y="1219"/>
                    <a:pt x="658" y="1219"/>
                  </a:cubicBezTo>
                  <a:cubicBezTo>
                    <a:pt x="414" y="1219"/>
                    <a:pt x="204" y="1004"/>
                    <a:pt x="170" y="939"/>
                  </a:cubicBezTo>
                  <a:cubicBezTo>
                    <a:pt x="115" y="831"/>
                    <a:pt x="66" y="577"/>
                    <a:pt x="131" y="374"/>
                  </a:cubicBezTo>
                  <a:cubicBezTo>
                    <a:pt x="157" y="270"/>
                    <a:pt x="226" y="182"/>
                    <a:pt x="323" y="133"/>
                  </a:cubicBezTo>
                  <a:cubicBezTo>
                    <a:pt x="412" y="87"/>
                    <a:pt x="513" y="64"/>
                    <a:pt x="614" y="64"/>
                  </a:cubicBezTo>
                  <a:cubicBezTo>
                    <a:pt x="617" y="64"/>
                    <a:pt x="620" y="64"/>
                    <a:pt x="623" y="64"/>
                  </a:cubicBezTo>
                  <a:close/>
                  <a:moveTo>
                    <a:pt x="613" y="0"/>
                  </a:moveTo>
                  <a:cubicBezTo>
                    <a:pt x="507" y="0"/>
                    <a:pt x="397" y="25"/>
                    <a:pt x="294" y="77"/>
                  </a:cubicBezTo>
                  <a:cubicBezTo>
                    <a:pt x="183" y="133"/>
                    <a:pt x="101" y="234"/>
                    <a:pt x="72" y="355"/>
                  </a:cubicBezTo>
                  <a:cubicBezTo>
                    <a:pt x="0" y="586"/>
                    <a:pt x="56" y="854"/>
                    <a:pt x="118" y="965"/>
                  </a:cubicBezTo>
                  <a:cubicBezTo>
                    <a:pt x="173" y="1063"/>
                    <a:pt x="405" y="1278"/>
                    <a:pt x="666" y="1278"/>
                  </a:cubicBezTo>
                  <a:cubicBezTo>
                    <a:pt x="738" y="1278"/>
                    <a:pt x="810" y="1262"/>
                    <a:pt x="872" y="1229"/>
                  </a:cubicBezTo>
                  <a:cubicBezTo>
                    <a:pt x="1032" y="1151"/>
                    <a:pt x="1156" y="1014"/>
                    <a:pt x="1218" y="844"/>
                  </a:cubicBezTo>
                  <a:cubicBezTo>
                    <a:pt x="1280" y="684"/>
                    <a:pt x="1270" y="501"/>
                    <a:pt x="1192" y="348"/>
                  </a:cubicBezTo>
                  <a:cubicBezTo>
                    <a:pt x="1081" y="126"/>
                    <a:pt x="854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1"/>
            <p:cNvSpPr/>
            <p:nvPr/>
          </p:nvSpPr>
          <p:spPr>
            <a:xfrm>
              <a:off x="4953750" y="2365275"/>
              <a:ext cx="95325" cy="182075"/>
            </a:xfrm>
            <a:custGeom>
              <a:avLst/>
              <a:gdLst/>
              <a:ahLst/>
              <a:cxnLst/>
              <a:rect l="l" t="t" r="r" b="b"/>
              <a:pathLst>
                <a:path w="3813" h="7283" extrusionOk="0">
                  <a:moveTo>
                    <a:pt x="960" y="0"/>
                  </a:moveTo>
                  <a:lnTo>
                    <a:pt x="0" y="7273"/>
                  </a:lnTo>
                  <a:lnTo>
                    <a:pt x="1420" y="7282"/>
                  </a:lnTo>
                  <a:lnTo>
                    <a:pt x="1972" y="6728"/>
                  </a:lnTo>
                  <a:lnTo>
                    <a:pt x="38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1"/>
            <p:cNvSpPr/>
            <p:nvPr/>
          </p:nvSpPr>
          <p:spPr>
            <a:xfrm>
              <a:off x="6976625" y="2365275"/>
              <a:ext cx="95350" cy="182075"/>
            </a:xfrm>
            <a:custGeom>
              <a:avLst/>
              <a:gdLst/>
              <a:ahLst/>
              <a:cxnLst/>
              <a:rect l="l" t="t" r="r" b="b"/>
              <a:pathLst>
                <a:path w="3814" h="7283" extrusionOk="0">
                  <a:moveTo>
                    <a:pt x="1" y="0"/>
                  </a:moveTo>
                  <a:lnTo>
                    <a:pt x="1842" y="6728"/>
                  </a:lnTo>
                  <a:lnTo>
                    <a:pt x="2393" y="7282"/>
                  </a:lnTo>
                  <a:lnTo>
                    <a:pt x="3813" y="7273"/>
                  </a:lnTo>
                  <a:lnTo>
                    <a:pt x="28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1"/>
            <p:cNvSpPr/>
            <p:nvPr/>
          </p:nvSpPr>
          <p:spPr>
            <a:xfrm>
              <a:off x="6975900" y="2364550"/>
              <a:ext cx="96875" cy="183525"/>
            </a:xfrm>
            <a:custGeom>
              <a:avLst/>
              <a:gdLst/>
              <a:ahLst/>
              <a:cxnLst/>
              <a:rect l="l" t="t" r="r" b="b"/>
              <a:pathLst>
                <a:path w="3875" h="7341" extrusionOk="0">
                  <a:moveTo>
                    <a:pt x="2856" y="59"/>
                  </a:moveTo>
                  <a:lnTo>
                    <a:pt x="3810" y="7272"/>
                  </a:lnTo>
                  <a:lnTo>
                    <a:pt x="2435" y="7279"/>
                  </a:lnTo>
                  <a:lnTo>
                    <a:pt x="1900" y="6740"/>
                  </a:lnTo>
                  <a:lnTo>
                    <a:pt x="72" y="59"/>
                  </a:lnTo>
                  <a:close/>
                  <a:moveTo>
                    <a:pt x="33" y="0"/>
                  </a:moveTo>
                  <a:cubicBezTo>
                    <a:pt x="23" y="0"/>
                    <a:pt x="13" y="3"/>
                    <a:pt x="10" y="10"/>
                  </a:cubicBezTo>
                  <a:cubicBezTo>
                    <a:pt x="4" y="20"/>
                    <a:pt x="0" y="29"/>
                    <a:pt x="4" y="39"/>
                  </a:cubicBezTo>
                  <a:lnTo>
                    <a:pt x="1841" y="6766"/>
                  </a:lnTo>
                  <a:cubicBezTo>
                    <a:pt x="1845" y="6770"/>
                    <a:pt x="1845" y="6776"/>
                    <a:pt x="1851" y="6779"/>
                  </a:cubicBezTo>
                  <a:lnTo>
                    <a:pt x="2403" y="7331"/>
                  </a:lnTo>
                  <a:cubicBezTo>
                    <a:pt x="2409" y="7338"/>
                    <a:pt x="2416" y="7341"/>
                    <a:pt x="2426" y="7341"/>
                  </a:cubicBezTo>
                  <a:lnTo>
                    <a:pt x="3845" y="7334"/>
                  </a:lnTo>
                  <a:cubicBezTo>
                    <a:pt x="3855" y="7334"/>
                    <a:pt x="3862" y="7331"/>
                    <a:pt x="3868" y="7324"/>
                  </a:cubicBezTo>
                  <a:cubicBezTo>
                    <a:pt x="3875" y="7318"/>
                    <a:pt x="3875" y="7308"/>
                    <a:pt x="3875" y="7298"/>
                  </a:cubicBezTo>
                  <a:lnTo>
                    <a:pt x="2912" y="26"/>
                  </a:lnTo>
                  <a:cubicBezTo>
                    <a:pt x="2912" y="10"/>
                    <a:pt x="2899" y="0"/>
                    <a:pt x="2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1"/>
            <p:cNvSpPr/>
            <p:nvPr/>
          </p:nvSpPr>
          <p:spPr>
            <a:xfrm>
              <a:off x="7012950" y="2365525"/>
              <a:ext cx="27100" cy="182225"/>
            </a:xfrm>
            <a:custGeom>
              <a:avLst/>
              <a:gdLst/>
              <a:ahLst/>
              <a:cxnLst/>
              <a:rect l="l" t="t" r="r" b="b"/>
              <a:pathLst>
                <a:path w="1084" h="7289" extrusionOk="0">
                  <a:moveTo>
                    <a:pt x="62" y="0"/>
                  </a:moveTo>
                  <a:lnTo>
                    <a:pt x="0" y="10"/>
                  </a:lnTo>
                  <a:lnTo>
                    <a:pt x="1022" y="7289"/>
                  </a:lnTo>
                  <a:lnTo>
                    <a:pt x="1084" y="7279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1"/>
            <p:cNvSpPr/>
            <p:nvPr/>
          </p:nvSpPr>
          <p:spPr>
            <a:xfrm>
              <a:off x="6976625" y="2365275"/>
              <a:ext cx="95350" cy="182075"/>
            </a:xfrm>
            <a:custGeom>
              <a:avLst/>
              <a:gdLst/>
              <a:ahLst/>
              <a:cxnLst/>
              <a:rect l="l" t="t" r="r" b="b"/>
              <a:pathLst>
                <a:path w="3814" h="7283" extrusionOk="0">
                  <a:moveTo>
                    <a:pt x="1" y="0"/>
                  </a:moveTo>
                  <a:lnTo>
                    <a:pt x="1842" y="6728"/>
                  </a:lnTo>
                  <a:lnTo>
                    <a:pt x="2393" y="7282"/>
                  </a:lnTo>
                  <a:lnTo>
                    <a:pt x="3813" y="7273"/>
                  </a:lnTo>
                  <a:lnTo>
                    <a:pt x="28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1"/>
            <p:cNvSpPr/>
            <p:nvPr/>
          </p:nvSpPr>
          <p:spPr>
            <a:xfrm>
              <a:off x="6661250" y="2295675"/>
              <a:ext cx="491750" cy="360150"/>
            </a:xfrm>
            <a:custGeom>
              <a:avLst/>
              <a:gdLst/>
              <a:ahLst/>
              <a:cxnLst/>
              <a:rect l="l" t="t" r="r" b="b"/>
              <a:pathLst>
                <a:path w="19670" h="14406" extrusionOk="0">
                  <a:moveTo>
                    <a:pt x="5791" y="1"/>
                  </a:moveTo>
                  <a:cubicBezTo>
                    <a:pt x="4455" y="1"/>
                    <a:pt x="3321" y="175"/>
                    <a:pt x="2592" y="617"/>
                  </a:cubicBezTo>
                  <a:cubicBezTo>
                    <a:pt x="2592" y="617"/>
                    <a:pt x="2461" y="355"/>
                    <a:pt x="2313" y="355"/>
                  </a:cubicBezTo>
                  <a:cubicBezTo>
                    <a:pt x="2239" y="355"/>
                    <a:pt x="2161" y="420"/>
                    <a:pt x="2093" y="617"/>
                  </a:cubicBezTo>
                  <a:cubicBezTo>
                    <a:pt x="1969" y="976"/>
                    <a:pt x="1978" y="1368"/>
                    <a:pt x="2115" y="1720"/>
                  </a:cubicBezTo>
                  <a:cubicBezTo>
                    <a:pt x="2115" y="1720"/>
                    <a:pt x="0" y="6920"/>
                    <a:pt x="712" y="10461"/>
                  </a:cubicBezTo>
                  <a:cubicBezTo>
                    <a:pt x="712" y="10461"/>
                    <a:pt x="385" y="11029"/>
                    <a:pt x="663" y="11349"/>
                  </a:cubicBezTo>
                  <a:cubicBezTo>
                    <a:pt x="732" y="11430"/>
                    <a:pt x="819" y="11460"/>
                    <a:pt x="911" y="11460"/>
                  </a:cubicBezTo>
                  <a:cubicBezTo>
                    <a:pt x="1188" y="11460"/>
                    <a:pt x="1508" y="11186"/>
                    <a:pt x="1508" y="11186"/>
                  </a:cubicBezTo>
                  <a:cubicBezTo>
                    <a:pt x="1508" y="11186"/>
                    <a:pt x="7854" y="12452"/>
                    <a:pt x="10958" y="12736"/>
                  </a:cubicBezTo>
                  <a:cubicBezTo>
                    <a:pt x="10958" y="12736"/>
                    <a:pt x="13881" y="13778"/>
                    <a:pt x="15189" y="13778"/>
                  </a:cubicBezTo>
                  <a:cubicBezTo>
                    <a:pt x="15195" y="13778"/>
                    <a:pt x="15201" y="13778"/>
                    <a:pt x="15207" y="13778"/>
                  </a:cubicBezTo>
                  <a:cubicBezTo>
                    <a:pt x="15207" y="13778"/>
                    <a:pt x="15761" y="14406"/>
                    <a:pt x="16106" y="14406"/>
                  </a:cubicBezTo>
                  <a:cubicBezTo>
                    <a:pt x="16224" y="14406"/>
                    <a:pt x="16317" y="14333"/>
                    <a:pt x="16356" y="14137"/>
                  </a:cubicBezTo>
                  <a:cubicBezTo>
                    <a:pt x="16513" y="13370"/>
                    <a:pt x="16170" y="12968"/>
                    <a:pt x="16170" y="12968"/>
                  </a:cubicBezTo>
                  <a:cubicBezTo>
                    <a:pt x="16170" y="12968"/>
                    <a:pt x="18015" y="9619"/>
                    <a:pt x="18409" y="6479"/>
                  </a:cubicBezTo>
                  <a:cubicBezTo>
                    <a:pt x="18765" y="3646"/>
                    <a:pt x="18833" y="3633"/>
                    <a:pt x="18834" y="3633"/>
                  </a:cubicBezTo>
                  <a:cubicBezTo>
                    <a:pt x="18834" y="3633"/>
                    <a:pt x="18834" y="3633"/>
                    <a:pt x="18834" y="3633"/>
                  </a:cubicBezTo>
                  <a:cubicBezTo>
                    <a:pt x="18834" y="3633"/>
                    <a:pt x="19669" y="3111"/>
                    <a:pt x="19539" y="2618"/>
                  </a:cubicBezTo>
                  <a:cubicBezTo>
                    <a:pt x="19485" y="2418"/>
                    <a:pt x="19346" y="2359"/>
                    <a:pt x="19201" y="2359"/>
                  </a:cubicBezTo>
                  <a:cubicBezTo>
                    <a:pt x="18988" y="2359"/>
                    <a:pt x="18759" y="2487"/>
                    <a:pt x="18759" y="2487"/>
                  </a:cubicBezTo>
                  <a:cubicBezTo>
                    <a:pt x="18759" y="2487"/>
                    <a:pt x="10832" y="1"/>
                    <a:pt x="5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1"/>
            <p:cNvSpPr/>
            <p:nvPr/>
          </p:nvSpPr>
          <p:spPr>
            <a:xfrm>
              <a:off x="6661250" y="2258375"/>
              <a:ext cx="491750" cy="409975"/>
            </a:xfrm>
            <a:custGeom>
              <a:avLst/>
              <a:gdLst/>
              <a:ahLst/>
              <a:cxnLst/>
              <a:rect l="l" t="t" r="r" b="b"/>
              <a:pathLst>
                <a:path w="19670" h="16399" extrusionOk="0">
                  <a:moveTo>
                    <a:pt x="18759" y="3979"/>
                  </a:moveTo>
                  <a:cubicBezTo>
                    <a:pt x="18759" y="3979"/>
                    <a:pt x="6075" y="1"/>
                    <a:pt x="2592" y="2109"/>
                  </a:cubicBezTo>
                  <a:cubicBezTo>
                    <a:pt x="2592" y="2109"/>
                    <a:pt x="2298" y="1518"/>
                    <a:pt x="2093" y="2109"/>
                  </a:cubicBezTo>
                  <a:cubicBezTo>
                    <a:pt x="1969" y="2468"/>
                    <a:pt x="1978" y="2860"/>
                    <a:pt x="2115" y="3212"/>
                  </a:cubicBezTo>
                  <a:cubicBezTo>
                    <a:pt x="2115" y="3212"/>
                    <a:pt x="0" y="8412"/>
                    <a:pt x="712" y="11953"/>
                  </a:cubicBezTo>
                  <a:cubicBezTo>
                    <a:pt x="712" y="11953"/>
                    <a:pt x="385" y="12521"/>
                    <a:pt x="663" y="12841"/>
                  </a:cubicBezTo>
                  <a:cubicBezTo>
                    <a:pt x="940" y="13164"/>
                    <a:pt x="1508" y="12678"/>
                    <a:pt x="1508" y="12678"/>
                  </a:cubicBezTo>
                  <a:cubicBezTo>
                    <a:pt x="1508" y="12678"/>
                    <a:pt x="7854" y="13944"/>
                    <a:pt x="10958" y="14228"/>
                  </a:cubicBezTo>
                  <a:cubicBezTo>
                    <a:pt x="10958" y="14228"/>
                    <a:pt x="13908" y="15279"/>
                    <a:pt x="15207" y="15270"/>
                  </a:cubicBezTo>
                  <a:cubicBezTo>
                    <a:pt x="15207" y="15270"/>
                    <a:pt x="16203" y="16399"/>
                    <a:pt x="16356" y="15629"/>
                  </a:cubicBezTo>
                  <a:cubicBezTo>
                    <a:pt x="16513" y="14862"/>
                    <a:pt x="16170" y="14460"/>
                    <a:pt x="16170" y="14460"/>
                  </a:cubicBezTo>
                  <a:cubicBezTo>
                    <a:pt x="16170" y="14460"/>
                    <a:pt x="18015" y="11111"/>
                    <a:pt x="18409" y="7971"/>
                  </a:cubicBezTo>
                  <a:cubicBezTo>
                    <a:pt x="18769" y="5112"/>
                    <a:pt x="18834" y="5125"/>
                    <a:pt x="18834" y="5125"/>
                  </a:cubicBezTo>
                  <a:cubicBezTo>
                    <a:pt x="18834" y="5125"/>
                    <a:pt x="19669" y="4603"/>
                    <a:pt x="19539" y="4110"/>
                  </a:cubicBezTo>
                  <a:cubicBezTo>
                    <a:pt x="19405" y="3617"/>
                    <a:pt x="18759" y="3979"/>
                    <a:pt x="18759" y="397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1"/>
            <p:cNvSpPr/>
            <p:nvPr/>
          </p:nvSpPr>
          <p:spPr>
            <a:xfrm>
              <a:off x="6710775" y="2258450"/>
              <a:ext cx="439450" cy="108975"/>
            </a:xfrm>
            <a:custGeom>
              <a:avLst/>
              <a:gdLst/>
              <a:ahLst/>
              <a:cxnLst/>
              <a:rect l="l" t="t" r="r" b="b"/>
              <a:pathLst>
                <a:path w="17578" h="4359" extrusionOk="0">
                  <a:moveTo>
                    <a:pt x="134" y="2436"/>
                  </a:moveTo>
                  <a:cubicBezTo>
                    <a:pt x="340" y="1845"/>
                    <a:pt x="634" y="2436"/>
                    <a:pt x="634" y="2436"/>
                  </a:cubicBezTo>
                  <a:cubicBezTo>
                    <a:pt x="4117" y="327"/>
                    <a:pt x="16801" y="4306"/>
                    <a:pt x="16801" y="4306"/>
                  </a:cubicBezTo>
                  <a:cubicBezTo>
                    <a:pt x="16801" y="4306"/>
                    <a:pt x="17372" y="3989"/>
                    <a:pt x="17548" y="4358"/>
                  </a:cubicBezTo>
                  <a:cubicBezTo>
                    <a:pt x="17574" y="4277"/>
                    <a:pt x="17577" y="4192"/>
                    <a:pt x="17558" y="4113"/>
                  </a:cubicBezTo>
                  <a:cubicBezTo>
                    <a:pt x="17427" y="3621"/>
                    <a:pt x="16778" y="3980"/>
                    <a:pt x="16778" y="3980"/>
                  </a:cubicBezTo>
                  <a:cubicBezTo>
                    <a:pt x="16778" y="3980"/>
                    <a:pt x="4094" y="1"/>
                    <a:pt x="611" y="2109"/>
                  </a:cubicBezTo>
                  <a:cubicBezTo>
                    <a:pt x="611" y="2109"/>
                    <a:pt x="317" y="1519"/>
                    <a:pt x="112" y="2109"/>
                  </a:cubicBezTo>
                  <a:cubicBezTo>
                    <a:pt x="23" y="2367"/>
                    <a:pt x="1" y="2641"/>
                    <a:pt x="50" y="2906"/>
                  </a:cubicBezTo>
                  <a:cubicBezTo>
                    <a:pt x="53" y="2746"/>
                    <a:pt x="82" y="2586"/>
                    <a:pt x="134" y="2436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1"/>
            <p:cNvSpPr/>
            <p:nvPr/>
          </p:nvSpPr>
          <p:spPr>
            <a:xfrm>
              <a:off x="6670800" y="2318850"/>
              <a:ext cx="482200" cy="349500"/>
            </a:xfrm>
            <a:custGeom>
              <a:avLst/>
              <a:gdLst/>
              <a:ahLst/>
              <a:cxnLst/>
              <a:rect l="l" t="t" r="r" b="b"/>
              <a:pathLst>
                <a:path w="19288" h="13980" extrusionOk="0">
                  <a:moveTo>
                    <a:pt x="18452" y="2709"/>
                  </a:moveTo>
                  <a:cubicBezTo>
                    <a:pt x="18452" y="2709"/>
                    <a:pt x="18387" y="2696"/>
                    <a:pt x="18027" y="5556"/>
                  </a:cubicBezTo>
                  <a:cubicBezTo>
                    <a:pt x="17633" y="8692"/>
                    <a:pt x="15788" y="12044"/>
                    <a:pt x="15788" y="12044"/>
                  </a:cubicBezTo>
                  <a:cubicBezTo>
                    <a:pt x="15788" y="12044"/>
                    <a:pt x="16131" y="12443"/>
                    <a:pt x="15974" y="13213"/>
                  </a:cubicBezTo>
                  <a:cubicBezTo>
                    <a:pt x="15821" y="13980"/>
                    <a:pt x="14825" y="12851"/>
                    <a:pt x="14825" y="12851"/>
                  </a:cubicBezTo>
                  <a:cubicBezTo>
                    <a:pt x="13526" y="12860"/>
                    <a:pt x="10576" y="11809"/>
                    <a:pt x="10576" y="11809"/>
                  </a:cubicBezTo>
                  <a:cubicBezTo>
                    <a:pt x="7472" y="11529"/>
                    <a:pt x="1126" y="10259"/>
                    <a:pt x="1126" y="10259"/>
                  </a:cubicBezTo>
                  <a:cubicBezTo>
                    <a:pt x="1126" y="10259"/>
                    <a:pt x="562" y="10745"/>
                    <a:pt x="281" y="10425"/>
                  </a:cubicBezTo>
                  <a:cubicBezTo>
                    <a:pt x="0" y="10102"/>
                    <a:pt x="330" y="9534"/>
                    <a:pt x="330" y="9534"/>
                  </a:cubicBezTo>
                  <a:cubicBezTo>
                    <a:pt x="193" y="8862"/>
                    <a:pt x="160" y="8128"/>
                    <a:pt x="196" y="7383"/>
                  </a:cubicBezTo>
                  <a:cubicBezTo>
                    <a:pt x="4563" y="9374"/>
                    <a:pt x="7383" y="9538"/>
                    <a:pt x="10984" y="7073"/>
                  </a:cubicBezTo>
                  <a:cubicBezTo>
                    <a:pt x="13683" y="5226"/>
                    <a:pt x="13569" y="1368"/>
                    <a:pt x="12377" y="0"/>
                  </a:cubicBezTo>
                  <a:cubicBezTo>
                    <a:pt x="15651" y="708"/>
                    <a:pt x="18377" y="1560"/>
                    <a:pt x="18377" y="1560"/>
                  </a:cubicBezTo>
                  <a:cubicBezTo>
                    <a:pt x="18377" y="1560"/>
                    <a:pt x="19026" y="1201"/>
                    <a:pt x="19157" y="1694"/>
                  </a:cubicBezTo>
                  <a:cubicBezTo>
                    <a:pt x="19287" y="2187"/>
                    <a:pt x="18452" y="2709"/>
                    <a:pt x="18452" y="2709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1"/>
            <p:cNvSpPr/>
            <p:nvPr/>
          </p:nvSpPr>
          <p:spPr>
            <a:xfrm>
              <a:off x="6661175" y="2294950"/>
              <a:ext cx="492550" cy="361650"/>
            </a:xfrm>
            <a:custGeom>
              <a:avLst/>
              <a:gdLst/>
              <a:ahLst/>
              <a:cxnLst/>
              <a:rect l="l" t="t" r="r" b="b"/>
              <a:pathLst>
                <a:path w="19702" h="14466" extrusionOk="0">
                  <a:moveTo>
                    <a:pt x="5805" y="71"/>
                  </a:moveTo>
                  <a:cubicBezTo>
                    <a:pt x="7420" y="71"/>
                    <a:pt x="9495" y="323"/>
                    <a:pt x="11979" y="826"/>
                  </a:cubicBezTo>
                  <a:cubicBezTo>
                    <a:pt x="15543" y="1550"/>
                    <a:pt x="18723" y="2542"/>
                    <a:pt x="18752" y="2552"/>
                  </a:cubicBezTo>
                  <a:cubicBezTo>
                    <a:pt x="18762" y="2552"/>
                    <a:pt x="18768" y="2552"/>
                    <a:pt x="18778" y="2549"/>
                  </a:cubicBezTo>
                  <a:cubicBezTo>
                    <a:pt x="18781" y="2546"/>
                    <a:pt x="19003" y="2425"/>
                    <a:pt x="19205" y="2425"/>
                  </a:cubicBezTo>
                  <a:cubicBezTo>
                    <a:pt x="19256" y="2425"/>
                    <a:pt x="19305" y="2432"/>
                    <a:pt x="19349" y="2451"/>
                  </a:cubicBezTo>
                  <a:cubicBezTo>
                    <a:pt x="19434" y="2490"/>
                    <a:pt x="19496" y="2569"/>
                    <a:pt x="19512" y="2663"/>
                  </a:cubicBezTo>
                  <a:cubicBezTo>
                    <a:pt x="19636" y="3117"/>
                    <a:pt x="18860" y="3620"/>
                    <a:pt x="18824" y="3642"/>
                  </a:cubicBezTo>
                  <a:lnTo>
                    <a:pt x="18820" y="3642"/>
                  </a:lnTo>
                  <a:cubicBezTo>
                    <a:pt x="18749" y="3695"/>
                    <a:pt x="18514" y="5461"/>
                    <a:pt x="18383" y="6512"/>
                  </a:cubicBezTo>
                  <a:cubicBezTo>
                    <a:pt x="17995" y="9606"/>
                    <a:pt x="16164" y="12951"/>
                    <a:pt x="16147" y="12984"/>
                  </a:cubicBezTo>
                  <a:cubicBezTo>
                    <a:pt x="16141" y="12997"/>
                    <a:pt x="16141" y="13010"/>
                    <a:pt x="16151" y="13020"/>
                  </a:cubicBezTo>
                  <a:cubicBezTo>
                    <a:pt x="16154" y="13023"/>
                    <a:pt x="16483" y="13418"/>
                    <a:pt x="16333" y="14162"/>
                  </a:cubicBezTo>
                  <a:cubicBezTo>
                    <a:pt x="16304" y="14296"/>
                    <a:pt x="16248" y="14378"/>
                    <a:pt x="16167" y="14397"/>
                  </a:cubicBezTo>
                  <a:cubicBezTo>
                    <a:pt x="16149" y="14402"/>
                    <a:pt x="16131" y="14404"/>
                    <a:pt x="16111" y="14404"/>
                  </a:cubicBezTo>
                  <a:cubicBezTo>
                    <a:pt x="15787" y="14404"/>
                    <a:pt x="15243" y="13793"/>
                    <a:pt x="15237" y="13787"/>
                  </a:cubicBezTo>
                  <a:cubicBezTo>
                    <a:pt x="15230" y="13781"/>
                    <a:pt x="15224" y="13777"/>
                    <a:pt x="15214" y="13777"/>
                  </a:cubicBezTo>
                  <a:lnTo>
                    <a:pt x="15214" y="13781"/>
                  </a:lnTo>
                  <a:lnTo>
                    <a:pt x="15197" y="13781"/>
                  </a:lnTo>
                  <a:cubicBezTo>
                    <a:pt x="13908" y="13781"/>
                    <a:pt x="11003" y="12752"/>
                    <a:pt x="10974" y="12739"/>
                  </a:cubicBezTo>
                  <a:lnTo>
                    <a:pt x="10967" y="12739"/>
                  </a:lnTo>
                  <a:cubicBezTo>
                    <a:pt x="7896" y="12462"/>
                    <a:pt x="1583" y="11202"/>
                    <a:pt x="1521" y="11189"/>
                  </a:cubicBezTo>
                  <a:cubicBezTo>
                    <a:pt x="1511" y="11189"/>
                    <a:pt x="1502" y="11192"/>
                    <a:pt x="1495" y="11199"/>
                  </a:cubicBezTo>
                  <a:cubicBezTo>
                    <a:pt x="1490" y="11201"/>
                    <a:pt x="1179" y="11465"/>
                    <a:pt x="917" y="11465"/>
                  </a:cubicBezTo>
                  <a:cubicBezTo>
                    <a:pt x="833" y="11465"/>
                    <a:pt x="754" y="11438"/>
                    <a:pt x="692" y="11365"/>
                  </a:cubicBezTo>
                  <a:cubicBezTo>
                    <a:pt x="428" y="11065"/>
                    <a:pt x="738" y="10517"/>
                    <a:pt x="741" y="10510"/>
                  </a:cubicBezTo>
                  <a:cubicBezTo>
                    <a:pt x="744" y="10503"/>
                    <a:pt x="748" y="10497"/>
                    <a:pt x="744" y="10490"/>
                  </a:cubicBezTo>
                  <a:cubicBezTo>
                    <a:pt x="42" y="7001"/>
                    <a:pt x="2128" y="1821"/>
                    <a:pt x="2148" y="1769"/>
                  </a:cubicBezTo>
                  <a:cubicBezTo>
                    <a:pt x="2151" y="1762"/>
                    <a:pt x="2151" y="1753"/>
                    <a:pt x="2148" y="1746"/>
                  </a:cubicBezTo>
                  <a:cubicBezTo>
                    <a:pt x="2014" y="1397"/>
                    <a:pt x="2007" y="1015"/>
                    <a:pt x="2125" y="662"/>
                  </a:cubicBezTo>
                  <a:cubicBezTo>
                    <a:pt x="2180" y="509"/>
                    <a:pt x="2246" y="424"/>
                    <a:pt x="2311" y="421"/>
                  </a:cubicBezTo>
                  <a:cubicBezTo>
                    <a:pt x="2313" y="421"/>
                    <a:pt x="2315" y="421"/>
                    <a:pt x="2317" y="421"/>
                  </a:cubicBezTo>
                  <a:cubicBezTo>
                    <a:pt x="2426" y="421"/>
                    <a:pt x="2534" y="595"/>
                    <a:pt x="2569" y="666"/>
                  </a:cubicBezTo>
                  <a:cubicBezTo>
                    <a:pt x="2573" y="677"/>
                    <a:pt x="2585" y="683"/>
                    <a:pt x="2597" y="683"/>
                  </a:cubicBezTo>
                  <a:cubicBezTo>
                    <a:pt x="2602" y="683"/>
                    <a:pt x="2607" y="682"/>
                    <a:pt x="2611" y="679"/>
                  </a:cubicBezTo>
                  <a:cubicBezTo>
                    <a:pt x="3282" y="273"/>
                    <a:pt x="4359" y="71"/>
                    <a:pt x="5805" y="71"/>
                  </a:cubicBezTo>
                  <a:close/>
                  <a:moveTo>
                    <a:pt x="5791" y="0"/>
                  </a:moveTo>
                  <a:cubicBezTo>
                    <a:pt x="4356" y="0"/>
                    <a:pt x="3289" y="202"/>
                    <a:pt x="2605" y="604"/>
                  </a:cubicBezTo>
                  <a:cubicBezTo>
                    <a:pt x="2566" y="533"/>
                    <a:pt x="2449" y="352"/>
                    <a:pt x="2315" y="352"/>
                  </a:cubicBezTo>
                  <a:cubicBezTo>
                    <a:pt x="2312" y="352"/>
                    <a:pt x="2310" y="352"/>
                    <a:pt x="2308" y="352"/>
                  </a:cubicBezTo>
                  <a:cubicBezTo>
                    <a:pt x="2210" y="362"/>
                    <a:pt x="2128" y="457"/>
                    <a:pt x="2066" y="640"/>
                  </a:cubicBezTo>
                  <a:cubicBezTo>
                    <a:pt x="1942" y="1002"/>
                    <a:pt x="1949" y="1397"/>
                    <a:pt x="2086" y="1753"/>
                  </a:cubicBezTo>
                  <a:cubicBezTo>
                    <a:pt x="1972" y="2033"/>
                    <a:pt x="0" y="7057"/>
                    <a:pt x="682" y="10484"/>
                  </a:cubicBezTo>
                  <a:cubicBezTo>
                    <a:pt x="637" y="10565"/>
                    <a:pt x="366" y="11081"/>
                    <a:pt x="643" y="11401"/>
                  </a:cubicBezTo>
                  <a:cubicBezTo>
                    <a:pt x="720" y="11489"/>
                    <a:pt x="815" y="11522"/>
                    <a:pt x="915" y="11522"/>
                  </a:cubicBezTo>
                  <a:cubicBezTo>
                    <a:pt x="1174" y="11522"/>
                    <a:pt x="1460" y="11300"/>
                    <a:pt x="1521" y="11248"/>
                  </a:cubicBezTo>
                  <a:cubicBezTo>
                    <a:pt x="1861" y="11316"/>
                    <a:pt x="7955" y="12521"/>
                    <a:pt x="10954" y="12795"/>
                  </a:cubicBezTo>
                  <a:cubicBezTo>
                    <a:pt x="11075" y="12837"/>
                    <a:pt x="13918" y="13836"/>
                    <a:pt x="15194" y="13836"/>
                  </a:cubicBezTo>
                  <a:lnTo>
                    <a:pt x="15197" y="13836"/>
                  </a:lnTo>
                  <a:cubicBezTo>
                    <a:pt x="15276" y="13924"/>
                    <a:pt x="15775" y="14466"/>
                    <a:pt x="16111" y="14466"/>
                  </a:cubicBezTo>
                  <a:cubicBezTo>
                    <a:pt x="16134" y="14466"/>
                    <a:pt x="16157" y="14463"/>
                    <a:pt x="16180" y="14459"/>
                  </a:cubicBezTo>
                  <a:cubicBezTo>
                    <a:pt x="16288" y="14430"/>
                    <a:pt x="16356" y="14332"/>
                    <a:pt x="16389" y="14172"/>
                  </a:cubicBezTo>
                  <a:cubicBezTo>
                    <a:pt x="16529" y="13477"/>
                    <a:pt x="16271" y="13079"/>
                    <a:pt x="16206" y="12994"/>
                  </a:cubicBezTo>
                  <a:cubicBezTo>
                    <a:pt x="16353" y="12726"/>
                    <a:pt x="18063" y="9505"/>
                    <a:pt x="18442" y="6515"/>
                  </a:cubicBezTo>
                  <a:cubicBezTo>
                    <a:pt x="18752" y="4044"/>
                    <a:pt x="18843" y="3727"/>
                    <a:pt x="18860" y="3685"/>
                  </a:cubicBezTo>
                  <a:cubicBezTo>
                    <a:pt x="18941" y="3633"/>
                    <a:pt x="19702" y="3130"/>
                    <a:pt x="19571" y="2640"/>
                  </a:cubicBezTo>
                  <a:cubicBezTo>
                    <a:pt x="19548" y="2529"/>
                    <a:pt x="19473" y="2435"/>
                    <a:pt x="19369" y="2389"/>
                  </a:cubicBezTo>
                  <a:cubicBezTo>
                    <a:pt x="19317" y="2367"/>
                    <a:pt x="19260" y="2359"/>
                    <a:pt x="19203" y="2359"/>
                  </a:cubicBezTo>
                  <a:cubicBezTo>
                    <a:pt x="19010" y="2359"/>
                    <a:pt x="18809" y="2456"/>
                    <a:pt x="18758" y="2484"/>
                  </a:cubicBezTo>
                  <a:cubicBezTo>
                    <a:pt x="18537" y="2415"/>
                    <a:pt x="15445" y="1462"/>
                    <a:pt x="11989" y="760"/>
                  </a:cubicBezTo>
                  <a:cubicBezTo>
                    <a:pt x="9897" y="336"/>
                    <a:pt x="8079" y="88"/>
                    <a:pt x="6593" y="19"/>
                  </a:cubicBezTo>
                  <a:cubicBezTo>
                    <a:pt x="6314" y="7"/>
                    <a:pt x="6047" y="0"/>
                    <a:pt x="5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71"/>
            <p:cNvSpPr/>
            <p:nvPr/>
          </p:nvSpPr>
          <p:spPr>
            <a:xfrm>
              <a:off x="6785025" y="2403300"/>
              <a:ext cx="158425" cy="87825"/>
            </a:xfrm>
            <a:custGeom>
              <a:avLst/>
              <a:gdLst/>
              <a:ahLst/>
              <a:cxnLst/>
              <a:rect l="l" t="t" r="r" b="b"/>
              <a:pathLst>
                <a:path w="6337" h="3513" extrusionOk="0">
                  <a:moveTo>
                    <a:pt x="6082" y="751"/>
                  </a:moveTo>
                  <a:cubicBezTo>
                    <a:pt x="5905" y="454"/>
                    <a:pt x="4894" y="1192"/>
                    <a:pt x="3102" y="1016"/>
                  </a:cubicBezTo>
                  <a:cubicBezTo>
                    <a:pt x="1388" y="849"/>
                    <a:pt x="582" y="0"/>
                    <a:pt x="344" y="271"/>
                  </a:cubicBezTo>
                  <a:cubicBezTo>
                    <a:pt x="1" y="650"/>
                    <a:pt x="1019" y="3010"/>
                    <a:pt x="2795" y="3248"/>
                  </a:cubicBezTo>
                  <a:cubicBezTo>
                    <a:pt x="4701" y="3513"/>
                    <a:pt x="6336" y="1185"/>
                    <a:pt x="6082" y="751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71"/>
            <p:cNvSpPr/>
            <p:nvPr/>
          </p:nvSpPr>
          <p:spPr>
            <a:xfrm>
              <a:off x="6851550" y="2434225"/>
              <a:ext cx="33625" cy="32000"/>
            </a:xfrm>
            <a:custGeom>
              <a:avLst/>
              <a:gdLst/>
              <a:ahLst/>
              <a:cxnLst/>
              <a:rect l="l" t="t" r="r" b="b"/>
              <a:pathLst>
                <a:path w="1345" h="1280" extrusionOk="0">
                  <a:moveTo>
                    <a:pt x="734" y="63"/>
                  </a:moveTo>
                  <a:cubicBezTo>
                    <a:pt x="832" y="63"/>
                    <a:pt x="934" y="85"/>
                    <a:pt x="1022" y="131"/>
                  </a:cubicBezTo>
                  <a:cubicBezTo>
                    <a:pt x="1116" y="180"/>
                    <a:pt x="1188" y="268"/>
                    <a:pt x="1214" y="373"/>
                  </a:cubicBezTo>
                  <a:cubicBezTo>
                    <a:pt x="1280" y="575"/>
                    <a:pt x="1231" y="830"/>
                    <a:pt x="1175" y="934"/>
                  </a:cubicBezTo>
                  <a:cubicBezTo>
                    <a:pt x="1138" y="1000"/>
                    <a:pt x="928" y="1216"/>
                    <a:pt x="684" y="1216"/>
                  </a:cubicBezTo>
                  <a:cubicBezTo>
                    <a:pt x="625" y="1216"/>
                    <a:pt x="564" y="1203"/>
                    <a:pt x="503" y="1172"/>
                  </a:cubicBezTo>
                  <a:cubicBezTo>
                    <a:pt x="356" y="1100"/>
                    <a:pt x="242" y="976"/>
                    <a:pt x="186" y="823"/>
                  </a:cubicBezTo>
                  <a:cubicBezTo>
                    <a:pt x="131" y="676"/>
                    <a:pt x="137" y="513"/>
                    <a:pt x="209" y="373"/>
                  </a:cubicBezTo>
                  <a:cubicBezTo>
                    <a:pt x="277" y="236"/>
                    <a:pt x="405" y="131"/>
                    <a:pt x="555" y="89"/>
                  </a:cubicBezTo>
                  <a:cubicBezTo>
                    <a:pt x="614" y="72"/>
                    <a:pt x="672" y="63"/>
                    <a:pt x="734" y="63"/>
                  </a:cubicBezTo>
                  <a:close/>
                  <a:moveTo>
                    <a:pt x="731" y="1"/>
                  </a:moveTo>
                  <a:cubicBezTo>
                    <a:pt x="666" y="1"/>
                    <a:pt x="600" y="10"/>
                    <a:pt x="535" y="30"/>
                  </a:cubicBezTo>
                  <a:cubicBezTo>
                    <a:pt x="186" y="131"/>
                    <a:pt x="0" y="506"/>
                    <a:pt x="127" y="846"/>
                  </a:cubicBezTo>
                  <a:cubicBezTo>
                    <a:pt x="189" y="1012"/>
                    <a:pt x="313" y="1149"/>
                    <a:pt x="473" y="1231"/>
                  </a:cubicBezTo>
                  <a:cubicBezTo>
                    <a:pt x="539" y="1260"/>
                    <a:pt x="607" y="1280"/>
                    <a:pt x="679" y="1280"/>
                  </a:cubicBezTo>
                  <a:cubicBezTo>
                    <a:pt x="940" y="1277"/>
                    <a:pt x="1175" y="1065"/>
                    <a:pt x="1227" y="967"/>
                  </a:cubicBezTo>
                  <a:cubicBezTo>
                    <a:pt x="1286" y="856"/>
                    <a:pt x="1345" y="585"/>
                    <a:pt x="1273" y="356"/>
                  </a:cubicBezTo>
                  <a:cubicBezTo>
                    <a:pt x="1240" y="236"/>
                    <a:pt x="1162" y="134"/>
                    <a:pt x="1051" y="79"/>
                  </a:cubicBezTo>
                  <a:cubicBezTo>
                    <a:pt x="951" y="28"/>
                    <a:pt x="842" y="1"/>
                    <a:pt x="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1"/>
            <p:cNvSpPr/>
            <p:nvPr/>
          </p:nvSpPr>
          <p:spPr>
            <a:xfrm>
              <a:off x="6384300" y="1383150"/>
              <a:ext cx="528375" cy="817350"/>
            </a:xfrm>
            <a:custGeom>
              <a:avLst/>
              <a:gdLst/>
              <a:ahLst/>
              <a:cxnLst/>
              <a:rect l="l" t="t" r="r" b="b"/>
              <a:pathLst>
                <a:path w="21135" h="32694" extrusionOk="0">
                  <a:moveTo>
                    <a:pt x="4254" y="1"/>
                  </a:moveTo>
                  <a:cubicBezTo>
                    <a:pt x="2620" y="1"/>
                    <a:pt x="1304" y="12"/>
                    <a:pt x="940" y="26"/>
                  </a:cubicBezTo>
                  <a:cubicBezTo>
                    <a:pt x="369" y="49"/>
                    <a:pt x="0" y="169"/>
                    <a:pt x="0" y="225"/>
                  </a:cubicBezTo>
                  <a:lnTo>
                    <a:pt x="0" y="21229"/>
                  </a:lnTo>
                  <a:cubicBezTo>
                    <a:pt x="0" y="21914"/>
                    <a:pt x="5245" y="23625"/>
                    <a:pt x="6159" y="25678"/>
                  </a:cubicBezTo>
                  <a:cubicBezTo>
                    <a:pt x="7073" y="27727"/>
                    <a:pt x="6388" y="32522"/>
                    <a:pt x="6388" y="32522"/>
                  </a:cubicBezTo>
                  <a:cubicBezTo>
                    <a:pt x="6388" y="32522"/>
                    <a:pt x="11739" y="32694"/>
                    <a:pt x="15938" y="32694"/>
                  </a:cubicBezTo>
                  <a:cubicBezTo>
                    <a:pt x="18566" y="32694"/>
                    <a:pt x="20743" y="32627"/>
                    <a:pt x="20874" y="32408"/>
                  </a:cubicBezTo>
                  <a:cubicBezTo>
                    <a:pt x="21135" y="31971"/>
                    <a:pt x="20799" y="27878"/>
                    <a:pt x="20626" y="25965"/>
                  </a:cubicBezTo>
                  <a:cubicBezTo>
                    <a:pt x="20570" y="25364"/>
                    <a:pt x="20391" y="25221"/>
                    <a:pt x="19650" y="24587"/>
                  </a:cubicBezTo>
                  <a:lnTo>
                    <a:pt x="19242" y="24287"/>
                  </a:lnTo>
                  <a:cubicBezTo>
                    <a:pt x="17763" y="23194"/>
                    <a:pt x="16134" y="22322"/>
                    <a:pt x="14404" y="21699"/>
                  </a:cubicBezTo>
                  <a:lnTo>
                    <a:pt x="13461" y="21356"/>
                  </a:lnTo>
                  <a:cubicBezTo>
                    <a:pt x="13200" y="21239"/>
                    <a:pt x="12932" y="20746"/>
                    <a:pt x="12949" y="20459"/>
                  </a:cubicBezTo>
                  <a:cubicBezTo>
                    <a:pt x="13131" y="16809"/>
                    <a:pt x="12985" y="1615"/>
                    <a:pt x="12860" y="271"/>
                  </a:cubicBezTo>
                  <a:cubicBezTo>
                    <a:pt x="12840" y="56"/>
                    <a:pt x="7801" y="1"/>
                    <a:pt x="4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1"/>
            <p:cNvSpPr/>
            <p:nvPr/>
          </p:nvSpPr>
          <p:spPr>
            <a:xfrm>
              <a:off x="6398900" y="1383150"/>
              <a:ext cx="528475" cy="817350"/>
            </a:xfrm>
            <a:custGeom>
              <a:avLst/>
              <a:gdLst/>
              <a:ahLst/>
              <a:cxnLst/>
              <a:rect l="l" t="t" r="r" b="b"/>
              <a:pathLst>
                <a:path w="21139" h="32694" extrusionOk="0">
                  <a:moveTo>
                    <a:pt x="4255" y="1"/>
                  </a:moveTo>
                  <a:cubicBezTo>
                    <a:pt x="2622" y="1"/>
                    <a:pt x="1306" y="12"/>
                    <a:pt x="944" y="26"/>
                  </a:cubicBezTo>
                  <a:cubicBezTo>
                    <a:pt x="373" y="49"/>
                    <a:pt x="0" y="169"/>
                    <a:pt x="0" y="225"/>
                  </a:cubicBezTo>
                  <a:lnTo>
                    <a:pt x="0" y="21229"/>
                  </a:lnTo>
                  <a:cubicBezTo>
                    <a:pt x="0" y="21914"/>
                    <a:pt x="5249" y="23625"/>
                    <a:pt x="6163" y="25678"/>
                  </a:cubicBezTo>
                  <a:cubicBezTo>
                    <a:pt x="7077" y="27727"/>
                    <a:pt x="6391" y="32522"/>
                    <a:pt x="6391" y="32522"/>
                  </a:cubicBezTo>
                  <a:cubicBezTo>
                    <a:pt x="6391" y="32522"/>
                    <a:pt x="11741" y="32694"/>
                    <a:pt x="15940" y="32694"/>
                  </a:cubicBezTo>
                  <a:cubicBezTo>
                    <a:pt x="18568" y="32694"/>
                    <a:pt x="20745" y="32627"/>
                    <a:pt x="20877" y="32408"/>
                  </a:cubicBezTo>
                  <a:cubicBezTo>
                    <a:pt x="21138" y="31971"/>
                    <a:pt x="20802" y="27878"/>
                    <a:pt x="20626" y="25965"/>
                  </a:cubicBezTo>
                  <a:cubicBezTo>
                    <a:pt x="20570" y="25364"/>
                    <a:pt x="20391" y="25221"/>
                    <a:pt x="19650" y="24587"/>
                  </a:cubicBezTo>
                  <a:lnTo>
                    <a:pt x="19242" y="24287"/>
                  </a:lnTo>
                  <a:cubicBezTo>
                    <a:pt x="17763" y="23194"/>
                    <a:pt x="16135" y="22322"/>
                    <a:pt x="14408" y="21699"/>
                  </a:cubicBezTo>
                  <a:lnTo>
                    <a:pt x="13461" y="21356"/>
                  </a:lnTo>
                  <a:cubicBezTo>
                    <a:pt x="13203" y="21239"/>
                    <a:pt x="12936" y="20746"/>
                    <a:pt x="12949" y="20459"/>
                  </a:cubicBezTo>
                  <a:cubicBezTo>
                    <a:pt x="13135" y="16809"/>
                    <a:pt x="12988" y="1615"/>
                    <a:pt x="12864" y="271"/>
                  </a:cubicBezTo>
                  <a:cubicBezTo>
                    <a:pt x="12842" y="56"/>
                    <a:pt x="7801" y="1"/>
                    <a:pt x="4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1"/>
            <p:cNvSpPr/>
            <p:nvPr/>
          </p:nvSpPr>
          <p:spPr>
            <a:xfrm>
              <a:off x="6398900" y="1382075"/>
              <a:ext cx="528475" cy="825500"/>
            </a:xfrm>
            <a:custGeom>
              <a:avLst/>
              <a:gdLst/>
              <a:ahLst/>
              <a:cxnLst/>
              <a:rect l="l" t="t" r="r" b="b"/>
              <a:pathLst>
                <a:path w="21139" h="33020" extrusionOk="0">
                  <a:moveTo>
                    <a:pt x="944" y="69"/>
                  </a:moveTo>
                  <a:cubicBezTo>
                    <a:pt x="373" y="92"/>
                    <a:pt x="0" y="212"/>
                    <a:pt x="0" y="268"/>
                  </a:cubicBezTo>
                  <a:lnTo>
                    <a:pt x="0" y="21272"/>
                  </a:lnTo>
                  <a:cubicBezTo>
                    <a:pt x="0" y="21957"/>
                    <a:pt x="5249" y="23668"/>
                    <a:pt x="6163" y="25721"/>
                  </a:cubicBezTo>
                  <a:cubicBezTo>
                    <a:pt x="7077" y="27770"/>
                    <a:pt x="6391" y="32565"/>
                    <a:pt x="6391" y="32565"/>
                  </a:cubicBezTo>
                  <a:cubicBezTo>
                    <a:pt x="6391" y="32565"/>
                    <a:pt x="20534" y="33019"/>
                    <a:pt x="20877" y="32451"/>
                  </a:cubicBezTo>
                  <a:cubicBezTo>
                    <a:pt x="21138" y="32014"/>
                    <a:pt x="20802" y="27921"/>
                    <a:pt x="20626" y="26008"/>
                  </a:cubicBezTo>
                  <a:cubicBezTo>
                    <a:pt x="20570" y="25407"/>
                    <a:pt x="20391" y="25264"/>
                    <a:pt x="19650" y="24630"/>
                  </a:cubicBezTo>
                  <a:lnTo>
                    <a:pt x="19242" y="24330"/>
                  </a:lnTo>
                  <a:cubicBezTo>
                    <a:pt x="17763" y="23237"/>
                    <a:pt x="16135" y="22365"/>
                    <a:pt x="14408" y="21742"/>
                  </a:cubicBezTo>
                  <a:lnTo>
                    <a:pt x="13461" y="21399"/>
                  </a:lnTo>
                  <a:cubicBezTo>
                    <a:pt x="13203" y="21282"/>
                    <a:pt x="12936" y="20789"/>
                    <a:pt x="12949" y="20502"/>
                  </a:cubicBezTo>
                  <a:cubicBezTo>
                    <a:pt x="13135" y="16852"/>
                    <a:pt x="12988" y="1658"/>
                    <a:pt x="12864" y="314"/>
                  </a:cubicBezTo>
                  <a:cubicBezTo>
                    <a:pt x="12831" y="0"/>
                    <a:pt x="2093" y="26"/>
                    <a:pt x="944" y="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1"/>
            <p:cNvSpPr/>
            <p:nvPr/>
          </p:nvSpPr>
          <p:spPr>
            <a:xfrm>
              <a:off x="6503350" y="1383125"/>
              <a:ext cx="423950" cy="817425"/>
            </a:xfrm>
            <a:custGeom>
              <a:avLst/>
              <a:gdLst/>
              <a:ahLst/>
              <a:cxnLst/>
              <a:rect l="l" t="t" r="r" b="b"/>
              <a:pathLst>
                <a:path w="16958" h="32697" extrusionOk="0">
                  <a:moveTo>
                    <a:pt x="16445" y="25969"/>
                  </a:moveTo>
                  <a:cubicBezTo>
                    <a:pt x="16392" y="25365"/>
                    <a:pt x="16213" y="25222"/>
                    <a:pt x="15469" y="24592"/>
                  </a:cubicBezTo>
                  <a:lnTo>
                    <a:pt x="15061" y="24288"/>
                  </a:lnTo>
                  <a:cubicBezTo>
                    <a:pt x="13582" y="23198"/>
                    <a:pt x="11953" y="22323"/>
                    <a:pt x="10227" y="21700"/>
                  </a:cubicBezTo>
                  <a:lnTo>
                    <a:pt x="9283" y="21360"/>
                  </a:lnTo>
                  <a:cubicBezTo>
                    <a:pt x="9022" y="21240"/>
                    <a:pt x="8755" y="20747"/>
                    <a:pt x="8768" y="20463"/>
                  </a:cubicBezTo>
                  <a:cubicBezTo>
                    <a:pt x="8954" y="16810"/>
                    <a:pt x="8807" y="1620"/>
                    <a:pt x="8683" y="272"/>
                  </a:cubicBezTo>
                  <a:cubicBezTo>
                    <a:pt x="8663" y="56"/>
                    <a:pt x="3552" y="1"/>
                    <a:pt x="0" y="4"/>
                  </a:cubicBezTo>
                  <a:cubicBezTo>
                    <a:pt x="3532" y="4"/>
                    <a:pt x="8356" y="63"/>
                    <a:pt x="8376" y="272"/>
                  </a:cubicBezTo>
                  <a:cubicBezTo>
                    <a:pt x="8500" y="1616"/>
                    <a:pt x="8647" y="16810"/>
                    <a:pt x="8461" y="20463"/>
                  </a:cubicBezTo>
                  <a:cubicBezTo>
                    <a:pt x="8448" y="20747"/>
                    <a:pt x="8715" y="21240"/>
                    <a:pt x="8977" y="21360"/>
                  </a:cubicBezTo>
                  <a:lnTo>
                    <a:pt x="9920" y="21700"/>
                  </a:lnTo>
                  <a:cubicBezTo>
                    <a:pt x="11646" y="22323"/>
                    <a:pt x="13275" y="23198"/>
                    <a:pt x="14754" y="24288"/>
                  </a:cubicBezTo>
                  <a:lnTo>
                    <a:pt x="15162" y="24592"/>
                  </a:lnTo>
                  <a:cubicBezTo>
                    <a:pt x="15903" y="25222"/>
                    <a:pt x="16086" y="25365"/>
                    <a:pt x="16138" y="25969"/>
                  </a:cubicBezTo>
                  <a:cubicBezTo>
                    <a:pt x="16314" y="27879"/>
                    <a:pt x="16650" y="31975"/>
                    <a:pt x="16389" y="32409"/>
                  </a:cubicBezTo>
                  <a:cubicBezTo>
                    <a:pt x="16259" y="32625"/>
                    <a:pt x="14166" y="32696"/>
                    <a:pt x="11607" y="32696"/>
                  </a:cubicBezTo>
                  <a:cubicBezTo>
                    <a:pt x="14303" y="32696"/>
                    <a:pt x="16562" y="32631"/>
                    <a:pt x="16696" y="32409"/>
                  </a:cubicBezTo>
                  <a:cubicBezTo>
                    <a:pt x="16957" y="31975"/>
                    <a:pt x="16621" y="27879"/>
                    <a:pt x="16445" y="259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1"/>
            <p:cNvSpPr/>
            <p:nvPr/>
          </p:nvSpPr>
          <p:spPr>
            <a:xfrm>
              <a:off x="6398075" y="1382375"/>
              <a:ext cx="529875" cy="818900"/>
            </a:xfrm>
            <a:custGeom>
              <a:avLst/>
              <a:gdLst/>
              <a:ahLst/>
              <a:cxnLst/>
              <a:rect l="l" t="t" r="r" b="b"/>
              <a:pathLst>
                <a:path w="21195" h="32756" extrusionOk="0">
                  <a:moveTo>
                    <a:pt x="4316" y="63"/>
                  </a:moveTo>
                  <a:cubicBezTo>
                    <a:pt x="5245" y="63"/>
                    <a:pt x="6267" y="67"/>
                    <a:pt x="7257" y="76"/>
                  </a:cubicBezTo>
                  <a:cubicBezTo>
                    <a:pt x="12114" y="119"/>
                    <a:pt x="12799" y="253"/>
                    <a:pt x="12861" y="308"/>
                  </a:cubicBezTo>
                  <a:cubicBezTo>
                    <a:pt x="12972" y="1561"/>
                    <a:pt x="13135" y="16782"/>
                    <a:pt x="12946" y="20490"/>
                  </a:cubicBezTo>
                  <a:cubicBezTo>
                    <a:pt x="12930" y="20796"/>
                    <a:pt x="13220" y="21299"/>
                    <a:pt x="13481" y="21416"/>
                  </a:cubicBezTo>
                  <a:lnTo>
                    <a:pt x="14425" y="21759"/>
                  </a:lnTo>
                  <a:cubicBezTo>
                    <a:pt x="16148" y="22383"/>
                    <a:pt x="17777" y="23254"/>
                    <a:pt x="19252" y="24344"/>
                  </a:cubicBezTo>
                  <a:lnTo>
                    <a:pt x="19660" y="24645"/>
                  </a:lnTo>
                  <a:lnTo>
                    <a:pt x="19696" y="24677"/>
                  </a:lnTo>
                  <a:cubicBezTo>
                    <a:pt x="20404" y="25278"/>
                    <a:pt x="20574" y="25421"/>
                    <a:pt x="20626" y="25999"/>
                  </a:cubicBezTo>
                  <a:cubicBezTo>
                    <a:pt x="20789" y="27788"/>
                    <a:pt x="21139" y="31992"/>
                    <a:pt x="20881" y="32423"/>
                  </a:cubicBezTo>
                  <a:cubicBezTo>
                    <a:pt x="20814" y="32531"/>
                    <a:pt x="20038" y="32697"/>
                    <a:pt x="15965" y="32697"/>
                  </a:cubicBezTo>
                  <a:cubicBezTo>
                    <a:pt x="15259" y="32697"/>
                    <a:pt x="14454" y="32692"/>
                    <a:pt x="13537" y="32681"/>
                  </a:cubicBezTo>
                  <a:cubicBezTo>
                    <a:pt x="10185" y="32638"/>
                    <a:pt x="6829" y="32537"/>
                    <a:pt x="6454" y="32524"/>
                  </a:cubicBezTo>
                  <a:cubicBezTo>
                    <a:pt x="6513" y="32090"/>
                    <a:pt x="7087" y="27644"/>
                    <a:pt x="6219" y="25696"/>
                  </a:cubicBezTo>
                  <a:cubicBezTo>
                    <a:pt x="5664" y="24452"/>
                    <a:pt x="3506" y="23319"/>
                    <a:pt x="1930" y="22494"/>
                  </a:cubicBezTo>
                  <a:cubicBezTo>
                    <a:pt x="925" y="21968"/>
                    <a:pt x="60" y="21514"/>
                    <a:pt x="60" y="21260"/>
                  </a:cubicBezTo>
                  <a:lnTo>
                    <a:pt x="60" y="259"/>
                  </a:lnTo>
                  <a:cubicBezTo>
                    <a:pt x="99" y="217"/>
                    <a:pt x="441" y="109"/>
                    <a:pt x="973" y="89"/>
                  </a:cubicBezTo>
                  <a:cubicBezTo>
                    <a:pt x="1352" y="75"/>
                    <a:pt x="2690" y="63"/>
                    <a:pt x="4316" y="63"/>
                  </a:cubicBezTo>
                  <a:close/>
                  <a:moveTo>
                    <a:pt x="4374" y="1"/>
                  </a:moveTo>
                  <a:cubicBezTo>
                    <a:pt x="2724" y="1"/>
                    <a:pt x="1362" y="13"/>
                    <a:pt x="973" y="27"/>
                  </a:cubicBezTo>
                  <a:cubicBezTo>
                    <a:pt x="464" y="47"/>
                    <a:pt x="1" y="155"/>
                    <a:pt x="1" y="256"/>
                  </a:cubicBezTo>
                  <a:lnTo>
                    <a:pt x="1" y="21260"/>
                  </a:lnTo>
                  <a:cubicBezTo>
                    <a:pt x="1" y="21550"/>
                    <a:pt x="800" y="21968"/>
                    <a:pt x="1900" y="22546"/>
                  </a:cubicBezTo>
                  <a:cubicBezTo>
                    <a:pt x="3470" y="23368"/>
                    <a:pt x="5618" y="24494"/>
                    <a:pt x="6163" y="25722"/>
                  </a:cubicBezTo>
                  <a:cubicBezTo>
                    <a:pt x="7064" y="27742"/>
                    <a:pt x="6398" y="32501"/>
                    <a:pt x="6389" y="32550"/>
                  </a:cubicBezTo>
                  <a:cubicBezTo>
                    <a:pt x="6389" y="32566"/>
                    <a:pt x="6402" y="32583"/>
                    <a:pt x="6418" y="32583"/>
                  </a:cubicBezTo>
                  <a:cubicBezTo>
                    <a:pt x="6454" y="32586"/>
                    <a:pt x="9995" y="32700"/>
                    <a:pt x="13533" y="32739"/>
                  </a:cubicBezTo>
                  <a:cubicBezTo>
                    <a:pt x="14470" y="32752"/>
                    <a:pt x="15283" y="32756"/>
                    <a:pt x="15998" y="32756"/>
                  </a:cubicBezTo>
                  <a:cubicBezTo>
                    <a:pt x="20754" y="32756"/>
                    <a:pt x="20887" y="32534"/>
                    <a:pt x="20933" y="32455"/>
                  </a:cubicBezTo>
                  <a:cubicBezTo>
                    <a:pt x="21194" y="32025"/>
                    <a:pt x="20894" y="28225"/>
                    <a:pt x="20688" y="25996"/>
                  </a:cubicBezTo>
                  <a:cubicBezTo>
                    <a:pt x="20633" y="25392"/>
                    <a:pt x="20443" y="25232"/>
                    <a:pt x="19738" y="24632"/>
                  </a:cubicBezTo>
                  <a:lnTo>
                    <a:pt x="19699" y="24599"/>
                  </a:lnTo>
                  <a:lnTo>
                    <a:pt x="19291" y="24295"/>
                  </a:lnTo>
                  <a:cubicBezTo>
                    <a:pt x="17809" y="23202"/>
                    <a:pt x="16177" y="22327"/>
                    <a:pt x="14447" y="21704"/>
                  </a:cubicBezTo>
                  <a:lnTo>
                    <a:pt x="13504" y="21364"/>
                  </a:lnTo>
                  <a:cubicBezTo>
                    <a:pt x="13269" y="21253"/>
                    <a:pt x="12995" y="20777"/>
                    <a:pt x="13011" y="20493"/>
                  </a:cubicBezTo>
                  <a:cubicBezTo>
                    <a:pt x="13197" y="16778"/>
                    <a:pt x="13034" y="1516"/>
                    <a:pt x="12923" y="298"/>
                  </a:cubicBezTo>
                  <a:cubicBezTo>
                    <a:pt x="12917" y="230"/>
                    <a:pt x="12904" y="66"/>
                    <a:pt x="7355" y="14"/>
                  </a:cubicBezTo>
                  <a:cubicBezTo>
                    <a:pt x="6353" y="5"/>
                    <a:pt x="5317" y="1"/>
                    <a:pt x="4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1"/>
            <p:cNvSpPr/>
            <p:nvPr/>
          </p:nvSpPr>
          <p:spPr>
            <a:xfrm>
              <a:off x="6568375" y="2195625"/>
              <a:ext cx="4525" cy="30800"/>
            </a:xfrm>
            <a:custGeom>
              <a:avLst/>
              <a:gdLst/>
              <a:ahLst/>
              <a:cxnLst/>
              <a:rect l="l" t="t" r="r" b="b"/>
              <a:pathLst>
                <a:path w="181" h="1232" extrusionOk="0">
                  <a:moveTo>
                    <a:pt x="151" y="0"/>
                  </a:moveTo>
                  <a:cubicBezTo>
                    <a:pt x="135" y="0"/>
                    <a:pt x="118" y="14"/>
                    <a:pt x="118" y="30"/>
                  </a:cubicBezTo>
                  <a:lnTo>
                    <a:pt x="1" y="1195"/>
                  </a:lnTo>
                  <a:cubicBezTo>
                    <a:pt x="1" y="1211"/>
                    <a:pt x="11" y="1228"/>
                    <a:pt x="30" y="1231"/>
                  </a:cubicBezTo>
                  <a:lnTo>
                    <a:pt x="33" y="1231"/>
                  </a:lnTo>
                  <a:cubicBezTo>
                    <a:pt x="47" y="1228"/>
                    <a:pt x="60" y="1218"/>
                    <a:pt x="63" y="1202"/>
                  </a:cubicBezTo>
                  <a:lnTo>
                    <a:pt x="180" y="36"/>
                  </a:lnTo>
                  <a:cubicBezTo>
                    <a:pt x="180" y="17"/>
                    <a:pt x="167" y="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1"/>
            <p:cNvSpPr/>
            <p:nvPr/>
          </p:nvSpPr>
          <p:spPr>
            <a:xfrm>
              <a:off x="6564950" y="2219700"/>
              <a:ext cx="8850" cy="8825"/>
            </a:xfrm>
            <a:custGeom>
              <a:avLst/>
              <a:gdLst/>
              <a:ahLst/>
              <a:cxnLst/>
              <a:rect l="l" t="t" r="r" b="b"/>
              <a:pathLst>
                <a:path w="354" h="353" extrusionOk="0">
                  <a:moveTo>
                    <a:pt x="177" y="0"/>
                  </a:moveTo>
                  <a:cubicBezTo>
                    <a:pt x="79" y="0"/>
                    <a:pt x="1" y="79"/>
                    <a:pt x="1" y="177"/>
                  </a:cubicBezTo>
                  <a:cubicBezTo>
                    <a:pt x="1" y="275"/>
                    <a:pt x="79" y="353"/>
                    <a:pt x="177" y="353"/>
                  </a:cubicBezTo>
                  <a:cubicBezTo>
                    <a:pt x="275" y="353"/>
                    <a:pt x="353" y="275"/>
                    <a:pt x="353" y="177"/>
                  </a:cubicBezTo>
                  <a:cubicBezTo>
                    <a:pt x="353" y="79"/>
                    <a:pt x="275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1"/>
            <p:cNvSpPr/>
            <p:nvPr/>
          </p:nvSpPr>
          <p:spPr>
            <a:xfrm>
              <a:off x="6583800" y="2196500"/>
              <a:ext cx="4600" cy="30725"/>
            </a:xfrm>
            <a:custGeom>
              <a:avLst/>
              <a:gdLst/>
              <a:ahLst/>
              <a:cxnLst/>
              <a:rect l="l" t="t" r="r" b="b"/>
              <a:pathLst>
                <a:path w="184" h="1229" extrusionOk="0">
                  <a:moveTo>
                    <a:pt x="149" y="1"/>
                  </a:moveTo>
                  <a:cubicBezTo>
                    <a:pt x="135" y="1"/>
                    <a:pt x="122" y="13"/>
                    <a:pt x="122" y="28"/>
                  </a:cubicBezTo>
                  <a:lnTo>
                    <a:pt x="4" y="1193"/>
                  </a:lnTo>
                  <a:cubicBezTo>
                    <a:pt x="1" y="1212"/>
                    <a:pt x="14" y="1225"/>
                    <a:pt x="30" y="1229"/>
                  </a:cubicBezTo>
                  <a:lnTo>
                    <a:pt x="33" y="1229"/>
                  </a:lnTo>
                  <a:cubicBezTo>
                    <a:pt x="50" y="1229"/>
                    <a:pt x="63" y="1216"/>
                    <a:pt x="63" y="1199"/>
                  </a:cubicBezTo>
                  <a:lnTo>
                    <a:pt x="180" y="34"/>
                  </a:lnTo>
                  <a:cubicBezTo>
                    <a:pt x="184" y="18"/>
                    <a:pt x="170" y="1"/>
                    <a:pt x="154" y="1"/>
                  </a:cubicBezTo>
                  <a:cubicBezTo>
                    <a:pt x="152" y="1"/>
                    <a:pt x="151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71"/>
            <p:cNvSpPr/>
            <p:nvPr/>
          </p:nvSpPr>
          <p:spPr>
            <a:xfrm>
              <a:off x="6578900" y="2220525"/>
              <a:ext cx="10325" cy="8825"/>
            </a:xfrm>
            <a:custGeom>
              <a:avLst/>
              <a:gdLst/>
              <a:ahLst/>
              <a:cxnLst/>
              <a:rect l="l" t="t" r="r" b="b"/>
              <a:pathLst>
                <a:path w="413" h="353" extrusionOk="0">
                  <a:moveTo>
                    <a:pt x="236" y="0"/>
                  </a:moveTo>
                  <a:cubicBezTo>
                    <a:pt x="79" y="0"/>
                    <a:pt x="1" y="189"/>
                    <a:pt x="112" y="300"/>
                  </a:cubicBezTo>
                  <a:cubicBezTo>
                    <a:pt x="148" y="336"/>
                    <a:pt x="192" y="352"/>
                    <a:pt x="235" y="352"/>
                  </a:cubicBezTo>
                  <a:cubicBezTo>
                    <a:pt x="326" y="352"/>
                    <a:pt x="412" y="282"/>
                    <a:pt x="412" y="176"/>
                  </a:cubicBezTo>
                  <a:cubicBezTo>
                    <a:pt x="412" y="78"/>
                    <a:pt x="334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71"/>
            <p:cNvSpPr/>
            <p:nvPr/>
          </p:nvSpPr>
          <p:spPr>
            <a:xfrm>
              <a:off x="6599300" y="2197325"/>
              <a:ext cx="4600" cy="30725"/>
            </a:xfrm>
            <a:custGeom>
              <a:avLst/>
              <a:gdLst/>
              <a:ahLst/>
              <a:cxnLst/>
              <a:rect l="l" t="t" r="r" b="b"/>
              <a:pathLst>
                <a:path w="184" h="1229" extrusionOk="0">
                  <a:moveTo>
                    <a:pt x="148" y="1"/>
                  </a:moveTo>
                  <a:cubicBezTo>
                    <a:pt x="132" y="1"/>
                    <a:pt x="121" y="13"/>
                    <a:pt x="118" y="27"/>
                  </a:cubicBezTo>
                  <a:lnTo>
                    <a:pt x="4" y="1192"/>
                  </a:lnTo>
                  <a:cubicBezTo>
                    <a:pt x="1" y="1212"/>
                    <a:pt x="14" y="1225"/>
                    <a:pt x="30" y="1228"/>
                  </a:cubicBezTo>
                  <a:lnTo>
                    <a:pt x="34" y="1228"/>
                  </a:lnTo>
                  <a:cubicBezTo>
                    <a:pt x="50" y="1228"/>
                    <a:pt x="63" y="1215"/>
                    <a:pt x="63" y="1199"/>
                  </a:cubicBezTo>
                  <a:lnTo>
                    <a:pt x="180" y="34"/>
                  </a:lnTo>
                  <a:cubicBezTo>
                    <a:pt x="184" y="17"/>
                    <a:pt x="171" y="1"/>
                    <a:pt x="154" y="1"/>
                  </a:cubicBezTo>
                  <a:cubicBezTo>
                    <a:pt x="152" y="1"/>
                    <a:pt x="150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1"/>
            <p:cNvSpPr/>
            <p:nvPr/>
          </p:nvSpPr>
          <p:spPr>
            <a:xfrm>
              <a:off x="6594425" y="2221325"/>
              <a:ext cx="10300" cy="8825"/>
            </a:xfrm>
            <a:custGeom>
              <a:avLst/>
              <a:gdLst/>
              <a:ahLst/>
              <a:cxnLst/>
              <a:rect l="l" t="t" r="r" b="b"/>
              <a:pathLst>
                <a:path w="412" h="353" extrusionOk="0">
                  <a:moveTo>
                    <a:pt x="235" y="1"/>
                  </a:moveTo>
                  <a:cubicBezTo>
                    <a:pt x="78" y="1"/>
                    <a:pt x="0" y="190"/>
                    <a:pt x="111" y="301"/>
                  </a:cubicBezTo>
                  <a:cubicBezTo>
                    <a:pt x="147" y="337"/>
                    <a:pt x="191" y="353"/>
                    <a:pt x="234" y="353"/>
                  </a:cubicBezTo>
                  <a:cubicBezTo>
                    <a:pt x="325" y="353"/>
                    <a:pt x="411" y="283"/>
                    <a:pt x="411" y="177"/>
                  </a:cubicBezTo>
                  <a:cubicBezTo>
                    <a:pt x="411" y="79"/>
                    <a:pt x="333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1"/>
            <p:cNvSpPr/>
            <p:nvPr/>
          </p:nvSpPr>
          <p:spPr>
            <a:xfrm>
              <a:off x="6611950" y="2197900"/>
              <a:ext cx="4850" cy="30725"/>
            </a:xfrm>
            <a:custGeom>
              <a:avLst/>
              <a:gdLst/>
              <a:ahLst/>
              <a:cxnLst/>
              <a:rect l="l" t="t" r="r" b="b"/>
              <a:pathLst>
                <a:path w="194" h="1229" extrusionOk="0">
                  <a:moveTo>
                    <a:pt x="35" y="0"/>
                  </a:moveTo>
                  <a:cubicBezTo>
                    <a:pt x="34" y="0"/>
                    <a:pt x="32" y="1"/>
                    <a:pt x="30" y="1"/>
                  </a:cubicBezTo>
                  <a:cubicBezTo>
                    <a:pt x="14" y="1"/>
                    <a:pt x="1" y="17"/>
                    <a:pt x="4" y="34"/>
                  </a:cubicBezTo>
                  <a:lnTo>
                    <a:pt x="131" y="1199"/>
                  </a:lnTo>
                  <a:cubicBezTo>
                    <a:pt x="131" y="1215"/>
                    <a:pt x="144" y="1228"/>
                    <a:pt x="161" y="1228"/>
                  </a:cubicBezTo>
                  <a:lnTo>
                    <a:pt x="164" y="1228"/>
                  </a:lnTo>
                  <a:cubicBezTo>
                    <a:pt x="180" y="1225"/>
                    <a:pt x="193" y="1212"/>
                    <a:pt x="190" y="1192"/>
                  </a:cubicBezTo>
                  <a:lnTo>
                    <a:pt x="63" y="27"/>
                  </a:lnTo>
                  <a:cubicBezTo>
                    <a:pt x="60" y="12"/>
                    <a:pt x="49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1"/>
            <p:cNvSpPr/>
            <p:nvPr/>
          </p:nvSpPr>
          <p:spPr>
            <a:xfrm>
              <a:off x="6610075" y="2221900"/>
              <a:ext cx="10700" cy="8850"/>
            </a:xfrm>
            <a:custGeom>
              <a:avLst/>
              <a:gdLst/>
              <a:ahLst/>
              <a:cxnLst/>
              <a:rect l="l" t="t" r="r" b="b"/>
              <a:pathLst>
                <a:path w="428" h="354" extrusionOk="0">
                  <a:moveTo>
                    <a:pt x="229" y="0"/>
                  </a:moveTo>
                  <a:cubicBezTo>
                    <a:pt x="217" y="0"/>
                    <a:pt x="205" y="1"/>
                    <a:pt x="193" y="4"/>
                  </a:cubicBezTo>
                  <a:cubicBezTo>
                    <a:pt x="40" y="36"/>
                    <a:pt x="1" y="239"/>
                    <a:pt x="135" y="324"/>
                  </a:cubicBezTo>
                  <a:cubicBezTo>
                    <a:pt x="166" y="345"/>
                    <a:pt x="199" y="354"/>
                    <a:pt x="231" y="354"/>
                  </a:cubicBezTo>
                  <a:cubicBezTo>
                    <a:pt x="334" y="354"/>
                    <a:pt x="427" y="258"/>
                    <a:pt x="402" y="141"/>
                  </a:cubicBezTo>
                  <a:cubicBezTo>
                    <a:pt x="385" y="58"/>
                    <a:pt x="310" y="0"/>
                    <a:pt x="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1"/>
            <p:cNvSpPr/>
            <p:nvPr/>
          </p:nvSpPr>
          <p:spPr>
            <a:xfrm>
              <a:off x="6630225" y="2199000"/>
              <a:ext cx="4575" cy="30675"/>
            </a:xfrm>
            <a:custGeom>
              <a:avLst/>
              <a:gdLst/>
              <a:ahLst/>
              <a:cxnLst/>
              <a:rect l="l" t="t" r="r" b="b"/>
              <a:pathLst>
                <a:path w="183" h="1227" extrusionOk="0">
                  <a:moveTo>
                    <a:pt x="151" y="0"/>
                  </a:moveTo>
                  <a:cubicBezTo>
                    <a:pt x="137" y="0"/>
                    <a:pt x="123" y="9"/>
                    <a:pt x="122" y="25"/>
                  </a:cubicBezTo>
                  <a:lnTo>
                    <a:pt x="4" y="1194"/>
                  </a:lnTo>
                  <a:cubicBezTo>
                    <a:pt x="1" y="1210"/>
                    <a:pt x="14" y="1223"/>
                    <a:pt x="30" y="1227"/>
                  </a:cubicBezTo>
                  <a:lnTo>
                    <a:pt x="34" y="1227"/>
                  </a:lnTo>
                  <a:cubicBezTo>
                    <a:pt x="50" y="1227"/>
                    <a:pt x="63" y="1214"/>
                    <a:pt x="66" y="1200"/>
                  </a:cubicBezTo>
                  <a:lnTo>
                    <a:pt x="181" y="32"/>
                  </a:lnTo>
                  <a:cubicBezTo>
                    <a:pt x="182" y="11"/>
                    <a:pt x="166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1"/>
            <p:cNvSpPr/>
            <p:nvPr/>
          </p:nvSpPr>
          <p:spPr>
            <a:xfrm>
              <a:off x="6626800" y="2222950"/>
              <a:ext cx="8850" cy="8850"/>
            </a:xfrm>
            <a:custGeom>
              <a:avLst/>
              <a:gdLst/>
              <a:ahLst/>
              <a:cxnLst/>
              <a:rect l="l" t="t" r="r" b="b"/>
              <a:pathLst>
                <a:path w="354" h="354" extrusionOk="0">
                  <a:moveTo>
                    <a:pt x="177" y="1"/>
                  </a:moveTo>
                  <a:cubicBezTo>
                    <a:pt x="82" y="1"/>
                    <a:pt x="1" y="79"/>
                    <a:pt x="1" y="177"/>
                  </a:cubicBezTo>
                  <a:cubicBezTo>
                    <a:pt x="1" y="275"/>
                    <a:pt x="82" y="353"/>
                    <a:pt x="177" y="353"/>
                  </a:cubicBezTo>
                  <a:cubicBezTo>
                    <a:pt x="275" y="353"/>
                    <a:pt x="353" y="275"/>
                    <a:pt x="353" y="177"/>
                  </a:cubicBezTo>
                  <a:cubicBezTo>
                    <a:pt x="353" y="79"/>
                    <a:pt x="275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1"/>
            <p:cNvSpPr/>
            <p:nvPr/>
          </p:nvSpPr>
          <p:spPr>
            <a:xfrm>
              <a:off x="6647825" y="2197600"/>
              <a:ext cx="3825" cy="30925"/>
            </a:xfrm>
            <a:custGeom>
              <a:avLst/>
              <a:gdLst/>
              <a:ahLst/>
              <a:cxnLst/>
              <a:rect l="l" t="t" r="r" b="b"/>
              <a:pathLst>
                <a:path w="153" h="1237" extrusionOk="0">
                  <a:moveTo>
                    <a:pt x="34" y="1"/>
                  </a:moveTo>
                  <a:cubicBezTo>
                    <a:pt x="17" y="1"/>
                    <a:pt x="0" y="13"/>
                    <a:pt x="5" y="36"/>
                  </a:cubicBezTo>
                  <a:lnTo>
                    <a:pt x="90" y="1208"/>
                  </a:lnTo>
                  <a:cubicBezTo>
                    <a:pt x="90" y="1224"/>
                    <a:pt x="103" y="1237"/>
                    <a:pt x="120" y="1237"/>
                  </a:cubicBezTo>
                  <a:lnTo>
                    <a:pt x="123" y="1237"/>
                  </a:lnTo>
                  <a:cubicBezTo>
                    <a:pt x="139" y="1234"/>
                    <a:pt x="152" y="1221"/>
                    <a:pt x="152" y="1201"/>
                  </a:cubicBezTo>
                  <a:lnTo>
                    <a:pt x="64" y="32"/>
                  </a:lnTo>
                  <a:cubicBezTo>
                    <a:pt x="64" y="11"/>
                    <a:pt x="49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1"/>
            <p:cNvSpPr/>
            <p:nvPr/>
          </p:nvSpPr>
          <p:spPr>
            <a:xfrm>
              <a:off x="6645000" y="2221825"/>
              <a:ext cx="10650" cy="8850"/>
            </a:xfrm>
            <a:custGeom>
              <a:avLst/>
              <a:gdLst/>
              <a:ahLst/>
              <a:cxnLst/>
              <a:rect l="l" t="t" r="r" b="b"/>
              <a:pathLst>
                <a:path w="426" h="354" extrusionOk="0">
                  <a:moveTo>
                    <a:pt x="234" y="0"/>
                  </a:moveTo>
                  <a:cubicBezTo>
                    <a:pt x="223" y="0"/>
                    <a:pt x="211" y="1"/>
                    <a:pt x="200" y="4"/>
                  </a:cubicBezTo>
                  <a:cubicBezTo>
                    <a:pt x="46" y="30"/>
                    <a:pt x="1" y="229"/>
                    <a:pt x="128" y="320"/>
                  </a:cubicBezTo>
                  <a:cubicBezTo>
                    <a:pt x="161" y="343"/>
                    <a:pt x="196" y="353"/>
                    <a:pt x="230" y="353"/>
                  </a:cubicBezTo>
                  <a:cubicBezTo>
                    <a:pt x="333" y="353"/>
                    <a:pt x="425" y="262"/>
                    <a:pt x="406" y="147"/>
                  </a:cubicBezTo>
                  <a:cubicBezTo>
                    <a:pt x="388" y="61"/>
                    <a:pt x="315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1"/>
            <p:cNvSpPr/>
            <p:nvPr/>
          </p:nvSpPr>
          <p:spPr>
            <a:xfrm>
              <a:off x="6663200" y="2199700"/>
              <a:ext cx="4600" cy="30700"/>
            </a:xfrm>
            <a:custGeom>
              <a:avLst/>
              <a:gdLst/>
              <a:ahLst/>
              <a:cxnLst/>
              <a:rect l="l" t="t" r="r" b="b"/>
              <a:pathLst>
                <a:path w="184" h="1228" extrusionOk="0">
                  <a:moveTo>
                    <a:pt x="149" y="0"/>
                  </a:moveTo>
                  <a:cubicBezTo>
                    <a:pt x="135" y="0"/>
                    <a:pt x="121" y="12"/>
                    <a:pt x="121" y="27"/>
                  </a:cubicBezTo>
                  <a:lnTo>
                    <a:pt x="4" y="1195"/>
                  </a:lnTo>
                  <a:cubicBezTo>
                    <a:pt x="1" y="1212"/>
                    <a:pt x="14" y="1225"/>
                    <a:pt x="30" y="1228"/>
                  </a:cubicBezTo>
                  <a:lnTo>
                    <a:pt x="33" y="1228"/>
                  </a:lnTo>
                  <a:cubicBezTo>
                    <a:pt x="50" y="1228"/>
                    <a:pt x="63" y="1215"/>
                    <a:pt x="63" y="1199"/>
                  </a:cubicBezTo>
                  <a:lnTo>
                    <a:pt x="180" y="33"/>
                  </a:lnTo>
                  <a:cubicBezTo>
                    <a:pt x="183" y="17"/>
                    <a:pt x="170" y="1"/>
                    <a:pt x="154" y="1"/>
                  </a:cubicBezTo>
                  <a:cubicBezTo>
                    <a:pt x="152" y="0"/>
                    <a:pt x="15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1"/>
            <p:cNvSpPr/>
            <p:nvPr/>
          </p:nvSpPr>
          <p:spPr>
            <a:xfrm>
              <a:off x="6659775" y="2223700"/>
              <a:ext cx="8850" cy="8825"/>
            </a:xfrm>
            <a:custGeom>
              <a:avLst/>
              <a:gdLst/>
              <a:ahLst/>
              <a:cxnLst/>
              <a:rect l="l" t="t" r="r" b="b"/>
              <a:pathLst>
                <a:path w="354" h="353" extrusionOk="0">
                  <a:moveTo>
                    <a:pt x="177" y="0"/>
                  </a:moveTo>
                  <a:cubicBezTo>
                    <a:pt x="82" y="0"/>
                    <a:pt x="1" y="79"/>
                    <a:pt x="1" y="177"/>
                  </a:cubicBezTo>
                  <a:cubicBezTo>
                    <a:pt x="1" y="274"/>
                    <a:pt x="82" y="353"/>
                    <a:pt x="177" y="353"/>
                  </a:cubicBezTo>
                  <a:cubicBezTo>
                    <a:pt x="275" y="353"/>
                    <a:pt x="353" y="274"/>
                    <a:pt x="353" y="177"/>
                  </a:cubicBezTo>
                  <a:cubicBezTo>
                    <a:pt x="353" y="79"/>
                    <a:pt x="275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1"/>
            <p:cNvSpPr/>
            <p:nvPr/>
          </p:nvSpPr>
          <p:spPr>
            <a:xfrm>
              <a:off x="6679450" y="2199925"/>
              <a:ext cx="3700" cy="30825"/>
            </a:xfrm>
            <a:custGeom>
              <a:avLst/>
              <a:gdLst/>
              <a:ahLst/>
              <a:cxnLst/>
              <a:rect l="l" t="t" r="r" b="b"/>
              <a:pathLst>
                <a:path w="148" h="1233" extrusionOk="0">
                  <a:moveTo>
                    <a:pt x="113" y="1"/>
                  </a:moveTo>
                  <a:cubicBezTo>
                    <a:pt x="98" y="1"/>
                    <a:pt x="85" y="13"/>
                    <a:pt x="85" y="28"/>
                  </a:cubicBezTo>
                  <a:lnTo>
                    <a:pt x="0" y="1199"/>
                  </a:lnTo>
                  <a:cubicBezTo>
                    <a:pt x="0" y="1216"/>
                    <a:pt x="13" y="1229"/>
                    <a:pt x="30" y="1232"/>
                  </a:cubicBezTo>
                  <a:cubicBezTo>
                    <a:pt x="46" y="1232"/>
                    <a:pt x="59" y="1219"/>
                    <a:pt x="62" y="1203"/>
                  </a:cubicBezTo>
                  <a:lnTo>
                    <a:pt x="147" y="34"/>
                  </a:lnTo>
                  <a:cubicBezTo>
                    <a:pt x="147" y="15"/>
                    <a:pt x="134" y="1"/>
                    <a:pt x="118" y="1"/>
                  </a:cubicBezTo>
                  <a:cubicBezTo>
                    <a:pt x="116" y="1"/>
                    <a:pt x="114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1"/>
            <p:cNvSpPr/>
            <p:nvPr/>
          </p:nvSpPr>
          <p:spPr>
            <a:xfrm>
              <a:off x="6674475" y="2224025"/>
              <a:ext cx="10350" cy="8875"/>
            </a:xfrm>
            <a:custGeom>
              <a:avLst/>
              <a:gdLst/>
              <a:ahLst/>
              <a:cxnLst/>
              <a:rect l="l" t="t" r="r" b="b"/>
              <a:pathLst>
                <a:path w="414" h="355" extrusionOk="0">
                  <a:moveTo>
                    <a:pt x="238" y="0"/>
                  </a:moveTo>
                  <a:cubicBezTo>
                    <a:pt x="236" y="0"/>
                    <a:pt x="234" y="0"/>
                    <a:pt x="232" y="0"/>
                  </a:cubicBezTo>
                  <a:cubicBezTo>
                    <a:pt x="75" y="7"/>
                    <a:pt x="0" y="196"/>
                    <a:pt x="114" y="304"/>
                  </a:cubicBezTo>
                  <a:cubicBezTo>
                    <a:pt x="150" y="339"/>
                    <a:pt x="193" y="354"/>
                    <a:pt x="235" y="354"/>
                  </a:cubicBezTo>
                  <a:cubicBezTo>
                    <a:pt x="327" y="354"/>
                    <a:pt x="414" y="281"/>
                    <a:pt x="411" y="173"/>
                  </a:cubicBezTo>
                  <a:cubicBezTo>
                    <a:pt x="408" y="77"/>
                    <a:pt x="330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1"/>
            <p:cNvSpPr/>
            <p:nvPr/>
          </p:nvSpPr>
          <p:spPr>
            <a:xfrm>
              <a:off x="6692500" y="2200325"/>
              <a:ext cx="3775" cy="30825"/>
            </a:xfrm>
            <a:custGeom>
              <a:avLst/>
              <a:gdLst/>
              <a:ahLst/>
              <a:cxnLst/>
              <a:rect l="l" t="t" r="r" b="b"/>
              <a:pathLst>
                <a:path w="151" h="1233" extrusionOk="0">
                  <a:moveTo>
                    <a:pt x="119" y="1"/>
                  </a:moveTo>
                  <a:cubicBezTo>
                    <a:pt x="105" y="1"/>
                    <a:pt x="90" y="11"/>
                    <a:pt x="89" y="31"/>
                  </a:cubicBezTo>
                  <a:lnTo>
                    <a:pt x="4" y="1200"/>
                  </a:lnTo>
                  <a:cubicBezTo>
                    <a:pt x="0" y="1216"/>
                    <a:pt x="13" y="1229"/>
                    <a:pt x="33" y="1232"/>
                  </a:cubicBezTo>
                  <a:cubicBezTo>
                    <a:pt x="49" y="1232"/>
                    <a:pt x="62" y="1219"/>
                    <a:pt x="66" y="1203"/>
                  </a:cubicBezTo>
                  <a:lnTo>
                    <a:pt x="151" y="34"/>
                  </a:lnTo>
                  <a:cubicBezTo>
                    <a:pt x="151" y="12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1"/>
            <p:cNvSpPr/>
            <p:nvPr/>
          </p:nvSpPr>
          <p:spPr>
            <a:xfrm>
              <a:off x="6687525" y="2224425"/>
              <a:ext cx="10450" cy="8850"/>
            </a:xfrm>
            <a:custGeom>
              <a:avLst/>
              <a:gdLst/>
              <a:ahLst/>
              <a:cxnLst/>
              <a:rect l="l" t="t" r="r" b="b"/>
              <a:pathLst>
                <a:path w="418" h="354" extrusionOk="0">
                  <a:moveTo>
                    <a:pt x="238" y="1"/>
                  </a:moveTo>
                  <a:cubicBezTo>
                    <a:pt x="236" y="1"/>
                    <a:pt x="234" y="1"/>
                    <a:pt x="232" y="1"/>
                  </a:cubicBezTo>
                  <a:cubicBezTo>
                    <a:pt x="75" y="4"/>
                    <a:pt x="0" y="197"/>
                    <a:pt x="115" y="304"/>
                  </a:cubicBezTo>
                  <a:cubicBezTo>
                    <a:pt x="150" y="338"/>
                    <a:pt x="194" y="353"/>
                    <a:pt x="236" y="353"/>
                  </a:cubicBezTo>
                  <a:cubicBezTo>
                    <a:pt x="329" y="353"/>
                    <a:pt x="417" y="281"/>
                    <a:pt x="415" y="174"/>
                  </a:cubicBezTo>
                  <a:cubicBezTo>
                    <a:pt x="412" y="78"/>
                    <a:pt x="333" y="1"/>
                    <a:pt x="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1"/>
            <p:cNvSpPr/>
            <p:nvPr/>
          </p:nvSpPr>
          <p:spPr>
            <a:xfrm>
              <a:off x="6708000" y="2200725"/>
              <a:ext cx="3775" cy="30825"/>
            </a:xfrm>
            <a:custGeom>
              <a:avLst/>
              <a:gdLst/>
              <a:ahLst/>
              <a:cxnLst/>
              <a:rect l="l" t="t" r="r" b="b"/>
              <a:pathLst>
                <a:path w="151" h="1233" extrusionOk="0">
                  <a:moveTo>
                    <a:pt x="118" y="1"/>
                  </a:moveTo>
                  <a:cubicBezTo>
                    <a:pt x="104" y="1"/>
                    <a:pt x="90" y="10"/>
                    <a:pt x="89" y="28"/>
                  </a:cubicBezTo>
                  <a:lnTo>
                    <a:pt x="4" y="1200"/>
                  </a:lnTo>
                  <a:cubicBezTo>
                    <a:pt x="1" y="1216"/>
                    <a:pt x="14" y="1229"/>
                    <a:pt x="30" y="1233"/>
                  </a:cubicBezTo>
                  <a:lnTo>
                    <a:pt x="33" y="1233"/>
                  </a:lnTo>
                  <a:cubicBezTo>
                    <a:pt x="50" y="1233"/>
                    <a:pt x="63" y="1220"/>
                    <a:pt x="63" y="1203"/>
                  </a:cubicBezTo>
                  <a:lnTo>
                    <a:pt x="151" y="35"/>
                  </a:lnTo>
                  <a:cubicBezTo>
                    <a:pt x="151" y="12"/>
                    <a:pt x="134" y="1"/>
                    <a:pt x="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1"/>
            <p:cNvSpPr/>
            <p:nvPr/>
          </p:nvSpPr>
          <p:spPr>
            <a:xfrm>
              <a:off x="6703100" y="2224825"/>
              <a:ext cx="10375" cy="8850"/>
            </a:xfrm>
            <a:custGeom>
              <a:avLst/>
              <a:gdLst/>
              <a:ahLst/>
              <a:cxnLst/>
              <a:rect l="l" t="t" r="r" b="b"/>
              <a:pathLst>
                <a:path w="415" h="354" extrusionOk="0">
                  <a:moveTo>
                    <a:pt x="235" y="1"/>
                  </a:moveTo>
                  <a:cubicBezTo>
                    <a:pt x="233" y="1"/>
                    <a:pt x="231" y="1"/>
                    <a:pt x="229" y="1"/>
                  </a:cubicBezTo>
                  <a:cubicBezTo>
                    <a:pt x="73" y="4"/>
                    <a:pt x="1" y="197"/>
                    <a:pt x="115" y="305"/>
                  </a:cubicBezTo>
                  <a:cubicBezTo>
                    <a:pt x="151" y="338"/>
                    <a:pt x="194" y="354"/>
                    <a:pt x="236" y="354"/>
                  </a:cubicBezTo>
                  <a:cubicBezTo>
                    <a:pt x="327" y="354"/>
                    <a:pt x="414" y="281"/>
                    <a:pt x="412" y="174"/>
                  </a:cubicBezTo>
                  <a:cubicBezTo>
                    <a:pt x="409" y="78"/>
                    <a:pt x="330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71"/>
            <p:cNvSpPr/>
            <p:nvPr/>
          </p:nvSpPr>
          <p:spPr>
            <a:xfrm>
              <a:off x="6724475" y="2201825"/>
              <a:ext cx="2975" cy="30875"/>
            </a:xfrm>
            <a:custGeom>
              <a:avLst/>
              <a:gdLst/>
              <a:ahLst/>
              <a:cxnLst/>
              <a:rect l="l" t="t" r="r" b="b"/>
              <a:pathLst>
                <a:path w="119" h="1235" extrusionOk="0">
                  <a:moveTo>
                    <a:pt x="89" y="1"/>
                  </a:moveTo>
                  <a:cubicBezTo>
                    <a:pt x="69" y="1"/>
                    <a:pt x="56" y="14"/>
                    <a:pt x="56" y="30"/>
                  </a:cubicBezTo>
                  <a:lnTo>
                    <a:pt x="4" y="1202"/>
                  </a:lnTo>
                  <a:cubicBezTo>
                    <a:pt x="1" y="1218"/>
                    <a:pt x="14" y="1231"/>
                    <a:pt x="34" y="1234"/>
                  </a:cubicBezTo>
                  <a:cubicBezTo>
                    <a:pt x="50" y="1234"/>
                    <a:pt x="63" y="1221"/>
                    <a:pt x="63" y="1205"/>
                  </a:cubicBezTo>
                  <a:lnTo>
                    <a:pt x="115" y="33"/>
                  </a:lnTo>
                  <a:cubicBezTo>
                    <a:pt x="118" y="14"/>
                    <a:pt x="105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71"/>
            <p:cNvSpPr/>
            <p:nvPr/>
          </p:nvSpPr>
          <p:spPr>
            <a:xfrm>
              <a:off x="6719500" y="2225975"/>
              <a:ext cx="10425" cy="8825"/>
            </a:xfrm>
            <a:custGeom>
              <a:avLst/>
              <a:gdLst/>
              <a:ahLst/>
              <a:cxnLst/>
              <a:rect l="l" t="t" r="r" b="b"/>
              <a:pathLst>
                <a:path w="417" h="353" extrusionOk="0">
                  <a:moveTo>
                    <a:pt x="238" y="0"/>
                  </a:moveTo>
                  <a:cubicBezTo>
                    <a:pt x="234" y="0"/>
                    <a:pt x="230" y="0"/>
                    <a:pt x="226" y="1"/>
                  </a:cubicBezTo>
                  <a:cubicBezTo>
                    <a:pt x="69" y="11"/>
                    <a:pt x="1" y="203"/>
                    <a:pt x="118" y="308"/>
                  </a:cubicBezTo>
                  <a:cubicBezTo>
                    <a:pt x="154" y="339"/>
                    <a:pt x="195" y="353"/>
                    <a:pt x="235" y="353"/>
                  </a:cubicBezTo>
                  <a:cubicBezTo>
                    <a:pt x="329" y="353"/>
                    <a:pt x="417" y="277"/>
                    <a:pt x="412" y="167"/>
                  </a:cubicBezTo>
                  <a:cubicBezTo>
                    <a:pt x="406" y="73"/>
                    <a:pt x="330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1"/>
            <p:cNvSpPr/>
            <p:nvPr/>
          </p:nvSpPr>
          <p:spPr>
            <a:xfrm>
              <a:off x="6740075" y="2201825"/>
              <a:ext cx="2800" cy="30800"/>
            </a:xfrm>
            <a:custGeom>
              <a:avLst/>
              <a:gdLst/>
              <a:ahLst/>
              <a:cxnLst/>
              <a:rect l="l" t="t" r="r" b="b"/>
              <a:pathLst>
                <a:path w="112" h="1232" extrusionOk="0">
                  <a:moveTo>
                    <a:pt x="77" y="0"/>
                  </a:moveTo>
                  <a:cubicBezTo>
                    <a:pt x="63" y="0"/>
                    <a:pt x="53" y="12"/>
                    <a:pt x="53" y="27"/>
                  </a:cubicBezTo>
                  <a:lnTo>
                    <a:pt x="0" y="1198"/>
                  </a:lnTo>
                  <a:cubicBezTo>
                    <a:pt x="0" y="1218"/>
                    <a:pt x="10" y="1231"/>
                    <a:pt x="30" y="1231"/>
                  </a:cubicBezTo>
                  <a:cubicBezTo>
                    <a:pt x="46" y="1231"/>
                    <a:pt x="59" y="1218"/>
                    <a:pt x="59" y="1202"/>
                  </a:cubicBezTo>
                  <a:lnTo>
                    <a:pt x="111" y="30"/>
                  </a:lnTo>
                  <a:cubicBezTo>
                    <a:pt x="111" y="14"/>
                    <a:pt x="98" y="1"/>
                    <a:pt x="82" y="1"/>
                  </a:cubicBezTo>
                  <a:cubicBezTo>
                    <a:pt x="80" y="0"/>
                    <a:pt x="79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1"/>
            <p:cNvSpPr/>
            <p:nvPr/>
          </p:nvSpPr>
          <p:spPr>
            <a:xfrm>
              <a:off x="6735025" y="2225975"/>
              <a:ext cx="10400" cy="8825"/>
            </a:xfrm>
            <a:custGeom>
              <a:avLst/>
              <a:gdLst/>
              <a:ahLst/>
              <a:cxnLst/>
              <a:rect l="l" t="t" r="r" b="b"/>
              <a:pathLst>
                <a:path w="416" h="353" extrusionOk="0">
                  <a:moveTo>
                    <a:pt x="237" y="0"/>
                  </a:moveTo>
                  <a:cubicBezTo>
                    <a:pt x="233" y="0"/>
                    <a:pt x="229" y="0"/>
                    <a:pt x="225" y="1"/>
                  </a:cubicBezTo>
                  <a:cubicBezTo>
                    <a:pt x="69" y="7"/>
                    <a:pt x="0" y="203"/>
                    <a:pt x="118" y="308"/>
                  </a:cubicBezTo>
                  <a:cubicBezTo>
                    <a:pt x="153" y="339"/>
                    <a:pt x="194" y="353"/>
                    <a:pt x="234" y="353"/>
                  </a:cubicBezTo>
                  <a:cubicBezTo>
                    <a:pt x="328" y="353"/>
                    <a:pt x="416" y="277"/>
                    <a:pt x="411" y="167"/>
                  </a:cubicBezTo>
                  <a:cubicBezTo>
                    <a:pt x="405" y="73"/>
                    <a:pt x="330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1"/>
            <p:cNvSpPr/>
            <p:nvPr/>
          </p:nvSpPr>
          <p:spPr>
            <a:xfrm>
              <a:off x="6755500" y="2201750"/>
              <a:ext cx="2950" cy="30875"/>
            </a:xfrm>
            <a:custGeom>
              <a:avLst/>
              <a:gdLst/>
              <a:ahLst/>
              <a:cxnLst/>
              <a:rect l="l" t="t" r="r" b="b"/>
              <a:pathLst>
                <a:path w="118" h="1235" extrusionOk="0">
                  <a:moveTo>
                    <a:pt x="85" y="0"/>
                  </a:moveTo>
                  <a:cubicBezTo>
                    <a:pt x="69" y="0"/>
                    <a:pt x="56" y="13"/>
                    <a:pt x="53" y="30"/>
                  </a:cubicBezTo>
                  <a:lnTo>
                    <a:pt x="4" y="1201"/>
                  </a:lnTo>
                  <a:cubicBezTo>
                    <a:pt x="0" y="1218"/>
                    <a:pt x="13" y="1234"/>
                    <a:pt x="33" y="1234"/>
                  </a:cubicBezTo>
                  <a:cubicBezTo>
                    <a:pt x="49" y="1234"/>
                    <a:pt x="62" y="1221"/>
                    <a:pt x="62" y="1205"/>
                  </a:cubicBezTo>
                  <a:lnTo>
                    <a:pt x="115" y="33"/>
                  </a:lnTo>
                  <a:cubicBezTo>
                    <a:pt x="118" y="17"/>
                    <a:pt x="101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1"/>
            <p:cNvSpPr/>
            <p:nvPr/>
          </p:nvSpPr>
          <p:spPr>
            <a:xfrm>
              <a:off x="6750525" y="2225900"/>
              <a:ext cx="10400" cy="8825"/>
            </a:xfrm>
            <a:custGeom>
              <a:avLst/>
              <a:gdLst/>
              <a:ahLst/>
              <a:cxnLst/>
              <a:rect l="l" t="t" r="r" b="b"/>
              <a:pathLst>
                <a:path w="416" h="353" extrusionOk="0">
                  <a:moveTo>
                    <a:pt x="237" y="0"/>
                  </a:moveTo>
                  <a:cubicBezTo>
                    <a:pt x="233" y="0"/>
                    <a:pt x="229" y="0"/>
                    <a:pt x="225" y="0"/>
                  </a:cubicBezTo>
                  <a:cubicBezTo>
                    <a:pt x="69" y="10"/>
                    <a:pt x="0" y="203"/>
                    <a:pt x="118" y="307"/>
                  </a:cubicBezTo>
                  <a:cubicBezTo>
                    <a:pt x="152" y="339"/>
                    <a:pt x="193" y="353"/>
                    <a:pt x="233" y="353"/>
                  </a:cubicBezTo>
                  <a:cubicBezTo>
                    <a:pt x="326" y="353"/>
                    <a:pt x="416" y="277"/>
                    <a:pt x="411" y="167"/>
                  </a:cubicBezTo>
                  <a:cubicBezTo>
                    <a:pt x="405" y="73"/>
                    <a:pt x="330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1"/>
            <p:cNvSpPr/>
            <p:nvPr/>
          </p:nvSpPr>
          <p:spPr>
            <a:xfrm>
              <a:off x="6876425" y="2200025"/>
              <a:ext cx="3775" cy="30800"/>
            </a:xfrm>
            <a:custGeom>
              <a:avLst/>
              <a:gdLst/>
              <a:ahLst/>
              <a:cxnLst/>
              <a:rect l="l" t="t" r="r" b="b"/>
              <a:pathLst>
                <a:path w="151" h="1232" extrusionOk="0">
                  <a:moveTo>
                    <a:pt x="35" y="0"/>
                  </a:moveTo>
                  <a:cubicBezTo>
                    <a:pt x="33" y="0"/>
                    <a:pt x="32" y="0"/>
                    <a:pt x="30" y="1"/>
                  </a:cubicBezTo>
                  <a:cubicBezTo>
                    <a:pt x="14" y="1"/>
                    <a:pt x="1" y="14"/>
                    <a:pt x="1" y="33"/>
                  </a:cubicBezTo>
                  <a:lnTo>
                    <a:pt x="89" y="1202"/>
                  </a:lnTo>
                  <a:cubicBezTo>
                    <a:pt x="89" y="1218"/>
                    <a:pt x="105" y="1231"/>
                    <a:pt x="121" y="1231"/>
                  </a:cubicBezTo>
                  <a:cubicBezTo>
                    <a:pt x="138" y="1228"/>
                    <a:pt x="151" y="1215"/>
                    <a:pt x="151" y="1199"/>
                  </a:cubicBezTo>
                  <a:lnTo>
                    <a:pt x="63" y="27"/>
                  </a:lnTo>
                  <a:cubicBezTo>
                    <a:pt x="63" y="12"/>
                    <a:pt x="50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1"/>
            <p:cNvSpPr/>
            <p:nvPr/>
          </p:nvSpPr>
          <p:spPr>
            <a:xfrm>
              <a:off x="6873575" y="2224125"/>
              <a:ext cx="10625" cy="8825"/>
            </a:xfrm>
            <a:custGeom>
              <a:avLst/>
              <a:gdLst/>
              <a:ahLst/>
              <a:cxnLst/>
              <a:rect l="l" t="t" r="r" b="b"/>
              <a:pathLst>
                <a:path w="425" h="353" extrusionOk="0">
                  <a:moveTo>
                    <a:pt x="230" y="0"/>
                  </a:moveTo>
                  <a:cubicBezTo>
                    <a:pt x="220" y="0"/>
                    <a:pt x="210" y="1"/>
                    <a:pt x="199" y="3"/>
                  </a:cubicBezTo>
                  <a:cubicBezTo>
                    <a:pt x="46" y="29"/>
                    <a:pt x="0" y="231"/>
                    <a:pt x="128" y="320"/>
                  </a:cubicBezTo>
                  <a:cubicBezTo>
                    <a:pt x="160" y="342"/>
                    <a:pt x="196" y="353"/>
                    <a:pt x="230" y="353"/>
                  </a:cubicBezTo>
                  <a:cubicBezTo>
                    <a:pt x="332" y="353"/>
                    <a:pt x="425" y="261"/>
                    <a:pt x="405" y="147"/>
                  </a:cubicBezTo>
                  <a:cubicBezTo>
                    <a:pt x="388" y="59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1"/>
            <p:cNvSpPr/>
            <p:nvPr/>
          </p:nvSpPr>
          <p:spPr>
            <a:xfrm>
              <a:off x="6891975" y="2198775"/>
              <a:ext cx="4725" cy="30750"/>
            </a:xfrm>
            <a:custGeom>
              <a:avLst/>
              <a:gdLst/>
              <a:ahLst/>
              <a:cxnLst/>
              <a:rect l="l" t="t" r="r" b="b"/>
              <a:pathLst>
                <a:path w="189" h="1230" extrusionOk="0">
                  <a:moveTo>
                    <a:pt x="33" y="0"/>
                  </a:moveTo>
                  <a:cubicBezTo>
                    <a:pt x="17" y="0"/>
                    <a:pt x="0" y="12"/>
                    <a:pt x="2" y="34"/>
                  </a:cubicBezTo>
                  <a:lnTo>
                    <a:pt x="126" y="1200"/>
                  </a:lnTo>
                  <a:cubicBezTo>
                    <a:pt x="126" y="1216"/>
                    <a:pt x="139" y="1229"/>
                    <a:pt x="155" y="1229"/>
                  </a:cubicBezTo>
                  <a:lnTo>
                    <a:pt x="159" y="1229"/>
                  </a:lnTo>
                  <a:cubicBezTo>
                    <a:pt x="175" y="1226"/>
                    <a:pt x="188" y="1213"/>
                    <a:pt x="185" y="1193"/>
                  </a:cubicBezTo>
                  <a:lnTo>
                    <a:pt x="64" y="28"/>
                  </a:lnTo>
                  <a:cubicBezTo>
                    <a:pt x="62" y="9"/>
                    <a:pt x="48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1"/>
            <p:cNvSpPr/>
            <p:nvPr/>
          </p:nvSpPr>
          <p:spPr>
            <a:xfrm>
              <a:off x="6889975" y="2222800"/>
              <a:ext cx="10675" cy="8850"/>
            </a:xfrm>
            <a:custGeom>
              <a:avLst/>
              <a:gdLst/>
              <a:ahLst/>
              <a:cxnLst/>
              <a:rect l="l" t="t" r="r" b="b"/>
              <a:pathLst>
                <a:path w="427" h="354" extrusionOk="0">
                  <a:moveTo>
                    <a:pt x="231" y="0"/>
                  </a:moveTo>
                  <a:cubicBezTo>
                    <a:pt x="220" y="0"/>
                    <a:pt x="208" y="1"/>
                    <a:pt x="196" y="4"/>
                  </a:cubicBezTo>
                  <a:cubicBezTo>
                    <a:pt x="40" y="36"/>
                    <a:pt x="0" y="239"/>
                    <a:pt x="134" y="324"/>
                  </a:cubicBezTo>
                  <a:cubicBezTo>
                    <a:pt x="165" y="344"/>
                    <a:pt x="198" y="354"/>
                    <a:pt x="231" y="354"/>
                  </a:cubicBezTo>
                  <a:cubicBezTo>
                    <a:pt x="334" y="354"/>
                    <a:pt x="427" y="258"/>
                    <a:pt x="402" y="141"/>
                  </a:cubicBezTo>
                  <a:cubicBezTo>
                    <a:pt x="385" y="58"/>
                    <a:pt x="313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1"/>
            <p:cNvSpPr/>
            <p:nvPr/>
          </p:nvSpPr>
          <p:spPr>
            <a:xfrm>
              <a:off x="6907350" y="2196525"/>
              <a:ext cx="4675" cy="30625"/>
            </a:xfrm>
            <a:custGeom>
              <a:avLst/>
              <a:gdLst/>
              <a:ahLst/>
              <a:cxnLst/>
              <a:rect l="l" t="t" r="r" b="b"/>
              <a:pathLst>
                <a:path w="187" h="1225" extrusionOk="0">
                  <a:moveTo>
                    <a:pt x="33" y="0"/>
                  </a:moveTo>
                  <a:cubicBezTo>
                    <a:pt x="17" y="0"/>
                    <a:pt x="1" y="12"/>
                    <a:pt x="1" y="33"/>
                  </a:cubicBezTo>
                  <a:lnTo>
                    <a:pt x="121" y="1198"/>
                  </a:lnTo>
                  <a:cubicBezTo>
                    <a:pt x="125" y="1215"/>
                    <a:pt x="138" y="1224"/>
                    <a:pt x="154" y="1224"/>
                  </a:cubicBezTo>
                  <a:lnTo>
                    <a:pt x="157" y="1224"/>
                  </a:lnTo>
                  <a:cubicBezTo>
                    <a:pt x="174" y="1224"/>
                    <a:pt x="187" y="1208"/>
                    <a:pt x="187" y="1192"/>
                  </a:cubicBezTo>
                  <a:lnTo>
                    <a:pt x="63" y="27"/>
                  </a:lnTo>
                  <a:cubicBezTo>
                    <a:pt x="60" y="9"/>
                    <a:pt x="46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1"/>
            <p:cNvSpPr/>
            <p:nvPr/>
          </p:nvSpPr>
          <p:spPr>
            <a:xfrm>
              <a:off x="6905325" y="2220500"/>
              <a:ext cx="10675" cy="8850"/>
            </a:xfrm>
            <a:custGeom>
              <a:avLst/>
              <a:gdLst/>
              <a:ahLst/>
              <a:cxnLst/>
              <a:rect l="l" t="t" r="r" b="b"/>
              <a:pathLst>
                <a:path w="427" h="354" extrusionOk="0">
                  <a:moveTo>
                    <a:pt x="228" y="1"/>
                  </a:moveTo>
                  <a:cubicBezTo>
                    <a:pt x="216" y="1"/>
                    <a:pt x="204" y="2"/>
                    <a:pt x="193" y="4"/>
                  </a:cubicBezTo>
                  <a:cubicBezTo>
                    <a:pt x="39" y="37"/>
                    <a:pt x="0" y="236"/>
                    <a:pt x="131" y="324"/>
                  </a:cubicBezTo>
                  <a:cubicBezTo>
                    <a:pt x="162" y="344"/>
                    <a:pt x="196" y="353"/>
                    <a:pt x="228" y="353"/>
                  </a:cubicBezTo>
                  <a:cubicBezTo>
                    <a:pt x="333" y="353"/>
                    <a:pt x="426" y="259"/>
                    <a:pt x="402" y="141"/>
                  </a:cubicBezTo>
                  <a:cubicBezTo>
                    <a:pt x="384" y="59"/>
                    <a:pt x="31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1"/>
            <p:cNvSpPr/>
            <p:nvPr/>
          </p:nvSpPr>
          <p:spPr>
            <a:xfrm>
              <a:off x="6766450" y="2201800"/>
              <a:ext cx="6525" cy="30500"/>
            </a:xfrm>
            <a:custGeom>
              <a:avLst/>
              <a:gdLst/>
              <a:ahLst/>
              <a:cxnLst/>
              <a:rect l="l" t="t" r="r" b="b"/>
              <a:pathLst>
                <a:path w="261" h="1220" extrusionOk="0">
                  <a:moveTo>
                    <a:pt x="35" y="0"/>
                  </a:moveTo>
                  <a:cubicBezTo>
                    <a:pt x="18" y="0"/>
                    <a:pt x="1" y="14"/>
                    <a:pt x="6" y="37"/>
                  </a:cubicBezTo>
                  <a:lnTo>
                    <a:pt x="196" y="1193"/>
                  </a:lnTo>
                  <a:cubicBezTo>
                    <a:pt x="199" y="1209"/>
                    <a:pt x="212" y="1219"/>
                    <a:pt x="228" y="1219"/>
                  </a:cubicBezTo>
                  <a:lnTo>
                    <a:pt x="231" y="1219"/>
                  </a:lnTo>
                  <a:cubicBezTo>
                    <a:pt x="248" y="1216"/>
                    <a:pt x="261" y="1199"/>
                    <a:pt x="258" y="1183"/>
                  </a:cubicBezTo>
                  <a:lnTo>
                    <a:pt x="65" y="28"/>
                  </a:lnTo>
                  <a:cubicBezTo>
                    <a:pt x="62" y="9"/>
                    <a:pt x="48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1"/>
            <p:cNvSpPr/>
            <p:nvPr/>
          </p:nvSpPr>
          <p:spPr>
            <a:xfrm>
              <a:off x="6766275" y="2225650"/>
              <a:ext cx="10725" cy="8875"/>
            </a:xfrm>
            <a:custGeom>
              <a:avLst/>
              <a:gdLst/>
              <a:ahLst/>
              <a:cxnLst/>
              <a:rect l="l" t="t" r="r" b="b"/>
              <a:pathLst>
                <a:path w="429" h="355" extrusionOk="0">
                  <a:moveTo>
                    <a:pt x="226" y="1"/>
                  </a:moveTo>
                  <a:cubicBezTo>
                    <a:pt x="210" y="1"/>
                    <a:pt x="195" y="3"/>
                    <a:pt x="180" y="7"/>
                  </a:cubicBezTo>
                  <a:cubicBezTo>
                    <a:pt x="26" y="50"/>
                    <a:pt x="0" y="252"/>
                    <a:pt x="137" y="330"/>
                  </a:cubicBezTo>
                  <a:cubicBezTo>
                    <a:pt x="166" y="347"/>
                    <a:pt x="196" y="354"/>
                    <a:pt x="225" y="354"/>
                  </a:cubicBezTo>
                  <a:cubicBezTo>
                    <a:pt x="334" y="354"/>
                    <a:pt x="429" y="250"/>
                    <a:pt x="395" y="131"/>
                  </a:cubicBezTo>
                  <a:cubicBezTo>
                    <a:pt x="373" y="52"/>
                    <a:pt x="302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1"/>
            <p:cNvSpPr/>
            <p:nvPr/>
          </p:nvSpPr>
          <p:spPr>
            <a:xfrm>
              <a:off x="6786500" y="2201675"/>
              <a:ext cx="2875" cy="30850"/>
            </a:xfrm>
            <a:custGeom>
              <a:avLst/>
              <a:gdLst/>
              <a:ahLst/>
              <a:cxnLst/>
              <a:rect l="l" t="t" r="r" b="b"/>
              <a:pathLst>
                <a:path w="115" h="1234" extrusionOk="0">
                  <a:moveTo>
                    <a:pt x="85" y="0"/>
                  </a:moveTo>
                  <a:cubicBezTo>
                    <a:pt x="69" y="0"/>
                    <a:pt x="56" y="13"/>
                    <a:pt x="56" y="29"/>
                  </a:cubicBezTo>
                  <a:lnTo>
                    <a:pt x="4" y="1201"/>
                  </a:lnTo>
                  <a:cubicBezTo>
                    <a:pt x="1" y="1218"/>
                    <a:pt x="14" y="1234"/>
                    <a:pt x="30" y="1234"/>
                  </a:cubicBezTo>
                  <a:cubicBezTo>
                    <a:pt x="50" y="1234"/>
                    <a:pt x="63" y="1221"/>
                    <a:pt x="63" y="1204"/>
                  </a:cubicBezTo>
                  <a:lnTo>
                    <a:pt x="115" y="33"/>
                  </a:lnTo>
                  <a:cubicBezTo>
                    <a:pt x="115" y="16"/>
                    <a:pt x="102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71"/>
            <p:cNvSpPr/>
            <p:nvPr/>
          </p:nvSpPr>
          <p:spPr>
            <a:xfrm>
              <a:off x="6781525" y="2225825"/>
              <a:ext cx="10425" cy="8875"/>
            </a:xfrm>
            <a:custGeom>
              <a:avLst/>
              <a:gdLst/>
              <a:ahLst/>
              <a:cxnLst/>
              <a:rect l="l" t="t" r="r" b="b"/>
              <a:pathLst>
                <a:path w="417" h="355" extrusionOk="0">
                  <a:moveTo>
                    <a:pt x="232" y="0"/>
                  </a:moveTo>
                  <a:cubicBezTo>
                    <a:pt x="230" y="0"/>
                    <a:pt x="228" y="0"/>
                    <a:pt x="226" y="0"/>
                  </a:cubicBezTo>
                  <a:cubicBezTo>
                    <a:pt x="69" y="10"/>
                    <a:pt x="1" y="203"/>
                    <a:pt x="118" y="310"/>
                  </a:cubicBezTo>
                  <a:cubicBezTo>
                    <a:pt x="152" y="341"/>
                    <a:pt x="192" y="355"/>
                    <a:pt x="231" y="355"/>
                  </a:cubicBezTo>
                  <a:cubicBezTo>
                    <a:pt x="325" y="355"/>
                    <a:pt x="416" y="277"/>
                    <a:pt x="412" y="167"/>
                  </a:cubicBezTo>
                  <a:cubicBezTo>
                    <a:pt x="405" y="74"/>
                    <a:pt x="324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71"/>
            <p:cNvSpPr/>
            <p:nvPr/>
          </p:nvSpPr>
          <p:spPr>
            <a:xfrm>
              <a:off x="6802325" y="2199625"/>
              <a:ext cx="5425" cy="30625"/>
            </a:xfrm>
            <a:custGeom>
              <a:avLst/>
              <a:gdLst/>
              <a:ahLst/>
              <a:cxnLst/>
              <a:rect l="l" t="t" r="r" b="b"/>
              <a:pathLst>
                <a:path w="217" h="1225" extrusionOk="0">
                  <a:moveTo>
                    <a:pt x="30" y="0"/>
                  </a:moveTo>
                  <a:cubicBezTo>
                    <a:pt x="14" y="4"/>
                    <a:pt x="1" y="20"/>
                    <a:pt x="4" y="36"/>
                  </a:cubicBezTo>
                  <a:lnTo>
                    <a:pt x="154" y="1198"/>
                  </a:lnTo>
                  <a:cubicBezTo>
                    <a:pt x="158" y="1215"/>
                    <a:pt x="171" y="1224"/>
                    <a:pt x="184" y="1224"/>
                  </a:cubicBezTo>
                  <a:lnTo>
                    <a:pt x="187" y="1224"/>
                  </a:lnTo>
                  <a:cubicBezTo>
                    <a:pt x="206" y="1224"/>
                    <a:pt x="216" y="1208"/>
                    <a:pt x="213" y="1192"/>
                  </a:cubicBezTo>
                  <a:lnTo>
                    <a:pt x="63" y="27"/>
                  </a:lnTo>
                  <a:cubicBezTo>
                    <a:pt x="63" y="10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1"/>
            <p:cNvSpPr/>
            <p:nvPr/>
          </p:nvSpPr>
          <p:spPr>
            <a:xfrm>
              <a:off x="6801100" y="2223575"/>
              <a:ext cx="10675" cy="8875"/>
            </a:xfrm>
            <a:custGeom>
              <a:avLst/>
              <a:gdLst/>
              <a:ahLst/>
              <a:cxnLst/>
              <a:rect l="l" t="t" r="r" b="b"/>
              <a:pathLst>
                <a:path w="427" h="355" extrusionOk="0">
                  <a:moveTo>
                    <a:pt x="228" y="0"/>
                  </a:moveTo>
                  <a:cubicBezTo>
                    <a:pt x="214" y="0"/>
                    <a:pt x="201" y="2"/>
                    <a:pt x="187" y="5"/>
                  </a:cubicBezTo>
                  <a:cubicBezTo>
                    <a:pt x="34" y="41"/>
                    <a:pt x="1" y="244"/>
                    <a:pt x="135" y="328"/>
                  </a:cubicBezTo>
                  <a:cubicBezTo>
                    <a:pt x="165" y="347"/>
                    <a:pt x="196" y="355"/>
                    <a:pt x="226" y="355"/>
                  </a:cubicBezTo>
                  <a:cubicBezTo>
                    <a:pt x="333" y="355"/>
                    <a:pt x="427" y="256"/>
                    <a:pt x="399" y="139"/>
                  </a:cubicBezTo>
                  <a:cubicBezTo>
                    <a:pt x="380" y="55"/>
                    <a:pt x="308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1"/>
            <p:cNvSpPr/>
            <p:nvPr/>
          </p:nvSpPr>
          <p:spPr>
            <a:xfrm>
              <a:off x="6819475" y="2200600"/>
              <a:ext cx="2950" cy="30875"/>
            </a:xfrm>
            <a:custGeom>
              <a:avLst/>
              <a:gdLst/>
              <a:ahLst/>
              <a:cxnLst/>
              <a:rect l="l" t="t" r="r" b="b"/>
              <a:pathLst>
                <a:path w="118" h="1235" extrusionOk="0">
                  <a:moveTo>
                    <a:pt x="85" y="1"/>
                  </a:moveTo>
                  <a:cubicBezTo>
                    <a:pt x="69" y="1"/>
                    <a:pt x="56" y="14"/>
                    <a:pt x="56" y="30"/>
                  </a:cubicBezTo>
                  <a:lnTo>
                    <a:pt x="4" y="1202"/>
                  </a:lnTo>
                  <a:cubicBezTo>
                    <a:pt x="0" y="1218"/>
                    <a:pt x="13" y="1231"/>
                    <a:pt x="33" y="1234"/>
                  </a:cubicBezTo>
                  <a:cubicBezTo>
                    <a:pt x="49" y="1234"/>
                    <a:pt x="62" y="1221"/>
                    <a:pt x="62" y="1205"/>
                  </a:cubicBezTo>
                  <a:lnTo>
                    <a:pt x="115" y="33"/>
                  </a:lnTo>
                  <a:cubicBezTo>
                    <a:pt x="118" y="17"/>
                    <a:pt x="105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1"/>
            <p:cNvSpPr/>
            <p:nvPr/>
          </p:nvSpPr>
          <p:spPr>
            <a:xfrm>
              <a:off x="6814400" y="2224750"/>
              <a:ext cx="10500" cy="8825"/>
            </a:xfrm>
            <a:custGeom>
              <a:avLst/>
              <a:gdLst/>
              <a:ahLst/>
              <a:cxnLst/>
              <a:rect l="l" t="t" r="r" b="b"/>
              <a:pathLst>
                <a:path w="420" h="353" extrusionOk="0">
                  <a:moveTo>
                    <a:pt x="238" y="0"/>
                  </a:moveTo>
                  <a:cubicBezTo>
                    <a:pt x="234" y="0"/>
                    <a:pt x="230" y="0"/>
                    <a:pt x="226" y="1"/>
                  </a:cubicBezTo>
                  <a:cubicBezTo>
                    <a:pt x="69" y="11"/>
                    <a:pt x="1" y="203"/>
                    <a:pt x="118" y="308"/>
                  </a:cubicBezTo>
                  <a:cubicBezTo>
                    <a:pt x="154" y="339"/>
                    <a:pt x="195" y="353"/>
                    <a:pt x="236" y="353"/>
                  </a:cubicBezTo>
                  <a:cubicBezTo>
                    <a:pt x="330" y="353"/>
                    <a:pt x="419" y="277"/>
                    <a:pt x="412" y="167"/>
                  </a:cubicBezTo>
                  <a:cubicBezTo>
                    <a:pt x="409" y="73"/>
                    <a:pt x="331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1"/>
            <p:cNvSpPr/>
            <p:nvPr/>
          </p:nvSpPr>
          <p:spPr>
            <a:xfrm>
              <a:off x="6835625" y="2200025"/>
              <a:ext cx="2075" cy="30875"/>
            </a:xfrm>
            <a:custGeom>
              <a:avLst/>
              <a:gdLst/>
              <a:ahLst/>
              <a:cxnLst/>
              <a:rect l="l" t="t" r="r" b="b"/>
              <a:pathLst>
                <a:path w="83" h="1235" extrusionOk="0">
                  <a:moveTo>
                    <a:pt x="53" y="1"/>
                  </a:moveTo>
                  <a:cubicBezTo>
                    <a:pt x="36" y="1"/>
                    <a:pt x="23" y="14"/>
                    <a:pt x="20" y="30"/>
                  </a:cubicBezTo>
                  <a:lnTo>
                    <a:pt x="1" y="1202"/>
                  </a:lnTo>
                  <a:cubicBezTo>
                    <a:pt x="1" y="1218"/>
                    <a:pt x="14" y="1235"/>
                    <a:pt x="30" y="1235"/>
                  </a:cubicBezTo>
                  <a:cubicBezTo>
                    <a:pt x="50" y="1235"/>
                    <a:pt x="63" y="1221"/>
                    <a:pt x="63" y="1205"/>
                  </a:cubicBezTo>
                  <a:lnTo>
                    <a:pt x="82" y="30"/>
                  </a:lnTo>
                  <a:cubicBezTo>
                    <a:pt x="82" y="14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1"/>
            <p:cNvSpPr/>
            <p:nvPr/>
          </p:nvSpPr>
          <p:spPr>
            <a:xfrm>
              <a:off x="6830575" y="2224175"/>
              <a:ext cx="10525" cy="8850"/>
            </a:xfrm>
            <a:custGeom>
              <a:avLst/>
              <a:gdLst/>
              <a:ahLst/>
              <a:cxnLst/>
              <a:rect l="l" t="t" r="r" b="b"/>
              <a:pathLst>
                <a:path w="421" h="354" extrusionOk="0">
                  <a:moveTo>
                    <a:pt x="234" y="0"/>
                  </a:moveTo>
                  <a:cubicBezTo>
                    <a:pt x="230" y="0"/>
                    <a:pt x="226" y="1"/>
                    <a:pt x="222" y="1"/>
                  </a:cubicBezTo>
                  <a:cubicBezTo>
                    <a:pt x="65" y="14"/>
                    <a:pt x="0" y="210"/>
                    <a:pt x="121" y="311"/>
                  </a:cubicBezTo>
                  <a:cubicBezTo>
                    <a:pt x="156" y="340"/>
                    <a:pt x="196" y="354"/>
                    <a:pt x="236" y="354"/>
                  </a:cubicBezTo>
                  <a:cubicBezTo>
                    <a:pt x="331" y="354"/>
                    <a:pt x="421" y="275"/>
                    <a:pt x="411" y="164"/>
                  </a:cubicBezTo>
                  <a:cubicBezTo>
                    <a:pt x="402" y="70"/>
                    <a:pt x="324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1"/>
            <p:cNvSpPr/>
            <p:nvPr/>
          </p:nvSpPr>
          <p:spPr>
            <a:xfrm>
              <a:off x="6848775" y="2199700"/>
              <a:ext cx="2050" cy="30875"/>
            </a:xfrm>
            <a:custGeom>
              <a:avLst/>
              <a:gdLst/>
              <a:ahLst/>
              <a:cxnLst/>
              <a:rect l="l" t="t" r="r" b="b"/>
              <a:pathLst>
                <a:path w="82" h="1235" extrusionOk="0">
                  <a:moveTo>
                    <a:pt x="52" y="1"/>
                  </a:moveTo>
                  <a:cubicBezTo>
                    <a:pt x="36" y="1"/>
                    <a:pt x="23" y="14"/>
                    <a:pt x="20" y="30"/>
                  </a:cubicBezTo>
                  <a:lnTo>
                    <a:pt x="0" y="1202"/>
                  </a:lnTo>
                  <a:cubicBezTo>
                    <a:pt x="0" y="1218"/>
                    <a:pt x="13" y="1234"/>
                    <a:pt x="29" y="1234"/>
                  </a:cubicBezTo>
                  <a:cubicBezTo>
                    <a:pt x="46" y="1234"/>
                    <a:pt x="62" y="1221"/>
                    <a:pt x="62" y="1205"/>
                  </a:cubicBezTo>
                  <a:lnTo>
                    <a:pt x="82" y="30"/>
                  </a:lnTo>
                  <a:cubicBezTo>
                    <a:pt x="82" y="14"/>
                    <a:pt x="69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1"/>
            <p:cNvSpPr/>
            <p:nvPr/>
          </p:nvSpPr>
          <p:spPr>
            <a:xfrm>
              <a:off x="6843700" y="2223825"/>
              <a:ext cx="10475" cy="8825"/>
            </a:xfrm>
            <a:custGeom>
              <a:avLst/>
              <a:gdLst/>
              <a:ahLst/>
              <a:cxnLst/>
              <a:rect l="l" t="t" r="r" b="b"/>
              <a:pathLst>
                <a:path w="419" h="353" extrusionOk="0">
                  <a:moveTo>
                    <a:pt x="239" y="1"/>
                  </a:moveTo>
                  <a:cubicBezTo>
                    <a:pt x="234" y="1"/>
                    <a:pt x="228" y="1"/>
                    <a:pt x="223" y="2"/>
                  </a:cubicBezTo>
                  <a:cubicBezTo>
                    <a:pt x="66" y="15"/>
                    <a:pt x="1" y="207"/>
                    <a:pt x="121" y="309"/>
                  </a:cubicBezTo>
                  <a:cubicBezTo>
                    <a:pt x="156" y="339"/>
                    <a:pt x="196" y="353"/>
                    <a:pt x="235" y="353"/>
                  </a:cubicBezTo>
                  <a:cubicBezTo>
                    <a:pt x="329" y="353"/>
                    <a:pt x="419" y="274"/>
                    <a:pt x="412" y="165"/>
                  </a:cubicBezTo>
                  <a:cubicBezTo>
                    <a:pt x="406" y="73"/>
                    <a:pt x="327" y="1"/>
                    <a:pt x="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1"/>
            <p:cNvSpPr/>
            <p:nvPr/>
          </p:nvSpPr>
          <p:spPr>
            <a:xfrm>
              <a:off x="6864275" y="2199225"/>
              <a:ext cx="2050" cy="30850"/>
            </a:xfrm>
            <a:custGeom>
              <a:avLst/>
              <a:gdLst/>
              <a:ahLst/>
              <a:cxnLst/>
              <a:rect l="l" t="t" r="r" b="b"/>
              <a:pathLst>
                <a:path w="82" h="1234" extrusionOk="0">
                  <a:moveTo>
                    <a:pt x="52" y="0"/>
                  </a:moveTo>
                  <a:cubicBezTo>
                    <a:pt x="33" y="0"/>
                    <a:pt x="20" y="13"/>
                    <a:pt x="20" y="29"/>
                  </a:cubicBezTo>
                  <a:lnTo>
                    <a:pt x="0" y="1205"/>
                  </a:lnTo>
                  <a:cubicBezTo>
                    <a:pt x="0" y="1221"/>
                    <a:pt x="13" y="1234"/>
                    <a:pt x="30" y="1234"/>
                  </a:cubicBezTo>
                  <a:cubicBezTo>
                    <a:pt x="46" y="1234"/>
                    <a:pt x="59" y="1221"/>
                    <a:pt x="62" y="1205"/>
                  </a:cubicBezTo>
                  <a:lnTo>
                    <a:pt x="82" y="33"/>
                  </a:lnTo>
                  <a:cubicBezTo>
                    <a:pt x="82" y="16"/>
                    <a:pt x="69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1"/>
            <p:cNvSpPr/>
            <p:nvPr/>
          </p:nvSpPr>
          <p:spPr>
            <a:xfrm>
              <a:off x="6859200" y="2223425"/>
              <a:ext cx="10550" cy="8850"/>
            </a:xfrm>
            <a:custGeom>
              <a:avLst/>
              <a:gdLst/>
              <a:ahLst/>
              <a:cxnLst/>
              <a:rect l="l" t="t" r="r" b="b"/>
              <a:pathLst>
                <a:path w="422" h="354" extrusionOk="0">
                  <a:moveTo>
                    <a:pt x="237" y="1"/>
                  </a:moveTo>
                  <a:cubicBezTo>
                    <a:pt x="232" y="1"/>
                    <a:pt x="226" y="1"/>
                    <a:pt x="220" y="2"/>
                  </a:cubicBezTo>
                  <a:cubicBezTo>
                    <a:pt x="63" y="15"/>
                    <a:pt x="1" y="210"/>
                    <a:pt x="122" y="312"/>
                  </a:cubicBezTo>
                  <a:cubicBezTo>
                    <a:pt x="156" y="341"/>
                    <a:pt x="196" y="353"/>
                    <a:pt x="235" y="353"/>
                  </a:cubicBezTo>
                  <a:cubicBezTo>
                    <a:pt x="331" y="353"/>
                    <a:pt x="421" y="273"/>
                    <a:pt x="412" y="161"/>
                  </a:cubicBezTo>
                  <a:cubicBezTo>
                    <a:pt x="403" y="70"/>
                    <a:pt x="328" y="1"/>
                    <a:pt x="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1"/>
            <p:cNvSpPr/>
            <p:nvPr/>
          </p:nvSpPr>
          <p:spPr>
            <a:xfrm>
              <a:off x="5502850" y="1930500"/>
              <a:ext cx="872250" cy="64750"/>
            </a:xfrm>
            <a:custGeom>
              <a:avLst/>
              <a:gdLst/>
              <a:ahLst/>
              <a:cxnLst/>
              <a:rect l="l" t="t" r="r" b="b"/>
              <a:pathLst>
                <a:path w="34890" h="2590" extrusionOk="0">
                  <a:moveTo>
                    <a:pt x="21709" y="1"/>
                  </a:moveTo>
                  <a:cubicBezTo>
                    <a:pt x="8529" y="1"/>
                    <a:pt x="0" y="559"/>
                    <a:pt x="1240" y="1313"/>
                  </a:cubicBezTo>
                  <a:cubicBezTo>
                    <a:pt x="2912" y="2328"/>
                    <a:pt x="14904" y="2589"/>
                    <a:pt x="22016" y="2589"/>
                  </a:cubicBezTo>
                  <a:cubicBezTo>
                    <a:pt x="29125" y="2589"/>
                    <a:pt x="34889" y="2197"/>
                    <a:pt x="34889" y="1708"/>
                  </a:cubicBezTo>
                  <a:cubicBezTo>
                    <a:pt x="34889" y="1221"/>
                    <a:pt x="28821" y="1"/>
                    <a:pt x="21709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1"/>
            <p:cNvSpPr/>
            <p:nvPr/>
          </p:nvSpPr>
          <p:spPr>
            <a:xfrm>
              <a:off x="5757200" y="1710175"/>
              <a:ext cx="637000" cy="273450"/>
            </a:xfrm>
            <a:custGeom>
              <a:avLst/>
              <a:gdLst/>
              <a:ahLst/>
              <a:cxnLst/>
              <a:rect l="l" t="t" r="r" b="b"/>
              <a:pathLst>
                <a:path w="25480" h="10938" extrusionOk="0">
                  <a:moveTo>
                    <a:pt x="18821" y="1"/>
                  </a:moveTo>
                  <a:cubicBezTo>
                    <a:pt x="18709" y="1"/>
                    <a:pt x="18289" y="596"/>
                    <a:pt x="17894" y="1192"/>
                  </a:cubicBezTo>
                  <a:cubicBezTo>
                    <a:pt x="16316" y="1002"/>
                    <a:pt x="14673" y="986"/>
                    <a:pt x="14169" y="986"/>
                  </a:cubicBezTo>
                  <a:cubicBezTo>
                    <a:pt x="14068" y="986"/>
                    <a:pt x="14013" y="987"/>
                    <a:pt x="14013" y="987"/>
                  </a:cubicBezTo>
                  <a:cubicBezTo>
                    <a:pt x="14013" y="987"/>
                    <a:pt x="12507" y="201"/>
                    <a:pt x="10430" y="201"/>
                  </a:cubicBezTo>
                  <a:cubicBezTo>
                    <a:pt x="9693" y="201"/>
                    <a:pt x="8883" y="300"/>
                    <a:pt x="8043" y="569"/>
                  </a:cubicBezTo>
                  <a:cubicBezTo>
                    <a:pt x="4837" y="1594"/>
                    <a:pt x="3075" y="2162"/>
                    <a:pt x="2053" y="4153"/>
                  </a:cubicBezTo>
                  <a:cubicBezTo>
                    <a:pt x="2053" y="4153"/>
                    <a:pt x="0" y="6509"/>
                    <a:pt x="209" y="8027"/>
                  </a:cubicBezTo>
                  <a:cubicBezTo>
                    <a:pt x="418" y="9548"/>
                    <a:pt x="317" y="10181"/>
                    <a:pt x="2393" y="10759"/>
                  </a:cubicBezTo>
                  <a:cubicBezTo>
                    <a:pt x="2864" y="10890"/>
                    <a:pt x="3496" y="10938"/>
                    <a:pt x="4240" y="10938"/>
                  </a:cubicBezTo>
                  <a:cubicBezTo>
                    <a:pt x="6302" y="10938"/>
                    <a:pt x="9218" y="10569"/>
                    <a:pt x="11909" y="10569"/>
                  </a:cubicBezTo>
                  <a:cubicBezTo>
                    <a:pt x="12520" y="10569"/>
                    <a:pt x="13120" y="10588"/>
                    <a:pt x="13696" y="10635"/>
                  </a:cubicBezTo>
                  <a:cubicBezTo>
                    <a:pt x="14602" y="10709"/>
                    <a:pt x="15337" y="10737"/>
                    <a:pt x="15932" y="10737"/>
                  </a:cubicBezTo>
                  <a:cubicBezTo>
                    <a:pt x="17978" y="10737"/>
                    <a:pt x="18364" y="10400"/>
                    <a:pt x="18364" y="10400"/>
                  </a:cubicBezTo>
                  <a:cubicBezTo>
                    <a:pt x="18364" y="10400"/>
                    <a:pt x="19026" y="10853"/>
                    <a:pt x="19778" y="10853"/>
                  </a:cubicBezTo>
                  <a:cubicBezTo>
                    <a:pt x="20187" y="10853"/>
                    <a:pt x="20622" y="10719"/>
                    <a:pt x="20991" y="10305"/>
                  </a:cubicBezTo>
                  <a:lnTo>
                    <a:pt x="22790" y="10475"/>
                  </a:lnTo>
                  <a:cubicBezTo>
                    <a:pt x="22790" y="10475"/>
                    <a:pt x="23044" y="10808"/>
                    <a:pt x="23560" y="10896"/>
                  </a:cubicBezTo>
                  <a:cubicBezTo>
                    <a:pt x="23679" y="10917"/>
                    <a:pt x="23805" y="10931"/>
                    <a:pt x="23932" y="10931"/>
                  </a:cubicBezTo>
                  <a:cubicBezTo>
                    <a:pt x="24356" y="10931"/>
                    <a:pt x="24798" y="10780"/>
                    <a:pt x="25061" y="10250"/>
                  </a:cubicBezTo>
                  <a:cubicBezTo>
                    <a:pt x="25404" y="9564"/>
                    <a:pt x="25211" y="8282"/>
                    <a:pt x="24382" y="7642"/>
                  </a:cubicBezTo>
                  <a:cubicBezTo>
                    <a:pt x="23553" y="7002"/>
                    <a:pt x="23175" y="6937"/>
                    <a:pt x="23175" y="6937"/>
                  </a:cubicBezTo>
                  <a:cubicBezTo>
                    <a:pt x="23175" y="6937"/>
                    <a:pt x="23194" y="5840"/>
                    <a:pt x="23106" y="5739"/>
                  </a:cubicBezTo>
                  <a:cubicBezTo>
                    <a:pt x="23106" y="5739"/>
                    <a:pt x="25479" y="3549"/>
                    <a:pt x="25365" y="3516"/>
                  </a:cubicBezTo>
                  <a:cubicBezTo>
                    <a:pt x="25354" y="3513"/>
                    <a:pt x="25322" y="3512"/>
                    <a:pt x="25273" y="3512"/>
                  </a:cubicBezTo>
                  <a:cubicBezTo>
                    <a:pt x="24808" y="3512"/>
                    <a:pt x="22803" y="3640"/>
                    <a:pt x="22803" y="3640"/>
                  </a:cubicBezTo>
                  <a:cubicBezTo>
                    <a:pt x="22803" y="3640"/>
                    <a:pt x="21628" y="1969"/>
                    <a:pt x="19480" y="1460"/>
                  </a:cubicBezTo>
                  <a:cubicBezTo>
                    <a:pt x="19434" y="1450"/>
                    <a:pt x="19388" y="1440"/>
                    <a:pt x="19343" y="1430"/>
                  </a:cubicBezTo>
                  <a:cubicBezTo>
                    <a:pt x="19336" y="1287"/>
                    <a:pt x="19323" y="1153"/>
                    <a:pt x="19310" y="1042"/>
                  </a:cubicBezTo>
                  <a:cubicBezTo>
                    <a:pt x="19248" y="517"/>
                    <a:pt x="19036" y="17"/>
                    <a:pt x="18824" y="1"/>
                  </a:cubicBezTo>
                  <a:cubicBezTo>
                    <a:pt x="18823" y="1"/>
                    <a:pt x="18822" y="1"/>
                    <a:pt x="188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1"/>
            <p:cNvSpPr/>
            <p:nvPr/>
          </p:nvSpPr>
          <p:spPr>
            <a:xfrm>
              <a:off x="5757200" y="1698750"/>
              <a:ext cx="637000" cy="298450"/>
            </a:xfrm>
            <a:custGeom>
              <a:avLst/>
              <a:gdLst/>
              <a:ahLst/>
              <a:cxnLst/>
              <a:rect l="l" t="t" r="r" b="b"/>
              <a:pathLst>
                <a:path w="25480" h="11938" extrusionOk="0">
                  <a:moveTo>
                    <a:pt x="24382" y="8099"/>
                  </a:moveTo>
                  <a:cubicBezTo>
                    <a:pt x="23553" y="7459"/>
                    <a:pt x="23175" y="7394"/>
                    <a:pt x="23175" y="7394"/>
                  </a:cubicBezTo>
                  <a:cubicBezTo>
                    <a:pt x="23175" y="7394"/>
                    <a:pt x="23194" y="6297"/>
                    <a:pt x="23106" y="6196"/>
                  </a:cubicBezTo>
                  <a:cubicBezTo>
                    <a:pt x="23106" y="6196"/>
                    <a:pt x="25479" y="4006"/>
                    <a:pt x="25365" y="3973"/>
                  </a:cubicBezTo>
                  <a:cubicBezTo>
                    <a:pt x="25247" y="3941"/>
                    <a:pt x="22803" y="4097"/>
                    <a:pt x="22803" y="4097"/>
                  </a:cubicBezTo>
                  <a:cubicBezTo>
                    <a:pt x="22803" y="4097"/>
                    <a:pt x="21628" y="2426"/>
                    <a:pt x="19480" y="1917"/>
                  </a:cubicBezTo>
                  <a:cubicBezTo>
                    <a:pt x="19434" y="1907"/>
                    <a:pt x="19388" y="1897"/>
                    <a:pt x="19343" y="1887"/>
                  </a:cubicBezTo>
                  <a:cubicBezTo>
                    <a:pt x="19336" y="1744"/>
                    <a:pt x="19323" y="1610"/>
                    <a:pt x="19310" y="1499"/>
                  </a:cubicBezTo>
                  <a:cubicBezTo>
                    <a:pt x="19248" y="974"/>
                    <a:pt x="19036" y="474"/>
                    <a:pt x="18824" y="458"/>
                  </a:cubicBezTo>
                  <a:cubicBezTo>
                    <a:pt x="18716" y="448"/>
                    <a:pt x="18292" y="1049"/>
                    <a:pt x="17894" y="1649"/>
                  </a:cubicBezTo>
                  <a:cubicBezTo>
                    <a:pt x="16000" y="1421"/>
                    <a:pt x="14013" y="1444"/>
                    <a:pt x="14013" y="1444"/>
                  </a:cubicBezTo>
                  <a:cubicBezTo>
                    <a:pt x="14013" y="1444"/>
                    <a:pt x="11248" y="1"/>
                    <a:pt x="8043" y="1026"/>
                  </a:cubicBezTo>
                  <a:cubicBezTo>
                    <a:pt x="4837" y="2051"/>
                    <a:pt x="3075" y="2619"/>
                    <a:pt x="2053" y="4610"/>
                  </a:cubicBezTo>
                  <a:cubicBezTo>
                    <a:pt x="2053" y="4610"/>
                    <a:pt x="0" y="6966"/>
                    <a:pt x="209" y="8484"/>
                  </a:cubicBezTo>
                  <a:cubicBezTo>
                    <a:pt x="418" y="10005"/>
                    <a:pt x="317" y="10638"/>
                    <a:pt x="2393" y="11216"/>
                  </a:cubicBezTo>
                  <a:cubicBezTo>
                    <a:pt x="4465" y="11791"/>
                    <a:pt x="9675" y="10766"/>
                    <a:pt x="13696" y="11092"/>
                  </a:cubicBezTo>
                  <a:cubicBezTo>
                    <a:pt x="17721" y="11418"/>
                    <a:pt x="18364" y="10857"/>
                    <a:pt x="18364" y="10857"/>
                  </a:cubicBezTo>
                  <a:cubicBezTo>
                    <a:pt x="18364" y="10857"/>
                    <a:pt x="19943" y="11937"/>
                    <a:pt x="20991" y="10762"/>
                  </a:cubicBezTo>
                  <a:lnTo>
                    <a:pt x="22790" y="10932"/>
                  </a:lnTo>
                  <a:cubicBezTo>
                    <a:pt x="22790" y="10932"/>
                    <a:pt x="23044" y="11265"/>
                    <a:pt x="23560" y="11353"/>
                  </a:cubicBezTo>
                  <a:cubicBezTo>
                    <a:pt x="24076" y="11445"/>
                    <a:pt x="24719" y="11396"/>
                    <a:pt x="25061" y="10707"/>
                  </a:cubicBezTo>
                  <a:cubicBezTo>
                    <a:pt x="25404" y="10021"/>
                    <a:pt x="25211" y="8739"/>
                    <a:pt x="24382" y="809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1"/>
            <p:cNvSpPr/>
            <p:nvPr/>
          </p:nvSpPr>
          <p:spPr>
            <a:xfrm>
              <a:off x="5959600" y="1781000"/>
              <a:ext cx="58500" cy="29250"/>
            </a:xfrm>
            <a:custGeom>
              <a:avLst/>
              <a:gdLst/>
              <a:ahLst/>
              <a:cxnLst/>
              <a:rect l="l" t="t" r="r" b="b"/>
              <a:pathLst>
                <a:path w="2340" h="1170" extrusionOk="0">
                  <a:moveTo>
                    <a:pt x="42" y="0"/>
                  </a:moveTo>
                  <a:cubicBezTo>
                    <a:pt x="8" y="0"/>
                    <a:pt x="1" y="54"/>
                    <a:pt x="38" y="60"/>
                  </a:cubicBezTo>
                  <a:cubicBezTo>
                    <a:pt x="54" y="63"/>
                    <a:pt x="1624" y="360"/>
                    <a:pt x="2284" y="1160"/>
                  </a:cubicBezTo>
                  <a:cubicBezTo>
                    <a:pt x="2287" y="1166"/>
                    <a:pt x="2297" y="1170"/>
                    <a:pt x="2307" y="1170"/>
                  </a:cubicBezTo>
                  <a:cubicBezTo>
                    <a:pt x="2313" y="1170"/>
                    <a:pt x="2320" y="1170"/>
                    <a:pt x="2326" y="1163"/>
                  </a:cubicBezTo>
                  <a:cubicBezTo>
                    <a:pt x="2339" y="1153"/>
                    <a:pt x="2339" y="1134"/>
                    <a:pt x="2329" y="1121"/>
                  </a:cubicBezTo>
                  <a:cubicBezTo>
                    <a:pt x="1657" y="305"/>
                    <a:pt x="64" y="4"/>
                    <a:pt x="48" y="1"/>
                  </a:cubicBezTo>
                  <a:cubicBezTo>
                    <a:pt x="46" y="1"/>
                    <a:pt x="44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1"/>
            <p:cNvSpPr/>
            <p:nvPr/>
          </p:nvSpPr>
          <p:spPr>
            <a:xfrm>
              <a:off x="5932775" y="1806750"/>
              <a:ext cx="284575" cy="164250"/>
            </a:xfrm>
            <a:custGeom>
              <a:avLst/>
              <a:gdLst/>
              <a:ahLst/>
              <a:cxnLst/>
              <a:rect l="l" t="t" r="r" b="b"/>
              <a:pathLst>
                <a:path w="11383" h="6570" extrusionOk="0">
                  <a:moveTo>
                    <a:pt x="1693" y="0"/>
                  </a:moveTo>
                  <a:cubicBezTo>
                    <a:pt x="713" y="0"/>
                    <a:pt x="56" y="120"/>
                    <a:pt x="40" y="123"/>
                  </a:cubicBezTo>
                  <a:cubicBezTo>
                    <a:pt x="0" y="129"/>
                    <a:pt x="10" y="182"/>
                    <a:pt x="44" y="182"/>
                  </a:cubicBezTo>
                  <a:cubicBezTo>
                    <a:pt x="46" y="182"/>
                    <a:pt x="48" y="182"/>
                    <a:pt x="50" y="182"/>
                  </a:cubicBezTo>
                  <a:cubicBezTo>
                    <a:pt x="66" y="179"/>
                    <a:pt x="719" y="60"/>
                    <a:pt x="1694" y="60"/>
                  </a:cubicBezTo>
                  <a:cubicBezTo>
                    <a:pt x="2984" y="60"/>
                    <a:pt x="4838" y="269"/>
                    <a:pt x="6520" y="1236"/>
                  </a:cubicBezTo>
                  <a:cubicBezTo>
                    <a:pt x="9075" y="2705"/>
                    <a:pt x="9989" y="3838"/>
                    <a:pt x="10071" y="3942"/>
                  </a:cubicBezTo>
                  <a:cubicBezTo>
                    <a:pt x="10071" y="4089"/>
                    <a:pt x="10103" y="5620"/>
                    <a:pt x="11321" y="6560"/>
                  </a:cubicBezTo>
                  <a:cubicBezTo>
                    <a:pt x="11327" y="6566"/>
                    <a:pt x="11334" y="6566"/>
                    <a:pt x="11341" y="6566"/>
                  </a:cubicBezTo>
                  <a:lnTo>
                    <a:pt x="11341" y="6570"/>
                  </a:lnTo>
                  <a:cubicBezTo>
                    <a:pt x="11370" y="6570"/>
                    <a:pt x="11383" y="6530"/>
                    <a:pt x="11360" y="6514"/>
                  </a:cubicBezTo>
                  <a:cubicBezTo>
                    <a:pt x="10110" y="5548"/>
                    <a:pt x="10133" y="3952"/>
                    <a:pt x="10133" y="3936"/>
                  </a:cubicBezTo>
                  <a:lnTo>
                    <a:pt x="10133" y="3926"/>
                  </a:lnTo>
                  <a:lnTo>
                    <a:pt x="10126" y="3916"/>
                  </a:lnTo>
                  <a:cubicBezTo>
                    <a:pt x="10117" y="3903"/>
                    <a:pt x="9235" y="2725"/>
                    <a:pt x="6552" y="1184"/>
                  </a:cubicBezTo>
                  <a:cubicBezTo>
                    <a:pt x="4859" y="211"/>
                    <a:pt x="2993" y="0"/>
                    <a:pt x="1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71"/>
            <p:cNvSpPr/>
            <p:nvPr/>
          </p:nvSpPr>
          <p:spPr>
            <a:xfrm>
              <a:off x="6105800" y="1825850"/>
              <a:ext cx="177500" cy="142700"/>
            </a:xfrm>
            <a:custGeom>
              <a:avLst/>
              <a:gdLst/>
              <a:ahLst/>
              <a:cxnLst/>
              <a:rect l="l" t="t" r="r" b="b"/>
              <a:pathLst>
                <a:path w="7100" h="5708" extrusionOk="0">
                  <a:moveTo>
                    <a:pt x="45" y="0"/>
                  </a:moveTo>
                  <a:cubicBezTo>
                    <a:pt x="13" y="0"/>
                    <a:pt x="1" y="52"/>
                    <a:pt x="39" y="61"/>
                  </a:cubicBezTo>
                  <a:cubicBezTo>
                    <a:pt x="69" y="71"/>
                    <a:pt x="2902" y="945"/>
                    <a:pt x="3747" y="1595"/>
                  </a:cubicBezTo>
                  <a:cubicBezTo>
                    <a:pt x="3780" y="1621"/>
                    <a:pt x="3822" y="1654"/>
                    <a:pt x="3871" y="1690"/>
                  </a:cubicBezTo>
                  <a:cubicBezTo>
                    <a:pt x="4250" y="1977"/>
                    <a:pt x="5036" y="2571"/>
                    <a:pt x="5735" y="3302"/>
                  </a:cubicBezTo>
                  <a:cubicBezTo>
                    <a:pt x="6597" y="4203"/>
                    <a:pt x="7027" y="4999"/>
                    <a:pt x="7018" y="5678"/>
                  </a:cubicBezTo>
                  <a:cubicBezTo>
                    <a:pt x="7018" y="5695"/>
                    <a:pt x="7031" y="5708"/>
                    <a:pt x="7050" y="5708"/>
                  </a:cubicBezTo>
                  <a:cubicBezTo>
                    <a:pt x="7067" y="5708"/>
                    <a:pt x="7080" y="5695"/>
                    <a:pt x="7080" y="5678"/>
                  </a:cubicBezTo>
                  <a:cubicBezTo>
                    <a:pt x="7099" y="4056"/>
                    <a:pt x="4697" y="2238"/>
                    <a:pt x="3907" y="1641"/>
                  </a:cubicBezTo>
                  <a:lnTo>
                    <a:pt x="3783" y="1546"/>
                  </a:lnTo>
                  <a:cubicBezTo>
                    <a:pt x="2931" y="890"/>
                    <a:pt x="85" y="12"/>
                    <a:pt x="56" y="2"/>
                  </a:cubicBezTo>
                  <a:cubicBezTo>
                    <a:pt x="52" y="1"/>
                    <a:pt x="48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71"/>
            <p:cNvSpPr/>
            <p:nvPr/>
          </p:nvSpPr>
          <p:spPr>
            <a:xfrm>
              <a:off x="6213825" y="1949250"/>
              <a:ext cx="20275" cy="20375"/>
            </a:xfrm>
            <a:custGeom>
              <a:avLst/>
              <a:gdLst/>
              <a:ahLst/>
              <a:cxnLst/>
              <a:rect l="l" t="t" r="r" b="b"/>
              <a:pathLst>
                <a:path w="811" h="815" extrusionOk="0">
                  <a:moveTo>
                    <a:pt x="760" y="1"/>
                  </a:moveTo>
                  <a:cubicBezTo>
                    <a:pt x="743" y="1"/>
                    <a:pt x="727" y="13"/>
                    <a:pt x="732" y="37"/>
                  </a:cubicBezTo>
                  <a:cubicBezTo>
                    <a:pt x="732" y="41"/>
                    <a:pt x="745" y="351"/>
                    <a:pt x="572" y="560"/>
                  </a:cubicBezTo>
                  <a:cubicBezTo>
                    <a:pt x="425" y="740"/>
                    <a:pt x="132" y="752"/>
                    <a:pt x="53" y="752"/>
                  </a:cubicBezTo>
                  <a:cubicBezTo>
                    <a:pt x="41" y="752"/>
                    <a:pt x="34" y="752"/>
                    <a:pt x="33" y="752"/>
                  </a:cubicBezTo>
                  <a:cubicBezTo>
                    <a:pt x="17" y="752"/>
                    <a:pt x="4" y="765"/>
                    <a:pt x="1" y="782"/>
                  </a:cubicBezTo>
                  <a:cubicBezTo>
                    <a:pt x="1" y="801"/>
                    <a:pt x="14" y="814"/>
                    <a:pt x="30" y="814"/>
                  </a:cubicBezTo>
                  <a:lnTo>
                    <a:pt x="56" y="814"/>
                  </a:lnTo>
                  <a:cubicBezTo>
                    <a:pt x="151" y="814"/>
                    <a:pt x="454" y="798"/>
                    <a:pt x="621" y="599"/>
                  </a:cubicBezTo>
                  <a:cubicBezTo>
                    <a:pt x="810" y="370"/>
                    <a:pt x="790" y="47"/>
                    <a:pt x="790" y="31"/>
                  </a:cubicBezTo>
                  <a:cubicBezTo>
                    <a:pt x="790" y="11"/>
                    <a:pt x="775" y="1"/>
                    <a:pt x="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71"/>
            <p:cNvSpPr/>
            <p:nvPr/>
          </p:nvSpPr>
          <p:spPr>
            <a:xfrm>
              <a:off x="6248175" y="1959775"/>
              <a:ext cx="10975" cy="22650"/>
            </a:xfrm>
            <a:custGeom>
              <a:avLst/>
              <a:gdLst/>
              <a:ahLst/>
              <a:cxnLst/>
              <a:rect l="l" t="t" r="r" b="b"/>
              <a:pathLst>
                <a:path w="439" h="906" extrusionOk="0">
                  <a:moveTo>
                    <a:pt x="294" y="1"/>
                  </a:moveTo>
                  <a:cubicBezTo>
                    <a:pt x="292" y="1"/>
                    <a:pt x="290" y="1"/>
                    <a:pt x="288" y="1"/>
                  </a:cubicBezTo>
                  <a:cubicBezTo>
                    <a:pt x="272" y="5"/>
                    <a:pt x="262" y="21"/>
                    <a:pt x="265" y="37"/>
                  </a:cubicBezTo>
                  <a:cubicBezTo>
                    <a:pt x="265" y="41"/>
                    <a:pt x="373" y="494"/>
                    <a:pt x="223" y="723"/>
                  </a:cubicBezTo>
                  <a:cubicBezTo>
                    <a:pt x="180" y="788"/>
                    <a:pt x="108" y="834"/>
                    <a:pt x="30" y="844"/>
                  </a:cubicBezTo>
                  <a:cubicBezTo>
                    <a:pt x="14" y="847"/>
                    <a:pt x="1" y="863"/>
                    <a:pt x="4" y="879"/>
                  </a:cubicBezTo>
                  <a:cubicBezTo>
                    <a:pt x="7" y="893"/>
                    <a:pt x="20" y="906"/>
                    <a:pt x="37" y="906"/>
                  </a:cubicBezTo>
                  <a:lnTo>
                    <a:pt x="40" y="906"/>
                  </a:lnTo>
                  <a:cubicBezTo>
                    <a:pt x="135" y="893"/>
                    <a:pt x="219" y="837"/>
                    <a:pt x="275" y="759"/>
                  </a:cubicBezTo>
                  <a:cubicBezTo>
                    <a:pt x="438" y="507"/>
                    <a:pt x="330" y="44"/>
                    <a:pt x="324" y="24"/>
                  </a:cubicBezTo>
                  <a:cubicBezTo>
                    <a:pt x="321" y="10"/>
                    <a:pt x="30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71"/>
            <p:cNvSpPr/>
            <p:nvPr/>
          </p:nvSpPr>
          <p:spPr>
            <a:xfrm>
              <a:off x="6096900" y="1759700"/>
              <a:ext cx="25975" cy="72575"/>
            </a:xfrm>
            <a:custGeom>
              <a:avLst/>
              <a:gdLst/>
              <a:ahLst/>
              <a:cxnLst/>
              <a:rect l="l" t="t" r="r" b="b"/>
              <a:pathLst>
                <a:path w="1039" h="2903" extrusionOk="0">
                  <a:moveTo>
                    <a:pt x="799" y="0"/>
                  </a:moveTo>
                  <a:cubicBezTo>
                    <a:pt x="788" y="0"/>
                    <a:pt x="777" y="6"/>
                    <a:pt x="771" y="21"/>
                  </a:cubicBezTo>
                  <a:cubicBezTo>
                    <a:pt x="738" y="106"/>
                    <a:pt x="0" y="2097"/>
                    <a:pt x="976" y="2896"/>
                  </a:cubicBezTo>
                  <a:cubicBezTo>
                    <a:pt x="983" y="2900"/>
                    <a:pt x="989" y="2903"/>
                    <a:pt x="996" y="2903"/>
                  </a:cubicBezTo>
                  <a:cubicBezTo>
                    <a:pt x="1025" y="2903"/>
                    <a:pt x="1038" y="2867"/>
                    <a:pt x="1015" y="2847"/>
                  </a:cubicBezTo>
                  <a:cubicBezTo>
                    <a:pt x="72" y="2077"/>
                    <a:pt x="823" y="63"/>
                    <a:pt x="829" y="44"/>
                  </a:cubicBezTo>
                  <a:cubicBezTo>
                    <a:pt x="838" y="19"/>
                    <a:pt x="818" y="0"/>
                    <a:pt x="7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71"/>
            <p:cNvSpPr/>
            <p:nvPr/>
          </p:nvSpPr>
          <p:spPr>
            <a:xfrm>
              <a:off x="6307100" y="1901800"/>
              <a:ext cx="23500" cy="71075"/>
            </a:xfrm>
            <a:custGeom>
              <a:avLst/>
              <a:gdLst/>
              <a:ahLst/>
              <a:cxnLst/>
              <a:rect l="l" t="t" r="r" b="b"/>
              <a:pathLst>
                <a:path w="940" h="2843" extrusionOk="0">
                  <a:moveTo>
                    <a:pt x="897" y="1"/>
                  </a:moveTo>
                  <a:cubicBezTo>
                    <a:pt x="886" y="1"/>
                    <a:pt x="875" y="6"/>
                    <a:pt x="869" y="19"/>
                  </a:cubicBezTo>
                  <a:cubicBezTo>
                    <a:pt x="862" y="36"/>
                    <a:pt x="0" y="1726"/>
                    <a:pt x="767" y="2830"/>
                  </a:cubicBezTo>
                  <a:cubicBezTo>
                    <a:pt x="774" y="2836"/>
                    <a:pt x="784" y="2843"/>
                    <a:pt x="794" y="2843"/>
                  </a:cubicBezTo>
                  <a:cubicBezTo>
                    <a:pt x="820" y="2843"/>
                    <a:pt x="833" y="2813"/>
                    <a:pt x="820" y="2794"/>
                  </a:cubicBezTo>
                  <a:cubicBezTo>
                    <a:pt x="72" y="1723"/>
                    <a:pt x="914" y="62"/>
                    <a:pt x="924" y="45"/>
                  </a:cubicBezTo>
                  <a:cubicBezTo>
                    <a:pt x="939" y="22"/>
                    <a:pt x="919" y="1"/>
                    <a:pt x="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71"/>
            <p:cNvSpPr/>
            <p:nvPr/>
          </p:nvSpPr>
          <p:spPr>
            <a:xfrm>
              <a:off x="6259450" y="1882775"/>
              <a:ext cx="77300" cy="36250"/>
            </a:xfrm>
            <a:custGeom>
              <a:avLst/>
              <a:gdLst/>
              <a:ahLst/>
              <a:cxnLst/>
              <a:rect l="l" t="t" r="r" b="b"/>
              <a:pathLst>
                <a:path w="3092" h="1450" extrusionOk="0">
                  <a:moveTo>
                    <a:pt x="3081" y="0"/>
                  </a:moveTo>
                  <a:cubicBezTo>
                    <a:pt x="3068" y="3"/>
                    <a:pt x="1799" y="222"/>
                    <a:pt x="0" y="1397"/>
                  </a:cubicBezTo>
                  <a:lnTo>
                    <a:pt x="33" y="1449"/>
                  </a:lnTo>
                  <a:cubicBezTo>
                    <a:pt x="1818" y="281"/>
                    <a:pt x="3078" y="62"/>
                    <a:pt x="3091" y="59"/>
                  </a:cubicBezTo>
                  <a:lnTo>
                    <a:pt x="30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71"/>
            <p:cNvSpPr/>
            <p:nvPr/>
          </p:nvSpPr>
          <p:spPr>
            <a:xfrm>
              <a:off x="6262125" y="1919800"/>
              <a:ext cx="48100" cy="5750"/>
            </a:xfrm>
            <a:custGeom>
              <a:avLst/>
              <a:gdLst/>
              <a:ahLst/>
              <a:cxnLst/>
              <a:rect l="l" t="t" r="r" b="b"/>
              <a:pathLst>
                <a:path w="1924" h="230" extrusionOk="0">
                  <a:moveTo>
                    <a:pt x="752" y="0"/>
                  </a:moveTo>
                  <a:cubicBezTo>
                    <a:pt x="267" y="0"/>
                    <a:pt x="17" y="106"/>
                    <a:pt x="1" y="112"/>
                  </a:cubicBezTo>
                  <a:lnTo>
                    <a:pt x="24" y="168"/>
                  </a:lnTo>
                  <a:cubicBezTo>
                    <a:pt x="28" y="166"/>
                    <a:pt x="274" y="63"/>
                    <a:pt x="753" y="63"/>
                  </a:cubicBezTo>
                  <a:cubicBezTo>
                    <a:pt x="1050" y="63"/>
                    <a:pt x="1435" y="102"/>
                    <a:pt x="1907" y="230"/>
                  </a:cubicBezTo>
                  <a:lnTo>
                    <a:pt x="1923" y="171"/>
                  </a:lnTo>
                  <a:cubicBezTo>
                    <a:pt x="1443" y="41"/>
                    <a:pt x="1052" y="0"/>
                    <a:pt x="7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71"/>
            <p:cNvSpPr/>
            <p:nvPr/>
          </p:nvSpPr>
          <p:spPr>
            <a:xfrm>
              <a:off x="6185100" y="1839675"/>
              <a:ext cx="10625" cy="22625"/>
            </a:xfrm>
            <a:custGeom>
              <a:avLst/>
              <a:gdLst/>
              <a:ahLst/>
              <a:cxnLst/>
              <a:rect l="l" t="t" r="r" b="b"/>
              <a:pathLst>
                <a:path w="425" h="905" extrusionOk="0">
                  <a:moveTo>
                    <a:pt x="59" y="1"/>
                  </a:moveTo>
                  <a:lnTo>
                    <a:pt x="1" y="17"/>
                  </a:lnTo>
                  <a:cubicBezTo>
                    <a:pt x="10" y="47"/>
                    <a:pt x="197" y="758"/>
                    <a:pt x="389" y="905"/>
                  </a:cubicBezTo>
                  <a:lnTo>
                    <a:pt x="425" y="856"/>
                  </a:lnTo>
                  <a:cubicBezTo>
                    <a:pt x="281" y="745"/>
                    <a:pt x="112" y="200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71"/>
            <p:cNvSpPr/>
            <p:nvPr/>
          </p:nvSpPr>
          <p:spPr>
            <a:xfrm>
              <a:off x="6233825" y="1891725"/>
              <a:ext cx="27925" cy="3300"/>
            </a:xfrm>
            <a:custGeom>
              <a:avLst/>
              <a:gdLst/>
              <a:ahLst/>
              <a:cxnLst/>
              <a:rect l="l" t="t" r="r" b="b"/>
              <a:pathLst>
                <a:path w="1117" h="132" extrusionOk="0">
                  <a:moveTo>
                    <a:pt x="145" y="1"/>
                  </a:moveTo>
                  <a:cubicBezTo>
                    <a:pt x="64" y="1"/>
                    <a:pt x="10" y="1"/>
                    <a:pt x="0" y="1"/>
                  </a:cubicBezTo>
                  <a:lnTo>
                    <a:pt x="0" y="63"/>
                  </a:lnTo>
                  <a:cubicBezTo>
                    <a:pt x="39" y="63"/>
                    <a:pt x="87" y="62"/>
                    <a:pt x="142" y="62"/>
                  </a:cubicBezTo>
                  <a:cubicBezTo>
                    <a:pt x="454" y="62"/>
                    <a:pt x="974" y="74"/>
                    <a:pt x="1090" y="132"/>
                  </a:cubicBezTo>
                  <a:lnTo>
                    <a:pt x="1117" y="76"/>
                  </a:lnTo>
                  <a:cubicBezTo>
                    <a:pt x="981" y="8"/>
                    <a:pt x="415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71"/>
            <p:cNvSpPr/>
            <p:nvPr/>
          </p:nvSpPr>
          <p:spPr>
            <a:xfrm>
              <a:off x="5825250" y="1891900"/>
              <a:ext cx="371700" cy="57075"/>
            </a:xfrm>
            <a:custGeom>
              <a:avLst/>
              <a:gdLst/>
              <a:ahLst/>
              <a:cxnLst/>
              <a:rect l="l" t="t" r="r" b="b"/>
              <a:pathLst>
                <a:path w="14868" h="2283" extrusionOk="0">
                  <a:moveTo>
                    <a:pt x="56" y="1"/>
                  </a:moveTo>
                  <a:lnTo>
                    <a:pt x="0" y="27"/>
                  </a:lnTo>
                  <a:cubicBezTo>
                    <a:pt x="7" y="43"/>
                    <a:pt x="744" y="1558"/>
                    <a:pt x="3065" y="1630"/>
                  </a:cubicBezTo>
                  <a:cubicBezTo>
                    <a:pt x="3179" y="1633"/>
                    <a:pt x="3293" y="1635"/>
                    <a:pt x="3406" y="1635"/>
                  </a:cubicBezTo>
                  <a:cubicBezTo>
                    <a:pt x="4595" y="1635"/>
                    <a:pt x="5734" y="1458"/>
                    <a:pt x="6509" y="1336"/>
                  </a:cubicBezTo>
                  <a:cubicBezTo>
                    <a:pt x="6927" y="1272"/>
                    <a:pt x="7305" y="1213"/>
                    <a:pt x="7510" y="1213"/>
                  </a:cubicBezTo>
                  <a:cubicBezTo>
                    <a:pt x="7598" y="1213"/>
                    <a:pt x="7655" y="1224"/>
                    <a:pt x="7667" y="1251"/>
                  </a:cubicBezTo>
                  <a:cubicBezTo>
                    <a:pt x="7684" y="1280"/>
                    <a:pt x="7684" y="1313"/>
                    <a:pt x="7667" y="1342"/>
                  </a:cubicBezTo>
                  <a:cubicBezTo>
                    <a:pt x="7605" y="1479"/>
                    <a:pt x="7259" y="1587"/>
                    <a:pt x="7129" y="1616"/>
                  </a:cubicBezTo>
                  <a:cubicBezTo>
                    <a:pt x="7093" y="1623"/>
                    <a:pt x="7098" y="1676"/>
                    <a:pt x="7133" y="1676"/>
                  </a:cubicBezTo>
                  <a:cubicBezTo>
                    <a:pt x="7136" y="1676"/>
                    <a:pt x="7139" y="1676"/>
                    <a:pt x="7142" y="1675"/>
                  </a:cubicBezTo>
                  <a:cubicBezTo>
                    <a:pt x="7167" y="1674"/>
                    <a:pt x="8423" y="1515"/>
                    <a:pt x="10014" y="1515"/>
                  </a:cubicBezTo>
                  <a:cubicBezTo>
                    <a:pt x="11585" y="1515"/>
                    <a:pt x="13482" y="1669"/>
                    <a:pt x="14842" y="2282"/>
                  </a:cubicBezTo>
                  <a:lnTo>
                    <a:pt x="14868" y="2227"/>
                  </a:lnTo>
                  <a:cubicBezTo>
                    <a:pt x="13498" y="1610"/>
                    <a:pt x="11590" y="1454"/>
                    <a:pt x="10012" y="1454"/>
                  </a:cubicBezTo>
                  <a:cubicBezTo>
                    <a:pt x="8869" y="1454"/>
                    <a:pt x="7899" y="1536"/>
                    <a:pt x="7432" y="1584"/>
                  </a:cubicBezTo>
                  <a:cubicBezTo>
                    <a:pt x="7557" y="1532"/>
                    <a:pt x="7684" y="1457"/>
                    <a:pt x="7723" y="1368"/>
                  </a:cubicBezTo>
                  <a:cubicBezTo>
                    <a:pt x="7746" y="1323"/>
                    <a:pt x="7746" y="1270"/>
                    <a:pt x="7723" y="1225"/>
                  </a:cubicBezTo>
                  <a:cubicBezTo>
                    <a:pt x="7699" y="1175"/>
                    <a:pt x="7627" y="1153"/>
                    <a:pt x="7496" y="1153"/>
                  </a:cubicBezTo>
                  <a:cubicBezTo>
                    <a:pt x="7302" y="1153"/>
                    <a:pt x="6980" y="1201"/>
                    <a:pt x="6499" y="1277"/>
                  </a:cubicBezTo>
                  <a:cubicBezTo>
                    <a:pt x="5683" y="1405"/>
                    <a:pt x="4591" y="1573"/>
                    <a:pt x="3421" y="1573"/>
                  </a:cubicBezTo>
                  <a:cubicBezTo>
                    <a:pt x="3304" y="1573"/>
                    <a:pt x="3187" y="1571"/>
                    <a:pt x="3068" y="1568"/>
                  </a:cubicBezTo>
                  <a:cubicBezTo>
                    <a:pt x="787" y="1496"/>
                    <a:pt x="62" y="17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71"/>
            <p:cNvSpPr/>
            <p:nvPr/>
          </p:nvSpPr>
          <p:spPr>
            <a:xfrm>
              <a:off x="6183225" y="1892850"/>
              <a:ext cx="9525" cy="15325"/>
            </a:xfrm>
            <a:custGeom>
              <a:avLst/>
              <a:gdLst/>
              <a:ahLst/>
              <a:cxnLst/>
              <a:rect l="l" t="t" r="r" b="b"/>
              <a:pathLst>
                <a:path w="381" h="613" extrusionOk="0">
                  <a:moveTo>
                    <a:pt x="333" y="1"/>
                  </a:moveTo>
                  <a:cubicBezTo>
                    <a:pt x="328" y="1"/>
                    <a:pt x="323" y="2"/>
                    <a:pt x="317" y="5"/>
                  </a:cubicBezTo>
                  <a:cubicBezTo>
                    <a:pt x="304" y="15"/>
                    <a:pt x="1" y="211"/>
                    <a:pt x="46" y="586"/>
                  </a:cubicBezTo>
                  <a:cubicBezTo>
                    <a:pt x="46" y="603"/>
                    <a:pt x="59" y="612"/>
                    <a:pt x="76" y="612"/>
                  </a:cubicBezTo>
                  <a:lnTo>
                    <a:pt x="79" y="612"/>
                  </a:lnTo>
                  <a:cubicBezTo>
                    <a:pt x="95" y="612"/>
                    <a:pt x="108" y="596"/>
                    <a:pt x="105" y="580"/>
                  </a:cubicBezTo>
                  <a:cubicBezTo>
                    <a:pt x="66" y="243"/>
                    <a:pt x="340" y="67"/>
                    <a:pt x="350" y="57"/>
                  </a:cubicBezTo>
                  <a:cubicBezTo>
                    <a:pt x="380" y="41"/>
                    <a:pt x="362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71"/>
            <p:cNvSpPr/>
            <p:nvPr/>
          </p:nvSpPr>
          <p:spPr>
            <a:xfrm>
              <a:off x="6322350" y="1906225"/>
              <a:ext cx="49075" cy="14175"/>
            </a:xfrm>
            <a:custGeom>
              <a:avLst/>
              <a:gdLst/>
              <a:ahLst/>
              <a:cxnLst/>
              <a:rect l="l" t="t" r="r" b="b"/>
              <a:pathLst>
                <a:path w="1963" h="567" extrusionOk="0">
                  <a:moveTo>
                    <a:pt x="852" y="0"/>
                  </a:moveTo>
                  <a:cubicBezTo>
                    <a:pt x="694" y="0"/>
                    <a:pt x="551" y="28"/>
                    <a:pt x="425" y="84"/>
                  </a:cubicBezTo>
                  <a:cubicBezTo>
                    <a:pt x="229" y="169"/>
                    <a:pt x="76" y="329"/>
                    <a:pt x="4" y="531"/>
                  </a:cubicBezTo>
                  <a:cubicBezTo>
                    <a:pt x="1" y="547"/>
                    <a:pt x="11" y="564"/>
                    <a:pt x="27" y="567"/>
                  </a:cubicBezTo>
                  <a:lnTo>
                    <a:pt x="33" y="567"/>
                  </a:lnTo>
                  <a:cubicBezTo>
                    <a:pt x="46" y="567"/>
                    <a:pt x="60" y="560"/>
                    <a:pt x="63" y="547"/>
                  </a:cubicBezTo>
                  <a:cubicBezTo>
                    <a:pt x="131" y="365"/>
                    <a:pt x="272" y="218"/>
                    <a:pt x="451" y="139"/>
                  </a:cubicBezTo>
                  <a:cubicBezTo>
                    <a:pt x="568" y="88"/>
                    <a:pt x="702" y="62"/>
                    <a:pt x="850" y="62"/>
                  </a:cubicBezTo>
                  <a:cubicBezTo>
                    <a:pt x="1144" y="62"/>
                    <a:pt x="1497" y="163"/>
                    <a:pt x="1907" y="365"/>
                  </a:cubicBezTo>
                  <a:cubicBezTo>
                    <a:pt x="1911" y="366"/>
                    <a:pt x="1915" y="367"/>
                    <a:pt x="1919" y="367"/>
                  </a:cubicBezTo>
                  <a:cubicBezTo>
                    <a:pt x="1947" y="367"/>
                    <a:pt x="1962" y="326"/>
                    <a:pt x="1936" y="309"/>
                  </a:cubicBezTo>
                  <a:cubicBezTo>
                    <a:pt x="1518" y="103"/>
                    <a:pt x="1156" y="0"/>
                    <a:pt x="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71"/>
            <p:cNvSpPr/>
            <p:nvPr/>
          </p:nvSpPr>
          <p:spPr>
            <a:xfrm>
              <a:off x="6331175" y="1928000"/>
              <a:ext cx="30825" cy="24975"/>
            </a:xfrm>
            <a:custGeom>
              <a:avLst/>
              <a:gdLst/>
              <a:ahLst/>
              <a:cxnLst/>
              <a:rect l="l" t="t" r="r" b="b"/>
              <a:pathLst>
                <a:path w="1233" h="999" extrusionOk="0">
                  <a:moveTo>
                    <a:pt x="786" y="1"/>
                  </a:moveTo>
                  <a:cubicBezTo>
                    <a:pt x="783" y="1"/>
                    <a:pt x="780" y="1"/>
                    <a:pt x="777" y="3"/>
                  </a:cubicBezTo>
                  <a:cubicBezTo>
                    <a:pt x="101" y="202"/>
                    <a:pt x="0" y="460"/>
                    <a:pt x="36" y="639"/>
                  </a:cubicBezTo>
                  <a:lnTo>
                    <a:pt x="36" y="643"/>
                  </a:lnTo>
                  <a:cubicBezTo>
                    <a:pt x="36" y="652"/>
                    <a:pt x="59" y="878"/>
                    <a:pt x="193" y="907"/>
                  </a:cubicBezTo>
                  <a:cubicBezTo>
                    <a:pt x="369" y="966"/>
                    <a:pt x="555" y="995"/>
                    <a:pt x="741" y="998"/>
                  </a:cubicBezTo>
                  <a:cubicBezTo>
                    <a:pt x="749" y="998"/>
                    <a:pt x="756" y="999"/>
                    <a:pt x="763" y="999"/>
                  </a:cubicBezTo>
                  <a:cubicBezTo>
                    <a:pt x="915" y="999"/>
                    <a:pt x="1064" y="966"/>
                    <a:pt x="1201" y="904"/>
                  </a:cubicBezTo>
                  <a:cubicBezTo>
                    <a:pt x="1233" y="887"/>
                    <a:pt x="1217" y="845"/>
                    <a:pt x="1189" y="845"/>
                  </a:cubicBezTo>
                  <a:cubicBezTo>
                    <a:pt x="1185" y="845"/>
                    <a:pt x="1180" y="846"/>
                    <a:pt x="1175" y="848"/>
                  </a:cubicBezTo>
                  <a:cubicBezTo>
                    <a:pt x="1039" y="914"/>
                    <a:pt x="886" y="936"/>
                    <a:pt x="743" y="936"/>
                  </a:cubicBezTo>
                  <a:cubicBezTo>
                    <a:pt x="460" y="936"/>
                    <a:pt x="214" y="850"/>
                    <a:pt x="209" y="848"/>
                  </a:cubicBezTo>
                  <a:cubicBezTo>
                    <a:pt x="131" y="829"/>
                    <a:pt x="101" y="688"/>
                    <a:pt x="95" y="636"/>
                  </a:cubicBezTo>
                  <a:lnTo>
                    <a:pt x="95" y="626"/>
                  </a:lnTo>
                  <a:cubicBezTo>
                    <a:pt x="56" y="407"/>
                    <a:pt x="304" y="205"/>
                    <a:pt x="793" y="62"/>
                  </a:cubicBezTo>
                  <a:cubicBezTo>
                    <a:pt x="810" y="55"/>
                    <a:pt x="820" y="39"/>
                    <a:pt x="813" y="22"/>
                  </a:cubicBezTo>
                  <a:cubicBezTo>
                    <a:pt x="810" y="10"/>
                    <a:pt x="798" y="1"/>
                    <a:pt x="7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71"/>
            <p:cNvSpPr/>
            <p:nvPr/>
          </p:nvSpPr>
          <p:spPr>
            <a:xfrm>
              <a:off x="6325125" y="1960500"/>
              <a:ext cx="37200" cy="15725"/>
            </a:xfrm>
            <a:custGeom>
              <a:avLst/>
              <a:gdLst/>
              <a:ahLst/>
              <a:cxnLst/>
              <a:rect l="l" t="t" r="r" b="b"/>
              <a:pathLst>
                <a:path w="1488" h="629" extrusionOk="0">
                  <a:moveTo>
                    <a:pt x="324" y="1"/>
                  </a:moveTo>
                  <a:cubicBezTo>
                    <a:pt x="316" y="1"/>
                    <a:pt x="307" y="4"/>
                    <a:pt x="301" y="12"/>
                  </a:cubicBezTo>
                  <a:cubicBezTo>
                    <a:pt x="298" y="12"/>
                    <a:pt x="1" y="318"/>
                    <a:pt x="216" y="615"/>
                  </a:cubicBezTo>
                  <a:cubicBezTo>
                    <a:pt x="223" y="622"/>
                    <a:pt x="232" y="629"/>
                    <a:pt x="242" y="629"/>
                  </a:cubicBezTo>
                  <a:cubicBezTo>
                    <a:pt x="246" y="625"/>
                    <a:pt x="252" y="625"/>
                    <a:pt x="259" y="619"/>
                  </a:cubicBezTo>
                  <a:cubicBezTo>
                    <a:pt x="272" y="609"/>
                    <a:pt x="275" y="593"/>
                    <a:pt x="265" y="580"/>
                  </a:cubicBezTo>
                  <a:cubicBezTo>
                    <a:pt x="125" y="390"/>
                    <a:pt x="232" y="194"/>
                    <a:pt x="301" y="103"/>
                  </a:cubicBezTo>
                  <a:cubicBezTo>
                    <a:pt x="314" y="145"/>
                    <a:pt x="334" y="185"/>
                    <a:pt x="363" y="221"/>
                  </a:cubicBezTo>
                  <a:cubicBezTo>
                    <a:pt x="471" y="361"/>
                    <a:pt x="745" y="540"/>
                    <a:pt x="1440" y="619"/>
                  </a:cubicBezTo>
                  <a:cubicBezTo>
                    <a:pt x="1442" y="619"/>
                    <a:pt x="1444" y="619"/>
                    <a:pt x="1446" y="619"/>
                  </a:cubicBezTo>
                  <a:cubicBezTo>
                    <a:pt x="1483" y="619"/>
                    <a:pt x="1487" y="563"/>
                    <a:pt x="1447" y="557"/>
                  </a:cubicBezTo>
                  <a:cubicBezTo>
                    <a:pt x="856" y="491"/>
                    <a:pt x="595" y="354"/>
                    <a:pt x="468" y="243"/>
                  </a:cubicBezTo>
                  <a:cubicBezTo>
                    <a:pt x="343" y="132"/>
                    <a:pt x="353" y="41"/>
                    <a:pt x="353" y="34"/>
                  </a:cubicBezTo>
                  <a:cubicBezTo>
                    <a:pt x="355" y="15"/>
                    <a:pt x="340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71"/>
            <p:cNvSpPr/>
            <p:nvPr/>
          </p:nvSpPr>
          <p:spPr>
            <a:xfrm>
              <a:off x="6330425" y="1949125"/>
              <a:ext cx="6900" cy="12975"/>
            </a:xfrm>
            <a:custGeom>
              <a:avLst/>
              <a:gdLst/>
              <a:ahLst/>
              <a:cxnLst/>
              <a:rect l="l" t="t" r="r" b="b"/>
              <a:pathLst>
                <a:path w="276" h="519" extrusionOk="0">
                  <a:moveTo>
                    <a:pt x="231" y="0"/>
                  </a:moveTo>
                  <a:cubicBezTo>
                    <a:pt x="225" y="0"/>
                    <a:pt x="219" y="2"/>
                    <a:pt x="213" y="6"/>
                  </a:cubicBezTo>
                  <a:cubicBezTo>
                    <a:pt x="56" y="117"/>
                    <a:pt x="1" y="326"/>
                    <a:pt x="83" y="499"/>
                  </a:cubicBezTo>
                  <a:cubicBezTo>
                    <a:pt x="89" y="512"/>
                    <a:pt x="99" y="516"/>
                    <a:pt x="112" y="519"/>
                  </a:cubicBezTo>
                  <a:cubicBezTo>
                    <a:pt x="115" y="516"/>
                    <a:pt x="122" y="516"/>
                    <a:pt x="125" y="512"/>
                  </a:cubicBezTo>
                  <a:cubicBezTo>
                    <a:pt x="138" y="506"/>
                    <a:pt x="145" y="486"/>
                    <a:pt x="138" y="473"/>
                  </a:cubicBezTo>
                  <a:cubicBezTo>
                    <a:pt x="69" y="326"/>
                    <a:pt x="115" y="150"/>
                    <a:pt x="249" y="55"/>
                  </a:cubicBezTo>
                  <a:cubicBezTo>
                    <a:pt x="276" y="37"/>
                    <a:pt x="256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71"/>
            <p:cNvSpPr/>
            <p:nvPr/>
          </p:nvSpPr>
          <p:spPr>
            <a:xfrm>
              <a:off x="6320075" y="1924950"/>
              <a:ext cx="13900" cy="15625"/>
            </a:xfrm>
            <a:custGeom>
              <a:avLst/>
              <a:gdLst/>
              <a:ahLst/>
              <a:cxnLst/>
              <a:rect l="l" t="t" r="r" b="b"/>
              <a:pathLst>
                <a:path w="556" h="625" extrusionOk="0">
                  <a:moveTo>
                    <a:pt x="46" y="1"/>
                  </a:moveTo>
                  <a:cubicBezTo>
                    <a:pt x="30" y="1"/>
                    <a:pt x="17" y="14"/>
                    <a:pt x="17" y="30"/>
                  </a:cubicBezTo>
                  <a:cubicBezTo>
                    <a:pt x="13" y="46"/>
                    <a:pt x="0" y="383"/>
                    <a:pt x="186" y="543"/>
                  </a:cubicBezTo>
                  <a:cubicBezTo>
                    <a:pt x="245" y="595"/>
                    <a:pt x="325" y="624"/>
                    <a:pt x="405" y="624"/>
                  </a:cubicBezTo>
                  <a:cubicBezTo>
                    <a:pt x="410" y="624"/>
                    <a:pt x="414" y="624"/>
                    <a:pt x="418" y="624"/>
                  </a:cubicBezTo>
                  <a:cubicBezTo>
                    <a:pt x="454" y="624"/>
                    <a:pt x="490" y="621"/>
                    <a:pt x="526" y="614"/>
                  </a:cubicBezTo>
                  <a:cubicBezTo>
                    <a:pt x="542" y="611"/>
                    <a:pt x="555" y="595"/>
                    <a:pt x="552" y="578"/>
                  </a:cubicBezTo>
                  <a:cubicBezTo>
                    <a:pt x="546" y="564"/>
                    <a:pt x="535" y="552"/>
                    <a:pt x="521" y="552"/>
                  </a:cubicBezTo>
                  <a:cubicBezTo>
                    <a:pt x="519" y="552"/>
                    <a:pt x="518" y="552"/>
                    <a:pt x="516" y="552"/>
                  </a:cubicBezTo>
                  <a:cubicBezTo>
                    <a:pt x="481" y="560"/>
                    <a:pt x="448" y="564"/>
                    <a:pt x="417" y="564"/>
                  </a:cubicBezTo>
                  <a:cubicBezTo>
                    <a:pt x="341" y="564"/>
                    <a:pt x="277" y="541"/>
                    <a:pt x="226" y="497"/>
                  </a:cubicBezTo>
                  <a:cubicBezTo>
                    <a:pt x="62" y="357"/>
                    <a:pt x="75" y="37"/>
                    <a:pt x="75" y="33"/>
                  </a:cubicBezTo>
                  <a:cubicBezTo>
                    <a:pt x="79" y="17"/>
                    <a:pt x="66" y="4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71"/>
            <p:cNvSpPr/>
            <p:nvPr/>
          </p:nvSpPr>
          <p:spPr>
            <a:xfrm>
              <a:off x="6300900" y="1797975"/>
              <a:ext cx="70325" cy="45650"/>
            </a:xfrm>
            <a:custGeom>
              <a:avLst/>
              <a:gdLst/>
              <a:ahLst/>
              <a:cxnLst/>
              <a:rect l="l" t="t" r="r" b="b"/>
              <a:pathLst>
                <a:path w="2813" h="1826" extrusionOk="0">
                  <a:moveTo>
                    <a:pt x="2771" y="1"/>
                  </a:moveTo>
                  <a:cubicBezTo>
                    <a:pt x="2770" y="1"/>
                    <a:pt x="2769" y="1"/>
                    <a:pt x="2768" y="1"/>
                  </a:cubicBezTo>
                  <a:cubicBezTo>
                    <a:pt x="235" y="468"/>
                    <a:pt x="13" y="1542"/>
                    <a:pt x="7" y="1587"/>
                  </a:cubicBezTo>
                  <a:lnTo>
                    <a:pt x="0" y="1623"/>
                  </a:lnTo>
                  <a:lnTo>
                    <a:pt x="36" y="1623"/>
                  </a:lnTo>
                  <a:cubicBezTo>
                    <a:pt x="212" y="1636"/>
                    <a:pt x="382" y="1705"/>
                    <a:pt x="519" y="1819"/>
                  </a:cubicBezTo>
                  <a:cubicBezTo>
                    <a:pt x="522" y="1822"/>
                    <a:pt x="528" y="1825"/>
                    <a:pt x="537" y="1825"/>
                  </a:cubicBezTo>
                  <a:lnTo>
                    <a:pt x="537" y="1825"/>
                  </a:lnTo>
                  <a:cubicBezTo>
                    <a:pt x="565" y="1824"/>
                    <a:pt x="578" y="1789"/>
                    <a:pt x="555" y="1770"/>
                  </a:cubicBezTo>
                  <a:cubicBezTo>
                    <a:pt x="418" y="1659"/>
                    <a:pt x="252" y="1587"/>
                    <a:pt x="75" y="1564"/>
                  </a:cubicBezTo>
                  <a:cubicBezTo>
                    <a:pt x="134" y="1378"/>
                    <a:pt x="536" y="474"/>
                    <a:pt x="2778" y="60"/>
                  </a:cubicBezTo>
                  <a:cubicBezTo>
                    <a:pt x="2813" y="50"/>
                    <a:pt x="2805" y="1"/>
                    <a:pt x="2771" y="1"/>
                  </a:cubicBezTo>
                  <a:close/>
                  <a:moveTo>
                    <a:pt x="537" y="1825"/>
                  </a:moveTo>
                  <a:cubicBezTo>
                    <a:pt x="537" y="1825"/>
                    <a:pt x="536" y="1825"/>
                    <a:pt x="536" y="1825"/>
                  </a:cubicBezTo>
                  <a:lnTo>
                    <a:pt x="539" y="1825"/>
                  </a:lnTo>
                  <a:cubicBezTo>
                    <a:pt x="538" y="1825"/>
                    <a:pt x="538" y="1825"/>
                    <a:pt x="537" y="18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71"/>
            <p:cNvSpPr/>
            <p:nvPr/>
          </p:nvSpPr>
          <p:spPr>
            <a:xfrm>
              <a:off x="6206925" y="1714325"/>
              <a:ext cx="33450" cy="85400"/>
            </a:xfrm>
            <a:custGeom>
              <a:avLst/>
              <a:gdLst/>
              <a:ahLst/>
              <a:cxnLst/>
              <a:rect l="l" t="t" r="r" b="b"/>
              <a:pathLst>
                <a:path w="1338" h="3416" extrusionOk="0">
                  <a:moveTo>
                    <a:pt x="642" y="1"/>
                  </a:moveTo>
                  <a:cubicBezTo>
                    <a:pt x="618" y="1"/>
                    <a:pt x="597" y="29"/>
                    <a:pt x="619" y="53"/>
                  </a:cubicBezTo>
                  <a:cubicBezTo>
                    <a:pt x="626" y="60"/>
                    <a:pt x="1259" y="817"/>
                    <a:pt x="711" y="3275"/>
                  </a:cubicBezTo>
                  <a:cubicBezTo>
                    <a:pt x="603" y="3145"/>
                    <a:pt x="316" y="2795"/>
                    <a:pt x="58" y="2671"/>
                  </a:cubicBezTo>
                  <a:cubicBezTo>
                    <a:pt x="53" y="2669"/>
                    <a:pt x="49" y="2668"/>
                    <a:pt x="45" y="2668"/>
                  </a:cubicBezTo>
                  <a:cubicBezTo>
                    <a:pt x="16" y="2668"/>
                    <a:pt x="0" y="2712"/>
                    <a:pt x="32" y="2727"/>
                  </a:cubicBezTo>
                  <a:cubicBezTo>
                    <a:pt x="332" y="2874"/>
                    <a:pt x="698" y="3360"/>
                    <a:pt x="701" y="3363"/>
                  </a:cubicBezTo>
                  <a:lnTo>
                    <a:pt x="740" y="3415"/>
                  </a:lnTo>
                  <a:lnTo>
                    <a:pt x="756" y="3353"/>
                  </a:lnTo>
                  <a:cubicBezTo>
                    <a:pt x="1337" y="804"/>
                    <a:pt x="691" y="44"/>
                    <a:pt x="665" y="11"/>
                  </a:cubicBezTo>
                  <a:cubicBezTo>
                    <a:pt x="658" y="4"/>
                    <a:pt x="649" y="1"/>
                    <a:pt x="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71"/>
            <p:cNvSpPr/>
            <p:nvPr/>
          </p:nvSpPr>
          <p:spPr>
            <a:xfrm>
              <a:off x="5756450" y="1709450"/>
              <a:ext cx="636925" cy="274925"/>
            </a:xfrm>
            <a:custGeom>
              <a:avLst/>
              <a:gdLst/>
              <a:ahLst/>
              <a:cxnLst/>
              <a:rect l="l" t="t" r="r" b="b"/>
              <a:pathLst>
                <a:path w="25477" h="10997" extrusionOk="0">
                  <a:moveTo>
                    <a:pt x="18850" y="62"/>
                  </a:moveTo>
                  <a:cubicBezTo>
                    <a:pt x="19033" y="79"/>
                    <a:pt x="19245" y="542"/>
                    <a:pt x="19311" y="1078"/>
                  </a:cubicBezTo>
                  <a:cubicBezTo>
                    <a:pt x="19324" y="1189"/>
                    <a:pt x="19334" y="1322"/>
                    <a:pt x="19340" y="1463"/>
                  </a:cubicBezTo>
                  <a:cubicBezTo>
                    <a:pt x="19343" y="1476"/>
                    <a:pt x="19353" y="1489"/>
                    <a:pt x="19366" y="1492"/>
                  </a:cubicBezTo>
                  <a:lnTo>
                    <a:pt x="19389" y="1495"/>
                  </a:lnTo>
                  <a:lnTo>
                    <a:pt x="19500" y="1521"/>
                  </a:lnTo>
                  <a:cubicBezTo>
                    <a:pt x="21615" y="2024"/>
                    <a:pt x="22793" y="3672"/>
                    <a:pt x="22806" y="3689"/>
                  </a:cubicBezTo>
                  <a:cubicBezTo>
                    <a:pt x="22813" y="3699"/>
                    <a:pt x="22823" y="3702"/>
                    <a:pt x="22833" y="3702"/>
                  </a:cubicBezTo>
                  <a:cubicBezTo>
                    <a:pt x="23700" y="3646"/>
                    <a:pt x="24965" y="3574"/>
                    <a:pt x="25301" y="3574"/>
                  </a:cubicBezTo>
                  <a:cubicBezTo>
                    <a:pt x="25322" y="3574"/>
                    <a:pt x="25339" y="3574"/>
                    <a:pt x="25352" y="3575"/>
                  </a:cubicBezTo>
                  <a:cubicBezTo>
                    <a:pt x="25209" y="3787"/>
                    <a:pt x="23959" y="4968"/>
                    <a:pt x="23113" y="5748"/>
                  </a:cubicBezTo>
                  <a:cubicBezTo>
                    <a:pt x="23104" y="5758"/>
                    <a:pt x="23104" y="5774"/>
                    <a:pt x="23113" y="5788"/>
                  </a:cubicBezTo>
                  <a:cubicBezTo>
                    <a:pt x="23162" y="5850"/>
                    <a:pt x="23182" y="6440"/>
                    <a:pt x="23172" y="6966"/>
                  </a:cubicBezTo>
                  <a:cubicBezTo>
                    <a:pt x="23172" y="6979"/>
                    <a:pt x="23185" y="6992"/>
                    <a:pt x="23198" y="6995"/>
                  </a:cubicBezTo>
                  <a:cubicBezTo>
                    <a:pt x="23201" y="6995"/>
                    <a:pt x="23580" y="7070"/>
                    <a:pt x="24390" y="7697"/>
                  </a:cubicBezTo>
                  <a:cubicBezTo>
                    <a:pt x="25183" y="8311"/>
                    <a:pt x="25405" y="9584"/>
                    <a:pt x="25062" y="10269"/>
                  </a:cubicBezTo>
                  <a:cubicBezTo>
                    <a:pt x="24841" y="10712"/>
                    <a:pt x="24471" y="10932"/>
                    <a:pt x="23959" y="10932"/>
                  </a:cubicBezTo>
                  <a:cubicBezTo>
                    <a:pt x="23844" y="10932"/>
                    <a:pt x="23722" y="10921"/>
                    <a:pt x="23593" y="10899"/>
                  </a:cubicBezTo>
                  <a:cubicBezTo>
                    <a:pt x="23303" y="10853"/>
                    <a:pt x="23038" y="10710"/>
                    <a:pt x="22842" y="10491"/>
                  </a:cubicBezTo>
                  <a:cubicBezTo>
                    <a:pt x="22836" y="10484"/>
                    <a:pt x="22829" y="10478"/>
                    <a:pt x="22820" y="10478"/>
                  </a:cubicBezTo>
                  <a:lnTo>
                    <a:pt x="21024" y="10308"/>
                  </a:lnTo>
                  <a:cubicBezTo>
                    <a:pt x="21015" y="10308"/>
                    <a:pt x="21005" y="10311"/>
                    <a:pt x="20998" y="10318"/>
                  </a:cubicBezTo>
                  <a:cubicBezTo>
                    <a:pt x="20638" y="10722"/>
                    <a:pt x="20211" y="10853"/>
                    <a:pt x="19809" y="10853"/>
                  </a:cubicBezTo>
                  <a:cubicBezTo>
                    <a:pt x="19074" y="10853"/>
                    <a:pt x="18420" y="10415"/>
                    <a:pt x="18410" y="10406"/>
                  </a:cubicBezTo>
                  <a:cubicBezTo>
                    <a:pt x="18405" y="10403"/>
                    <a:pt x="18398" y="10401"/>
                    <a:pt x="18392" y="10401"/>
                  </a:cubicBezTo>
                  <a:cubicBezTo>
                    <a:pt x="18385" y="10401"/>
                    <a:pt x="18379" y="10403"/>
                    <a:pt x="18374" y="10406"/>
                  </a:cubicBezTo>
                  <a:cubicBezTo>
                    <a:pt x="18369" y="10411"/>
                    <a:pt x="17955" y="10740"/>
                    <a:pt x="15946" y="10740"/>
                  </a:cubicBezTo>
                  <a:cubicBezTo>
                    <a:pt x="15355" y="10740"/>
                    <a:pt x="14626" y="10711"/>
                    <a:pt x="13729" y="10638"/>
                  </a:cubicBezTo>
                  <a:cubicBezTo>
                    <a:pt x="13148" y="10590"/>
                    <a:pt x="12541" y="10570"/>
                    <a:pt x="11921" y="10570"/>
                  </a:cubicBezTo>
                  <a:cubicBezTo>
                    <a:pt x="10479" y="10570"/>
                    <a:pt x="8973" y="10676"/>
                    <a:pt x="7596" y="10772"/>
                  </a:cubicBezTo>
                  <a:cubicBezTo>
                    <a:pt x="6362" y="10858"/>
                    <a:pt x="5223" y="10937"/>
                    <a:pt x="4271" y="10937"/>
                  </a:cubicBezTo>
                  <a:cubicBezTo>
                    <a:pt x="3528" y="10937"/>
                    <a:pt x="2900" y="10889"/>
                    <a:pt x="2429" y="10759"/>
                  </a:cubicBezTo>
                  <a:cubicBezTo>
                    <a:pt x="546" y="10236"/>
                    <a:pt x="474" y="9665"/>
                    <a:pt x="314" y="8415"/>
                  </a:cubicBezTo>
                  <a:cubicBezTo>
                    <a:pt x="301" y="8298"/>
                    <a:pt x="285" y="8180"/>
                    <a:pt x="268" y="8053"/>
                  </a:cubicBezTo>
                  <a:cubicBezTo>
                    <a:pt x="66" y="6568"/>
                    <a:pt x="2083" y="4227"/>
                    <a:pt x="2106" y="4201"/>
                  </a:cubicBezTo>
                  <a:cubicBezTo>
                    <a:pt x="2106" y="4201"/>
                    <a:pt x="2106" y="4198"/>
                    <a:pt x="2109" y="4195"/>
                  </a:cubicBezTo>
                  <a:cubicBezTo>
                    <a:pt x="3128" y="2210"/>
                    <a:pt x="4887" y="1649"/>
                    <a:pt x="8079" y="627"/>
                  </a:cubicBezTo>
                  <a:cubicBezTo>
                    <a:pt x="8836" y="389"/>
                    <a:pt x="9622" y="265"/>
                    <a:pt x="10415" y="265"/>
                  </a:cubicBezTo>
                  <a:cubicBezTo>
                    <a:pt x="10425" y="265"/>
                    <a:pt x="10435" y="265"/>
                    <a:pt x="10446" y="265"/>
                  </a:cubicBezTo>
                  <a:cubicBezTo>
                    <a:pt x="12502" y="265"/>
                    <a:pt x="14010" y="1032"/>
                    <a:pt x="14030" y="1048"/>
                  </a:cubicBezTo>
                  <a:cubicBezTo>
                    <a:pt x="14033" y="1048"/>
                    <a:pt x="14036" y="1051"/>
                    <a:pt x="14043" y="1051"/>
                  </a:cubicBezTo>
                  <a:cubicBezTo>
                    <a:pt x="14046" y="1051"/>
                    <a:pt x="14093" y="1051"/>
                    <a:pt x="14177" y="1051"/>
                  </a:cubicBezTo>
                  <a:cubicBezTo>
                    <a:pt x="14656" y="1051"/>
                    <a:pt x="16330" y="1065"/>
                    <a:pt x="17920" y="1254"/>
                  </a:cubicBezTo>
                  <a:cubicBezTo>
                    <a:pt x="17923" y="1254"/>
                    <a:pt x="17925" y="1255"/>
                    <a:pt x="17927" y="1255"/>
                  </a:cubicBezTo>
                  <a:cubicBezTo>
                    <a:pt x="17937" y="1255"/>
                    <a:pt x="17944" y="1249"/>
                    <a:pt x="17950" y="1241"/>
                  </a:cubicBezTo>
                  <a:cubicBezTo>
                    <a:pt x="18674" y="147"/>
                    <a:pt x="18821" y="62"/>
                    <a:pt x="18850" y="62"/>
                  </a:cubicBezTo>
                  <a:close/>
                  <a:moveTo>
                    <a:pt x="18848" y="0"/>
                  </a:moveTo>
                  <a:cubicBezTo>
                    <a:pt x="18797" y="0"/>
                    <a:pt x="18658" y="56"/>
                    <a:pt x="17910" y="1189"/>
                  </a:cubicBezTo>
                  <a:cubicBezTo>
                    <a:pt x="16295" y="996"/>
                    <a:pt x="14599" y="986"/>
                    <a:pt x="14153" y="986"/>
                  </a:cubicBezTo>
                  <a:cubicBezTo>
                    <a:pt x="14099" y="986"/>
                    <a:pt x="14064" y="986"/>
                    <a:pt x="14049" y="986"/>
                  </a:cubicBezTo>
                  <a:cubicBezTo>
                    <a:pt x="13974" y="947"/>
                    <a:pt x="13292" y="611"/>
                    <a:pt x="12264" y="392"/>
                  </a:cubicBezTo>
                  <a:cubicBezTo>
                    <a:pt x="11775" y="288"/>
                    <a:pt x="11157" y="201"/>
                    <a:pt x="10459" y="201"/>
                  </a:cubicBezTo>
                  <a:cubicBezTo>
                    <a:pt x="9729" y="201"/>
                    <a:pt x="8912" y="296"/>
                    <a:pt x="8063" y="568"/>
                  </a:cubicBezTo>
                  <a:cubicBezTo>
                    <a:pt x="4858" y="1593"/>
                    <a:pt x="3088" y="2158"/>
                    <a:pt x="2057" y="4162"/>
                  </a:cubicBezTo>
                  <a:cubicBezTo>
                    <a:pt x="1943" y="4296"/>
                    <a:pt x="1" y="6558"/>
                    <a:pt x="210" y="8059"/>
                  </a:cubicBezTo>
                  <a:cubicBezTo>
                    <a:pt x="226" y="8187"/>
                    <a:pt x="242" y="8307"/>
                    <a:pt x="255" y="8418"/>
                  </a:cubicBezTo>
                  <a:cubicBezTo>
                    <a:pt x="418" y="9698"/>
                    <a:pt x="494" y="10282"/>
                    <a:pt x="2413" y="10814"/>
                  </a:cubicBezTo>
                  <a:cubicBezTo>
                    <a:pt x="2889" y="10948"/>
                    <a:pt x="3523" y="10997"/>
                    <a:pt x="4270" y="10997"/>
                  </a:cubicBezTo>
                  <a:cubicBezTo>
                    <a:pt x="5223" y="10997"/>
                    <a:pt x="6366" y="10915"/>
                    <a:pt x="7603" y="10830"/>
                  </a:cubicBezTo>
                  <a:cubicBezTo>
                    <a:pt x="8977" y="10735"/>
                    <a:pt x="10482" y="10629"/>
                    <a:pt x="11922" y="10629"/>
                  </a:cubicBezTo>
                  <a:cubicBezTo>
                    <a:pt x="12541" y="10629"/>
                    <a:pt x="13147" y="10649"/>
                    <a:pt x="13726" y="10697"/>
                  </a:cubicBezTo>
                  <a:cubicBezTo>
                    <a:pt x="14638" y="10771"/>
                    <a:pt x="15377" y="10800"/>
                    <a:pt x="15975" y="10800"/>
                  </a:cubicBezTo>
                  <a:cubicBezTo>
                    <a:pt x="17787" y="10800"/>
                    <a:pt x="18296" y="10534"/>
                    <a:pt x="18397" y="10465"/>
                  </a:cubicBezTo>
                  <a:cubicBezTo>
                    <a:pt x="18509" y="10538"/>
                    <a:pt x="19125" y="10911"/>
                    <a:pt x="19814" y="10911"/>
                  </a:cubicBezTo>
                  <a:cubicBezTo>
                    <a:pt x="20226" y="10911"/>
                    <a:pt x="20665" y="10778"/>
                    <a:pt x="21037" y="10367"/>
                  </a:cubicBezTo>
                  <a:lnTo>
                    <a:pt x="22806" y="10537"/>
                  </a:lnTo>
                  <a:cubicBezTo>
                    <a:pt x="23009" y="10762"/>
                    <a:pt x="23283" y="10909"/>
                    <a:pt x="23583" y="10958"/>
                  </a:cubicBezTo>
                  <a:cubicBezTo>
                    <a:pt x="23717" y="10981"/>
                    <a:pt x="23844" y="10993"/>
                    <a:pt x="23963" y="10993"/>
                  </a:cubicBezTo>
                  <a:cubicBezTo>
                    <a:pt x="24498" y="10993"/>
                    <a:pt x="24885" y="10760"/>
                    <a:pt x="25117" y="10295"/>
                  </a:cubicBezTo>
                  <a:cubicBezTo>
                    <a:pt x="25476" y="9574"/>
                    <a:pt x="25258" y="8288"/>
                    <a:pt x="24429" y="7645"/>
                  </a:cubicBezTo>
                  <a:cubicBezTo>
                    <a:pt x="23711" y="7093"/>
                    <a:pt x="23332" y="6966"/>
                    <a:pt x="23234" y="6940"/>
                  </a:cubicBezTo>
                  <a:cubicBezTo>
                    <a:pt x="23237" y="6721"/>
                    <a:pt x="23244" y="5951"/>
                    <a:pt x="23172" y="5771"/>
                  </a:cubicBezTo>
                  <a:cubicBezTo>
                    <a:pt x="23273" y="5680"/>
                    <a:pt x="23789" y="5203"/>
                    <a:pt x="24295" y="4720"/>
                  </a:cubicBezTo>
                  <a:cubicBezTo>
                    <a:pt x="25444" y="3627"/>
                    <a:pt x="25434" y="3575"/>
                    <a:pt x="25424" y="3542"/>
                  </a:cubicBezTo>
                  <a:cubicBezTo>
                    <a:pt x="25421" y="3529"/>
                    <a:pt x="25411" y="3519"/>
                    <a:pt x="25398" y="3516"/>
                  </a:cubicBezTo>
                  <a:cubicBezTo>
                    <a:pt x="25386" y="3512"/>
                    <a:pt x="25350" y="3511"/>
                    <a:pt x="25296" y="3511"/>
                  </a:cubicBezTo>
                  <a:cubicBezTo>
                    <a:pt x="24848" y="3511"/>
                    <a:pt x="23131" y="3619"/>
                    <a:pt x="22846" y="3637"/>
                  </a:cubicBezTo>
                  <a:cubicBezTo>
                    <a:pt x="22725" y="3473"/>
                    <a:pt x="21547" y="1943"/>
                    <a:pt x="19513" y="1459"/>
                  </a:cubicBezTo>
                  <a:lnTo>
                    <a:pt x="19402" y="1433"/>
                  </a:lnTo>
                  <a:cubicBezTo>
                    <a:pt x="19396" y="1300"/>
                    <a:pt x="19383" y="1175"/>
                    <a:pt x="19369" y="1068"/>
                  </a:cubicBezTo>
                  <a:cubicBezTo>
                    <a:pt x="19307" y="559"/>
                    <a:pt x="19099" y="20"/>
                    <a:pt x="18857" y="0"/>
                  </a:cubicBezTo>
                  <a:cubicBezTo>
                    <a:pt x="18854" y="0"/>
                    <a:pt x="18852" y="0"/>
                    <a:pt x="18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71"/>
            <p:cNvSpPr/>
            <p:nvPr/>
          </p:nvSpPr>
          <p:spPr>
            <a:xfrm>
              <a:off x="6189575" y="1728175"/>
              <a:ext cx="21175" cy="18500"/>
            </a:xfrm>
            <a:custGeom>
              <a:avLst/>
              <a:gdLst/>
              <a:ahLst/>
              <a:cxnLst/>
              <a:rect l="l" t="t" r="r" b="b"/>
              <a:pathLst>
                <a:path w="847" h="740" extrusionOk="0">
                  <a:moveTo>
                    <a:pt x="44" y="1"/>
                  </a:moveTo>
                  <a:cubicBezTo>
                    <a:pt x="15" y="1"/>
                    <a:pt x="1" y="50"/>
                    <a:pt x="37" y="61"/>
                  </a:cubicBezTo>
                  <a:cubicBezTo>
                    <a:pt x="396" y="208"/>
                    <a:pt x="785" y="724"/>
                    <a:pt x="788" y="730"/>
                  </a:cubicBezTo>
                  <a:cubicBezTo>
                    <a:pt x="794" y="737"/>
                    <a:pt x="804" y="740"/>
                    <a:pt x="814" y="740"/>
                  </a:cubicBezTo>
                  <a:cubicBezTo>
                    <a:pt x="820" y="740"/>
                    <a:pt x="827" y="737"/>
                    <a:pt x="830" y="733"/>
                  </a:cubicBezTo>
                  <a:cubicBezTo>
                    <a:pt x="843" y="724"/>
                    <a:pt x="847" y="704"/>
                    <a:pt x="837" y="691"/>
                  </a:cubicBezTo>
                  <a:cubicBezTo>
                    <a:pt x="820" y="671"/>
                    <a:pt x="435" y="159"/>
                    <a:pt x="60" y="5"/>
                  </a:cubicBezTo>
                  <a:cubicBezTo>
                    <a:pt x="54" y="2"/>
                    <a:pt x="49" y="1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71"/>
            <p:cNvSpPr/>
            <p:nvPr/>
          </p:nvSpPr>
          <p:spPr>
            <a:xfrm>
              <a:off x="6180300" y="1732125"/>
              <a:ext cx="26050" cy="9650"/>
            </a:xfrm>
            <a:custGeom>
              <a:avLst/>
              <a:gdLst/>
              <a:ahLst/>
              <a:cxnLst/>
              <a:rect l="l" t="t" r="r" b="b"/>
              <a:pathLst>
                <a:path w="1042" h="386" extrusionOk="0">
                  <a:moveTo>
                    <a:pt x="29" y="1"/>
                  </a:moveTo>
                  <a:cubicBezTo>
                    <a:pt x="13" y="1"/>
                    <a:pt x="0" y="14"/>
                    <a:pt x="0" y="30"/>
                  </a:cubicBezTo>
                  <a:cubicBezTo>
                    <a:pt x="0" y="50"/>
                    <a:pt x="13" y="63"/>
                    <a:pt x="29" y="63"/>
                  </a:cubicBezTo>
                  <a:cubicBezTo>
                    <a:pt x="35" y="63"/>
                    <a:pt x="41" y="63"/>
                    <a:pt x="47" y="63"/>
                  </a:cubicBezTo>
                  <a:cubicBezTo>
                    <a:pt x="438" y="63"/>
                    <a:pt x="979" y="376"/>
                    <a:pt x="986" y="379"/>
                  </a:cubicBezTo>
                  <a:cubicBezTo>
                    <a:pt x="989" y="383"/>
                    <a:pt x="996" y="386"/>
                    <a:pt x="999" y="386"/>
                  </a:cubicBezTo>
                  <a:lnTo>
                    <a:pt x="999" y="383"/>
                  </a:lnTo>
                  <a:cubicBezTo>
                    <a:pt x="1032" y="383"/>
                    <a:pt x="1041" y="344"/>
                    <a:pt x="1015" y="327"/>
                  </a:cubicBezTo>
                  <a:cubicBezTo>
                    <a:pt x="992" y="314"/>
                    <a:pt x="444" y="1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71"/>
            <p:cNvSpPr/>
            <p:nvPr/>
          </p:nvSpPr>
          <p:spPr>
            <a:xfrm>
              <a:off x="6318550" y="1846950"/>
              <a:ext cx="27175" cy="6050"/>
            </a:xfrm>
            <a:custGeom>
              <a:avLst/>
              <a:gdLst/>
              <a:ahLst/>
              <a:cxnLst/>
              <a:rect l="l" t="t" r="r" b="b"/>
              <a:pathLst>
                <a:path w="1087" h="242" extrusionOk="0">
                  <a:moveTo>
                    <a:pt x="78" y="0"/>
                  </a:moveTo>
                  <a:cubicBezTo>
                    <a:pt x="60" y="0"/>
                    <a:pt x="48" y="0"/>
                    <a:pt x="45" y="0"/>
                  </a:cubicBezTo>
                  <a:cubicBezTo>
                    <a:pt x="44" y="0"/>
                    <a:pt x="43" y="0"/>
                    <a:pt x="42" y="0"/>
                  </a:cubicBezTo>
                  <a:cubicBezTo>
                    <a:pt x="1" y="0"/>
                    <a:pt x="0" y="63"/>
                    <a:pt x="39" y="63"/>
                  </a:cubicBezTo>
                  <a:cubicBezTo>
                    <a:pt x="41" y="63"/>
                    <a:pt x="43" y="63"/>
                    <a:pt x="45" y="62"/>
                  </a:cubicBezTo>
                  <a:cubicBezTo>
                    <a:pt x="46" y="62"/>
                    <a:pt x="56" y="62"/>
                    <a:pt x="74" y="62"/>
                  </a:cubicBezTo>
                  <a:cubicBezTo>
                    <a:pt x="203" y="62"/>
                    <a:pt x="736" y="72"/>
                    <a:pt x="1034" y="239"/>
                  </a:cubicBezTo>
                  <a:cubicBezTo>
                    <a:pt x="1041" y="239"/>
                    <a:pt x="1044" y="242"/>
                    <a:pt x="1050" y="242"/>
                  </a:cubicBezTo>
                  <a:cubicBezTo>
                    <a:pt x="1060" y="242"/>
                    <a:pt x="1073" y="235"/>
                    <a:pt x="1076" y="226"/>
                  </a:cubicBezTo>
                  <a:cubicBezTo>
                    <a:pt x="1086" y="209"/>
                    <a:pt x="1080" y="193"/>
                    <a:pt x="1067" y="183"/>
                  </a:cubicBezTo>
                  <a:cubicBezTo>
                    <a:pt x="753" y="10"/>
                    <a:pt x="21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71"/>
            <p:cNvSpPr/>
            <p:nvPr/>
          </p:nvSpPr>
          <p:spPr>
            <a:xfrm>
              <a:off x="6335650" y="1835300"/>
              <a:ext cx="27250" cy="6525"/>
            </a:xfrm>
            <a:custGeom>
              <a:avLst/>
              <a:gdLst/>
              <a:ahLst/>
              <a:cxnLst/>
              <a:rect l="l" t="t" r="r" b="b"/>
              <a:pathLst>
                <a:path w="1090" h="261" extrusionOk="0">
                  <a:moveTo>
                    <a:pt x="917" y="0"/>
                  </a:moveTo>
                  <a:cubicBezTo>
                    <a:pt x="532" y="0"/>
                    <a:pt x="57" y="193"/>
                    <a:pt x="33" y="202"/>
                  </a:cubicBezTo>
                  <a:cubicBezTo>
                    <a:pt x="1" y="215"/>
                    <a:pt x="11" y="261"/>
                    <a:pt x="47" y="261"/>
                  </a:cubicBezTo>
                  <a:cubicBezTo>
                    <a:pt x="50" y="261"/>
                    <a:pt x="53" y="261"/>
                    <a:pt x="56" y="257"/>
                  </a:cubicBezTo>
                  <a:cubicBezTo>
                    <a:pt x="62" y="257"/>
                    <a:pt x="539" y="62"/>
                    <a:pt x="915" y="62"/>
                  </a:cubicBezTo>
                  <a:cubicBezTo>
                    <a:pt x="960" y="62"/>
                    <a:pt x="1004" y="65"/>
                    <a:pt x="1045" y="71"/>
                  </a:cubicBezTo>
                  <a:cubicBezTo>
                    <a:pt x="1046" y="71"/>
                    <a:pt x="1047" y="72"/>
                    <a:pt x="1048" y="72"/>
                  </a:cubicBezTo>
                  <a:cubicBezTo>
                    <a:pt x="1082" y="72"/>
                    <a:pt x="1090" y="19"/>
                    <a:pt x="1052" y="9"/>
                  </a:cubicBezTo>
                  <a:cubicBezTo>
                    <a:pt x="1009" y="3"/>
                    <a:pt x="963" y="0"/>
                    <a:pt x="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71"/>
            <p:cNvSpPr/>
            <p:nvPr/>
          </p:nvSpPr>
          <p:spPr>
            <a:xfrm>
              <a:off x="6324425" y="1847450"/>
              <a:ext cx="23425" cy="15525"/>
            </a:xfrm>
            <a:custGeom>
              <a:avLst/>
              <a:gdLst/>
              <a:ahLst/>
              <a:cxnLst/>
              <a:rect l="l" t="t" r="r" b="b"/>
              <a:pathLst>
                <a:path w="937" h="621" extrusionOk="0">
                  <a:moveTo>
                    <a:pt x="45" y="0"/>
                  </a:moveTo>
                  <a:cubicBezTo>
                    <a:pt x="14" y="0"/>
                    <a:pt x="1" y="47"/>
                    <a:pt x="35" y="59"/>
                  </a:cubicBezTo>
                  <a:cubicBezTo>
                    <a:pt x="42" y="62"/>
                    <a:pt x="639" y="300"/>
                    <a:pt x="877" y="607"/>
                  </a:cubicBezTo>
                  <a:cubicBezTo>
                    <a:pt x="884" y="617"/>
                    <a:pt x="894" y="620"/>
                    <a:pt x="904" y="620"/>
                  </a:cubicBezTo>
                  <a:cubicBezTo>
                    <a:pt x="910" y="620"/>
                    <a:pt x="917" y="617"/>
                    <a:pt x="920" y="610"/>
                  </a:cubicBezTo>
                  <a:cubicBezTo>
                    <a:pt x="933" y="600"/>
                    <a:pt x="936" y="584"/>
                    <a:pt x="926" y="571"/>
                  </a:cubicBezTo>
                  <a:cubicBezTo>
                    <a:pt x="678" y="251"/>
                    <a:pt x="84" y="13"/>
                    <a:pt x="58" y="3"/>
                  </a:cubicBezTo>
                  <a:cubicBezTo>
                    <a:pt x="53" y="1"/>
                    <a:pt x="49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71"/>
            <p:cNvSpPr/>
            <p:nvPr/>
          </p:nvSpPr>
          <p:spPr>
            <a:xfrm>
              <a:off x="6061150" y="1708750"/>
              <a:ext cx="16825" cy="18500"/>
            </a:xfrm>
            <a:custGeom>
              <a:avLst/>
              <a:gdLst/>
              <a:ahLst/>
              <a:cxnLst/>
              <a:rect l="l" t="t" r="r" b="b"/>
              <a:pathLst>
                <a:path w="673" h="740" extrusionOk="0">
                  <a:moveTo>
                    <a:pt x="642" y="0"/>
                  </a:moveTo>
                  <a:cubicBezTo>
                    <a:pt x="636" y="0"/>
                    <a:pt x="630" y="2"/>
                    <a:pt x="624" y="6"/>
                  </a:cubicBezTo>
                  <a:cubicBezTo>
                    <a:pt x="601" y="22"/>
                    <a:pt x="1" y="433"/>
                    <a:pt x="1" y="707"/>
                  </a:cubicBezTo>
                  <a:cubicBezTo>
                    <a:pt x="1" y="724"/>
                    <a:pt x="14" y="740"/>
                    <a:pt x="30" y="740"/>
                  </a:cubicBezTo>
                  <a:cubicBezTo>
                    <a:pt x="46" y="737"/>
                    <a:pt x="59" y="724"/>
                    <a:pt x="59" y="707"/>
                  </a:cubicBezTo>
                  <a:cubicBezTo>
                    <a:pt x="59" y="505"/>
                    <a:pt x="490" y="169"/>
                    <a:pt x="657" y="55"/>
                  </a:cubicBezTo>
                  <a:cubicBezTo>
                    <a:pt x="670" y="45"/>
                    <a:pt x="673" y="28"/>
                    <a:pt x="666" y="15"/>
                  </a:cubicBezTo>
                  <a:cubicBezTo>
                    <a:pt x="660" y="5"/>
                    <a:pt x="65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71"/>
            <p:cNvSpPr/>
            <p:nvPr/>
          </p:nvSpPr>
          <p:spPr>
            <a:xfrm>
              <a:off x="6041000" y="1706825"/>
              <a:ext cx="11525" cy="19625"/>
            </a:xfrm>
            <a:custGeom>
              <a:avLst/>
              <a:gdLst/>
              <a:ahLst/>
              <a:cxnLst/>
              <a:rect l="l" t="t" r="r" b="b"/>
              <a:pathLst>
                <a:path w="461" h="785" extrusionOk="0">
                  <a:moveTo>
                    <a:pt x="36" y="1"/>
                  </a:moveTo>
                  <a:cubicBezTo>
                    <a:pt x="28" y="1"/>
                    <a:pt x="20" y="4"/>
                    <a:pt x="13" y="11"/>
                  </a:cubicBezTo>
                  <a:cubicBezTo>
                    <a:pt x="0" y="21"/>
                    <a:pt x="0" y="40"/>
                    <a:pt x="13" y="53"/>
                  </a:cubicBezTo>
                  <a:cubicBezTo>
                    <a:pt x="17" y="60"/>
                    <a:pt x="392" y="438"/>
                    <a:pt x="310" y="745"/>
                  </a:cubicBezTo>
                  <a:cubicBezTo>
                    <a:pt x="307" y="762"/>
                    <a:pt x="317" y="778"/>
                    <a:pt x="333" y="784"/>
                  </a:cubicBezTo>
                  <a:lnTo>
                    <a:pt x="340" y="784"/>
                  </a:lnTo>
                  <a:cubicBezTo>
                    <a:pt x="356" y="784"/>
                    <a:pt x="366" y="775"/>
                    <a:pt x="369" y="762"/>
                  </a:cubicBezTo>
                  <a:cubicBezTo>
                    <a:pt x="461" y="419"/>
                    <a:pt x="72" y="27"/>
                    <a:pt x="56" y="11"/>
                  </a:cubicBezTo>
                  <a:cubicBezTo>
                    <a:pt x="51" y="4"/>
                    <a:pt x="44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71"/>
            <p:cNvSpPr/>
            <p:nvPr/>
          </p:nvSpPr>
          <p:spPr>
            <a:xfrm>
              <a:off x="5801100" y="1803450"/>
              <a:ext cx="8750" cy="23200"/>
            </a:xfrm>
            <a:custGeom>
              <a:avLst/>
              <a:gdLst/>
              <a:ahLst/>
              <a:cxnLst/>
              <a:rect l="l" t="t" r="r" b="b"/>
              <a:pathLst>
                <a:path w="350" h="928" extrusionOk="0">
                  <a:moveTo>
                    <a:pt x="34" y="0"/>
                  </a:moveTo>
                  <a:cubicBezTo>
                    <a:pt x="33" y="0"/>
                    <a:pt x="31" y="0"/>
                    <a:pt x="29" y="1"/>
                  </a:cubicBezTo>
                  <a:cubicBezTo>
                    <a:pt x="10" y="1"/>
                    <a:pt x="0" y="14"/>
                    <a:pt x="0" y="33"/>
                  </a:cubicBezTo>
                  <a:cubicBezTo>
                    <a:pt x="3" y="63"/>
                    <a:pt x="62" y="787"/>
                    <a:pt x="300" y="924"/>
                  </a:cubicBezTo>
                  <a:cubicBezTo>
                    <a:pt x="304" y="924"/>
                    <a:pt x="310" y="928"/>
                    <a:pt x="317" y="928"/>
                  </a:cubicBezTo>
                  <a:cubicBezTo>
                    <a:pt x="327" y="928"/>
                    <a:pt x="336" y="921"/>
                    <a:pt x="343" y="911"/>
                  </a:cubicBezTo>
                  <a:cubicBezTo>
                    <a:pt x="349" y="895"/>
                    <a:pt x="346" y="879"/>
                    <a:pt x="330" y="869"/>
                  </a:cubicBezTo>
                  <a:cubicBezTo>
                    <a:pt x="157" y="771"/>
                    <a:pt x="75" y="229"/>
                    <a:pt x="62" y="27"/>
                  </a:cubicBezTo>
                  <a:cubicBezTo>
                    <a:pt x="59" y="12"/>
                    <a:pt x="48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71"/>
            <p:cNvSpPr/>
            <p:nvPr/>
          </p:nvSpPr>
          <p:spPr>
            <a:xfrm>
              <a:off x="5781575" y="1831975"/>
              <a:ext cx="21425" cy="4950"/>
            </a:xfrm>
            <a:custGeom>
              <a:avLst/>
              <a:gdLst/>
              <a:ahLst/>
              <a:cxnLst/>
              <a:rect l="l" t="t" r="r" b="b"/>
              <a:pathLst>
                <a:path w="857" h="198" extrusionOk="0">
                  <a:moveTo>
                    <a:pt x="395" y="0"/>
                  </a:moveTo>
                  <a:cubicBezTo>
                    <a:pt x="209" y="0"/>
                    <a:pt x="48" y="44"/>
                    <a:pt x="37" y="48"/>
                  </a:cubicBezTo>
                  <a:cubicBezTo>
                    <a:pt x="1" y="57"/>
                    <a:pt x="9" y="108"/>
                    <a:pt x="41" y="108"/>
                  </a:cubicBezTo>
                  <a:cubicBezTo>
                    <a:pt x="44" y="108"/>
                    <a:pt x="47" y="107"/>
                    <a:pt x="50" y="106"/>
                  </a:cubicBezTo>
                  <a:cubicBezTo>
                    <a:pt x="54" y="105"/>
                    <a:pt x="215" y="60"/>
                    <a:pt x="397" y="60"/>
                  </a:cubicBezTo>
                  <a:cubicBezTo>
                    <a:pt x="542" y="60"/>
                    <a:pt x="700" y="88"/>
                    <a:pt x="801" y="188"/>
                  </a:cubicBezTo>
                  <a:cubicBezTo>
                    <a:pt x="807" y="195"/>
                    <a:pt x="814" y="198"/>
                    <a:pt x="820" y="198"/>
                  </a:cubicBezTo>
                  <a:cubicBezTo>
                    <a:pt x="830" y="198"/>
                    <a:pt x="837" y="195"/>
                    <a:pt x="843" y="188"/>
                  </a:cubicBezTo>
                  <a:cubicBezTo>
                    <a:pt x="856" y="178"/>
                    <a:pt x="856" y="159"/>
                    <a:pt x="843" y="146"/>
                  </a:cubicBezTo>
                  <a:cubicBezTo>
                    <a:pt x="728" y="32"/>
                    <a:pt x="553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71"/>
            <p:cNvSpPr/>
            <p:nvPr/>
          </p:nvSpPr>
          <p:spPr>
            <a:xfrm>
              <a:off x="6037575" y="1850125"/>
              <a:ext cx="16900" cy="18475"/>
            </a:xfrm>
            <a:custGeom>
              <a:avLst/>
              <a:gdLst/>
              <a:ahLst/>
              <a:cxnLst/>
              <a:rect l="l" t="t" r="r" b="b"/>
              <a:pathLst>
                <a:path w="676" h="739" extrusionOk="0">
                  <a:moveTo>
                    <a:pt x="641" y="1"/>
                  </a:moveTo>
                  <a:cubicBezTo>
                    <a:pt x="636" y="1"/>
                    <a:pt x="631" y="2"/>
                    <a:pt x="627" y="4"/>
                  </a:cubicBezTo>
                  <a:cubicBezTo>
                    <a:pt x="601" y="23"/>
                    <a:pt x="0" y="431"/>
                    <a:pt x="0" y="709"/>
                  </a:cubicBezTo>
                  <a:cubicBezTo>
                    <a:pt x="0" y="725"/>
                    <a:pt x="13" y="738"/>
                    <a:pt x="30" y="738"/>
                  </a:cubicBezTo>
                  <a:cubicBezTo>
                    <a:pt x="46" y="738"/>
                    <a:pt x="59" y="722"/>
                    <a:pt x="59" y="706"/>
                  </a:cubicBezTo>
                  <a:cubicBezTo>
                    <a:pt x="59" y="503"/>
                    <a:pt x="493" y="167"/>
                    <a:pt x="660" y="53"/>
                  </a:cubicBezTo>
                  <a:cubicBezTo>
                    <a:pt x="673" y="43"/>
                    <a:pt x="676" y="27"/>
                    <a:pt x="666" y="14"/>
                  </a:cubicBezTo>
                  <a:cubicBezTo>
                    <a:pt x="660" y="5"/>
                    <a:pt x="650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71"/>
            <p:cNvSpPr/>
            <p:nvPr/>
          </p:nvSpPr>
          <p:spPr>
            <a:xfrm>
              <a:off x="6017500" y="1848175"/>
              <a:ext cx="11525" cy="19600"/>
            </a:xfrm>
            <a:custGeom>
              <a:avLst/>
              <a:gdLst/>
              <a:ahLst/>
              <a:cxnLst/>
              <a:rect l="l" t="t" r="r" b="b"/>
              <a:pathLst>
                <a:path w="461" h="784" extrusionOk="0">
                  <a:moveTo>
                    <a:pt x="33" y="0"/>
                  </a:moveTo>
                  <a:cubicBezTo>
                    <a:pt x="25" y="0"/>
                    <a:pt x="17" y="4"/>
                    <a:pt x="10" y="10"/>
                  </a:cubicBezTo>
                  <a:cubicBezTo>
                    <a:pt x="0" y="23"/>
                    <a:pt x="0" y="39"/>
                    <a:pt x="10" y="52"/>
                  </a:cubicBezTo>
                  <a:cubicBezTo>
                    <a:pt x="13" y="59"/>
                    <a:pt x="392" y="441"/>
                    <a:pt x="310" y="748"/>
                  </a:cubicBezTo>
                  <a:cubicBezTo>
                    <a:pt x="304" y="764"/>
                    <a:pt x="314" y="780"/>
                    <a:pt x="330" y="784"/>
                  </a:cubicBezTo>
                  <a:lnTo>
                    <a:pt x="340" y="784"/>
                  </a:lnTo>
                  <a:cubicBezTo>
                    <a:pt x="353" y="784"/>
                    <a:pt x="366" y="774"/>
                    <a:pt x="369" y="761"/>
                  </a:cubicBezTo>
                  <a:cubicBezTo>
                    <a:pt x="461" y="418"/>
                    <a:pt x="72" y="26"/>
                    <a:pt x="56" y="10"/>
                  </a:cubicBezTo>
                  <a:cubicBezTo>
                    <a:pt x="49" y="4"/>
                    <a:pt x="41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71"/>
            <p:cNvSpPr/>
            <p:nvPr/>
          </p:nvSpPr>
          <p:spPr>
            <a:xfrm>
              <a:off x="5853825" y="1798075"/>
              <a:ext cx="21050" cy="18550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43" y="1"/>
                  </a:moveTo>
                  <a:cubicBezTo>
                    <a:pt x="15" y="1"/>
                    <a:pt x="1" y="47"/>
                    <a:pt x="32" y="59"/>
                  </a:cubicBezTo>
                  <a:cubicBezTo>
                    <a:pt x="391" y="209"/>
                    <a:pt x="780" y="722"/>
                    <a:pt x="786" y="728"/>
                  </a:cubicBezTo>
                  <a:cubicBezTo>
                    <a:pt x="790" y="735"/>
                    <a:pt x="799" y="738"/>
                    <a:pt x="809" y="741"/>
                  </a:cubicBezTo>
                  <a:cubicBezTo>
                    <a:pt x="816" y="738"/>
                    <a:pt x="822" y="735"/>
                    <a:pt x="829" y="731"/>
                  </a:cubicBezTo>
                  <a:cubicBezTo>
                    <a:pt x="842" y="722"/>
                    <a:pt x="842" y="705"/>
                    <a:pt x="835" y="692"/>
                  </a:cubicBezTo>
                  <a:cubicBezTo>
                    <a:pt x="819" y="669"/>
                    <a:pt x="431" y="157"/>
                    <a:pt x="55" y="3"/>
                  </a:cubicBezTo>
                  <a:cubicBezTo>
                    <a:pt x="51" y="1"/>
                    <a:pt x="47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71"/>
            <p:cNvSpPr/>
            <p:nvPr/>
          </p:nvSpPr>
          <p:spPr>
            <a:xfrm>
              <a:off x="5946500" y="1709875"/>
              <a:ext cx="8350" cy="26525"/>
            </a:xfrm>
            <a:custGeom>
              <a:avLst/>
              <a:gdLst/>
              <a:ahLst/>
              <a:cxnLst/>
              <a:rect l="l" t="t" r="r" b="b"/>
              <a:pathLst>
                <a:path w="334" h="1061" extrusionOk="0">
                  <a:moveTo>
                    <a:pt x="298" y="1"/>
                  </a:moveTo>
                  <a:cubicBezTo>
                    <a:pt x="287" y="1"/>
                    <a:pt x="276" y="7"/>
                    <a:pt x="272" y="19"/>
                  </a:cubicBezTo>
                  <a:cubicBezTo>
                    <a:pt x="258" y="42"/>
                    <a:pt x="1" y="630"/>
                    <a:pt x="50" y="1031"/>
                  </a:cubicBezTo>
                  <a:cubicBezTo>
                    <a:pt x="53" y="1048"/>
                    <a:pt x="66" y="1061"/>
                    <a:pt x="79" y="1061"/>
                  </a:cubicBezTo>
                  <a:lnTo>
                    <a:pt x="85" y="1061"/>
                  </a:lnTo>
                  <a:cubicBezTo>
                    <a:pt x="102" y="1057"/>
                    <a:pt x="112" y="1041"/>
                    <a:pt x="112" y="1025"/>
                  </a:cubicBezTo>
                  <a:cubicBezTo>
                    <a:pt x="66" y="640"/>
                    <a:pt x="324" y="49"/>
                    <a:pt x="327" y="42"/>
                  </a:cubicBezTo>
                  <a:cubicBezTo>
                    <a:pt x="334" y="26"/>
                    <a:pt x="327" y="10"/>
                    <a:pt x="311" y="3"/>
                  </a:cubicBezTo>
                  <a:cubicBezTo>
                    <a:pt x="306" y="1"/>
                    <a:pt x="30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71"/>
            <p:cNvSpPr/>
            <p:nvPr/>
          </p:nvSpPr>
          <p:spPr>
            <a:xfrm>
              <a:off x="6125125" y="1922775"/>
              <a:ext cx="9375" cy="16000"/>
            </a:xfrm>
            <a:custGeom>
              <a:avLst/>
              <a:gdLst/>
              <a:ahLst/>
              <a:cxnLst/>
              <a:rect l="l" t="t" r="r" b="b"/>
              <a:pathLst>
                <a:path w="375" h="640" extrusionOk="0">
                  <a:moveTo>
                    <a:pt x="329" y="0"/>
                  </a:moveTo>
                  <a:cubicBezTo>
                    <a:pt x="320" y="0"/>
                    <a:pt x="311" y="5"/>
                    <a:pt x="304" y="16"/>
                  </a:cubicBezTo>
                  <a:cubicBezTo>
                    <a:pt x="294" y="32"/>
                    <a:pt x="27" y="388"/>
                    <a:pt x="4" y="607"/>
                  </a:cubicBezTo>
                  <a:cubicBezTo>
                    <a:pt x="1" y="623"/>
                    <a:pt x="14" y="636"/>
                    <a:pt x="30" y="639"/>
                  </a:cubicBezTo>
                  <a:lnTo>
                    <a:pt x="33" y="639"/>
                  </a:lnTo>
                  <a:cubicBezTo>
                    <a:pt x="50" y="639"/>
                    <a:pt x="63" y="626"/>
                    <a:pt x="66" y="613"/>
                  </a:cubicBezTo>
                  <a:cubicBezTo>
                    <a:pt x="85" y="414"/>
                    <a:pt x="350" y="58"/>
                    <a:pt x="353" y="55"/>
                  </a:cubicBezTo>
                  <a:cubicBezTo>
                    <a:pt x="374" y="29"/>
                    <a:pt x="352" y="0"/>
                    <a:pt x="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71"/>
            <p:cNvSpPr/>
            <p:nvPr/>
          </p:nvSpPr>
          <p:spPr>
            <a:xfrm>
              <a:off x="6041150" y="1857375"/>
              <a:ext cx="18550" cy="12525"/>
            </a:xfrm>
            <a:custGeom>
              <a:avLst/>
              <a:gdLst/>
              <a:ahLst/>
              <a:cxnLst/>
              <a:rect l="l" t="t" r="r" b="b"/>
              <a:pathLst>
                <a:path w="742" h="501" extrusionOk="0">
                  <a:moveTo>
                    <a:pt x="707" y="0"/>
                  </a:moveTo>
                  <a:cubicBezTo>
                    <a:pt x="702" y="0"/>
                    <a:pt x="697" y="2"/>
                    <a:pt x="693" y="4"/>
                  </a:cubicBezTo>
                  <a:cubicBezTo>
                    <a:pt x="673" y="11"/>
                    <a:pt x="190" y="207"/>
                    <a:pt x="14" y="452"/>
                  </a:cubicBezTo>
                  <a:cubicBezTo>
                    <a:pt x="1" y="465"/>
                    <a:pt x="4" y="484"/>
                    <a:pt x="20" y="494"/>
                  </a:cubicBezTo>
                  <a:cubicBezTo>
                    <a:pt x="24" y="497"/>
                    <a:pt x="30" y="501"/>
                    <a:pt x="37" y="501"/>
                  </a:cubicBezTo>
                  <a:cubicBezTo>
                    <a:pt x="47" y="501"/>
                    <a:pt x="56" y="497"/>
                    <a:pt x="66" y="491"/>
                  </a:cubicBezTo>
                  <a:cubicBezTo>
                    <a:pt x="233" y="259"/>
                    <a:pt x="712" y="60"/>
                    <a:pt x="719" y="60"/>
                  </a:cubicBezTo>
                  <a:cubicBezTo>
                    <a:pt x="732" y="53"/>
                    <a:pt x="742" y="37"/>
                    <a:pt x="735" y="21"/>
                  </a:cubicBezTo>
                  <a:cubicBezTo>
                    <a:pt x="731" y="9"/>
                    <a:pt x="719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71"/>
            <p:cNvSpPr/>
            <p:nvPr/>
          </p:nvSpPr>
          <p:spPr>
            <a:xfrm>
              <a:off x="6285400" y="1771950"/>
              <a:ext cx="24000" cy="6300"/>
            </a:xfrm>
            <a:custGeom>
              <a:avLst/>
              <a:gdLst/>
              <a:ahLst/>
              <a:cxnLst/>
              <a:rect l="l" t="t" r="r" b="b"/>
              <a:pathLst>
                <a:path w="960" h="252" extrusionOk="0">
                  <a:moveTo>
                    <a:pt x="873" y="0"/>
                  </a:moveTo>
                  <a:cubicBezTo>
                    <a:pt x="693" y="0"/>
                    <a:pt x="149" y="14"/>
                    <a:pt x="10" y="203"/>
                  </a:cubicBezTo>
                  <a:cubicBezTo>
                    <a:pt x="0" y="216"/>
                    <a:pt x="3" y="236"/>
                    <a:pt x="16" y="245"/>
                  </a:cubicBezTo>
                  <a:cubicBezTo>
                    <a:pt x="23" y="249"/>
                    <a:pt x="30" y="249"/>
                    <a:pt x="36" y="252"/>
                  </a:cubicBezTo>
                  <a:cubicBezTo>
                    <a:pt x="46" y="252"/>
                    <a:pt x="52" y="245"/>
                    <a:pt x="59" y="239"/>
                  </a:cubicBezTo>
                  <a:cubicBezTo>
                    <a:pt x="172" y="86"/>
                    <a:pt x="659" y="59"/>
                    <a:pt x="886" y="59"/>
                  </a:cubicBezTo>
                  <a:cubicBezTo>
                    <a:pt x="901" y="59"/>
                    <a:pt x="915" y="59"/>
                    <a:pt x="927" y="59"/>
                  </a:cubicBezTo>
                  <a:cubicBezTo>
                    <a:pt x="929" y="60"/>
                    <a:pt x="931" y="60"/>
                    <a:pt x="932" y="60"/>
                  </a:cubicBezTo>
                  <a:cubicBezTo>
                    <a:pt x="947" y="60"/>
                    <a:pt x="960" y="48"/>
                    <a:pt x="960" y="30"/>
                  </a:cubicBezTo>
                  <a:cubicBezTo>
                    <a:pt x="960" y="14"/>
                    <a:pt x="947" y="1"/>
                    <a:pt x="930" y="1"/>
                  </a:cubicBezTo>
                  <a:cubicBezTo>
                    <a:pt x="926" y="1"/>
                    <a:pt x="905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71"/>
            <p:cNvSpPr/>
            <p:nvPr/>
          </p:nvSpPr>
          <p:spPr>
            <a:xfrm>
              <a:off x="6275850" y="1749750"/>
              <a:ext cx="8175" cy="20600"/>
            </a:xfrm>
            <a:custGeom>
              <a:avLst/>
              <a:gdLst/>
              <a:ahLst/>
              <a:cxnLst/>
              <a:rect l="l" t="t" r="r" b="b"/>
              <a:pathLst>
                <a:path w="327" h="824" extrusionOk="0">
                  <a:moveTo>
                    <a:pt x="209" y="0"/>
                  </a:moveTo>
                  <a:cubicBezTo>
                    <a:pt x="207" y="0"/>
                    <a:pt x="205" y="0"/>
                    <a:pt x="203" y="1"/>
                  </a:cubicBezTo>
                  <a:cubicBezTo>
                    <a:pt x="186" y="4"/>
                    <a:pt x="177" y="17"/>
                    <a:pt x="180" y="37"/>
                  </a:cubicBezTo>
                  <a:cubicBezTo>
                    <a:pt x="180" y="40"/>
                    <a:pt x="261" y="569"/>
                    <a:pt x="17" y="771"/>
                  </a:cubicBezTo>
                  <a:cubicBezTo>
                    <a:pt x="4" y="781"/>
                    <a:pt x="0" y="797"/>
                    <a:pt x="10" y="810"/>
                  </a:cubicBezTo>
                  <a:cubicBezTo>
                    <a:pt x="17" y="817"/>
                    <a:pt x="26" y="820"/>
                    <a:pt x="36" y="823"/>
                  </a:cubicBezTo>
                  <a:cubicBezTo>
                    <a:pt x="43" y="823"/>
                    <a:pt x="49" y="820"/>
                    <a:pt x="56" y="817"/>
                  </a:cubicBezTo>
                  <a:cubicBezTo>
                    <a:pt x="327" y="598"/>
                    <a:pt x="242" y="50"/>
                    <a:pt x="239" y="27"/>
                  </a:cubicBezTo>
                  <a:cubicBezTo>
                    <a:pt x="236" y="10"/>
                    <a:pt x="223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71"/>
            <p:cNvSpPr/>
            <p:nvPr/>
          </p:nvSpPr>
          <p:spPr>
            <a:xfrm>
              <a:off x="6292625" y="1777050"/>
              <a:ext cx="22075" cy="3250"/>
            </a:xfrm>
            <a:custGeom>
              <a:avLst/>
              <a:gdLst/>
              <a:ahLst/>
              <a:cxnLst/>
              <a:rect l="l" t="t" r="r" b="b"/>
              <a:pathLst>
                <a:path w="883" h="130" extrusionOk="0">
                  <a:moveTo>
                    <a:pt x="300" y="1"/>
                  </a:moveTo>
                  <a:cubicBezTo>
                    <a:pt x="204" y="1"/>
                    <a:pt x="109" y="10"/>
                    <a:pt x="31" y="35"/>
                  </a:cubicBezTo>
                  <a:cubicBezTo>
                    <a:pt x="0" y="50"/>
                    <a:pt x="13" y="94"/>
                    <a:pt x="44" y="94"/>
                  </a:cubicBezTo>
                  <a:cubicBezTo>
                    <a:pt x="46" y="94"/>
                    <a:pt x="48" y="94"/>
                    <a:pt x="51" y="94"/>
                  </a:cubicBezTo>
                  <a:cubicBezTo>
                    <a:pt x="122" y="71"/>
                    <a:pt x="209" y="62"/>
                    <a:pt x="299" y="62"/>
                  </a:cubicBezTo>
                  <a:cubicBezTo>
                    <a:pt x="552" y="62"/>
                    <a:pt x="829" y="130"/>
                    <a:pt x="834" y="130"/>
                  </a:cubicBezTo>
                  <a:lnTo>
                    <a:pt x="841" y="130"/>
                  </a:lnTo>
                  <a:cubicBezTo>
                    <a:pt x="876" y="130"/>
                    <a:pt x="883" y="77"/>
                    <a:pt x="847" y="71"/>
                  </a:cubicBezTo>
                  <a:cubicBezTo>
                    <a:pt x="830" y="66"/>
                    <a:pt x="558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71"/>
            <p:cNvSpPr/>
            <p:nvPr/>
          </p:nvSpPr>
          <p:spPr>
            <a:xfrm>
              <a:off x="5881875" y="1911075"/>
              <a:ext cx="5400" cy="24275"/>
            </a:xfrm>
            <a:custGeom>
              <a:avLst/>
              <a:gdLst/>
              <a:ahLst/>
              <a:cxnLst/>
              <a:rect l="l" t="t" r="r" b="b"/>
              <a:pathLst>
                <a:path w="216" h="971" extrusionOk="0">
                  <a:moveTo>
                    <a:pt x="184" y="0"/>
                  </a:moveTo>
                  <a:cubicBezTo>
                    <a:pt x="170" y="0"/>
                    <a:pt x="157" y="9"/>
                    <a:pt x="154" y="24"/>
                  </a:cubicBezTo>
                  <a:cubicBezTo>
                    <a:pt x="147" y="53"/>
                    <a:pt x="1" y="742"/>
                    <a:pt x="115" y="954"/>
                  </a:cubicBezTo>
                  <a:cubicBezTo>
                    <a:pt x="118" y="964"/>
                    <a:pt x="128" y="970"/>
                    <a:pt x="141" y="970"/>
                  </a:cubicBezTo>
                  <a:cubicBezTo>
                    <a:pt x="144" y="970"/>
                    <a:pt x="151" y="970"/>
                    <a:pt x="157" y="967"/>
                  </a:cubicBezTo>
                  <a:cubicBezTo>
                    <a:pt x="170" y="960"/>
                    <a:pt x="177" y="941"/>
                    <a:pt x="170" y="928"/>
                  </a:cubicBezTo>
                  <a:cubicBezTo>
                    <a:pt x="82" y="765"/>
                    <a:pt x="173" y="229"/>
                    <a:pt x="213" y="37"/>
                  </a:cubicBezTo>
                  <a:cubicBezTo>
                    <a:pt x="216" y="20"/>
                    <a:pt x="206" y="4"/>
                    <a:pt x="190" y="1"/>
                  </a:cubicBezTo>
                  <a:cubicBezTo>
                    <a:pt x="188" y="0"/>
                    <a:pt x="186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71"/>
            <p:cNvSpPr/>
            <p:nvPr/>
          </p:nvSpPr>
          <p:spPr>
            <a:xfrm>
              <a:off x="5866450" y="1912150"/>
              <a:ext cx="8275" cy="19525"/>
            </a:xfrm>
            <a:custGeom>
              <a:avLst/>
              <a:gdLst/>
              <a:ahLst/>
              <a:cxnLst/>
              <a:rect l="l" t="t" r="r" b="b"/>
              <a:pathLst>
                <a:path w="331" h="781" extrusionOk="0">
                  <a:moveTo>
                    <a:pt x="34" y="0"/>
                  </a:moveTo>
                  <a:cubicBezTo>
                    <a:pt x="29" y="0"/>
                    <a:pt x="25" y="1"/>
                    <a:pt x="20" y="4"/>
                  </a:cubicBezTo>
                  <a:cubicBezTo>
                    <a:pt x="4" y="13"/>
                    <a:pt x="1" y="30"/>
                    <a:pt x="10" y="46"/>
                  </a:cubicBezTo>
                  <a:cubicBezTo>
                    <a:pt x="14" y="49"/>
                    <a:pt x="268" y="431"/>
                    <a:pt x="213" y="744"/>
                  </a:cubicBezTo>
                  <a:cubicBezTo>
                    <a:pt x="210" y="761"/>
                    <a:pt x="219" y="777"/>
                    <a:pt x="236" y="780"/>
                  </a:cubicBezTo>
                  <a:lnTo>
                    <a:pt x="242" y="780"/>
                  </a:lnTo>
                  <a:cubicBezTo>
                    <a:pt x="255" y="777"/>
                    <a:pt x="268" y="771"/>
                    <a:pt x="272" y="758"/>
                  </a:cubicBezTo>
                  <a:cubicBezTo>
                    <a:pt x="330" y="421"/>
                    <a:pt x="69" y="30"/>
                    <a:pt x="59" y="13"/>
                  </a:cubicBezTo>
                  <a:cubicBezTo>
                    <a:pt x="53" y="5"/>
                    <a:pt x="43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71"/>
            <p:cNvSpPr/>
            <p:nvPr/>
          </p:nvSpPr>
          <p:spPr>
            <a:xfrm>
              <a:off x="5901875" y="1922300"/>
              <a:ext cx="13000" cy="12475"/>
            </a:xfrm>
            <a:custGeom>
              <a:avLst/>
              <a:gdLst/>
              <a:ahLst/>
              <a:cxnLst/>
              <a:rect l="l" t="t" r="r" b="b"/>
              <a:pathLst>
                <a:path w="520" h="499" extrusionOk="0">
                  <a:moveTo>
                    <a:pt x="485" y="1"/>
                  </a:moveTo>
                  <a:cubicBezTo>
                    <a:pt x="480" y="1"/>
                    <a:pt x="475" y="2"/>
                    <a:pt x="470" y="6"/>
                  </a:cubicBezTo>
                  <a:cubicBezTo>
                    <a:pt x="457" y="12"/>
                    <a:pt x="131" y="211"/>
                    <a:pt x="7" y="456"/>
                  </a:cubicBezTo>
                  <a:cubicBezTo>
                    <a:pt x="0" y="469"/>
                    <a:pt x="7" y="489"/>
                    <a:pt x="23" y="495"/>
                  </a:cubicBezTo>
                  <a:cubicBezTo>
                    <a:pt x="26" y="498"/>
                    <a:pt x="30" y="498"/>
                    <a:pt x="36" y="498"/>
                  </a:cubicBezTo>
                  <a:cubicBezTo>
                    <a:pt x="46" y="498"/>
                    <a:pt x="56" y="492"/>
                    <a:pt x="62" y="482"/>
                  </a:cubicBezTo>
                  <a:cubicBezTo>
                    <a:pt x="173" y="254"/>
                    <a:pt x="496" y="54"/>
                    <a:pt x="500" y="54"/>
                  </a:cubicBezTo>
                  <a:cubicBezTo>
                    <a:pt x="513" y="48"/>
                    <a:pt x="519" y="28"/>
                    <a:pt x="509" y="15"/>
                  </a:cubicBezTo>
                  <a:cubicBezTo>
                    <a:pt x="505" y="7"/>
                    <a:pt x="495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71"/>
            <p:cNvSpPr/>
            <p:nvPr/>
          </p:nvSpPr>
          <p:spPr>
            <a:xfrm>
              <a:off x="5760375" y="1949575"/>
              <a:ext cx="18625" cy="12525"/>
            </a:xfrm>
            <a:custGeom>
              <a:avLst/>
              <a:gdLst/>
              <a:ahLst/>
              <a:cxnLst/>
              <a:rect l="l" t="t" r="r" b="b"/>
              <a:pathLst>
                <a:path w="745" h="501" extrusionOk="0">
                  <a:moveTo>
                    <a:pt x="709" y="1"/>
                  </a:moveTo>
                  <a:cubicBezTo>
                    <a:pt x="705" y="1"/>
                    <a:pt x="700" y="2"/>
                    <a:pt x="696" y="5"/>
                  </a:cubicBezTo>
                  <a:cubicBezTo>
                    <a:pt x="676" y="11"/>
                    <a:pt x="193" y="207"/>
                    <a:pt x="17" y="452"/>
                  </a:cubicBezTo>
                  <a:cubicBezTo>
                    <a:pt x="0" y="471"/>
                    <a:pt x="17" y="501"/>
                    <a:pt x="40" y="501"/>
                  </a:cubicBezTo>
                  <a:cubicBezTo>
                    <a:pt x="53" y="501"/>
                    <a:pt x="62" y="498"/>
                    <a:pt x="69" y="491"/>
                  </a:cubicBezTo>
                  <a:cubicBezTo>
                    <a:pt x="235" y="259"/>
                    <a:pt x="715" y="63"/>
                    <a:pt x="722" y="60"/>
                  </a:cubicBezTo>
                  <a:cubicBezTo>
                    <a:pt x="738" y="54"/>
                    <a:pt x="745" y="37"/>
                    <a:pt x="738" y="21"/>
                  </a:cubicBezTo>
                  <a:cubicBezTo>
                    <a:pt x="733" y="9"/>
                    <a:pt x="722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71"/>
            <p:cNvSpPr/>
            <p:nvPr/>
          </p:nvSpPr>
          <p:spPr>
            <a:xfrm>
              <a:off x="5888325" y="1754475"/>
              <a:ext cx="17300" cy="18475"/>
            </a:xfrm>
            <a:custGeom>
              <a:avLst/>
              <a:gdLst/>
              <a:ahLst/>
              <a:cxnLst/>
              <a:rect l="l" t="t" r="r" b="b"/>
              <a:pathLst>
                <a:path w="692" h="739" extrusionOk="0">
                  <a:moveTo>
                    <a:pt x="646" y="1"/>
                  </a:moveTo>
                  <a:cubicBezTo>
                    <a:pt x="640" y="1"/>
                    <a:pt x="633" y="3"/>
                    <a:pt x="627" y="8"/>
                  </a:cubicBezTo>
                  <a:cubicBezTo>
                    <a:pt x="601" y="24"/>
                    <a:pt x="0" y="435"/>
                    <a:pt x="0" y="709"/>
                  </a:cubicBezTo>
                  <a:cubicBezTo>
                    <a:pt x="0" y="726"/>
                    <a:pt x="13" y="739"/>
                    <a:pt x="33" y="739"/>
                  </a:cubicBezTo>
                  <a:cubicBezTo>
                    <a:pt x="49" y="739"/>
                    <a:pt x="62" y="726"/>
                    <a:pt x="62" y="709"/>
                  </a:cubicBezTo>
                  <a:cubicBezTo>
                    <a:pt x="62" y="507"/>
                    <a:pt x="493" y="171"/>
                    <a:pt x="660" y="57"/>
                  </a:cubicBezTo>
                  <a:cubicBezTo>
                    <a:pt x="691" y="38"/>
                    <a:pt x="672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71"/>
            <p:cNvSpPr/>
            <p:nvPr/>
          </p:nvSpPr>
          <p:spPr>
            <a:xfrm>
              <a:off x="5861650" y="1741100"/>
              <a:ext cx="11775" cy="19625"/>
            </a:xfrm>
            <a:custGeom>
              <a:avLst/>
              <a:gdLst/>
              <a:ahLst/>
              <a:cxnLst/>
              <a:rect l="l" t="t" r="r" b="b"/>
              <a:pathLst>
                <a:path w="471" h="785" extrusionOk="0">
                  <a:moveTo>
                    <a:pt x="45" y="1"/>
                  </a:moveTo>
                  <a:cubicBezTo>
                    <a:pt x="22" y="1"/>
                    <a:pt x="0" y="31"/>
                    <a:pt x="23" y="53"/>
                  </a:cubicBezTo>
                  <a:cubicBezTo>
                    <a:pt x="26" y="60"/>
                    <a:pt x="402" y="442"/>
                    <a:pt x="320" y="748"/>
                  </a:cubicBezTo>
                  <a:cubicBezTo>
                    <a:pt x="317" y="765"/>
                    <a:pt x="326" y="781"/>
                    <a:pt x="343" y="784"/>
                  </a:cubicBezTo>
                  <a:lnTo>
                    <a:pt x="349" y="784"/>
                  </a:lnTo>
                  <a:cubicBezTo>
                    <a:pt x="366" y="784"/>
                    <a:pt x="379" y="774"/>
                    <a:pt x="382" y="761"/>
                  </a:cubicBezTo>
                  <a:cubicBezTo>
                    <a:pt x="470" y="419"/>
                    <a:pt x="82" y="27"/>
                    <a:pt x="65" y="11"/>
                  </a:cubicBezTo>
                  <a:cubicBezTo>
                    <a:pt x="59" y="4"/>
                    <a:pt x="52" y="1"/>
                    <a:pt x="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0" name="Google Shape;4310;p71"/>
          <p:cNvGrpSpPr/>
          <p:nvPr/>
        </p:nvGrpSpPr>
        <p:grpSpPr>
          <a:xfrm>
            <a:off x="590030" y="4074447"/>
            <a:ext cx="651869" cy="428931"/>
            <a:chOff x="887925" y="4108200"/>
            <a:chExt cx="570964" cy="375728"/>
          </a:xfrm>
        </p:grpSpPr>
        <p:sp>
          <p:nvSpPr>
            <p:cNvPr id="4311" name="Google Shape;4311;p71"/>
            <p:cNvSpPr/>
            <p:nvPr/>
          </p:nvSpPr>
          <p:spPr>
            <a:xfrm>
              <a:off x="887925" y="4269135"/>
              <a:ext cx="567726" cy="214793"/>
            </a:xfrm>
            <a:custGeom>
              <a:avLst/>
              <a:gdLst/>
              <a:ahLst/>
              <a:cxnLst/>
              <a:rect l="l" t="t" r="r" b="b"/>
              <a:pathLst>
                <a:path w="17183" h="6501" extrusionOk="0">
                  <a:moveTo>
                    <a:pt x="16178" y="0"/>
                  </a:moveTo>
                  <a:cubicBezTo>
                    <a:pt x="14346" y="0"/>
                    <a:pt x="1063" y="425"/>
                    <a:pt x="951" y="480"/>
                  </a:cubicBezTo>
                  <a:lnTo>
                    <a:pt x="27" y="1215"/>
                  </a:lnTo>
                  <a:cubicBezTo>
                    <a:pt x="1" y="1430"/>
                    <a:pt x="79" y="1512"/>
                    <a:pt x="180" y="1583"/>
                  </a:cubicBezTo>
                  <a:lnTo>
                    <a:pt x="3575" y="6339"/>
                  </a:lnTo>
                  <a:cubicBezTo>
                    <a:pt x="3656" y="6399"/>
                    <a:pt x="5645" y="6501"/>
                    <a:pt x="6396" y="6501"/>
                  </a:cubicBezTo>
                  <a:cubicBezTo>
                    <a:pt x="6552" y="6501"/>
                    <a:pt x="6655" y="6496"/>
                    <a:pt x="6676" y="6486"/>
                  </a:cubicBezTo>
                  <a:lnTo>
                    <a:pt x="16905" y="408"/>
                  </a:lnTo>
                  <a:cubicBezTo>
                    <a:pt x="17098" y="301"/>
                    <a:pt x="17170" y="297"/>
                    <a:pt x="17183" y="56"/>
                  </a:cubicBezTo>
                  <a:lnTo>
                    <a:pt x="16386" y="7"/>
                  </a:lnTo>
                  <a:cubicBezTo>
                    <a:pt x="16380" y="2"/>
                    <a:pt x="16307" y="0"/>
                    <a:pt x="16178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71"/>
            <p:cNvSpPr/>
            <p:nvPr/>
          </p:nvSpPr>
          <p:spPr>
            <a:xfrm>
              <a:off x="916405" y="4250204"/>
              <a:ext cx="541393" cy="185883"/>
            </a:xfrm>
            <a:custGeom>
              <a:avLst/>
              <a:gdLst/>
              <a:ahLst/>
              <a:cxnLst/>
              <a:rect l="l" t="t" r="r" b="b"/>
              <a:pathLst>
                <a:path w="16386" h="5626" extrusionOk="0">
                  <a:moveTo>
                    <a:pt x="16279" y="1"/>
                  </a:moveTo>
                  <a:cubicBezTo>
                    <a:pt x="14874" y="1"/>
                    <a:pt x="175" y="667"/>
                    <a:pt x="59" y="720"/>
                  </a:cubicBezTo>
                  <a:lnTo>
                    <a:pt x="30" y="1210"/>
                  </a:lnTo>
                  <a:cubicBezTo>
                    <a:pt x="0" y="1425"/>
                    <a:pt x="79" y="1510"/>
                    <a:pt x="180" y="1582"/>
                  </a:cubicBezTo>
                  <a:lnTo>
                    <a:pt x="5712" y="5564"/>
                  </a:lnTo>
                  <a:cubicBezTo>
                    <a:pt x="5781" y="5605"/>
                    <a:pt x="5860" y="5626"/>
                    <a:pt x="5938" y="5626"/>
                  </a:cubicBezTo>
                  <a:cubicBezTo>
                    <a:pt x="5997" y="5626"/>
                    <a:pt x="6056" y="5614"/>
                    <a:pt x="6111" y="5590"/>
                  </a:cubicBezTo>
                  <a:lnTo>
                    <a:pt x="16066" y="841"/>
                  </a:lnTo>
                  <a:cubicBezTo>
                    <a:pt x="16259" y="733"/>
                    <a:pt x="16330" y="730"/>
                    <a:pt x="16347" y="485"/>
                  </a:cubicBezTo>
                  <a:lnTo>
                    <a:pt x="16386" y="5"/>
                  </a:lnTo>
                  <a:cubicBezTo>
                    <a:pt x="16381" y="2"/>
                    <a:pt x="16345" y="1"/>
                    <a:pt x="162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71"/>
            <p:cNvSpPr/>
            <p:nvPr/>
          </p:nvSpPr>
          <p:spPr>
            <a:xfrm>
              <a:off x="916405" y="4248089"/>
              <a:ext cx="541393" cy="188658"/>
            </a:xfrm>
            <a:custGeom>
              <a:avLst/>
              <a:gdLst/>
              <a:ahLst/>
              <a:cxnLst/>
              <a:rect l="l" t="t" r="r" b="b"/>
              <a:pathLst>
                <a:path w="16386" h="5710" extrusionOk="0">
                  <a:moveTo>
                    <a:pt x="16066" y="905"/>
                  </a:moveTo>
                  <a:lnTo>
                    <a:pt x="6111" y="5654"/>
                  </a:lnTo>
                  <a:cubicBezTo>
                    <a:pt x="5983" y="5710"/>
                    <a:pt x="5833" y="5700"/>
                    <a:pt x="5712" y="5628"/>
                  </a:cubicBezTo>
                  <a:lnTo>
                    <a:pt x="180" y="1646"/>
                  </a:lnTo>
                  <a:cubicBezTo>
                    <a:pt x="79" y="1574"/>
                    <a:pt x="0" y="1489"/>
                    <a:pt x="30" y="1274"/>
                  </a:cubicBezTo>
                  <a:lnTo>
                    <a:pt x="59" y="784"/>
                  </a:lnTo>
                  <a:cubicBezTo>
                    <a:pt x="180" y="729"/>
                    <a:pt x="16288" y="1"/>
                    <a:pt x="16386" y="69"/>
                  </a:cubicBezTo>
                  <a:lnTo>
                    <a:pt x="16347" y="549"/>
                  </a:lnTo>
                  <a:cubicBezTo>
                    <a:pt x="16330" y="794"/>
                    <a:pt x="16259" y="797"/>
                    <a:pt x="16066" y="905"/>
                  </a:cubicBezTo>
                  <a:close/>
                </a:path>
              </a:pathLst>
            </a:custGeom>
            <a:solidFill>
              <a:srgbClr val="A47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71"/>
            <p:cNvSpPr/>
            <p:nvPr/>
          </p:nvSpPr>
          <p:spPr>
            <a:xfrm>
              <a:off x="915315" y="4249345"/>
              <a:ext cx="543574" cy="187733"/>
            </a:xfrm>
            <a:custGeom>
              <a:avLst/>
              <a:gdLst/>
              <a:ahLst/>
              <a:cxnLst/>
              <a:rect l="l" t="t" r="r" b="b"/>
              <a:pathLst>
                <a:path w="16452" h="5682" extrusionOk="0">
                  <a:moveTo>
                    <a:pt x="16300" y="59"/>
                  </a:moveTo>
                  <a:cubicBezTo>
                    <a:pt x="16339" y="59"/>
                    <a:pt x="16367" y="60"/>
                    <a:pt x="16386" y="61"/>
                  </a:cubicBezTo>
                  <a:lnTo>
                    <a:pt x="16347" y="511"/>
                  </a:lnTo>
                  <a:cubicBezTo>
                    <a:pt x="16337" y="704"/>
                    <a:pt x="16292" y="727"/>
                    <a:pt x="16151" y="805"/>
                  </a:cubicBezTo>
                  <a:cubicBezTo>
                    <a:pt x="16132" y="815"/>
                    <a:pt x="16109" y="828"/>
                    <a:pt x="16086" y="841"/>
                  </a:cubicBezTo>
                  <a:lnTo>
                    <a:pt x="6131" y="5587"/>
                  </a:lnTo>
                  <a:cubicBezTo>
                    <a:pt x="6083" y="5609"/>
                    <a:pt x="6025" y="5620"/>
                    <a:pt x="5967" y="5620"/>
                  </a:cubicBezTo>
                  <a:cubicBezTo>
                    <a:pt x="5890" y="5620"/>
                    <a:pt x="5814" y="5601"/>
                    <a:pt x="5762" y="5564"/>
                  </a:cubicBezTo>
                  <a:lnTo>
                    <a:pt x="229" y="1582"/>
                  </a:lnTo>
                  <a:cubicBezTo>
                    <a:pt x="138" y="1517"/>
                    <a:pt x="66" y="1448"/>
                    <a:pt x="89" y="1239"/>
                  </a:cubicBezTo>
                  <a:lnTo>
                    <a:pt x="118" y="772"/>
                  </a:lnTo>
                  <a:cubicBezTo>
                    <a:pt x="428" y="740"/>
                    <a:pt x="3921" y="567"/>
                    <a:pt x="8242" y="374"/>
                  </a:cubicBezTo>
                  <a:cubicBezTo>
                    <a:pt x="12577" y="181"/>
                    <a:pt x="15683" y="59"/>
                    <a:pt x="16300" y="59"/>
                  </a:cubicBezTo>
                  <a:close/>
                  <a:moveTo>
                    <a:pt x="16261" y="1"/>
                  </a:moveTo>
                  <a:cubicBezTo>
                    <a:pt x="15338" y="1"/>
                    <a:pt x="10972" y="189"/>
                    <a:pt x="8262" y="312"/>
                  </a:cubicBezTo>
                  <a:cubicBezTo>
                    <a:pt x="5465" y="433"/>
                    <a:pt x="161" y="678"/>
                    <a:pt x="79" y="720"/>
                  </a:cubicBezTo>
                  <a:cubicBezTo>
                    <a:pt x="69" y="723"/>
                    <a:pt x="63" y="733"/>
                    <a:pt x="60" y="743"/>
                  </a:cubicBezTo>
                  <a:lnTo>
                    <a:pt x="30" y="1233"/>
                  </a:lnTo>
                  <a:cubicBezTo>
                    <a:pt x="1" y="1471"/>
                    <a:pt x="92" y="1562"/>
                    <a:pt x="193" y="1631"/>
                  </a:cubicBezTo>
                  <a:lnTo>
                    <a:pt x="5726" y="5616"/>
                  </a:lnTo>
                  <a:cubicBezTo>
                    <a:pt x="5793" y="5659"/>
                    <a:pt x="5869" y="5682"/>
                    <a:pt x="5948" y="5682"/>
                  </a:cubicBezTo>
                  <a:cubicBezTo>
                    <a:pt x="5954" y="5682"/>
                    <a:pt x="5959" y="5682"/>
                    <a:pt x="5964" y="5681"/>
                  </a:cubicBezTo>
                  <a:cubicBezTo>
                    <a:pt x="5970" y="5682"/>
                    <a:pt x="5976" y="5682"/>
                    <a:pt x="5982" y="5682"/>
                  </a:cubicBezTo>
                  <a:cubicBezTo>
                    <a:pt x="6044" y="5682"/>
                    <a:pt x="6103" y="5666"/>
                    <a:pt x="6157" y="5642"/>
                  </a:cubicBezTo>
                  <a:lnTo>
                    <a:pt x="16115" y="893"/>
                  </a:lnTo>
                  <a:lnTo>
                    <a:pt x="16181" y="857"/>
                  </a:lnTo>
                  <a:cubicBezTo>
                    <a:pt x="16327" y="782"/>
                    <a:pt x="16396" y="743"/>
                    <a:pt x="16409" y="514"/>
                  </a:cubicBezTo>
                  <a:lnTo>
                    <a:pt x="16448" y="35"/>
                  </a:lnTo>
                  <a:cubicBezTo>
                    <a:pt x="16452" y="25"/>
                    <a:pt x="16445" y="15"/>
                    <a:pt x="16435" y="9"/>
                  </a:cubicBezTo>
                  <a:cubicBezTo>
                    <a:pt x="16428" y="3"/>
                    <a:pt x="16367" y="1"/>
                    <a:pt x="16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71"/>
            <p:cNvSpPr/>
            <p:nvPr/>
          </p:nvSpPr>
          <p:spPr>
            <a:xfrm>
              <a:off x="916934" y="4109257"/>
              <a:ext cx="541955" cy="307041"/>
            </a:xfrm>
            <a:custGeom>
              <a:avLst/>
              <a:gdLst/>
              <a:ahLst/>
              <a:cxnLst/>
              <a:rect l="l" t="t" r="r" b="b"/>
              <a:pathLst>
                <a:path w="16403" h="9293" extrusionOk="0">
                  <a:moveTo>
                    <a:pt x="10388" y="1"/>
                  </a:moveTo>
                  <a:cubicBezTo>
                    <a:pt x="10327" y="1"/>
                    <a:pt x="10265" y="13"/>
                    <a:pt x="10214" y="38"/>
                  </a:cubicBezTo>
                  <a:lnTo>
                    <a:pt x="138" y="4901"/>
                  </a:lnTo>
                  <a:cubicBezTo>
                    <a:pt x="20" y="4960"/>
                    <a:pt x="1" y="5065"/>
                    <a:pt x="102" y="5136"/>
                  </a:cubicBezTo>
                  <a:lnTo>
                    <a:pt x="5794" y="9229"/>
                  </a:lnTo>
                  <a:cubicBezTo>
                    <a:pt x="5851" y="9271"/>
                    <a:pt x="5934" y="9293"/>
                    <a:pt x="6017" y="9293"/>
                  </a:cubicBezTo>
                  <a:cubicBezTo>
                    <a:pt x="6078" y="9293"/>
                    <a:pt x="6139" y="9281"/>
                    <a:pt x="6189" y="9256"/>
                  </a:cubicBezTo>
                  <a:lnTo>
                    <a:pt x="16269" y="4392"/>
                  </a:lnTo>
                  <a:cubicBezTo>
                    <a:pt x="16386" y="4333"/>
                    <a:pt x="16403" y="4229"/>
                    <a:pt x="16305" y="4157"/>
                  </a:cubicBezTo>
                  <a:lnTo>
                    <a:pt x="10612" y="64"/>
                  </a:lnTo>
                  <a:cubicBezTo>
                    <a:pt x="10554" y="23"/>
                    <a:pt x="10471" y="1"/>
                    <a:pt x="1038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71"/>
            <p:cNvSpPr/>
            <p:nvPr/>
          </p:nvSpPr>
          <p:spPr>
            <a:xfrm>
              <a:off x="917165" y="4108200"/>
              <a:ext cx="541724" cy="309155"/>
            </a:xfrm>
            <a:custGeom>
              <a:avLst/>
              <a:gdLst/>
              <a:ahLst/>
              <a:cxnLst/>
              <a:rect l="l" t="t" r="r" b="b"/>
              <a:pathLst>
                <a:path w="16396" h="9357" extrusionOk="0">
                  <a:moveTo>
                    <a:pt x="10399" y="63"/>
                  </a:moveTo>
                  <a:cubicBezTo>
                    <a:pt x="10465" y="63"/>
                    <a:pt x="10531" y="83"/>
                    <a:pt x="10586" y="119"/>
                  </a:cubicBezTo>
                  <a:lnTo>
                    <a:pt x="16278" y="4215"/>
                  </a:lnTo>
                  <a:cubicBezTo>
                    <a:pt x="16311" y="4232"/>
                    <a:pt x="16330" y="4264"/>
                    <a:pt x="16330" y="4303"/>
                  </a:cubicBezTo>
                  <a:cubicBezTo>
                    <a:pt x="16320" y="4346"/>
                    <a:pt x="16288" y="4382"/>
                    <a:pt x="16245" y="4395"/>
                  </a:cubicBezTo>
                  <a:lnTo>
                    <a:pt x="6169" y="9261"/>
                  </a:lnTo>
                  <a:cubicBezTo>
                    <a:pt x="6118" y="9283"/>
                    <a:pt x="6063" y="9294"/>
                    <a:pt x="6008" y="9294"/>
                  </a:cubicBezTo>
                  <a:cubicBezTo>
                    <a:pt x="5937" y="9294"/>
                    <a:pt x="5866" y="9275"/>
                    <a:pt x="5804" y="9239"/>
                  </a:cubicBezTo>
                  <a:lnTo>
                    <a:pt x="111" y="5142"/>
                  </a:lnTo>
                  <a:cubicBezTo>
                    <a:pt x="79" y="5126"/>
                    <a:pt x="59" y="5093"/>
                    <a:pt x="59" y="5054"/>
                  </a:cubicBezTo>
                  <a:cubicBezTo>
                    <a:pt x="69" y="5012"/>
                    <a:pt x="101" y="4976"/>
                    <a:pt x="144" y="4963"/>
                  </a:cubicBezTo>
                  <a:lnTo>
                    <a:pt x="10220" y="96"/>
                  </a:lnTo>
                  <a:cubicBezTo>
                    <a:pt x="10272" y="73"/>
                    <a:pt x="10328" y="63"/>
                    <a:pt x="10383" y="63"/>
                  </a:cubicBezTo>
                  <a:cubicBezTo>
                    <a:pt x="10388" y="63"/>
                    <a:pt x="10393" y="63"/>
                    <a:pt x="10399" y="63"/>
                  </a:cubicBezTo>
                  <a:close/>
                  <a:moveTo>
                    <a:pt x="10383" y="0"/>
                  </a:moveTo>
                  <a:cubicBezTo>
                    <a:pt x="10320" y="0"/>
                    <a:pt x="10256" y="14"/>
                    <a:pt x="10197" y="41"/>
                  </a:cubicBezTo>
                  <a:lnTo>
                    <a:pt x="118" y="4907"/>
                  </a:lnTo>
                  <a:cubicBezTo>
                    <a:pt x="56" y="4930"/>
                    <a:pt x="13" y="4986"/>
                    <a:pt x="0" y="5051"/>
                  </a:cubicBezTo>
                  <a:cubicBezTo>
                    <a:pt x="0" y="5110"/>
                    <a:pt x="30" y="5162"/>
                    <a:pt x="79" y="5195"/>
                  </a:cubicBezTo>
                  <a:lnTo>
                    <a:pt x="5771" y="9288"/>
                  </a:lnTo>
                  <a:cubicBezTo>
                    <a:pt x="5840" y="9333"/>
                    <a:pt x="5924" y="9356"/>
                    <a:pt x="6009" y="9356"/>
                  </a:cubicBezTo>
                  <a:cubicBezTo>
                    <a:pt x="6075" y="9356"/>
                    <a:pt x="6140" y="9343"/>
                    <a:pt x="6199" y="9314"/>
                  </a:cubicBezTo>
                  <a:lnTo>
                    <a:pt x="16275" y="4450"/>
                  </a:lnTo>
                  <a:cubicBezTo>
                    <a:pt x="16337" y="4427"/>
                    <a:pt x="16382" y="4372"/>
                    <a:pt x="16392" y="4307"/>
                  </a:cubicBezTo>
                  <a:cubicBezTo>
                    <a:pt x="16396" y="4248"/>
                    <a:pt x="16366" y="4196"/>
                    <a:pt x="16317" y="4163"/>
                  </a:cubicBezTo>
                  <a:lnTo>
                    <a:pt x="10625" y="70"/>
                  </a:lnTo>
                  <a:cubicBezTo>
                    <a:pt x="10551" y="24"/>
                    <a:pt x="10467" y="0"/>
                    <a:pt x="10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71"/>
            <p:cNvSpPr/>
            <p:nvPr/>
          </p:nvSpPr>
          <p:spPr>
            <a:xfrm>
              <a:off x="954367" y="4132187"/>
              <a:ext cx="422119" cy="228703"/>
            </a:xfrm>
            <a:custGeom>
              <a:avLst/>
              <a:gdLst/>
              <a:ahLst/>
              <a:cxnLst/>
              <a:rect l="l" t="t" r="r" b="b"/>
              <a:pathLst>
                <a:path w="12776" h="6922" extrusionOk="0">
                  <a:moveTo>
                    <a:pt x="9055" y="1"/>
                  </a:moveTo>
                  <a:cubicBezTo>
                    <a:pt x="8890" y="1"/>
                    <a:pt x="8725" y="32"/>
                    <a:pt x="8588" y="98"/>
                  </a:cubicBezTo>
                  <a:lnTo>
                    <a:pt x="363" y="4070"/>
                  </a:lnTo>
                  <a:cubicBezTo>
                    <a:pt x="43" y="4224"/>
                    <a:pt x="0" y="4504"/>
                    <a:pt x="265" y="4697"/>
                  </a:cubicBezTo>
                  <a:lnTo>
                    <a:pt x="3127" y="6757"/>
                  </a:lnTo>
                  <a:cubicBezTo>
                    <a:pt x="3280" y="6865"/>
                    <a:pt x="3499" y="6922"/>
                    <a:pt x="3719" y="6922"/>
                  </a:cubicBezTo>
                  <a:cubicBezTo>
                    <a:pt x="3885" y="6922"/>
                    <a:pt x="4051" y="6889"/>
                    <a:pt x="4188" y="6822"/>
                  </a:cubicBezTo>
                  <a:lnTo>
                    <a:pt x="12413" y="2850"/>
                  </a:lnTo>
                  <a:cubicBezTo>
                    <a:pt x="12733" y="2696"/>
                    <a:pt x="12776" y="2419"/>
                    <a:pt x="12511" y="2226"/>
                  </a:cubicBezTo>
                  <a:lnTo>
                    <a:pt x="9646" y="163"/>
                  </a:lnTo>
                  <a:cubicBezTo>
                    <a:pt x="9494" y="57"/>
                    <a:pt x="9275" y="1"/>
                    <a:pt x="90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71"/>
            <p:cNvSpPr/>
            <p:nvPr/>
          </p:nvSpPr>
          <p:spPr>
            <a:xfrm>
              <a:off x="955986" y="4131229"/>
              <a:ext cx="418782" cy="230685"/>
            </a:xfrm>
            <a:custGeom>
              <a:avLst/>
              <a:gdLst/>
              <a:ahLst/>
              <a:cxnLst/>
              <a:rect l="l" t="t" r="r" b="b"/>
              <a:pathLst>
                <a:path w="12675" h="6982" extrusionOk="0">
                  <a:moveTo>
                    <a:pt x="9009" y="58"/>
                  </a:moveTo>
                  <a:cubicBezTo>
                    <a:pt x="9221" y="58"/>
                    <a:pt x="9433" y="114"/>
                    <a:pt x="9580" y="218"/>
                  </a:cubicBezTo>
                  <a:lnTo>
                    <a:pt x="12446" y="2281"/>
                  </a:lnTo>
                  <a:cubicBezTo>
                    <a:pt x="12557" y="2363"/>
                    <a:pt x="12613" y="2461"/>
                    <a:pt x="12606" y="2562"/>
                  </a:cubicBezTo>
                  <a:cubicBezTo>
                    <a:pt x="12596" y="2673"/>
                    <a:pt x="12505" y="2781"/>
                    <a:pt x="12351" y="2852"/>
                  </a:cubicBezTo>
                  <a:lnTo>
                    <a:pt x="4123" y="6825"/>
                  </a:lnTo>
                  <a:cubicBezTo>
                    <a:pt x="3990" y="6890"/>
                    <a:pt x="3829" y="6921"/>
                    <a:pt x="3668" y="6921"/>
                  </a:cubicBezTo>
                  <a:cubicBezTo>
                    <a:pt x="3456" y="6921"/>
                    <a:pt x="3244" y="6867"/>
                    <a:pt x="3098" y="6763"/>
                  </a:cubicBezTo>
                  <a:lnTo>
                    <a:pt x="232" y="4700"/>
                  </a:lnTo>
                  <a:cubicBezTo>
                    <a:pt x="121" y="4618"/>
                    <a:pt x="62" y="4520"/>
                    <a:pt x="72" y="4419"/>
                  </a:cubicBezTo>
                  <a:cubicBezTo>
                    <a:pt x="82" y="4308"/>
                    <a:pt x="173" y="4200"/>
                    <a:pt x="323" y="4129"/>
                  </a:cubicBezTo>
                  <a:lnTo>
                    <a:pt x="8552" y="156"/>
                  </a:lnTo>
                  <a:cubicBezTo>
                    <a:pt x="8696" y="91"/>
                    <a:pt x="8852" y="58"/>
                    <a:pt x="9009" y="58"/>
                  </a:cubicBezTo>
                  <a:close/>
                  <a:moveTo>
                    <a:pt x="9008" y="0"/>
                  </a:moveTo>
                  <a:cubicBezTo>
                    <a:pt x="8838" y="0"/>
                    <a:pt x="8667" y="33"/>
                    <a:pt x="8526" y="101"/>
                  </a:cubicBezTo>
                  <a:lnTo>
                    <a:pt x="297" y="4073"/>
                  </a:lnTo>
                  <a:cubicBezTo>
                    <a:pt x="128" y="4155"/>
                    <a:pt x="23" y="4279"/>
                    <a:pt x="10" y="4413"/>
                  </a:cubicBezTo>
                  <a:cubicBezTo>
                    <a:pt x="0" y="4537"/>
                    <a:pt x="66" y="4654"/>
                    <a:pt x="196" y="4749"/>
                  </a:cubicBezTo>
                  <a:lnTo>
                    <a:pt x="3062" y="6812"/>
                  </a:lnTo>
                  <a:cubicBezTo>
                    <a:pt x="3219" y="6923"/>
                    <a:pt x="3444" y="6981"/>
                    <a:pt x="3669" y="6981"/>
                  </a:cubicBezTo>
                  <a:cubicBezTo>
                    <a:pt x="3676" y="6982"/>
                    <a:pt x="3683" y="6982"/>
                    <a:pt x="3690" y="6982"/>
                  </a:cubicBezTo>
                  <a:cubicBezTo>
                    <a:pt x="3849" y="6982"/>
                    <a:pt x="4005" y="6946"/>
                    <a:pt x="4149" y="6880"/>
                  </a:cubicBezTo>
                  <a:lnTo>
                    <a:pt x="12381" y="2908"/>
                  </a:lnTo>
                  <a:cubicBezTo>
                    <a:pt x="12547" y="2826"/>
                    <a:pt x="12652" y="2702"/>
                    <a:pt x="12665" y="2568"/>
                  </a:cubicBezTo>
                  <a:cubicBezTo>
                    <a:pt x="12675" y="2444"/>
                    <a:pt x="12609" y="2324"/>
                    <a:pt x="12479" y="2232"/>
                  </a:cubicBezTo>
                  <a:lnTo>
                    <a:pt x="9613" y="169"/>
                  </a:lnTo>
                  <a:cubicBezTo>
                    <a:pt x="9459" y="58"/>
                    <a:pt x="9234" y="0"/>
                    <a:pt x="9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71"/>
            <p:cNvSpPr/>
            <p:nvPr/>
          </p:nvSpPr>
          <p:spPr>
            <a:xfrm>
              <a:off x="954367" y="4130336"/>
              <a:ext cx="422119" cy="232436"/>
            </a:xfrm>
            <a:custGeom>
              <a:avLst/>
              <a:gdLst/>
              <a:ahLst/>
              <a:cxnLst/>
              <a:rect l="l" t="t" r="r" b="b"/>
              <a:pathLst>
                <a:path w="12776" h="7035" extrusionOk="0">
                  <a:moveTo>
                    <a:pt x="12413" y="2906"/>
                  </a:moveTo>
                  <a:lnTo>
                    <a:pt x="4188" y="6878"/>
                  </a:lnTo>
                  <a:cubicBezTo>
                    <a:pt x="3868" y="7035"/>
                    <a:pt x="3395" y="7002"/>
                    <a:pt x="3127" y="6813"/>
                  </a:cubicBezTo>
                  <a:lnTo>
                    <a:pt x="265" y="4753"/>
                  </a:lnTo>
                  <a:cubicBezTo>
                    <a:pt x="0" y="4560"/>
                    <a:pt x="43" y="4280"/>
                    <a:pt x="363" y="4126"/>
                  </a:cubicBezTo>
                  <a:lnTo>
                    <a:pt x="8588" y="154"/>
                  </a:lnTo>
                  <a:cubicBezTo>
                    <a:pt x="8908" y="1"/>
                    <a:pt x="9381" y="33"/>
                    <a:pt x="9646" y="219"/>
                  </a:cubicBezTo>
                  <a:lnTo>
                    <a:pt x="12511" y="2282"/>
                  </a:lnTo>
                  <a:cubicBezTo>
                    <a:pt x="12776" y="2475"/>
                    <a:pt x="12733" y="2752"/>
                    <a:pt x="12413" y="2906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71"/>
            <p:cNvSpPr/>
            <p:nvPr/>
          </p:nvSpPr>
          <p:spPr>
            <a:xfrm>
              <a:off x="1179531" y="4358177"/>
              <a:ext cx="20947" cy="11035"/>
            </a:xfrm>
            <a:custGeom>
              <a:avLst/>
              <a:gdLst/>
              <a:ahLst/>
              <a:cxnLst/>
              <a:rect l="l" t="t" r="r" b="b"/>
              <a:pathLst>
                <a:path w="634" h="334" extrusionOk="0">
                  <a:moveTo>
                    <a:pt x="312" y="0"/>
                  </a:moveTo>
                  <a:cubicBezTo>
                    <a:pt x="250" y="0"/>
                    <a:pt x="188" y="12"/>
                    <a:pt x="138" y="37"/>
                  </a:cubicBezTo>
                  <a:cubicBezTo>
                    <a:pt x="20" y="93"/>
                    <a:pt x="1" y="201"/>
                    <a:pt x="102" y="269"/>
                  </a:cubicBezTo>
                  <a:cubicBezTo>
                    <a:pt x="170" y="312"/>
                    <a:pt x="247" y="333"/>
                    <a:pt x="324" y="333"/>
                  </a:cubicBezTo>
                  <a:cubicBezTo>
                    <a:pt x="383" y="333"/>
                    <a:pt x="442" y="321"/>
                    <a:pt x="497" y="295"/>
                  </a:cubicBezTo>
                  <a:cubicBezTo>
                    <a:pt x="614" y="236"/>
                    <a:pt x="634" y="132"/>
                    <a:pt x="533" y="60"/>
                  </a:cubicBezTo>
                  <a:cubicBezTo>
                    <a:pt x="477" y="21"/>
                    <a:pt x="39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71"/>
            <p:cNvSpPr/>
            <p:nvPr/>
          </p:nvSpPr>
          <p:spPr>
            <a:xfrm>
              <a:off x="1179631" y="4357086"/>
              <a:ext cx="20749" cy="13117"/>
            </a:xfrm>
            <a:custGeom>
              <a:avLst/>
              <a:gdLst/>
              <a:ahLst/>
              <a:cxnLst/>
              <a:rect l="l" t="t" r="r" b="b"/>
              <a:pathLst>
                <a:path w="628" h="397" extrusionOk="0">
                  <a:moveTo>
                    <a:pt x="326" y="63"/>
                  </a:moveTo>
                  <a:cubicBezTo>
                    <a:pt x="390" y="63"/>
                    <a:pt x="456" y="83"/>
                    <a:pt x="510" y="119"/>
                  </a:cubicBezTo>
                  <a:cubicBezTo>
                    <a:pt x="543" y="139"/>
                    <a:pt x="562" y="172"/>
                    <a:pt x="562" y="207"/>
                  </a:cubicBezTo>
                  <a:cubicBezTo>
                    <a:pt x="553" y="250"/>
                    <a:pt x="523" y="286"/>
                    <a:pt x="481" y="302"/>
                  </a:cubicBezTo>
                  <a:cubicBezTo>
                    <a:pt x="433" y="325"/>
                    <a:pt x="375" y="336"/>
                    <a:pt x="317" y="336"/>
                  </a:cubicBezTo>
                  <a:cubicBezTo>
                    <a:pt x="241" y="336"/>
                    <a:pt x="165" y="316"/>
                    <a:pt x="115" y="279"/>
                  </a:cubicBezTo>
                  <a:cubicBezTo>
                    <a:pt x="83" y="260"/>
                    <a:pt x="63" y="227"/>
                    <a:pt x="63" y="191"/>
                  </a:cubicBezTo>
                  <a:cubicBezTo>
                    <a:pt x="73" y="145"/>
                    <a:pt x="105" y="113"/>
                    <a:pt x="148" y="96"/>
                  </a:cubicBezTo>
                  <a:cubicBezTo>
                    <a:pt x="197" y="74"/>
                    <a:pt x="252" y="64"/>
                    <a:pt x="311" y="64"/>
                  </a:cubicBezTo>
                  <a:cubicBezTo>
                    <a:pt x="316" y="64"/>
                    <a:pt x="321" y="63"/>
                    <a:pt x="326" y="63"/>
                  </a:cubicBezTo>
                  <a:close/>
                  <a:moveTo>
                    <a:pt x="308" y="1"/>
                  </a:moveTo>
                  <a:cubicBezTo>
                    <a:pt x="244" y="1"/>
                    <a:pt x="181" y="14"/>
                    <a:pt x="122" y="41"/>
                  </a:cubicBezTo>
                  <a:cubicBezTo>
                    <a:pt x="60" y="64"/>
                    <a:pt x="14" y="119"/>
                    <a:pt x="4" y="185"/>
                  </a:cubicBezTo>
                  <a:cubicBezTo>
                    <a:pt x="1" y="243"/>
                    <a:pt x="30" y="299"/>
                    <a:pt x="79" y="328"/>
                  </a:cubicBezTo>
                  <a:cubicBezTo>
                    <a:pt x="151" y="374"/>
                    <a:pt x="233" y="397"/>
                    <a:pt x="318" y="397"/>
                  </a:cubicBezTo>
                  <a:cubicBezTo>
                    <a:pt x="383" y="397"/>
                    <a:pt x="448" y="384"/>
                    <a:pt x="507" y="358"/>
                  </a:cubicBezTo>
                  <a:cubicBezTo>
                    <a:pt x="569" y="331"/>
                    <a:pt x="615" y="279"/>
                    <a:pt x="628" y="214"/>
                  </a:cubicBezTo>
                  <a:cubicBezTo>
                    <a:pt x="628" y="155"/>
                    <a:pt x="598" y="100"/>
                    <a:pt x="549" y="70"/>
                  </a:cubicBezTo>
                  <a:cubicBezTo>
                    <a:pt x="475" y="24"/>
                    <a:pt x="391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71"/>
            <p:cNvSpPr/>
            <p:nvPr/>
          </p:nvSpPr>
          <p:spPr>
            <a:xfrm>
              <a:off x="1196249" y="4334884"/>
              <a:ext cx="30562" cy="15331"/>
            </a:xfrm>
            <a:custGeom>
              <a:avLst/>
              <a:gdLst/>
              <a:ahLst/>
              <a:cxnLst/>
              <a:rect l="l" t="t" r="r" b="b"/>
              <a:pathLst>
                <a:path w="925" h="464" extrusionOk="0">
                  <a:moveTo>
                    <a:pt x="722" y="0"/>
                  </a:moveTo>
                  <a:cubicBezTo>
                    <a:pt x="686" y="0"/>
                    <a:pt x="651" y="7"/>
                    <a:pt x="617" y="21"/>
                  </a:cubicBezTo>
                  <a:lnTo>
                    <a:pt x="82" y="279"/>
                  </a:lnTo>
                  <a:cubicBezTo>
                    <a:pt x="10" y="315"/>
                    <a:pt x="1" y="380"/>
                    <a:pt x="59" y="426"/>
                  </a:cubicBezTo>
                  <a:cubicBezTo>
                    <a:pt x="101" y="451"/>
                    <a:pt x="147" y="463"/>
                    <a:pt x="193" y="463"/>
                  </a:cubicBezTo>
                  <a:cubicBezTo>
                    <a:pt x="231" y="463"/>
                    <a:pt x="269" y="455"/>
                    <a:pt x="304" y="439"/>
                  </a:cubicBezTo>
                  <a:lnTo>
                    <a:pt x="839" y="181"/>
                  </a:lnTo>
                  <a:cubicBezTo>
                    <a:pt x="915" y="148"/>
                    <a:pt x="924" y="83"/>
                    <a:pt x="862" y="37"/>
                  </a:cubicBezTo>
                  <a:cubicBezTo>
                    <a:pt x="819" y="13"/>
                    <a:pt x="770" y="0"/>
                    <a:pt x="7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71"/>
            <p:cNvSpPr/>
            <p:nvPr/>
          </p:nvSpPr>
          <p:spPr>
            <a:xfrm>
              <a:off x="1195820" y="4333860"/>
              <a:ext cx="31322" cy="17379"/>
            </a:xfrm>
            <a:custGeom>
              <a:avLst/>
              <a:gdLst/>
              <a:ahLst/>
              <a:cxnLst/>
              <a:rect l="l" t="t" r="r" b="b"/>
              <a:pathLst>
                <a:path w="948" h="526" extrusionOk="0">
                  <a:moveTo>
                    <a:pt x="740" y="62"/>
                  </a:moveTo>
                  <a:cubicBezTo>
                    <a:pt x="782" y="62"/>
                    <a:pt x="824" y="72"/>
                    <a:pt x="859" y="94"/>
                  </a:cubicBezTo>
                  <a:cubicBezTo>
                    <a:pt x="875" y="104"/>
                    <a:pt x="885" y="121"/>
                    <a:pt x="885" y="137"/>
                  </a:cubicBezTo>
                  <a:cubicBezTo>
                    <a:pt x="885" y="156"/>
                    <a:pt x="869" y="173"/>
                    <a:pt x="839" y="186"/>
                  </a:cubicBezTo>
                  <a:lnTo>
                    <a:pt x="307" y="444"/>
                  </a:lnTo>
                  <a:cubicBezTo>
                    <a:pt x="277" y="457"/>
                    <a:pt x="244" y="463"/>
                    <a:pt x="212" y="463"/>
                  </a:cubicBezTo>
                  <a:cubicBezTo>
                    <a:pt x="170" y="463"/>
                    <a:pt x="128" y="453"/>
                    <a:pt x="92" y="431"/>
                  </a:cubicBezTo>
                  <a:cubicBezTo>
                    <a:pt x="79" y="421"/>
                    <a:pt x="66" y="405"/>
                    <a:pt x="66" y="388"/>
                  </a:cubicBezTo>
                  <a:cubicBezTo>
                    <a:pt x="69" y="369"/>
                    <a:pt x="85" y="352"/>
                    <a:pt x="112" y="339"/>
                  </a:cubicBezTo>
                  <a:lnTo>
                    <a:pt x="647" y="81"/>
                  </a:lnTo>
                  <a:cubicBezTo>
                    <a:pt x="676" y="69"/>
                    <a:pt x="708" y="62"/>
                    <a:pt x="740" y="62"/>
                  </a:cubicBezTo>
                  <a:close/>
                  <a:moveTo>
                    <a:pt x="737" y="1"/>
                  </a:moveTo>
                  <a:cubicBezTo>
                    <a:pt x="696" y="1"/>
                    <a:pt x="655" y="9"/>
                    <a:pt x="617" y="26"/>
                  </a:cubicBezTo>
                  <a:lnTo>
                    <a:pt x="82" y="284"/>
                  </a:lnTo>
                  <a:cubicBezTo>
                    <a:pt x="40" y="300"/>
                    <a:pt x="10" y="339"/>
                    <a:pt x="4" y="382"/>
                  </a:cubicBezTo>
                  <a:cubicBezTo>
                    <a:pt x="1" y="424"/>
                    <a:pt x="23" y="460"/>
                    <a:pt x="56" y="483"/>
                  </a:cubicBezTo>
                  <a:cubicBezTo>
                    <a:pt x="102" y="512"/>
                    <a:pt x="154" y="525"/>
                    <a:pt x="209" y="525"/>
                  </a:cubicBezTo>
                  <a:cubicBezTo>
                    <a:pt x="252" y="525"/>
                    <a:pt x="294" y="515"/>
                    <a:pt x="333" y="499"/>
                  </a:cubicBezTo>
                  <a:lnTo>
                    <a:pt x="865" y="241"/>
                  </a:lnTo>
                  <a:cubicBezTo>
                    <a:pt x="908" y="225"/>
                    <a:pt x="937" y="189"/>
                    <a:pt x="947" y="143"/>
                  </a:cubicBezTo>
                  <a:cubicBezTo>
                    <a:pt x="947" y="104"/>
                    <a:pt x="928" y="65"/>
                    <a:pt x="895" y="45"/>
                  </a:cubicBezTo>
                  <a:cubicBezTo>
                    <a:pt x="846" y="16"/>
                    <a:pt x="791" y="1"/>
                    <a:pt x="7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71"/>
            <p:cNvSpPr/>
            <p:nvPr/>
          </p:nvSpPr>
          <p:spPr>
            <a:xfrm>
              <a:off x="1344960" y="4278320"/>
              <a:ext cx="20947" cy="11002"/>
            </a:xfrm>
            <a:custGeom>
              <a:avLst/>
              <a:gdLst/>
              <a:ahLst/>
              <a:cxnLst/>
              <a:rect l="l" t="t" r="r" b="b"/>
              <a:pathLst>
                <a:path w="634" h="333" extrusionOk="0">
                  <a:moveTo>
                    <a:pt x="309" y="0"/>
                  </a:moveTo>
                  <a:cubicBezTo>
                    <a:pt x="251" y="0"/>
                    <a:pt x="192" y="12"/>
                    <a:pt x="138" y="36"/>
                  </a:cubicBezTo>
                  <a:cubicBezTo>
                    <a:pt x="17" y="94"/>
                    <a:pt x="1" y="199"/>
                    <a:pt x="102" y="271"/>
                  </a:cubicBezTo>
                  <a:cubicBezTo>
                    <a:pt x="169" y="312"/>
                    <a:pt x="247" y="332"/>
                    <a:pt x="325" y="332"/>
                  </a:cubicBezTo>
                  <a:cubicBezTo>
                    <a:pt x="383" y="332"/>
                    <a:pt x="442" y="321"/>
                    <a:pt x="497" y="297"/>
                  </a:cubicBezTo>
                  <a:cubicBezTo>
                    <a:pt x="618" y="238"/>
                    <a:pt x="634" y="134"/>
                    <a:pt x="533" y="62"/>
                  </a:cubicBezTo>
                  <a:cubicBezTo>
                    <a:pt x="464" y="21"/>
                    <a:pt x="386" y="0"/>
                    <a:pt x="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71"/>
            <p:cNvSpPr/>
            <p:nvPr/>
          </p:nvSpPr>
          <p:spPr>
            <a:xfrm>
              <a:off x="1345059" y="4277296"/>
              <a:ext cx="20749" cy="13018"/>
            </a:xfrm>
            <a:custGeom>
              <a:avLst/>
              <a:gdLst/>
              <a:ahLst/>
              <a:cxnLst/>
              <a:rect l="l" t="t" r="r" b="b"/>
              <a:pathLst>
                <a:path w="628" h="394" extrusionOk="0">
                  <a:moveTo>
                    <a:pt x="291" y="63"/>
                  </a:moveTo>
                  <a:cubicBezTo>
                    <a:pt x="296" y="63"/>
                    <a:pt x="302" y="63"/>
                    <a:pt x="308" y="63"/>
                  </a:cubicBezTo>
                  <a:cubicBezTo>
                    <a:pt x="313" y="63"/>
                    <a:pt x="318" y="63"/>
                    <a:pt x="323" y="63"/>
                  </a:cubicBezTo>
                  <a:cubicBezTo>
                    <a:pt x="390" y="63"/>
                    <a:pt x="456" y="83"/>
                    <a:pt x="510" y="119"/>
                  </a:cubicBezTo>
                  <a:cubicBezTo>
                    <a:pt x="543" y="135"/>
                    <a:pt x="562" y="168"/>
                    <a:pt x="562" y="207"/>
                  </a:cubicBezTo>
                  <a:cubicBezTo>
                    <a:pt x="553" y="249"/>
                    <a:pt x="520" y="285"/>
                    <a:pt x="478" y="298"/>
                  </a:cubicBezTo>
                  <a:cubicBezTo>
                    <a:pt x="431" y="321"/>
                    <a:pt x="374" y="332"/>
                    <a:pt x="317" y="332"/>
                  </a:cubicBezTo>
                  <a:cubicBezTo>
                    <a:pt x="241" y="332"/>
                    <a:pt x="165" y="313"/>
                    <a:pt x="115" y="276"/>
                  </a:cubicBezTo>
                  <a:cubicBezTo>
                    <a:pt x="83" y="259"/>
                    <a:pt x="63" y="227"/>
                    <a:pt x="63" y="187"/>
                  </a:cubicBezTo>
                  <a:cubicBezTo>
                    <a:pt x="73" y="145"/>
                    <a:pt x="102" y="109"/>
                    <a:pt x="145" y="96"/>
                  </a:cubicBezTo>
                  <a:cubicBezTo>
                    <a:pt x="191" y="76"/>
                    <a:pt x="241" y="63"/>
                    <a:pt x="291" y="63"/>
                  </a:cubicBezTo>
                  <a:close/>
                  <a:moveTo>
                    <a:pt x="310" y="0"/>
                  </a:moveTo>
                  <a:cubicBezTo>
                    <a:pt x="246" y="0"/>
                    <a:pt x="182" y="14"/>
                    <a:pt x="122" y="41"/>
                  </a:cubicBezTo>
                  <a:cubicBezTo>
                    <a:pt x="60" y="63"/>
                    <a:pt x="14" y="119"/>
                    <a:pt x="1" y="184"/>
                  </a:cubicBezTo>
                  <a:cubicBezTo>
                    <a:pt x="1" y="243"/>
                    <a:pt x="30" y="295"/>
                    <a:pt x="79" y="328"/>
                  </a:cubicBezTo>
                  <a:cubicBezTo>
                    <a:pt x="147" y="371"/>
                    <a:pt x="222" y="393"/>
                    <a:pt x="302" y="393"/>
                  </a:cubicBezTo>
                  <a:cubicBezTo>
                    <a:pt x="307" y="393"/>
                    <a:pt x="312" y="393"/>
                    <a:pt x="318" y="393"/>
                  </a:cubicBezTo>
                  <a:cubicBezTo>
                    <a:pt x="323" y="393"/>
                    <a:pt x="329" y="394"/>
                    <a:pt x="334" y="394"/>
                  </a:cubicBezTo>
                  <a:cubicBezTo>
                    <a:pt x="394" y="394"/>
                    <a:pt x="453" y="378"/>
                    <a:pt x="507" y="354"/>
                  </a:cubicBezTo>
                  <a:cubicBezTo>
                    <a:pt x="569" y="331"/>
                    <a:pt x="615" y="276"/>
                    <a:pt x="624" y="210"/>
                  </a:cubicBezTo>
                  <a:cubicBezTo>
                    <a:pt x="628" y="152"/>
                    <a:pt x="598" y="99"/>
                    <a:pt x="546" y="67"/>
                  </a:cubicBezTo>
                  <a:cubicBezTo>
                    <a:pt x="474" y="23"/>
                    <a:pt x="392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71"/>
            <p:cNvSpPr/>
            <p:nvPr/>
          </p:nvSpPr>
          <p:spPr>
            <a:xfrm>
              <a:off x="1296326" y="4286481"/>
              <a:ext cx="30661" cy="15364"/>
            </a:xfrm>
            <a:custGeom>
              <a:avLst/>
              <a:gdLst/>
              <a:ahLst/>
              <a:cxnLst/>
              <a:rect l="l" t="t" r="r" b="b"/>
              <a:pathLst>
                <a:path w="928" h="465" extrusionOk="0">
                  <a:moveTo>
                    <a:pt x="727" y="1"/>
                  </a:moveTo>
                  <a:cubicBezTo>
                    <a:pt x="691" y="1"/>
                    <a:pt x="654" y="8"/>
                    <a:pt x="621" y="24"/>
                  </a:cubicBezTo>
                  <a:lnTo>
                    <a:pt x="85" y="282"/>
                  </a:lnTo>
                  <a:cubicBezTo>
                    <a:pt x="10" y="317"/>
                    <a:pt x="1" y="383"/>
                    <a:pt x="63" y="425"/>
                  </a:cubicBezTo>
                  <a:cubicBezTo>
                    <a:pt x="105" y="451"/>
                    <a:pt x="153" y="465"/>
                    <a:pt x="201" y="465"/>
                  </a:cubicBezTo>
                  <a:cubicBezTo>
                    <a:pt x="238" y="465"/>
                    <a:pt x="274" y="457"/>
                    <a:pt x="307" y="442"/>
                  </a:cubicBezTo>
                  <a:lnTo>
                    <a:pt x="843" y="184"/>
                  </a:lnTo>
                  <a:cubicBezTo>
                    <a:pt x="915" y="148"/>
                    <a:pt x="928" y="82"/>
                    <a:pt x="866" y="40"/>
                  </a:cubicBezTo>
                  <a:cubicBezTo>
                    <a:pt x="823" y="14"/>
                    <a:pt x="775" y="1"/>
                    <a:pt x="7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71"/>
            <p:cNvSpPr/>
            <p:nvPr/>
          </p:nvSpPr>
          <p:spPr>
            <a:xfrm>
              <a:off x="1295996" y="4285457"/>
              <a:ext cx="31322" cy="17445"/>
            </a:xfrm>
            <a:custGeom>
              <a:avLst/>
              <a:gdLst/>
              <a:ahLst/>
              <a:cxnLst/>
              <a:rect l="l" t="t" r="r" b="b"/>
              <a:pathLst>
                <a:path w="948" h="528" extrusionOk="0">
                  <a:moveTo>
                    <a:pt x="722" y="64"/>
                  </a:moveTo>
                  <a:cubicBezTo>
                    <a:pt x="728" y="64"/>
                    <a:pt x="733" y="64"/>
                    <a:pt x="738" y="65"/>
                  </a:cubicBezTo>
                  <a:cubicBezTo>
                    <a:pt x="743" y="64"/>
                    <a:pt x="747" y="64"/>
                    <a:pt x="751" y="64"/>
                  </a:cubicBezTo>
                  <a:cubicBezTo>
                    <a:pt x="786" y="64"/>
                    <a:pt x="824" y="76"/>
                    <a:pt x="856" y="94"/>
                  </a:cubicBezTo>
                  <a:cubicBezTo>
                    <a:pt x="872" y="104"/>
                    <a:pt x="882" y="120"/>
                    <a:pt x="885" y="140"/>
                  </a:cubicBezTo>
                  <a:cubicBezTo>
                    <a:pt x="882" y="156"/>
                    <a:pt x="866" y="175"/>
                    <a:pt x="840" y="189"/>
                  </a:cubicBezTo>
                  <a:lnTo>
                    <a:pt x="304" y="446"/>
                  </a:lnTo>
                  <a:cubicBezTo>
                    <a:pt x="274" y="459"/>
                    <a:pt x="242" y="466"/>
                    <a:pt x="210" y="466"/>
                  </a:cubicBezTo>
                  <a:cubicBezTo>
                    <a:pt x="169" y="466"/>
                    <a:pt x="129" y="455"/>
                    <a:pt x="92" y="433"/>
                  </a:cubicBezTo>
                  <a:cubicBezTo>
                    <a:pt x="76" y="424"/>
                    <a:pt x="66" y="407"/>
                    <a:pt x="63" y="388"/>
                  </a:cubicBezTo>
                  <a:cubicBezTo>
                    <a:pt x="66" y="371"/>
                    <a:pt x="82" y="355"/>
                    <a:pt x="109" y="342"/>
                  </a:cubicBezTo>
                  <a:lnTo>
                    <a:pt x="644" y="84"/>
                  </a:lnTo>
                  <a:cubicBezTo>
                    <a:pt x="668" y="70"/>
                    <a:pt x="695" y="64"/>
                    <a:pt x="722" y="64"/>
                  </a:cubicBezTo>
                  <a:close/>
                  <a:moveTo>
                    <a:pt x="740" y="1"/>
                  </a:moveTo>
                  <a:cubicBezTo>
                    <a:pt x="698" y="1"/>
                    <a:pt x="656" y="10"/>
                    <a:pt x="618" y="29"/>
                  </a:cubicBezTo>
                  <a:lnTo>
                    <a:pt x="82" y="286"/>
                  </a:lnTo>
                  <a:cubicBezTo>
                    <a:pt x="40" y="303"/>
                    <a:pt x="11" y="339"/>
                    <a:pt x="4" y="384"/>
                  </a:cubicBezTo>
                  <a:cubicBezTo>
                    <a:pt x="1" y="424"/>
                    <a:pt x="20" y="463"/>
                    <a:pt x="56" y="482"/>
                  </a:cubicBezTo>
                  <a:cubicBezTo>
                    <a:pt x="102" y="512"/>
                    <a:pt x="154" y="528"/>
                    <a:pt x="210" y="528"/>
                  </a:cubicBezTo>
                  <a:cubicBezTo>
                    <a:pt x="252" y="528"/>
                    <a:pt x="291" y="518"/>
                    <a:pt x="330" y="502"/>
                  </a:cubicBezTo>
                  <a:lnTo>
                    <a:pt x="863" y="244"/>
                  </a:lnTo>
                  <a:cubicBezTo>
                    <a:pt x="905" y="228"/>
                    <a:pt x="938" y="189"/>
                    <a:pt x="944" y="146"/>
                  </a:cubicBezTo>
                  <a:cubicBezTo>
                    <a:pt x="947" y="104"/>
                    <a:pt x="928" y="68"/>
                    <a:pt x="892" y="45"/>
                  </a:cubicBezTo>
                  <a:cubicBezTo>
                    <a:pt x="846" y="16"/>
                    <a:pt x="793" y="1"/>
                    <a:pt x="7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71"/>
            <p:cNvSpPr/>
            <p:nvPr/>
          </p:nvSpPr>
          <p:spPr>
            <a:xfrm>
              <a:off x="928927" y="4270523"/>
              <a:ext cx="17049" cy="8921"/>
            </a:xfrm>
            <a:custGeom>
              <a:avLst/>
              <a:gdLst/>
              <a:ahLst/>
              <a:cxnLst/>
              <a:rect l="l" t="t" r="r" b="b"/>
              <a:pathLst>
                <a:path w="516" h="270" extrusionOk="0">
                  <a:moveTo>
                    <a:pt x="254" y="0"/>
                  </a:moveTo>
                  <a:cubicBezTo>
                    <a:pt x="206" y="0"/>
                    <a:pt x="157" y="10"/>
                    <a:pt x="111" y="30"/>
                  </a:cubicBezTo>
                  <a:cubicBezTo>
                    <a:pt x="16" y="76"/>
                    <a:pt x="0" y="161"/>
                    <a:pt x="82" y="219"/>
                  </a:cubicBezTo>
                  <a:cubicBezTo>
                    <a:pt x="137" y="253"/>
                    <a:pt x="199" y="269"/>
                    <a:pt x="262" y="269"/>
                  </a:cubicBezTo>
                  <a:cubicBezTo>
                    <a:pt x="310" y="269"/>
                    <a:pt x="359" y="259"/>
                    <a:pt x="405" y="239"/>
                  </a:cubicBezTo>
                  <a:cubicBezTo>
                    <a:pt x="503" y="193"/>
                    <a:pt x="516" y="109"/>
                    <a:pt x="434" y="50"/>
                  </a:cubicBezTo>
                  <a:cubicBezTo>
                    <a:pt x="379" y="17"/>
                    <a:pt x="317" y="0"/>
                    <a:pt x="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71"/>
            <p:cNvSpPr/>
            <p:nvPr/>
          </p:nvSpPr>
          <p:spPr>
            <a:xfrm>
              <a:off x="928795" y="4269400"/>
              <a:ext cx="17313" cy="11101"/>
            </a:xfrm>
            <a:custGeom>
              <a:avLst/>
              <a:gdLst/>
              <a:ahLst/>
              <a:cxnLst/>
              <a:rect l="l" t="t" r="r" b="b"/>
              <a:pathLst>
                <a:path w="524" h="336" extrusionOk="0">
                  <a:moveTo>
                    <a:pt x="259" y="64"/>
                  </a:moveTo>
                  <a:lnTo>
                    <a:pt x="259" y="67"/>
                  </a:lnTo>
                  <a:cubicBezTo>
                    <a:pt x="264" y="67"/>
                    <a:pt x="270" y="67"/>
                    <a:pt x="275" y="67"/>
                  </a:cubicBezTo>
                  <a:cubicBezTo>
                    <a:pt x="326" y="67"/>
                    <a:pt x="378" y="80"/>
                    <a:pt x="422" y="110"/>
                  </a:cubicBezTo>
                  <a:cubicBezTo>
                    <a:pt x="445" y="123"/>
                    <a:pt x="461" y="146"/>
                    <a:pt x="461" y="175"/>
                  </a:cubicBezTo>
                  <a:cubicBezTo>
                    <a:pt x="461" y="201"/>
                    <a:pt x="438" y="227"/>
                    <a:pt x="396" y="247"/>
                  </a:cubicBezTo>
                  <a:cubicBezTo>
                    <a:pt x="355" y="264"/>
                    <a:pt x="312" y="272"/>
                    <a:pt x="269" y="272"/>
                  </a:cubicBezTo>
                  <a:cubicBezTo>
                    <a:pt x="212" y="272"/>
                    <a:pt x="156" y="257"/>
                    <a:pt x="105" y="227"/>
                  </a:cubicBezTo>
                  <a:cubicBezTo>
                    <a:pt x="82" y="214"/>
                    <a:pt x="66" y="191"/>
                    <a:pt x="66" y="162"/>
                  </a:cubicBezTo>
                  <a:cubicBezTo>
                    <a:pt x="73" y="129"/>
                    <a:pt x="95" y="103"/>
                    <a:pt x="128" y="90"/>
                  </a:cubicBezTo>
                  <a:cubicBezTo>
                    <a:pt x="171" y="74"/>
                    <a:pt x="213" y="64"/>
                    <a:pt x="259" y="64"/>
                  </a:cubicBezTo>
                  <a:close/>
                  <a:moveTo>
                    <a:pt x="260" y="0"/>
                  </a:moveTo>
                  <a:cubicBezTo>
                    <a:pt x="206" y="0"/>
                    <a:pt x="152" y="12"/>
                    <a:pt x="102" y="35"/>
                  </a:cubicBezTo>
                  <a:cubicBezTo>
                    <a:pt x="50" y="54"/>
                    <a:pt x="14" y="100"/>
                    <a:pt x="4" y="156"/>
                  </a:cubicBezTo>
                  <a:cubicBezTo>
                    <a:pt x="1" y="205"/>
                    <a:pt x="27" y="253"/>
                    <a:pt x="69" y="280"/>
                  </a:cubicBezTo>
                  <a:cubicBezTo>
                    <a:pt x="128" y="316"/>
                    <a:pt x="197" y="335"/>
                    <a:pt x="265" y="335"/>
                  </a:cubicBezTo>
                  <a:cubicBezTo>
                    <a:pt x="321" y="335"/>
                    <a:pt x="373" y="325"/>
                    <a:pt x="422" y="302"/>
                  </a:cubicBezTo>
                  <a:cubicBezTo>
                    <a:pt x="474" y="283"/>
                    <a:pt x="513" y="234"/>
                    <a:pt x="523" y="178"/>
                  </a:cubicBezTo>
                  <a:cubicBezTo>
                    <a:pt x="523" y="129"/>
                    <a:pt x="500" y="84"/>
                    <a:pt x="458" y="58"/>
                  </a:cubicBezTo>
                  <a:cubicBezTo>
                    <a:pt x="397" y="19"/>
                    <a:pt x="329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71"/>
            <p:cNvSpPr/>
            <p:nvPr/>
          </p:nvSpPr>
          <p:spPr>
            <a:xfrm>
              <a:off x="1250599" y="4115204"/>
              <a:ext cx="17082" cy="8987"/>
            </a:xfrm>
            <a:custGeom>
              <a:avLst/>
              <a:gdLst/>
              <a:ahLst/>
              <a:cxnLst/>
              <a:rect l="l" t="t" r="r" b="b"/>
              <a:pathLst>
                <a:path w="517" h="272" extrusionOk="0">
                  <a:moveTo>
                    <a:pt x="255" y="1"/>
                  </a:moveTo>
                  <a:cubicBezTo>
                    <a:pt x="206" y="1"/>
                    <a:pt x="157" y="11"/>
                    <a:pt x="112" y="31"/>
                  </a:cubicBezTo>
                  <a:cubicBezTo>
                    <a:pt x="14" y="77"/>
                    <a:pt x="1" y="162"/>
                    <a:pt x="82" y="220"/>
                  </a:cubicBezTo>
                  <a:cubicBezTo>
                    <a:pt x="138" y="254"/>
                    <a:pt x="201" y="271"/>
                    <a:pt x="264" y="271"/>
                  </a:cubicBezTo>
                  <a:cubicBezTo>
                    <a:pt x="312" y="271"/>
                    <a:pt x="360" y="261"/>
                    <a:pt x="405" y="240"/>
                  </a:cubicBezTo>
                  <a:cubicBezTo>
                    <a:pt x="500" y="194"/>
                    <a:pt x="516" y="109"/>
                    <a:pt x="435" y="51"/>
                  </a:cubicBezTo>
                  <a:cubicBezTo>
                    <a:pt x="380" y="18"/>
                    <a:pt x="317" y="1"/>
                    <a:pt x="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71"/>
            <p:cNvSpPr/>
            <p:nvPr/>
          </p:nvSpPr>
          <p:spPr>
            <a:xfrm>
              <a:off x="1250500" y="4114147"/>
              <a:ext cx="17280" cy="11068"/>
            </a:xfrm>
            <a:custGeom>
              <a:avLst/>
              <a:gdLst/>
              <a:ahLst/>
              <a:cxnLst/>
              <a:rect l="l" t="t" r="r" b="b"/>
              <a:pathLst>
                <a:path w="523" h="335" extrusionOk="0">
                  <a:moveTo>
                    <a:pt x="255" y="63"/>
                  </a:moveTo>
                  <a:cubicBezTo>
                    <a:pt x="314" y="63"/>
                    <a:pt x="369" y="76"/>
                    <a:pt x="418" y="109"/>
                  </a:cubicBezTo>
                  <a:cubicBezTo>
                    <a:pt x="444" y="122"/>
                    <a:pt x="457" y="148"/>
                    <a:pt x="461" y="174"/>
                  </a:cubicBezTo>
                  <a:cubicBezTo>
                    <a:pt x="457" y="200"/>
                    <a:pt x="435" y="226"/>
                    <a:pt x="395" y="246"/>
                  </a:cubicBezTo>
                  <a:cubicBezTo>
                    <a:pt x="354" y="264"/>
                    <a:pt x="311" y="273"/>
                    <a:pt x="267" y="273"/>
                  </a:cubicBezTo>
                  <a:cubicBezTo>
                    <a:pt x="210" y="273"/>
                    <a:pt x="153" y="258"/>
                    <a:pt x="102" y="226"/>
                  </a:cubicBezTo>
                  <a:cubicBezTo>
                    <a:pt x="79" y="213"/>
                    <a:pt x="62" y="190"/>
                    <a:pt x="62" y="161"/>
                  </a:cubicBezTo>
                  <a:cubicBezTo>
                    <a:pt x="69" y="128"/>
                    <a:pt x="95" y="102"/>
                    <a:pt x="128" y="89"/>
                  </a:cubicBezTo>
                  <a:cubicBezTo>
                    <a:pt x="167" y="73"/>
                    <a:pt x="213" y="63"/>
                    <a:pt x="255" y="63"/>
                  </a:cubicBezTo>
                  <a:close/>
                  <a:moveTo>
                    <a:pt x="255" y="0"/>
                  </a:moveTo>
                  <a:cubicBezTo>
                    <a:pt x="203" y="0"/>
                    <a:pt x="151" y="11"/>
                    <a:pt x="102" y="34"/>
                  </a:cubicBezTo>
                  <a:cubicBezTo>
                    <a:pt x="49" y="53"/>
                    <a:pt x="10" y="99"/>
                    <a:pt x="0" y="154"/>
                  </a:cubicBezTo>
                  <a:cubicBezTo>
                    <a:pt x="0" y="203"/>
                    <a:pt x="23" y="252"/>
                    <a:pt x="66" y="278"/>
                  </a:cubicBezTo>
                  <a:cubicBezTo>
                    <a:pt x="120" y="315"/>
                    <a:pt x="183" y="334"/>
                    <a:pt x="249" y="334"/>
                  </a:cubicBezTo>
                  <a:cubicBezTo>
                    <a:pt x="254" y="334"/>
                    <a:pt x="260" y="334"/>
                    <a:pt x="265" y="334"/>
                  </a:cubicBezTo>
                  <a:cubicBezTo>
                    <a:pt x="317" y="334"/>
                    <a:pt x="372" y="324"/>
                    <a:pt x="421" y="301"/>
                  </a:cubicBezTo>
                  <a:cubicBezTo>
                    <a:pt x="474" y="282"/>
                    <a:pt x="510" y="233"/>
                    <a:pt x="519" y="177"/>
                  </a:cubicBezTo>
                  <a:cubicBezTo>
                    <a:pt x="523" y="128"/>
                    <a:pt x="497" y="83"/>
                    <a:pt x="454" y="56"/>
                  </a:cubicBezTo>
                  <a:cubicBezTo>
                    <a:pt x="393" y="19"/>
                    <a:pt x="324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71"/>
            <p:cNvSpPr/>
            <p:nvPr/>
          </p:nvSpPr>
          <p:spPr>
            <a:xfrm>
              <a:off x="1108563" y="4400666"/>
              <a:ext cx="17082" cy="8987"/>
            </a:xfrm>
            <a:custGeom>
              <a:avLst/>
              <a:gdLst/>
              <a:ahLst/>
              <a:cxnLst/>
              <a:rect l="l" t="t" r="r" b="b"/>
              <a:pathLst>
                <a:path w="517" h="272" extrusionOk="0">
                  <a:moveTo>
                    <a:pt x="255" y="1"/>
                  </a:moveTo>
                  <a:cubicBezTo>
                    <a:pt x="206" y="1"/>
                    <a:pt x="158" y="11"/>
                    <a:pt x="112" y="31"/>
                  </a:cubicBezTo>
                  <a:cubicBezTo>
                    <a:pt x="14" y="77"/>
                    <a:pt x="1" y="161"/>
                    <a:pt x="83" y="220"/>
                  </a:cubicBezTo>
                  <a:cubicBezTo>
                    <a:pt x="138" y="254"/>
                    <a:pt x="201" y="271"/>
                    <a:pt x="264" y="271"/>
                  </a:cubicBezTo>
                  <a:cubicBezTo>
                    <a:pt x="312" y="271"/>
                    <a:pt x="361" y="261"/>
                    <a:pt x="406" y="240"/>
                  </a:cubicBezTo>
                  <a:cubicBezTo>
                    <a:pt x="504" y="194"/>
                    <a:pt x="517" y="109"/>
                    <a:pt x="435" y="50"/>
                  </a:cubicBezTo>
                  <a:cubicBezTo>
                    <a:pt x="380" y="17"/>
                    <a:pt x="318" y="1"/>
                    <a:pt x="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71"/>
            <p:cNvSpPr/>
            <p:nvPr/>
          </p:nvSpPr>
          <p:spPr>
            <a:xfrm>
              <a:off x="1108464" y="4399542"/>
              <a:ext cx="17280" cy="11101"/>
            </a:xfrm>
            <a:custGeom>
              <a:avLst/>
              <a:gdLst/>
              <a:ahLst/>
              <a:cxnLst/>
              <a:rect l="l" t="t" r="r" b="b"/>
              <a:pathLst>
                <a:path w="523" h="336" extrusionOk="0">
                  <a:moveTo>
                    <a:pt x="273" y="64"/>
                  </a:moveTo>
                  <a:cubicBezTo>
                    <a:pt x="324" y="64"/>
                    <a:pt x="377" y="80"/>
                    <a:pt x="418" y="107"/>
                  </a:cubicBezTo>
                  <a:cubicBezTo>
                    <a:pt x="445" y="120"/>
                    <a:pt x="461" y="146"/>
                    <a:pt x="461" y="176"/>
                  </a:cubicBezTo>
                  <a:cubicBezTo>
                    <a:pt x="458" y="202"/>
                    <a:pt x="435" y="228"/>
                    <a:pt x="396" y="248"/>
                  </a:cubicBezTo>
                  <a:cubicBezTo>
                    <a:pt x="355" y="264"/>
                    <a:pt x="312" y="273"/>
                    <a:pt x="269" y="273"/>
                  </a:cubicBezTo>
                  <a:cubicBezTo>
                    <a:pt x="212" y="273"/>
                    <a:pt x="155" y="258"/>
                    <a:pt x="105" y="228"/>
                  </a:cubicBezTo>
                  <a:cubicBezTo>
                    <a:pt x="79" y="215"/>
                    <a:pt x="63" y="189"/>
                    <a:pt x="63" y="163"/>
                  </a:cubicBezTo>
                  <a:cubicBezTo>
                    <a:pt x="72" y="130"/>
                    <a:pt x="95" y="101"/>
                    <a:pt x="128" y="91"/>
                  </a:cubicBezTo>
                  <a:cubicBezTo>
                    <a:pt x="170" y="71"/>
                    <a:pt x="213" y="65"/>
                    <a:pt x="259" y="65"/>
                  </a:cubicBezTo>
                  <a:cubicBezTo>
                    <a:pt x="263" y="65"/>
                    <a:pt x="268" y="64"/>
                    <a:pt x="273" y="64"/>
                  </a:cubicBezTo>
                  <a:close/>
                  <a:moveTo>
                    <a:pt x="258" y="0"/>
                  </a:moveTo>
                  <a:cubicBezTo>
                    <a:pt x="205" y="0"/>
                    <a:pt x="152" y="11"/>
                    <a:pt x="102" y="32"/>
                  </a:cubicBezTo>
                  <a:cubicBezTo>
                    <a:pt x="50" y="55"/>
                    <a:pt x="10" y="101"/>
                    <a:pt x="4" y="156"/>
                  </a:cubicBezTo>
                  <a:cubicBezTo>
                    <a:pt x="1" y="205"/>
                    <a:pt x="27" y="254"/>
                    <a:pt x="69" y="277"/>
                  </a:cubicBezTo>
                  <a:cubicBezTo>
                    <a:pt x="128" y="316"/>
                    <a:pt x="197" y="336"/>
                    <a:pt x="265" y="336"/>
                  </a:cubicBezTo>
                  <a:cubicBezTo>
                    <a:pt x="321" y="336"/>
                    <a:pt x="373" y="323"/>
                    <a:pt x="422" y="300"/>
                  </a:cubicBezTo>
                  <a:cubicBezTo>
                    <a:pt x="474" y="280"/>
                    <a:pt x="513" y="235"/>
                    <a:pt x="520" y="179"/>
                  </a:cubicBezTo>
                  <a:cubicBezTo>
                    <a:pt x="523" y="130"/>
                    <a:pt x="497" y="81"/>
                    <a:pt x="454" y="55"/>
                  </a:cubicBezTo>
                  <a:cubicBezTo>
                    <a:pt x="395" y="18"/>
                    <a:pt x="327" y="0"/>
                    <a:pt x="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71"/>
            <p:cNvSpPr/>
            <p:nvPr/>
          </p:nvSpPr>
          <p:spPr>
            <a:xfrm>
              <a:off x="1111041" y="4244124"/>
              <a:ext cx="83294" cy="48106"/>
            </a:xfrm>
            <a:custGeom>
              <a:avLst/>
              <a:gdLst/>
              <a:ahLst/>
              <a:cxnLst/>
              <a:rect l="l" t="t" r="r" b="b"/>
              <a:pathLst>
                <a:path w="2521" h="1456" extrusionOk="0">
                  <a:moveTo>
                    <a:pt x="1506" y="0"/>
                  </a:moveTo>
                  <a:lnTo>
                    <a:pt x="1" y="728"/>
                  </a:lnTo>
                  <a:cubicBezTo>
                    <a:pt x="4" y="819"/>
                    <a:pt x="34" y="911"/>
                    <a:pt x="86" y="989"/>
                  </a:cubicBezTo>
                  <a:lnTo>
                    <a:pt x="598" y="1358"/>
                  </a:lnTo>
                  <a:cubicBezTo>
                    <a:pt x="729" y="1407"/>
                    <a:pt x="863" y="1440"/>
                    <a:pt x="1003" y="1456"/>
                  </a:cubicBezTo>
                  <a:lnTo>
                    <a:pt x="2521" y="721"/>
                  </a:lnTo>
                  <a:cubicBezTo>
                    <a:pt x="2514" y="558"/>
                    <a:pt x="2420" y="395"/>
                    <a:pt x="2230" y="261"/>
                  </a:cubicBezTo>
                  <a:cubicBezTo>
                    <a:pt x="2041" y="124"/>
                    <a:pt x="1783" y="33"/>
                    <a:pt x="1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71"/>
            <p:cNvSpPr/>
            <p:nvPr/>
          </p:nvSpPr>
          <p:spPr>
            <a:xfrm>
              <a:off x="1191062" y="4219213"/>
              <a:ext cx="66377" cy="34956"/>
            </a:xfrm>
            <a:custGeom>
              <a:avLst/>
              <a:gdLst/>
              <a:ahLst/>
              <a:cxnLst/>
              <a:rect l="l" t="t" r="r" b="b"/>
              <a:pathLst>
                <a:path w="2009" h="1058" extrusionOk="0">
                  <a:moveTo>
                    <a:pt x="993" y="0"/>
                  </a:moveTo>
                  <a:cubicBezTo>
                    <a:pt x="795" y="0"/>
                    <a:pt x="596" y="39"/>
                    <a:pt x="432" y="118"/>
                  </a:cubicBezTo>
                  <a:cubicBezTo>
                    <a:pt x="53" y="300"/>
                    <a:pt x="1" y="633"/>
                    <a:pt x="318" y="862"/>
                  </a:cubicBezTo>
                  <a:cubicBezTo>
                    <a:pt x="497" y="991"/>
                    <a:pt x="757" y="1058"/>
                    <a:pt x="1017" y="1058"/>
                  </a:cubicBezTo>
                  <a:cubicBezTo>
                    <a:pt x="1215" y="1058"/>
                    <a:pt x="1414" y="1019"/>
                    <a:pt x="1577" y="940"/>
                  </a:cubicBezTo>
                  <a:cubicBezTo>
                    <a:pt x="1956" y="757"/>
                    <a:pt x="2008" y="424"/>
                    <a:pt x="1692" y="199"/>
                  </a:cubicBezTo>
                  <a:cubicBezTo>
                    <a:pt x="1513" y="67"/>
                    <a:pt x="125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71"/>
            <p:cNvSpPr/>
            <p:nvPr/>
          </p:nvSpPr>
          <p:spPr>
            <a:xfrm>
              <a:off x="1065116" y="4199587"/>
              <a:ext cx="227811" cy="113426"/>
            </a:xfrm>
            <a:custGeom>
              <a:avLst/>
              <a:gdLst/>
              <a:ahLst/>
              <a:cxnLst/>
              <a:rect l="l" t="t" r="r" b="b"/>
              <a:pathLst>
                <a:path w="6895" h="3433" extrusionOk="0">
                  <a:moveTo>
                    <a:pt x="4276" y="852"/>
                  </a:moveTo>
                  <a:lnTo>
                    <a:pt x="5004" y="1374"/>
                  </a:lnTo>
                  <a:lnTo>
                    <a:pt x="2566" y="2549"/>
                  </a:lnTo>
                  <a:lnTo>
                    <a:pt x="1841" y="2027"/>
                  </a:lnTo>
                  <a:lnTo>
                    <a:pt x="4276" y="852"/>
                  </a:lnTo>
                  <a:close/>
                  <a:moveTo>
                    <a:pt x="5693" y="0"/>
                  </a:moveTo>
                  <a:cubicBezTo>
                    <a:pt x="5459" y="0"/>
                    <a:pt x="5225" y="46"/>
                    <a:pt x="5030" y="140"/>
                  </a:cubicBezTo>
                  <a:lnTo>
                    <a:pt x="513" y="2321"/>
                  </a:lnTo>
                  <a:cubicBezTo>
                    <a:pt x="63" y="2536"/>
                    <a:pt x="1" y="2931"/>
                    <a:pt x="376" y="3199"/>
                  </a:cubicBezTo>
                  <a:cubicBezTo>
                    <a:pt x="589" y="3352"/>
                    <a:pt x="898" y="3432"/>
                    <a:pt x="1209" y="3432"/>
                  </a:cubicBezTo>
                  <a:cubicBezTo>
                    <a:pt x="1442" y="3432"/>
                    <a:pt x="1675" y="3387"/>
                    <a:pt x="1868" y="3293"/>
                  </a:cubicBezTo>
                  <a:lnTo>
                    <a:pt x="6385" y="1113"/>
                  </a:lnTo>
                  <a:cubicBezTo>
                    <a:pt x="6832" y="898"/>
                    <a:pt x="6894" y="503"/>
                    <a:pt x="6522" y="232"/>
                  </a:cubicBezTo>
                  <a:cubicBezTo>
                    <a:pt x="6309" y="80"/>
                    <a:pt x="6001" y="0"/>
                    <a:pt x="56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71"/>
            <p:cNvSpPr/>
            <p:nvPr/>
          </p:nvSpPr>
          <p:spPr>
            <a:xfrm>
              <a:off x="1067924" y="4198662"/>
              <a:ext cx="222194" cy="115376"/>
            </a:xfrm>
            <a:custGeom>
              <a:avLst/>
              <a:gdLst/>
              <a:ahLst/>
              <a:cxnLst/>
              <a:rect l="l" t="t" r="r" b="b"/>
              <a:pathLst>
                <a:path w="6725" h="3492" extrusionOk="0">
                  <a:moveTo>
                    <a:pt x="4191" y="916"/>
                  </a:moveTo>
                  <a:lnTo>
                    <a:pt x="4861" y="1396"/>
                  </a:lnTo>
                  <a:lnTo>
                    <a:pt x="2484" y="2545"/>
                  </a:lnTo>
                  <a:lnTo>
                    <a:pt x="1815" y="2062"/>
                  </a:lnTo>
                  <a:lnTo>
                    <a:pt x="4191" y="916"/>
                  </a:lnTo>
                  <a:close/>
                  <a:moveTo>
                    <a:pt x="4191" y="850"/>
                  </a:moveTo>
                  <a:cubicBezTo>
                    <a:pt x="4186" y="850"/>
                    <a:pt x="4182" y="851"/>
                    <a:pt x="4178" y="854"/>
                  </a:cubicBezTo>
                  <a:lnTo>
                    <a:pt x="1743" y="2029"/>
                  </a:lnTo>
                  <a:cubicBezTo>
                    <a:pt x="1721" y="2039"/>
                    <a:pt x="1721" y="2068"/>
                    <a:pt x="1737" y="2081"/>
                  </a:cubicBezTo>
                  <a:lnTo>
                    <a:pt x="2465" y="2603"/>
                  </a:lnTo>
                  <a:cubicBezTo>
                    <a:pt x="2468" y="2607"/>
                    <a:pt x="2475" y="2610"/>
                    <a:pt x="2481" y="2610"/>
                  </a:cubicBezTo>
                  <a:cubicBezTo>
                    <a:pt x="2484" y="2610"/>
                    <a:pt x="2491" y="2610"/>
                    <a:pt x="2494" y="2607"/>
                  </a:cubicBezTo>
                  <a:lnTo>
                    <a:pt x="4932" y="1428"/>
                  </a:lnTo>
                  <a:cubicBezTo>
                    <a:pt x="4952" y="1419"/>
                    <a:pt x="4955" y="1392"/>
                    <a:pt x="4936" y="1376"/>
                  </a:cubicBezTo>
                  <a:lnTo>
                    <a:pt x="4211" y="857"/>
                  </a:lnTo>
                  <a:cubicBezTo>
                    <a:pt x="4205" y="853"/>
                    <a:pt x="4198" y="850"/>
                    <a:pt x="4191" y="850"/>
                  </a:cubicBezTo>
                  <a:close/>
                  <a:moveTo>
                    <a:pt x="5583" y="61"/>
                  </a:moveTo>
                  <a:cubicBezTo>
                    <a:pt x="5590" y="61"/>
                    <a:pt x="5597" y="61"/>
                    <a:pt x="5605" y="61"/>
                  </a:cubicBezTo>
                  <a:cubicBezTo>
                    <a:pt x="5908" y="61"/>
                    <a:pt x="6212" y="139"/>
                    <a:pt x="6417" y="286"/>
                  </a:cubicBezTo>
                  <a:cubicBezTo>
                    <a:pt x="6581" y="403"/>
                    <a:pt x="6662" y="550"/>
                    <a:pt x="6649" y="694"/>
                  </a:cubicBezTo>
                  <a:cubicBezTo>
                    <a:pt x="6636" y="857"/>
                    <a:pt x="6502" y="1011"/>
                    <a:pt x="6287" y="1115"/>
                  </a:cubicBezTo>
                  <a:lnTo>
                    <a:pt x="1769" y="3299"/>
                  </a:lnTo>
                  <a:cubicBezTo>
                    <a:pt x="1580" y="3390"/>
                    <a:pt x="1352" y="3434"/>
                    <a:pt x="1123" y="3434"/>
                  </a:cubicBezTo>
                  <a:cubicBezTo>
                    <a:pt x="820" y="3434"/>
                    <a:pt x="518" y="3356"/>
                    <a:pt x="307" y="3207"/>
                  </a:cubicBezTo>
                  <a:cubicBezTo>
                    <a:pt x="147" y="3090"/>
                    <a:pt x="66" y="2943"/>
                    <a:pt x="75" y="2799"/>
                  </a:cubicBezTo>
                  <a:cubicBezTo>
                    <a:pt x="92" y="2636"/>
                    <a:pt x="222" y="2483"/>
                    <a:pt x="441" y="2378"/>
                  </a:cubicBezTo>
                  <a:lnTo>
                    <a:pt x="4958" y="195"/>
                  </a:lnTo>
                  <a:cubicBezTo>
                    <a:pt x="5154" y="106"/>
                    <a:pt x="5368" y="61"/>
                    <a:pt x="5583" y="61"/>
                  </a:cubicBezTo>
                  <a:close/>
                  <a:moveTo>
                    <a:pt x="5608" y="0"/>
                  </a:moveTo>
                  <a:cubicBezTo>
                    <a:pt x="5369" y="0"/>
                    <a:pt x="5129" y="47"/>
                    <a:pt x="4932" y="142"/>
                  </a:cubicBezTo>
                  <a:lnTo>
                    <a:pt x="415" y="2323"/>
                  </a:lnTo>
                  <a:cubicBezTo>
                    <a:pt x="177" y="2437"/>
                    <a:pt x="33" y="2607"/>
                    <a:pt x="17" y="2793"/>
                  </a:cubicBezTo>
                  <a:cubicBezTo>
                    <a:pt x="0" y="2962"/>
                    <a:pt x="92" y="3126"/>
                    <a:pt x="271" y="3253"/>
                  </a:cubicBezTo>
                  <a:cubicBezTo>
                    <a:pt x="490" y="3410"/>
                    <a:pt x="807" y="3491"/>
                    <a:pt x="1123" y="3491"/>
                  </a:cubicBezTo>
                  <a:cubicBezTo>
                    <a:pt x="1131" y="3491"/>
                    <a:pt x="1139" y="3491"/>
                    <a:pt x="1146" y="3491"/>
                  </a:cubicBezTo>
                  <a:cubicBezTo>
                    <a:pt x="1370" y="3491"/>
                    <a:pt x="1591" y="3446"/>
                    <a:pt x="1796" y="3351"/>
                  </a:cubicBezTo>
                  <a:lnTo>
                    <a:pt x="6313" y="1170"/>
                  </a:lnTo>
                  <a:cubicBezTo>
                    <a:pt x="6548" y="1056"/>
                    <a:pt x="6695" y="883"/>
                    <a:pt x="6711" y="700"/>
                  </a:cubicBezTo>
                  <a:cubicBezTo>
                    <a:pt x="6724" y="531"/>
                    <a:pt x="6633" y="368"/>
                    <a:pt x="6453" y="237"/>
                  </a:cubicBezTo>
                  <a:cubicBezTo>
                    <a:pt x="6238" y="81"/>
                    <a:pt x="5923" y="0"/>
                    <a:pt x="5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71"/>
            <p:cNvSpPr/>
            <p:nvPr/>
          </p:nvSpPr>
          <p:spPr>
            <a:xfrm>
              <a:off x="1076019" y="4273596"/>
              <a:ext cx="64395" cy="33965"/>
            </a:xfrm>
            <a:custGeom>
              <a:avLst/>
              <a:gdLst/>
              <a:ahLst/>
              <a:cxnLst/>
              <a:rect l="l" t="t" r="r" b="b"/>
              <a:pathLst>
                <a:path w="1949" h="1028" extrusionOk="0">
                  <a:moveTo>
                    <a:pt x="965" y="91"/>
                  </a:moveTo>
                  <a:cubicBezTo>
                    <a:pt x="1016" y="91"/>
                    <a:pt x="1066" y="94"/>
                    <a:pt x="1116" y="100"/>
                  </a:cubicBezTo>
                  <a:lnTo>
                    <a:pt x="1061" y="192"/>
                  </a:lnTo>
                  <a:lnTo>
                    <a:pt x="1322" y="251"/>
                  </a:lnTo>
                  <a:lnTo>
                    <a:pt x="1374" y="169"/>
                  </a:lnTo>
                  <a:cubicBezTo>
                    <a:pt x="1430" y="189"/>
                    <a:pt x="1479" y="215"/>
                    <a:pt x="1528" y="251"/>
                  </a:cubicBezTo>
                  <a:cubicBezTo>
                    <a:pt x="1577" y="283"/>
                    <a:pt x="1619" y="329"/>
                    <a:pt x="1649" y="381"/>
                  </a:cubicBezTo>
                  <a:lnTo>
                    <a:pt x="1498" y="397"/>
                  </a:lnTo>
                  <a:lnTo>
                    <a:pt x="1547" y="561"/>
                  </a:lnTo>
                  <a:lnTo>
                    <a:pt x="1691" y="544"/>
                  </a:lnTo>
                  <a:lnTo>
                    <a:pt x="1691" y="544"/>
                  </a:lnTo>
                  <a:cubicBezTo>
                    <a:pt x="1684" y="632"/>
                    <a:pt x="1630" y="716"/>
                    <a:pt x="1529" y="788"/>
                  </a:cubicBezTo>
                  <a:lnTo>
                    <a:pt x="1529" y="788"/>
                  </a:lnTo>
                  <a:lnTo>
                    <a:pt x="1430" y="717"/>
                  </a:lnTo>
                  <a:lnTo>
                    <a:pt x="1218" y="822"/>
                  </a:lnTo>
                  <a:lnTo>
                    <a:pt x="1316" y="890"/>
                  </a:lnTo>
                  <a:cubicBezTo>
                    <a:pt x="1209" y="923"/>
                    <a:pt x="1099" y="939"/>
                    <a:pt x="988" y="939"/>
                  </a:cubicBezTo>
                  <a:cubicBezTo>
                    <a:pt x="946" y="939"/>
                    <a:pt x="904" y="937"/>
                    <a:pt x="862" y="933"/>
                  </a:cubicBezTo>
                  <a:lnTo>
                    <a:pt x="921" y="838"/>
                  </a:lnTo>
                  <a:lnTo>
                    <a:pt x="660" y="779"/>
                  </a:lnTo>
                  <a:lnTo>
                    <a:pt x="601" y="874"/>
                  </a:lnTo>
                  <a:cubicBezTo>
                    <a:pt x="535" y="851"/>
                    <a:pt x="477" y="818"/>
                    <a:pt x="421" y="783"/>
                  </a:cubicBezTo>
                  <a:cubicBezTo>
                    <a:pt x="372" y="747"/>
                    <a:pt x="333" y="704"/>
                    <a:pt x="300" y="655"/>
                  </a:cubicBezTo>
                  <a:lnTo>
                    <a:pt x="480" y="639"/>
                  </a:lnTo>
                  <a:lnTo>
                    <a:pt x="434" y="476"/>
                  </a:lnTo>
                  <a:lnTo>
                    <a:pt x="258" y="492"/>
                  </a:lnTo>
                  <a:cubicBezTo>
                    <a:pt x="265" y="397"/>
                    <a:pt x="323" y="303"/>
                    <a:pt x="434" y="231"/>
                  </a:cubicBezTo>
                  <a:lnTo>
                    <a:pt x="552" y="316"/>
                  </a:lnTo>
                  <a:lnTo>
                    <a:pt x="767" y="211"/>
                  </a:lnTo>
                  <a:lnTo>
                    <a:pt x="656" y="133"/>
                  </a:lnTo>
                  <a:cubicBezTo>
                    <a:pt x="757" y="104"/>
                    <a:pt x="861" y="91"/>
                    <a:pt x="965" y="91"/>
                  </a:cubicBezTo>
                  <a:close/>
                  <a:moveTo>
                    <a:pt x="961" y="0"/>
                  </a:moveTo>
                  <a:cubicBezTo>
                    <a:pt x="769" y="0"/>
                    <a:pt x="577" y="38"/>
                    <a:pt x="418" y="113"/>
                  </a:cubicBezTo>
                  <a:cubicBezTo>
                    <a:pt x="49" y="293"/>
                    <a:pt x="0" y="616"/>
                    <a:pt x="307" y="838"/>
                  </a:cubicBezTo>
                  <a:cubicBezTo>
                    <a:pt x="482" y="963"/>
                    <a:pt x="735" y="1028"/>
                    <a:pt x="988" y="1028"/>
                  </a:cubicBezTo>
                  <a:cubicBezTo>
                    <a:pt x="1180" y="1028"/>
                    <a:pt x="1372" y="990"/>
                    <a:pt x="1531" y="913"/>
                  </a:cubicBezTo>
                  <a:cubicBezTo>
                    <a:pt x="1897" y="737"/>
                    <a:pt x="1949" y="414"/>
                    <a:pt x="1642" y="192"/>
                  </a:cubicBezTo>
                  <a:cubicBezTo>
                    <a:pt x="1467" y="65"/>
                    <a:pt x="1214" y="0"/>
                    <a:pt x="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71"/>
            <p:cNvSpPr/>
            <p:nvPr/>
          </p:nvSpPr>
          <p:spPr>
            <a:xfrm>
              <a:off x="1219641" y="4204147"/>
              <a:ext cx="64527" cy="33965"/>
            </a:xfrm>
            <a:custGeom>
              <a:avLst/>
              <a:gdLst/>
              <a:ahLst/>
              <a:cxnLst/>
              <a:rect l="l" t="t" r="r" b="b"/>
              <a:pathLst>
                <a:path w="1953" h="1028" extrusionOk="0">
                  <a:moveTo>
                    <a:pt x="959" y="92"/>
                  </a:moveTo>
                  <a:cubicBezTo>
                    <a:pt x="1013" y="92"/>
                    <a:pt x="1067" y="96"/>
                    <a:pt x="1120" y="104"/>
                  </a:cubicBezTo>
                  <a:lnTo>
                    <a:pt x="1065" y="195"/>
                  </a:lnTo>
                  <a:lnTo>
                    <a:pt x="1326" y="254"/>
                  </a:lnTo>
                  <a:lnTo>
                    <a:pt x="1378" y="169"/>
                  </a:lnTo>
                  <a:cubicBezTo>
                    <a:pt x="1434" y="188"/>
                    <a:pt x="1483" y="218"/>
                    <a:pt x="1532" y="250"/>
                  </a:cubicBezTo>
                  <a:cubicBezTo>
                    <a:pt x="1581" y="286"/>
                    <a:pt x="1623" y="329"/>
                    <a:pt x="1652" y="384"/>
                  </a:cubicBezTo>
                  <a:lnTo>
                    <a:pt x="1502" y="397"/>
                  </a:lnTo>
                  <a:lnTo>
                    <a:pt x="1551" y="561"/>
                  </a:lnTo>
                  <a:lnTo>
                    <a:pt x="1692" y="548"/>
                  </a:lnTo>
                  <a:lnTo>
                    <a:pt x="1692" y="548"/>
                  </a:lnTo>
                  <a:cubicBezTo>
                    <a:pt x="1679" y="645"/>
                    <a:pt x="1620" y="737"/>
                    <a:pt x="1535" y="789"/>
                  </a:cubicBezTo>
                  <a:lnTo>
                    <a:pt x="1434" y="717"/>
                  </a:lnTo>
                  <a:lnTo>
                    <a:pt x="1218" y="822"/>
                  </a:lnTo>
                  <a:lnTo>
                    <a:pt x="1320" y="893"/>
                  </a:lnTo>
                  <a:cubicBezTo>
                    <a:pt x="1213" y="924"/>
                    <a:pt x="1104" y="939"/>
                    <a:pt x="994" y="939"/>
                  </a:cubicBezTo>
                  <a:cubicBezTo>
                    <a:pt x="951" y="939"/>
                    <a:pt x="908" y="937"/>
                    <a:pt x="866" y="933"/>
                  </a:cubicBezTo>
                  <a:lnTo>
                    <a:pt x="925" y="841"/>
                  </a:lnTo>
                  <a:lnTo>
                    <a:pt x="663" y="779"/>
                  </a:lnTo>
                  <a:lnTo>
                    <a:pt x="605" y="874"/>
                  </a:lnTo>
                  <a:cubicBezTo>
                    <a:pt x="539" y="851"/>
                    <a:pt x="481" y="822"/>
                    <a:pt x="425" y="783"/>
                  </a:cubicBezTo>
                  <a:cubicBezTo>
                    <a:pt x="376" y="750"/>
                    <a:pt x="334" y="704"/>
                    <a:pt x="304" y="655"/>
                  </a:cubicBezTo>
                  <a:lnTo>
                    <a:pt x="484" y="639"/>
                  </a:lnTo>
                  <a:lnTo>
                    <a:pt x="438" y="476"/>
                  </a:lnTo>
                  <a:lnTo>
                    <a:pt x="259" y="492"/>
                  </a:lnTo>
                  <a:cubicBezTo>
                    <a:pt x="269" y="397"/>
                    <a:pt x="327" y="306"/>
                    <a:pt x="438" y="231"/>
                  </a:cubicBezTo>
                  <a:lnTo>
                    <a:pt x="556" y="316"/>
                  </a:lnTo>
                  <a:lnTo>
                    <a:pt x="768" y="211"/>
                  </a:lnTo>
                  <a:lnTo>
                    <a:pt x="660" y="133"/>
                  </a:lnTo>
                  <a:cubicBezTo>
                    <a:pt x="758" y="105"/>
                    <a:pt x="858" y="92"/>
                    <a:pt x="959" y="92"/>
                  </a:cubicBezTo>
                  <a:close/>
                  <a:moveTo>
                    <a:pt x="968" y="1"/>
                  </a:moveTo>
                  <a:cubicBezTo>
                    <a:pt x="775" y="1"/>
                    <a:pt x="582" y="39"/>
                    <a:pt x="422" y="117"/>
                  </a:cubicBezTo>
                  <a:cubicBezTo>
                    <a:pt x="53" y="293"/>
                    <a:pt x="1" y="616"/>
                    <a:pt x="311" y="838"/>
                  </a:cubicBezTo>
                  <a:cubicBezTo>
                    <a:pt x="486" y="963"/>
                    <a:pt x="738" y="1028"/>
                    <a:pt x="991" y="1028"/>
                  </a:cubicBezTo>
                  <a:cubicBezTo>
                    <a:pt x="1182" y="1028"/>
                    <a:pt x="1375" y="990"/>
                    <a:pt x="1535" y="913"/>
                  </a:cubicBezTo>
                  <a:cubicBezTo>
                    <a:pt x="1904" y="737"/>
                    <a:pt x="1953" y="414"/>
                    <a:pt x="1646" y="192"/>
                  </a:cubicBezTo>
                  <a:cubicBezTo>
                    <a:pt x="1472" y="66"/>
                    <a:pt x="1221" y="1"/>
                    <a:pt x="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71"/>
            <p:cNvSpPr/>
            <p:nvPr/>
          </p:nvSpPr>
          <p:spPr>
            <a:xfrm>
              <a:off x="1228166" y="4207153"/>
              <a:ext cx="47379" cy="28051"/>
            </a:xfrm>
            <a:custGeom>
              <a:avLst/>
              <a:gdLst/>
              <a:ahLst/>
              <a:cxnLst/>
              <a:rect l="l" t="t" r="r" b="b"/>
              <a:pathLst>
                <a:path w="1434" h="849" extrusionOk="0">
                  <a:moveTo>
                    <a:pt x="701" y="1"/>
                  </a:moveTo>
                  <a:cubicBezTo>
                    <a:pt x="600" y="1"/>
                    <a:pt x="500" y="14"/>
                    <a:pt x="402" y="42"/>
                  </a:cubicBezTo>
                  <a:lnTo>
                    <a:pt x="510" y="120"/>
                  </a:lnTo>
                  <a:lnTo>
                    <a:pt x="298" y="225"/>
                  </a:lnTo>
                  <a:lnTo>
                    <a:pt x="180" y="140"/>
                  </a:lnTo>
                  <a:cubicBezTo>
                    <a:pt x="69" y="215"/>
                    <a:pt x="11" y="306"/>
                    <a:pt x="1" y="401"/>
                  </a:cubicBezTo>
                  <a:lnTo>
                    <a:pt x="180" y="385"/>
                  </a:lnTo>
                  <a:lnTo>
                    <a:pt x="226" y="548"/>
                  </a:lnTo>
                  <a:lnTo>
                    <a:pt x="46" y="564"/>
                  </a:lnTo>
                  <a:cubicBezTo>
                    <a:pt x="76" y="613"/>
                    <a:pt x="118" y="659"/>
                    <a:pt x="167" y="692"/>
                  </a:cubicBezTo>
                  <a:cubicBezTo>
                    <a:pt x="223" y="731"/>
                    <a:pt x="281" y="760"/>
                    <a:pt x="347" y="783"/>
                  </a:cubicBezTo>
                  <a:lnTo>
                    <a:pt x="405" y="688"/>
                  </a:lnTo>
                  <a:lnTo>
                    <a:pt x="667" y="750"/>
                  </a:lnTo>
                  <a:lnTo>
                    <a:pt x="608" y="842"/>
                  </a:lnTo>
                  <a:cubicBezTo>
                    <a:pt x="650" y="846"/>
                    <a:pt x="693" y="848"/>
                    <a:pt x="736" y="848"/>
                  </a:cubicBezTo>
                  <a:cubicBezTo>
                    <a:pt x="846" y="848"/>
                    <a:pt x="955" y="833"/>
                    <a:pt x="1062" y="802"/>
                  </a:cubicBezTo>
                  <a:lnTo>
                    <a:pt x="960" y="731"/>
                  </a:lnTo>
                  <a:lnTo>
                    <a:pt x="1176" y="626"/>
                  </a:lnTo>
                  <a:lnTo>
                    <a:pt x="1277" y="698"/>
                  </a:lnTo>
                  <a:cubicBezTo>
                    <a:pt x="1362" y="646"/>
                    <a:pt x="1421" y="554"/>
                    <a:pt x="1434" y="457"/>
                  </a:cubicBezTo>
                  <a:lnTo>
                    <a:pt x="1434" y="457"/>
                  </a:lnTo>
                  <a:lnTo>
                    <a:pt x="1293" y="470"/>
                  </a:lnTo>
                  <a:lnTo>
                    <a:pt x="1244" y="306"/>
                  </a:lnTo>
                  <a:lnTo>
                    <a:pt x="1394" y="293"/>
                  </a:lnTo>
                  <a:cubicBezTo>
                    <a:pt x="1365" y="238"/>
                    <a:pt x="1323" y="195"/>
                    <a:pt x="1274" y="159"/>
                  </a:cubicBezTo>
                  <a:cubicBezTo>
                    <a:pt x="1225" y="127"/>
                    <a:pt x="1176" y="97"/>
                    <a:pt x="1120" y="78"/>
                  </a:cubicBezTo>
                  <a:lnTo>
                    <a:pt x="1068" y="163"/>
                  </a:lnTo>
                  <a:lnTo>
                    <a:pt x="807" y="104"/>
                  </a:lnTo>
                  <a:lnTo>
                    <a:pt x="862" y="13"/>
                  </a:lnTo>
                  <a:cubicBezTo>
                    <a:pt x="809" y="5"/>
                    <a:pt x="755" y="1"/>
                    <a:pt x="7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71"/>
            <p:cNvSpPr/>
            <p:nvPr/>
          </p:nvSpPr>
          <p:spPr>
            <a:xfrm>
              <a:off x="1227207" y="4206063"/>
              <a:ext cx="49428" cy="30099"/>
            </a:xfrm>
            <a:custGeom>
              <a:avLst/>
              <a:gdLst/>
              <a:ahLst/>
              <a:cxnLst/>
              <a:rect l="l" t="t" r="r" b="b"/>
              <a:pathLst>
                <a:path w="1496" h="911" extrusionOk="0">
                  <a:moveTo>
                    <a:pt x="735" y="61"/>
                  </a:moveTo>
                  <a:cubicBezTo>
                    <a:pt x="769" y="61"/>
                    <a:pt x="803" y="62"/>
                    <a:pt x="836" y="65"/>
                  </a:cubicBezTo>
                  <a:lnTo>
                    <a:pt x="807" y="117"/>
                  </a:lnTo>
                  <a:cubicBezTo>
                    <a:pt x="794" y="134"/>
                    <a:pt x="803" y="160"/>
                    <a:pt x="826" y="163"/>
                  </a:cubicBezTo>
                  <a:lnTo>
                    <a:pt x="1087" y="222"/>
                  </a:lnTo>
                  <a:cubicBezTo>
                    <a:pt x="1090" y="222"/>
                    <a:pt x="1092" y="223"/>
                    <a:pt x="1094" y="223"/>
                  </a:cubicBezTo>
                  <a:cubicBezTo>
                    <a:pt x="1105" y="223"/>
                    <a:pt x="1115" y="217"/>
                    <a:pt x="1120" y="209"/>
                  </a:cubicBezTo>
                  <a:lnTo>
                    <a:pt x="1159" y="147"/>
                  </a:lnTo>
                  <a:cubicBezTo>
                    <a:pt x="1205" y="163"/>
                    <a:pt x="1244" y="186"/>
                    <a:pt x="1283" y="212"/>
                  </a:cubicBezTo>
                  <a:cubicBezTo>
                    <a:pt x="1316" y="235"/>
                    <a:pt x="1345" y="264"/>
                    <a:pt x="1368" y="294"/>
                  </a:cubicBezTo>
                  <a:lnTo>
                    <a:pt x="1270" y="303"/>
                  </a:lnTo>
                  <a:cubicBezTo>
                    <a:pt x="1250" y="303"/>
                    <a:pt x="1237" y="326"/>
                    <a:pt x="1244" y="346"/>
                  </a:cubicBezTo>
                  <a:lnTo>
                    <a:pt x="1293" y="509"/>
                  </a:lnTo>
                  <a:cubicBezTo>
                    <a:pt x="1296" y="520"/>
                    <a:pt x="1306" y="529"/>
                    <a:pt x="1319" y="529"/>
                  </a:cubicBezTo>
                  <a:cubicBezTo>
                    <a:pt x="1321" y="529"/>
                    <a:pt x="1323" y="529"/>
                    <a:pt x="1326" y="529"/>
                  </a:cubicBezTo>
                  <a:lnTo>
                    <a:pt x="1427" y="519"/>
                  </a:lnTo>
                  <a:lnTo>
                    <a:pt x="1427" y="519"/>
                  </a:lnTo>
                  <a:cubicBezTo>
                    <a:pt x="1407" y="591"/>
                    <a:pt x="1365" y="649"/>
                    <a:pt x="1306" y="692"/>
                  </a:cubicBezTo>
                  <a:lnTo>
                    <a:pt x="1224" y="633"/>
                  </a:lnTo>
                  <a:cubicBezTo>
                    <a:pt x="1219" y="630"/>
                    <a:pt x="1214" y="628"/>
                    <a:pt x="1208" y="628"/>
                  </a:cubicBezTo>
                  <a:cubicBezTo>
                    <a:pt x="1202" y="628"/>
                    <a:pt x="1197" y="630"/>
                    <a:pt x="1192" y="633"/>
                  </a:cubicBezTo>
                  <a:lnTo>
                    <a:pt x="976" y="734"/>
                  </a:lnTo>
                  <a:cubicBezTo>
                    <a:pt x="957" y="744"/>
                    <a:pt x="953" y="773"/>
                    <a:pt x="973" y="787"/>
                  </a:cubicBezTo>
                  <a:lnTo>
                    <a:pt x="1019" y="822"/>
                  </a:lnTo>
                  <a:cubicBezTo>
                    <a:pt x="933" y="841"/>
                    <a:pt x="845" y="851"/>
                    <a:pt x="757" y="851"/>
                  </a:cubicBezTo>
                  <a:cubicBezTo>
                    <a:pt x="734" y="851"/>
                    <a:pt x="712" y="850"/>
                    <a:pt x="689" y="849"/>
                  </a:cubicBezTo>
                  <a:lnTo>
                    <a:pt x="715" y="796"/>
                  </a:lnTo>
                  <a:cubicBezTo>
                    <a:pt x="722" y="787"/>
                    <a:pt x="722" y="777"/>
                    <a:pt x="718" y="770"/>
                  </a:cubicBezTo>
                  <a:cubicBezTo>
                    <a:pt x="715" y="760"/>
                    <a:pt x="709" y="754"/>
                    <a:pt x="699" y="751"/>
                  </a:cubicBezTo>
                  <a:lnTo>
                    <a:pt x="434" y="692"/>
                  </a:lnTo>
                  <a:cubicBezTo>
                    <a:pt x="431" y="691"/>
                    <a:pt x="428" y="691"/>
                    <a:pt x="425" y="691"/>
                  </a:cubicBezTo>
                  <a:cubicBezTo>
                    <a:pt x="416" y="691"/>
                    <a:pt x="407" y="695"/>
                    <a:pt x="402" y="705"/>
                  </a:cubicBezTo>
                  <a:lnTo>
                    <a:pt x="356" y="777"/>
                  </a:lnTo>
                  <a:cubicBezTo>
                    <a:pt x="304" y="757"/>
                    <a:pt x="255" y="731"/>
                    <a:pt x="209" y="698"/>
                  </a:cubicBezTo>
                  <a:cubicBezTo>
                    <a:pt x="177" y="676"/>
                    <a:pt x="151" y="649"/>
                    <a:pt x="128" y="620"/>
                  </a:cubicBezTo>
                  <a:lnTo>
                    <a:pt x="255" y="610"/>
                  </a:lnTo>
                  <a:cubicBezTo>
                    <a:pt x="265" y="607"/>
                    <a:pt x="271" y="604"/>
                    <a:pt x="278" y="597"/>
                  </a:cubicBezTo>
                  <a:cubicBezTo>
                    <a:pt x="281" y="587"/>
                    <a:pt x="284" y="578"/>
                    <a:pt x="281" y="571"/>
                  </a:cubicBezTo>
                  <a:lnTo>
                    <a:pt x="235" y="408"/>
                  </a:lnTo>
                  <a:cubicBezTo>
                    <a:pt x="229" y="392"/>
                    <a:pt x="216" y="385"/>
                    <a:pt x="203" y="385"/>
                  </a:cubicBezTo>
                  <a:lnTo>
                    <a:pt x="62" y="398"/>
                  </a:lnTo>
                  <a:cubicBezTo>
                    <a:pt x="85" y="320"/>
                    <a:pt x="137" y="251"/>
                    <a:pt x="206" y="209"/>
                  </a:cubicBezTo>
                  <a:lnTo>
                    <a:pt x="304" y="281"/>
                  </a:lnTo>
                  <a:cubicBezTo>
                    <a:pt x="310" y="284"/>
                    <a:pt x="315" y="286"/>
                    <a:pt x="322" y="286"/>
                  </a:cubicBezTo>
                  <a:cubicBezTo>
                    <a:pt x="326" y="286"/>
                    <a:pt x="331" y="285"/>
                    <a:pt x="337" y="284"/>
                  </a:cubicBezTo>
                  <a:lnTo>
                    <a:pt x="549" y="179"/>
                  </a:lnTo>
                  <a:cubicBezTo>
                    <a:pt x="559" y="173"/>
                    <a:pt x="565" y="166"/>
                    <a:pt x="568" y="153"/>
                  </a:cubicBezTo>
                  <a:cubicBezTo>
                    <a:pt x="568" y="144"/>
                    <a:pt x="562" y="134"/>
                    <a:pt x="555" y="127"/>
                  </a:cubicBezTo>
                  <a:lnTo>
                    <a:pt x="500" y="85"/>
                  </a:lnTo>
                  <a:cubicBezTo>
                    <a:pt x="577" y="69"/>
                    <a:pt x="657" y="61"/>
                    <a:pt x="735" y="61"/>
                  </a:cubicBezTo>
                  <a:close/>
                  <a:moveTo>
                    <a:pt x="739" y="0"/>
                  </a:moveTo>
                  <a:cubicBezTo>
                    <a:pt x="632" y="0"/>
                    <a:pt x="525" y="14"/>
                    <a:pt x="421" y="42"/>
                  </a:cubicBezTo>
                  <a:cubicBezTo>
                    <a:pt x="399" y="49"/>
                    <a:pt x="392" y="82"/>
                    <a:pt x="412" y="95"/>
                  </a:cubicBezTo>
                  <a:lnTo>
                    <a:pt x="480" y="144"/>
                  </a:lnTo>
                  <a:lnTo>
                    <a:pt x="330" y="219"/>
                  </a:lnTo>
                  <a:lnTo>
                    <a:pt x="226" y="147"/>
                  </a:lnTo>
                  <a:cubicBezTo>
                    <a:pt x="221" y="142"/>
                    <a:pt x="215" y="139"/>
                    <a:pt x="209" y="139"/>
                  </a:cubicBezTo>
                  <a:cubicBezTo>
                    <a:pt x="204" y="139"/>
                    <a:pt x="198" y="142"/>
                    <a:pt x="193" y="147"/>
                  </a:cubicBezTo>
                  <a:cubicBezTo>
                    <a:pt x="75" y="225"/>
                    <a:pt x="10" y="326"/>
                    <a:pt x="0" y="431"/>
                  </a:cubicBezTo>
                  <a:cubicBezTo>
                    <a:pt x="0" y="441"/>
                    <a:pt x="4" y="447"/>
                    <a:pt x="10" y="454"/>
                  </a:cubicBezTo>
                  <a:cubicBezTo>
                    <a:pt x="17" y="460"/>
                    <a:pt x="26" y="463"/>
                    <a:pt x="33" y="463"/>
                  </a:cubicBezTo>
                  <a:lnTo>
                    <a:pt x="186" y="450"/>
                  </a:lnTo>
                  <a:lnTo>
                    <a:pt x="216" y="552"/>
                  </a:lnTo>
                  <a:lnTo>
                    <a:pt x="72" y="565"/>
                  </a:lnTo>
                  <a:cubicBezTo>
                    <a:pt x="62" y="568"/>
                    <a:pt x="53" y="574"/>
                    <a:pt x="46" y="584"/>
                  </a:cubicBezTo>
                  <a:cubicBezTo>
                    <a:pt x="43" y="591"/>
                    <a:pt x="43" y="604"/>
                    <a:pt x="46" y="614"/>
                  </a:cubicBezTo>
                  <a:cubicBezTo>
                    <a:pt x="82" y="666"/>
                    <a:pt x="124" y="711"/>
                    <a:pt x="177" y="751"/>
                  </a:cubicBezTo>
                  <a:cubicBezTo>
                    <a:pt x="232" y="790"/>
                    <a:pt x="297" y="819"/>
                    <a:pt x="363" y="845"/>
                  </a:cubicBezTo>
                  <a:cubicBezTo>
                    <a:pt x="365" y="846"/>
                    <a:pt x="367" y="846"/>
                    <a:pt x="370" y="846"/>
                  </a:cubicBezTo>
                  <a:cubicBezTo>
                    <a:pt x="381" y="846"/>
                    <a:pt x="393" y="840"/>
                    <a:pt x="399" y="832"/>
                  </a:cubicBezTo>
                  <a:lnTo>
                    <a:pt x="448" y="757"/>
                  </a:lnTo>
                  <a:lnTo>
                    <a:pt x="647" y="803"/>
                  </a:lnTo>
                  <a:lnTo>
                    <a:pt x="611" y="858"/>
                  </a:lnTo>
                  <a:cubicBezTo>
                    <a:pt x="604" y="868"/>
                    <a:pt x="604" y="878"/>
                    <a:pt x="611" y="888"/>
                  </a:cubicBezTo>
                  <a:cubicBezTo>
                    <a:pt x="614" y="898"/>
                    <a:pt x="624" y="904"/>
                    <a:pt x="634" y="904"/>
                  </a:cubicBezTo>
                  <a:cubicBezTo>
                    <a:pt x="679" y="911"/>
                    <a:pt x="722" y="911"/>
                    <a:pt x="767" y="911"/>
                  </a:cubicBezTo>
                  <a:cubicBezTo>
                    <a:pt x="878" y="911"/>
                    <a:pt x="989" y="894"/>
                    <a:pt x="1097" y="858"/>
                  </a:cubicBezTo>
                  <a:cubicBezTo>
                    <a:pt x="1110" y="855"/>
                    <a:pt x="1117" y="845"/>
                    <a:pt x="1120" y="835"/>
                  </a:cubicBezTo>
                  <a:cubicBezTo>
                    <a:pt x="1120" y="822"/>
                    <a:pt x="1117" y="813"/>
                    <a:pt x="1107" y="806"/>
                  </a:cubicBezTo>
                  <a:lnTo>
                    <a:pt x="1048" y="764"/>
                  </a:lnTo>
                  <a:lnTo>
                    <a:pt x="1202" y="692"/>
                  </a:lnTo>
                  <a:lnTo>
                    <a:pt x="1286" y="751"/>
                  </a:lnTo>
                  <a:cubicBezTo>
                    <a:pt x="1291" y="756"/>
                    <a:pt x="1298" y="758"/>
                    <a:pt x="1304" y="758"/>
                  </a:cubicBezTo>
                  <a:cubicBezTo>
                    <a:pt x="1311" y="758"/>
                    <a:pt x="1317" y="756"/>
                    <a:pt x="1322" y="751"/>
                  </a:cubicBezTo>
                  <a:cubicBezTo>
                    <a:pt x="1417" y="692"/>
                    <a:pt x="1479" y="594"/>
                    <a:pt x="1495" y="486"/>
                  </a:cubicBezTo>
                  <a:cubicBezTo>
                    <a:pt x="1495" y="476"/>
                    <a:pt x="1492" y="467"/>
                    <a:pt x="1485" y="460"/>
                  </a:cubicBezTo>
                  <a:cubicBezTo>
                    <a:pt x="1479" y="454"/>
                    <a:pt x="1469" y="450"/>
                    <a:pt x="1459" y="450"/>
                  </a:cubicBezTo>
                  <a:lnTo>
                    <a:pt x="1342" y="463"/>
                  </a:lnTo>
                  <a:lnTo>
                    <a:pt x="1313" y="359"/>
                  </a:lnTo>
                  <a:lnTo>
                    <a:pt x="1427" y="349"/>
                  </a:lnTo>
                  <a:cubicBezTo>
                    <a:pt x="1437" y="349"/>
                    <a:pt x="1446" y="343"/>
                    <a:pt x="1450" y="333"/>
                  </a:cubicBezTo>
                  <a:cubicBezTo>
                    <a:pt x="1456" y="323"/>
                    <a:pt x="1456" y="313"/>
                    <a:pt x="1450" y="303"/>
                  </a:cubicBezTo>
                  <a:cubicBezTo>
                    <a:pt x="1417" y="248"/>
                    <a:pt x="1371" y="199"/>
                    <a:pt x="1319" y="160"/>
                  </a:cubicBezTo>
                  <a:cubicBezTo>
                    <a:pt x="1270" y="127"/>
                    <a:pt x="1218" y="101"/>
                    <a:pt x="1162" y="78"/>
                  </a:cubicBezTo>
                  <a:cubicBezTo>
                    <a:pt x="1159" y="77"/>
                    <a:pt x="1155" y="77"/>
                    <a:pt x="1151" y="77"/>
                  </a:cubicBezTo>
                  <a:cubicBezTo>
                    <a:pt x="1140" y="77"/>
                    <a:pt x="1131" y="81"/>
                    <a:pt x="1123" y="91"/>
                  </a:cubicBezTo>
                  <a:lnTo>
                    <a:pt x="1084" y="157"/>
                  </a:lnTo>
                  <a:lnTo>
                    <a:pt x="885" y="111"/>
                  </a:lnTo>
                  <a:lnTo>
                    <a:pt x="918" y="59"/>
                  </a:lnTo>
                  <a:cubicBezTo>
                    <a:pt x="931" y="39"/>
                    <a:pt x="918" y="13"/>
                    <a:pt x="895" y="10"/>
                  </a:cubicBezTo>
                  <a:cubicBezTo>
                    <a:pt x="843" y="3"/>
                    <a:pt x="791" y="0"/>
                    <a:pt x="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71"/>
            <p:cNvSpPr/>
            <p:nvPr/>
          </p:nvSpPr>
          <p:spPr>
            <a:xfrm>
              <a:off x="1084411" y="4276569"/>
              <a:ext cx="47379" cy="28084"/>
            </a:xfrm>
            <a:custGeom>
              <a:avLst/>
              <a:gdLst/>
              <a:ahLst/>
              <a:cxnLst/>
              <a:rect l="l" t="t" r="r" b="b"/>
              <a:pathLst>
                <a:path w="1434" h="850" extrusionOk="0">
                  <a:moveTo>
                    <a:pt x="710" y="1"/>
                  </a:moveTo>
                  <a:cubicBezTo>
                    <a:pt x="605" y="1"/>
                    <a:pt x="500" y="14"/>
                    <a:pt x="399" y="43"/>
                  </a:cubicBezTo>
                  <a:lnTo>
                    <a:pt x="510" y="121"/>
                  </a:lnTo>
                  <a:lnTo>
                    <a:pt x="295" y="226"/>
                  </a:lnTo>
                  <a:lnTo>
                    <a:pt x="180" y="141"/>
                  </a:lnTo>
                  <a:cubicBezTo>
                    <a:pt x="69" y="213"/>
                    <a:pt x="7" y="307"/>
                    <a:pt x="1" y="402"/>
                  </a:cubicBezTo>
                  <a:lnTo>
                    <a:pt x="177" y="386"/>
                  </a:lnTo>
                  <a:lnTo>
                    <a:pt x="226" y="549"/>
                  </a:lnTo>
                  <a:lnTo>
                    <a:pt x="46" y="565"/>
                  </a:lnTo>
                  <a:cubicBezTo>
                    <a:pt x="76" y="614"/>
                    <a:pt x="118" y="657"/>
                    <a:pt x="164" y="693"/>
                  </a:cubicBezTo>
                  <a:cubicBezTo>
                    <a:pt x="219" y="728"/>
                    <a:pt x="281" y="761"/>
                    <a:pt x="344" y="784"/>
                  </a:cubicBezTo>
                  <a:lnTo>
                    <a:pt x="402" y="689"/>
                  </a:lnTo>
                  <a:lnTo>
                    <a:pt x="667" y="748"/>
                  </a:lnTo>
                  <a:lnTo>
                    <a:pt x="608" y="843"/>
                  </a:lnTo>
                  <a:cubicBezTo>
                    <a:pt x="649" y="847"/>
                    <a:pt x="690" y="849"/>
                    <a:pt x="732" y="849"/>
                  </a:cubicBezTo>
                  <a:cubicBezTo>
                    <a:pt x="841" y="849"/>
                    <a:pt x="952" y="833"/>
                    <a:pt x="1058" y="800"/>
                  </a:cubicBezTo>
                  <a:lnTo>
                    <a:pt x="960" y="732"/>
                  </a:lnTo>
                  <a:lnTo>
                    <a:pt x="1176" y="627"/>
                  </a:lnTo>
                  <a:lnTo>
                    <a:pt x="1274" y="699"/>
                  </a:lnTo>
                  <a:cubicBezTo>
                    <a:pt x="1375" y="627"/>
                    <a:pt x="1430" y="542"/>
                    <a:pt x="1434" y="454"/>
                  </a:cubicBezTo>
                  <a:lnTo>
                    <a:pt x="1434" y="454"/>
                  </a:lnTo>
                  <a:lnTo>
                    <a:pt x="1290" y="471"/>
                  </a:lnTo>
                  <a:lnTo>
                    <a:pt x="1244" y="307"/>
                  </a:lnTo>
                  <a:lnTo>
                    <a:pt x="1395" y="291"/>
                  </a:lnTo>
                  <a:cubicBezTo>
                    <a:pt x="1362" y="239"/>
                    <a:pt x="1323" y="193"/>
                    <a:pt x="1270" y="161"/>
                  </a:cubicBezTo>
                  <a:cubicBezTo>
                    <a:pt x="1225" y="125"/>
                    <a:pt x="1173" y="99"/>
                    <a:pt x="1120" y="79"/>
                  </a:cubicBezTo>
                  <a:lnTo>
                    <a:pt x="1068" y="161"/>
                  </a:lnTo>
                  <a:lnTo>
                    <a:pt x="804" y="102"/>
                  </a:lnTo>
                  <a:lnTo>
                    <a:pt x="862" y="10"/>
                  </a:lnTo>
                  <a:cubicBezTo>
                    <a:pt x="812" y="4"/>
                    <a:pt x="761" y="1"/>
                    <a:pt x="7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71"/>
            <p:cNvSpPr/>
            <p:nvPr/>
          </p:nvSpPr>
          <p:spPr>
            <a:xfrm>
              <a:off x="1083354" y="4275512"/>
              <a:ext cx="49428" cy="30099"/>
            </a:xfrm>
            <a:custGeom>
              <a:avLst/>
              <a:gdLst/>
              <a:ahLst/>
              <a:cxnLst/>
              <a:rect l="l" t="t" r="r" b="b"/>
              <a:pathLst>
                <a:path w="1496" h="911" extrusionOk="0">
                  <a:moveTo>
                    <a:pt x="725" y="63"/>
                  </a:moveTo>
                  <a:cubicBezTo>
                    <a:pt x="763" y="63"/>
                    <a:pt x="801" y="65"/>
                    <a:pt x="839" y="68"/>
                  </a:cubicBezTo>
                  <a:lnTo>
                    <a:pt x="806" y="117"/>
                  </a:lnTo>
                  <a:cubicBezTo>
                    <a:pt x="803" y="127"/>
                    <a:pt x="800" y="137"/>
                    <a:pt x="803" y="147"/>
                  </a:cubicBezTo>
                  <a:cubicBezTo>
                    <a:pt x="810" y="153"/>
                    <a:pt x="816" y="163"/>
                    <a:pt x="826" y="163"/>
                  </a:cubicBezTo>
                  <a:lnTo>
                    <a:pt x="1087" y="222"/>
                  </a:lnTo>
                  <a:cubicBezTo>
                    <a:pt x="1090" y="223"/>
                    <a:pt x="1093" y="223"/>
                    <a:pt x="1096" y="223"/>
                  </a:cubicBezTo>
                  <a:cubicBezTo>
                    <a:pt x="1106" y="223"/>
                    <a:pt x="1115" y="219"/>
                    <a:pt x="1120" y="209"/>
                  </a:cubicBezTo>
                  <a:lnTo>
                    <a:pt x="1162" y="147"/>
                  </a:lnTo>
                  <a:cubicBezTo>
                    <a:pt x="1205" y="166"/>
                    <a:pt x="1247" y="186"/>
                    <a:pt x="1283" y="215"/>
                  </a:cubicBezTo>
                  <a:cubicBezTo>
                    <a:pt x="1316" y="238"/>
                    <a:pt x="1345" y="264"/>
                    <a:pt x="1371" y="297"/>
                  </a:cubicBezTo>
                  <a:lnTo>
                    <a:pt x="1273" y="303"/>
                  </a:lnTo>
                  <a:cubicBezTo>
                    <a:pt x="1263" y="307"/>
                    <a:pt x="1254" y="310"/>
                    <a:pt x="1250" y="320"/>
                  </a:cubicBezTo>
                  <a:cubicBezTo>
                    <a:pt x="1244" y="326"/>
                    <a:pt x="1244" y="336"/>
                    <a:pt x="1247" y="343"/>
                  </a:cubicBezTo>
                  <a:lnTo>
                    <a:pt x="1293" y="506"/>
                  </a:lnTo>
                  <a:cubicBezTo>
                    <a:pt x="1296" y="520"/>
                    <a:pt x="1308" y="529"/>
                    <a:pt x="1320" y="529"/>
                  </a:cubicBezTo>
                  <a:cubicBezTo>
                    <a:pt x="1322" y="529"/>
                    <a:pt x="1324" y="529"/>
                    <a:pt x="1325" y="529"/>
                  </a:cubicBezTo>
                  <a:lnTo>
                    <a:pt x="1430" y="519"/>
                  </a:lnTo>
                  <a:lnTo>
                    <a:pt x="1430" y="519"/>
                  </a:lnTo>
                  <a:cubicBezTo>
                    <a:pt x="1407" y="587"/>
                    <a:pt x="1365" y="649"/>
                    <a:pt x="1306" y="692"/>
                  </a:cubicBezTo>
                  <a:lnTo>
                    <a:pt x="1224" y="633"/>
                  </a:lnTo>
                  <a:cubicBezTo>
                    <a:pt x="1218" y="629"/>
                    <a:pt x="1213" y="628"/>
                    <a:pt x="1207" y="628"/>
                  </a:cubicBezTo>
                  <a:cubicBezTo>
                    <a:pt x="1203" y="628"/>
                    <a:pt x="1199" y="629"/>
                    <a:pt x="1195" y="630"/>
                  </a:cubicBezTo>
                  <a:lnTo>
                    <a:pt x="979" y="734"/>
                  </a:lnTo>
                  <a:cubicBezTo>
                    <a:pt x="970" y="741"/>
                    <a:pt x="963" y="747"/>
                    <a:pt x="963" y="760"/>
                  </a:cubicBezTo>
                  <a:cubicBezTo>
                    <a:pt x="960" y="770"/>
                    <a:pt x="966" y="780"/>
                    <a:pt x="973" y="787"/>
                  </a:cubicBezTo>
                  <a:lnTo>
                    <a:pt x="1022" y="822"/>
                  </a:lnTo>
                  <a:cubicBezTo>
                    <a:pt x="936" y="841"/>
                    <a:pt x="848" y="851"/>
                    <a:pt x="760" y="851"/>
                  </a:cubicBezTo>
                  <a:cubicBezTo>
                    <a:pt x="737" y="851"/>
                    <a:pt x="715" y="850"/>
                    <a:pt x="692" y="849"/>
                  </a:cubicBezTo>
                  <a:lnTo>
                    <a:pt x="718" y="796"/>
                  </a:lnTo>
                  <a:cubicBezTo>
                    <a:pt x="725" y="790"/>
                    <a:pt x="725" y="780"/>
                    <a:pt x="721" y="770"/>
                  </a:cubicBezTo>
                  <a:cubicBezTo>
                    <a:pt x="718" y="760"/>
                    <a:pt x="708" y="754"/>
                    <a:pt x="699" y="751"/>
                  </a:cubicBezTo>
                  <a:lnTo>
                    <a:pt x="438" y="692"/>
                  </a:lnTo>
                  <a:cubicBezTo>
                    <a:pt x="435" y="691"/>
                    <a:pt x="433" y="691"/>
                    <a:pt x="431" y="691"/>
                  </a:cubicBezTo>
                  <a:cubicBezTo>
                    <a:pt x="420" y="691"/>
                    <a:pt x="410" y="697"/>
                    <a:pt x="405" y="705"/>
                  </a:cubicBezTo>
                  <a:lnTo>
                    <a:pt x="359" y="777"/>
                  </a:lnTo>
                  <a:cubicBezTo>
                    <a:pt x="307" y="757"/>
                    <a:pt x="258" y="731"/>
                    <a:pt x="209" y="698"/>
                  </a:cubicBezTo>
                  <a:cubicBezTo>
                    <a:pt x="180" y="676"/>
                    <a:pt x="150" y="649"/>
                    <a:pt x="127" y="623"/>
                  </a:cubicBezTo>
                  <a:lnTo>
                    <a:pt x="258" y="610"/>
                  </a:lnTo>
                  <a:cubicBezTo>
                    <a:pt x="265" y="610"/>
                    <a:pt x="274" y="604"/>
                    <a:pt x="278" y="597"/>
                  </a:cubicBezTo>
                  <a:cubicBezTo>
                    <a:pt x="284" y="591"/>
                    <a:pt x="284" y="581"/>
                    <a:pt x="284" y="571"/>
                  </a:cubicBezTo>
                  <a:lnTo>
                    <a:pt x="235" y="408"/>
                  </a:lnTo>
                  <a:cubicBezTo>
                    <a:pt x="232" y="395"/>
                    <a:pt x="219" y="385"/>
                    <a:pt x="203" y="385"/>
                  </a:cubicBezTo>
                  <a:lnTo>
                    <a:pt x="65" y="398"/>
                  </a:lnTo>
                  <a:cubicBezTo>
                    <a:pt x="88" y="320"/>
                    <a:pt x="137" y="255"/>
                    <a:pt x="206" y="209"/>
                  </a:cubicBezTo>
                  <a:lnTo>
                    <a:pt x="307" y="281"/>
                  </a:lnTo>
                  <a:cubicBezTo>
                    <a:pt x="311" y="284"/>
                    <a:pt x="317" y="286"/>
                    <a:pt x="323" y="286"/>
                  </a:cubicBezTo>
                  <a:cubicBezTo>
                    <a:pt x="328" y="286"/>
                    <a:pt x="332" y="285"/>
                    <a:pt x="336" y="284"/>
                  </a:cubicBezTo>
                  <a:lnTo>
                    <a:pt x="552" y="179"/>
                  </a:lnTo>
                  <a:cubicBezTo>
                    <a:pt x="562" y="176"/>
                    <a:pt x="568" y="166"/>
                    <a:pt x="568" y="157"/>
                  </a:cubicBezTo>
                  <a:cubicBezTo>
                    <a:pt x="568" y="144"/>
                    <a:pt x="565" y="134"/>
                    <a:pt x="555" y="127"/>
                  </a:cubicBezTo>
                  <a:lnTo>
                    <a:pt x="500" y="88"/>
                  </a:lnTo>
                  <a:cubicBezTo>
                    <a:pt x="574" y="71"/>
                    <a:pt x="649" y="63"/>
                    <a:pt x="725" y="63"/>
                  </a:cubicBezTo>
                  <a:close/>
                  <a:moveTo>
                    <a:pt x="739" y="0"/>
                  </a:moveTo>
                  <a:cubicBezTo>
                    <a:pt x="632" y="0"/>
                    <a:pt x="524" y="14"/>
                    <a:pt x="421" y="42"/>
                  </a:cubicBezTo>
                  <a:cubicBezTo>
                    <a:pt x="408" y="46"/>
                    <a:pt x="402" y="55"/>
                    <a:pt x="398" y="65"/>
                  </a:cubicBezTo>
                  <a:cubicBezTo>
                    <a:pt x="398" y="78"/>
                    <a:pt x="402" y="91"/>
                    <a:pt x="411" y="98"/>
                  </a:cubicBezTo>
                  <a:lnTo>
                    <a:pt x="480" y="147"/>
                  </a:lnTo>
                  <a:lnTo>
                    <a:pt x="327" y="219"/>
                  </a:lnTo>
                  <a:lnTo>
                    <a:pt x="225" y="147"/>
                  </a:lnTo>
                  <a:cubicBezTo>
                    <a:pt x="220" y="144"/>
                    <a:pt x="215" y="142"/>
                    <a:pt x="209" y="142"/>
                  </a:cubicBezTo>
                  <a:cubicBezTo>
                    <a:pt x="203" y="142"/>
                    <a:pt x="198" y="144"/>
                    <a:pt x="193" y="147"/>
                  </a:cubicBezTo>
                  <a:cubicBezTo>
                    <a:pt x="75" y="222"/>
                    <a:pt x="7" y="323"/>
                    <a:pt x="0" y="431"/>
                  </a:cubicBezTo>
                  <a:cubicBezTo>
                    <a:pt x="0" y="437"/>
                    <a:pt x="3" y="447"/>
                    <a:pt x="10" y="454"/>
                  </a:cubicBezTo>
                  <a:cubicBezTo>
                    <a:pt x="16" y="460"/>
                    <a:pt x="26" y="463"/>
                    <a:pt x="33" y="463"/>
                  </a:cubicBezTo>
                  <a:lnTo>
                    <a:pt x="186" y="447"/>
                  </a:lnTo>
                  <a:lnTo>
                    <a:pt x="216" y="552"/>
                  </a:lnTo>
                  <a:lnTo>
                    <a:pt x="72" y="565"/>
                  </a:lnTo>
                  <a:cubicBezTo>
                    <a:pt x="49" y="568"/>
                    <a:pt x="36" y="591"/>
                    <a:pt x="49" y="610"/>
                  </a:cubicBezTo>
                  <a:cubicBezTo>
                    <a:pt x="82" y="666"/>
                    <a:pt x="124" y="711"/>
                    <a:pt x="176" y="747"/>
                  </a:cubicBezTo>
                  <a:cubicBezTo>
                    <a:pt x="235" y="787"/>
                    <a:pt x="297" y="819"/>
                    <a:pt x="366" y="842"/>
                  </a:cubicBezTo>
                  <a:cubicBezTo>
                    <a:pt x="369" y="844"/>
                    <a:pt x="373" y="845"/>
                    <a:pt x="377" y="845"/>
                  </a:cubicBezTo>
                  <a:cubicBezTo>
                    <a:pt x="386" y="845"/>
                    <a:pt x="395" y="839"/>
                    <a:pt x="402" y="832"/>
                  </a:cubicBezTo>
                  <a:lnTo>
                    <a:pt x="447" y="757"/>
                  </a:lnTo>
                  <a:lnTo>
                    <a:pt x="646" y="800"/>
                  </a:lnTo>
                  <a:lnTo>
                    <a:pt x="611" y="858"/>
                  </a:lnTo>
                  <a:cubicBezTo>
                    <a:pt x="607" y="865"/>
                    <a:pt x="607" y="878"/>
                    <a:pt x="611" y="888"/>
                  </a:cubicBezTo>
                  <a:cubicBezTo>
                    <a:pt x="617" y="898"/>
                    <a:pt x="624" y="904"/>
                    <a:pt x="637" y="904"/>
                  </a:cubicBezTo>
                  <a:cubicBezTo>
                    <a:pt x="679" y="907"/>
                    <a:pt x="725" y="911"/>
                    <a:pt x="767" y="911"/>
                  </a:cubicBezTo>
                  <a:cubicBezTo>
                    <a:pt x="878" y="911"/>
                    <a:pt x="989" y="894"/>
                    <a:pt x="1097" y="858"/>
                  </a:cubicBezTo>
                  <a:cubicBezTo>
                    <a:pt x="1123" y="852"/>
                    <a:pt x="1126" y="819"/>
                    <a:pt x="1107" y="806"/>
                  </a:cubicBezTo>
                  <a:lnTo>
                    <a:pt x="1048" y="764"/>
                  </a:lnTo>
                  <a:lnTo>
                    <a:pt x="1201" y="692"/>
                  </a:lnTo>
                  <a:lnTo>
                    <a:pt x="1286" y="754"/>
                  </a:lnTo>
                  <a:cubicBezTo>
                    <a:pt x="1291" y="757"/>
                    <a:pt x="1298" y="759"/>
                    <a:pt x="1304" y="759"/>
                  </a:cubicBezTo>
                  <a:cubicBezTo>
                    <a:pt x="1311" y="759"/>
                    <a:pt x="1317" y="757"/>
                    <a:pt x="1322" y="754"/>
                  </a:cubicBezTo>
                  <a:cubicBezTo>
                    <a:pt x="1427" y="679"/>
                    <a:pt x="1485" y="587"/>
                    <a:pt x="1495" y="486"/>
                  </a:cubicBezTo>
                  <a:cubicBezTo>
                    <a:pt x="1495" y="468"/>
                    <a:pt x="1481" y="453"/>
                    <a:pt x="1467" y="453"/>
                  </a:cubicBezTo>
                  <a:cubicBezTo>
                    <a:pt x="1465" y="453"/>
                    <a:pt x="1464" y="453"/>
                    <a:pt x="1462" y="454"/>
                  </a:cubicBezTo>
                  <a:lnTo>
                    <a:pt x="1345" y="463"/>
                  </a:lnTo>
                  <a:lnTo>
                    <a:pt x="1312" y="359"/>
                  </a:lnTo>
                  <a:lnTo>
                    <a:pt x="1427" y="349"/>
                  </a:lnTo>
                  <a:cubicBezTo>
                    <a:pt x="1436" y="349"/>
                    <a:pt x="1446" y="343"/>
                    <a:pt x="1453" y="333"/>
                  </a:cubicBezTo>
                  <a:cubicBezTo>
                    <a:pt x="1456" y="323"/>
                    <a:pt x="1456" y="313"/>
                    <a:pt x="1453" y="303"/>
                  </a:cubicBezTo>
                  <a:cubicBezTo>
                    <a:pt x="1417" y="248"/>
                    <a:pt x="1374" y="199"/>
                    <a:pt x="1319" y="160"/>
                  </a:cubicBezTo>
                  <a:cubicBezTo>
                    <a:pt x="1270" y="127"/>
                    <a:pt x="1218" y="101"/>
                    <a:pt x="1162" y="78"/>
                  </a:cubicBezTo>
                  <a:cubicBezTo>
                    <a:pt x="1159" y="78"/>
                    <a:pt x="1156" y="77"/>
                    <a:pt x="1152" y="77"/>
                  </a:cubicBezTo>
                  <a:cubicBezTo>
                    <a:pt x="1142" y="77"/>
                    <a:pt x="1130" y="81"/>
                    <a:pt x="1123" y="91"/>
                  </a:cubicBezTo>
                  <a:lnTo>
                    <a:pt x="1084" y="157"/>
                  </a:lnTo>
                  <a:lnTo>
                    <a:pt x="885" y="114"/>
                  </a:lnTo>
                  <a:lnTo>
                    <a:pt x="921" y="59"/>
                  </a:lnTo>
                  <a:cubicBezTo>
                    <a:pt x="924" y="49"/>
                    <a:pt x="924" y="39"/>
                    <a:pt x="921" y="29"/>
                  </a:cubicBezTo>
                  <a:cubicBezTo>
                    <a:pt x="914" y="20"/>
                    <a:pt x="908" y="13"/>
                    <a:pt x="894" y="10"/>
                  </a:cubicBezTo>
                  <a:cubicBezTo>
                    <a:pt x="843" y="3"/>
                    <a:pt x="791" y="0"/>
                    <a:pt x="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6" name="Google Shape;4346;p71"/>
          <p:cNvGrpSpPr/>
          <p:nvPr/>
        </p:nvGrpSpPr>
        <p:grpSpPr>
          <a:xfrm>
            <a:off x="2254608" y="786197"/>
            <a:ext cx="3454381" cy="1521513"/>
            <a:chOff x="5443362" y="1005888"/>
            <a:chExt cx="3454381" cy="1521513"/>
          </a:xfrm>
        </p:grpSpPr>
        <p:sp>
          <p:nvSpPr>
            <p:cNvPr id="4347" name="Google Shape;4347;p71"/>
            <p:cNvSpPr/>
            <p:nvPr/>
          </p:nvSpPr>
          <p:spPr>
            <a:xfrm rot="-4511497" flipH="1">
              <a:off x="8867745" y="137980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71"/>
            <p:cNvSpPr/>
            <p:nvPr/>
          </p:nvSpPr>
          <p:spPr>
            <a:xfrm flipH="1">
              <a:off x="8738550" y="1005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71"/>
            <p:cNvSpPr/>
            <p:nvPr/>
          </p:nvSpPr>
          <p:spPr>
            <a:xfrm rot="-4514075" flipH="1">
              <a:off x="8258702" y="10697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71"/>
            <p:cNvSpPr/>
            <p:nvPr/>
          </p:nvSpPr>
          <p:spPr>
            <a:xfrm flipH="1">
              <a:off x="8364725" y="14527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71"/>
            <p:cNvSpPr/>
            <p:nvPr/>
          </p:nvSpPr>
          <p:spPr>
            <a:xfrm rot="-4511497" flipH="1">
              <a:off x="8831295" y="154845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71"/>
            <p:cNvSpPr/>
            <p:nvPr/>
          </p:nvSpPr>
          <p:spPr>
            <a:xfrm flipH="1">
              <a:off x="8519325" y="20488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71"/>
            <p:cNvSpPr/>
            <p:nvPr/>
          </p:nvSpPr>
          <p:spPr>
            <a:xfrm flipH="1">
              <a:off x="8456575" y="2487500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71"/>
            <p:cNvSpPr/>
            <p:nvPr/>
          </p:nvSpPr>
          <p:spPr>
            <a:xfrm flipH="1">
              <a:off x="7957175" y="1632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71"/>
            <p:cNvSpPr/>
            <p:nvPr/>
          </p:nvSpPr>
          <p:spPr>
            <a:xfrm flipH="1">
              <a:off x="7752000" y="2267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71"/>
            <p:cNvSpPr/>
            <p:nvPr/>
          </p:nvSpPr>
          <p:spPr>
            <a:xfrm rot="-4514075" flipH="1">
              <a:off x="7083852" y="2004382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71"/>
            <p:cNvSpPr/>
            <p:nvPr/>
          </p:nvSpPr>
          <p:spPr>
            <a:xfrm rot="-4514075" flipH="1">
              <a:off x="5447652" y="21204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71"/>
            <p:cNvSpPr/>
            <p:nvPr/>
          </p:nvSpPr>
          <p:spPr>
            <a:xfrm flipH="1">
              <a:off x="5632775" y="2294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71"/>
            <p:cNvSpPr/>
            <p:nvPr/>
          </p:nvSpPr>
          <p:spPr>
            <a:xfrm flipH="1">
              <a:off x="7906575" y="14098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71"/>
            <p:cNvSpPr/>
            <p:nvPr/>
          </p:nvSpPr>
          <p:spPr>
            <a:xfrm flipH="1">
              <a:off x="5979725" y="20488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71"/>
            <p:cNvSpPr/>
            <p:nvPr/>
          </p:nvSpPr>
          <p:spPr>
            <a:xfrm flipH="1">
              <a:off x="6343875" y="2267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2" name="Google Shape;4362;p71"/>
          <p:cNvGrpSpPr/>
          <p:nvPr/>
        </p:nvGrpSpPr>
        <p:grpSpPr>
          <a:xfrm>
            <a:off x="401225" y="3201250"/>
            <a:ext cx="758675" cy="1431862"/>
            <a:chOff x="401225" y="3201250"/>
            <a:chExt cx="758675" cy="1431862"/>
          </a:xfrm>
        </p:grpSpPr>
        <p:sp>
          <p:nvSpPr>
            <p:cNvPr id="4363" name="Google Shape;4363;p71"/>
            <p:cNvSpPr/>
            <p:nvPr/>
          </p:nvSpPr>
          <p:spPr>
            <a:xfrm flipH="1">
              <a:off x="401225" y="4207625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71"/>
            <p:cNvSpPr/>
            <p:nvPr/>
          </p:nvSpPr>
          <p:spPr>
            <a:xfrm flipH="1">
              <a:off x="688100" y="39037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71"/>
            <p:cNvSpPr/>
            <p:nvPr/>
          </p:nvSpPr>
          <p:spPr>
            <a:xfrm rot="-4514075" flipH="1">
              <a:off x="594327" y="45886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71"/>
            <p:cNvSpPr/>
            <p:nvPr/>
          </p:nvSpPr>
          <p:spPr>
            <a:xfrm flipH="1">
              <a:off x="701600" y="36113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71"/>
            <p:cNvSpPr/>
            <p:nvPr/>
          </p:nvSpPr>
          <p:spPr>
            <a:xfrm flipH="1">
              <a:off x="1132900" y="39826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71"/>
            <p:cNvSpPr/>
            <p:nvPr/>
          </p:nvSpPr>
          <p:spPr>
            <a:xfrm flipH="1">
              <a:off x="902463" y="3409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71"/>
            <p:cNvSpPr/>
            <p:nvPr/>
          </p:nvSpPr>
          <p:spPr>
            <a:xfrm rot="-4514075" flipH="1">
              <a:off x="493152" y="33350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71"/>
            <p:cNvSpPr/>
            <p:nvPr/>
          </p:nvSpPr>
          <p:spPr>
            <a:xfrm flipH="1">
              <a:off x="1042975" y="384082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71"/>
            <p:cNvSpPr/>
            <p:nvPr/>
          </p:nvSpPr>
          <p:spPr>
            <a:xfrm flipH="1">
              <a:off x="638613" y="3201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4135;p71">
            <a:extLst>
              <a:ext uri="{FF2B5EF4-FFF2-40B4-BE49-F238E27FC236}">
                <a16:creationId xmlns:a16="http://schemas.microsoft.com/office/drawing/2014/main" id="{5C869635-DD09-EE14-406B-14DCE1BDF9EC}"/>
              </a:ext>
            </a:extLst>
          </p:cNvPr>
          <p:cNvSpPr/>
          <p:nvPr/>
        </p:nvSpPr>
        <p:spPr>
          <a:xfrm>
            <a:off x="4854400" y="1736238"/>
            <a:ext cx="4006524" cy="2253840"/>
          </a:xfrm>
          <a:prstGeom prst="roundRect">
            <a:avLst>
              <a:gd name="adj" fmla="val 10768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345;p71">
            <a:extLst>
              <a:ext uri="{FF2B5EF4-FFF2-40B4-BE49-F238E27FC236}">
                <a16:creationId xmlns:a16="http://schemas.microsoft.com/office/drawing/2014/main" id="{C00665F4-A303-3FF7-F2A4-B2EDDB10E079}"/>
              </a:ext>
            </a:extLst>
          </p:cNvPr>
          <p:cNvSpPr/>
          <p:nvPr/>
        </p:nvSpPr>
        <p:spPr>
          <a:xfrm flipH="1">
            <a:off x="5790946" y="2738732"/>
            <a:ext cx="45719" cy="457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05DB8-7D05-1D5D-AB9C-07A94D1E3428}"/>
              </a:ext>
            </a:extLst>
          </p:cNvPr>
          <p:cNvSpPr txBox="1"/>
          <p:nvPr/>
        </p:nvSpPr>
        <p:spPr>
          <a:xfrm>
            <a:off x="4953044" y="1835274"/>
            <a:ext cx="40065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 dirty="0">
                <a:effectLst/>
                <a:latin typeface="Segoe WPC"/>
              </a:rPr>
              <a:t>Contexte du Projet</a:t>
            </a:r>
          </a:p>
          <a:p>
            <a:endParaRPr lang="fr-FR" b="0" i="0" dirty="0">
              <a:solidFill>
                <a:schemeClr val="tx1"/>
              </a:solidFill>
              <a:effectLst/>
              <a:latin typeface="Segoe WPC"/>
            </a:endParaRPr>
          </a:p>
          <a:p>
            <a:r>
              <a:rPr lang="fr-FR" b="0" i="0" dirty="0" err="1">
                <a:solidFill>
                  <a:schemeClr val="tx1"/>
                </a:solidFill>
                <a:effectLst/>
                <a:latin typeface="Segoe WPC"/>
              </a:rPr>
              <a:t>Wavve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 est une application web de streaming musical moderne et intuitive • Développée avec JavaScript, HTML, CSS et un backend Flask en Python et aussi une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Segoe WPC"/>
              </a:rPr>
              <a:t>database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 connecté avec l’API de Deezer• Conçue pour offrir une expérience utilisateur fluide et immersive</a:t>
            </a:r>
          </a:p>
          <a:p>
            <a:endParaRPr lang="fr-FR" dirty="0">
              <a:solidFill>
                <a:schemeClr val="tx1"/>
              </a:solidFill>
              <a:latin typeface="Segoe WPC"/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7">
          <a:extLst>
            <a:ext uri="{FF2B5EF4-FFF2-40B4-BE49-F238E27FC236}">
              <a16:creationId xmlns:a16="http://schemas.microsoft.com/office/drawing/2014/main" id="{7819687A-AE97-8FCC-7971-B6C653841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8" name="Google Shape;4128;p71">
            <a:extLst>
              <a:ext uri="{FF2B5EF4-FFF2-40B4-BE49-F238E27FC236}">
                <a16:creationId xmlns:a16="http://schemas.microsoft.com/office/drawing/2014/main" id="{86981F11-2908-1BCE-186E-E7E10B239707}"/>
              </a:ext>
            </a:extLst>
          </p:cNvPr>
          <p:cNvGrpSpPr/>
          <p:nvPr/>
        </p:nvGrpSpPr>
        <p:grpSpPr>
          <a:xfrm>
            <a:off x="6419992" y="607180"/>
            <a:ext cx="1298255" cy="969292"/>
            <a:chOff x="3333225" y="4153150"/>
            <a:chExt cx="601350" cy="448975"/>
          </a:xfrm>
        </p:grpSpPr>
        <p:sp>
          <p:nvSpPr>
            <p:cNvPr id="4129" name="Google Shape;4129;p71">
              <a:extLst>
                <a:ext uri="{FF2B5EF4-FFF2-40B4-BE49-F238E27FC236}">
                  <a16:creationId xmlns:a16="http://schemas.microsoft.com/office/drawing/2014/main" id="{46158B57-6A15-97A1-6F98-E156CA2C14DE}"/>
                </a:ext>
              </a:extLst>
            </p:cNvPr>
            <p:cNvSpPr/>
            <p:nvPr/>
          </p:nvSpPr>
          <p:spPr>
            <a:xfrm>
              <a:off x="3333975" y="4153950"/>
              <a:ext cx="599775" cy="447450"/>
            </a:xfrm>
            <a:custGeom>
              <a:avLst/>
              <a:gdLst/>
              <a:ahLst/>
              <a:cxnLst/>
              <a:rect l="l" t="t" r="r" b="b"/>
              <a:pathLst>
                <a:path w="23991" h="17898" extrusionOk="0">
                  <a:moveTo>
                    <a:pt x="0" y="1"/>
                  </a:moveTo>
                  <a:lnTo>
                    <a:pt x="0" y="17897"/>
                  </a:lnTo>
                  <a:lnTo>
                    <a:pt x="23991" y="17897"/>
                  </a:lnTo>
                  <a:lnTo>
                    <a:pt x="2399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71">
              <a:extLst>
                <a:ext uri="{FF2B5EF4-FFF2-40B4-BE49-F238E27FC236}">
                  <a16:creationId xmlns:a16="http://schemas.microsoft.com/office/drawing/2014/main" id="{8F0D73EE-D9EB-6815-F4B7-A96922613B92}"/>
                </a:ext>
              </a:extLst>
            </p:cNvPr>
            <p:cNvSpPr/>
            <p:nvPr/>
          </p:nvSpPr>
          <p:spPr>
            <a:xfrm>
              <a:off x="3333225" y="4153150"/>
              <a:ext cx="601350" cy="448975"/>
            </a:xfrm>
            <a:custGeom>
              <a:avLst/>
              <a:gdLst/>
              <a:ahLst/>
              <a:cxnLst/>
              <a:rect l="l" t="t" r="r" b="b"/>
              <a:pathLst>
                <a:path w="24054" h="17959" extrusionOk="0">
                  <a:moveTo>
                    <a:pt x="23992" y="62"/>
                  </a:moveTo>
                  <a:lnTo>
                    <a:pt x="23992" y="17897"/>
                  </a:lnTo>
                  <a:lnTo>
                    <a:pt x="60" y="17897"/>
                  </a:lnTo>
                  <a:lnTo>
                    <a:pt x="60" y="62"/>
                  </a:lnTo>
                  <a:close/>
                  <a:moveTo>
                    <a:pt x="30" y="0"/>
                  </a:moveTo>
                  <a:cubicBezTo>
                    <a:pt x="14" y="0"/>
                    <a:pt x="1" y="17"/>
                    <a:pt x="1" y="33"/>
                  </a:cubicBezTo>
                  <a:lnTo>
                    <a:pt x="1" y="17929"/>
                  </a:lnTo>
                  <a:cubicBezTo>
                    <a:pt x="1" y="17946"/>
                    <a:pt x="14" y="17959"/>
                    <a:pt x="30" y="17959"/>
                  </a:cubicBezTo>
                  <a:lnTo>
                    <a:pt x="24021" y="17959"/>
                  </a:lnTo>
                  <a:cubicBezTo>
                    <a:pt x="24041" y="17959"/>
                    <a:pt x="24054" y="17946"/>
                    <a:pt x="24054" y="17929"/>
                  </a:cubicBezTo>
                  <a:lnTo>
                    <a:pt x="24054" y="33"/>
                  </a:lnTo>
                  <a:cubicBezTo>
                    <a:pt x="24054" y="17"/>
                    <a:pt x="24041" y="0"/>
                    <a:pt x="24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71">
              <a:extLst>
                <a:ext uri="{FF2B5EF4-FFF2-40B4-BE49-F238E27FC236}">
                  <a16:creationId xmlns:a16="http://schemas.microsoft.com/office/drawing/2014/main" id="{25A94100-099F-34AC-6BBE-BBE14F64E1A3}"/>
                </a:ext>
              </a:extLst>
            </p:cNvPr>
            <p:cNvSpPr/>
            <p:nvPr/>
          </p:nvSpPr>
          <p:spPr>
            <a:xfrm>
              <a:off x="3356975" y="4180225"/>
              <a:ext cx="23775" cy="20350"/>
            </a:xfrm>
            <a:custGeom>
              <a:avLst/>
              <a:gdLst/>
              <a:ahLst/>
              <a:cxnLst/>
              <a:rect l="l" t="t" r="r" b="b"/>
              <a:pathLst>
                <a:path w="951" h="814" extrusionOk="0">
                  <a:moveTo>
                    <a:pt x="543" y="1"/>
                  </a:moveTo>
                  <a:cubicBezTo>
                    <a:pt x="183" y="1"/>
                    <a:pt x="1" y="438"/>
                    <a:pt x="255" y="693"/>
                  </a:cubicBezTo>
                  <a:cubicBezTo>
                    <a:pt x="339" y="776"/>
                    <a:pt x="441" y="814"/>
                    <a:pt x="541" y="814"/>
                  </a:cubicBezTo>
                  <a:cubicBezTo>
                    <a:pt x="749" y="814"/>
                    <a:pt x="948" y="652"/>
                    <a:pt x="951" y="409"/>
                  </a:cubicBezTo>
                  <a:cubicBezTo>
                    <a:pt x="951" y="184"/>
                    <a:pt x="768" y="1"/>
                    <a:pt x="5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71">
              <a:extLst>
                <a:ext uri="{FF2B5EF4-FFF2-40B4-BE49-F238E27FC236}">
                  <a16:creationId xmlns:a16="http://schemas.microsoft.com/office/drawing/2014/main" id="{9E618864-3836-EB5F-B3CF-68052A0C00BF}"/>
                </a:ext>
              </a:extLst>
            </p:cNvPr>
            <p:cNvSpPr/>
            <p:nvPr/>
          </p:nvSpPr>
          <p:spPr>
            <a:xfrm>
              <a:off x="3887225" y="4180225"/>
              <a:ext cx="23775" cy="20350"/>
            </a:xfrm>
            <a:custGeom>
              <a:avLst/>
              <a:gdLst/>
              <a:ahLst/>
              <a:cxnLst/>
              <a:rect l="l" t="t" r="r" b="b"/>
              <a:pathLst>
                <a:path w="951" h="814" extrusionOk="0">
                  <a:moveTo>
                    <a:pt x="542" y="1"/>
                  </a:moveTo>
                  <a:cubicBezTo>
                    <a:pt x="183" y="1"/>
                    <a:pt x="0" y="438"/>
                    <a:pt x="258" y="693"/>
                  </a:cubicBezTo>
                  <a:cubicBezTo>
                    <a:pt x="341" y="776"/>
                    <a:pt x="443" y="814"/>
                    <a:pt x="542" y="814"/>
                  </a:cubicBezTo>
                  <a:cubicBezTo>
                    <a:pt x="750" y="814"/>
                    <a:pt x="950" y="652"/>
                    <a:pt x="950" y="409"/>
                  </a:cubicBezTo>
                  <a:cubicBezTo>
                    <a:pt x="950" y="184"/>
                    <a:pt x="767" y="1"/>
                    <a:pt x="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71">
              <a:extLst>
                <a:ext uri="{FF2B5EF4-FFF2-40B4-BE49-F238E27FC236}">
                  <a16:creationId xmlns:a16="http://schemas.microsoft.com/office/drawing/2014/main" id="{5DB20F71-D518-FA24-023B-A7978EB14308}"/>
                </a:ext>
              </a:extLst>
            </p:cNvPr>
            <p:cNvSpPr/>
            <p:nvPr/>
          </p:nvSpPr>
          <p:spPr>
            <a:xfrm>
              <a:off x="3381450" y="4234000"/>
              <a:ext cx="511175" cy="340550"/>
            </a:xfrm>
            <a:custGeom>
              <a:avLst/>
              <a:gdLst/>
              <a:ahLst/>
              <a:cxnLst/>
              <a:rect l="l" t="t" r="r" b="b"/>
              <a:pathLst>
                <a:path w="20447" h="13622" extrusionOk="0">
                  <a:moveTo>
                    <a:pt x="11947" y="1"/>
                  </a:moveTo>
                  <a:lnTo>
                    <a:pt x="9506" y="2233"/>
                  </a:lnTo>
                  <a:lnTo>
                    <a:pt x="8700" y="4019"/>
                  </a:lnTo>
                  <a:lnTo>
                    <a:pt x="8700" y="5328"/>
                  </a:lnTo>
                  <a:lnTo>
                    <a:pt x="6656" y="5328"/>
                  </a:lnTo>
                  <a:lnTo>
                    <a:pt x="6294" y="5759"/>
                  </a:lnTo>
                  <a:lnTo>
                    <a:pt x="6294" y="11089"/>
                  </a:lnTo>
                  <a:lnTo>
                    <a:pt x="4531" y="11089"/>
                  </a:lnTo>
                  <a:lnTo>
                    <a:pt x="4531" y="4153"/>
                  </a:lnTo>
                  <a:lnTo>
                    <a:pt x="3040" y="4153"/>
                  </a:lnTo>
                  <a:lnTo>
                    <a:pt x="3040" y="4149"/>
                  </a:lnTo>
                  <a:lnTo>
                    <a:pt x="2677" y="4580"/>
                  </a:lnTo>
                  <a:lnTo>
                    <a:pt x="2677" y="11089"/>
                  </a:lnTo>
                  <a:lnTo>
                    <a:pt x="2459" y="11089"/>
                  </a:lnTo>
                  <a:lnTo>
                    <a:pt x="2459" y="2188"/>
                  </a:lnTo>
                  <a:lnTo>
                    <a:pt x="17" y="2188"/>
                  </a:lnTo>
                  <a:lnTo>
                    <a:pt x="17" y="11089"/>
                  </a:lnTo>
                  <a:lnTo>
                    <a:pt x="1" y="11089"/>
                  </a:lnTo>
                  <a:lnTo>
                    <a:pt x="1" y="13622"/>
                  </a:lnTo>
                  <a:lnTo>
                    <a:pt x="20447" y="13622"/>
                  </a:lnTo>
                  <a:lnTo>
                    <a:pt x="20447" y="11089"/>
                  </a:lnTo>
                  <a:lnTo>
                    <a:pt x="20447" y="5328"/>
                  </a:lnTo>
                  <a:lnTo>
                    <a:pt x="18009" y="5328"/>
                  </a:lnTo>
                  <a:lnTo>
                    <a:pt x="17646" y="5759"/>
                  </a:lnTo>
                  <a:lnTo>
                    <a:pt x="17646" y="11089"/>
                  </a:lnTo>
                  <a:lnTo>
                    <a:pt x="17075" y="11089"/>
                  </a:lnTo>
                  <a:lnTo>
                    <a:pt x="17075" y="2703"/>
                  </a:lnTo>
                  <a:lnTo>
                    <a:pt x="15587" y="2703"/>
                  </a:lnTo>
                  <a:lnTo>
                    <a:pt x="15371" y="3337"/>
                  </a:lnTo>
                  <a:lnTo>
                    <a:pt x="15371" y="11089"/>
                  </a:lnTo>
                  <a:lnTo>
                    <a:pt x="15029" y="11089"/>
                  </a:lnTo>
                  <a:lnTo>
                    <a:pt x="15029" y="2703"/>
                  </a:lnTo>
                  <a:lnTo>
                    <a:pt x="13537" y="2703"/>
                  </a:lnTo>
                  <a:lnTo>
                    <a:pt x="13325" y="3337"/>
                  </a:lnTo>
                  <a:lnTo>
                    <a:pt x="13325" y="11089"/>
                  </a:lnTo>
                  <a:lnTo>
                    <a:pt x="11947" y="11089"/>
                  </a:lnTo>
                  <a:lnTo>
                    <a:pt x="119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4" name="Google Shape;4134;p71">
            <a:extLst>
              <a:ext uri="{FF2B5EF4-FFF2-40B4-BE49-F238E27FC236}">
                <a16:creationId xmlns:a16="http://schemas.microsoft.com/office/drawing/2014/main" id="{1280538B-6BF3-76F7-AF08-B641EF98AB89}"/>
              </a:ext>
            </a:extLst>
          </p:cNvPr>
          <p:cNvSpPr/>
          <p:nvPr/>
        </p:nvSpPr>
        <p:spPr>
          <a:xfrm>
            <a:off x="5150125" y="425725"/>
            <a:ext cx="4006525" cy="3556875"/>
          </a:xfrm>
          <a:custGeom>
            <a:avLst/>
            <a:gdLst/>
            <a:ahLst/>
            <a:cxnLst/>
            <a:rect l="l" t="t" r="r" b="b"/>
            <a:pathLst>
              <a:path w="160261" h="142275" extrusionOk="0">
                <a:moveTo>
                  <a:pt x="160261" y="0"/>
                </a:moveTo>
                <a:lnTo>
                  <a:pt x="160036" y="70604"/>
                </a:lnTo>
                <a:lnTo>
                  <a:pt x="95762" y="142275"/>
                </a:lnTo>
                <a:lnTo>
                  <a:pt x="0" y="88386"/>
                </a:lnTo>
                <a:lnTo>
                  <a:pt x="242" y="73358"/>
                </a:lnTo>
                <a:close/>
              </a:path>
            </a:pathLst>
          </a:custGeom>
          <a:gradFill>
            <a:gsLst>
              <a:gs pos="0">
                <a:srgbClr val="D88794">
                  <a:alpha val="32549"/>
                </a:srgbClr>
              </a:gs>
              <a:gs pos="33000">
                <a:srgbClr val="F5A65A">
                  <a:alpha val="26274"/>
                </a:srgbClr>
              </a:gs>
              <a:gs pos="100000">
                <a:srgbClr val="D88794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35" name="Google Shape;4135;p71">
            <a:extLst>
              <a:ext uri="{FF2B5EF4-FFF2-40B4-BE49-F238E27FC236}">
                <a16:creationId xmlns:a16="http://schemas.microsoft.com/office/drawing/2014/main" id="{FC51A816-0BAB-87B4-54CE-0243AC5CA298}"/>
              </a:ext>
            </a:extLst>
          </p:cNvPr>
          <p:cNvSpPr/>
          <p:nvPr/>
        </p:nvSpPr>
        <p:spPr>
          <a:xfrm>
            <a:off x="550625" y="1284782"/>
            <a:ext cx="4599499" cy="1857179"/>
          </a:xfrm>
          <a:prstGeom prst="roundRect">
            <a:avLst>
              <a:gd name="adj" fmla="val 10768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6" name="Google Shape;4136;p71">
            <a:extLst>
              <a:ext uri="{FF2B5EF4-FFF2-40B4-BE49-F238E27FC236}">
                <a16:creationId xmlns:a16="http://schemas.microsoft.com/office/drawing/2014/main" id="{932F644C-DDA2-DF4E-CEC9-BDC0A0BB9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948" y="268539"/>
            <a:ext cx="3996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INTRODUCTION</a:t>
            </a:r>
            <a:endParaRPr sz="3200" dirty="0"/>
          </a:p>
        </p:txBody>
      </p:sp>
      <p:grpSp>
        <p:nvGrpSpPr>
          <p:cNvPr id="4138" name="Google Shape;4138;p71">
            <a:extLst>
              <a:ext uri="{FF2B5EF4-FFF2-40B4-BE49-F238E27FC236}">
                <a16:creationId xmlns:a16="http://schemas.microsoft.com/office/drawing/2014/main" id="{C723A30F-9E0A-40A1-1A81-0507D3A2D395}"/>
              </a:ext>
            </a:extLst>
          </p:cNvPr>
          <p:cNvGrpSpPr/>
          <p:nvPr/>
        </p:nvGrpSpPr>
        <p:grpSpPr>
          <a:xfrm>
            <a:off x="4497599" y="2470420"/>
            <a:ext cx="5095584" cy="2430159"/>
            <a:chOff x="4456650" y="1382075"/>
            <a:chExt cx="2697075" cy="1286275"/>
          </a:xfrm>
        </p:grpSpPr>
        <p:sp>
          <p:nvSpPr>
            <p:cNvPr id="4139" name="Google Shape;4139;p71">
              <a:extLst>
                <a:ext uri="{FF2B5EF4-FFF2-40B4-BE49-F238E27FC236}">
                  <a16:creationId xmlns:a16="http://schemas.microsoft.com/office/drawing/2014/main" id="{3D590E74-E3F8-3296-E083-CB283830B60A}"/>
                </a:ext>
              </a:extLst>
            </p:cNvPr>
            <p:cNvSpPr/>
            <p:nvPr/>
          </p:nvSpPr>
          <p:spPr>
            <a:xfrm>
              <a:off x="4456650" y="2265150"/>
              <a:ext cx="2615325" cy="398475"/>
            </a:xfrm>
            <a:custGeom>
              <a:avLst/>
              <a:gdLst/>
              <a:ahLst/>
              <a:cxnLst/>
              <a:rect l="l" t="t" r="r" b="b"/>
              <a:pathLst>
                <a:path w="104613" h="15939" extrusionOk="0">
                  <a:moveTo>
                    <a:pt x="18203" y="0"/>
                  </a:moveTo>
                  <a:lnTo>
                    <a:pt x="6619" y="2370"/>
                  </a:lnTo>
                  <a:cubicBezTo>
                    <a:pt x="5836" y="2491"/>
                    <a:pt x="5141" y="2938"/>
                    <a:pt x="4707" y="3601"/>
                  </a:cubicBezTo>
                  <a:lnTo>
                    <a:pt x="764" y="9616"/>
                  </a:lnTo>
                  <a:cubicBezTo>
                    <a:pt x="1" y="10780"/>
                    <a:pt x="837" y="12329"/>
                    <a:pt x="2228" y="12329"/>
                  </a:cubicBezTo>
                  <a:cubicBezTo>
                    <a:pt x="2230" y="12329"/>
                    <a:pt x="2231" y="12329"/>
                    <a:pt x="2232" y="12329"/>
                  </a:cubicBezTo>
                  <a:lnTo>
                    <a:pt x="81219" y="12175"/>
                  </a:lnTo>
                  <a:lnTo>
                    <a:pt x="81219" y="12175"/>
                  </a:lnTo>
                  <a:cubicBezTo>
                    <a:pt x="81101" y="12319"/>
                    <a:pt x="82433" y="13037"/>
                    <a:pt x="83190" y="13416"/>
                  </a:cubicBezTo>
                  <a:cubicBezTo>
                    <a:pt x="82701" y="13566"/>
                    <a:pt x="82316" y="13765"/>
                    <a:pt x="82619" y="14016"/>
                  </a:cubicBezTo>
                  <a:cubicBezTo>
                    <a:pt x="82704" y="14086"/>
                    <a:pt x="82843" y="14114"/>
                    <a:pt x="83014" y="14114"/>
                  </a:cubicBezTo>
                  <a:cubicBezTo>
                    <a:pt x="83278" y="14114"/>
                    <a:pt x="83619" y="14046"/>
                    <a:pt x="83957" y="13957"/>
                  </a:cubicBezTo>
                  <a:cubicBezTo>
                    <a:pt x="84431" y="14529"/>
                    <a:pt x="86751" y="15172"/>
                    <a:pt x="91093" y="15403"/>
                  </a:cubicBezTo>
                  <a:cubicBezTo>
                    <a:pt x="95743" y="15649"/>
                    <a:pt x="99575" y="15939"/>
                    <a:pt x="101914" y="15939"/>
                  </a:cubicBezTo>
                  <a:cubicBezTo>
                    <a:pt x="103457" y="15939"/>
                    <a:pt x="104351" y="15813"/>
                    <a:pt x="104403" y="15465"/>
                  </a:cubicBezTo>
                  <a:cubicBezTo>
                    <a:pt x="104599" y="14173"/>
                    <a:pt x="101870" y="11901"/>
                    <a:pt x="97758" y="10808"/>
                  </a:cubicBezTo>
                  <a:lnTo>
                    <a:pt x="104612" y="10808"/>
                  </a:lnTo>
                  <a:lnTo>
                    <a:pt x="98450" y="245"/>
                  </a:lnTo>
                  <a:lnTo>
                    <a:pt x="18203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71">
              <a:extLst>
                <a:ext uri="{FF2B5EF4-FFF2-40B4-BE49-F238E27FC236}">
                  <a16:creationId xmlns:a16="http://schemas.microsoft.com/office/drawing/2014/main" id="{B58B15F7-40F6-86EC-6AF4-1C91B5217CF7}"/>
                </a:ext>
              </a:extLst>
            </p:cNvPr>
            <p:cNvSpPr/>
            <p:nvPr/>
          </p:nvSpPr>
          <p:spPr>
            <a:xfrm>
              <a:off x="6827875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0" y="1"/>
                  </a:moveTo>
                  <a:lnTo>
                    <a:pt x="2488" y="6937"/>
                  </a:lnTo>
                  <a:lnTo>
                    <a:pt x="2723" y="7283"/>
                  </a:lnTo>
                  <a:lnTo>
                    <a:pt x="4113" y="7283"/>
                  </a:lnTo>
                  <a:lnTo>
                    <a:pt x="28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71">
              <a:extLst>
                <a:ext uri="{FF2B5EF4-FFF2-40B4-BE49-F238E27FC236}">
                  <a16:creationId xmlns:a16="http://schemas.microsoft.com/office/drawing/2014/main" id="{6666A5A3-9D3E-267C-CA02-008E914985E8}"/>
                </a:ext>
              </a:extLst>
            </p:cNvPr>
            <p:cNvSpPr/>
            <p:nvPr/>
          </p:nvSpPr>
          <p:spPr>
            <a:xfrm>
              <a:off x="6826900" y="2308875"/>
              <a:ext cx="104625" cy="183650"/>
            </a:xfrm>
            <a:custGeom>
              <a:avLst/>
              <a:gdLst/>
              <a:ahLst/>
              <a:cxnLst/>
              <a:rect l="l" t="t" r="r" b="b"/>
              <a:pathLst>
                <a:path w="4185" h="7346" extrusionOk="0">
                  <a:moveTo>
                    <a:pt x="2863" y="63"/>
                  </a:moveTo>
                  <a:lnTo>
                    <a:pt x="4116" y="7283"/>
                  </a:lnTo>
                  <a:lnTo>
                    <a:pt x="2775" y="7283"/>
                  </a:lnTo>
                  <a:lnTo>
                    <a:pt x="2553" y="6953"/>
                  </a:lnTo>
                  <a:lnTo>
                    <a:pt x="82" y="63"/>
                  </a:lnTo>
                  <a:close/>
                  <a:moveTo>
                    <a:pt x="36" y="1"/>
                  </a:moveTo>
                  <a:cubicBezTo>
                    <a:pt x="17" y="1"/>
                    <a:pt x="0" y="24"/>
                    <a:pt x="10" y="43"/>
                  </a:cubicBezTo>
                  <a:lnTo>
                    <a:pt x="2497" y="6979"/>
                  </a:lnTo>
                  <a:cubicBezTo>
                    <a:pt x="2497" y="6979"/>
                    <a:pt x="2501" y="6983"/>
                    <a:pt x="2501" y="6986"/>
                  </a:cubicBezTo>
                  <a:lnTo>
                    <a:pt x="2736" y="7332"/>
                  </a:lnTo>
                  <a:cubicBezTo>
                    <a:pt x="2739" y="7338"/>
                    <a:pt x="2749" y="7345"/>
                    <a:pt x="2762" y="7345"/>
                  </a:cubicBezTo>
                  <a:lnTo>
                    <a:pt x="4152" y="7345"/>
                  </a:lnTo>
                  <a:cubicBezTo>
                    <a:pt x="4162" y="7345"/>
                    <a:pt x="4168" y="7338"/>
                    <a:pt x="4175" y="7332"/>
                  </a:cubicBezTo>
                  <a:cubicBezTo>
                    <a:pt x="4182" y="7325"/>
                    <a:pt x="4185" y="7316"/>
                    <a:pt x="4182" y="7309"/>
                  </a:cubicBezTo>
                  <a:lnTo>
                    <a:pt x="2918" y="27"/>
                  </a:lnTo>
                  <a:cubicBezTo>
                    <a:pt x="2915" y="14"/>
                    <a:pt x="2902" y="1"/>
                    <a:pt x="2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1">
              <a:extLst>
                <a:ext uri="{FF2B5EF4-FFF2-40B4-BE49-F238E27FC236}">
                  <a16:creationId xmlns:a16="http://schemas.microsoft.com/office/drawing/2014/main" id="{643A4DCA-B0F9-404E-A8D3-1CFE25F4BC1D}"/>
                </a:ext>
              </a:extLst>
            </p:cNvPr>
            <p:cNvSpPr/>
            <p:nvPr/>
          </p:nvSpPr>
          <p:spPr>
            <a:xfrm>
              <a:off x="6827875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0" y="1"/>
                  </a:moveTo>
                  <a:lnTo>
                    <a:pt x="2488" y="6937"/>
                  </a:lnTo>
                  <a:lnTo>
                    <a:pt x="2723" y="7283"/>
                  </a:lnTo>
                  <a:lnTo>
                    <a:pt x="4113" y="7283"/>
                  </a:lnTo>
                  <a:lnTo>
                    <a:pt x="28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1">
              <a:extLst>
                <a:ext uri="{FF2B5EF4-FFF2-40B4-BE49-F238E27FC236}">
                  <a16:creationId xmlns:a16="http://schemas.microsoft.com/office/drawing/2014/main" id="{1910607F-D492-0514-2ACC-B6EFDAA1BF51}"/>
                </a:ext>
              </a:extLst>
            </p:cNvPr>
            <p:cNvSpPr/>
            <p:nvPr/>
          </p:nvSpPr>
          <p:spPr>
            <a:xfrm>
              <a:off x="6873325" y="2365100"/>
              <a:ext cx="27525" cy="125450"/>
            </a:xfrm>
            <a:custGeom>
              <a:avLst/>
              <a:gdLst/>
              <a:ahLst/>
              <a:cxnLst/>
              <a:rect l="l" t="t" r="r" b="b"/>
              <a:pathLst>
                <a:path w="1101" h="5018" extrusionOk="0">
                  <a:moveTo>
                    <a:pt x="63" y="1"/>
                  </a:moveTo>
                  <a:lnTo>
                    <a:pt x="1" y="14"/>
                  </a:lnTo>
                  <a:lnTo>
                    <a:pt x="1042" y="5018"/>
                  </a:lnTo>
                  <a:lnTo>
                    <a:pt x="1101" y="5005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1">
              <a:extLst>
                <a:ext uri="{FF2B5EF4-FFF2-40B4-BE49-F238E27FC236}">
                  <a16:creationId xmlns:a16="http://schemas.microsoft.com/office/drawing/2014/main" id="{B8DC29E2-7FD0-5410-B736-399A5262719E}"/>
                </a:ext>
              </a:extLst>
            </p:cNvPr>
            <p:cNvSpPr/>
            <p:nvPr/>
          </p:nvSpPr>
          <p:spPr>
            <a:xfrm>
              <a:off x="5095000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1264" y="1"/>
                  </a:moveTo>
                  <a:lnTo>
                    <a:pt x="0" y="7283"/>
                  </a:lnTo>
                  <a:lnTo>
                    <a:pt x="1391" y="7283"/>
                  </a:lnTo>
                  <a:lnTo>
                    <a:pt x="1626" y="6937"/>
                  </a:lnTo>
                  <a:lnTo>
                    <a:pt x="41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1">
              <a:extLst>
                <a:ext uri="{FF2B5EF4-FFF2-40B4-BE49-F238E27FC236}">
                  <a16:creationId xmlns:a16="http://schemas.microsoft.com/office/drawing/2014/main" id="{82176053-426C-4104-B460-D627AF765D38}"/>
                </a:ext>
              </a:extLst>
            </p:cNvPr>
            <p:cNvSpPr/>
            <p:nvPr/>
          </p:nvSpPr>
          <p:spPr>
            <a:xfrm>
              <a:off x="5094175" y="2308975"/>
              <a:ext cx="104550" cy="183550"/>
            </a:xfrm>
            <a:custGeom>
              <a:avLst/>
              <a:gdLst/>
              <a:ahLst/>
              <a:cxnLst/>
              <a:rect l="l" t="t" r="r" b="b"/>
              <a:pathLst>
                <a:path w="4182" h="7342" extrusionOk="0">
                  <a:moveTo>
                    <a:pt x="4104" y="59"/>
                  </a:moveTo>
                  <a:lnTo>
                    <a:pt x="1633" y="6949"/>
                  </a:lnTo>
                  <a:lnTo>
                    <a:pt x="1408" y="7279"/>
                  </a:lnTo>
                  <a:lnTo>
                    <a:pt x="69" y="7279"/>
                  </a:lnTo>
                  <a:lnTo>
                    <a:pt x="1323" y="59"/>
                  </a:lnTo>
                  <a:close/>
                  <a:moveTo>
                    <a:pt x="1297" y="0"/>
                  </a:moveTo>
                  <a:cubicBezTo>
                    <a:pt x="1284" y="0"/>
                    <a:pt x="1270" y="10"/>
                    <a:pt x="1267" y="23"/>
                  </a:cubicBezTo>
                  <a:lnTo>
                    <a:pt x="4" y="7305"/>
                  </a:lnTo>
                  <a:cubicBezTo>
                    <a:pt x="1" y="7315"/>
                    <a:pt x="4" y="7321"/>
                    <a:pt x="11" y="7331"/>
                  </a:cubicBezTo>
                  <a:cubicBezTo>
                    <a:pt x="14" y="7338"/>
                    <a:pt x="24" y="7341"/>
                    <a:pt x="33" y="7341"/>
                  </a:cubicBezTo>
                  <a:lnTo>
                    <a:pt x="1424" y="7341"/>
                  </a:lnTo>
                  <a:cubicBezTo>
                    <a:pt x="1434" y="7341"/>
                    <a:pt x="1443" y="7338"/>
                    <a:pt x="1450" y="7328"/>
                  </a:cubicBezTo>
                  <a:lnTo>
                    <a:pt x="1685" y="6982"/>
                  </a:lnTo>
                  <a:cubicBezTo>
                    <a:pt x="1685" y="6982"/>
                    <a:pt x="1685" y="6979"/>
                    <a:pt x="1688" y="6975"/>
                  </a:cubicBezTo>
                  <a:lnTo>
                    <a:pt x="4175" y="39"/>
                  </a:lnTo>
                  <a:cubicBezTo>
                    <a:pt x="4182" y="20"/>
                    <a:pt x="4169" y="0"/>
                    <a:pt x="4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1">
              <a:extLst>
                <a:ext uri="{FF2B5EF4-FFF2-40B4-BE49-F238E27FC236}">
                  <a16:creationId xmlns:a16="http://schemas.microsoft.com/office/drawing/2014/main" id="{A6606AE2-F680-3972-447B-9EB2688D418D}"/>
                </a:ext>
              </a:extLst>
            </p:cNvPr>
            <p:cNvSpPr/>
            <p:nvPr/>
          </p:nvSpPr>
          <p:spPr>
            <a:xfrm>
              <a:off x="5095000" y="2309700"/>
              <a:ext cx="102850" cy="182075"/>
            </a:xfrm>
            <a:custGeom>
              <a:avLst/>
              <a:gdLst/>
              <a:ahLst/>
              <a:cxnLst/>
              <a:rect l="l" t="t" r="r" b="b"/>
              <a:pathLst>
                <a:path w="4114" h="7283" extrusionOk="0">
                  <a:moveTo>
                    <a:pt x="1264" y="1"/>
                  </a:moveTo>
                  <a:lnTo>
                    <a:pt x="0" y="7283"/>
                  </a:lnTo>
                  <a:lnTo>
                    <a:pt x="1391" y="7283"/>
                  </a:lnTo>
                  <a:lnTo>
                    <a:pt x="1626" y="6937"/>
                  </a:lnTo>
                  <a:lnTo>
                    <a:pt x="41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1">
              <a:extLst>
                <a:ext uri="{FF2B5EF4-FFF2-40B4-BE49-F238E27FC236}">
                  <a16:creationId xmlns:a16="http://schemas.microsoft.com/office/drawing/2014/main" id="{84F74893-4F20-C6A9-2827-BADE0BDF35E9}"/>
                </a:ext>
              </a:extLst>
            </p:cNvPr>
            <p:cNvSpPr/>
            <p:nvPr/>
          </p:nvSpPr>
          <p:spPr>
            <a:xfrm>
              <a:off x="4977725" y="2254125"/>
              <a:ext cx="2070100" cy="111175"/>
            </a:xfrm>
            <a:custGeom>
              <a:avLst/>
              <a:gdLst/>
              <a:ahLst/>
              <a:cxnLst/>
              <a:rect l="l" t="t" r="r" b="b"/>
              <a:pathLst>
                <a:path w="82804" h="4447" extrusionOk="0">
                  <a:moveTo>
                    <a:pt x="1" y="1"/>
                  </a:moveTo>
                  <a:lnTo>
                    <a:pt x="1" y="4446"/>
                  </a:lnTo>
                  <a:lnTo>
                    <a:pt x="82803" y="4446"/>
                  </a:lnTo>
                  <a:lnTo>
                    <a:pt x="828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1">
              <a:extLst>
                <a:ext uri="{FF2B5EF4-FFF2-40B4-BE49-F238E27FC236}">
                  <a16:creationId xmlns:a16="http://schemas.microsoft.com/office/drawing/2014/main" id="{BCD4E874-D459-1C57-C4BB-241C025DE557}"/>
                </a:ext>
              </a:extLst>
            </p:cNvPr>
            <p:cNvSpPr/>
            <p:nvPr/>
          </p:nvSpPr>
          <p:spPr>
            <a:xfrm>
              <a:off x="4977000" y="2253400"/>
              <a:ext cx="2071625" cy="112625"/>
            </a:xfrm>
            <a:custGeom>
              <a:avLst/>
              <a:gdLst/>
              <a:ahLst/>
              <a:cxnLst/>
              <a:rect l="l" t="t" r="r" b="b"/>
              <a:pathLst>
                <a:path w="82865" h="4505" extrusionOk="0">
                  <a:moveTo>
                    <a:pt x="82803" y="59"/>
                  </a:moveTo>
                  <a:lnTo>
                    <a:pt x="82803" y="4446"/>
                  </a:lnTo>
                  <a:lnTo>
                    <a:pt x="59" y="4446"/>
                  </a:lnTo>
                  <a:lnTo>
                    <a:pt x="59" y="59"/>
                  </a:lnTo>
                  <a:close/>
                  <a:moveTo>
                    <a:pt x="30" y="0"/>
                  </a:moveTo>
                  <a:cubicBezTo>
                    <a:pt x="14" y="0"/>
                    <a:pt x="1" y="13"/>
                    <a:pt x="1" y="30"/>
                  </a:cubicBezTo>
                  <a:lnTo>
                    <a:pt x="1" y="4475"/>
                  </a:lnTo>
                  <a:cubicBezTo>
                    <a:pt x="1" y="4492"/>
                    <a:pt x="14" y="4505"/>
                    <a:pt x="30" y="4505"/>
                  </a:cubicBezTo>
                  <a:lnTo>
                    <a:pt x="82832" y="4505"/>
                  </a:lnTo>
                  <a:cubicBezTo>
                    <a:pt x="82848" y="4505"/>
                    <a:pt x="82861" y="4492"/>
                    <a:pt x="82865" y="4479"/>
                  </a:cubicBezTo>
                  <a:lnTo>
                    <a:pt x="82865" y="30"/>
                  </a:lnTo>
                  <a:cubicBezTo>
                    <a:pt x="82865" y="13"/>
                    <a:pt x="82848" y="0"/>
                    <a:pt x="82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1">
              <a:extLst>
                <a:ext uri="{FF2B5EF4-FFF2-40B4-BE49-F238E27FC236}">
                  <a16:creationId xmlns:a16="http://schemas.microsoft.com/office/drawing/2014/main" id="{054B9D2B-0703-0738-CC84-2B2A98203CE0}"/>
                </a:ext>
              </a:extLst>
            </p:cNvPr>
            <p:cNvSpPr/>
            <p:nvPr/>
          </p:nvSpPr>
          <p:spPr>
            <a:xfrm>
              <a:off x="4953750" y="2365275"/>
              <a:ext cx="95325" cy="182075"/>
            </a:xfrm>
            <a:custGeom>
              <a:avLst/>
              <a:gdLst/>
              <a:ahLst/>
              <a:cxnLst/>
              <a:rect l="l" t="t" r="r" b="b"/>
              <a:pathLst>
                <a:path w="3813" h="7283" extrusionOk="0">
                  <a:moveTo>
                    <a:pt x="960" y="0"/>
                  </a:moveTo>
                  <a:lnTo>
                    <a:pt x="0" y="7273"/>
                  </a:lnTo>
                  <a:lnTo>
                    <a:pt x="1420" y="7282"/>
                  </a:lnTo>
                  <a:lnTo>
                    <a:pt x="1972" y="6728"/>
                  </a:lnTo>
                  <a:lnTo>
                    <a:pt x="38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1">
              <a:extLst>
                <a:ext uri="{FF2B5EF4-FFF2-40B4-BE49-F238E27FC236}">
                  <a16:creationId xmlns:a16="http://schemas.microsoft.com/office/drawing/2014/main" id="{BE92C5C4-3B19-ED29-22BB-33CDF940B59F}"/>
                </a:ext>
              </a:extLst>
            </p:cNvPr>
            <p:cNvSpPr/>
            <p:nvPr/>
          </p:nvSpPr>
          <p:spPr>
            <a:xfrm>
              <a:off x="4952925" y="2364550"/>
              <a:ext cx="96900" cy="183525"/>
            </a:xfrm>
            <a:custGeom>
              <a:avLst/>
              <a:gdLst/>
              <a:ahLst/>
              <a:cxnLst/>
              <a:rect l="l" t="t" r="r" b="b"/>
              <a:pathLst>
                <a:path w="3876" h="7341" extrusionOk="0">
                  <a:moveTo>
                    <a:pt x="3803" y="59"/>
                  </a:moveTo>
                  <a:lnTo>
                    <a:pt x="1979" y="6740"/>
                  </a:lnTo>
                  <a:lnTo>
                    <a:pt x="1440" y="7279"/>
                  </a:lnTo>
                  <a:lnTo>
                    <a:pt x="66" y="7272"/>
                  </a:lnTo>
                  <a:lnTo>
                    <a:pt x="1019" y="59"/>
                  </a:lnTo>
                  <a:close/>
                  <a:moveTo>
                    <a:pt x="993" y="0"/>
                  </a:moveTo>
                  <a:cubicBezTo>
                    <a:pt x="980" y="0"/>
                    <a:pt x="967" y="10"/>
                    <a:pt x="964" y="26"/>
                  </a:cubicBezTo>
                  <a:lnTo>
                    <a:pt x="1" y="7298"/>
                  </a:lnTo>
                  <a:cubicBezTo>
                    <a:pt x="1" y="7308"/>
                    <a:pt x="4" y="7318"/>
                    <a:pt x="11" y="7324"/>
                  </a:cubicBezTo>
                  <a:cubicBezTo>
                    <a:pt x="17" y="7331"/>
                    <a:pt x="24" y="7334"/>
                    <a:pt x="33" y="7334"/>
                  </a:cubicBezTo>
                  <a:lnTo>
                    <a:pt x="1453" y="7341"/>
                  </a:lnTo>
                  <a:cubicBezTo>
                    <a:pt x="1463" y="7341"/>
                    <a:pt x="1470" y="7338"/>
                    <a:pt x="1476" y="7331"/>
                  </a:cubicBezTo>
                  <a:lnTo>
                    <a:pt x="2028" y="6779"/>
                  </a:lnTo>
                  <a:cubicBezTo>
                    <a:pt x="2031" y="6776"/>
                    <a:pt x="2034" y="6770"/>
                    <a:pt x="2037" y="6766"/>
                  </a:cubicBezTo>
                  <a:lnTo>
                    <a:pt x="3875" y="39"/>
                  </a:lnTo>
                  <a:cubicBezTo>
                    <a:pt x="3875" y="29"/>
                    <a:pt x="3875" y="20"/>
                    <a:pt x="3869" y="10"/>
                  </a:cubicBezTo>
                  <a:cubicBezTo>
                    <a:pt x="3862" y="3"/>
                    <a:pt x="3856" y="0"/>
                    <a:pt x="3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1">
              <a:extLst>
                <a:ext uri="{FF2B5EF4-FFF2-40B4-BE49-F238E27FC236}">
                  <a16:creationId xmlns:a16="http://schemas.microsoft.com/office/drawing/2014/main" id="{43DA570B-9315-A0BC-C082-1D014CF58388}"/>
                </a:ext>
              </a:extLst>
            </p:cNvPr>
            <p:cNvSpPr/>
            <p:nvPr/>
          </p:nvSpPr>
          <p:spPr>
            <a:xfrm>
              <a:off x="5078275" y="1389325"/>
              <a:ext cx="1869000" cy="645175"/>
            </a:xfrm>
            <a:custGeom>
              <a:avLst/>
              <a:gdLst/>
              <a:ahLst/>
              <a:cxnLst/>
              <a:rect l="l" t="t" r="r" b="b"/>
              <a:pathLst>
                <a:path w="74760" h="25807" extrusionOk="0">
                  <a:moveTo>
                    <a:pt x="3601" y="1"/>
                  </a:moveTo>
                  <a:cubicBezTo>
                    <a:pt x="1613" y="1"/>
                    <a:pt x="0" y="1483"/>
                    <a:pt x="0" y="3310"/>
                  </a:cubicBezTo>
                  <a:lnTo>
                    <a:pt x="0" y="25806"/>
                  </a:lnTo>
                  <a:lnTo>
                    <a:pt x="74760" y="25806"/>
                  </a:lnTo>
                  <a:lnTo>
                    <a:pt x="74760" y="3310"/>
                  </a:lnTo>
                  <a:cubicBezTo>
                    <a:pt x="74760" y="1483"/>
                    <a:pt x="73147" y="1"/>
                    <a:pt x="711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1">
              <a:extLst>
                <a:ext uri="{FF2B5EF4-FFF2-40B4-BE49-F238E27FC236}">
                  <a16:creationId xmlns:a16="http://schemas.microsoft.com/office/drawing/2014/main" id="{722EF30B-C57C-70F7-F1E3-A6884F11E56D}"/>
                </a:ext>
              </a:extLst>
            </p:cNvPr>
            <p:cNvSpPr/>
            <p:nvPr/>
          </p:nvSpPr>
          <p:spPr>
            <a:xfrm>
              <a:off x="5078275" y="1389325"/>
              <a:ext cx="1869000" cy="645175"/>
            </a:xfrm>
            <a:custGeom>
              <a:avLst/>
              <a:gdLst/>
              <a:ahLst/>
              <a:cxnLst/>
              <a:rect l="l" t="t" r="r" b="b"/>
              <a:pathLst>
                <a:path w="74760" h="25807" extrusionOk="0">
                  <a:moveTo>
                    <a:pt x="71160" y="1"/>
                  </a:moveTo>
                  <a:lnTo>
                    <a:pt x="3601" y="1"/>
                  </a:lnTo>
                  <a:cubicBezTo>
                    <a:pt x="1613" y="1"/>
                    <a:pt x="0" y="1483"/>
                    <a:pt x="0" y="3310"/>
                  </a:cubicBezTo>
                  <a:lnTo>
                    <a:pt x="0" y="25806"/>
                  </a:lnTo>
                  <a:lnTo>
                    <a:pt x="74760" y="25806"/>
                  </a:lnTo>
                  <a:lnTo>
                    <a:pt x="74760" y="3310"/>
                  </a:lnTo>
                  <a:cubicBezTo>
                    <a:pt x="74760" y="1483"/>
                    <a:pt x="73147" y="1"/>
                    <a:pt x="7116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1">
              <a:extLst>
                <a:ext uri="{FF2B5EF4-FFF2-40B4-BE49-F238E27FC236}">
                  <a16:creationId xmlns:a16="http://schemas.microsoft.com/office/drawing/2014/main" id="{09C9E510-DF38-5E6F-CF72-5CEB01AB6284}"/>
                </a:ext>
              </a:extLst>
            </p:cNvPr>
            <p:cNvSpPr/>
            <p:nvPr/>
          </p:nvSpPr>
          <p:spPr>
            <a:xfrm>
              <a:off x="5270350" y="151922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78" y="824"/>
                  </a:moveTo>
                  <a:cubicBezTo>
                    <a:pt x="474" y="497"/>
                    <a:pt x="1581" y="1303"/>
                    <a:pt x="3542" y="1111"/>
                  </a:cubicBezTo>
                  <a:cubicBezTo>
                    <a:pt x="5419" y="928"/>
                    <a:pt x="6300" y="1"/>
                    <a:pt x="6565" y="295"/>
                  </a:cubicBezTo>
                  <a:cubicBezTo>
                    <a:pt x="6937" y="713"/>
                    <a:pt x="5821" y="3291"/>
                    <a:pt x="3878" y="3559"/>
                  </a:cubicBezTo>
                  <a:cubicBezTo>
                    <a:pt x="1793" y="3843"/>
                    <a:pt x="1" y="1297"/>
                    <a:pt x="278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1">
              <a:extLst>
                <a:ext uri="{FF2B5EF4-FFF2-40B4-BE49-F238E27FC236}">
                  <a16:creationId xmlns:a16="http://schemas.microsoft.com/office/drawing/2014/main" id="{EC89EF51-C21D-EEBF-C390-03BC0EBA4820}"/>
                </a:ext>
              </a:extLst>
            </p:cNvPr>
            <p:cNvSpPr/>
            <p:nvPr/>
          </p:nvSpPr>
          <p:spPr>
            <a:xfrm>
              <a:off x="5334175" y="1553150"/>
              <a:ext cx="34875" cy="34825"/>
            </a:xfrm>
            <a:custGeom>
              <a:avLst/>
              <a:gdLst/>
              <a:ahLst/>
              <a:cxnLst/>
              <a:rect l="l" t="t" r="r" b="b"/>
              <a:pathLst>
                <a:path w="1395" h="1393" extrusionOk="0">
                  <a:moveTo>
                    <a:pt x="678" y="61"/>
                  </a:moveTo>
                  <a:cubicBezTo>
                    <a:pt x="916" y="61"/>
                    <a:pt x="1134" y="194"/>
                    <a:pt x="1247" y="407"/>
                  </a:cubicBezTo>
                  <a:cubicBezTo>
                    <a:pt x="1322" y="560"/>
                    <a:pt x="1332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6"/>
                    <a:pt x="69" y="625"/>
                    <a:pt x="137" y="403"/>
                  </a:cubicBezTo>
                  <a:cubicBezTo>
                    <a:pt x="167" y="289"/>
                    <a:pt x="245" y="191"/>
                    <a:pt x="350" y="136"/>
                  </a:cubicBezTo>
                  <a:cubicBezTo>
                    <a:pt x="447" y="87"/>
                    <a:pt x="558" y="61"/>
                    <a:pt x="669" y="61"/>
                  </a:cubicBezTo>
                  <a:cubicBezTo>
                    <a:pt x="672" y="61"/>
                    <a:pt x="675" y="61"/>
                    <a:pt x="678" y="61"/>
                  </a:cubicBezTo>
                  <a:close/>
                  <a:moveTo>
                    <a:pt x="669" y="1"/>
                  </a:moveTo>
                  <a:cubicBezTo>
                    <a:pt x="553" y="1"/>
                    <a:pt x="433" y="27"/>
                    <a:pt x="320" y="83"/>
                  </a:cubicBezTo>
                  <a:cubicBezTo>
                    <a:pt x="203" y="145"/>
                    <a:pt x="115" y="253"/>
                    <a:pt x="79" y="387"/>
                  </a:cubicBezTo>
                  <a:cubicBezTo>
                    <a:pt x="0" y="635"/>
                    <a:pt x="62" y="929"/>
                    <a:pt x="131" y="1053"/>
                  </a:cubicBezTo>
                  <a:cubicBezTo>
                    <a:pt x="190" y="1157"/>
                    <a:pt x="444" y="1392"/>
                    <a:pt x="728" y="1392"/>
                  </a:cubicBezTo>
                  <a:cubicBezTo>
                    <a:pt x="807" y="1392"/>
                    <a:pt x="882" y="1373"/>
                    <a:pt x="950" y="1340"/>
                  </a:cubicBezTo>
                  <a:cubicBezTo>
                    <a:pt x="1126" y="1252"/>
                    <a:pt x="1260" y="1102"/>
                    <a:pt x="1329" y="919"/>
                  </a:cubicBezTo>
                  <a:cubicBezTo>
                    <a:pt x="1394" y="743"/>
                    <a:pt x="1384" y="547"/>
                    <a:pt x="1299" y="377"/>
                  </a:cubicBezTo>
                  <a:cubicBezTo>
                    <a:pt x="1179" y="137"/>
                    <a:pt x="932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1">
              <a:extLst>
                <a:ext uri="{FF2B5EF4-FFF2-40B4-BE49-F238E27FC236}">
                  <a16:creationId xmlns:a16="http://schemas.microsoft.com/office/drawing/2014/main" id="{0BD295AA-8611-25A1-1739-4763B3715BBE}"/>
                </a:ext>
              </a:extLst>
            </p:cNvPr>
            <p:cNvSpPr/>
            <p:nvPr/>
          </p:nvSpPr>
          <p:spPr>
            <a:xfrm>
              <a:off x="5631450" y="151922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4"/>
                  </a:moveTo>
                  <a:cubicBezTo>
                    <a:pt x="473" y="497"/>
                    <a:pt x="1580" y="1303"/>
                    <a:pt x="3542" y="1111"/>
                  </a:cubicBezTo>
                  <a:cubicBezTo>
                    <a:pt x="5418" y="928"/>
                    <a:pt x="6300" y="1"/>
                    <a:pt x="6564" y="295"/>
                  </a:cubicBezTo>
                  <a:cubicBezTo>
                    <a:pt x="6936" y="713"/>
                    <a:pt x="5823" y="3291"/>
                    <a:pt x="3878" y="3559"/>
                  </a:cubicBezTo>
                  <a:cubicBezTo>
                    <a:pt x="1792" y="3843"/>
                    <a:pt x="0" y="1297"/>
                    <a:pt x="281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71">
              <a:extLst>
                <a:ext uri="{FF2B5EF4-FFF2-40B4-BE49-F238E27FC236}">
                  <a16:creationId xmlns:a16="http://schemas.microsoft.com/office/drawing/2014/main" id="{76BB4571-958B-CBF6-3AED-0964D97798E3}"/>
                </a:ext>
              </a:extLst>
            </p:cNvPr>
            <p:cNvSpPr/>
            <p:nvPr/>
          </p:nvSpPr>
          <p:spPr>
            <a:xfrm>
              <a:off x="5695250" y="1553150"/>
              <a:ext cx="36750" cy="34825"/>
            </a:xfrm>
            <a:custGeom>
              <a:avLst/>
              <a:gdLst/>
              <a:ahLst/>
              <a:cxnLst/>
              <a:rect l="l" t="t" r="r" b="b"/>
              <a:pathLst>
                <a:path w="1470" h="1393" extrusionOk="0">
                  <a:moveTo>
                    <a:pt x="670" y="61"/>
                  </a:moveTo>
                  <a:cubicBezTo>
                    <a:pt x="735" y="61"/>
                    <a:pt x="800" y="70"/>
                    <a:pt x="866" y="90"/>
                  </a:cubicBezTo>
                  <a:cubicBezTo>
                    <a:pt x="1032" y="139"/>
                    <a:pt x="1169" y="253"/>
                    <a:pt x="1248" y="407"/>
                  </a:cubicBezTo>
                  <a:cubicBezTo>
                    <a:pt x="1323" y="560"/>
                    <a:pt x="1332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7" y="1318"/>
                    <a:pt x="789" y="1332"/>
                    <a:pt x="724" y="1332"/>
                  </a:cubicBezTo>
                  <a:cubicBezTo>
                    <a:pt x="455" y="1332"/>
                    <a:pt x="223" y="1094"/>
                    <a:pt x="183" y="1023"/>
                  </a:cubicBezTo>
                  <a:cubicBezTo>
                    <a:pt x="121" y="906"/>
                    <a:pt x="69" y="629"/>
                    <a:pt x="138" y="403"/>
                  </a:cubicBezTo>
                  <a:cubicBezTo>
                    <a:pt x="167" y="289"/>
                    <a:pt x="245" y="191"/>
                    <a:pt x="350" y="139"/>
                  </a:cubicBezTo>
                  <a:cubicBezTo>
                    <a:pt x="448" y="87"/>
                    <a:pt x="559" y="61"/>
                    <a:pt x="670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8"/>
                    <a:pt x="321" y="83"/>
                  </a:cubicBezTo>
                  <a:cubicBezTo>
                    <a:pt x="203" y="145"/>
                    <a:pt x="115" y="256"/>
                    <a:pt x="79" y="387"/>
                  </a:cubicBezTo>
                  <a:cubicBezTo>
                    <a:pt x="1" y="635"/>
                    <a:pt x="66" y="929"/>
                    <a:pt x="131" y="1053"/>
                  </a:cubicBezTo>
                  <a:cubicBezTo>
                    <a:pt x="190" y="1157"/>
                    <a:pt x="445" y="1392"/>
                    <a:pt x="729" y="1392"/>
                  </a:cubicBezTo>
                  <a:cubicBezTo>
                    <a:pt x="807" y="1392"/>
                    <a:pt x="882" y="1373"/>
                    <a:pt x="950" y="1340"/>
                  </a:cubicBezTo>
                  <a:cubicBezTo>
                    <a:pt x="1127" y="1252"/>
                    <a:pt x="1261" y="1102"/>
                    <a:pt x="1329" y="919"/>
                  </a:cubicBezTo>
                  <a:cubicBezTo>
                    <a:pt x="1469" y="550"/>
                    <a:pt x="1264" y="139"/>
                    <a:pt x="882" y="31"/>
                  </a:cubicBezTo>
                  <a:cubicBezTo>
                    <a:pt x="812" y="10"/>
                    <a:pt x="740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1">
              <a:extLst>
                <a:ext uri="{FF2B5EF4-FFF2-40B4-BE49-F238E27FC236}">
                  <a16:creationId xmlns:a16="http://schemas.microsoft.com/office/drawing/2014/main" id="{CCC588D0-F29C-0B8F-849C-7FD476060CB3}"/>
                </a:ext>
              </a:extLst>
            </p:cNvPr>
            <p:cNvSpPr/>
            <p:nvPr/>
          </p:nvSpPr>
          <p:spPr>
            <a:xfrm>
              <a:off x="5979550" y="151922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4"/>
                  </a:moveTo>
                  <a:cubicBezTo>
                    <a:pt x="474" y="497"/>
                    <a:pt x="1580" y="1303"/>
                    <a:pt x="3542" y="1111"/>
                  </a:cubicBezTo>
                  <a:cubicBezTo>
                    <a:pt x="5419" y="928"/>
                    <a:pt x="6300" y="1"/>
                    <a:pt x="6565" y="295"/>
                  </a:cubicBezTo>
                  <a:cubicBezTo>
                    <a:pt x="6937" y="713"/>
                    <a:pt x="5824" y="3291"/>
                    <a:pt x="3878" y="3559"/>
                  </a:cubicBezTo>
                  <a:cubicBezTo>
                    <a:pt x="1793" y="3843"/>
                    <a:pt x="1" y="1297"/>
                    <a:pt x="281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1">
              <a:extLst>
                <a:ext uri="{FF2B5EF4-FFF2-40B4-BE49-F238E27FC236}">
                  <a16:creationId xmlns:a16="http://schemas.microsoft.com/office/drawing/2014/main" id="{641E6F4D-54FF-A8EA-0B9F-C09F60B5E2F2}"/>
                </a:ext>
              </a:extLst>
            </p:cNvPr>
            <p:cNvSpPr/>
            <p:nvPr/>
          </p:nvSpPr>
          <p:spPr>
            <a:xfrm>
              <a:off x="6043375" y="1553150"/>
              <a:ext cx="34950" cy="34825"/>
            </a:xfrm>
            <a:custGeom>
              <a:avLst/>
              <a:gdLst/>
              <a:ahLst/>
              <a:cxnLst/>
              <a:rect l="l" t="t" r="r" b="b"/>
              <a:pathLst>
                <a:path w="1398" h="1393" extrusionOk="0">
                  <a:moveTo>
                    <a:pt x="678" y="61"/>
                  </a:moveTo>
                  <a:cubicBezTo>
                    <a:pt x="916" y="61"/>
                    <a:pt x="1134" y="194"/>
                    <a:pt x="1247" y="407"/>
                  </a:cubicBezTo>
                  <a:cubicBezTo>
                    <a:pt x="1322" y="560"/>
                    <a:pt x="1332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6" y="1318"/>
                    <a:pt x="789" y="1332"/>
                    <a:pt x="723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6"/>
                    <a:pt x="69" y="625"/>
                    <a:pt x="137" y="403"/>
                  </a:cubicBezTo>
                  <a:cubicBezTo>
                    <a:pt x="166" y="289"/>
                    <a:pt x="245" y="191"/>
                    <a:pt x="349" y="136"/>
                  </a:cubicBezTo>
                  <a:cubicBezTo>
                    <a:pt x="447" y="87"/>
                    <a:pt x="558" y="61"/>
                    <a:pt x="669" y="61"/>
                  </a:cubicBezTo>
                  <a:cubicBezTo>
                    <a:pt x="672" y="61"/>
                    <a:pt x="675" y="61"/>
                    <a:pt x="678" y="61"/>
                  </a:cubicBezTo>
                  <a:close/>
                  <a:moveTo>
                    <a:pt x="670" y="1"/>
                  </a:moveTo>
                  <a:cubicBezTo>
                    <a:pt x="554" y="1"/>
                    <a:pt x="435" y="27"/>
                    <a:pt x="323" y="83"/>
                  </a:cubicBezTo>
                  <a:cubicBezTo>
                    <a:pt x="202" y="145"/>
                    <a:pt x="114" y="253"/>
                    <a:pt x="78" y="387"/>
                  </a:cubicBezTo>
                  <a:cubicBezTo>
                    <a:pt x="0" y="635"/>
                    <a:pt x="62" y="929"/>
                    <a:pt x="131" y="1053"/>
                  </a:cubicBezTo>
                  <a:cubicBezTo>
                    <a:pt x="189" y="1157"/>
                    <a:pt x="444" y="1392"/>
                    <a:pt x="728" y="1392"/>
                  </a:cubicBezTo>
                  <a:cubicBezTo>
                    <a:pt x="806" y="1392"/>
                    <a:pt x="885" y="1373"/>
                    <a:pt x="953" y="1340"/>
                  </a:cubicBezTo>
                  <a:cubicBezTo>
                    <a:pt x="1126" y="1252"/>
                    <a:pt x="1263" y="1102"/>
                    <a:pt x="1328" y="919"/>
                  </a:cubicBezTo>
                  <a:cubicBezTo>
                    <a:pt x="1397" y="743"/>
                    <a:pt x="1387" y="547"/>
                    <a:pt x="1302" y="377"/>
                  </a:cubicBezTo>
                  <a:cubicBezTo>
                    <a:pt x="1182" y="137"/>
                    <a:pt x="934" y="1"/>
                    <a:pt x="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1">
              <a:extLst>
                <a:ext uri="{FF2B5EF4-FFF2-40B4-BE49-F238E27FC236}">
                  <a16:creationId xmlns:a16="http://schemas.microsoft.com/office/drawing/2014/main" id="{7192B02B-529D-0BB4-7144-FE079082E8B6}"/>
                </a:ext>
              </a:extLst>
            </p:cNvPr>
            <p:cNvSpPr/>
            <p:nvPr/>
          </p:nvSpPr>
          <p:spPr>
            <a:xfrm>
              <a:off x="5270350" y="173507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78" y="823"/>
                  </a:moveTo>
                  <a:cubicBezTo>
                    <a:pt x="474" y="496"/>
                    <a:pt x="1581" y="1303"/>
                    <a:pt x="3542" y="1107"/>
                  </a:cubicBezTo>
                  <a:cubicBezTo>
                    <a:pt x="5419" y="924"/>
                    <a:pt x="6300" y="0"/>
                    <a:pt x="6565" y="291"/>
                  </a:cubicBezTo>
                  <a:cubicBezTo>
                    <a:pt x="6937" y="709"/>
                    <a:pt x="5821" y="3287"/>
                    <a:pt x="3878" y="3555"/>
                  </a:cubicBezTo>
                  <a:cubicBezTo>
                    <a:pt x="1793" y="3842"/>
                    <a:pt x="1" y="1296"/>
                    <a:pt x="278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  <a:alpha val="8380"/>
                  </a:srgbClr>
                </a:gs>
                <a:gs pos="100000">
                  <a:srgbClr val="D88794">
                    <a:alpha val="61176"/>
                    <a:alpha val="838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1">
              <a:extLst>
                <a:ext uri="{FF2B5EF4-FFF2-40B4-BE49-F238E27FC236}">
                  <a16:creationId xmlns:a16="http://schemas.microsoft.com/office/drawing/2014/main" id="{2BE314C7-5BE7-0998-2DAE-761D2274AD59}"/>
                </a:ext>
              </a:extLst>
            </p:cNvPr>
            <p:cNvSpPr/>
            <p:nvPr/>
          </p:nvSpPr>
          <p:spPr>
            <a:xfrm>
              <a:off x="5334175" y="1769000"/>
              <a:ext cx="36900" cy="34800"/>
            </a:xfrm>
            <a:custGeom>
              <a:avLst/>
              <a:gdLst/>
              <a:ahLst/>
              <a:cxnLst/>
              <a:rect l="l" t="t" r="r" b="b"/>
              <a:pathLst>
                <a:path w="1476" h="1392" extrusionOk="0">
                  <a:moveTo>
                    <a:pt x="678" y="60"/>
                  </a:moveTo>
                  <a:cubicBezTo>
                    <a:pt x="916" y="60"/>
                    <a:pt x="1134" y="193"/>
                    <a:pt x="1247" y="406"/>
                  </a:cubicBezTo>
                  <a:cubicBezTo>
                    <a:pt x="1404" y="723"/>
                    <a:pt x="1260" y="1117"/>
                    <a:pt x="924" y="1284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5"/>
                    <a:pt x="69" y="628"/>
                    <a:pt x="137" y="403"/>
                  </a:cubicBezTo>
                  <a:cubicBezTo>
                    <a:pt x="167" y="288"/>
                    <a:pt x="245" y="194"/>
                    <a:pt x="350" y="138"/>
                  </a:cubicBezTo>
                  <a:cubicBezTo>
                    <a:pt x="447" y="86"/>
                    <a:pt x="558" y="60"/>
                    <a:pt x="669" y="60"/>
                  </a:cubicBezTo>
                  <a:cubicBezTo>
                    <a:pt x="672" y="60"/>
                    <a:pt x="675" y="60"/>
                    <a:pt x="678" y="60"/>
                  </a:cubicBezTo>
                  <a:close/>
                  <a:moveTo>
                    <a:pt x="669" y="0"/>
                  </a:moveTo>
                  <a:cubicBezTo>
                    <a:pt x="553" y="0"/>
                    <a:pt x="433" y="27"/>
                    <a:pt x="320" y="83"/>
                  </a:cubicBezTo>
                  <a:cubicBezTo>
                    <a:pt x="203" y="145"/>
                    <a:pt x="115" y="256"/>
                    <a:pt x="79" y="386"/>
                  </a:cubicBezTo>
                  <a:cubicBezTo>
                    <a:pt x="0" y="634"/>
                    <a:pt x="62" y="931"/>
                    <a:pt x="131" y="1052"/>
                  </a:cubicBezTo>
                  <a:cubicBezTo>
                    <a:pt x="190" y="1157"/>
                    <a:pt x="444" y="1392"/>
                    <a:pt x="728" y="1392"/>
                  </a:cubicBezTo>
                  <a:cubicBezTo>
                    <a:pt x="807" y="1392"/>
                    <a:pt x="882" y="1372"/>
                    <a:pt x="950" y="1339"/>
                  </a:cubicBezTo>
                  <a:cubicBezTo>
                    <a:pt x="1316" y="1157"/>
                    <a:pt x="1476" y="726"/>
                    <a:pt x="1299" y="377"/>
                  </a:cubicBezTo>
                  <a:cubicBezTo>
                    <a:pt x="1179" y="137"/>
                    <a:pt x="932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1">
              <a:extLst>
                <a:ext uri="{FF2B5EF4-FFF2-40B4-BE49-F238E27FC236}">
                  <a16:creationId xmlns:a16="http://schemas.microsoft.com/office/drawing/2014/main" id="{2A620C3B-9B0A-10CD-AA5B-3AE786F45014}"/>
                </a:ext>
              </a:extLst>
            </p:cNvPr>
            <p:cNvSpPr/>
            <p:nvPr/>
          </p:nvSpPr>
          <p:spPr>
            <a:xfrm>
              <a:off x="5631450" y="173507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3"/>
                  </a:moveTo>
                  <a:cubicBezTo>
                    <a:pt x="473" y="496"/>
                    <a:pt x="1580" y="1303"/>
                    <a:pt x="3542" y="1107"/>
                  </a:cubicBezTo>
                  <a:cubicBezTo>
                    <a:pt x="5418" y="924"/>
                    <a:pt x="6300" y="0"/>
                    <a:pt x="6564" y="291"/>
                  </a:cubicBezTo>
                  <a:cubicBezTo>
                    <a:pt x="6936" y="709"/>
                    <a:pt x="5823" y="3287"/>
                    <a:pt x="3878" y="3555"/>
                  </a:cubicBezTo>
                  <a:cubicBezTo>
                    <a:pt x="1792" y="3842"/>
                    <a:pt x="0" y="1296"/>
                    <a:pt x="281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1">
              <a:extLst>
                <a:ext uri="{FF2B5EF4-FFF2-40B4-BE49-F238E27FC236}">
                  <a16:creationId xmlns:a16="http://schemas.microsoft.com/office/drawing/2014/main" id="{0C3B86BB-5DEC-7EAA-12E0-0C133208DF5B}"/>
                </a:ext>
              </a:extLst>
            </p:cNvPr>
            <p:cNvSpPr/>
            <p:nvPr/>
          </p:nvSpPr>
          <p:spPr>
            <a:xfrm>
              <a:off x="5695250" y="1768975"/>
              <a:ext cx="36900" cy="34825"/>
            </a:xfrm>
            <a:custGeom>
              <a:avLst/>
              <a:gdLst/>
              <a:ahLst/>
              <a:cxnLst/>
              <a:rect l="l" t="t" r="r" b="b"/>
              <a:pathLst>
                <a:path w="1476" h="1393" extrusionOk="0">
                  <a:moveTo>
                    <a:pt x="670" y="61"/>
                  </a:moveTo>
                  <a:cubicBezTo>
                    <a:pt x="735" y="61"/>
                    <a:pt x="800" y="71"/>
                    <a:pt x="866" y="90"/>
                  </a:cubicBezTo>
                  <a:cubicBezTo>
                    <a:pt x="1032" y="139"/>
                    <a:pt x="1169" y="253"/>
                    <a:pt x="1248" y="407"/>
                  </a:cubicBezTo>
                  <a:cubicBezTo>
                    <a:pt x="1404" y="724"/>
                    <a:pt x="1261" y="1118"/>
                    <a:pt x="924" y="1285"/>
                  </a:cubicBezTo>
                  <a:cubicBezTo>
                    <a:pt x="857" y="1319"/>
                    <a:pt x="789" y="1333"/>
                    <a:pt x="724" y="1333"/>
                  </a:cubicBezTo>
                  <a:cubicBezTo>
                    <a:pt x="455" y="1333"/>
                    <a:pt x="223" y="1095"/>
                    <a:pt x="183" y="1024"/>
                  </a:cubicBezTo>
                  <a:cubicBezTo>
                    <a:pt x="121" y="906"/>
                    <a:pt x="69" y="629"/>
                    <a:pt x="138" y="404"/>
                  </a:cubicBezTo>
                  <a:cubicBezTo>
                    <a:pt x="167" y="289"/>
                    <a:pt x="245" y="195"/>
                    <a:pt x="350" y="139"/>
                  </a:cubicBezTo>
                  <a:cubicBezTo>
                    <a:pt x="448" y="87"/>
                    <a:pt x="559" y="61"/>
                    <a:pt x="670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9"/>
                    <a:pt x="321" y="84"/>
                  </a:cubicBezTo>
                  <a:cubicBezTo>
                    <a:pt x="203" y="146"/>
                    <a:pt x="115" y="257"/>
                    <a:pt x="79" y="387"/>
                  </a:cubicBezTo>
                  <a:cubicBezTo>
                    <a:pt x="1" y="635"/>
                    <a:pt x="66" y="932"/>
                    <a:pt x="131" y="1053"/>
                  </a:cubicBezTo>
                  <a:cubicBezTo>
                    <a:pt x="190" y="1158"/>
                    <a:pt x="445" y="1393"/>
                    <a:pt x="729" y="1393"/>
                  </a:cubicBezTo>
                  <a:cubicBezTo>
                    <a:pt x="807" y="1393"/>
                    <a:pt x="882" y="1373"/>
                    <a:pt x="950" y="1340"/>
                  </a:cubicBezTo>
                  <a:cubicBezTo>
                    <a:pt x="1319" y="1158"/>
                    <a:pt x="1476" y="727"/>
                    <a:pt x="1300" y="378"/>
                  </a:cubicBezTo>
                  <a:cubicBezTo>
                    <a:pt x="1215" y="211"/>
                    <a:pt x="1065" y="84"/>
                    <a:pt x="882" y="32"/>
                  </a:cubicBezTo>
                  <a:cubicBezTo>
                    <a:pt x="812" y="11"/>
                    <a:pt x="740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1">
              <a:extLst>
                <a:ext uri="{FF2B5EF4-FFF2-40B4-BE49-F238E27FC236}">
                  <a16:creationId xmlns:a16="http://schemas.microsoft.com/office/drawing/2014/main" id="{176BC558-DC7F-1F08-6BD0-F7B4B715B033}"/>
                </a:ext>
              </a:extLst>
            </p:cNvPr>
            <p:cNvSpPr/>
            <p:nvPr/>
          </p:nvSpPr>
          <p:spPr>
            <a:xfrm>
              <a:off x="5979550" y="1735075"/>
              <a:ext cx="173425" cy="96075"/>
            </a:xfrm>
            <a:custGeom>
              <a:avLst/>
              <a:gdLst/>
              <a:ahLst/>
              <a:cxnLst/>
              <a:rect l="l" t="t" r="r" b="b"/>
              <a:pathLst>
                <a:path w="6937" h="3843" extrusionOk="0">
                  <a:moveTo>
                    <a:pt x="281" y="823"/>
                  </a:moveTo>
                  <a:cubicBezTo>
                    <a:pt x="474" y="496"/>
                    <a:pt x="1580" y="1303"/>
                    <a:pt x="3542" y="1107"/>
                  </a:cubicBezTo>
                  <a:cubicBezTo>
                    <a:pt x="5419" y="924"/>
                    <a:pt x="6300" y="0"/>
                    <a:pt x="6565" y="291"/>
                  </a:cubicBezTo>
                  <a:cubicBezTo>
                    <a:pt x="6937" y="709"/>
                    <a:pt x="5824" y="3287"/>
                    <a:pt x="3878" y="3555"/>
                  </a:cubicBezTo>
                  <a:cubicBezTo>
                    <a:pt x="1793" y="3842"/>
                    <a:pt x="1" y="1296"/>
                    <a:pt x="281" y="823"/>
                  </a:cubicBezTo>
                  <a:close/>
                </a:path>
              </a:pathLst>
            </a:custGeom>
            <a:solidFill>
              <a:srgbClr val="8584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1">
              <a:extLst>
                <a:ext uri="{FF2B5EF4-FFF2-40B4-BE49-F238E27FC236}">
                  <a16:creationId xmlns:a16="http://schemas.microsoft.com/office/drawing/2014/main" id="{22538BC8-0786-7014-C9A7-155823A205A9}"/>
                </a:ext>
              </a:extLst>
            </p:cNvPr>
            <p:cNvSpPr/>
            <p:nvPr/>
          </p:nvSpPr>
          <p:spPr>
            <a:xfrm>
              <a:off x="6043375" y="1769000"/>
              <a:ext cx="34950" cy="34800"/>
            </a:xfrm>
            <a:custGeom>
              <a:avLst/>
              <a:gdLst/>
              <a:ahLst/>
              <a:cxnLst/>
              <a:rect l="l" t="t" r="r" b="b"/>
              <a:pathLst>
                <a:path w="1398" h="1392" extrusionOk="0">
                  <a:moveTo>
                    <a:pt x="678" y="60"/>
                  </a:moveTo>
                  <a:cubicBezTo>
                    <a:pt x="916" y="60"/>
                    <a:pt x="1134" y="193"/>
                    <a:pt x="1247" y="406"/>
                  </a:cubicBezTo>
                  <a:cubicBezTo>
                    <a:pt x="1322" y="559"/>
                    <a:pt x="1332" y="739"/>
                    <a:pt x="1270" y="899"/>
                  </a:cubicBezTo>
                  <a:cubicBezTo>
                    <a:pt x="1208" y="1069"/>
                    <a:pt x="1084" y="1206"/>
                    <a:pt x="924" y="1284"/>
                  </a:cubicBezTo>
                  <a:cubicBezTo>
                    <a:pt x="856" y="1318"/>
                    <a:pt x="789" y="1332"/>
                    <a:pt x="723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21" y="905"/>
                    <a:pt x="69" y="628"/>
                    <a:pt x="137" y="403"/>
                  </a:cubicBezTo>
                  <a:cubicBezTo>
                    <a:pt x="166" y="288"/>
                    <a:pt x="245" y="190"/>
                    <a:pt x="349" y="138"/>
                  </a:cubicBezTo>
                  <a:cubicBezTo>
                    <a:pt x="447" y="86"/>
                    <a:pt x="558" y="60"/>
                    <a:pt x="669" y="60"/>
                  </a:cubicBezTo>
                  <a:cubicBezTo>
                    <a:pt x="672" y="60"/>
                    <a:pt x="675" y="60"/>
                    <a:pt x="678" y="60"/>
                  </a:cubicBezTo>
                  <a:close/>
                  <a:moveTo>
                    <a:pt x="670" y="0"/>
                  </a:moveTo>
                  <a:cubicBezTo>
                    <a:pt x="554" y="0"/>
                    <a:pt x="435" y="27"/>
                    <a:pt x="323" y="83"/>
                  </a:cubicBezTo>
                  <a:cubicBezTo>
                    <a:pt x="202" y="145"/>
                    <a:pt x="114" y="256"/>
                    <a:pt x="78" y="386"/>
                  </a:cubicBezTo>
                  <a:cubicBezTo>
                    <a:pt x="0" y="634"/>
                    <a:pt x="62" y="931"/>
                    <a:pt x="131" y="1052"/>
                  </a:cubicBezTo>
                  <a:cubicBezTo>
                    <a:pt x="189" y="1157"/>
                    <a:pt x="444" y="1392"/>
                    <a:pt x="728" y="1392"/>
                  </a:cubicBezTo>
                  <a:cubicBezTo>
                    <a:pt x="806" y="1392"/>
                    <a:pt x="885" y="1375"/>
                    <a:pt x="953" y="1339"/>
                  </a:cubicBezTo>
                  <a:cubicBezTo>
                    <a:pt x="1126" y="1251"/>
                    <a:pt x="1263" y="1104"/>
                    <a:pt x="1328" y="922"/>
                  </a:cubicBezTo>
                  <a:cubicBezTo>
                    <a:pt x="1397" y="742"/>
                    <a:pt x="1387" y="546"/>
                    <a:pt x="1302" y="377"/>
                  </a:cubicBezTo>
                  <a:cubicBezTo>
                    <a:pt x="1182" y="137"/>
                    <a:pt x="934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1">
              <a:extLst>
                <a:ext uri="{FF2B5EF4-FFF2-40B4-BE49-F238E27FC236}">
                  <a16:creationId xmlns:a16="http://schemas.microsoft.com/office/drawing/2014/main" id="{40E10A81-59F4-3DDE-B9E5-AB40A9B5C28A}"/>
                </a:ext>
              </a:extLst>
            </p:cNvPr>
            <p:cNvSpPr/>
            <p:nvPr/>
          </p:nvSpPr>
          <p:spPr>
            <a:xfrm>
              <a:off x="6304975" y="1519225"/>
              <a:ext cx="173500" cy="96075"/>
            </a:xfrm>
            <a:custGeom>
              <a:avLst/>
              <a:gdLst/>
              <a:ahLst/>
              <a:cxnLst/>
              <a:rect l="l" t="t" r="r" b="b"/>
              <a:pathLst>
                <a:path w="6940" h="3843" extrusionOk="0">
                  <a:moveTo>
                    <a:pt x="281" y="824"/>
                  </a:moveTo>
                  <a:cubicBezTo>
                    <a:pt x="477" y="497"/>
                    <a:pt x="1584" y="1303"/>
                    <a:pt x="3542" y="1111"/>
                  </a:cubicBezTo>
                  <a:cubicBezTo>
                    <a:pt x="5419" y="928"/>
                    <a:pt x="6300" y="1"/>
                    <a:pt x="6565" y="295"/>
                  </a:cubicBezTo>
                  <a:cubicBezTo>
                    <a:pt x="6940" y="713"/>
                    <a:pt x="5824" y="3291"/>
                    <a:pt x="3878" y="3559"/>
                  </a:cubicBezTo>
                  <a:cubicBezTo>
                    <a:pt x="1792" y="3843"/>
                    <a:pt x="1" y="1297"/>
                    <a:pt x="281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1">
              <a:extLst>
                <a:ext uri="{FF2B5EF4-FFF2-40B4-BE49-F238E27FC236}">
                  <a16:creationId xmlns:a16="http://schemas.microsoft.com/office/drawing/2014/main" id="{13320F12-A8CC-DAEA-863D-EB8A34FC40C3}"/>
                </a:ext>
              </a:extLst>
            </p:cNvPr>
            <p:cNvSpPr/>
            <p:nvPr/>
          </p:nvSpPr>
          <p:spPr>
            <a:xfrm>
              <a:off x="6368875" y="1553150"/>
              <a:ext cx="34850" cy="34825"/>
            </a:xfrm>
            <a:custGeom>
              <a:avLst/>
              <a:gdLst/>
              <a:ahLst/>
              <a:cxnLst/>
              <a:rect l="l" t="t" r="r" b="b"/>
              <a:pathLst>
                <a:path w="1394" h="1393" extrusionOk="0">
                  <a:moveTo>
                    <a:pt x="675" y="61"/>
                  </a:moveTo>
                  <a:cubicBezTo>
                    <a:pt x="913" y="61"/>
                    <a:pt x="1134" y="194"/>
                    <a:pt x="1244" y="407"/>
                  </a:cubicBezTo>
                  <a:cubicBezTo>
                    <a:pt x="1322" y="560"/>
                    <a:pt x="1329" y="739"/>
                    <a:pt x="1270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18" y="906"/>
                    <a:pt x="66" y="625"/>
                    <a:pt x="137" y="403"/>
                  </a:cubicBezTo>
                  <a:cubicBezTo>
                    <a:pt x="167" y="289"/>
                    <a:pt x="242" y="191"/>
                    <a:pt x="346" y="136"/>
                  </a:cubicBezTo>
                  <a:cubicBezTo>
                    <a:pt x="447" y="87"/>
                    <a:pt x="555" y="61"/>
                    <a:pt x="666" y="61"/>
                  </a:cubicBezTo>
                  <a:cubicBezTo>
                    <a:pt x="669" y="61"/>
                    <a:pt x="672" y="61"/>
                    <a:pt x="675" y="61"/>
                  </a:cubicBezTo>
                  <a:close/>
                  <a:moveTo>
                    <a:pt x="669" y="1"/>
                  </a:moveTo>
                  <a:cubicBezTo>
                    <a:pt x="553" y="1"/>
                    <a:pt x="433" y="27"/>
                    <a:pt x="320" y="83"/>
                  </a:cubicBezTo>
                  <a:cubicBezTo>
                    <a:pt x="199" y="145"/>
                    <a:pt x="111" y="256"/>
                    <a:pt x="79" y="387"/>
                  </a:cubicBezTo>
                  <a:cubicBezTo>
                    <a:pt x="0" y="635"/>
                    <a:pt x="62" y="929"/>
                    <a:pt x="128" y="1053"/>
                  </a:cubicBezTo>
                  <a:cubicBezTo>
                    <a:pt x="186" y="1157"/>
                    <a:pt x="441" y="1392"/>
                    <a:pt x="728" y="1392"/>
                  </a:cubicBezTo>
                  <a:cubicBezTo>
                    <a:pt x="803" y="1392"/>
                    <a:pt x="882" y="1373"/>
                    <a:pt x="950" y="1340"/>
                  </a:cubicBezTo>
                  <a:cubicBezTo>
                    <a:pt x="1123" y="1252"/>
                    <a:pt x="1260" y="1102"/>
                    <a:pt x="1325" y="919"/>
                  </a:cubicBezTo>
                  <a:cubicBezTo>
                    <a:pt x="1394" y="743"/>
                    <a:pt x="1384" y="547"/>
                    <a:pt x="1299" y="377"/>
                  </a:cubicBezTo>
                  <a:cubicBezTo>
                    <a:pt x="1179" y="137"/>
                    <a:pt x="932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1">
              <a:extLst>
                <a:ext uri="{FF2B5EF4-FFF2-40B4-BE49-F238E27FC236}">
                  <a16:creationId xmlns:a16="http://schemas.microsoft.com/office/drawing/2014/main" id="{F0F798BB-14D3-BB8D-5A2C-3BFB5E1E423B}"/>
                </a:ext>
              </a:extLst>
            </p:cNvPr>
            <p:cNvSpPr/>
            <p:nvPr/>
          </p:nvSpPr>
          <p:spPr>
            <a:xfrm>
              <a:off x="6304975" y="1735075"/>
              <a:ext cx="173500" cy="96075"/>
            </a:xfrm>
            <a:custGeom>
              <a:avLst/>
              <a:gdLst/>
              <a:ahLst/>
              <a:cxnLst/>
              <a:rect l="l" t="t" r="r" b="b"/>
              <a:pathLst>
                <a:path w="6940" h="3843" extrusionOk="0">
                  <a:moveTo>
                    <a:pt x="281" y="823"/>
                  </a:moveTo>
                  <a:cubicBezTo>
                    <a:pt x="477" y="496"/>
                    <a:pt x="1584" y="1303"/>
                    <a:pt x="3542" y="1107"/>
                  </a:cubicBezTo>
                  <a:cubicBezTo>
                    <a:pt x="5419" y="924"/>
                    <a:pt x="6300" y="0"/>
                    <a:pt x="6565" y="291"/>
                  </a:cubicBezTo>
                  <a:cubicBezTo>
                    <a:pt x="6940" y="709"/>
                    <a:pt x="5824" y="3287"/>
                    <a:pt x="3878" y="3555"/>
                  </a:cubicBezTo>
                  <a:cubicBezTo>
                    <a:pt x="1792" y="3842"/>
                    <a:pt x="1" y="1296"/>
                    <a:pt x="281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1">
              <a:extLst>
                <a:ext uri="{FF2B5EF4-FFF2-40B4-BE49-F238E27FC236}">
                  <a16:creationId xmlns:a16="http://schemas.microsoft.com/office/drawing/2014/main" id="{466787F8-CD94-4ADD-EAA1-9B0ED3ECF71E}"/>
                </a:ext>
              </a:extLst>
            </p:cNvPr>
            <p:cNvSpPr/>
            <p:nvPr/>
          </p:nvSpPr>
          <p:spPr>
            <a:xfrm>
              <a:off x="6368875" y="1769000"/>
              <a:ext cx="34850" cy="34800"/>
            </a:xfrm>
            <a:custGeom>
              <a:avLst/>
              <a:gdLst/>
              <a:ahLst/>
              <a:cxnLst/>
              <a:rect l="l" t="t" r="r" b="b"/>
              <a:pathLst>
                <a:path w="1394" h="1392" extrusionOk="0">
                  <a:moveTo>
                    <a:pt x="675" y="60"/>
                  </a:moveTo>
                  <a:cubicBezTo>
                    <a:pt x="913" y="60"/>
                    <a:pt x="1134" y="193"/>
                    <a:pt x="1244" y="406"/>
                  </a:cubicBezTo>
                  <a:cubicBezTo>
                    <a:pt x="1322" y="559"/>
                    <a:pt x="1329" y="739"/>
                    <a:pt x="1270" y="899"/>
                  </a:cubicBezTo>
                  <a:cubicBezTo>
                    <a:pt x="1208" y="1069"/>
                    <a:pt x="1084" y="1206"/>
                    <a:pt x="924" y="1284"/>
                  </a:cubicBezTo>
                  <a:cubicBezTo>
                    <a:pt x="856" y="1318"/>
                    <a:pt x="789" y="1332"/>
                    <a:pt x="724" y="1332"/>
                  </a:cubicBezTo>
                  <a:cubicBezTo>
                    <a:pt x="454" y="1332"/>
                    <a:pt x="222" y="1094"/>
                    <a:pt x="183" y="1023"/>
                  </a:cubicBezTo>
                  <a:cubicBezTo>
                    <a:pt x="118" y="905"/>
                    <a:pt x="66" y="628"/>
                    <a:pt x="137" y="403"/>
                  </a:cubicBezTo>
                  <a:cubicBezTo>
                    <a:pt x="167" y="288"/>
                    <a:pt x="242" y="194"/>
                    <a:pt x="346" y="138"/>
                  </a:cubicBezTo>
                  <a:cubicBezTo>
                    <a:pt x="447" y="86"/>
                    <a:pt x="555" y="60"/>
                    <a:pt x="666" y="60"/>
                  </a:cubicBezTo>
                  <a:cubicBezTo>
                    <a:pt x="669" y="60"/>
                    <a:pt x="672" y="60"/>
                    <a:pt x="675" y="60"/>
                  </a:cubicBezTo>
                  <a:close/>
                  <a:moveTo>
                    <a:pt x="669" y="0"/>
                  </a:moveTo>
                  <a:cubicBezTo>
                    <a:pt x="553" y="0"/>
                    <a:pt x="433" y="27"/>
                    <a:pt x="320" y="83"/>
                  </a:cubicBezTo>
                  <a:cubicBezTo>
                    <a:pt x="199" y="145"/>
                    <a:pt x="111" y="256"/>
                    <a:pt x="79" y="386"/>
                  </a:cubicBezTo>
                  <a:cubicBezTo>
                    <a:pt x="0" y="634"/>
                    <a:pt x="62" y="931"/>
                    <a:pt x="128" y="1052"/>
                  </a:cubicBezTo>
                  <a:cubicBezTo>
                    <a:pt x="186" y="1157"/>
                    <a:pt x="441" y="1392"/>
                    <a:pt x="728" y="1392"/>
                  </a:cubicBezTo>
                  <a:cubicBezTo>
                    <a:pt x="803" y="1392"/>
                    <a:pt x="882" y="1372"/>
                    <a:pt x="950" y="1339"/>
                  </a:cubicBezTo>
                  <a:cubicBezTo>
                    <a:pt x="1123" y="1251"/>
                    <a:pt x="1260" y="1104"/>
                    <a:pt x="1325" y="922"/>
                  </a:cubicBezTo>
                  <a:cubicBezTo>
                    <a:pt x="1394" y="742"/>
                    <a:pt x="1384" y="546"/>
                    <a:pt x="1299" y="377"/>
                  </a:cubicBezTo>
                  <a:cubicBezTo>
                    <a:pt x="1179" y="137"/>
                    <a:pt x="932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1">
              <a:extLst>
                <a:ext uri="{FF2B5EF4-FFF2-40B4-BE49-F238E27FC236}">
                  <a16:creationId xmlns:a16="http://schemas.microsoft.com/office/drawing/2014/main" id="{1C9D498D-EAAD-BF0A-DC0C-B2C0F53B5E95}"/>
                </a:ext>
              </a:extLst>
            </p:cNvPr>
            <p:cNvSpPr/>
            <p:nvPr/>
          </p:nvSpPr>
          <p:spPr>
            <a:xfrm>
              <a:off x="6630575" y="1519225"/>
              <a:ext cx="173325" cy="96075"/>
            </a:xfrm>
            <a:custGeom>
              <a:avLst/>
              <a:gdLst/>
              <a:ahLst/>
              <a:cxnLst/>
              <a:rect l="l" t="t" r="r" b="b"/>
              <a:pathLst>
                <a:path w="6933" h="3843" extrusionOk="0">
                  <a:moveTo>
                    <a:pt x="277" y="824"/>
                  </a:moveTo>
                  <a:cubicBezTo>
                    <a:pt x="470" y="497"/>
                    <a:pt x="1577" y="1303"/>
                    <a:pt x="3538" y="1111"/>
                  </a:cubicBezTo>
                  <a:cubicBezTo>
                    <a:pt x="5415" y="928"/>
                    <a:pt x="6296" y="1"/>
                    <a:pt x="6561" y="295"/>
                  </a:cubicBezTo>
                  <a:cubicBezTo>
                    <a:pt x="6933" y="713"/>
                    <a:pt x="5820" y="3291"/>
                    <a:pt x="3874" y="3559"/>
                  </a:cubicBezTo>
                  <a:cubicBezTo>
                    <a:pt x="1789" y="3843"/>
                    <a:pt x="0" y="1297"/>
                    <a:pt x="277" y="82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1">
              <a:extLst>
                <a:ext uri="{FF2B5EF4-FFF2-40B4-BE49-F238E27FC236}">
                  <a16:creationId xmlns:a16="http://schemas.microsoft.com/office/drawing/2014/main" id="{23592AEF-5359-C7AF-0E96-684E8E3D00FF}"/>
                </a:ext>
              </a:extLst>
            </p:cNvPr>
            <p:cNvSpPr/>
            <p:nvPr/>
          </p:nvSpPr>
          <p:spPr>
            <a:xfrm>
              <a:off x="6694300" y="1553150"/>
              <a:ext cx="34850" cy="34825"/>
            </a:xfrm>
            <a:custGeom>
              <a:avLst/>
              <a:gdLst/>
              <a:ahLst/>
              <a:cxnLst/>
              <a:rect l="l" t="t" r="r" b="b"/>
              <a:pathLst>
                <a:path w="1394" h="1393" extrusionOk="0">
                  <a:moveTo>
                    <a:pt x="669" y="61"/>
                  </a:moveTo>
                  <a:cubicBezTo>
                    <a:pt x="735" y="61"/>
                    <a:pt x="803" y="70"/>
                    <a:pt x="865" y="90"/>
                  </a:cubicBezTo>
                  <a:cubicBezTo>
                    <a:pt x="1032" y="139"/>
                    <a:pt x="1169" y="253"/>
                    <a:pt x="1247" y="407"/>
                  </a:cubicBezTo>
                  <a:cubicBezTo>
                    <a:pt x="1322" y="560"/>
                    <a:pt x="1332" y="739"/>
                    <a:pt x="1273" y="899"/>
                  </a:cubicBezTo>
                  <a:cubicBezTo>
                    <a:pt x="1208" y="1066"/>
                    <a:pt x="1084" y="1206"/>
                    <a:pt x="924" y="1285"/>
                  </a:cubicBezTo>
                  <a:cubicBezTo>
                    <a:pt x="857" y="1318"/>
                    <a:pt x="790" y="1332"/>
                    <a:pt x="725" y="1332"/>
                  </a:cubicBezTo>
                  <a:cubicBezTo>
                    <a:pt x="456" y="1332"/>
                    <a:pt x="223" y="1094"/>
                    <a:pt x="186" y="1023"/>
                  </a:cubicBezTo>
                  <a:cubicBezTo>
                    <a:pt x="121" y="906"/>
                    <a:pt x="69" y="629"/>
                    <a:pt x="137" y="403"/>
                  </a:cubicBezTo>
                  <a:cubicBezTo>
                    <a:pt x="167" y="289"/>
                    <a:pt x="245" y="191"/>
                    <a:pt x="350" y="139"/>
                  </a:cubicBezTo>
                  <a:cubicBezTo>
                    <a:pt x="447" y="87"/>
                    <a:pt x="558" y="61"/>
                    <a:pt x="669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8"/>
                    <a:pt x="323" y="83"/>
                  </a:cubicBezTo>
                  <a:cubicBezTo>
                    <a:pt x="203" y="145"/>
                    <a:pt x="114" y="256"/>
                    <a:pt x="79" y="387"/>
                  </a:cubicBezTo>
                  <a:cubicBezTo>
                    <a:pt x="0" y="635"/>
                    <a:pt x="66" y="929"/>
                    <a:pt x="131" y="1053"/>
                  </a:cubicBezTo>
                  <a:cubicBezTo>
                    <a:pt x="190" y="1157"/>
                    <a:pt x="444" y="1392"/>
                    <a:pt x="728" y="1392"/>
                  </a:cubicBezTo>
                  <a:cubicBezTo>
                    <a:pt x="806" y="1392"/>
                    <a:pt x="882" y="1373"/>
                    <a:pt x="953" y="1340"/>
                  </a:cubicBezTo>
                  <a:cubicBezTo>
                    <a:pt x="1126" y="1252"/>
                    <a:pt x="1260" y="1102"/>
                    <a:pt x="1329" y="919"/>
                  </a:cubicBezTo>
                  <a:cubicBezTo>
                    <a:pt x="1394" y="743"/>
                    <a:pt x="1384" y="547"/>
                    <a:pt x="1303" y="377"/>
                  </a:cubicBezTo>
                  <a:cubicBezTo>
                    <a:pt x="1218" y="211"/>
                    <a:pt x="1064" y="83"/>
                    <a:pt x="885" y="31"/>
                  </a:cubicBezTo>
                  <a:cubicBezTo>
                    <a:pt x="814" y="10"/>
                    <a:pt x="741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1">
              <a:extLst>
                <a:ext uri="{FF2B5EF4-FFF2-40B4-BE49-F238E27FC236}">
                  <a16:creationId xmlns:a16="http://schemas.microsoft.com/office/drawing/2014/main" id="{F1D9DAD1-F60B-F0D4-C0C2-1CB0581EBD27}"/>
                </a:ext>
              </a:extLst>
            </p:cNvPr>
            <p:cNvSpPr/>
            <p:nvPr/>
          </p:nvSpPr>
          <p:spPr>
            <a:xfrm>
              <a:off x="6630575" y="1735075"/>
              <a:ext cx="173325" cy="96075"/>
            </a:xfrm>
            <a:custGeom>
              <a:avLst/>
              <a:gdLst/>
              <a:ahLst/>
              <a:cxnLst/>
              <a:rect l="l" t="t" r="r" b="b"/>
              <a:pathLst>
                <a:path w="6933" h="3843" extrusionOk="0">
                  <a:moveTo>
                    <a:pt x="277" y="823"/>
                  </a:moveTo>
                  <a:cubicBezTo>
                    <a:pt x="470" y="496"/>
                    <a:pt x="1577" y="1303"/>
                    <a:pt x="3538" y="1107"/>
                  </a:cubicBezTo>
                  <a:cubicBezTo>
                    <a:pt x="5415" y="924"/>
                    <a:pt x="6296" y="0"/>
                    <a:pt x="6561" y="291"/>
                  </a:cubicBezTo>
                  <a:cubicBezTo>
                    <a:pt x="6933" y="709"/>
                    <a:pt x="5820" y="3287"/>
                    <a:pt x="3874" y="3555"/>
                  </a:cubicBezTo>
                  <a:cubicBezTo>
                    <a:pt x="1789" y="3842"/>
                    <a:pt x="0" y="1296"/>
                    <a:pt x="277" y="823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1">
              <a:extLst>
                <a:ext uri="{FF2B5EF4-FFF2-40B4-BE49-F238E27FC236}">
                  <a16:creationId xmlns:a16="http://schemas.microsoft.com/office/drawing/2014/main" id="{9DC50B85-F760-F134-C043-32522808879C}"/>
                </a:ext>
              </a:extLst>
            </p:cNvPr>
            <p:cNvSpPr/>
            <p:nvPr/>
          </p:nvSpPr>
          <p:spPr>
            <a:xfrm>
              <a:off x="6694300" y="1768975"/>
              <a:ext cx="36750" cy="34825"/>
            </a:xfrm>
            <a:custGeom>
              <a:avLst/>
              <a:gdLst/>
              <a:ahLst/>
              <a:cxnLst/>
              <a:rect l="l" t="t" r="r" b="b"/>
              <a:pathLst>
                <a:path w="1470" h="1393" extrusionOk="0">
                  <a:moveTo>
                    <a:pt x="669" y="61"/>
                  </a:moveTo>
                  <a:cubicBezTo>
                    <a:pt x="735" y="61"/>
                    <a:pt x="803" y="71"/>
                    <a:pt x="865" y="90"/>
                  </a:cubicBezTo>
                  <a:cubicBezTo>
                    <a:pt x="1032" y="139"/>
                    <a:pt x="1169" y="253"/>
                    <a:pt x="1247" y="407"/>
                  </a:cubicBezTo>
                  <a:cubicBezTo>
                    <a:pt x="1322" y="560"/>
                    <a:pt x="1332" y="740"/>
                    <a:pt x="1273" y="900"/>
                  </a:cubicBezTo>
                  <a:cubicBezTo>
                    <a:pt x="1208" y="1070"/>
                    <a:pt x="1084" y="1207"/>
                    <a:pt x="924" y="1285"/>
                  </a:cubicBezTo>
                  <a:cubicBezTo>
                    <a:pt x="857" y="1319"/>
                    <a:pt x="790" y="1333"/>
                    <a:pt x="725" y="1333"/>
                  </a:cubicBezTo>
                  <a:cubicBezTo>
                    <a:pt x="456" y="1333"/>
                    <a:pt x="223" y="1095"/>
                    <a:pt x="186" y="1024"/>
                  </a:cubicBezTo>
                  <a:cubicBezTo>
                    <a:pt x="121" y="906"/>
                    <a:pt x="69" y="629"/>
                    <a:pt x="137" y="404"/>
                  </a:cubicBezTo>
                  <a:cubicBezTo>
                    <a:pt x="167" y="289"/>
                    <a:pt x="245" y="195"/>
                    <a:pt x="350" y="139"/>
                  </a:cubicBezTo>
                  <a:cubicBezTo>
                    <a:pt x="447" y="87"/>
                    <a:pt x="558" y="61"/>
                    <a:pt x="669" y="61"/>
                  </a:cubicBezTo>
                  <a:close/>
                  <a:moveTo>
                    <a:pt x="669" y="0"/>
                  </a:moveTo>
                  <a:cubicBezTo>
                    <a:pt x="550" y="0"/>
                    <a:pt x="431" y="29"/>
                    <a:pt x="323" y="84"/>
                  </a:cubicBezTo>
                  <a:cubicBezTo>
                    <a:pt x="203" y="146"/>
                    <a:pt x="114" y="257"/>
                    <a:pt x="79" y="387"/>
                  </a:cubicBezTo>
                  <a:cubicBezTo>
                    <a:pt x="0" y="635"/>
                    <a:pt x="66" y="932"/>
                    <a:pt x="131" y="1053"/>
                  </a:cubicBezTo>
                  <a:cubicBezTo>
                    <a:pt x="190" y="1158"/>
                    <a:pt x="444" y="1393"/>
                    <a:pt x="728" y="1393"/>
                  </a:cubicBezTo>
                  <a:cubicBezTo>
                    <a:pt x="806" y="1393"/>
                    <a:pt x="882" y="1373"/>
                    <a:pt x="953" y="1340"/>
                  </a:cubicBezTo>
                  <a:cubicBezTo>
                    <a:pt x="1126" y="1252"/>
                    <a:pt x="1260" y="1105"/>
                    <a:pt x="1329" y="923"/>
                  </a:cubicBezTo>
                  <a:cubicBezTo>
                    <a:pt x="1469" y="551"/>
                    <a:pt x="1263" y="139"/>
                    <a:pt x="885" y="32"/>
                  </a:cubicBezTo>
                  <a:cubicBezTo>
                    <a:pt x="814" y="11"/>
                    <a:pt x="741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1">
              <a:extLst>
                <a:ext uri="{FF2B5EF4-FFF2-40B4-BE49-F238E27FC236}">
                  <a16:creationId xmlns:a16="http://schemas.microsoft.com/office/drawing/2014/main" id="{F2036A14-6B08-5340-7457-7434288C0493}"/>
                </a:ext>
              </a:extLst>
            </p:cNvPr>
            <p:cNvSpPr/>
            <p:nvPr/>
          </p:nvSpPr>
          <p:spPr>
            <a:xfrm>
              <a:off x="5077450" y="1388600"/>
              <a:ext cx="1870575" cy="646625"/>
            </a:xfrm>
            <a:custGeom>
              <a:avLst/>
              <a:gdLst/>
              <a:ahLst/>
              <a:cxnLst/>
              <a:rect l="l" t="t" r="r" b="b"/>
              <a:pathLst>
                <a:path w="74823" h="25865" extrusionOk="0">
                  <a:moveTo>
                    <a:pt x="71193" y="59"/>
                  </a:moveTo>
                  <a:cubicBezTo>
                    <a:pt x="73161" y="59"/>
                    <a:pt x="74763" y="1531"/>
                    <a:pt x="74763" y="3339"/>
                  </a:cubicBezTo>
                  <a:lnTo>
                    <a:pt x="74763" y="25802"/>
                  </a:lnTo>
                  <a:lnTo>
                    <a:pt x="63" y="25802"/>
                  </a:lnTo>
                  <a:lnTo>
                    <a:pt x="63" y="3339"/>
                  </a:lnTo>
                  <a:cubicBezTo>
                    <a:pt x="63" y="1528"/>
                    <a:pt x="1665" y="59"/>
                    <a:pt x="3634" y="59"/>
                  </a:cubicBezTo>
                  <a:close/>
                  <a:moveTo>
                    <a:pt x="3634" y="0"/>
                  </a:moveTo>
                  <a:cubicBezTo>
                    <a:pt x="1633" y="0"/>
                    <a:pt x="1" y="1495"/>
                    <a:pt x="1" y="3339"/>
                  </a:cubicBezTo>
                  <a:lnTo>
                    <a:pt x="1" y="25835"/>
                  </a:lnTo>
                  <a:cubicBezTo>
                    <a:pt x="1" y="25851"/>
                    <a:pt x="17" y="25864"/>
                    <a:pt x="33" y="25864"/>
                  </a:cubicBezTo>
                  <a:lnTo>
                    <a:pt x="74793" y="25864"/>
                  </a:lnTo>
                  <a:cubicBezTo>
                    <a:pt x="74809" y="25864"/>
                    <a:pt x="74822" y="25851"/>
                    <a:pt x="74822" y="25835"/>
                  </a:cubicBezTo>
                  <a:lnTo>
                    <a:pt x="74822" y="3339"/>
                  </a:lnTo>
                  <a:cubicBezTo>
                    <a:pt x="74822" y="1498"/>
                    <a:pt x="73197" y="0"/>
                    <a:pt x="71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1">
              <a:extLst>
                <a:ext uri="{FF2B5EF4-FFF2-40B4-BE49-F238E27FC236}">
                  <a16:creationId xmlns:a16="http://schemas.microsoft.com/office/drawing/2014/main" id="{83455942-034B-8C23-7294-4E504E8A4CC2}"/>
                </a:ext>
              </a:extLst>
            </p:cNvPr>
            <p:cNvSpPr/>
            <p:nvPr/>
          </p:nvSpPr>
          <p:spPr>
            <a:xfrm>
              <a:off x="4916450" y="1765925"/>
              <a:ext cx="2192650" cy="347625"/>
            </a:xfrm>
            <a:custGeom>
              <a:avLst/>
              <a:gdLst/>
              <a:ahLst/>
              <a:cxnLst/>
              <a:rect l="l" t="t" r="r" b="b"/>
              <a:pathLst>
                <a:path w="87706" h="13905" extrusionOk="0">
                  <a:moveTo>
                    <a:pt x="6470" y="0"/>
                  </a:moveTo>
                  <a:lnTo>
                    <a:pt x="1" y="1890"/>
                  </a:lnTo>
                  <a:lnTo>
                    <a:pt x="1453" y="4175"/>
                  </a:lnTo>
                  <a:lnTo>
                    <a:pt x="2782" y="3754"/>
                  </a:lnTo>
                  <a:lnTo>
                    <a:pt x="4629" y="12759"/>
                  </a:lnTo>
                  <a:cubicBezTo>
                    <a:pt x="4766" y="13425"/>
                    <a:pt x="5350" y="13905"/>
                    <a:pt x="6033" y="13905"/>
                  </a:cubicBezTo>
                  <a:lnTo>
                    <a:pt x="81677" y="13905"/>
                  </a:lnTo>
                  <a:cubicBezTo>
                    <a:pt x="82356" y="13905"/>
                    <a:pt x="82943" y="13425"/>
                    <a:pt x="83080" y="12759"/>
                  </a:cubicBezTo>
                  <a:lnTo>
                    <a:pt x="84924" y="3754"/>
                  </a:lnTo>
                  <a:lnTo>
                    <a:pt x="86256" y="4175"/>
                  </a:lnTo>
                  <a:lnTo>
                    <a:pt x="87705" y="1890"/>
                  </a:lnTo>
                  <a:lnTo>
                    <a:pt x="81233" y="0"/>
                  </a:lnTo>
                  <a:lnTo>
                    <a:pt x="79085" y="0"/>
                  </a:lnTo>
                  <a:cubicBezTo>
                    <a:pt x="78811" y="0"/>
                    <a:pt x="78573" y="170"/>
                    <a:pt x="78501" y="415"/>
                  </a:cubicBezTo>
                  <a:lnTo>
                    <a:pt x="78155" y="1606"/>
                  </a:lnTo>
                  <a:lnTo>
                    <a:pt x="76033" y="8937"/>
                  </a:lnTo>
                  <a:cubicBezTo>
                    <a:pt x="75726" y="10004"/>
                    <a:pt x="74747" y="10739"/>
                    <a:pt x="73634" y="10742"/>
                  </a:cubicBezTo>
                  <a:lnTo>
                    <a:pt x="14072" y="10742"/>
                  </a:lnTo>
                  <a:cubicBezTo>
                    <a:pt x="12959" y="10739"/>
                    <a:pt x="11980" y="10004"/>
                    <a:pt x="11670" y="8937"/>
                  </a:cubicBezTo>
                  <a:lnTo>
                    <a:pt x="9548" y="1606"/>
                  </a:lnTo>
                  <a:lnTo>
                    <a:pt x="9258" y="597"/>
                  </a:lnTo>
                  <a:cubicBezTo>
                    <a:pt x="9156" y="245"/>
                    <a:pt x="8807" y="0"/>
                    <a:pt x="84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1">
              <a:extLst>
                <a:ext uri="{FF2B5EF4-FFF2-40B4-BE49-F238E27FC236}">
                  <a16:creationId xmlns:a16="http://schemas.microsoft.com/office/drawing/2014/main" id="{9B17DA6F-F90F-CCD1-5A92-39247B8C0152}"/>
                </a:ext>
              </a:extLst>
            </p:cNvPr>
            <p:cNvSpPr/>
            <p:nvPr/>
          </p:nvSpPr>
          <p:spPr>
            <a:xfrm>
              <a:off x="6870300" y="1764775"/>
              <a:ext cx="203375" cy="82850"/>
            </a:xfrm>
            <a:custGeom>
              <a:avLst/>
              <a:gdLst/>
              <a:ahLst/>
              <a:cxnLst/>
              <a:rect l="l" t="t" r="r" b="b"/>
              <a:pathLst>
                <a:path w="8135" h="3314" extrusionOk="0">
                  <a:moveTo>
                    <a:pt x="5357" y="3082"/>
                  </a:moveTo>
                  <a:lnTo>
                    <a:pt x="5703" y="1890"/>
                  </a:lnTo>
                  <a:cubicBezTo>
                    <a:pt x="5772" y="1646"/>
                    <a:pt x="6013" y="1476"/>
                    <a:pt x="6287" y="1476"/>
                  </a:cubicBezTo>
                  <a:lnTo>
                    <a:pt x="8135" y="1476"/>
                  </a:lnTo>
                  <a:lnTo>
                    <a:pt x="3079" y="0"/>
                  </a:lnTo>
                  <a:lnTo>
                    <a:pt x="934" y="0"/>
                  </a:lnTo>
                  <a:cubicBezTo>
                    <a:pt x="657" y="0"/>
                    <a:pt x="419" y="170"/>
                    <a:pt x="347" y="412"/>
                  </a:cubicBezTo>
                  <a:lnTo>
                    <a:pt x="1" y="1606"/>
                  </a:lnTo>
                  <a:lnTo>
                    <a:pt x="5295" y="3313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1">
              <a:extLst>
                <a:ext uri="{FF2B5EF4-FFF2-40B4-BE49-F238E27FC236}">
                  <a16:creationId xmlns:a16="http://schemas.microsoft.com/office/drawing/2014/main" id="{0CA506C4-DC33-969D-4017-97061A60DF70}"/>
                </a:ext>
              </a:extLst>
            </p:cNvPr>
            <p:cNvSpPr/>
            <p:nvPr/>
          </p:nvSpPr>
          <p:spPr>
            <a:xfrm>
              <a:off x="4916450" y="1777250"/>
              <a:ext cx="119000" cy="91825"/>
            </a:xfrm>
            <a:custGeom>
              <a:avLst/>
              <a:gdLst/>
              <a:ahLst/>
              <a:cxnLst/>
              <a:rect l="l" t="t" r="r" b="b"/>
              <a:pathLst>
                <a:path w="4760" h="3673" extrusionOk="0">
                  <a:moveTo>
                    <a:pt x="4760" y="1"/>
                  </a:moveTo>
                  <a:lnTo>
                    <a:pt x="1" y="1388"/>
                  </a:lnTo>
                  <a:lnTo>
                    <a:pt x="1453" y="3673"/>
                  </a:lnTo>
                  <a:lnTo>
                    <a:pt x="4691" y="2645"/>
                  </a:lnTo>
                  <a:cubicBezTo>
                    <a:pt x="4492" y="1587"/>
                    <a:pt x="4642" y="556"/>
                    <a:pt x="4760" y="1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1">
              <a:extLst>
                <a:ext uri="{FF2B5EF4-FFF2-40B4-BE49-F238E27FC236}">
                  <a16:creationId xmlns:a16="http://schemas.microsoft.com/office/drawing/2014/main" id="{66E25383-5D17-46F1-A529-323FD4C0F53C}"/>
                </a:ext>
              </a:extLst>
            </p:cNvPr>
            <p:cNvSpPr/>
            <p:nvPr/>
          </p:nvSpPr>
          <p:spPr>
            <a:xfrm>
              <a:off x="4915550" y="1765175"/>
              <a:ext cx="2194350" cy="349125"/>
            </a:xfrm>
            <a:custGeom>
              <a:avLst/>
              <a:gdLst/>
              <a:ahLst/>
              <a:cxnLst/>
              <a:rect l="l" t="t" r="r" b="b"/>
              <a:pathLst>
                <a:path w="87774" h="13965" extrusionOk="0">
                  <a:moveTo>
                    <a:pt x="81265" y="63"/>
                  </a:moveTo>
                  <a:lnTo>
                    <a:pt x="87696" y="1940"/>
                  </a:lnTo>
                  <a:lnTo>
                    <a:pt x="86276" y="4172"/>
                  </a:lnTo>
                  <a:lnTo>
                    <a:pt x="84970" y="3758"/>
                  </a:lnTo>
                  <a:cubicBezTo>
                    <a:pt x="84966" y="3755"/>
                    <a:pt x="84961" y="3754"/>
                    <a:pt x="84957" y="3754"/>
                  </a:cubicBezTo>
                  <a:cubicBezTo>
                    <a:pt x="84942" y="3754"/>
                    <a:pt x="84930" y="3765"/>
                    <a:pt x="84928" y="3781"/>
                  </a:cubicBezTo>
                  <a:lnTo>
                    <a:pt x="83084" y="12786"/>
                  </a:lnTo>
                  <a:cubicBezTo>
                    <a:pt x="82946" y="13435"/>
                    <a:pt x="82375" y="13902"/>
                    <a:pt x="81713" y="13906"/>
                  </a:cubicBezTo>
                  <a:lnTo>
                    <a:pt x="6069" y="13906"/>
                  </a:lnTo>
                  <a:cubicBezTo>
                    <a:pt x="5403" y="13902"/>
                    <a:pt x="4828" y="13435"/>
                    <a:pt x="4694" y="12783"/>
                  </a:cubicBezTo>
                  <a:lnTo>
                    <a:pt x="2850" y="3777"/>
                  </a:lnTo>
                  <a:cubicBezTo>
                    <a:pt x="2847" y="3767"/>
                    <a:pt x="2844" y="3761"/>
                    <a:pt x="2837" y="3758"/>
                  </a:cubicBezTo>
                  <a:cubicBezTo>
                    <a:pt x="2833" y="3755"/>
                    <a:pt x="2828" y="3753"/>
                    <a:pt x="2825" y="3753"/>
                  </a:cubicBezTo>
                  <a:cubicBezTo>
                    <a:pt x="2823" y="3753"/>
                    <a:pt x="2822" y="3753"/>
                    <a:pt x="2821" y="3754"/>
                  </a:cubicBezTo>
                  <a:cubicBezTo>
                    <a:pt x="2818" y="3754"/>
                    <a:pt x="2814" y="3754"/>
                    <a:pt x="2814" y="3758"/>
                  </a:cubicBezTo>
                  <a:lnTo>
                    <a:pt x="1506" y="4172"/>
                  </a:lnTo>
                  <a:lnTo>
                    <a:pt x="86" y="1940"/>
                  </a:lnTo>
                  <a:lnTo>
                    <a:pt x="6516" y="63"/>
                  </a:lnTo>
                  <a:lnTo>
                    <a:pt x="8448" y="63"/>
                  </a:lnTo>
                  <a:cubicBezTo>
                    <a:pt x="8830" y="63"/>
                    <a:pt x="9166" y="298"/>
                    <a:pt x="9264" y="637"/>
                  </a:cubicBezTo>
                  <a:lnTo>
                    <a:pt x="11676" y="8977"/>
                  </a:lnTo>
                  <a:cubicBezTo>
                    <a:pt x="11993" y="10054"/>
                    <a:pt x="12982" y="10798"/>
                    <a:pt x="14108" y="10801"/>
                  </a:cubicBezTo>
                  <a:lnTo>
                    <a:pt x="73673" y="10801"/>
                  </a:lnTo>
                  <a:cubicBezTo>
                    <a:pt x="74796" y="10798"/>
                    <a:pt x="75785" y="10054"/>
                    <a:pt x="76102" y="8977"/>
                  </a:cubicBezTo>
                  <a:lnTo>
                    <a:pt x="78569" y="454"/>
                  </a:lnTo>
                  <a:cubicBezTo>
                    <a:pt x="78635" y="226"/>
                    <a:pt x="78863" y="63"/>
                    <a:pt x="79124" y="63"/>
                  </a:cubicBezTo>
                  <a:close/>
                  <a:moveTo>
                    <a:pt x="6499" y="1"/>
                  </a:moveTo>
                  <a:lnTo>
                    <a:pt x="30" y="1891"/>
                  </a:lnTo>
                  <a:cubicBezTo>
                    <a:pt x="11" y="1897"/>
                    <a:pt x="1" y="1920"/>
                    <a:pt x="11" y="1936"/>
                  </a:cubicBezTo>
                  <a:lnTo>
                    <a:pt x="1463" y="4221"/>
                  </a:lnTo>
                  <a:cubicBezTo>
                    <a:pt x="1468" y="4231"/>
                    <a:pt x="1479" y="4235"/>
                    <a:pt x="1489" y="4235"/>
                  </a:cubicBezTo>
                  <a:cubicBezTo>
                    <a:pt x="1493" y="4235"/>
                    <a:pt x="1496" y="4235"/>
                    <a:pt x="1499" y="4234"/>
                  </a:cubicBezTo>
                  <a:lnTo>
                    <a:pt x="2798" y="3823"/>
                  </a:lnTo>
                  <a:lnTo>
                    <a:pt x="4632" y="12796"/>
                  </a:lnTo>
                  <a:cubicBezTo>
                    <a:pt x="4773" y="13475"/>
                    <a:pt x="5373" y="13964"/>
                    <a:pt x="6065" y="13964"/>
                  </a:cubicBezTo>
                  <a:lnTo>
                    <a:pt x="81709" y="13964"/>
                  </a:lnTo>
                  <a:cubicBezTo>
                    <a:pt x="82405" y="13964"/>
                    <a:pt x="83002" y="13475"/>
                    <a:pt x="83146" y="12796"/>
                  </a:cubicBezTo>
                  <a:lnTo>
                    <a:pt x="84980" y="3823"/>
                  </a:lnTo>
                  <a:lnTo>
                    <a:pt x="86279" y="4234"/>
                  </a:lnTo>
                  <a:cubicBezTo>
                    <a:pt x="86282" y="4235"/>
                    <a:pt x="86285" y="4235"/>
                    <a:pt x="86289" y="4235"/>
                  </a:cubicBezTo>
                  <a:cubicBezTo>
                    <a:pt x="86299" y="4235"/>
                    <a:pt x="86310" y="4231"/>
                    <a:pt x="86315" y="4221"/>
                  </a:cubicBezTo>
                  <a:lnTo>
                    <a:pt x="87767" y="1936"/>
                  </a:lnTo>
                  <a:cubicBezTo>
                    <a:pt x="87771" y="1930"/>
                    <a:pt x="87774" y="1920"/>
                    <a:pt x="87771" y="1910"/>
                  </a:cubicBezTo>
                  <a:cubicBezTo>
                    <a:pt x="87767" y="1900"/>
                    <a:pt x="87758" y="1894"/>
                    <a:pt x="87751" y="1891"/>
                  </a:cubicBezTo>
                  <a:lnTo>
                    <a:pt x="81279" y="1"/>
                  </a:lnTo>
                  <a:lnTo>
                    <a:pt x="79124" y="1"/>
                  </a:lnTo>
                  <a:cubicBezTo>
                    <a:pt x="78834" y="1"/>
                    <a:pt x="78582" y="180"/>
                    <a:pt x="78507" y="438"/>
                  </a:cubicBezTo>
                  <a:lnTo>
                    <a:pt x="76043" y="8961"/>
                  </a:lnTo>
                  <a:cubicBezTo>
                    <a:pt x="75733" y="10015"/>
                    <a:pt x="74770" y="10739"/>
                    <a:pt x="73670" y="10743"/>
                  </a:cubicBezTo>
                  <a:lnTo>
                    <a:pt x="14108" y="10743"/>
                  </a:lnTo>
                  <a:cubicBezTo>
                    <a:pt x="13008" y="10739"/>
                    <a:pt x="12045" y="10015"/>
                    <a:pt x="11735" y="8961"/>
                  </a:cubicBezTo>
                  <a:lnTo>
                    <a:pt x="9323" y="624"/>
                  </a:lnTo>
                  <a:cubicBezTo>
                    <a:pt x="9218" y="259"/>
                    <a:pt x="8859" y="1"/>
                    <a:pt x="8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1">
              <a:extLst>
                <a:ext uri="{FF2B5EF4-FFF2-40B4-BE49-F238E27FC236}">
                  <a16:creationId xmlns:a16="http://schemas.microsoft.com/office/drawing/2014/main" id="{D64AB122-C421-3BFF-71C6-8CBEED80C264}"/>
                </a:ext>
              </a:extLst>
            </p:cNvPr>
            <p:cNvSpPr/>
            <p:nvPr/>
          </p:nvSpPr>
          <p:spPr>
            <a:xfrm>
              <a:off x="4886275" y="1809725"/>
              <a:ext cx="2253025" cy="453500"/>
            </a:xfrm>
            <a:custGeom>
              <a:avLst/>
              <a:gdLst/>
              <a:ahLst/>
              <a:cxnLst/>
              <a:rect l="l" t="t" r="r" b="b"/>
              <a:pathLst>
                <a:path w="90121" h="18140" extrusionOk="0">
                  <a:moveTo>
                    <a:pt x="1958" y="1"/>
                  </a:moveTo>
                  <a:cubicBezTo>
                    <a:pt x="878" y="1"/>
                    <a:pt x="0" y="804"/>
                    <a:pt x="0" y="1796"/>
                  </a:cubicBezTo>
                  <a:lnTo>
                    <a:pt x="3659" y="18139"/>
                  </a:lnTo>
                  <a:lnTo>
                    <a:pt x="86461" y="18139"/>
                  </a:lnTo>
                  <a:lnTo>
                    <a:pt x="90120" y="1796"/>
                  </a:lnTo>
                  <a:cubicBezTo>
                    <a:pt x="90120" y="804"/>
                    <a:pt x="89242" y="1"/>
                    <a:pt x="88162" y="1"/>
                  </a:cubicBezTo>
                  <a:cubicBezTo>
                    <a:pt x="87199" y="1"/>
                    <a:pt x="86379" y="644"/>
                    <a:pt x="86229" y="1519"/>
                  </a:cubicBezTo>
                  <a:lnTo>
                    <a:pt x="84274" y="11063"/>
                  </a:lnTo>
                  <a:cubicBezTo>
                    <a:pt x="84144" y="11696"/>
                    <a:pt x="83585" y="12153"/>
                    <a:pt x="82936" y="12153"/>
                  </a:cubicBezTo>
                  <a:lnTo>
                    <a:pt x="7184" y="12153"/>
                  </a:lnTo>
                  <a:cubicBezTo>
                    <a:pt x="6535" y="12153"/>
                    <a:pt x="5976" y="11696"/>
                    <a:pt x="5846" y="11063"/>
                  </a:cubicBezTo>
                  <a:lnTo>
                    <a:pt x="3891" y="1519"/>
                  </a:lnTo>
                  <a:cubicBezTo>
                    <a:pt x="3744" y="644"/>
                    <a:pt x="2921" y="1"/>
                    <a:pt x="19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1">
              <a:extLst>
                <a:ext uri="{FF2B5EF4-FFF2-40B4-BE49-F238E27FC236}">
                  <a16:creationId xmlns:a16="http://schemas.microsoft.com/office/drawing/2014/main" id="{7B4C6D14-BAE4-AD05-D58B-B260BD328710}"/>
                </a:ext>
              </a:extLst>
            </p:cNvPr>
            <p:cNvSpPr/>
            <p:nvPr/>
          </p:nvSpPr>
          <p:spPr>
            <a:xfrm>
              <a:off x="4885525" y="1808925"/>
              <a:ext cx="2254500" cy="455100"/>
            </a:xfrm>
            <a:custGeom>
              <a:avLst/>
              <a:gdLst/>
              <a:ahLst/>
              <a:cxnLst/>
              <a:rect l="l" t="t" r="r" b="b"/>
              <a:pathLst>
                <a:path w="90180" h="18204" extrusionOk="0">
                  <a:moveTo>
                    <a:pt x="88192" y="62"/>
                  </a:moveTo>
                  <a:cubicBezTo>
                    <a:pt x="89252" y="62"/>
                    <a:pt x="90121" y="852"/>
                    <a:pt x="90121" y="1825"/>
                  </a:cubicBezTo>
                  <a:lnTo>
                    <a:pt x="86468" y="18142"/>
                  </a:lnTo>
                  <a:lnTo>
                    <a:pt x="3712" y="18142"/>
                  </a:lnTo>
                  <a:lnTo>
                    <a:pt x="63" y="1825"/>
                  </a:lnTo>
                  <a:cubicBezTo>
                    <a:pt x="66" y="852"/>
                    <a:pt x="928" y="62"/>
                    <a:pt x="1988" y="62"/>
                  </a:cubicBezTo>
                  <a:cubicBezTo>
                    <a:pt x="2945" y="62"/>
                    <a:pt x="3744" y="689"/>
                    <a:pt x="3891" y="1554"/>
                  </a:cubicBezTo>
                  <a:lnTo>
                    <a:pt x="5847" y="11098"/>
                  </a:lnTo>
                  <a:cubicBezTo>
                    <a:pt x="5980" y="11748"/>
                    <a:pt x="6552" y="12214"/>
                    <a:pt x="7214" y="12214"/>
                  </a:cubicBezTo>
                  <a:lnTo>
                    <a:pt x="82966" y="12214"/>
                  </a:lnTo>
                  <a:cubicBezTo>
                    <a:pt x="83628" y="12214"/>
                    <a:pt x="84200" y="11748"/>
                    <a:pt x="84334" y="11098"/>
                  </a:cubicBezTo>
                  <a:lnTo>
                    <a:pt x="86289" y="1554"/>
                  </a:lnTo>
                  <a:cubicBezTo>
                    <a:pt x="86439" y="689"/>
                    <a:pt x="87239" y="62"/>
                    <a:pt x="88192" y="62"/>
                  </a:cubicBezTo>
                  <a:close/>
                  <a:moveTo>
                    <a:pt x="1988" y="0"/>
                  </a:moveTo>
                  <a:cubicBezTo>
                    <a:pt x="892" y="0"/>
                    <a:pt x="1" y="820"/>
                    <a:pt x="1" y="1828"/>
                  </a:cubicBezTo>
                  <a:cubicBezTo>
                    <a:pt x="1" y="1831"/>
                    <a:pt x="1" y="1835"/>
                    <a:pt x="1" y="1835"/>
                  </a:cubicBezTo>
                  <a:lnTo>
                    <a:pt x="3660" y="18181"/>
                  </a:lnTo>
                  <a:cubicBezTo>
                    <a:pt x="3663" y="18194"/>
                    <a:pt x="3673" y="18204"/>
                    <a:pt x="3689" y="18204"/>
                  </a:cubicBezTo>
                  <a:lnTo>
                    <a:pt x="86491" y="18204"/>
                  </a:lnTo>
                  <a:cubicBezTo>
                    <a:pt x="86507" y="18204"/>
                    <a:pt x="86520" y="18194"/>
                    <a:pt x="86520" y="18181"/>
                  </a:cubicBezTo>
                  <a:lnTo>
                    <a:pt x="90179" y="1835"/>
                  </a:lnTo>
                  <a:cubicBezTo>
                    <a:pt x="90179" y="1835"/>
                    <a:pt x="90179" y="1831"/>
                    <a:pt x="90179" y="1828"/>
                  </a:cubicBezTo>
                  <a:cubicBezTo>
                    <a:pt x="90179" y="820"/>
                    <a:pt x="89288" y="0"/>
                    <a:pt x="88192" y="0"/>
                  </a:cubicBezTo>
                  <a:cubicBezTo>
                    <a:pt x="87209" y="0"/>
                    <a:pt x="86380" y="650"/>
                    <a:pt x="86230" y="1544"/>
                  </a:cubicBezTo>
                  <a:lnTo>
                    <a:pt x="84275" y="11088"/>
                  </a:lnTo>
                  <a:cubicBezTo>
                    <a:pt x="84144" y="11708"/>
                    <a:pt x="83599" y="12152"/>
                    <a:pt x="82966" y="12156"/>
                  </a:cubicBezTo>
                  <a:lnTo>
                    <a:pt x="7214" y="12156"/>
                  </a:lnTo>
                  <a:cubicBezTo>
                    <a:pt x="6581" y="12152"/>
                    <a:pt x="6036" y="11708"/>
                    <a:pt x="5909" y="11088"/>
                  </a:cubicBezTo>
                  <a:lnTo>
                    <a:pt x="3953" y="1544"/>
                  </a:lnTo>
                  <a:cubicBezTo>
                    <a:pt x="3800" y="650"/>
                    <a:pt x="2974" y="0"/>
                    <a:pt x="1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1">
              <a:extLst>
                <a:ext uri="{FF2B5EF4-FFF2-40B4-BE49-F238E27FC236}">
                  <a16:creationId xmlns:a16="http://schemas.microsoft.com/office/drawing/2014/main" id="{06BA295E-B18F-C7DF-2EEE-C548CE2986F1}"/>
                </a:ext>
              </a:extLst>
            </p:cNvPr>
            <p:cNvSpPr/>
            <p:nvPr/>
          </p:nvSpPr>
          <p:spPr>
            <a:xfrm>
              <a:off x="4886275" y="1809725"/>
              <a:ext cx="2253025" cy="555500"/>
            </a:xfrm>
            <a:custGeom>
              <a:avLst/>
              <a:gdLst/>
              <a:ahLst/>
              <a:cxnLst/>
              <a:rect l="l" t="t" r="r" b="b"/>
              <a:pathLst>
                <a:path w="90121" h="22220" extrusionOk="0">
                  <a:moveTo>
                    <a:pt x="1958" y="1"/>
                  </a:moveTo>
                  <a:cubicBezTo>
                    <a:pt x="878" y="1"/>
                    <a:pt x="0" y="804"/>
                    <a:pt x="0" y="1796"/>
                  </a:cubicBezTo>
                  <a:lnTo>
                    <a:pt x="3659" y="18139"/>
                  </a:lnTo>
                  <a:lnTo>
                    <a:pt x="3659" y="22219"/>
                  </a:lnTo>
                  <a:lnTo>
                    <a:pt x="86461" y="22219"/>
                  </a:lnTo>
                  <a:lnTo>
                    <a:pt x="86461" y="18139"/>
                  </a:lnTo>
                  <a:lnTo>
                    <a:pt x="90120" y="1796"/>
                  </a:lnTo>
                  <a:cubicBezTo>
                    <a:pt x="90120" y="804"/>
                    <a:pt x="89242" y="1"/>
                    <a:pt x="88162" y="1"/>
                  </a:cubicBezTo>
                  <a:cubicBezTo>
                    <a:pt x="87199" y="1"/>
                    <a:pt x="86376" y="644"/>
                    <a:pt x="86226" y="1519"/>
                  </a:cubicBezTo>
                  <a:lnTo>
                    <a:pt x="84300" y="10932"/>
                  </a:lnTo>
                  <a:cubicBezTo>
                    <a:pt x="84153" y="11644"/>
                    <a:pt x="83530" y="12153"/>
                    <a:pt x="82802" y="12153"/>
                  </a:cubicBezTo>
                  <a:lnTo>
                    <a:pt x="7315" y="12153"/>
                  </a:lnTo>
                  <a:cubicBezTo>
                    <a:pt x="6590" y="12153"/>
                    <a:pt x="5967" y="11644"/>
                    <a:pt x="5820" y="10932"/>
                  </a:cubicBezTo>
                  <a:lnTo>
                    <a:pt x="3891" y="1519"/>
                  </a:lnTo>
                  <a:cubicBezTo>
                    <a:pt x="3744" y="644"/>
                    <a:pt x="2921" y="1"/>
                    <a:pt x="1958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1">
              <a:extLst>
                <a:ext uri="{FF2B5EF4-FFF2-40B4-BE49-F238E27FC236}">
                  <a16:creationId xmlns:a16="http://schemas.microsoft.com/office/drawing/2014/main" id="{0FA92D6E-4E06-549A-5851-2502AC812384}"/>
                </a:ext>
              </a:extLst>
            </p:cNvPr>
            <p:cNvSpPr/>
            <p:nvPr/>
          </p:nvSpPr>
          <p:spPr>
            <a:xfrm>
              <a:off x="5109200" y="1402700"/>
              <a:ext cx="1812775" cy="78775"/>
            </a:xfrm>
            <a:custGeom>
              <a:avLst/>
              <a:gdLst/>
              <a:ahLst/>
              <a:cxnLst/>
              <a:rect l="l" t="t" r="r" b="b"/>
              <a:pathLst>
                <a:path w="72511" h="3151" extrusionOk="0">
                  <a:moveTo>
                    <a:pt x="51004" y="1522"/>
                  </a:moveTo>
                  <a:lnTo>
                    <a:pt x="1972" y="1522"/>
                  </a:lnTo>
                  <a:cubicBezTo>
                    <a:pt x="1277" y="1519"/>
                    <a:pt x="598" y="1705"/>
                    <a:pt x="0" y="2054"/>
                  </a:cubicBezTo>
                  <a:cubicBezTo>
                    <a:pt x="510" y="853"/>
                    <a:pt x="1776" y="4"/>
                    <a:pt x="3264" y="4"/>
                  </a:cubicBezTo>
                  <a:lnTo>
                    <a:pt x="51004" y="4"/>
                  </a:lnTo>
                  <a:close/>
                  <a:moveTo>
                    <a:pt x="69012" y="1"/>
                  </a:moveTo>
                  <a:lnTo>
                    <a:pt x="63891" y="1"/>
                  </a:lnTo>
                  <a:cubicBezTo>
                    <a:pt x="63907" y="370"/>
                    <a:pt x="63920" y="886"/>
                    <a:pt x="63933" y="1522"/>
                  </a:cubicBezTo>
                  <a:lnTo>
                    <a:pt x="69390" y="1522"/>
                  </a:lnTo>
                  <a:cubicBezTo>
                    <a:pt x="70729" y="1522"/>
                    <a:pt x="71894" y="2178"/>
                    <a:pt x="72511" y="3151"/>
                  </a:cubicBezTo>
                  <a:cubicBezTo>
                    <a:pt x="72472" y="1404"/>
                    <a:pt x="70921" y="1"/>
                    <a:pt x="69012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1">
              <a:extLst>
                <a:ext uri="{FF2B5EF4-FFF2-40B4-BE49-F238E27FC236}">
                  <a16:creationId xmlns:a16="http://schemas.microsoft.com/office/drawing/2014/main" id="{7402EFDF-0564-236F-83B3-F22CB76A7E6E}"/>
                </a:ext>
              </a:extLst>
            </p:cNvPr>
            <p:cNvSpPr/>
            <p:nvPr/>
          </p:nvSpPr>
          <p:spPr>
            <a:xfrm>
              <a:off x="4985250" y="2364775"/>
              <a:ext cx="27100" cy="182250"/>
            </a:xfrm>
            <a:custGeom>
              <a:avLst/>
              <a:gdLst/>
              <a:ahLst/>
              <a:cxnLst/>
              <a:rect l="l" t="t" r="r" b="b"/>
              <a:pathLst>
                <a:path w="1084" h="7290" extrusionOk="0">
                  <a:moveTo>
                    <a:pt x="1025" y="1"/>
                  </a:moveTo>
                  <a:lnTo>
                    <a:pt x="0" y="7280"/>
                  </a:lnTo>
                  <a:lnTo>
                    <a:pt x="62" y="7289"/>
                  </a:lnTo>
                  <a:lnTo>
                    <a:pt x="1084" y="11"/>
                  </a:lnTo>
                  <a:lnTo>
                    <a:pt x="10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1">
              <a:extLst>
                <a:ext uri="{FF2B5EF4-FFF2-40B4-BE49-F238E27FC236}">
                  <a16:creationId xmlns:a16="http://schemas.microsoft.com/office/drawing/2014/main" id="{73C92E07-5104-42FD-7946-F7A31B236E8B}"/>
                </a:ext>
              </a:extLst>
            </p:cNvPr>
            <p:cNvSpPr/>
            <p:nvPr/>
          </p:nvSpPr>
          <p:spPr>
            <a:xfrm>
              <a:off x="5124875" y="2365350"/>
              <a:ext cx="27525" cy="125450"/>
            </a:xfrm>
            <a:custGeom>
              <a:avLst/>
              <a:gdLst/>
              <a:ahLst/>
              <a:cxnLst/>
              <a:rect l="l" t="t" r="r" b="b"/>
              <a:pathLst>
                <a:path w="1101" h="5018" extrusionOk="0">
                  <a:moveTo>
                    <a:pt x="1038" y="1"/>
                  </a:moveTo>
                  <a:lnTo>
                    <a:pt x="0" y="5004"/>
                  </a:lnTo>
                  <a:lnTo>
                    <a:pt x="62" y="5017"/>
                  </a:lnTo>
                  <a:lnTo>
                    <a:pt x="1100" y="14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1">
              <a:extLst>
                <a:ext uri="{FF2B5EF4-FFF2-40B4-BE49-F238E27FC236}">
                  <a16:creationId xmlns:a16="http://schemas.microsoft.com/office/drawing/2014/main" id="{96BCB657-27AA-7904-81A6-1B592C6199B2}"/>
                </a:ext>
              </a:extLst>
            </p:cNvPr>
            <p:cNvSpPr/>
            <p:nvPr/>
          </p:nvSpPr>
          <p:spPr>
            <a:xfrm>
              <a:off x="5020750" y="1923725"/>
              <a:ext cx="1010975" cy="203600"/>
            </a:xfrm>
            <a:custGeom>
              <a:avLst/>
              <a:gdLst/>
              <a:ahLst/>
              <a:cxnLst/>
              <a:rect l="l" t="t" r="r" b="b"/>
              <a:pathLst>
                <a:path w="40439" h="8144" extrusionOk="0">
                  <a:moveTo>
                    <a:pt x="21944" y="0"/>
                  </a:moveTo>
                  <a:cubicBezTo>
                    <a:pt x="14174" y="0"/>
                    <a:pt x="6858" y="353"/>
                    <a:pt x="6858" y="353"/>
                  </a:cubicBezTo>
                  <a:cubicBezTo>
                    <a:pt x="3431" y="1133"/>
                    <a:pt x="1322" y="2400"/>
                    <a:pt x="1322" y="2400"/>
                  </a:cubicBezTo>
                  <a:cubicBezTo>
                    <a:pt x="0" y="3506"/>
                    <a:pt x="1319" y="7763"/>
                    <a:pt x="2308" y="7861"/>
                  </a:cubicBezTo>
                  <a:cubicBezTo>
                    <a:pt x="2941" y="7923"/>
                    <a:pt x="18083" y="8143"/>
                    <a:pt x="28992" y="8143"/>
                  </a:cubicBezTo>
                  <a:cubicBezTo>
                    <a:pt x="35190" y="8143"/>
                    <a:pt x="40021" y="8072"/>
                    <a:pt x="40047" y="7861"/>
                  </a:cubicBezTo>
                  <a:cubicBezTo>
                    <a:pt x="40118" y="7276"/>
                    <a:pt x="40096" y="4479"/>
                    <a:pt x="40096" y="4479"/>
                  </a:cubicBezTo>
                  <a:cubicBezTo>
                    <a:pt x="40197" y="2889"/>
                    <a:pt x="40438" y="1816"/>
                    <a:pt x="38633" y="1231"/>
                  </a:cubicBezTo>
                  <a:cubicBezTo>
                    <a:pt x="35640" y="261"/>
                    <a:pt x="28624" y="0"/>
                    <a:pt x="219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1">
              <a:extLst>
                <a:ext uri="{FF2B5EF4-FFF2-40B4-BE49-F238E27FC236}">
                  <a16:creationId xmlns:a16="http://schemas.microsoft.com/office/drawing/2014/main" id="{88727CA0-C053-AC55-AEE6-72699413FCFE}"/>
                </a:ext>
              </a:extLst>
            </p:cNvPr>
            <p:cNvSpPr/>
            <p:nvPr/>
          </p:nvSpPr>
          <p:spPr>
            <a:xfrm>
              <a:off x="5034450" y="1922950"/>
              <a:ext cx="994325" cy="205125"/>
            </a:xfrm>
            <a:custGeom>
              <a:avLst/>
              <a:gdLst/>
              <a:ahLst/>
              <a:cxnLst/>
              <a:rect l="l" t="t" r="r" b="b"/>
              <a:pathLst>
                <a:path w="39773" h="8205" extrusionOk="0">
                  <a:moveTo>
                    <a:pt x="21438" y="62"/>
                  </a:moveTo>
                  <a:cubicBezTo>
                    <a:pt x="27656" y="62"/>
                    <a:pt x="35013" y="299"/>
                    <a:pt x="38075" y="1292"/>
                  </a:cubicBezTo>
                  <a:cubicBezTo>
                    <a:pt x="39707" y="1820"/>
                    <a:pt x="39645" y="2738"/>
                    <a:pt x="39544" y="4125"/>
                  </a:cubicBezTo>
                  <a:cubicBezTo>
                    <a:pt x="39534" y="4249"/>
                    <a:pt x="39528" y="4376"/>
                    <a:pt x="39518" y="4513"/>
                  </a:cubicBezTo>
                  <a:cubicBezTo>
                    <a:pt x="39518" y="4539"/>
                    <a:pt x="39541" y="7297"/>
                    <a:pt x="39469" y="7882"/>
                  </a:cubicBezTo>
                  <a:cubicBezTo>
                    <a:pt x="39294" y="8052"/>
                    <a:pt x="35369" y="8142"/>
                    <a:pt x="28441" y="8142"/>
                  </a:cubicBezTo>
                  <a:cubicBezTo>
                    <a:pt x="26203" y="8142"/>
                    <a:pt x="23652" y="8133"/>
                    <a:pt x="20812" y="8113"/>
                  </a:cubicBezTo>
                  <a:cubicBezTo>
                    <a:pt x="11882" y="8055"/>
                    <a:pt x="2276" y="7911"/>
                    <a:pt x="1763" y="7859"/>
                  </a:cubicBezTo>
                  <a:cubicBezTo>
                    <a:pt x="1375" y="7823"/>
                    <a:pt x="892" y="7079"/>
                    <a:pt x="562" y="6011"/>
                  </a:cubicBezTo>
                  <a:cubicBezTo>
                    <a:pt x="151" y="4683"/>
                    <a:pt x="63" y="3071"/>
                    <a:pt x="790" y="2457"/>
                  </a:cubicBezTo>
                  <a:cubicBezTo>
                    <a:pt x="865" y="2411"/>
                    <a:pt x="2977" y="1174"/>
                    <a:pt x="6313" y="417"/>
                  </a:cubicBezTo>
                  <a:cubicBezTo>
                    <a:pt x="6473" y="407"/>
                    <a:pt x="12773" y="107"/>
                    <a:pt x="19767" y="68"/>
                  </a:cubicBezTo>
                  <a:cubicBezTo>
                    <a:pt x="20312" y="64"/>
                    <a:pt x="20871" y="62"/>
                    <a:pt x="21438" y="62"/>
                  </a:cubicBezTo>
                  <a:close/>
                  <a:moveTo>
                    <a:pt x="21342" y="1"/>
                  </a:moveTo>
                  <a:cubicBezTo>
                    <a:pt x="20808" y="1"/>
                    <a:pt x="20284" y="3"/>
                    <a:pt x="19771" y="6"/>
                  </a:cubicBezTo>
                  <a:cubicBezTo>
                    <a:pt x="12714" y="48"/>
                    <a:pt x="6372" y="352"/>
                    <a:pt x="6310" y="355"/>
                  </a:cubicBezTo>
                  <a:lnTo>
                    <a:pt x="6303" y="355"/>
                  </a:lnTo>
                  <a:cubicBezTo>
                    <a:pt x="2909" y="1128"/>
                    <a:pt x="777" y="2392"/>
                    <a:pt x="754" y="2405"/>
                  </a:cubicBezTo>
                  <a:lnTo>
                    <a:pt x="751" y="2408"/>
                  </a:lnTo>
                  <a:cubicBezTo>
                    <a:pt x="0" y="3038"/>
                    <a:pt x="85" y="4680"/>
                    <a:pt x="500" y="6028"/>
                  </a:cubicBezTo>
                  <a:cubicBezTo>
                    <a:pt x="781" y="6935"/>
                    <a:pt x="1280" y="7875"/>
                    <a:pt x="1757" y="7921"/>
                  </a:cubicBezTo>
                  <a:cubicBezTo>
                    <a:pt x="2279" y="7973"/>
                    <a:pt x="11970" y="8117"/>
                    <a:pt x="20975" y="8176"/>
                  </a:cubicBezTo>
                  <a:cubicBezTo>
                    <a:pt x="23972" y="8195"/>
                    <a:pt x="26482" y="8205"/>
                    <a:pt x="28590" y="8205"/>
                  </a:cubicBezTo>
                  <a:cubicBezTo>
                    <a:pt x="39492" y="8205"/>
                    <a:pt x="39518" y="7976"/>
                    <a:pt x="39531" y="7898"/>
                  </a:cubicBezTo>
                  <a:cubicBezTo>
                    <a:pt x="39600" y="7317"/>
                    <a:pt x="39580" y="4543"/>
                    <a:pt x="39580" y="4517"/>
                  </a:cubicBezTo>
                  <a:cubicBezTo>
                    <a:pt x="39587" y="4383"/>
                    <a:pt x="39597" y="4255"/>
                    <a:pt x="39606" y="4131"/>
                  </a:cubicBezTo>
                  <a:cubicBezTo>
                    <a:pt x="39704" y="2764"/>
                    <a:pt x="39773" y="1778"/>
                    <a:pt x="38095" y="1233"/>
                  </a:cubicBezTo>
                  <a:cubicBezTo>
                    <a:pt x="35010" y="235"/>
                    <a:pt x="27584" y="1"/>
                    <a:pt x="21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1">
              <a:extLst>
                <a:ext uri="{FF2B5EF4-FFF2-40B4-BE49-F238E27FC236}">
                  <a16:creationId xmlns:a16="http://schemas.microsoft.com/office/drawing/2014/main" id="{60AA6F6A-FD80-4B2B-40C3-2A1769C19B2E}"/>
                </a:ext>
              </a:extLst>
            </p:cNvPr>
            <p:cNvSpPr/>
            <p:nvPr/>
          </p:nvSpPr>
          <p:spPr>
            <a:xfrm>
              <a:off x="5183300" y="1921525"/>
              <a:ext cx="855675" cy="113850"/>
            </a:xfrm>
            <a:custGeom>
              <a:avLst/>
              <a:gdLst/>
              <a:ahLst/>
              <a:cxnLst/>
              <a:rect l="l" t="t" r="r" b="b"/>
              <a:pathLst>
                <a:path w="34227" h="4554" extrusionOk="0">
                  <a:moveTo>
                    <a:pt x="11101" y="464"/>
                  </a:moveTo>
                  <a:cubicBezTo>
                    <a:pt x="11101" y="464"/>
                    <a:pt x="2455" y="2785"/>
                    <a:pt x="1492" y="3004"/>
                  </a:cubicBezTo>
                  <a:cubicBezTo>
                    <a:pt x="1139" y="3085"/>
                    <a:pt x="578" y="3232"/>
                    <a:pt x="0" y="3389"/>
                  </a:cubicBezTo>
                  <a:cubicBezTo>
                    <a:pt x="8764" y="4077"/>
                    <a:pt x="34227" y="4554"/>
                    <a:pt x="32556" y="1548"/>
                  </a:cubicBezTo>
                  <a:lnTo>
                    <a:pt x="32660" y="1535"/>
                  </a:lnTo>
                  <a:cubicBezTo>
                    <a:pt x="32490" y="1450"/>
                    <a:pt x="32314" y="1378"/>
                    <a:pt x="32135" y="1319"/>
                  </a:cubicBezTo>
                  <a:cubicBezTo>
                    <a:pt x="28345" y="92"/>
                    <a:pt x="18115" y="1"/>
                    <a:pt x="10275" y="13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1">
              <a:extLst>
                <a:ext uri="{FF2B5EF4-FFF2-40B4-BE49-F238E27FC236}">
                  <a16:creationId xmlns:a16="http://schemas.microsoft.com/office/drawing/2014/main" id="{A354158E-E696-B8E6-6433-1FB50C815F16}"/>
                </a:ext>
              </a:extLst>
            </p:cNvPr>
            <p:cNvSpPr/>
            <p:nvPr/>
          </p:nvSpPr>
          <p:spPr>
            <a:xfrm>
              <a:off x="6021900" y="1921350"/>
              <a:ext cx="1004850" cy="205925"/>
            </a:xfrm>
            <a:custGeom>
              <a:avLst/>
              <a:gdLst/>
              <a:ahLst/>
              <a:cxnLst/>
              <a:rect l="l" t="t" r="r" b="b"/>
              <a:pathLst>
                <a:path w="40194" h="8237" extrusionOk="0">
                  <a:moveTo>
                    <a:pt x="19663" y="0"/>
                  </a:moveTo>
                  <a:cubicBezTo>
                    <a:pt x="14597" y="0"/>
                    <a:pt x="8407" y="282"/>
                    <a:pt x="1904" y="1228"/>
                  </a:cubicBezTo>
                  <a:cubicBezTo>
                    <a:pt x="291" y="1463"/>
                    <a:pt x="1" y="2984"/>
                    <a:pt x="99" y="4574"/>
                  </a:cubicBezTo>
                  <a:cubicBezTo>
                    <a:pt x="99" y="4574"/>
                    <a:pt x="76" y="7368"/>
                    <a:pt x="147" y="7952"/>
                  </a:cubicBezTo>
                  <a:cubicBezTo>
                    <a:pt x="175" y="8165"/>
                    <a:pt x="5002" y="8237"/>
                    <a:pt x="11196" y="8237"/>
                  </a:cubicBezTo>
                  <a:cubicBezTo>
                    <a:pt x="22106" y="8237"/>
                    <a:pt x="37255" y="8015"/>
                    <a:pt x="37886" y="7952"/>
                  </a:cubicBezTo>
                  <a:cubicBezTo>
                    <a:pt x="38875" y="7858"/>
                    <a:pt x="40194" y="3601"/>
                    <a:pt x="38875" y="2495"/>
                  </a:cubicBezTo>
                  <a:cubicBezTo>
                    <a:pt x="38875" y="2495"/>
                    <a:pt x="35579" y="1392"/>
                    <a:pt x="32148" y="611"/>
                  </a:cubicBezTo>
                  <a:cubicBezTo>
                    <a:pt x="32148" y="611"/>
                    <a:pt x="27124" y="0"/>
                    <a:pt x="196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1">
              <a:extLst>
                <a:ext uri="{FF2B5EF4-FFF2-40B4-BE49-F238E27FC236}">
                  <a16:creationId xmlns:a16="http://schemas.microsoft.com/office/drawing/2014/main" id="{F6E686AE-3101-2DE3-D959-F91D1309F7D8}"/>
                </a:ext>
              </a:extLst>
            </p:cNvPr>
            <p:cNvSpPr/>
            <p:nvPr/>
          </p:nvSpPr>
          <p:spPr>
            <a:xfrm>
              <a:off x="6049150" y="1913950"/>
              <a:ext cx="660500" cy="103000"/>
            </a:xfrm>
            <a:custGeom>
              <a:avLst/>
              <a:gdLst/>
              <a:ahLst/>
              <a:cxnLst/>
              <a:rect l="l" t="t" r="r" b="b"/>
              <a:pathLst>
                <a:path w="26420" h="4120" extrusionOk="0">
                  <a:moveTo>
                    <a:pt x="2015" y="1394"/>
                  </a:moveTo>
                  <a:cubicBezTo>
                    <a:pt x="2015" y="1394"/>
                    <a:pt x="1" y="2566"/>
                    <a:pt x="2991" y="3346"/>
                  </a:cubicBezTo>
                  <a:cubicBezTo>
                    <a:pt x="5964" y="4119"/>
                    <a:pt x="25539" y="3183"/>
                    <a:pt x="26420" y="526"/>
                  </a:cubicBezTo>
                  <a:cubicBezTo>
                    <a:pt x="20956" y="199"/>
                    <a:pt x="11294" y="0"/>
                    <a:pt x="814" y="1524"/>
                  </a:cubicBezTo>
                  <a:cubicBezTo>
                    <a:pt x="800" y="1524"/>
                    <a:pt x="787" y="1531"/>
                    <a:pt x="774" y="1534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1">
              <a:extLst>
                <a:ext uri="{FF2B5EF4-FFF2-40B4-BE49-F238E27FC236}">
                  <a16:creationId xmlns:a16="http://schemas.microsoft.com/office/drawing/2014/main" id="{E5DA3D96-203C-9EFF-BD92-0FE8E2DFBF57}"/>
                </a:ext>
              </a:extLst>
            </p:cNvPr>
            <p:cNvSpPr/>
            <p:nvPr/>
          </p:nvSpPr>
          <p:spPr>
            <a:xfrm>
              <a:off x="6020350" y="1920600"/>
              <a:ext cx="992700" cy="207475"/>
            </a:xfrm>
            <a:custGeom>
              <a:avLst/>
              <a:gdLst/>
              <a:ahLst/>
              <a:cxnLst/>
              <a:rect l="l" t="t" r="r" b="b"/>
              <a:pathLst>
                <a:path w="39708" h="8299" extrusionOk="0">
                  <a:moveTo>
                    <a:pt x="19776" y="65"/>
                  </a:moveTo>
                  <a:cubicBezTo>
                    <a:pt x="20986" y="65"/>
                    <a:pt x="22106" y="81"/>
                    <a:pt x="23116" y="106"/>
                  </a:cubicBezTo>
                  <a:cubicBezTo>
                    <a:pt x="28603" y="243"/>
                    <a:pt x="32171" y="671"/>
                    <a:pt x="32204" y="674"/>
                  </a:cubicBezTo>
                  <a:cubicBezTo>
                    <a:pt x="35526" y="1428"/>
                    <a:pt x="38768" y="2505"/>
                    <a:pt x="38921" y="2554"/>
                  </a:cubicBezTo>
                  <a:cubicBezTo>
                    <a:pt x="39646" y="3168"/>
                    <a:pt x="39557" y="4777"/>
                    <a:pt x="39149" y="6105"/>
                  </a:cubicBezTo>
                  <a:cubicBezTo>
                    <a:pt x="38820" y="7173"/>
                    <a:pt x="38333" y="7917"/>
                    <a:pt x="37945" y="7953"/>
                  </a:cubicBezTo>
                  <a:cubicBezTo>
                    <a:pt x="37433" y="8005"/>
                    <a:pt x="27830" y="8149"/>
                    <a:pt x="18896" y="8207"/>
                  </a:cubicBezTo>
                  <a:cubicBezTo>
                    <a:pt x="16056" y="8227"/>
                    <a:pt x="13505" y="8236"/>
                    <a:pt x="11267" y="8236"/>
                  </a:cubicBezTo>
                  <a:cubicBezTo>
                    <a:pt x="4339" y="8236"/>
                    <a:pt x="415" y="8146"/>
                    <a:pt x="242" y="7976"/>
                  </a:cubicBezTo>
                  <a:cubicBezTo>
                    <a:pt x="174" y="7391"/>
                    <a:pt x="190" y="4633"/>
                    <a:pt x="193" y="4604"/>
                  </a:cubicBezTo>
                  <a:cubicBezTo>
                    <a:pt x="66" y="2567"/>
                    <a:pt x="647" y="1484"/>
                    <a:pt x="1969" y="1291"/>
                  </a:cubicBezTo>
                  <a:cubicBezTo>
                    <a:pt x="8617" y="324"/>
                    <a:pt x="14927" y="65"/>
                    <a:pt x="19776" y="65"/>
                  </a:cubicBezTo>
                  <a:close/>
                  <a:moveTo>
                    <a:pt x="19825" y="1"/>
                  </a:moveTo>
                  <a:cubicBezTo>
                    <a:pt x="14966" y="1"/>
                    <a:pt x="8635" y="259"/>
                    <a:pt x="1962" y="1229"/>
                  </a:cubicBezTo>
                  <a:cubicBezTo>
                    <a:pt x="601" y="1428"/>
                    <a:pt x="1" y="2531"/>
                    <a:pt x="131" y="4604"/>
                  </a:cubicBezTo>
                  <a:cubicBezTo>
                    <a:pt x="131" y="4633"/>
                    <a:pt x="108" y="7408"/>
                    <a:pt x="180" y="7989"/>
                  </a:cubicBezTo>
                  <a:cubicBezTo>
                    <a:pt x="190" y="8070"/>
                    <a:pt x="216" y="8299"/>
                    <a:pt x="11121" y="8299"/>
                  </a:cubicBezTo>
                  <a:cubicBezTo>
                    <a:pt x="13230" y="8299"/>
                    <a:pt x="15740" y="8289"/>
                    <a:pt x="18733" y="8270"/>
                  </a:cubicBezTo>
                  <a:cubicBezTo>
                    <a:pt x="27738" y="8211"/>
                    <a:pt x="37433" y="8067"/>
                    <a:pt x="37952" y="8015"/>
                  </a:cubicBezTo>
                  <a:cubicBezTo>
                    <a:pt x="38431" y="7969"/>
                    <a:pt x="38924" y="7029"/>
                    <a:pt x="39205" y="6122"/>
                  </a:cubicBezTo>
                  <a:cubicBezTo>
                    <a:pt x="39623" y="4774"/>
                    <a:pt x="39708" y="3132"/>
                    <a:pt x="38957" y="2502"/>
                  </a:cubicBezTo>
                  <a:cubicBezTo>
                    <a:pt x="38954" y="2499"/>
                    <a:pt x="38950" y="2499"/>
                    <a:pt x="38947" y="2495"/>
                  </a:cubicBezTo>
                  <a:cubicBezTo>
                    <a:pt x="38914" y="2489"/>
                    <a:pt x="35608" y="1382"/>
                    <a:pt x="32213" y="612"/>
                  </a:cubicBezTo>
                  <a:cubicBezTo>
                    <a:pt x="32177" y="606"/>
                    <a:pt x="28610" y="178"/>
                    <a:pt x="23120" y="41"/>
                  </a:cubicBezTo>
                  <a:cubicBezTo>
                    <a:pt x="22121" y="16"/>
                    <a:pt x="21018" y="1"/>
                    <a:pt x="19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1">
              <a:extLst>
                <a:ext uri="{FF2B5EF4-FFF2-40B4-BE49-F238E27FC236}">
                  <a16:creationId xmlns:a16="http://schemas.microsoft.com/office/drawing/2014/main" id="{F913AB6C-BB9F-0418-90E2-4173E24B81F7}"/>
                </a:ext>
              </a:extLst>
            </p:cNvPr>
            <p:cNvSpPr/>
            <p:nvPr/>
          </p:nvSpPr>
          <p:spPr>
            <a:xfrm>
              <a:off x="5050850" y="2002475"/>
              <a:ext cx="943175" cy="12350"/>
            </a:xfrm>
            <a:custGeom>
              <a:avLst/>
              <a:gdLst/>
              <a:ahLst/>
              <a:cxnLst/>
              <a:rect l="l" t="t" r="r" b="b"/>
              <a:pathLst>
                <a:path w="37727" h="494" extrusionOk="0">
                  <a:moveTo>
                    <a:pt x="1" y="1"/>
                  </a:moveTo>
                  <a:lnTo>
                    <a:pt x="1" y="63"/>
                  </a:lnTo>
                  <a:cubicBezTo>
                    <a:pt x="170" y="69"/>
                    <a:pt x="11513" y="493"/>
                    <a:pt x="22604" y="493"/>
                  </a:cubicBezTo>
                  <a:cubicBezTo>
                    <a:pt x="28195" y="493"/>
                    <a:pt x="33721" y="386"/>
                    <a:pt x="37726" y="63"/>
                  </a:cubicBezTo>
                  <a:lnTo>
                    <a:pt x="37720" y="1"/>
                  </a:lnTo>
                  <a:cubicBezTo>
                    <a:pt x="33717" y="323"/>
                    <a:pt x="28192" y="431"/>
                    <a:pt x="22603" y="431"/>
                  </a:cubicBezTo>
                  <a:cubicBezTo>
                    <a:pt x="11512" y="431"/>
                    <a:pt x="172" y="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1">
              <a:extLst>
                <a:ext uri="{FF2B5EF4-FFF2-40B4-BE49-F238E27FC236}">
                  <a16:creationId xmlns:a16="http://schemas.microsoft.com/office/drawing/2014/main" id="{BD58E418-D9FE-7338-515E-9544FC52EC23}"/>
                </a:ext>
              </a:extLst>
            </p:cNvPr>
            <p:cNvSpPr/>
            <p:nvPr/>
          </p:nvSpPr>
          <p:spPr>
            <a:xfrm>
              <a:off x="6049975" y="2004925"/>
              <a:ext cx="943175" cy="12275"/>
            </a:xfrm>
            <a:custGeom>
              <a:avLst/>
              <a:gdLst/>
              <a:ahLst/>
              <a:cxnLst/>
              <a:rect l="l" t="t" r="r" b="b"/>
              <a:pathLst>
                <a:path w="37727" h="491" extrusionOk="0">
                  <a:moveTo>
                    <a:pt x="0" y="0"/>
                  </a:moveTo>
                  <a:lnTo>
                    <a:pt x="0" y="62"/>
                  </a:lnTo>
                  <a:cubicBezTo>
                    <a:pt x="170" y="66"/>
                    <a:pt x="11509" y="490"/>
                    <a:pt x="22604" y="490"/>
                  </a:cubicBezTo>
                  <a:cubicBezTo>
                    <a:pt x="28195" y="490"/>
                    <a:pt x="33721" y="382"/>
                    <a:pt x="37726" y="59"/>
                  </a:cubicBezTo>
                  <a:lnTo>
                    <a:pt x="37720" y="0"/>
                  </a:lnTo>
                  <a:cubicBezTo>
                    <a:pt x="33717" y="323"/>
                    <a:pt x="28192" y="431"/>
                    <a:pt x="22603" y="431"/>
                  </a:cubicBezTo>
                  <a:cubicBezTo>
                    <a:pt x="11512" y="431"/>
                    <a:pt x="172" y="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1">
              <a:extLst>
                <a:ext uri="{FF2B5EF4-FFF2-40B4-BE49-F238E27FC236}">
                  <a16:creationId xmlns:a16="http://schemas.microsoft.com/office/drawing/2014/main" id="{9D38BE3D-55DF-3811-2DBC-32A53E81B344}"/>
                </a:ext>
              </a:extLst>
            </p:cNvPr>
            <p:cNvSpPr/>
            <p:nvPr/>
          </p:nvSpPr>
          <p:spPr>
            <a:xfrm>
              <a:off x="5011275" y="1770900"/>
              <a:ext cx="2015475" cy="356375"/>
            </a:xfrm>
            <a:custGeom>
              <a:avLst/>
              <a:gdLst/>
              <a:ahLst/>
              <a:cxnLst/>
              <a:rect l="l" t="t" r="r" b="b"/>
              <a:pathLst>
                <a:path w="80619" h="14255" extrusionOk="0">
                  <a:moveTo>
                    <a:pt x="1577" y="0"/>
                  </a:moveTo>
                  <a:cubicBezTo>
                    <a:pt x="1358" y="3548"/>
                    <a:pt x="1" y="4338"/>
                    <a:pt x="1225" y="9388"/>
                  </a:cubicBezTo>
                  <a:cubicBezTo>
                    <a:pt x="849" y="11029"/>
                    <a:pt x="1877" y="13892"/>
                    <a:pt x="2687" y="13970"/>
                  </a:cubicBezTo>
                  <a:cubicBezTo>
                    <a:pt x="3320" y="14033"/>
                    <a:pt x="18470" y="14255"/>
                    <a:pt x="29379" y="14255"/>
                  </a:cubicBezTo>
                  <a:cubicBezTo>
                    <a:pt x="35573" y="14255"/>
                    <a:pt x="40400" y="14183"/>
                    <a:pt x="40426" y="13970"/>
                  </a:cubicBezTo>
                  <a:cubicBezTo>
                    <a:pt x="40497" y="13386"/>
                    <a:pt x="40475" y="10592"/>
                    <a:pt x="40475" y="10592"/>
                  </a:cubicBezTo>
                  <a:cubicBezTo>
                    <a:pt x="40484" y="10429"/>
                    <a:pt x="40497" y="10272"/>
                    <a:pt x="40507" y="10119"/>
                  </a:cubicBezTo>
                  <a:cubicBezTo>
                    <a:pt x="40507" y="10275"/>
                    <a:pt x="40514" y="10435"/>
                    <a:pt x="40524" y="10592"/>
                  </a:cubicBezTo>
                  <a:cubicBezTo>
                    <a:pt x="40524" y="10592"/>
                    <a:pt x="40501" y="13386"/>
                    <a:pt x="40572" y="13970"/>
                  </a:cubicBezTo>
                  <a:cubicBezTo>
                    <a:pt x="40600" y="14183"/>
                    <a:pt x="45427" y="14255"/>
                    <a:pt x="51621" y="14255"/>
                  </a:cubicBezTo>
                  <a:cubicBezTo>
                    <a:pt x="62531" y="14255"/>
                    <a:pt x="77680" y="14033"/>
                    <a:pt x="78311" y="13970"/>
                  </a:cubicBezTo>
                  <a:cubicBezTo>
                    <a:pt x="79300" y="13876"/>
                    <a:pt x="80619" y="9619"/>
                    <a:pt x="79300" y="8513"/>
                  </a:cubicBezTo>
                  <a:cubicBezTo>
                    <a:pt x="79300" y="8513"/>
                    <a:pt x="76004" y="7410"/>
                    <a:pt x="72573" y="6629"/>
                  </a:cubicBezTo>
                  <a:lnTo>
                    <a:pt x="67948" y="6208"/>
                  </a:lnTo>
                  <a:cubicBezTo>
                    <a:pt x="67405" y="8291"/>
                    <a:pt x="55439" y="9329"/>
                    <a:pt x="48679" y="9329"/>
                  </a:cubicBezTo>
                  <a:cubicBezTo>
                    <a:pt x="46708" y="9329"/>
                    <a:pt x="45180" y="9240"/>
                    <a:pt x="44506" y="9064"/>
                  </a:cubicBezTo>
                  <a:cubicBezTo>
                    <a:pt x="41516" y="8284"/>
                    <a:pt x="43530" y="7116"/>
                    <a:pt x="43530" y="7116"/>
                  </a:cubicBezTo>
                  <a:lnTo>
                    <a:pt x="43530" y="7116"/>
                  </a:lnTo>
                  <a:lnTo>
                    <a:pt x="42283" y="7253"/>
                  </a:lnTo>
                  <a:cubicBezTo>
                    <a:pt x="41124" y="7442"/>
                    <a:pt x="40664" y="8310"/>
                    <a:pt x="40543" y="9384"/>
                  </a:cubicBezTo>
                  <a:cubicBezTo>
                    <a:pt x="40550" y="8588"/>
                    <a:pt x="40380" y="7981"/>
                    <a:pt x="39544" y="7560"/>
                  </a:cubicBezTo>
                  <a:lnTo>
                    <a:pt x="39437" y="7570"/>
                  </a:lnTo>
                  <a:cubicBezTo>
                    <a:pt x="40440" y="9379"/>
                    <a:pt x="31619" y="9926"/>
                    <a:pt x="22525" y="9926"/>
                  </a:cubicBezTo>
                  <a:cubicBezTo>
                    <a:pt x="16508" y="9926"/>
                    <a:pt x="10371" y="9687"/>
                    <a:pt x="6881" y="9414"/>
                  </a:cubicBezTo>
                  <a:cubicBezTo>
                    <a:pt x="7456" y="9254"/>
                    <a:pt x="8024" y="9107"/>
                    <a:pt x="8373" y="9025"/>
                  </a:cubicBezTo>
                  <a:cubicBezTo>
                    <a:pt x="9336" y="8807"/>
                    <a:pt x="17982" y="6486"/>
                    <a:pt x="17982" y="6486"/>
                  </a:cubicBezTo>
                  <a:lnTo>
                    <a:pt x="1577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1">
              <a:extLst>
                <a:ext uri="{FF2B5EF4-FFF2-40B4-BE49-F238E27FC236}">
                  <a16:creationId xmlns:a16="http://schemas.microsoft.com/office/drawing/2014/main" id="{F7FEFB13-5182-916F-3EC7-5B5B55A46835}"/>
                </a:ext>
              </a:extLst>
            </p:cNvPr>
            <p:cNvSpPr/>
            <p:nvPr/>
          </p:nvSpPr>
          <p:spPr>
            <a:xfrm>
              <a:off x="5031025" y="1668575"/>
              <a:ext cx="435200" cy="351175"/>
            </a:xfrm>
            <a:custGeom>
              <a:avLst/>
              <a:gdLst/>
              <a:ahLst/>
              <a:cxnLst/>
              <a:rect l="l" t="t" r="r" b="b"/>
              <a:pathLst>
                <a:path w="17408" h="14047" extrusionOk="0">
                  <a:moveTo>
                    <a:pt x="12223" y="0"/>
                  </a:moveTo>
                  <a:cubicBezTo>
                    <a:pt x="7881" y="0"/>
                    <a:pt x="738" y="2846"/>
                    <a:pt x="738" y="2846"/>
                  </a:cubicBezTo>
                  <a:cubicBezTo>
                    <a:pt x="738" y="2846"/>
                    <a:pt x="540" y="2739"/>
                    <a:pt x="359" y="2739"/>
                  </a:cubicBezTo>
                  <a:cubicBezTo>
                    <a:pt x="226" y="2739"/>
                    <a:pt x="103" y="2796"/>
                    <a:pt x="72" y="2997"/>
                  </a:cubicBezTo>
                  <a:cubicBezTo>
                    <a:pt x="0" y="3470"/>
                    <a:pt x="774" y="3933"/>
                    <a:pt x="774" y="3933"/>
                  </a:cubicBezTo>
                  <a:cubicBezTo>
                    <a:pt x="774" y="3933"/>
                    <a:pt x="774" y="3933"/>
                    <a:pt x="774" y="3933"/>
                  </a:cubicBezTo>
                  <a:cubicBezTo>
                    <a:pt x="775" y="3933"/>
                    <a:pt x="835" y="3946"/>
                    <a:pt x="1391" y="6620"/>
                  </a:cubicBezTo>
                  <a:cubicBezTo>
                    <a:pt x="2008" y="9577"/>
                    <a:pt x="3901" y="12684"/>
                    <a:pt x="3901" y="12684"/>
                  </a:cubicBezTo>
                  <a:cubicBezTo>
                    <a:pt x="3901" y="12684"/>
                    <a:pt x="3637" y="13076"/>
                    <a:pt x="3839" y="13800"/>
                  </a:cubicBezTo>
                  <a:cubicBezTo>
                    <a:pt x="3889" y="13979"/>
                    <a:pt x="3972" y="14046"/>
                    <a:pt x="4070" y="14046"/>
                  </a:cubicBezTo>
                  <a:cubicBezTo>
                    <a:pt x="4370" y="14046"/>
                    <a:pt x="4802" y="13415"/>
                    <a:pt x="4802" y="13415"/>
                  </a:cubicBezTo>
                  <a:cubicBezTo>
                    <a:pt x="5928" y="13379"/>
                    <a:pt x="8392" y="12273"/>
                    <a:pt x="8392" y="12273"/>
                  </a:cubicBezTo>
                  <a:cubicBezTo>
                    <a:pt x="11059" y="11891"/>
                    <a:pt x="16445" y="10455"/>
                    <a:pt x="16445" y="10455"/>
                  </a:cubicBezTo>
                  <a:cubicBezTo>
                    <a:pt x="16445" y="10455"/>
                    <a:pt x="16736" y="10695"/>
                    <a:pt x="16974" y="10695"/>
                  </a:cubicBezTo>
                  <a:cubicBezTo>
                    <a:pt x="17059" y="10695"/>
                    <a:pt x="17136" y="10664"/>
                    <a:pt x="17192" y="10582"/>
                  </a:cubicBezTo>
                  <a:cubicBezTo>
                    <a:pt x="17408" y="10266"/>
                    <a:pt x="17075" y="9740"/>
                    <a:pt x="17075" y="9740"/>
                  </a:cubicBezTo>
                  <a:cubicBezTo>
                    <a:pt x="17381" y="6358"/>
                    <a:pt x="15090" y="1505"/>
                    <a:pt x="15090" y="1505"/>
                  </a:cubicBezTo>
                  <a:cubicBezTo>
                    <a:pt x="15178" y="1159"/>
                    <a:pt x="15152" y="790"/>
                    <a:pt x="15015" y="457"/>
                  </a:cubicBezTo>
                  <a:cubicBezTo>
                    <a:pt x="14940" y="277"/>
                    <a:pt x="14867" y="217"/>
                    <a:pt x="14804" y="217"/>
                  </a:cubicBezTo>
                  <a:cubicBezTo>
                    <a:pt x="14673" y="217"/>
                    <a:pt x="14581" y="477"/>
                    <a:pt x="14581" y="477"/>
                  </a:cubicBezTo>
                  <a:cubicBezTo>
                    <a:pt x="14002" y="139"/>
                    <a:pt x="13181" y="0"/>
                    <a:pt x="122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1">
              <a:extLst>
                <a:ext uri="{FF2B5EF4-FFF2-40B4-BE49-F238E27FC236}">
                  <a16:creationId xmlns:a16="http://schemas.microsoft.com/office/drawing/2014/main" id="{F78E89AB-E304-D290-A2A6-8A9BBD3CCEED}"/>
                </a:ext>
              </a:extLst>
            </p:cNvPr>
            <p:cNvSpPr/>
            <p:nvPr/>
          </p:nvSpPr>
          <p:spPr>
            <a:xfrm>
              <a:off x="5031025" y="1633725"/>
              <a:ext cx="435200" cy="398000"/>
            </a:xfrm>
            <a:custGeom>
              <a:avLst/>
              <a:gdLst/>
              <a:ahLst/>
              <a:cxnLst/>
              <a:rect l="l" t="t" r="r" b="b"/>
              <a:pathLst>
                <a:path w="17408" h="15920" extrusionOk="0">
                  <a:moveTo>
                    <a:pt x="738" y="4240"/>
                  </a:moveTo>
                  <a:cubicBezTo>
                    <a:pt x="738" y="4240"/>
                    <a:pt x="11379" y="0"/>
                    <a:pt x="14581" y="1871"/>
                  </a:cubicBezTo>
                  <a:cubicBezTo>
                    <a:pt x="14581" y="1871"/>
                    <a:pt x="14783" y="1299"/>
                    <a:pt x="15015" y="1851"/>
                  </a:cubicBezTo>
                  <a:cubicBezTo>
                    <a:pt x="15152" y="2184"/>
                    <a:pt x="15178" y="2553"/>
                    <a:pt x="15090" y="2899"/>
                  </a:cubicBezTo>
                  <a:cubicBezTo>
                    <a:pt x="15090" y="2899"/>
                    <a:pt x="17381" y="7752"/>
                    <a:pt x="17075" y="11134"/>
                  </a:cubicBezTo>
                  <a:cubicBezTo>
                    <a:pt x="17075" y="11134"/>
                    <a:pt x="17408" y="11660"/>
                    <a:pt x="17192" y="11976"/>
                  </a:cubicBezTo>
                  <a:cubicBezTo>
                    <a:pt x="16980" y="12289"/>
                    <a:pt x="16445" y="11849"/>
                    <a:pt x="16445" y="11849"/>
                  </a:cubicBezTo>
                  <a:cubicBezTo>
                    <a:pt x="16445" y="11849"/>
                    <a:pt x="11059" y="13285"/>
                    <a:pt x="8392" y="13667"/>
                  </a:cubicBezTo>
                  <a:cubicBezTo>
                    <a:pt x="8392" y="13667"/>
                    <a:pt x="5928" y="14773"/>
                    <a:pt x="4802" y="14809"/>
                  </a:cubicBezTo>
                  <a:cubicBezTo>
                    <a:pt x="4802" y="14809"/>
                    <a:pt x="4041" y="15919"/>
                    <a:pt x="3839" y="15194"/>
                  </a:cubicBezTo>
                  <a:cubicBezTo>
                    <a:pt x="3637" y="14470"/>
                    <a:pt x="3901" y="14078"/>
                    <a:pt x="3901" y="14078"/>
                  </a:cubicBezTo>
                  <a:cubicBezTo>
                    <a:pt x="3901" y="14078"/>
                    <a:pt x="2008" y="10971"/>
                    <a:pt x="1391" y="8014"/>
                  </a:cubicBezTo>
                  <a:cubicBezTo>
                    <a:pt x="829" y="5314"/>
                    <a:pt x="774" y="5327"/>
                    <a:pt x="774" y="5327"/>
                  </a:cubicBezTo>
                  <a:cubicBezTo>
                    <a:pt x="774" y="5327"/>
                    <a:pt x="0" y="4864"/>
                    <a:pt x="72" y="4391"/>
                  </a:cubicBezTo>
                  <a:cubicBezTo>
                    <a:pt x="144" y="3917"/>
                    <a:pt x="738" y="4240"/>
                    <a:pt x="738" y="424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1">
              <a:extLst>
                <a:ext uri="{FF2B5EF4-FFF2-40B4-BE49-F238E27FC236}">
                  <a16:creationId xmlns:a16="http://schemas.microsoft.com/office/drawing/2014/main" id="{8CA4F16D-FC88-3397-5703-EA1EF5582D9B}"/>
                </a:ext>
              </a:extLst>
            </p:cNvPr>
            <p:cNvSpPr/>
            <p:nvPr/>
          </p:nvSpPr>
          <p:spPr>
            <a:xfrm>
              <a:off x="5031025" y="1697200"/>
              <a:ext cx="435200" cy="334525"/>
            </a:xfrm>
            <a:custGeom>
              <a:avLst/>
              <a:gdLst/>
              <a:ahLst/>
              <a:cxnLst/>
              <a:rect l="l" t="t" r="r" b="b"/>
              <a:pathLst>
                <a:path w="17408" h="13381" extrusionOk="0">
                  <a:moveTo>
                    <a:pt x="774" y="2792"/>
                  </a:moveTo>
                  <a:cubicBezTo>
                    <a:pt x="774" y="2792"/>
                    <a:pt x="826" y="2775"/>
                    <a:pt x="1391" y="5475"/>
                  </a:cubicBezTo>
                  <a:cubicBezTo>
                    <a:pt x="2008" y="8435"/>
                    <a:pt x="3901" y="11542"/>
                    <a:pt x="3901" y="11542"/>
                  </a:cubicBezTo>
                  <a:cubicBezTo>
                    <a:pt x="3901" y="11542"/>
                    <a:pt x="3637" y="11934"/>
                    <a:pt x="3839" y="12659"/>
                  </a:cubicBezTo>
                  <a:cubicBezTo>
                    <a:pt x="4041" y="13380"/>
                    <a:pt x="4802" y="12274"/>
                    <a:pt x="4802" y="12274"/>
                  </a:cubicBezTo>
                  <a:cubicBezTo>
                    <a:pt x="5928" y="12231"/>
                    <a:pt x="8392" y="11131"/>
                    <a:pt x="8392" y="11131"/>
                  </a:cubicBezTo>
                  <a:cubicBezTo>
                    <a:pt x="11059" y="10749"/>
                    <a:pt x="16445" y="9313"/>
                    <a:pt x="16445" y="9313"/>
                  </a:cubicBezTo>
                  <a:cubicBezTo>
                    <a:pt x="16445" y="9313"/>
                    <a:pt x="16980" y="9754"/>
                    <a:pt x="17192" y="9437"/>
                  </a:cubicBezTo>
                  <a:cubicBezTo>
                    <a:pt x="17408" y="9121"/>
                    <a:pt x="17075" y="8595"/>
                    <a:pt x="17075" y="8595"/>
                  </a:cubicBezTo>
                  <a:cubicBezTo>
                    <a:pt x="17133" y="7952"/>
                    <a:pt x="17097" y="7257"/>
                    <a:pt x="17000" y="6548"/>
                  </a:cubicBezTo>
                  <a:cubicBezTo>
                    <a:pt x="13393" y="8598"/>
                    <a:pt x="10961" y="8856"/>
                    <a:pt x="7625" y="6656"/>
                  </a:cubicBezTo>
                  <a:cubicBezTo>
                    <a:pt x="5125" y="5001"/>
                    <a:pt x="4883" y="1342"/>
                    <a:pt x="5797" y="1"/>
                  </a:cubicBezTo>
                  <a:cubicBezTo>
                    <a:pt x="3023" y="791"/>
                    <a:pt x="738" y="1701"/>
                    <a:pt x="738" y="1701"/>
                  </a:cubicBezTo>
                  <a:cubicBezTo>
                    <a:pt x="738" y="1701"/>
                    <a:pt x="144" y="1385"/>
                    <a:pt x="72" y="1858"/>
                  </a:cubicBezTo>
                  <a:cubicBezTo>
                    <a:pt x="0" y="2328"/>
                    <a:pt x="774" y="2792"/>
                    <a:pt x="774" y="2792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1">
              <a:extLst>
                <a:ext uri="{FF2B5EF4-FFF2-40B4-BE49-F238E27FC236}">
                  <a16:creationId xmlns:a16="http://schemas.microsoft.com/office/drawing/2014/main" id="{5DEB6088-069B-0AEE-F8CB-3252CB9BAF14}"/>
                </a:ext>
              </a:extLst>
            </p:cNvPr>
            <p:cNvSpPr/>
            <p:nvPr/>
          </p:nvSpPr>
          <p:spPr>
            <a:xfrm>
              <a:off x="5030300" y="1667825"/>
              <a:ext cx="436575" cy="352800"/>
            </a:xfrm>
            <a:custGeom>
              <a:avLst/>
              <a:gdLst/>
              <a:ahLst/>
              <a:cxnLst/>
              <a:rect l="l" t="t" r="r" b="b"/>
              <a:pathLst>
                <a:path w="17463" h="14112" extrusionOk="0">
                  <a:moveTo>
                    <a:pt x="12254" y="65"/>
                  </a:moveTo>
                  <a:cubicBezTo>
                    <a:pt x="13274" y="65"/>
                    <a:pt x="14062" y="220"/>
                    <a:pt x="14597" y="533"/>
                  </a:cubicBezTo>
                  <a:cubicBezTo>
                    <a:pt x="14602" y="536"/>
                    <a:pt x="14607" y="538"/>
                    <a:pt x="14611" y="538"/>
                  </a:cubicBezTo>
                  <a:cubicBezTo>
                    <a:pt x="14616" y="538"/>
                    <a:pt x="14620" y="536"/>
                    <a:pt x="14623" y="533"/>
                  </a:cubicBezTo>
                  <a:cubicBezTo>
                    <a:pt x="14633" y="530"/>
                    <a:pt x="14639" y="523"/>
                    <a:pt x="14642" y="516"/>
                  </a:cubicBezTo>
                  <a:cubicBezTo>
                    <a:pt x="14662" y="454"/>
                    <a:pt x="14744" y="278"/>
                    <a:pt x="14832" y="278"/>
                  </a:cubicBezTo>
                  <a:lnTo>
                    <a:pt x="14835" y="278"/>
                  </a:lnTo>
                  <a:cubicBezTo>
                    <a:pt x="14894" y="278"/>
                    <a:pt x="14956" y="353"/>
                    <a:pt x="15018" y="500"/>
                  </a:cubicBezTo>
                  <a:cubicBezTo>
                    <a:pt x="15152" y="827"/>
                    <a:pt x="15178" y="1186"/>
                    <a:pt x="15093" y="1525"/>
                  </a:cubicBezTo>
                  <a:cubicBezTo>
                    <a:pt x="15090" y="1535"/>
                    <a:pt x="15090" y="1541"/>
                    <a:pt x="15093" y="1548"/>
                  </a:cubicBezTo>
                  <a:cubicBezTo>
                    <a:pt x="15116" y="1597"/>
                    <a:pt x="17374" y="6431"/>
                    <a:pt x="17074" y="9767"/>
                  </a:cubicBezTo>
                  <a:cubicBezTo>
                    <a:pt x="17071" y="9773"/>
                    <a:pt x="17074" y="9780"/>
                    <a:pt x="17077" y="9783"/>
                  </a:cubicBezTo>
                  <a:cubicBezTo>
                    <a:pt x="17081" y="9790"/>
                    <a:pt x="17397" y="10299"/>
                    <a:pt x="17198" y="10593"/>
                  </a:cubicBezTo>
                  <a:cubicBezTo>
                    <a:pt x="17162" y="10648"/>
                    <a:pt x="17107" y="10684"/>
                    <a:pt x="17045" y="10690"/>
                  </a:cubicBezTo>
                  <a:cubicBezTo>
                    <a:pt x="17031" y="10692"/>
                    <a:pt x="17017" y="10693"/>
                    <a:pt x="17003" y="10693"/>
                  </a:cubicBezTo>
                  <a:cubicBezTo>
                    <a:pt x="16779" y="10693"/>
                    <a:pt x="16496" y="10465"/>
                    <a:pt x="16493" y="10462"/>
                  </a:cubicBezTo>
                  <a:cubicBezTo>
                    <a:pt x="16488" y="10457"/>
                    <a:pt x="16482" y="10454"/>
                    <a:pt x="16475" y="10454"/>
                  </a:cubicBezTo>
                  <a:cubicBezTo>
                    <a:pt x="16472" y="10454"/>
                    <a:pt x="16470" y="10455"/>
                    <a:pt x="16467" y="10455"/>
                  </a:cubicBezTo>
                  <a:cubicBezTo>
                    <a:pt x="16412" y="10469"/>
                    <a:pt x="11052" y="11895"/>
                    <a:pt x="8418" y="12274"/>
                  </a:cubicBezTo>
                  <a:cubicBezTo>
                    <a:pt x="8415" y="12274"/>
                    <a:pt x="8415" y="12274"/>
                    <a:pt x="8411" y="12277"/>
                  </a:cubicBezTo>
                  <a:cubicBezTo>
                    <a:pt x="8385" y="12287"/>
                    <a:pt x="5937" y="13380"/>
                    <a:pt x="4831" y="13419"/>
                  </a:cubicBezTo>
                  <a:cubicBezTo>
                    <a:pt x="4821" y="13419"/>
                    <a:pt x="4811" y="13422"/>
                    <a:pt x="4808" y="13432"/>
                  </a:cubicBezTo>
                  <a:cubicBezTo>
                    <a:pt x="4686" y="13608"/>
                    <a:pt x="4332" y="14048"/>
                    <a:pt x="4101" y="14048"/>
                  </a:cubicBezTo>
                  <a:cubicBezTo>
                    <a:pt x="4092" y="14048"/>
                    <a:pt x="4083" y="14047"/>
                    <a:pt x="4074" y="14046"/>
                  </a:cubicBezTo>
                  <a:cubicBezTo>
                    <a:pt x="3995" y="14033"/>
                    <a:pt x="3936" y="13958"/>
                    <a:pt x="3897" y="13824"/>
                  </a:cubicBezTo>
                  <a:cubicBezTo>
                    <a:pt x="3701" y="13125"/>
                    <a:pt x="3953" y="12737"/>
                    <a:pt x="3956" y="12734"/>
                  </a:cubicBezTo>
                  <a:cubicBezTo>
                    <a:pt x="3963" y="12724"/>
                    <a:pt x="3963" y="12711"/>
                    <a:pt x="3956" y="12701"/>
                  </a:cubicBezTo>
                  <a:cubicBezTo>
                    <a:pt x="3936" y="12672"/>
                    <a:pt x="2060" y="9564"/>
                    <a:pt x="1449" y="6643"/>
                  </a:cubicBezTo>
                  <a:cubicBezTo>
                    <a:pt x="1198" y="5432"/>
                    <a:pt x="881" y="3983"/>
                    <a:pt x="819" y="3940"/>
                  </a:cubicBezTo>
                  <a:lnTo>
                    <a:pt x="816" y="3940"/>
                  </a:lnTo>
                  <a:cubicBezTo>
                    <a:pt x="780" y="3918"/>
                    <a:pt x="65" y="3470"/>
                    <a:pt x="134" y="3036"/>
                  </a:cubicBezTo>
                  <a:cubicBezTo>
                    <a:pt x="150" y="2935"/>
                    <a:pt x="193" y="2867"/>
                    <a:pt x="261" y="2831"/>
                  </a:cubicBezTo>
                  <a:cubicBezTo>
                    <a:pt x="299" y="2812"/>
                    <a:pt x="343" y="2805"/>
                    <a:pt x="389" y="2805"/>
                  </a:cubicBezTo>
                  <a:cubicBezTo>
                    <a:pt x="559" y="2805"/>
                    <a:pt x="751" y="2906"/>
                    <a:pt x="754" y="2906"/>
                  </a:cubicBezTo>
                  <a:cubicBezTo>
                    <a:pt x="757" y="2907"/>
                    <a:pt x="761" y="2908"/>
                    <a:pt x="766" y="2908"/>
                  </a:cubicBezTo>
                  <a:cubicBezTo>
                    <a:pt x="770" y="2908"/>
                    <a:pt x="775" y="2907"/>
                    <a:pt x="780" y="2906"/>
                  </a:cubicBezTo>
                  <a:cubicBezTo>
                    <a:pt x="2654" y="2181"/>
                    <a:pt x="4560" y="1551"/>
                    <a:pt x="6499" y="1019"/>
                  </a:cubicBezTo>
                  <a:cubicBezTo>
                    <a:pt x="8853" y="385"/>
                    <a:pt x="10792" y="65"/>
                    <a:pt x="12254" y="65"/>
                  </a:cubicBezTo>
                  <a:close/>
                  <a:moveTo>
                    <a:pt x="12257" y="1"/>
                  </a:moveTo>
                  <a:cubicBezTo>
                    <a:pt x="11898" y="1"/>
                    <a:pt x="11510" y="20"/>
                    <a:pt x="11094" y="60"/>
                  </a:cubicBezTo>
                  <a:cubicBezTo>
                    <a:pt x="9812" y="177"/>
                    <a:pt x="8258" y="481"/>
                    <a:pt x="6479" y="960"/>
                  </a:cubicBezTo>
                  <a:cubicBezTo>
                    <a:pt x="4544" y="1492"/>
                    <a:pt x="2637" y="2119"/>
                    <a:pt x="767" y="2844"/>
                  </a:cubicBezTo>
                  <a:cubicBezTo>
                    <a:pt x="719" y="2820"/>
                    <a:pt x="552" y="2741"/>
                    <a:pt x="391" y="2741"/>
                  </a:cubicBezTo>
                  <a:cubicBezTo>
                    <a:pt x="335" y="2741"/>
                    <a:pt x="281" y="2751"/>
                    <a:pt x="232" y="2775"/>
                  </a:cubicBezTo>
                  <a:cubicBezTo>
                    <a:pt x="144" y="2821"/>
                    <a:pt x="88" y="2906"/>
                    <a:pt x="72" y="3027"/>
                  </a:cubicBezTo>
                  <a:cubicBezTo>
                    <a:pt x="0" y="3497"/>
                    <a:pt x="702" y="3944"/>
                    <a:pt x="780" y="3989"/>
                  </a:cubicBezTo>
                  <a:cubicBezTo>
                    <a:pt x="796" y="4025"/>
                    <a:pt x="901" y="4322"/>
                    <a:pt x="1391" y="6659"/>
                  </a:cubicBezTo>
                  <a:cubicBezTo>
                    <a:pt x="1978" y="9480"/>
                    <a:pt x="3747" y="12473"/>
                    <a:pt x="3894" y="12717"/>
                  </a:cubicBezTo>
                  <a:cubicBezTo>
                    <a:pt x="3845" y="12802"/>
                    <a:pt x="3656" y="13191"/>
                    <a:pt x="3839" y="13844"/>
                  </a:cubicBezTo>
                  <a:cubicBezTo>
                    <a:pt x="3884" y="14000"/>
                    <a:pt x="3959" y="14088"/>
                    <a:pt x="4060" y="14108"/>
                  </a:cubicBezTo>
                  <a:cubicBezTo>
                    <a:pt x="4074" y="14108"/>
                    <a:pt x="4087" y="14108"/>
                    <a:pt x="4100" y="14111"/>
                  </a:cubicBezTo>
                  <a:cubicBezTo>
                    <a:pt x="4390" y="14111"/>
                    <a:pt x="4782" y="13573"/>
                    <a:pt x="4850" y="13478"/>
                  </a:cubicBezTo>
                  <a:cubicBezTo>
                    <a:pt x="5957" y="13432"/>
                    <a:pt x="8320" y="12384"/>
                    <a:pt x="8434" y="12336"/>
                  </a:cubicBezTo>
                  <a:cubicBezTo>
                    <a:pt x="11003" y="11963"/>
                    <a:pt x="16154" y="10602"/>
                    <a:pt x="16470" y="10521"/>
                  </a:cubicBezTo>
                  <a:cubicBezTo>
                    <a:pt x="16531" y="10566"/>
                    <a:pt x="16784" y="10756"/>
                    <a:pt x="17005" y="10756"/>
                  </a:cubicBezTo>
                  <a:cubicBezTo>
                    <a:pt x="17022" y="10756"/>
                    <a:pt x="17038" y="10755"/>
                    <a:pt x="17055" y="10752"/>
                  </a:cubicBezTo>
                  <a:cubicBezTo>
                    <a:pt x="17136" y="10743"/>
                    <a:pt x="17208" y="10697"/>
                    <a:pt x="17250" y="10628"/>
                  </a:cubicBezTo>
                  <a:cubicBezTo>
                    <a:pt x="17463" y="10322"/>
                    <a:pt x="17185" y="9839"/>
                    <a:pt x="17139" y="9763"/>
                  </a:cubicBezTo>
                  <a:cubicBezTo>
                    <a:pt x="17430" y="6490"/>
                    <a:pt x="15276" y="1793"/>
                    <a:pt x="15158" y="1535"/>
                  </a:cubicBezTo>
                  <a:cubicBezTo>
                    <a:pt x="15243" y="1182"/>
                    <a:pt x="15214" y="814"/>
                    <a:pt x="15077" y="477"/>
                  </a:cubicBezTo>
                  <a:cubicBezTo>
                    <a:pt x="14998" y="301"/>
                    <a:pt x="14920" y="219"/>
                    <a:pt x="14832" y="219"/>
                  </a:cubicBezTo>
                  <a:cubicBezTo>
                    <a:pt x="14711" y="219"/>
                    <a:pt x="14629" y="386"/>
                    <a:pt x="14597" y="464"/>
                  </a:cubicBezTo>
                  <a:cubicBezTo>
                    <a:pt x="14053" y="156"/>
                    <a:pt x="13268" y="1"/>
                    <a:pt x="12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71">
              <a:extLst>
                <a:ext uri="{FF2B5EF4-FFF2-40B4-BE49-F238E27FC236}">
                  <a16:creationId xmlns:a16="http://schemas.microsoft.com/office/drawing/2014/main" id="{BBAD4F54-9CC3-7590-F8E0-DC2F97DC141F}"/>
                </a:ext>
              </a:extLst>
            </p:cNvPr>
            <p:cNvSpPr/>
            <p:nvPr/>
          </p:nvSpPr>
          <p:spPr>
            <a:xfrm>
              <a:off x="5207600" y="1765275"/>
              <a:ext cx="158500" cy="87725"/>
            </a:xfrm>
            <a:custGeom>
              <a:avLst/>
              <a:gdLst/>
              <a:ahLst/>
              <a:cxnLst/>
              <a:rect l="l" t="t" r="r" b="b"/>
              <a:pathLst>
                <a:path w="6340" h="3509" extrusionOk="0">
                  <a:moveTo>
                    <a:pt x="255" y="751"/>
                  </a:moveTo>
                  <a:cubicBezTo>
                    <a:pt x="435" y="450"/>
                    <a:pt x="1443" y="1188"/>
                    <a:pt x="3235" y="1015"/>
                  </a:cubicBezTo>
                  <a:cubicBezTo>
                    <a:pt x="4949" y="845"/>
                    <a:pt x="5755" y="0"/>
                    <a:pt x="5997" y="268"/>
                  </a:cubicBezTo>
                  <a:cubicBezTo>
                    <a:pt x="6340" y="650"/>
                    <a:pt x="5321" y="3006"/>
                    <a:pt x="3542" y="3248"/>
                  </a:cubicBezTo>
                  <a:cubicBezTo>
                    <a:pt x="1639" y="3509"/>
                    <a:pt x="1" y="1182"/>
                    <a:pt x="255" y="75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1">
              <a:extLst>
                <a:ext uri="{FF2B5EF4-FFF2-40B4-BE49-F238E27FC236}">
                  <a16:creationId xmlns:a16="http://schemas.microsoft.com/office/drawing/2014/main" id="{9CA0743A-B350-9F5A-D332-FDA2DF328F39}"/>
                </a:ext>
              </a:extLst>
            </p:cNvPr>
            <p:cNvSpPr/>
            <p:nvPr/>
          </p:nvSpPr>
          <p:spPr>
            <a:xfrm>
              <a:off x="5265875" y="1796150"/>
              <a:ext cx="32000" cy="31975"/>
            </a:xfrm>
            <a:custGeom>
              <a:avLst/>
              <a:gdLst/>
              <a:ahLst/>
              <a:cxnLst/>
              <a:rect l="l" t="t" r="r" b="b"/>
              <a:pathLst>
                <a:path w="1280" h="1279" extrusionOk="0">
                  <a:moveTo>
                    <a:pt x="623" y="64"/>
                  </a:moveTo>
                  <a:cubicBezTo>
                    <a:pt x="838" y="64"/>
                    <a:pt x="1036" y="184"/>
                    <a:pt x="1136" y="377"/>
                  </a:cubicBezTo>
                  <a:cubicBezTo>
                    <a:pt x="1205" y="518"/>
                    <a:pt x="1215" y="678"/>
                    <a:pt x="1159" y="825"/>
                  </a:cubicBezTo>
                  <a:cubicBezTo>
                    <a:pt x="1104" y="978"/>
                    <a:pt x="989" y="1102"/>
                    <a:pt x="842" y="1174"/>
                  </a:cubicBezTo>
                  <a:cubicBezTo>
                    <a:pt x="780" y="1206"/>
                    <a:pt x="718" y="1219"/>
                    <a:pt x="658" y="1219"/>
                  </a:cubicBezTo>
                  <a:cubicBezTo>
                    <a:pt x="414" y="1219"/>
                    <a:pt x="204" y="1004"/>
                    <a:pt x="170" y="939"/>
                  </a:cubicBezTo>
                  <a:cubicBezTo>
                    <a:pt x="115" y="831"/>
                    <a:pt x="66" y="577"/>
                    <a:pt x="131" y="374"/>
                  </a:cubicBezTo>
                  <a:cubicBezTo>
                    <a:pt x="157" y="270"/>
                    <a:pt x="226" y="182"/>
                    <a:pt x="323" y="133"/>
                  </a:cubicBezTo>
                  <a:cubicBezTo>
                    <a:pt x="412" y="87"/>
                    <a:pt x="513" y="64"/>
                    <a:pt x="614" y="64"/>
                  </a:cubicBezTo>
                  <a:cubicBezTo>
                    <a:pt x="617" y="64"/>
                    <a:pt x="620" y="64"/>
                    <a:pt x="623" y="64"/>
                  </a:cubicBezTo>
                  <a:close/>
                  <a:moveTo>
                    <a:pt x="613" y="0"/>
                  </a:moveTo>
                  <a:cubicBezTo>
                    <a:pt x="507" y="0"/>
                    <a:pt x="397" y="25"/>
                    <a:pt x="294" y="77"/>
                  </a:cubicBezTo>
                  <a:cubicBezTo>
                    <a:pt x="183" y="133"/>
                    <a:pt x="101" y="234"/>
                    <a:pt x="72" y="355"/>
                  </a:cubicBezTo>
                  <a:cubicBezTo>
                    <a:pt x="0" y="586"/>
                    <a:pt x="56" y="854"/>
                    <a:pt x="118" y="965"/>
                  </a:cubicBezTo>
                  <a:cubicBezTo>
                    <a:pt x="173" y="1063"/>
                    <a:pt x="405" y="1278"/>
                    <a:pt x="666" y="1278"/>
                  </a:cubicBezTo>
                  <a:cubicBezTo>
                    <a:pt x="738" y="1278"/>
                    <a:pt x="810" y="1262"/>
                    <a:pt x="872" y="1229"/>
                  </a:cubicBezTo>
                  <a:cubicBezTo>
                    <a:pt x="1032" y="1151"/>
                    <a:pt x="1156" y="1014"/>
                    <a:pt x="1218" y="844"/>
                  </a:cubicBezTo>
                  <a:cubicBezTo>
                    <a:pt x="1280" y="684"/>
                    <a:pt x="1270" y="501"/>
                    <a:pt x="1192" y="348"/>
                  </a:cubicBezTo>
                  <a:cubicBezTo>
                    <a:pt x="1081" y="126"/>
                    <a:pt x="854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1">
              <a:extLst>
                <a:ext uri="{FF2B5EF4-FFF2-40B4-BE49-F238E27FC236}">
                  <a16:creationId xmlns:a16="http://schemas.microsoft.com/office/drawing/2014/main" id="{7A3E6117-6DF8-7A2F-9F78-6ADAFBE67E52}"/>
                </a:ext>
              </a:extLst>
            </p:cNvPr>
            <p:cNvSpPr/>
            <p:nvPr/>
          </p:nvSpPr>
          <p:spPr>
            <a:xfrm>
              <a:off x="4953750" y="2365275"/>
              <a:ext cx="95325" cy="182075"/>
            </a:xfrm>
            <a:custGeom>
              <a:avLst/>
              <a:gdLst/>
              <a:ahLst/>
              <a:cxnLst/>
              <a:rect l="l" t="t" r="r" b="b"/>
              <a:pathLst>
                <a:path w="3813" h="7283" extrusionOk="0">
                  <a:moveTo>
                    <a:pt x="960" y="0"/>
                  </a:moveTo>
                  <a:lnTo>
                    <a:pt x="0" y="7273"/>
                  </a:lnTo>
                  <a:lnTo>
                    <a:pt x="1420" y="7282"/>
                  </a:lnTo>
                  <a:lnTo>
                    <a:pt x="1972" y="6728"/>
                  </a:lnTo>
                  <a:lnTo>
                    <a:pt x="38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1">
              <a:extLst>
                <a:ext uri="{FF2B5EF4-FFF2-40B4-BE49-F238E27FC236}">
                  <a16:creationId xmlns:a16="http://schemas.microsoft.com/office/drawing/2014/main" id="{4167E661-5802-E158-A6DA-D4B4E640C9B3}"/>
                </a:ext>
              </a:extLst>
            </p:cNvPr>
            <p:cNvSpPr/>
            <p:nvPr/>
          </p:nvSpPr>
          <p:spPr>
            <a:xfrm>
              <a:off x="6976625" y="2365275"/>
              <a:ext cx="95350" cy="182075"/>
            </a:xfrm>
            <a:custGeom>
              <a:avLst/>
              <a:gdLst/>
              <a:ahLst/>
              <a:cxnLst/>
              <a:rect l="l" t="t" r="r" b="b"/>
              <a:pathLst>
                <a:path w="3814" h="7283" extrusionOk="0">
                  <a:moveTo>
                    <a:pt x="1" y="0"/>
                  </a:moveTo>
                  <a:lnTo>
                    <a:pt x="1842" y="6728"/>
                  </a:lnTo>
                  <a:lnTo>
                    <a:pt x="2393" y="7282"/>
                  </a:lnTo>
                  <a:lnTo>
                    <a:pt x="3813" y="7273"/>
                  </a:lnTo>
                  <a:lnTo>
                    <a:pt x="28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1">
              <a:extLst>
                <a:ext uri="{FF2B5EF4-FFF2-40B4-BE49-F238E27FC236}">
                  <a16:creationId xmlns:a16="http://schemas.microsoft.com/office/drawing/2014/main" id="{70FF9813-DD54-071E-8E92-40C68941DAD0}"/>
                </a:ext>
              </a:extLst>
            </p:cNvPr>
            <p:cNvSpPr/>
            <p:nvPr/>
          </p:nvSpPr>
          <p:spPr>
            <a:xfrm>
              <a:off x="6975900" y="2364550"/>
              <a:ext cx="96875" cy="183525"/>
            </a:xfrm>
            <a:custGeom>
              <a:avLst/>
              <a:gdLst/>
              <a:ahLst/>
              <a:cxnLst/>
              <a:rect l="l" t="t" r="r" b="b"/>
              <a:pathLst>
                <a:path w="3875" h="7341" extrusionOk="0">
                  <a:moveTo>
                    <a:pt x="2856" y="59"/>
                  </a:moveTo>
                  <a:lnTo>
                    <a:pt x="3810" y="7272"/>
                  </a:lnTo>
                  <a:lnTo>
                    <a:pt x="2435" y="7279"/>
                  </a:lnTo>
                  <a:lnTo>
                    <a:pt x="1900" y="6740"/>
                  </a:lnTo>
                  <a:lnTo>
                    <a:pt x="72" y="59"/>
                  </a:lnTo>
                  <a:close/>
                  <a:moveTo>
                    <a:pt x="33" y="0"/>
                  </a:moveTo>
                  <a:cubicBezTo>
                    <a:pt x="23" y="0"/>
                    <a:pt x="13" y="3"/>
                    <a:pt x="10" y="10"/>
                  </a:cubicBezTo>
                  <a:cubicBezTo>
                    <a:pt x="4" y="20"/>
                    <a:pt x="0" y="29"/>
                    <a:pt x="4" y="39"/>
                  </a:cubicBezTo>
                  <a:lnTo>
                    <a:pt x="1841" y="6766"/>
                  </a:lnTo>
                  <a:cubicBezTo>
                    <a:pt x="1845" y="6770"/>
                    <a:pt x="1845" y="6776"/>
                    <a:pt x="1851" y="6779"/>
                  </a:cubicBezTo>
                  <a:lnTo>
                    <a:pt x="2403" y="7331"/>
                  </a:lnTo>
                  <a:cubicBezTo>
                    <a:pt x="2409" y="7338"/>
                    <a:pt x="2416" y="7341"/>
                    <a:pt x="2426" y="7341"/>
                  </a:cubicBezTo>
                  <a:lnTo>
                    <a:pt x="3845" y="7334"/>
                  </a:lnTo>
                  <a:cubicBezTo>
                    <a:pt x="3855" y="7334"/>
                    <a:pt x="3862" y="7331"/>
                    <a:pt x="3868" y="7324"/>
                  </a:cubicBezTo>
                  <a:cubicBezTo>
                    <a:pt x="3875" y="7318"/>
                    <a:pt x="3875" y="7308"/>
                    <a:pt x="3875" y="7298"/>
                  </a:cubicBezTo>
                  <a:lnTo>
                    <a:pt x="2912" y="26"/>
                  </a:lnTo>
                  <a:cubicBezTo>
                    <a:pt x="2912" y="10"/>
                    <a:pt x="2899" y="0"/>
                    <a:pt x="2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1">
              <a:extLst>
                <a:ext uri="{FF2B5EF4-FFF2-40B4-BE49-F238E27FC236}">
                  <a16:creationId xmlns:a16="http://schemas.microsoft.com/office/drawing/2014/main" id="{12197906-59BB-A687-5DD9-6009C1E78EB0}"/>
                </a:ext>
              </a:extLst>
            </p:cNvPr>
            <p:cNvSpPr/>
            <p:nvPr/>
          </p:nvSpPr>
          <p:spPr>
            <a:xfrm>
              <a:off x="7012950" y="2365525"/>
              <a:ext cx="27100" cy="182225"/>
            </a:xfrm>
            <a:custGeom>
              <a:avLst/>
              <a:gdLst/>
              <a:ahLst/>
              <a:cxnLst/>
              <a:rect l="l" t="t" r="r" b="b"/>
              <a:pathLst>
                <a:path w="1084" h="7289" extrusionOk="0">
                  <a:moveTo>
                    <a:pt x="62" y="0"/>
                  </a:moveTo>
                  <a:lnTo>
                    <a:pt x="0" y="10"/>
                  </a:lnTo>
                  <a:lnTo>
                    <a:pt x="1022" y="7289"/>
                  </a:lnTo>
                  <a:lnTo>
                    <a:pt x="1084" y="7279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1">
              <a:extLst>
                <a:ext uri="{FF2B5EF4-FFF2-40B4-BE49-F238E27FC236}">
                  <a16:creationId xmlns:a16="http://schemas.microsoft.com/office/drawing/2014/main" id="{9944AEE6-4102-4DF0-81AC-2B15A0E14C38}"/>
                </a:ext>
              </a:extLst>
            </p:cNvPr>
            <p:cNvSpPr/>
            <p:nvPr/>
          </p:nvSpPr>
          <p:spPr>
            <a:xfrm>
              <a:off x="6976625" y="2365275"/>
              <a:ext cx="95350" cy="182075"/>
            </a:xfrm>
            <a:custGeom>
              <a:avLst/>
              <a:gdLst/>
              <a:ahLst/>
              <a:cxnLst/>
              <a:rect l="l" t="t" r="r" b="b"/>
              <a:pathLst>
                <a:path w="3814" h="7283" extrusionOk="0">
                  <a:moveTo>
                    <a:pt x="1" y="0"/>
                  </a:moveTo>
                  <a:lnTo>
                    <a:pt x="1842" y="6728"/>
                  </a:lnTo>
                  <a:lnTo>
                    <a:pt x="2393" y="7282"/>
                  </a:lnTo>
                  <a:lnTo>
                    <a:pt x="3813" y="7273"/>
                  </a:lnTo>
                  <a:lnTo>
                    <a:pt x="28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1">
              <a:extLst>
                <a:ext uri="{FF2B5EF4-FFF2-40B4-BE49-F238E27FC236}">
                  <a16:creationId xmlns:a16="http://schemas.microsoft.com/office/drawing/2014/main" id="{47C72510-6D83-22A1-EB3F-7178CE8B996F}"/>
                </a:ext>
              </a:extLst>
            </p:cNvPr>
            <p:cNvSpPr/>
            <p:nvPr/>
          </p:nvSpPr>
          <p:spPr>
            <a:xfrm>
              <a:off x="6661250" y="2295675"/>
              <a:ext cx="491750" cy="360150"/>
            </a:xfrm>
            <a:custGeom>
              <a:avLst/>
              <a:gdLst/>
              <a:ahLst/>
              <a:cxnLst/>
              <a:rect l="l" t="t" r="r" b="b"/>
              <a:pathLst>
                <a:path w="19670" h="14406" extrusionOk="0">
                  <a:moveTo>
                    <a:pt x="5791" y="1"/>
                  </a:moveTo>
                  <a:cubicBezTo>
                    <a:pt x="4455" y="1"/>
                    <a:pt x="3321" y="175"/>
                    <a:pt x="2592" y="617"/>
                  </a:cubicBezTo>
                  <a:cubicBezTo>
                    <a:pt x="2592" y="617"/>
                    <a:pt x="2461" y="355"/>
                    <a:pt x="2313" y="355"/>
                  </a:cubicBezTo>
                  <a:cubicBezTo>
                    <a:pt x="2239" y="355"/>
                    <a:pt x="2161" y="420"/>
                    <a:pt x="2093" y="617"/>
                  </a:cubicBezTo>
                  <a:cubicBezTo>
                    <a:pt x="1969" y="976"/>
                    <a:pt x="1978" y="1368"/>
                    <a:pt x="2115" y="1720"/>
                  </a:cubicBezTo>
                  <a:cubicBezTo>
                    <a:pt x="2115" y="1720"/>
                    <a:pt x="0" y="6920"/>
                    <a:pt x="712" y="10461"/>
                  </a:cubicBezTo>
                  <a:cubicBezTo>
                    <a:pt x="712" y="10461"/>
                    <a:pt x="385" y="11029"/>
                    <a:pt x="663" y="11349"/>
                  </a:cubicBezTo>
                  <a:cubicBezTo>
                    <a:pt x="732" y="11430"/>
                    <a:pt x="819" y="11460"/>
                    <a:pt x="911" y="11460"/>
                  </a:cubicBezTo>
                  <a:cubicBezTo>
                    <a:pt x="1188" y="11460"/>
                    <a:pt x="1508" y="11186"/>
                    <a:pt x="1508" y="11186"/>
                  </a:cubicBezTo>
                  <a:cubicBezTo>
                    <a:pt x="1508" y="11186"/>
                    <a:pt x="7854" y="12452"/>
                    <a:pt x="10958" y="12736"/>
                  </a:cubicBezTo>
                  <a:cubicBezTo>
                    <a:pt x="10958" y="12736"/>
                    <a:pt x="13881" y="13778"/>
                    <a:pt x="15189" y="13778"/>
                  </a:cubicBezTo>
                  <a:cubicBezTo>
                    <a:pt x="15195" y="13778"/>
                    <a:pt x="15201" y="13778"/>
                    <a:pt x="15207" y="13778"/>
                  </a:cubicBezTo>
                  <a:cubicBezTo>
                    <a:pt x="15207" y="13778"/>
                    <a:pt x="15761" y="14406"/>
                    <a:pt x="16106" y="14406"/>
                  </a:cubicBezTo>
                  <a:cubicBezTo>
                    <a:pt x="16224" y="14406"/>
                    <a:pt x="16317" y="14333"/>
                    <a:pt x="16356" y="14137"/>
                  </a:cubicBezTo>
                  <a:cubicBezTo>
                    <a:pt x="16513" y="13370"/>
                    <a:pt x="16170" y="12968"/>
                    <a:pt x="16170" y="12968"/>
                  </a:cubicBezTo>
                  <a:cubicBezTo>
                    <a:pt x="16170" y="12968"/>
                    <a:pt x="18015" y="9619"/>
                    <a:pt x="18409" y="6479"/>
                  </a:cubicBezTo>
                  <a:cubicBezTo>
                    <a:pt x="18765" y="3646"/>
                    <a:pt x="18833" y="3633"/>
                    <a:pt x="18834" y="3633"/>
                  </a:cubicBezTo>
                  <a:cubicBezTo>
                    <a:pt x="18834" y="3633"/>
                    <a:pt x="18834" y="3633"/>
                    <a:pt x="18834" y="3633"/>
                  </a:cubicBezTo>
                  <a:cubicBezTo>
                    <a:pt x="18834" y="3633"/>
                    <a:pt x="19669" y="3111"/>
                    <a:pt x="19539" y="2618"/>
                  </a:cubicBezTo>
                  <a:cubicBezTo>
                    <a:pt x="19485" y="2418"/>
                    <a:pt x="19346" y="2359"/>
                    <a:pt x="19201" y="2359"/>
                  </a:cubicBezTo>
                  <a:cubicBezTo>
                    <a:pt x="18988" y="2359"/>
                    <a:pt x="18759" y="2487"/>
                    <a:pt x="18759" y="2487"/>
                  </a:cubicBezTo>
                  <a:cubicBezTo>
                    <a:pt x="18759" y="2487"/>
                    <a:pt x="10832" y="1"/>
                    <a:pt x="5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1">
              <a:extLst>
                <a:ext uri="{FF2B5EF4-FFF2-40B4-BE49-F238E27FC236}">
                  <a16:creationId xmlns:a16="http://schemas.microsoft.com/office/drawing/2014/main" id="{3B4073D8-772B-D8B2-0F7C-9946F95BFB7B}"/>
                </a:ext>
              </a:extLst>
            </p:cNvPr>
            <p:cNvSpPr/>
            <p:nvPr/>
          </p:nvSpPr>
          <p:spPr>
            <a:xfrm>
              <a:off x="6661250" y="2258375"/>
              <a:ext cx="491750" cy="409975"/>
            </a:xfrm>
            <a:custGeom>
              <a:avLst/>
              <a:gdLst/>
              <a:ahLst/>
              <a:cxnLst/>
              <a:rect l="l" t="t" r="r" b="b"/>
              <a:pathLst>
                <a:path w="19670" h="16399" extrusionOk="0">
                  <a:moveTo>
                    <a:pt x="18759" y="3979"/>
                  </a:moveTo>
                  <a:cubicBezTo>
                    <a:pt x="18759" y="3979"/>
                    <a:pt x="6075" y="1"/>
                    <a:pt x="2592" y="2109"/>
                  </a:cubicBezTo>
                  <a:cubicBezTo>
                    <a:pt x="2592" y="2109"/>
                    <a:pt x="2298" y="1518"/>
                    <a:pt x="2093" y="2109"/>
                  </a:cubicBezTo>
                  <a:cubicBezTo>
                    <a:pt x="1969" y="2468"/>
                    <a:pt x="1978" y="2860"/>
                    <a:pt x="2115" y="3212"/>
                  </a:cubicBezTo>
                  <a:cubicBezTo>
                    <a:pt x="2115" y="3212"/>
                    <a:pt x="0" y="8412"/>
                    <a:pt x="712" y="11953"/>
                  </a:cubicBezTo>
                  <a:cubicBezTo>
                    <a:pt x="712" y="11953"/>
                    <a:pt x="385" y="12521"/>
                    <a:pt x="663" y="12841"/>
                  </a:cubicBezTo>
                  <a:cubicBezTo>
                    <a:pt x="940" y="13164"/>
                    <a:pt x="1508" y="12678"/>
                    <a:pt x="1508" y="12678"/>
                  </a:cubicBezTo>
                  <a:cubicBezTo>
                    <a:pt x="1508" y="12678"/>
                    <a:pt x="7854" y="13944"/>
                    <a:pt x="10958" y="14228"/>
                  </a:cubicBezTo>
                  <a:cubicBezTo>
                    <a:pt x="10958" y="14228"/>
                    <a:pt x="13908" y="15279"/>
                    <a:pt x="15207" y="15270"/>
                  </a:cubicBezTo>
                  <a:cubicBezTo>
                    <a:pt x="15207" y="15270"/>
                    <a:pt x="16203" y="16399"/>
                    <a:pt x="16356" y="15629"/>
                  </a:cubicBezTo>
                  <a:cubicBezTo>
                    <a:pt x="16513" y="14862"/>
                    <a:pt x="16170" y="14460"/>
                    <a:pt x="16170" y="14460"/>
                  </a:cubicBezTo>
                  <a:cubicBezTo>
                    <a:pt x="16170" y="14460"/>
                    <a:pt x="18015" y="11111"/>
                    <a:pt x="18409" y="7971"/>
                  </a:cubicBezTo>
                  <a:cubicBezTo>
                    <a:pt x="18769" y="5112"/>
                    <a:pt x="18834" y="5125"/>
                    <a:pt x="18834" y="5125"/>
                  </a:cubicBezTo>
                  <a:cubicBezTo>
                    <a:pt x="18834" y="5125"/>
                    <a:pt x="19669" y="4603"/>
                    <a:pt x="19539" y="4110"/>
                  </a:cubicBezTo>
                  <a:cubicBezTo>
                    <a:pt x="19405" y="3617"/>
                    <a:pt x="18759" y="3979"/>
                    <a:pt x="18759" y="397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1">
              <a:extLst>
                <a:ext uri="{FF2B5EF4-FFF2-40B4-BE49-F238E27FC236}">
                  <a16:creationId xmlns:a16="http://schemas.microsoft.com/office/drawing/2014/main" id="{2F920E35-CEF1-B94A-A667-36252C9EF75E}"/>
                </a:ext>
              </a:extLst>
            </p:cNvPr>
            <p:cNvSpPr/>
            <p:nvPr/>
          </p:nvSpPr>
          <p:spPr>
            <a:xfrm>
              <a:off x="6710775" y="2258450"/>
              <a:ext cx="439450" cy="108975"/>
            </a:xfrm>
            <a:custGeom>
              <a:avLst/>
              <a:gdLst/>
              <a:ahLst/>
              <a:cxnLst/>
              <a:rect l="l" t="t" r="r" b="b"/>
              <a:pathLst>
                <a:path w="17578" h="4359" extrusionOk="0">
                  <a:moveTo>
                    <a:pt x="134" y="2436"/>
                  </a:moveTo>
                  <a:cubicBezTo>
                    <a:pt x="340" y="1845"/>
                    <a:pt x="634" y="2436"/>
                    <a:pt x="634" y="2436"/>
                  </a:cubicBezTo>
                  <a:cubicBezTo>
                    <a:pt x="4117" y="327"/>
                    <a:pt x="16801" y="4306"/>
                    <a:pt x="16801" y="4306"/>
                  </a:cubicBezTo>
                  <a:cubicBezTo>
                    <a:pt x="16801" y="4306"/>
                    <a:pt x="17372" y="3989"/>
                    <a:pt x="17548" y="4358"/>
                  </a:cubicBezTo>
                  <a:cubicBezTo>
                    <a:pt x="17574" y="4277"/>
                    <a:pt x="17577" y="4192"/>
                    <a:pt x="17558" y="4113"/>
                  </a:cubicBezTo>
                  <a:cubicBezTo>
                    <a:pt x="17427" y="3621"/>
                    <a:pt x="16778" y="3980"/>
                    <a:pt x="16778" y="3980"/>
                  </a:cubicBezTo>
                  <a:cubicBezTo>
                    <a:pt x="16778" y="3980"/>
                    <a:pt x="4094" y="1"/>
                    <a:pt x="611" y="2109"/>
                  </a:cubicBezTo>
                  <a:cubicBezTo>
                    <a:pt x="611" y="2109"/>
                    <a:pt x="317" y="1519"/>
                    <a:pt x="112" y="2109"/>
                  </a:cubicBezTo>
                  <a:cubicBezTo>
                    <a:pt x="23" y="2367"/>
                    <a:pt x="1" y="2641"/>
                    <a:pt x="50" y="2906"/>
                  </a:cubicBezTo>
                  <a:cubicBezTo>
                    <a:pt x="53" y="2746"/>
                    <a:pt x="82" y="2586"/>
                    <a:pt x="134" y="2436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1">
              <a:extLst>
                <a:ext uri="{FF2B5EF4-FFF2-40B4-BE49-F238E27FC236}">
                  <a16:creationId xmlns:a16="http://schemas.microsoft.com/office/drawing/2014/main" id="{B7363935-F47D-28DD-2905-D5C239CF28DA}"/>
                </a:ext>
              </a:extLst>
            </p:cNvPr>
            <p:cNvSpPr/>
            <p:nvPr/>
          </p:nvSpPr>
          <p:spPr>
            <a:xfrm>
              <a:off x="6670800" y="2318850"/>
              <a:ext cx="482200" cy="349500"/>
            </a:xfrm>
            <a:custGeom>
              <a:avLst/>
              <a:gdLst/>
              <a:ahLst/>
              <a:cxnLst/>
              <a:rect l="l" t="t" r="r" b="b"/>
              <a:pathLst>
                <a:path w="19288" h="13980" extrusionOk="0">
                  <a:moveTo>
                    <a:pt x="18452" y="2709"/>
                  </a:moveTo>
                  <a:cubicBezTo>
                    <a:pt x="18452" y="2709"/>
                    <a:pt x="18387" y="2696"/>
                    <a:pt x="18027" y="5556"/>
                  </a:cubicBezTo>
                  <a:cubicBezTo>
                    <a:pt x="17633" y="8692"/>
                    <a:pt x="15788" y="12044"/>
                    <a:pt x="15788" y="12044"/>
                  </a:cubicBezTo>
                  <a:cubicBezTo>
                    <a:pt x="15788" y="12044"/>
                    <a:pt x="16131" y="12443"/>
                    <a:pt x="15974" y="13213"/>
                  </a:cubicBezTo>
                  <a:cubicBezTo>
                    <a:pt x="15821" y="13980"/>
                    <a:pt x="14825" y="12851"/>
                    <a:pt x="14825" y="12851"/>
                  </a:cubicBezTo>
                  <a:cubicBezTo>
                    <a:pt x="13526" y="12860"/>
                    <a:pt x="10576" y="11809"/>
                    <a:pt x="10576" y="11809"/>
                  </a:cubicBezTo>
                  <a:cubicBezTo>
                    <a:pt x="7472" y="11529"/>
                    <a:pt x="1126" y="10259"/>
                    <a:pt x="1126" y="10259"/>
                  </a:cubicBezTo>
                  <a:cubicBezTo>
                    <a:pt x="1126" y="10259"/>
                    <a:pt x="562" y="10745"/>
                    <a:pt x="281" y="10425"/>
                  </a:cubicBezTo>
                  <a:cubicBezTo>
                    <a:pt x="0" y="10102"/>
                    <a:pt x="330" y="9534"/>
                    <a:pt x="330" y="9534"/>
                  </a:cubicBezTo>
                  <a:cubicBezTo>
                    <a:pt x="193" y="8862"/>
                    <a:pt x="160" y="8128"/>
                    <a:pt x="196" y="7383"/>
                  </a:cubicBezTo>
                  <a:cubicBezTo>
                    <a:pt x="4563" y="9374"/>
                    <a:pt x="7383" y="9538"/>
                    <a:pt x="10984" y="7073"/>
                  </a:cubicBezTo>
                  <a:cubicBezTo>
                    <a:pt x="13683" y="5226"/>
                    <a:pt x="13569" y="1368"/>
                    <a:pt x="12377" y="0"/>
                  </a:cubicBezTo>
                  <a:cubicBezTo>
                    <a:pt x="15651" y="708"/>
                    <a:pt x="18377" y="1560"/>
                    <a:pt x="18377" y="1560"/>
                  </a:cubicBezTo>
                  <a:cubicBezTo>
                    <a:pt x="18377" y="1560"/>
                    <a:pt x="19026" y="1201"/>
                    <a:pt x="19157" y="1694"/>
                  </a:cubicBezTo>
                  <a:cubicBezTo>
                    <a:pt x="19287" y="2187"/>
                    <a:pt x="18452" y="2709"/>
                    <a:pt x="18452" y="2709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1">
              <a:extLst>
                <a:ext uri="{FF2B5EF4-FFF2-40B4-BE49-F238E27FC236}">
                  <a16:creationId xmlns:a16="http://schemas.microsoft.com/office/drawing/2014/main" id="{016084D4-A503-E341-E4E2-F4BBF8A53C3E}"/>
                </a:ext>
              </a:extLst>
            </p:cNvPr>
            <p:cNvSpPr/>
            <p:nvPr/>
          </p:nvSpPr>
          <p:spPr>
            <a:xfrm>
              <a:off x="6661175" y="2294950"/>
              <a:ext cx="492550" cy="361650"/>
            </a:xfrm>
            <a:custGeom>
              <a:avLst/>
              <a:gdLst/>
              <a:ahLst/>
              <a:cxnLst/>
              <a:rect l="l" t="t" r="r" b="b"/>
              <a:pathLst>
                <a:path w="19702" h="14466" extrusionOk="0">
                  <a:moveTo>
                    <a:pt x="5805" y="71"/>
                  </a:moveTo>
                  <a:cubicBezTo>
                    <a:pt x="7420" y="71"/>
                    <a:pt x="9495" y="323"/>
                    <a:pt x="11979" y="826"/>
                  </a:cubicBezTo>
                  <a:cubicBezTo>
                    <a:pt x="15543" y="1550"/>
                    <a:pt x="18723" y="2542"/>
                    <a:pt x="18752" y="2552"/>
                  </a:cubicBezTo>
                  <a:cubicBezTo>
                    <a:pt x="18762" y="2552"/>
                    <a:pt x="18768" y="2552"/>
                    <a:pt x="18778" y="2549"/>
                  </a:cubicBezTo>
                  <a:cubicBezTo>
                    <a:pt x="18781" y="2546"/>
                    <a:pt x="19003" y="2425"/>
                    <a:pt x="19205" y="2425"/>
                  </a:cubicBezTo>
                  <a:cubicBezTo>
                    <a:pt x="19256" y="2425"/>
                    <a:pt x="19305" y="2432"/>
                    <a:pt x="19349" y="2451"/>
                  </a:cubicBezTo>
                  <a:cubicBezTo>
                    <a:pt x="19434" y="2490"/>
                    <a:pt x="19496" y="2569"/>
                    <a:pt x="19512" y="2663"/>
                  </a:cubicBezTo>
                  <a:cubicBezTo>
                    <a:pt x="19636" y="3117"/>
                    <a:pt x="18860" y="3620"/>
                    <a:pt x="18824" y="3642"/>
                  </a:cubicBezTo>
                  <a:lnTo>
                    <a:pt x="18820" y="3642"/>
                  </a:lnTo>
                  <a:cubicBezTo>
                    <a:pt x="18749" y="3695"/>
                    <a:pt x="18514" y="5461"/>
                    <a:pt x="18383" y="6512"/>
                  </a:cubicBezTo>
                  <a:cubicBezTo>
                    <a:pt x="17995" y="9606"/>
                    <a:pt x="16164" y="12951"/>
                    <a:pt x="16147" y="12984"/>
                  </a:cubicBezTo>
                  <a:cubicBezTo>
                    <a:pt x="16141" y="12997"/>
                    <a:pt x="16141" y="13010"/>
                    <a:pt x="16151" y="13020"/>
                  </a:cubicBezTo>
                  <a:cubicBezTo>
                    <a:pt x="16154" y="13023"/>
                    <a:pt x="16483" y="13418"/>
                    <a:pt x="16333" y="14162"/>
                  </a:cubicBezTo>
                  <a:cubicBezTo>
                    <a:pt x="16304" y="14296"/>
                    <a:pt x="16248" y="14378"/>
                    <a:pt x="16167" y="14397"/>
                  </a:cubicBezTo>
                  <a:cubicBezTo>
                    <a:pt x="16149" y="14402"/>
                    <a:pt x="16131" y="14404"/>
                    <a:pt x="16111" y="14404"/>
                  </a:cubicBezTo>
                  <a:cubicBezTo>
                    <a:pt x="15787" y="14404"/>
                    <a:pt x="15243" y="13793"/>
                    <a:pt x="15237" y="13787"/>
                  </a:cubicBezTo>
                  <a:cubicBezTo>
                    <a:pt x="15230" y="13781"/>
                    <a:pt x="15224" y="13777"/>
                    <a:pt x="15214" y="13777"/>
                  </a:cubicBezTo>
                  <a:lnTo>
                    <a:pt x="15214" y="13781"/>
                  </a:lnTo>
                  <a:lnTo>
                    <a:pt x="15197" y="13781"/>
                  </a:lnTo>
                  <a:cubicBezTo>
                    <a:pt x="13908" y="13781"/>
                    <a:pt x="11003" y="12752"/>
                    <a:pt x="10974" y="12739"/>
                  </a:cubicBezTo>
                  <a:lnTo>
                    <a:pt x="10967" y="12739"/>
                  </a:lnTo>
                  <a:cubicBezTo>
                    <a:pt x="7896" y="12462"/>
                    <a:pt x="1583" y="11202"/>
                    <a:pt x="1521" y="11189"/>
                  </a:cubicBezTo>
                  <a:cubicBezTo>
                    <a:pt x="1511" y="11189"/>
                    <a:pt x="1502" y="11192"/>
                    <a:pt x="1495" y="11199"/>
                  </a:cubicBezTo>
                  <a:cubicBezTo>
                    <a:pt x="1490" y="11201"/>
                    <a:pt x="1179" y="11465"/>
                    <a:pt x="917" y="11465"/>
                  </a:cubicBezTo>
                  <a:cubicBezTo>
                    <a:pt x="833" y="11465"/>
                    <a:pt x="754" y="11438"/>
                    <a:pt x="692" y="11365"/>
                  </a:cubicBezTo>
                  <a:cubicBezTo>
                    <a:pt x="428" y="11065"/>
                    <a:pt x="738" y="10517"/>
                    <a:pt x="741" y="10510"/>
                  </a:cubicBezTo>
                  <a:cubicBezTo>
                    <a:pt x="744" y="10503"/>
                    <a:pt x="748" y="10497"/>
                    <a:pt x="744" y="10490"/>
                  </a:cubicBezTo>
                  <a:cubicBezTo>
                    <a:pt x="42" y="7001"/>
                    <a:pt x="2128" y="1821"/>
                    <a:pt x="2148" y="1769"/>
                  </a:cubicBezTo>
                  <a:cubicBezTo>
                    <a:pt x="2151" y="1762"/>
                    <a:pt x="2151" y="1753"/>
                    <a:pt x="2148" y="1746"/>
                  </a:cubicBezTo>
                  <a:cubicBezTo>
                    <a:pt x="2014" y="1397"/>
                    <a:pt x="2007" y="1015"/>
                    <a:pt x="2125" y="662"/>
                  </a:cubicBezTo>
                  <a:cubicBezTo>
                    <a:pt x="2180" y="509"/>
                    <a:pt x="2246" y="424"/>
                    <a:pt x="2311" y="421"/>
                  </a:cubicBezTo>
                  <a:cubicBezTo>
                    <a:pt x="2313" y="421"/>
                    <a:pt x="2315" y="421"/>
                    <a:pt x="2317" y="421"/>
                  </a:cubicBezTo>
                  <a:cubicBezTo>
                    <a:pt x="2426" y="421"/>
                    <a:pt x="2534" y="595"/>
                    <a:pt x="2569" y="666"/>
                  </a:cubicBezTo>
                  <a:cubicBezTo>
                    <a:pt x="2573" y="677"/>
                    <a:pt x="2585" y="683"/>
                    <a:pt x="2597" y="683"/>
                  </a:cubicBezTo>
                  <a:cubicBezTo>
                    <a:pt x="2602" y="683"/>
                    <a:pt x="2607" y="682"/>
                    <a:pt x="2611" y="679"/>
                  </a:cubicBezTo>
                  <a:cubicBezTo>
                    <a:pt x="3282" y="273"/>
                    <a:pt x="4359" y="71"/>
                    <a:pt x="5805" y="71"/>
                  </a:cubicBezTo>
                  <a:close/>
                  <a:moveTo>
                    <a:pt x="5791" y="0"/>
                  </a:moveTo>
                  <a:cubicBezTo>
                    <a:pt x="4356" y="0"/>
                    <a:pt x="3289" y="202"/>
                    <a:pt x="2605" y="604"/>
                  </a:cubicBezTo>
                  <a:cubicBezTo>
                    <a:pt x="2566" y="533"/>
                    <a:pt x="2449" y="352"/>
                    <a:pt x="2315" y="352"/>
                  </a:cubicBezTo>
                  <a:cubicBezTo>
                    <a:pt x="2312" y="352"/>
                    <a:pt x="2310" y="352"/>
                    <a:pt x="2308" y="352"/>
                  </a:cubicBezTo>
                  <a:cubicBezTo>
                    <a:pt x="2210" y="362"/>
                    <a:pt x="2128" y="457"/>
                    <a:pt x="2066" y="640"/>
                  </a:cubicBezTo>
                  <a:cubicBezTo>
                    <a:pt x="1942" y="1002"/>
                    <a:pt x="1949" y="1397"/>
                    <a:pt x="2086" y="1753"/>
                  </a:cubicBezTo>
                  <a:cubicBezTo>
                    <a:pt x="1972" y="2033"/>
                    <a:pt x="0" y="7057"/>
                    <a:pt x="682" y="10484"/>
                  </a:cubicBezTo>
                  <a:cubicBezTo>
                    <a:pt x="637" y="10565"/>
                    <a:pt x="366" y="11081"/>
                    <a:pt x="643" y="11401"/>
                  </a:cubicBezTo>
                  <a:cubicBezTo>
                    <a:pt x="720" y="11489"/>
                    <a:pt x="815" y="11522"/>
                    <a:pt x="915" y="11522"/>
                  </a:cubicBezTo>
                  <a:cubicBezTo>
                    <a:pt x="1174" y="11522"/>
                    <a:pt x="1460" y="11300"/>
                    <a:pt x="1521" y="11248"/>
                  </a:cubicBezTo>
                  <a:cubicBezTo>
                    <a:pt x="1861" y="11316"/>
                    <a:pt x="7955" y="12521"/>
                    <a:pt x="10954" y="12795"/>
                  </a:cubicBezTo>
                  <a:cubicBezTo>
                    <a:pt x="11075" y="12837"/>
                    <a:pt x="13918" y="13836"/>
                    <a:pt x="15194" y="13836"/>
                  </a:cubicBezTo>
                  <a:lnTo>
                    <a:pt x="15197" y="13836"/>
                  </a:lnTo>
                  <a:cubicBezTo>
                    <a:pt x="15276" y="13924"/>
                    <a:pt x="15775" y="14466"/>
                    <a:pt x="16111" y="14466"/>
                  </a:cubicBezTo>
                  <a:cubicBezTo>
                    <a:pt x="16134" y="14466"/>
                    <a:pt x="16157" y="14463"/>
                    <a:pt x="16180" y="14459"/>
                  </a:cubicBezTo>
                  <a:cubicBezTo>
                    <a:pt x="16288" y="14430"/>
                    <a:pt x="16356" y="14332"/>
                    <a:pt x="16389" y="14172"/>
                  </a:cubicBezTo>
                  <a:cubicBezTo>
                    <a:pt x="16529" y="13477"/>
                    <a:pt x="16271" y="13079"/>
                    <a:pt x="16206" y="12994"/>
                  </a:cubicBezTo>
                  <a:cubicBezTo>
                    <a:pt x="16353" y="12726"/>
                    <a:pt x="18063" y="9505"/>
                    <a:pt x="18442" y="6515"/>
                  </a:cubicBezTo>
                  <a:cubicBezTo>
                    <a:pt x="18752" y="4044"/>
                    <a:pt x="18843" y="3727"/>
                    <a:pt x="18860" y="3685"/>
                  </a:cubicBezTo>
                  <a:cubicBezTo>
                    <a:pt x="18941" y="3633"/>
                    <a:pt x="19702" y="3130"/>
                    <a:pt x="19571" y="2640"/>
                  </a:cubicBezTo>
                  <a:cubicBezTo>
                    <a:pt x="19548" y="2529"/>
                    <a:pt x="19473" y="2435"/>
                    <a:pt x="19369" y="2389"/>
                  </a:cubicBezTo>
                  <a:cubicBezTo>
                    <a:pt x="19317" y="2367"/>
                    <a:pt x="19260" y="2359"/>
                    <a:pt x="19203" y="2359"/>
                  </a:cubicBezTo>
                  <a:cubicBezTo>
                    <a:pt x="19010" y="2359"/>
                    <a:pt x="18809" y="2456"/>
                    <a:pt x="18758" y="2484"/>
                  </a:cubicBezTo>
                  <a:cubicBezTo>
                    <a:pt x="18537" y="2415"/>
                    <a:pt x="15445" y="1462"/>
                    <a:pt x="11989" y="760"/>
                  </a:cubicBezTo>
                  <a:cubicBezTo>
                    <a:pt x="9897" y="336"/>
                    <a:pt x="8079" y="88"/>
                    <a:pt x="6593" y="19"/>
                  </a:cubicBezTo>
                  <a:cubicBezTo>
                    <a:pt x="6314" y="7"/>
                    <a:pt x="6047" y="0"/>
                    <a:pt x="5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71">
              <a:extLst>
                <a:ext uri="{FF2B5EF4-FFF2-40B4-BE49-F238E27FC236}">
                  <a16:creationId xmlns:a16="http://schemas.microsoft.com/office/drawing/2014/main" id="{594B5356-8565-51AE-23F7-B2810DD43C7E}"/>
                </a:ext>
              </a:extLst>
            </p:cNvPr>
            <p:cNvSpPr/>
            <p:nvPr/>
          </p:nvSpPr>
          <p:spPr>
            <a:xfrm>
              <a:off x="6785025" y="2403300"/>
              <a:ext cx="158425" cy="87825"/>
            </a:xfrm>
            <a:custGeom>
              <a:avLst/>
              <a:gdLst/>
              <a:ahLst/>
              <a:cxnLst/>
              <a:rect l="l" t="t" r="r" b="b"/>
              <a:pathLst>
                <a:path w="6337" h="3513" extrusionOk="0">
                  <a:moveTo>
                    <a:pt x="6082" y="751"/>
                  </a:moveTo>
                  <a:cubicBezTo>
                    <a:pt x="5905" y="454"/>
                    <a:pt x="4894" y="1192"/>
                    <a:pt x="3102" y="1016"/>
                  </a:cubicBezTo>
                  <a:cubicBezTo>
                    <a:pt x="1388" y="849"/>
                    <a:pt x="582" y="0"/>
                    <a:pt x="344" y="271"/>
                  </a:cubicBezTo>
                  <a:cubicBezTo>
                    <a:pt x="1" y="650"/>
                    <a:pt x="1019" y="3010"/>
                    <a:pt x="2795" y="3248"/>
                  </a:cubicBezTo>
                  <a:cubicBezTo>
                    <a:pt x="4701" y="3513"/>
                    <a:pt x="6336" y="1185"/>
                    <a:pt x="6082" y="751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0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71">
              <a:extLst>
                <a:ext uri="{FF2B5EF4-FFF2-40B4-BE49-F238E27FC236}">
                  <a16:creationId xmlns:a16="http://schemas.microsoft.com/office/drawing/2014/main" id="{DEB8EE72-B625-E57A-0FFD-38AE7EDDECD9}"/>
                </a:ext>
              </a:extLst>
            </p:cNvPr>
            <p:cNvSpPr/>
            <p:nvPr/>
          </p:nvSpPr>
          <p:spPr>
            <a:xfrm>
              <a:off x="6851550" y="2434225"/>
              <a:ext cx="33625" cy="32000"/>
            </a:xfrm>
            <a:custGeom>
              <a:avLst/>
              <a:gdLst/>
              <a:ahLst/>
              <a:cxnLst/>
              <a:rect l="l" t="t" r="r" b="b"/>
              <a:pathLst>
                <a:path w="1345" h="1280" extrusionOk="0">
                  <a:moveTo>
                    <a:pt x="734" y="63"/>
                  </a:moveTo>
                  <a:cubicBezTo>
                    <a:pt x="832" y="63"/>
                    <a:pt x="934" y="85"/>
                    <a:pt x="1022" y="131"/>
                  </a:cubicBezTo>
                  <a:cubicBezTo>
                    <a:pt x="1116" y="180"/>
                    <a:pt x="1188" y="268"/>
                    <a:pt x="1214" y="373"/>
                  </a:cubicBezTo>
                  <a:cubicBezTo>
                    <a:pt x="1280" y="575"/>
                    <a:pt x="1231" y="830"/>
                    <a:pt x="1175" y="934"/>
                  </a:cubicBezTo>
                  <a:cubicBezTo>
                    <a:pt x="1138" y="1000"/>
                    <a:pt x="928" y="1216"/>
                    <a:pt x="684" y="1216"/>
                  </a:cubicBezTo>
                  <a:cubicBezTo>
                    <a:pt x="625" y="1216"/>
                    <a:pt x="564" y="1203"/>
                    <a:pt x="503" y="1172"/>
                  </a:cubicBezTo>
                  <a:cubicBezTo>
                    <a:pt x="356" y="1100"/>
                    <a:pt x="242" y="976"/>
                    <a:pt x="186" y="823"/>
                  </a:cubicBezTo>
                  <a:cubicBezTo>
                    <a:pt x="131" y="676"/>
                    <a:pt x="137" y="513"/>
                    <a:pt x="209" y="373"/>
                  </a:cubicBezTo>
                  <a:cubicBezTo>
                    <a:pt x="277" y="236"/>
                    <a:pt x="405" y="131"/>
                    <a:pt x="555" y="89"/>
                  </a:cubicBezTo>
                  <a:cubicBezTo>
                    <a:pt x="614" y="72"/>
                    <a:pt x="672" y="63"/>
                    <a:pt x="734" y="63"/>
                  </a:cubicBezTo>
                  <a:close/>
                  <a:moveTo>
                    <a:pt x="731" y="1"/>
                  </a:moveTo>
                  <a:cubicBezTo>
                    <a:pt x="666" y="1"/>
                    <a:pt x="600" y="10"/>
                    <a:pt x="535" y="30"/>
                  </a:cubicBezTo>
                  <a:cubicBezTo>
                    <a:pt x="186" y="131"/>
                    <a:pt x="0" y="506"/>
                    <a:pt x="127" y="846"/>
                  </a:cubicBezTo>
                  <a:cubicBezTo>
                    <a:pt x="189" y="1012"/>
                    <a:pt x="313" y="1149"/>
                    <a:pt x="473" y="1231"/>
                  </a:cubicBezTo>
                  <a:cubicBezTo>
                    <a:pt x="539" y="1260"/>
                    <a:pt x="607" y="1280"/>
                    <a:pt x="679" y="1280"/>
                  </a:cubicBezTo>
                  <a:cubicBezTo>
                    <a:pt x="940" y="1277"/>
                    <a:pt x="1175" y="1065"/>
                    <a:pt x="1227" y="967"/>
                  </a:cubicBezTo>
                  <a:cubicBezTo>
                    <a:pt x="1286" y="856"/>
                    <a:pt x="1345" y="585"/>
                    <a:pt x="1273" y="356"/>
                  </a:cubicBezTo>
                  <a:cubicBezTo>
                    <a:pt x="1240" y="236"/>
                    <a:pt x="1162" y="134"/>
                    <a:pt x="1051" y="79"/>
                  </a:cubicBezTo>
                  <a:cubicBezTo>
                    <a:pt x="951" y="28"/>
                    <a:pt x="842" y="1"/>
                    <a:pt x="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1">
              <a:extLst>
                <a:ext uri="{FF2B5EF4-FFF2-40B4-BE49-F238E27FC236}">
                  <a16:creationId xmlns:a16="http://schemas.microsoft.com/office/drawing/2014/main" id="{BDD5611A-443C-8D9B-091A-E3EEDF82A0A4}"/>
                </a:ext>
              </a:extLst>
            </p:cNvPr>
            <p:cNvSpPr/>
            <p:nvPr/>
          </p:nvSpPr>
          <p:spPr>
            <a:xfrm>
              <a:off x="6384300" y="1383150"/>
              <a:ext cx="528375" cy="817350"/>
            </a:xfrm>
            <a:custGeom>
              <a:avLst/>
              <a:gdLst/>
              <a:ahLst/>
              <a:cxnLst/>
              <a:rect l="l" t="t" r="r" b="b"/>
              <a:pathLst>
                <a:path w="21135" h="32694" extrusionOk="0">
                  <a:moveTo>
                    <a:pt x="4254" y="1"/>
                  </a:moveTo>
                  <a:cubicBezTo>
                    <a:pt x="2620" y="1"/>
                    <a:pt x="1304" y="12"/>
                    <a:pt x="940" y="26"/>
                  </a:cubicBezTo>
                  <a:cubicBezTo>
                    <a:pt x="369" y="49"/>
                    <a:pt x="0" y="169"/>
                    <a:pt x="0" y="225"/>
                  </a:cubicBezTo>
                  <a:lnTo>
                    <a:pt x="0" y="21229"/>
                  </a:lnTo>
                  <a:cubicBezTo>
                    <a:pt x="0" y="21914"/>
                    <a:pt x="5245" y="23625"/>
                    <a:pt x="6159" y="25678"/>
                  </a:cubicBezTo>
                  <a:cubicBezTo>
                    <a:pt x="7073" y="27727"/>
                    <a:pt x="6388" y="32522"/>
                    <a:pt x="6388" y="32522"/>
                  </a:cubicBezTo>
                  <a:cubicBezTo>
                    <a:pt x="6388" y="32522"/>
                    <a:pt x="11739" y="32694"/>
                    <a:pt x="15938" y="32694"/>
                  </a:cubicBezTo>
                  <a:cubicBezTo>
                    <a:pt x="18566" y="32694"/>
                    <a:pt x="20743" y="32627"/>
                    <a:pt x="20874" y="32408"/>
                  </a:cubicBezTo>
                  <a:cubicBezTo>
                    <a:pt x="21135" y="31971"/>
                    <a:pt x="20799" y="27878"/>
                    <a:pt x="20626" y="25965"/>
                  </a:cubicBezTo>
                  <a:cubicBezTo>
                    <a:pt x="20570" y="25364"/>
                    <a:pt x="20391" y="25221"/>
                    <a:pt x="19650" y="24587"/>
                  </a:cubicBezTo>
                  <a:lnTo>
                    <a:pt x="19242" y="24287"/>
                  </a:lnTo>
                  <a:cubicBezTo>
                    <a:pt x="17763" y="23194"/>
                    <a:pt x="16134" y="22322"/>
                    <a:pt x="14404" y="21699"/>
                  </a:cubicBezTo>
                  <a:lnTo>
                    <a:pt x="13461" y="21356"/>
                  </a:lnTo>
                  <a:cubicBezTo>
                    <a:pt x="13200" y="21239"/>
                    <a:pt x="12932" y="20746"/>
                    <a:pt x="12949" y="20459"/>
                  </a:cubicBezTo>
                  <a:cubicBezTo>
                    <a:pt x="13131" y="16809"/>
                    <a:pt x="12985" y="1615"/>
                    <a:pt x="12860" y="271"/>
                  </a:cubicBezTo>
                  <a:cubicBezTo>
                    <a:pt x="12840" y="56"/>
                    <a:pt x="7801" y="1"/>
                    <a:pt x="4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1">
              <a:extLst>
                <a:ext uri="{FF2B5EF4-FFF2-40B4-BE49-F238E27FC236}">
                  <a16:creationId xmlns:a16="http://schemas.microsoft.com/office/drawing/2014/main" id="{DF8DFF67-7C36-BD57-E910-2AB1964968E4}"/>
                </a:ext>
              </a:extLst>
            </p:cNvPr>
            <p:cNvSpPr/>
            <p:nvPr/>
          </p:nvSpPr>
          <p:spPr>
            <a:xfrm>
              <a:off x="6398900" y="1383150"/>
              <a:ext cx="528475" cy="817350"/>
            </a:xfrm>
            <a:custGeom>
              <a:avLst/>
              <a:gdLst/>
              <a:ahLst/>
              <a:cxnLst/>
              <a:rect l="l" t="t" r="r" b="b"/>
              <a:pathLst>
                <a:path w="21139" h="32694" extrusionOk="0">
                  <a:moveTo>
                    <a:pt x="4255" y="1"/>
                  </a:moveTo>
                  <a:cubicBezTo>
                    <a:pt x="2622" y="1"/>
                    <a:pt x="1306" y="12"/>
                    <a:pt x="944" y="26"/>
                  </a:cubicBezTo>
                  <a:cubicBezTo>
                    <a:pt x="373" y="49"/>
                    <a:pt x="0" y="169"/>
                    <a:pt x="0" y="225"/>
                  </a:cubicBezTo>
                  <a:lnTo>
                    <a:pt x="0" y="21229"/>
                  </a:lnTo>
                  <a:cubicBezTo>
                    <a:pt x="0" y="21914"/>
                    <a:pt x="5249" y="23625"/>
                    <a:pt x="6163" y="25678"/>
                  </a:cubicBezTo>
                  <a:cubicBezTo>
                    <a:pt x="7077" y="27727"/>
                    <a:pt x="6391" y="32522"/>
                    <a:pt x="6391" y="32522"/>
                  </a:cubicBezTo>
                  <a:cubicBezTo>
                    <a:pt x="6391" y="32522"/>
                    <a:pt x="11741" y="32694"/>
                    <a:pt x="15940" y="32694"/>
                  </a:cubicBezTo>
                  <a:cubicBezTo>
                    <a:pt x="18568" y="32694"/>
                    <a:pt x="20745" y="32627"/>
                    <a:pt x="20877" y="32408"/>
                  </a:cubicBezTo>
                  <a:cubicBezTo>
                    <a:pt x="21138" y="31971"/>
                    <a:pt x="20802" y="27878"/>
                    <a:pt x="20626" y="25965"/>
                  </a:cubicBezTo>
                  <a:cubicBezTo>
                    <a:pt x="20570" y="25364"/>
                    <a:pt x="20391" y="25221"/>
                    <a:pt x="19650" y="24587"/>
                  </a:cubicBezTo>
                  <a:lnTo>
                    <a:pt x="19242" y="24287"/>
                  </a:lnTo>
                  <a:cubicBezTo>
                    <a:pt x="17763" y="23194"/>
                    <a:pt x="16135" y="22322"/>
                    <a:pt x="14408" y="21699"/>
                  </a:cubicBezTo>
                  <a:lnTo>
                    <a:pt x="13461" y="21356"/>
                  </a:lnTo>
                  <a:cubicBezTo>
                    <a:pt x="13203" y="21239"/>
                    <a:pt x="12936" y="20746"/>
                    <a:pt x="12949" y="20459"/>
                  </a:cubicBezTo>
                  <a:cubicBezTo>
                    <a:pt x="13135" y="16809"/>
                    <a:pt x="12988" y="1615"/>
                    <a:pt x="12864" y="271"/>
                  </a:cubicBezTo>
                  <a:cubicBezTo>
                    <a:pt x="12842" y="56"/>
                    <a:pt x="7801" y="1"/>
                    <a:pt x="4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1">
              <a:extLst>
                <a:ext uri="{FF2B5EF4-FFF2-40B4-BE49-F238E27FC236}">
                  <a16:creationId xmlns:a16="http://schemas.microsoft.com/office/drawing/2014/main" id="{F6EB8E8D-8B4A-5F11-2D2D-13148FECAE60}"/>
                </a:ext>
              </a:extLst>
            </p:cNvPr>
            <p:cNvSpPr/>
            <p:nvPr/>
          </p:nvSpPr>
          <p:spPr>
            <a:xfrm>
              <a:off x="6398900" y="1382075"/>
              <a:ext cx="528475" cy="825500"/>
            </a:xfrm>
            <a:custGeom>
              <a:avLst/>
              <a:gdLst/>
              <a:ahLst/>
              <a:cxnLst/>
              <a:rect l="l" t="t" r="r" b="b"/>
              <a:pathLst>
                <a:path w="21139" h="33020" extrusionOk="0">
                  <a:moveTo>
                    <a:pt x="944" y="69"/>
                  </a:moveTo>
                  <a:cubicBezTo>
                    <a:pt x="373" y="92"/>
                    <a:pt x="0" y="212"/>
                    <a:pt x="0" y="268"/>
                  </a:cubicBezTo>
                  <a:lnTo>
                    <a:pt x="0" y="21272"/>
                  </a:lnTo>
                  <a:cubicBezTo>
                    <a:pt x="0" y="21957"/>
                    <a:pt x="5249" y="23668"/>
                    <a:pt x="6163" y="25721"/>
                  </a:cubicBezTo>
                  <a:cubicBezTo>
                    <a:pt x="7077" y="27770"/>
                    <a:pt x="6391" y="32565"/>
                    <a:pt x="6391" y="32565"/>
                  </a:cubicBezTo>
                  <a:cubicBezTo>
                    <a:pt x="6391" y="32565"/>
                    <a:pt x="20534" y="33019"/>
                    <a:pt x="20877" y="32451"/>
                  </a:cubicBezTo>
                  <a:cubicBezTo>
                    <a:pt x="21138" y="32014"/>
                    <a:pt x="20802" y="27921"/>
                    <a:pt x="20626" y="26008"/>
                  </a:cubicBezTo>
                  <a:cubicBezTo>
                    <a:pt x="20570" y="25407"/>
                    <a:pt x="20391" y="25264"/>
                    <a:pt x="19650" y="24630"/>
                  </a:cubicBezTo>
                  <a:lnTo>
                    <a:pt x="19242" y="24330"/>
                  </a:lnTo>
                  <a:cubicBezTo>
                    <a:pt x="17763" y="23237"/>
                    <a:pt x="16135" y="22365"/>
                    <a:pt x="14408" y="21742"/>
                  </a:cubicBezTo>
                  <a:lnTo>
                    <a:pt x="13461" y="21399"/>
                  </a:lnTo>
                  <a:cubicBezTo>
                    <a:pt x="13203" y="21282"/>
                    <a:pt x="12936" y="20789"/>
                    <a:pt x="12949" y="20502"/>
                  </a:cubicBezTo>
                  <a:cubicBezTo>
                    <a:pt x="13135" y="16852"/>
                    <a:pt x="12988" y="1658"/>
                    <a:pt x="12864" y="314"/>
                  </a:cubicBezTo>
                  <a:cubicBezTo>
                    <a:pt x="12831" y="0"/>
                    <a:pt x="2093" y="26"/>
                    <a:pt x="944" y="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1">
              <a:extLst>
                <a:ext uri="{FF2B5EF4-FFF2-40B4-BE49-F238E27FC236}">
                  <a16:creationId xmlns:a16="http://schemas.microsoft.com/office/drawing/2014/main" id="{4AAB02E5-283E-D664-7634-6678D1DE9BCA}"/>
                </a:ext>
              </a:extLst>
            </p:cNvPr>
            <p:cNvSpPr/>
            <p:nvPr/>
          </p:nvSpPr>
          <p:spPr>
            <a:xfrm>
              <a:off x="6503350" y="1383125"/>
              <a:ext cx="423950" cy="817425"/>
            </a:xfrm>
            <a:custGeom>
              <a:avLst/>
              <a:gdLst/>
              <a:ahLst/>
              <a:cxnLst/>
              <a:rect l="l" t="t" r="r" b="b"/>
              <a:pathLst>
                <a:path w="16958" h="32697" extrusionOk="0">
                  <a:moveTo>
                    <a:pt x="16445" y="25969"/>
                  </a:moveTo>
                  <a:cubicBezTo>
                    <a:pt x="16392" y="25365"/>
                    <a:pt x="16213" y="25222"/>
                    <a:pt x="15469" y="24592"/>
                  </a:cubicBezTo>
                  <a:lnTo>
                    <a:pt x="15061" y="24288"/>
                  </a:lnTo>
                  <a:cubicBezTo>
                    <a:pt x="13582" y="23198"/>
                    <a:pt x="11953" y="22323"/>
                    <a:pt x="10227" y="21700"/>
                  </a:cubicBezTo>
                  <a:lnTo>
                    <a:pt x="9283" y="21360"/>
                  </a:lnTo>
                  <a:cubicBezTo>
                    <a:pt x="9022" y="21240"/>
                    <a:pt x="8755" y="20747"/>
                    <a:pt x="8768" y="20463"/>
                  </a:cubicBezTo>
                  <a:cubicBezTo>
                    <a:pt x="8954" y="16810"/>
                    <a:pt x="8807" y="1620"/>
                    <a:pt x="8683" y="272"/>
                  </a:cubicBezTo>
                  <a:cubicBezTo>
                    <a:pt x="8663" y="56"/>
                    <a:pt x="3552" y="1"/>
                    <a:pt x="0" y="4"/>
                  </a:cubicBezTo>
                  <a:cubicBezTo>
                    <a:pt x="3532" y="4"/>
                    <a:pt x="8356" y="63"/>
                    <a:pt x="8376" y="272"/>
                  </a:cubicBezTo>
                  <a:cubicBezTo>
                    <a:pt x="8500" y="1616"/>
                    <a:pt x="8647" y="16810"/>
                    <a:pt x="8461" y="20463"/>
                  </a:cubicBezTo>
                  <a:cubicBezTo>
                    <a:pt x="8448" y="20747"/>
                    <a:pt x="8715" y="21240"/>
                    <a:pt x="8977" y="21360"/>
                  </a:cubicBezTo>
                  <a:lnTo>
                    <a:pt x="9920" y="21700"/>
                  </a:lnTo>
                  <a:cubicBezTo>
                    <a:pt x="11646" y="22323"/>
                    <a:pt x="13275" y="23198"/>
                    <a:pt x="14754" y="24288"/>
                  </a:cubicBezTo>
                  <a:lnTo>
                    <a:pt x="15162" y="24592"/>
                  </a:lnTo>
                  <a:cubicBezTo>
                    <a:pt x="15903" y="25222"/>
                    <a:pt x="16086" y="25365"/>
                    <a:pt x="16138" y="25969"/>
                  </a:cubicBezTo>
                  <a:cubicBezTo>
                    <a:pt x="16314" y="27879"/>
                    <a:pt x="16650" y="31975"/>
                    <a:pt x="16389" y="32409"/>
                  </a:cubicBezTo>
                  <a:cubicBezTo>
                    <a:pt x="16259" y="32625"/>
                    <a:pt x="14166" y="32696"/>
                    <a:pt x="11607" y="32696"/>
                  </a:cubicBezTo>
                  <a:cubicBezTo>
                    <a:pt x="14303" y="32696"/>
                    <a:pt x="16562" y="32631"/>
                    <a:pt x="16696" y="32409"/>
                  </a:cubicBezTo>
                  <a:cubicBezTo>
                    <a:pt x="16957" y="31975"/>
                    <a:pt x="16621" y="27879"/>
                    <a:pt x="16445" y="259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1">
              <a:extLst>
                <a:ext uri="{FF2B5EF4-FFF2-40B4-BE49-F238E27FC236}">
                  <a16:creationId xmlns:a16="http://schemas.microsoft.com/office/drawing/2014/main" id="{548021C8-5FD9-5F45-0C40-AE1AA5CAF098}"/>
                </a:ext>
              </a:extLst>
            </p:cNvPr>
            <p:cNvSpPr/>
            <p:nvPr/>
          </p:nvSpPr>
          <p:spPr>
            <a:xfrm>
              <a:off x="6398075" y="1382375"/>
              <a:ext cx="529875" cy="818900"/>
            </a:xfrm>
            <a:custGeom>
              <a:avLst/>
              <a:gdLst/>
              <a:ahLst/>
              <a:cxnLst/>
              <a:rect l="l" t="t" r="r" b="b"/>
              <a:pathLst>
                <a:path w="21195" h="32756" extrusionOk="0">
                  <a:moveTo>
                    <a:pt x="4316" y="63"/>
                  </a:moveTo>
                  <a:cubicBezTo>
                    <a:pt x="5245" y="63"/>
                    <a:pt x="6267" y="67"/>
                    <a:pt x="7257" y="76"/>
                  </a:cubicBezTo>
                  <a:cubicBezTo>
                    <a:pt x="12114" y="119"/>
                    <a:pt x="12799" y="253"/>
                    <a:pt x="12861" y="308"/>
                  </a:cubicBezTo>
                  <a:cubicBezTo>
                    <a:pt x="12972" y="1561"/>
                    <a:pt x="13135" y="16782"/>
                    <a:pt x="12946" y="20490"/>
                  </a:cubicBezTo>
                  <a:cubicBezTo>
                    <a:pt x="12930" y="20796"/>
                    <a:pt x="13220" y="21299"/>
                    <a:pt x="13481" y="21416"/>
                  </a:cubicBezTo>
                  <a:lnTo>
                    <a:pt x="14425" y="21759"/>
                  </a:lnTo>
                  <a:cubicBezTo>
                    <a:pt x="16148" y="22383"/>
                    <a:pt x="17777" y="23254"/>
                    <a:pt x="19252" y="24344"/>
                  </a:cubicBezTo>
                  <a:lnTo>
                    <a:pt x="19660" y="24645"/>
                  </a:lnTo>
                  <a:lnTo>
                    <a:pt x="19696" y="24677"/>
                  </a:lnTo>
                  <a:cubicBezTo>
                    <a:pt x="20404" y="25278"/>
                    <a:pt x="20574" y="25421"/>
                    <a:pt x="20626" y="25999"/>
                  </a:cubicBezTo>
                  <a:cubicBezTo>
                    <a:pt x="20789" y="27788"/>
                    <a:pt x="21139" y="31992"/>
                    <a:pt x="20881" y="32423"/>
                  </a:cubicBezTo>
                  <a:cubicBezTo>
                    <a:pt x="20814" y="32531"/>
                    <a:pt x="20038" y="32697"/>
                    <a:pt x="15965" y="32697"/>
                  </a:cubicBezTo>
                  <a:cubicBezTo>
                    <a:pt x="15259" y="32697"/>
                    <a:pt x="14454" y="32692"/>
                    <a:pt x="13537" y="32681"/>
                  </a:cubicBezTo>
                  <a:cubicBezTo>
                    <a:pt x="10185" y="32638"/>
                    <a:pt x="6829" y="32537"/>
                    <a:pt x="6454" y="32524"/>
                  </a:cubicBezTo>
                  <a:cubicBezTo>
                    <a:pt x="6513" y="32090"/>
                    <a:pt x="7087" y="27644"/>
                    <a:pt x="6219" y="25696"/>
                  </a:cubicBezTo>
                  <a:cubicBezTo>
                    <a:pt x="5664" y="24452"/>
                    <a:pt x="3506" y="23319"/>
                    <a:pt x="1930" y="22494"/>
                  </a:cubicBezTo>
                  <a:cubicBezTo>
                    <a:pt x="925" y="21968"/>
                    <a:pt x="60" y="21514"/>
                    <a:pt x="60" y="21260"/>
                  </a:cubicBezTo>
                  <a:lnTo>
                    <a:pt x="60" y="259"/>
                  </a:lnTo>
                  <a:cubicBezTo>
                    <a:pt x="99" y="217"/>
                    <a:pt x="441" y="109"/>
                    <a:pt x="973" y="89"/>
                  </a:cubicBezTo>
                  <a:cubicBezTo>
                    <a:pt x="1352" y="75"/>
                    <a:pt x="2690" y="63"/>
                    <a:pt x="4316" y="63"/>
                  </a:cubicBezTo>
                  <a:close/>
                  <a:moveTo>
                    <a:pt x="4374" y="1"/>
                  </a:moveTo>
                  <a:cubicBezTo>
                    <a:pt x="2724" y="1"/>
                    <a:pt x="1362" y="13"/>
                    <a:pt x="973" y="27"/>
                  </a:cubicBezTo>
                  <a:cubicBezTo>
                    <a:pt x="464" y="47"/>
                    <a:pt x="1" y="155"/>
                    <a:pt x="1" y="256"/>
                  </a:cubicBezTo>
                  <a:lnTo>
                    <a:pt x="1" y="21260"/>
                  </a:lnTo>
                  <a:cubicBezTo>
                    <a:pt x="1" y="21550"/>
                    <a:pt x="800" y="21968"/>
                    <a:pt x="1900" y="22546"/>
                  </a:cubicBezTo>
                  <a:cubicBezTo>
                    <a:pt x="3470" y="23368"/>
                    <a:pt x="5618" y="24494"/>
                    <a:pt x="6163" y="25722"/>
                  </a:cubicBezTo>
                  <a:cubicBezTo>
                    <a:pt x="7064" y="27742"/>
                    <a:pt x="6398" y="32501"/>
                    <a:pt x="6389" y="32550"/>
                  </a:cubicBezTo>
                  <a:cubicBezTo>
                    <a:pt x="6389" y="32566"/>
                    <a:pt x="6402" y="32583"/>
                    <a:pt x="6418" y="32583"/>
                  </a:cubicBezTo>
                  <a:cubicBezTo>
                    <a:pt x="6454" y="32586"/>
                    <a:pt x="9995" y="32700"/>
                    <a:pt x="13533" y="32739"/>
                  </a:cubicBezTo>
                  <a:cubicBezTo>
                    <a:pt x="14470" y="32752"/>
                    <a:pt x="15283" y="32756"/>
                    <a:pt x="15998" y="32756"/>
                  </a:cubicBezTo>
                  <a:cubicBezTo>
                    <a:pt x="20754" y="32756"/>
                    <a:pt x="20887" y="32534"/>
                    <a:pt x="20933" y="32455"/>
                  </a:cubicBezTo>
                  <a:cubicBezTo>
                    <a:pt x="21194" y="32025"/>
                    <a:pt x="20894" y="28225"/>
                    <a:pt x="20688" y="25996"/>
                  </a:cubicBezTo>
                  <a:cubicBezTo>
                    <a:pt x="20633" y="25392"/>
                    <a:pt x="20443" y="25232"/>
                    <a:pt x="19738" y="24632"/>
                  </a:cubicBezTo>
                  <a:lnTo>
                    <a:pt x="19699" y="24599"/>
                  </a:lnTo>
                  <a:lnTo>
                    <a:pt x="19291" y="24295"/>
                  </a:lnTo>
                  <a:cubicBezTo>
                    <a:pt x="17809" y="23202"/>
                    <a:pt x="16177" y="22327"/>
                    <a:pt x="14447" y="21704"/>
                  </a:cubicBezTo>
                  <a:lnTo>
                    <a:pt x="13504" y="21364"/>
                  </a:lnTo>
                  <a:cubicBezTo>
                    <a:pt x="13269" y="21253"/>
                    <a:pt x="12995" y="20777"/>
                    <a:pt x="13011" y="20493"/>
                  </a:cubicBezTo>
                  <a:cubicBezTo>
                    <a:pt x="13197" y="16778"/>
                    <a:pt x="13034" y="1516"/>
                    <a:pt x="12923" y="298"/>
                  </a:cubicBezTo>
                  <a:cubicBezTo>
                    <a:pt x="12917" y="230"/>
                    <a:pt x="12904" y="66"/>
                    <a:pt x="7355" y="14"/>
                  </a:cubicBezTo>
                  <a:cubicBezTo>
                    <a:pt x="6353" y="5"/>
                    <a:pt x="5317" y="1"/>
                    <a:pt x="4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1">
              <a:extLst>
                <a:ext uri="{FF2B5EF4-FFF2-40B4-BE49-F238E27FC236}">
                  <a16:creationId xmlns:a16="http://schemas.microsoft.com/office/drawing/2014/main" id="{680293C2-C2AC-86D5-569C-B95E412AC4DA}"/>
                </a:ext>
              </a:extLst>
            </p:cNvPr>
            <p:cNvSpPr/>
            <p:nvPr/>
          </p:nvSpPr>
          <p:spPr>
            <a:xfrm>
              <a:off x="6568375" y="2195625"/>
              <a:ext cx="4525" cy="30800"/>
            </a:xfrm>
            <a:custGeom>
              <a:avLst/>
              <a:gdLst/>
              <a:ahLst/>
              <a:cxnLst/>
              <a:rect l="l" t="t" r="r" b="b"/>
              <a:pathLst>
                <a:path w="181" h="1232" extrusionOk="0">
                  <a:moveTo>
                    <a:pt x="151" y="0"/>
                  </a:moveTo>
                  <a:cubicBezTo>
                    <a:pt x="135" y="0"/>
                    <a:pt x="118" y="14"/>
                    <a:pt x="118" y="30"/>
                  </a:cubicBezTo>
                  <a:lnTo>
                    <a:pt x="1" y="1195"/>
                  </a:lnTo>
                  <a:cubicBezTo>
                    <a:pt x="1" y="1211"/>
                    <a:pt x="11" y="1228"/>
                    <a:pt x="30" y="1231"/>
                  </a:cubicBezTo>
                  <a:lnTo>
                    <a:pt x="33" y="1231"/>
                  </a:lnTo>
                  <a:cubicBezTo>
                    <a:pt x="47" y="1228"/>
                    <a:pt x="60" y="1218"/>
                    <a:pt x="63" y="1202"/>
                  </a:cubicBezTo>
                  <a:lnTo>
                    <a:pt x="180" y="36"/>
                  </a:lnTo>
                  <a:cubicBezTo>
                    <a:pt x="180" y="17"/>
                    <a:pt x="167" y="4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1">
              <a:extLst>
                <a:ext uri="{FF2B5EF4-FFF2-40B4-BE49-F238E27FC236}">
                  <a16:creationId xmlns:a16="http://schemas.microsoft.com/office/drawing/2014/main" id="{7FA1EEBB-EAA9-D53E-ECCD-A32A5D703289}"/>
                </a:ext>
              </a:extLst>
            </p:cNvPr>
            <p:cNvSpPr/>
            <p:nvPr/>
          </p:nvSpPr>
          <p:spPr>
            <a:xfrm>
              <a:off x="6564950" y="2219700"/>
              <a:ext cx="8850" cy="8825"/>
            </a:xfrm>
            <a:custGeom>
              <a:avLst/>
              <a:gdLst/>
              <a:ahLst/>
              <a:cxnLst/>
              <a:rect l="l" t="t" r="r" b="b"/>
              <a:pathLst>
                <a:path w="354" h="353" extrusionOk="0">
                  <a:moveTo>
                    <a:pt x="177" y="0"/>
                  </a:moveTo>
                  <a:cubicBezTo>
                    <a:pt x="79" y="0"/>
                    <a:pt x="1" y="79"/>
                    <a:pt x="1" y="177"/>
                  </a:cubicBezTo>
                  <a:cubicBezTo>
                    <a:pt x="1" y="275"/>
                    <a:pt x="79" y="353"/>
                    <a:pt x="177" y="353"/>
                  </a:cubicBezTo>
                  <a:cubicBezTo>
                    <a:pt x="275" y="353"/>
                    <a:pt x="353" y="275"/>
                    <a:pt x="353" y="177"/>
                  </a:cubicBezTo>
                  <a:cubicBezTo>
                    <a:pt x="353" y="79"/>
                    <a:pt x="275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1">
              <a:extLst>
                <a:ext uri="{FF2B5EF4-FFF2-40B4-BE49-F238E27FC236}">
                  <a16:creationId xmlns:a16="http://schemas.microsoft.com/office/drawing/2014/main" id="{1CCA37CD-D06D-A573-B85A-740A512C5762}"/>
                </a:ext>
              </a:extLst>
            </p:cNvPr>
            <p:cNvSpPr/>
            <p:nvPr/>
          </p:nvSpPr>
          <p:spPr>
            <a:xfrm>
              <a:off x="6583800" y="2196500"/>
              <a:ext cx="4600" cy="30725"/>
            </a:xfrm>
            <a:custGeom>
              <a:avLst/>
              <a:gdLst/>
              <a:ahLst/>
              <a:cxnLst/>
              <a:rect l="l" t="t" r="r" b="b"/>
              <a:pathLst>
                <a:path w="184" h="1229" extrusionOk="0">
                  <a:moveTo>
                    <a:pt x="149" y="1"/>
                  </a:moveTo>
                  <a:cubicBezTo>
                    <a:pt x="135" y="1"/>
                    <a:pt x="122" y="13"/>
                    <a:pt x="122" y="28"/>
                  </a:cubicBezTo>
                  <a:lnTo>
                    <a:pt x="4" y="1193"/>
                  </a:lnTo>
                  <a:cubicBezTo>
                    <a:pt x="1" y="1212"/>
                    <a:pt x="14" y="1225"/>
                    <a:pt x="30" y="1229"/>
                  </a:cubicBezTo>
                  <a:lnTo>
                    <a:pt x="33" y="1229"/>
                  </a:lnTo>
                  <a:cubicBezTo>
                    <a:pt x="50" y="1229"/>
                    <a:pt x="63" y="1216"/>
                    <a:pt x="63" y="1199"/>
                  </a:cubicBezTo>
                  <a:lnTo>
                    <a:pt x="180" y="34"/>
                  </a:lnTo>
                  <a:cubicBezTo>
                    <a:pt x="184" y="18"/>
                    <a:pt x="170" y="1"/>
                    <a:pt x="154" y="1"/>
                  </a:cubicBezTo>
                  <a:cubicBezTo>
                    <a:pt x="152" y="1"/>
                    <a:pt x="151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71">
              <a:extLst>
                <a:ext uri="{FF2B5EF4-FFF2-40B4-BE49-F238E27FC236}">
                  <a16:creationId xmlns:a16="http://schemas.microsoft.com/office/drawing/2014/main" id="{6734E341-F15B-ECEC-F4F7-BE0C93B7CB58}"/>
                </a:ext>
              </a:extLst>
            </p:cNvPr>
            <p:cNvSpPr/>
            <p:nvPr/>
          </p:nvSpPr>
          <p:spPr>
            <a:xfrm>
              <a:off x="6578900" y="2220525"/>
              <a:ext cx="10325" cy="8825"/>
            </a:xfrm>
            <a:custGeom>
              <a:avLst/>
              <a:gdLst/>
              <a:ahLst/>
              <a:cxnLst/>
              <a:rect l="l" t="t" r="r" b="b"/>
              <a:pathLst>
                <a:path w="413" h="353" extrusionOk="0">
                  <a:moveTo>
                    <a:pt x="236" y="0"/>
                  </a:moveTo>
                  <a:cubicBezTo>
                    <a:pt x="79" y="0"/>
                    <a:pt x="1" y="189"/>
                    <a:pt x="112" y="300"/>
                  </a:cubicBezTo>
                  <a:cubicBezTo>
                    <a:pt x="148" y="336"/>
                    <a:pt x="192" y="352"/>
                    <a:pt x="235" y="352"/>
                  </a:cubicBezTo>
                  <a:cubicBezTo>
                    <a:pt x="326" y="352"/>
                    <a:pt x="412" y="282"/>
                    <a:pt x="412" y="176"/>
                  </a:cubicBezTo>
                  <a:cubicBezTo>
                    <a:pt x="412" y="78"/>
                    <a:pt x="334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71">
              <a:extLst>
                <a:ext uri="{FF2B5EF4-FFF2-40B4-BE49-F238E27FC236}">
                  <a16:creationId xmlns:a16="http://schemas.microsoft.com/office/drawing/2014/main" id="{183FACAB-EE92-EC91-B57A-7E855FE8B458}"/>
                </a:ext>
              </a:extLst>
            </p:cNvPr>
            <p:cNvSpPr/>
            <p:nvPr/>
          </p:nvSpPr>
          <p:spPr>
            <a:xfrm>
              <a:off x="6599300" y="2197325"/>
              <a:ext cx="4600" cy="30725"/>
            </a:xfrm>
            <a:custGeom>
              <a:avLst/>
              <a:gdLst/>
              <a:ahLst/>
              <a:cxnLst/>
              <a:rect l="l" t="t" r="r" b="b"/>
              <a:pathLst>
                <a:path w="184" h="1229" extrusionOk="0">
                  <a:moveTo>
                    <a:pt x="148" y="1"/>
                  </a:moveTo>
                  <a:cubicBezTo>
                    <a:pt x="132" y="1"/>
                    <a:pt x="121" y="13"/>
                    <a:pt x="118" y="27"/>
                  </a:cubicBezTo>
                  <a:lnTo>
                    <a:pt x="4" y="1192"/>
                  </a:lnTo>
                  <a:cubicBezTo>
                    <a:pt x="1" y="1212"/>
                    <a:pt x="14" y="1225"/>
                    <a:pt x="30" y="1228"/>
                  </a:cubicBezTo>
                  <a:lnTo>
                    <a:pt x="34" y="1228"/>
                  </a:lnTo>
                  <a:cubicBezTo>
                    <a:pt x="50" y="1228"/>
                    <a:pt x="63" y="1215"/>
                    <a:pt x="63" y="1199"/>
                  </a:cubicBezTo>
                  <a:lnTo>
                    <a:pt x="180" y="34"/>
                  </a:lnTo>
                  <a:cubicBezTo>
                    <a:pt x="184" y="17"/>
                    <a:pt x="171" y="1"/>
                    <a:pt x="154" y="1"/>
                  </a:cubicBezTo>
                  <a:cubicBezTo>
                    <a:pt x="152" y="1"/>
                    <a:pt x="150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1">
              <a:extLst>
                <a:ext uri="{FF2B5EF4-FFF2-40B4-BE49-F238E27FC236}">
                  <a16:creationId xmlns:a16="http://schemas.microsoft.com/office/drawing/2014/main" id="{5D232E82-3EDA-63B0-607F-3E5D9872A6A7}"/>
                </a:ext>
              </a:extLst>
            </p:cNvPr>
            <p:cNvSpPr/>
            <p:nvPr/>
          </p:nvSpPr>
          <p:spPr>
            <a:xfrm>
              <a:off x="6594425" y="2221325"/>
              <a:ext cx="10300" cy="8825"/>
            </a:xfrm>
            <a:custGeom>
              <a:avLst/>
              <a:gdLst/>
              <a:ahLst/>
              <a:cxnLst/>
              <a:rect l="l" t="t" r="r" b="b"/>
              <a:pathLst>
                <a:path w="412" h="353" extrusionOk="0">
                  <a:moveTo>
                    <a:pt x="235" y="1"/>
                  </a:moveTo>
                  <a:cubicBezTo>
                    <a:pt x="78" y="1"/>
                    <a:pt x="0" y="190"/>
                    <a:pt x="111" y="301"/>
                  </a:cubicBezTo>
                  <a:cubicBezTo>
                    <a:pt x="147" y="337"/>
                    <a:pt x="191" y="353"/>
                    <a:pt x="234" y="353"/>
                  </a:cubicBezTo>
                  <a:cubicBezTo>
                    <a:pt x="325" y="353"/>
                    <a:pt x="411" y="283"/>
                    <a:pt x="411" y="177"/>
                  </a:cubicBezTo>
                  <a:cubicBezTo>
                    <a:pt x="411" y="79"/>
                    <a:pt x="333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1">
              <a:extLst>
                <a:ext uri="{FF2B5EF4-FFF2-40B4-BE49-F238E27FC236}">
                  <a16:creationId xmlns:a16="http://schemas.microsoft.com/office/drawing/2014/main" id="{9FB94988-365E-7721-A20A-B938AB745B7E}"/>
                </a:ext>
              </a:extLst>
            </p:cNvPr>
            <p:cNvSpPr/>
            <p:nvPr/>
          </p:nvSpPr>
          <p:spPr>
            <a:xfrm>
              <a:off x="6611950" y="2197900"/>
              <a:ext cx="4850" cy="30725"/>
            </a:xfrm>
            <a:custGeom>
              <a:avLst/>
              <a:gdLst/>
              <a:ahLst/>
              <a:cxnLst/>
              <a:rect l="l" t="t" r="r" b="b"/>
              <a:pathLst>
                <a:path w="194" h="1229" extrusionOk="0">
                  <a:moveTo>
                    <a:pt x="35" y="0"/>
                  </a:moveTo>
                  <a:cubicBezTo>
                    <a:pt x="34" y="0"/>
                    <a:pt x="32" y="1"/>
                    <a:pt x="30" y="1"/>
                  </a:cubicBezTo>
                  <a:cubicBezTo>
                    <a:pt x="14" y="1"/>
                    <a:pt x="1" y="17"/>
                    <a:pt x="4" y="34"/>
                  </a:cubicBezTo>
                  <a:lnTo>
                    <a:pt x="131" y="1199"/>
                  </a:lnTo>
                  <a:cubicBezTo>
                    <a:pt x="131" y="1215"/>
                    <a:pt x="144" y="1228"/>
                    <a:pt x="161" y="1228"/>
                  </a:cubicBezTo>
                  <a:lnTo>
                    <a:pt x="164" y="1228"/>
                  </a:lnTo>
                  <a:cubicBezTo>
                    <a:pt x="180" y="1225"/>
                    <a:pt x="193" y="1212"/>
                    <a:pt x="190" y="1192"/>
                  </a:cubicBezTo>
                  <a:lnTo>
                    <a:pt x="63" y="27"/>
                  </a:lnTo>
                  <a:cubicBezTo>
                    <a:pt x="60" y="12"/>
                    <a:pt x="49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1">
              <a:extLst>
                <a:ext uri="{FF2B5EF4-FFF2-40B4-BE49-F238E27FC236}">
                  <a16:creationId xmlns:a16="http://schemas.microsoft.com/office/drawing/2014/main" id="{0B9F583D-D86B-A0B1-02D2-B7572E186645}"/>
                </a:ext>
              </a:extLst>
            </p:cNvPr>
            <p:cNvSpPr/>
            <p:nvPr/>
          </p:nvSpPr>
          <p:spPr>
            <a:xfrm>
              <a:off x="6610075" y="2221900"/>
              <a:ext cx="10700" cy="8850"/>
            </a:xfrm>
            <a:custGeom>
              <a:avLst/>
              <a:gdLst/>
              <a:ahLst/>
              <a:cxnLst/>
              <a:rect l="l" t="t" r="r" b="b"/>
              <a:pathLst>
                <a:path w="428" h="354" extrusionOk="0">
                  <a:moveTo>
                    <a:pt x="229" y="0"/>
                  </a:moveTo>
                  <a:cubicBezTo>
                    <a:pt x="217" y="0"/>
                    <a:pt x="205" y="1"/>
                    <a:pt x="193" y="4"/>
                  </a:cubicBezTo>
                  <a:cubicBezTo>
                    <a:pt x="40" y="36"/>
                    <a:pt x="1" y="239"/>
                    <a:pt x="135" y="324"/>
                  </a:cubicBezTo>
                  <a:cubicBezTo>
                    <a:pt x="166" y="345"/>
                    <a:pt x="199" y="354"/>
                    <a:pt x="231" y="354"/>
                  </a:cubicBezTo>
                  <a:cubicBezTo>
                    <a:pt x="334" y="354"/>
                    <a:pt x="427" y="258"/>
                    <a:pt x="402" y="141"/>
                  </a:cubicBezTo>
                  <a:cubicBezTo>
                    <a:pt x="385" y="58"/>
                    <a:pt x="310" y="0"/>
                    <a:pt x="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1">
              <a:extLst>
                <a:ext uri="{FF2B5EF4-FFF2-40B4-BE49-F238E27FC236}">
                  <a16:creationId xmlns:a16="http://schemas.microsoft.com/office/drawing/2014/main" id="{B95C0567-AB37-FFAD-6D6F-EB49C9340284}"/>
                </a:ext>
              </a:extLst>
            </p:cNvPr>
            <p:cNvSpPr/>
            <p:nvPr/>
          </p:nvSpPr>
          <p:spPr>
            <a:xfrm>
              <a:off x="6630225" y="2199000"/>
              <a:ext cx="4575" cy="30675"/>
            </a:xfrm>
            <a:custGeom>
              <a:avLst/>
              <a:gdLst/>
              <a:ahLst/>
              <a:cxnLst/>
              <a:rect l="l" t="t" r="r" b="b"/>
              <a:pathLst>
                <a:path w="183" h="1227" extrusionOk="0">
                  <a:moveTo>
                    <a:pt x="151" y="0"/>
                  </a:moveTo>
                  <a:cubicBezTo>
                    <a:pt x="137" y="0"/>
                    <a:pt x="123" y="9"/>
                    <a:pt x="122" y="25"/>
                  </a:cubicBezTo>
                  <a:lnTo>
                    <a:pt x="4" y="1194"/>
                  </a:lnTo>
                  <a:cubicBezTo>
                    <a:pt x="1" y="1210"/>
                    <a:pt x="14" y="1223"/>
                    <a:pt x="30" y="1227"/>
                  </a:cubicBezTo>
                  <a:lnTo>
                    <a:pt x="34" y="1227"/>
                  </a:lnTo>
                  <a:cubicBezTo>
                    <a:pt x="50" y="1227"/>
                    <a:pt x="63" y="1214"/>
                    <a:pt x="66" y="1200"/>
                  </a:cubicBezTo>
                  <a:lnTo>
                    <a:pt x="181" y="32"/>
                  </a:lnTo>
                  <a:cubicBezTo>
                    <a:pt x="182" y="11"/>
                    <a:pt x="166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1">
              <a:extLst>
                <a:ext uri="{FF2B5EF4-FFF2-40B4-BE49-F238E27FC236}">
                  <a16:creationId xmlns:a16="http://schemas.microsoft.com/office/drawing/2014/main" id="{E566E1AD-1402-83C0-BD8D-F3B39145B25B}"/>
                </a:ext>
              </a:extLst>
            </p:cNvPr>
            <p:cNvSpPr/>
            <p:nvPr/>
          </p:nvSpPr>
          <p:spPr>
            <a:xfrm>
              <a:off x="6626800" y="2222950"/>
              <a:ext cx="8850" cy="8850"/>
            </a:xfrm>
            <a:custGeom>
              <a:avLst/>
              <a:gdLst/>
              <a:ahLst/>
              <a:cxnLst/>
              <a:rect l="l" t="t" r="r" b="b"/>
              <a:pathLst>
                <a:path w="354" h="354" extrusionOk="0">
                  <a:moveTo>
                    <a:pt x="177" y="1"/>
                  </a:moveTo>
                  <a:cubicBezTo>
                    <a:pt x="82" y="1"/>
                    <a:pt x="1" y="79"/>
                    <a:pt x="1" y="177"/>
                  </a:cubicBezTo>
                  <a:cubicBezTo>
                    <a:pt x="1" y="275"/>
                    <a:pt x="82" y="353"/>
                    <a:pt x="177" y="353"/>
                  </a:cubicBezTo>
                  <a:cubicBezTo>
                    <a:pt x="275" y="353"/>
                    <a:pt x="353" y="275"/>
                    <a:pt x="353" y="177"/>
                  </a:cubicBezTo>
                  <a:cubicBezTo>
                    <a:pt x="353" y="79"/>
                    <a:pt x="275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1">
              <a:extLst>
                <a:ext uri="{FF2B5EF4-FFF2-40B4-BE49-F238E27FC236}">
                  <a16:creationId xmlns:a16="http://schemas.microsoft.com/office/drawing/2014/main" id="{360B6C59-38A5-8AC7-0406-B3322CCDACAD}"/>
                </a:ext>
              </a:extLst>
            </p:cNvPr>
            <p:cNvSpPr/>
            <p:nvPr/>
          </p:nvSpPr>
          <p:spPr>
            <a:xfrm>
              <a:off x="6647825" y="2197600"/>
              <a:ext cx="3825" cy="30925"/>
            </a:xfrm>
            <a:custGeom>
              <a:avLst/>
              <a:gdLst/>
              <a:ahLst/>
              <a:cxnLst/>
              <a:rect l="l" t="t" r="r" b="b"/>
              <a:pathLst>
                <a:path w="153" h="1237" extrusionOk="0">
                  <a:moveTo>
                    <a:pt x="34" y="1"/>
                  </a:moveTo>
                  <a:cubicBezTo>
                    <a:pt x="17" y="1"/>
                    <a:pt x="0" y="13"/>
                    <a:pt x="5" y="36"/>
                  </a:cubicBezTo>
                  <a:lnTo>
                    <a:pt x="90" y="1208"/>
                  </a:lnTo>
                  <a:cubicBezTo>
                    <a:pt x="90" y="1224"/>
                    <a:pt x="103" y="1237"/>
                    <a:pt x="120" y="1237"/>
                  </a:cubicBezTo>
                  <a:lnTo>
                    <a:pt x="123" y="1237"/>
                  </a:lnTo>
                  <a:cubicBezTo>
                    <a:pt x="139" y="1234"/>
                    <a:pt x="152" y="1221"/>
                    <a:pt x="152" y="1201"/>
                  </a:cubicBezTo>
                  <a:lnTo>
                    <a:pt x="64" y="32"/>
                  </a:lnTo>
                  <a:cubicBezTo>
                    <a:pt x="64" y="11"/>
                    <a:pt x="49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1">
              <a:extLst>
                <a:ext uri="{FF2B5EF4-FFF2-40B4-BE49-F238E27FC236}">
                  <a16:creationId xmlns:a16="http://schemas.microsoft.com/office/drawing/2014/main" id="{E523ED4C-8113-E158-2FA5-1F384F8160DA}"/>
                </a:ext>
              </a:extLst>
            </p:cNvPr>
            <p:cNvSpPr/>
            <p:nvPr/>
          </p:nvSpPr>
          <p:spPr>
            <a:xfrm>
              <a:off x="6645000" y="2221825"/>
              <a:ext cx="10650" cy="8850"/>
            </a:xfrm>
            <a:custGeom>
              <a:avLst/>
              <a:gdLst/>
              <a:ahLst/>
              <a:cxnLst/>
              <a:rect l="l" t="t" r="r" b="b"/>
              <a:pathLst>
                <a:path w="426" h="354" extrusionOk="0">
                  <a:moveTo>
                    <a:pt x="234" y="0"/>
                  </a:moveTo>
                  <a:cubicBezTo>
                    <a:pt x="223" y="0"/>
                    <a:pt x="211" y="1"/>
                    <a:pt x="200" y="4"/>
                  </a:cubicBezTo>
                  <a:cubicBezTo>
                    <a:pt x="46" y="30"/>
                    <a:pt x="1" y="229"/>
                    <a:pt x="128" y="320"/>
                  </a:cubicBezTo>
                  <a:cubicBezTo>
                    <a:pt x="161" y="343"/>
                    <a:pt x="196" y="353"/>
                    <a:pt x="230" y="353"/>
                  </a:cubicBezTo>
                  <a:cubicBezTo>
                    <a:pt x="333" y="353"/>
                    <a:pt x="425" y="262"/>
                    <a:pt x="406" y="147"/>
                  </a:cubicBezTo>
                  <a:cubicBezTo>
                    <a:pt x="388" y="61"/>
                    <a:pt x="315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1">
              <a:extLst>
                <a:ext uri="{FF2B5EF4-FFF2-40B4-BE49-F238E27FC236}">
                  <a16:creationId xmlns:a16="http://schemas.microsoft.com/office/drawing/2014/main" id="{5453452C-5196-F00D-6FCC-C496D92AA92E}"/>
                </a:ext>
              </a:extLst>
            </p:cNvPr>
            <p:cNvSpPr/>
            <p:nvPr/>
          </p:nvSpPr>
          <p:spPr>
            <a:xfrm>
              <a:off x="6663200" y="2199700"/>
              <a:ext cx="4600" cy="30700"/>
            </a:xfrm>
            <a:custGeom>
              <a:avLst/>
              <a:gdLst/>
              <a:ahLst/>
              <a:cxnLst/>
              <a:rect l="l" t="t" r="r" b="b"/>
              <a:pathLst>
                <a:path w="184" h="1228" extrusionOk="0">
                  <a:moveTo>
                    <a:pt x="149" y="0"/>
                  </a:moveTo>
                  <a:cubicBezTo>
                    <a:pt x="135" y="0"/>
                    <a:pt x="121" y="12"/>
                    <a:pt x="121" y="27"/>
                  </a:cubicBezTo>
                  <a:lnTo>
                    <a:pt x="4" y="1195"/>
                  </a:lnTo>
                  <a:cubicBezTo>
                    <a:pt x="1" y="1212"/>
                    <a:pt x="14" y="1225"/>
                    <a:pt x="30" y="1228"/>
                  </a:cubicBezTo>
                  <a:lnTo>
                    <a:pt x="33" y="1228"/>
                  </a:lnTo>
                  <a:cubicBezTo>
                    <a:pt x="50" y="1228"/>
                    <a:pt x="63" y="1215"/>
                    <a:pt x="63" y="1199"/>
                  </a:cubicBezTo>
                  <a:lnTo>
                    <a:pt x="180" y="33"/>
                  </a:lnTo>
                  <a:cubicBezTo>
                    <a:pt x="183" y="17"/>
                    <a:pt x="170" y="1"/>
                    <a:pt x="154" y="1"/>
                  </a:cubicBezTo>
                  <a:cubicBezTo>
                    <a:pt x="152" y="0"/>
                    <a:pt x="15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1">
              <a:extLst>
                <a:ext uri="{FF2B5EF4-FFF2-40B4-BE49-F238E27FC236}">
                  <a16:creationId xmlns:a16="http://schemas.microsoft.com/office/drawing/2014/main" id="{24C70A2F-DF19-7DE1-EC1C-B834563A6D49}"/>
                </a:ext>
              </a:extLst>
            </p:cNvPr>
            <p:cNvSpPr/>
            <p:nvPr/>
          </p:nvSpPr>
          <p:spPr>
            <a:xfrm>
              <a:off x="6659775" y="2223700"/>
              <a:ext cx="8850" cy="8825"/>
            </a:xfrm>
            <a:custGeom>
              <a:avLst/>
              <a:gdLst/>
              <a:ahLst/>
              <a:cxnLst/>
              <a:rect l="l" t="t" r="r" b="b"/>
              <a:pathLst>
                <a:path w="354" h="353" extrusionOk="0">
                  <a:moveTo>
                    <a:pt x="177" y="0"/>
                  </a:moveTo>
                  <a:cubicBezTo>
                    <a:pt x="82" y="0"/>
                    <a:pt x="1" y="79"/>
                    <a:pt x="1" y="177"/>
                  </a:cubicBezTo>
                  <a:cubicBezTo>
                    <a:pt x="1" y="274"/>
                    <a:pt x="82" y="353"/>
                    <a:pt x="177" y="353"/>
                  </a:cubicBezTo>
                  <a:cubicBezTo>
                    <a:pt x="275" y="353"/>
                    <a:pt x="353" y="274"/>
                    <a:pt x="353" y="177"/>
                  </a:cubicBezTo>
                  <a:cubicBezTo>
                    <a:pt x="353" y="79"/>
                    <a:pt x="275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1">
              <a:extLst>
                <a:ext uri="{FF2B5EF4-FFF2-40B4-BE49-F238E27FC236}">
                  <a16:creationId xmlns:a16="http://schemas.microsoft.com/office/drawing/2014/main" id="{3035B01F-4A45-6C02-55FC-B05B5C2B9F3B}"/>
                </a:ext>
              </a:extLst>
            </p:cNvPr>
            <p:cNvSpPr/>
            <p:nvPr/>
          </p:nvSpPr>
          <p:spPr>
            <a:xfrm>
              <a:off x="6679450" y="2199925"/>
              <a:ext cx="3700" cy="30825"/>
            </a:xfrm>
            <a:custGeom>
              <a:avLst/>
              <a:gdLst/>
              <a:ahLst/>
              <a:cxnLst/>
              <a:rect l="l" t="t" r="r" b="b"/>
              <a:pathLst>
                <a:path w="148" h="1233" extrusionOk="0">
                  <a:moveTo>
                    <a:pt x="113" y="1"/>
                  </a:moveTo>
                  <a:cubicBezTo>
                    <a:pt x="98" y="1"/>
                    <a:pt x="85" y="13"/>
                    <a:pt x="85" y="28"/>
                  </a:cubicBezTo>
                  <a:lnTo>
                    <a:pt x="0" y="1199"/>
                  </a:lnTo>
                  <a:cubicBezTo>
                    <a:pt x="0" y="1216"/>
                    <a:pt x="13" y="1229"/>
                    <a:pt x="30" y="1232"/>
                  </a:cubicBezTo>
                  <a:cubicBezTo>
                    <a:pt x="46" y="1232"/>
                    <a:pt x="59" y="1219"/>
                    <a:pt x="62" y="1203"/>
                  </a:cubicBezTo>
                  <a:lnTo>
                    <a:pt x="147" y="34"/>
                  </a:lnTo>
                  <a:cubicBezTo>
                    <a:pt x="147" y="15"/>
                    <a:pt x="134" y="1"/>
                    <a:pt x="118" y="1"/>
                  </a:cubicBezTo>
                  <a:cubicBezTo>
                    <a:pt x="116" y="1"/>
                    <a:pt x="114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1">
              <a:extLst>
                <a:ext uri="{FF2B5EF4-FFF2-40B4-BE49-F238E27FC236}">
                  <a16:creationId xmlns:a16="http://schemas.microsoft.com/office/drawing/2014/main" id="{DFC34525-6FC2-5EC0-2442-AB6827161981}"/>
                </a:ext>
              </a:extLst>
            </p:cNvPr>
            <p:cNvSpPr/>
            <p:nvPr/>
          </p:nvSpPr>
          <p:spPr>
            <a:xfrm>
              <a:off x="6674475" y="2224025"/>
              <a:ext cx="10350" cy="8875"/>
            </a:xfrm>
            <a:custGeom>
              <a:avLst/>
              <a:gdLst/>
              <a:ahLst/>
              <a:cxnLst/>
              <a:rect l="l" t="t" r="r" b="b"/>
              <a:pathLst>
                <a:path w="414" h="355" extrusionOk="0">
                  <a:moveTo>
                    <a:pt x="238" y="0"/>
                  </a:moveTo>
                  <a:cubicBezTo>
                    <a:pt x="236" y="0"/>
                    <a:pt x="234" y="0"/>
                    <a:pt x="232" y="0"/>
                  </a:cubicBezTo>
                  <a:cubicBezTo>
                    <a:pt x="75" y="7"/>
                    <a:pt x="0" y="196"/>
                    <a:pt x="114" y="304"/>
                  </a:cubicBezTo>
                  <a:cubicBezTo>
                    <a:pt x="150" y="339"/>
                    <a:pt x="193" y="354"/>
                    <a:pt x="235" y="354"/>
                  </a:cubicBezTo>
                  <a:cubicBezTo>
                    <a:pt x="327" y="354"/>
                    <a:pt x="414" y="281"/>
                    <a:pt x="411" y="173"/>
                  </a:cubicBezTo>
                  <a:cubicBezTo>
                    <a:pt x="408" y="77"/>
                    <a:pt x="330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1">
              <a:extLst>
                <a:ext uri="{FF2B5EF4-FFF2-40B4-BE49-F238E27FC236}">
                  <a16:creationId xmlns:a16="http://schemas.microsoft.com/office/drawing/2014/main" id="{E726907E-528C-B478-B0A0-9E740EE1A8F8}"/>
                </a:ext>
              </a:extLst>
            </p:cNvPr>
            <p:cNvSpPr/>
            <p:nvPr/>
          </p:nvSpPr>
          <p:spPr>
            <a:xfrm>
              <a:off x="6692500" y="2200325"/>
              <a:ext cx="3775" cy="30825"/>
            </a:xfrm>
            <a:custGeom>
              <a:avLst/>
              <a:gdLst/>
              <a:ahLst/>
              <a:cxnLst/>
              <a:rect l="l" t="t" r="r" b="b"/>
              <a:pathLst>
                <a:path w="151" h="1233" extrusionOk="0">
                  <a:moveTo>
                    <a:pt x="119" y="1"/>
                  </a:moveTo>
                  <a:cubicBezTo>
                    <a:pt x="105" y="1"/>
                    <a:pt x="90" y="11"/>
                    <a:pt x="89" y="31"/>
                  </a:cubicBezTo>
                  <a:lnTo>
                    <a:pt x="4" y="1200"/>
                  </a:lnTo>
                  <a:cubicBezTo>
                    <a:pt x="0" y="1216"/>
                    <a:pt x="13" y="1229"/>
                    <a:pt x="33" y="1232"/>
                  </a:cubicBezTo>
                  <a:cubicBezTo>
                    <a:pt x="49" y="1232"/>
                    <a:pt x="62" y="1219"/>
                    <a:pt x="66" y="1203"/>
                  </a:cubicBezTo>
                  <a:lnTo>
                    <a:pt x="151" y="34"/>
                  </a:lnTo>
                  <a:cubicBezTo>
                    <a:pt x="151" y="12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1">
              <a:extLst>
                <a:ext uri="{FF2B5EF4-FFF2-40B4-BE49-F238E27FC236}">
                  <a16:creationId xmlns:a16="http://schemas.microsoft.com/office/drawing/2014/main" id="{AB898375-1D52-8B07-E98F-091DBF9595F0}"/>
                </a:ext>
              </a:extLst>
            </p:cNvPr>
            <p:cNvSpPr/>
            <p:nvPr/>
          </p:nvSpPr>
          <p:spPr>
            <a:xfrm>
              <a:off x="6687525" y="2224425"/>
              <a:ext cx="10450" cy="8850"/>
            </a:xfrm>
            <a:custGeom>
              <a:avLst/>
              <a:gdLst/>
              <a:ahLst/>
              <a:cxnLst/>
              <a:rect l="l" t="t" r="r" b="b"/>
              <a:pathLst>
                <a:path w="418" h="354" extrusionOk="0">
                  <a:moveTo>
                    <a:pt x="238" y="1"/>
                  </a:moveTo>
                  <a:cubicBezTo>
                    <a:pt x="236" y="1"/>
                    <a:pt x="234" y="1"/>
                    <a:pt x="232" y="1"/>
                  </a:cubicBezTo>
                  <a:cubicBezTo>
                    <a:pt x="75" y="4"/>
                    <a:pt x="0" y="197"/>
                    <a:pt x="115" y="304"/>
                  </a:cubicBezTo>
                  <a:cubicBezTo>
                    <a:pt x="150" y="338"/>
                    <a:pt x="194" y="353"/>
                    <a:pt x="236" y="353"/>
                  </a:cubicBezTo>
                  <a:cubicBezTo>
                    <a:pt x="329" y="353"/>
                    <a:pt x="417" y="281"/>
                    <a:pt x="415" y="174"/>
                  </a:cubicBezTo>
                  <a:cubicBezTo>
                    <a:pt x="412" y="78"/>
                    <a:pt x="333" y="1"/>
                    <a:pt x="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1">
              <a:extLst>
                <a:ext uri="{FF2B5EF4-FFF2-40B4-BE49-F238E27FC236}">
                  <a16:creationId xmlns:a16="http://schemas.microsoft.com/office/drawing/2014/main" id="{4BC6A1F6-1BD7-CFE2-BC9A-2BE2412BF714}"/>
                </a:ext>
              </a:extLst>
            </p:cNvPr>
            <p:cNvSpPr/>
            <p:nvPr/>
          </p:nvSpPr>
          <p:spPr>
            <a:xfrm>
              <a:off x="6708000" y="2200725"/>
              <a:ext cx="3775" cy="30825"/>
            </a:xfrm>
            <a:custGeom>
              <a:avLst/>
              <a:gdLst/>
              <a:ahLst/>
              <a:cxnLst/>
              <a:rect l="l" t="t" r="r" b="b"/>
              <a:pathLst>
                <a:path w="151" h="1233" extrusionOk="0">
                  <a:moveTo>
                    <a:pt x="118" y="1"/>
                  </a:moveTo>
                  <a:cubicBezTo>
                    <a:pt x="104" y="1"/>
                    <a:pt x="90" y="10"/>
                    <a:pt x="89" y="28"/>
                  </a:cubicBezTo>
                  <a:lnTo>
                    <a:pt x="4" y="1200"/>
                  </a:lnTo>
                  <a:cubicBezTo>
                    <a:pt x="1" y="1216"/>
                    <a:pt x="14" y="1229"/>
                    <a:pt x="30" y="1233"/>
                  </a:cubicBezTo>
                  <a:lnTo>
                    <a:pt x="33" y="1233"/>
                  </a:lnTo>
                  <a:cubicBezTo>
                    <a:pt x="50" y="1233"/>
                    <a:pt x="63" y="1220"/>
                    <a:pt x="63" y="1203"/>
                  </a:cubicBezTo>
                  <a:lnTo>
                    <a:pt x="151" y="35"/>
                  </a:lnTo>
                  <a:cubicBezTo>
                    <a:pt x="151" y="12"/>
                    <a:pt x="134" y="1"/>
                    <a:pt x="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1">
              <a:extLst>
                <a:ext uri="{FF2B5EF4-FFF2-40B4-BE49-F238E27FC236}">
                  <a16:creationId xmlns:a16="http://schemas.microsoft.com/office/drawing/2014/main" id="{9BB15111-69DE-BB2D-B32C-8FDD8941CEC0}"/>
                </a:ext>
              </a:extLst>
            </p:cNvPr>
            <p:cNvSpPr/>
            <p:nvPr/>
          </p:nvSpPr>
          <p:spPr>
            <a:xfrm>
              <a:off x="6703100" y="2224825"/>
              <a:ext cx="10375" cy="8850"/>
            </a:xfrm>
            <a:custGeom>
              <a:avLst/>
              <a:gdLst/>
              <a:ahLst/>
              <a:cxnLst/>
              <a:rect l="l" t="t" r="r" b="b"/>
              <a:pathLst>
                <a:path w="415" h="354" extrusionOk="0">
                  <a:moveTo>
                    <a:pt x="235" y="1"/>
                  </a:moveTo>
                  <a:cubicBezTo>
                    <a:pt x="233" y="1"/>
                    <a:pt x="231" y="1"/>
                    <a:pt x="229" y="1"/>
                  </a:cubicBezTo>
                  <a:cubicBezTo>
                    <a:pt x="73" y="4"/>
                    <a:pt x="1" y="197"/>
                    <a:pt x="115" y="305"/>
                  </a:cubicBezTo>
                  <a:cubicBezTo>
                    <a:pt x="151" y="338"/>
                    <a:pt x="194" y="354"/>
                    <a:pt x="236" y="354"/>
                  </a:cubicBezTo>
                  <a:cubicBezTo>
                    <a:pt x="327" y="354"/>
                    <a:pt x="414" y="281"/>
                    <a:pt x="412" y="174"/>
                  </a:cubicBezTo>
                  <a:cubicBezTo>
                    <a:pt x="409" y="78"/>
                    <a:pt x="330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71">
              <a:extLst>
                <a:ext uri="{FF2B5EF4-FFF2-40B4-BE49-F238E27FC236}">
                  <a16:creationId xmlns:a16="http://schemas.microsoft.com/office/drawing/2014/main" id="{CA9026CB-1F83-A2C6-A3E1-1103B30DD477}"/>
                </a:ext>
              </a:extLst>
            </p:cNvPr>
            <p:cNvSpPr/>
            <p:nvPr/>
          </p:nvSpPr>
          <p:spPr>
            <a:xfrm>
              <a:off x="6724475" y="2201825"/>
              <a:ext cx="2975" cy="30875"/>
            </a:xfrm>
            <a:custGeom>
              <a:avLst/>
              <a:gdLst/>
              <a:ahLst/>
              <a:cxnLst/>
              <a:rect l="l" t="t" r="r" b="b"/>
              <a:pathLst>
                <a:path w="119" h="1235" extrusionOk="0">
                  <a:moveTo>
                    <a:pt x="89" y="1"/>
                  </a:moveTo>
                  <a:cubicBezTo>
                    <a:pt x="69" y="1"/>
                    <a:pt x="56" y="14"/>
                    <a:pt x="56" y="30"/>
                  </a:cubicBezTo>
                  <a:lnTo>
                    <a:pt x="4" y="1202"/>
                  </a:lnTo>
                  <a:cubicBezTo>
                    <a:pt x="1" y="1218"/>
                    <a:pt x="14" y="1231"/>
                    <a:pt x="34" y="1234"/>
                  </a:cubicBezTo>
                  <a:cubicBezTo>
                    <a:pt x="50" y="1234"/>
                    <a:pt x="63" y="1221"/>
                    <a:pt x="63" y="1205"/>
                  </a:cubicBezTo>
                  <a:lnTo>
                    <a:pt x="115" y="33"/>
                  </a:lnTo>
                  <a:cubicBezTo>
                    <a:pt x="118" y="14"/>
                    <a:pt x="105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71">
              <a:extLst>
                <a:ext uri="{FF2B5EF4-FFF2-40B4-BE49-F238E27FC236}">
                  <a16:creationId xmlns:a16="http://schemas.microsoft.com/office/drawing/2014/main" id="{2297098F-63D6-48EE-D139-B74C1CC586DF}"/>
                </a:ext>
              </a:extLst>
            </p:cNvPr>
            <p:cNvSpPr/>
            <p:nvPr/>
          </p:nvSpPr>
          <p:spPr>
            <a:xfrm>
              <a:off x="6719500" y="2225975"/>
              <a:ext cx="10425" cy="8825"/>
            </a:xfrm>
            <a:custGeom>
              <a:avLst/>
              <a:gdLst/>
              <a:ahLst/>
              <a:cxnLst/>
              <a:rect l="l" t="t" r="r" b="b"/>
              <a:pathLst>
                <a:path w="417" h="353" extrusionOk="0">
                  <a:moveTo>
                    <a:pt x="238" y="0"/>
                  </a:moveTo>
                  <a:cubicBezTo>
                    <a:pt x="234" y="0"/>
                    <a:pt x="230" y="0"/>
                    <a:pt x="226" y="1"/>
                  </a:cubicBezTo>
                  <a:cubicBezTo>
                    <a:pt x="69" y="11"/>
                    <a:pt x="1" y="203"/>
                    <a:pt x="118" y="308"/>
                  </a:cubicBezTo>
                  <a:cubicBezTo>
                    <a:pt x="154" y="339"/>
                    <a:pt x="195" y="353"/>
                    <a:pt x="235" y="353"/>
                  </a:cubicBezTo>
                  <a:cubicBezTo>
                    <a:pt x="329" y="353"/>
                    <a:pt x="417" y="277"/>
                    <a:pt x="412" y="167"/>
                  </a:cubicBezTo>
                  <a:cubicBezTo>
                    <a:pt x="406" y="73"/>
                    <a:pt x="330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1">
              <a:extLst>
                <a:ext uri="{FF2B5EF4-FFF2-40B4-BE49-F238E27FC236}">
                  <a16:creationId xmlns:a16="http://schemas.microsoft.com/office/drawing/2014/main" id="{308EF252-C70B-81AF-91D9-CE3BEC94A992}"/>
                </a:ext>
              </a:extLst>
            </p:cNvPr>
            <p:cNvSpPr/>
            <p:nvPr/>
          </p:nvSpPr>
          <p:spPr>
            <a:xfrm>
              <a:off x="6740075" y="2201825"/>
              <a:ext cx="2800" cy="30800"/>
            </a:xfrm>
            <a:custGeom>
              <a:avLst/>
              <a:gdLst/>
              <a:ahLst/>
              <a:cxnLst/>
              <a:rect l="l" t="t" r="r" b="b"/>
              <a:pathLst>
                <a:path w="112" h="1232" extrusionOk="0">
                  <a:moveTo>
                    <a:pt x="77" y="0"/>
                  </a:moveTo>
                  <a:cubicBezTo>
                    <a:pt x="63" y="0"/>
                    <a:pt x="53" y="12"/>
                    <a:pt x="53" y="27"/>
                  </a:cubicBezTo>
                  <a:lnTo>
                    <a:pt x="0" y="1198"/>
                  </a:lnTo>
                  <a:cubicBezTo>
                    <a:pt x="0" y="1218"/>
                    <a:pt x="10" y="1231"/>
                    <a:pt x="30" y="1231"/>
                  </a:cubicBezTo>
                  <a:cubicBezTo>
                    <a:pt x="46" y="1231"/>
                    <a:pt x="59" y="1218"/>
                    <a:pt x="59" y="1202"/>
                  </a:cubicBezTo>
                  <a:lnTo>
                    <a:pt x="111" y="30"/>
                  </a:lnTo>
                  <a:cubicBezTo>
                    <a:pt x="111" y="14"/>
                    <a:pt x="98" y="1"/>
                    <a:pt x="82" y="1"/>
                  </a:cubicBezTo>
                  <a:cubicBezTo>
                    <a:pt x="80" y="0"/>
                    <a:pt x="79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1">
              <a:extLst>
                <a:ext uri="{FF2B5EF4-FFF2-40B4-BE49-F238E27FC236}">
                  <a16:creationId xmlns:a16="http://schemas.microsoft.com/office/drawing/2014/main" id="{D81821B5-64FA-43C6-AE40-C3498124447B}"/>
                </a:ext>
              </a:extLst>
            </p:cNvPr>
            <p:cNvSpPr/>
            <p:nvPr/>
          </p:nvSpPr>
          <p:spPr>
            <a:xfrm>
              <a:off x="6735025" y="2225975"/>
              <a:ext cx="10400" cy="8825"/>
            </a:xfrm>
            <a:custGeom>
              <a:avLst/>
              <a:gdLst/>
              <a:ahLst/>
              <a:cxnLst/>
              <a:rect l="l" t="t" r="r" b="b"/>
              <a:pathLst>
                <a:path w="416" h="353" extrusionOk="0">
                  <a:moveTo>
                    <a:pt x="237" y="0"/>
                  </a:moveTo>
                  <a:cubicBezTo>
                    <a:pt x="233" y="0"/>
                    <a:pt x="229" y="0"/>
                    <a:pt x="225" y="1"/>
                  </a:cubicBezTo>
                  <a:cubicBezTo>
                    <a:pt x="69" y="7"/>
                    <a:pt x="0" y="203"/>
                    <a:pt x="118" y="308"/>
                  </a:cubicBezTo>
                  <a:cubicBezTo>
                    <a:pt x="153" y="339"/>
                    <a:pt x="194" y="353"/>
                    <a:pt x="234" y="353"/>
                  </a:cubicBezTo>
                  <a:cubicBezTo>
                    <a:pt x="328" y="353"/>
                    <a:pt x="416" y="277"/>
                    <a:pt x="411" y="167"/>
                  </a:cubicBezTo>
                  <a:cubicBezTo>
                    <a:pt x="405" y="73"/>
                    <a:pt x="330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1">
              <a:extLst>
                <a:ext uri="{FF2B5EF4-FFF2-40B4-BE49-F238E27FC236}">
                  <a16:creationId xmlns:a16="http://schemas.microsoft.com/office/drawing/2014/main" id="{126F073E-14D6-B31D-6F56-E179B08ABEAE}"/>
                </a:ext>
              </a:extLst>
            </p:cNvPr>
            <p:cNvSpPr/>
            <p:nvPr/>
          </p:nvSpPr>
          <p:spPr>
            <a:xfrm>
              <a:off x="6755500" y="2201750"/>
              <a:ext cx="2950" cy="30875"/>
            </a:xfrm>
            <a:custGeom>
              <a:avLst/>
              <a:gdLst/>
              <a:ahLst/>
              <a:cxnLst/>
              <a:rect l="l" t="t" r="r" b="b"/>
              <a:pathLst>
                <a:path w="118" h="1235" extrusionOk="0">
                  <a:moveTo>
                    <a:pt x="85" y="0"/>
                  </a:moveTo>
                  <a:cubicBezTo>
                    <a:pt x="69" y="0"/>
                    <a:pt x="56" y="13"/>
                    <a:pt x="53" y="30"/>
                  </a:cubicBezTo>
                  <a:lnTo>
                    <a:pt x="4" y="1201"/>
                  </a:lnTo>
                  <a:cubicBezTo>
                    <a:pt x="0" y="1218"/>
                    <a:pt x="13" y="1234"/>
                    <a:pt x="33" y="1234"/>
                  </a:cubicBezTo>
                  <a:cubicBezTo>
                    <a:pt x="49" y="1234"/>
                    <a:pt x="62" y="1221"/>
                    <a:pt x="62" y="1205"/>
                  </a:cubicBezTo>
                  <a:lnTo>
                    <a:pt x="115" y="33"/>
                  </a:lnTo>
                  <a:cubicBezTo>
                    <a:pt x="118" y="17"/>
                    <a:pt x="101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1">
              <a:extLst>
                <a:ext uri="{FF2B5EF4-FFF2-40B4-BE49-F238E27FC236}">
                  <a16:creationId xmlns:a16="http://schemas.microsoft.com/office/drawing/2014/main" id="{0E2EC9FB-DC2B-A814-6CEF-A979B7C7532F}"/>
                </a:ext>
              </a:extLst>
            </p:cNvPr>
            <p:cNvSpPr/>
            <p:nvPr/>
          </p:nvSpPr>
          <p:spPr>
            <a:xfrm>
              <a:off x="6750525" y="2225900"/>
              <a:ext cx="10400" cy="8825"/>
            </a:xfrm>
            <a:custGeom>
              <a:avLst/>
              <a:gdLst/>
              <a:ahLst/>
              <a:cxnLst/>
              <a:rect l="l" t="t" r="r" b="b"/>
              <a:pathLst>
                <a:path w="416" h="353" extrusionOk="0">
                  <a:moveTo>
                    <a:pt x="237" y="0"/>
                  </a:moveTo>
                  <a:cubicBezTo>
                    <a:pt x="233" y="0"/>
                    <a:pt x="229" y="0"/>
                    <a:pt x="225" y="0"/>
                  </a:cubicBezTo>
                  <a:cubicBezTo>
                    <a:pt x="69" y="10"/>
                    <a:pt x="0" y="203"/>
                    <a:pt x="118" y="307"/>
                  </a:cubicBezTo>
                  <a:cubicBezTo>
                    <a:pt x="152" y="339"/>
                    <a:pt x="193" y="353"/>
                    <a:pt x="233" y="353"/>
                  </a:cubicBezTo>
                  <a:cubicBezTo>
                    <a:pt x="326" y="353"/>
                    <a:pt x="416" y="277"/>
                    <a:pt x="411" y="167"/>
                  </a:cubicBezTo>
                  <a:cubicBezTo>
                    <a:pt x="405" y="73"/>
                    <a:pt x="330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1">
              <a:extLst>
                <a:ext uri="{FF2B5EF4-FFF2-40B4-BE49-F238E27FC236}">
                  <a16:creationId xmlns:a16="http://schemas.microsoft.com/office/drawing/2014/main" id="{DA2AF77A-C137-6592-8BDE-933703FE7F41}"/>
                </a:ext>
              </a:extLst>
            </p:cNvPr>
            <p:cNvSpPr/>
            <p:nvPr/>
          </p:nvSpPr>
          <p:spPr>
            <a:xfrm>
              <a:off x="6876425" y="2200025"/>
              <a:ext cx="3775" cy="30800"/>
            </a:xfrm>
            <a:custGeom>
              <a:avLst/>
              <a:gdLst/>
              <a:ahLst/>
              <a:cxnLst/>
              <a:rect l="l" t="t" r="r" b="b"/>
              <a:pathLst>
                <a:path w="151" h="1232" extrusionOk="0">
                  <a:moveTo>
                    <a:pt x="35" y="0"/>
                  </a:moveTo>
                  <a:cubicBezTo>
                    <a:pt x="33" y="0"/>
                    <a:pt x="32" y="0"/>
                    <a:pt x="30" y="1"/>
                  </a:cubicBezTo>
                  <a:cubicBezTo>
                    <a:pt x="14" y="1"/>
                    <a:pt x="1" y="14"/>
                    <a:pt x="1" y="33"/>
                  </a:cubicBezTo>
                  <a:lnTo>
                    <a:pt x="89" y="1202"/>
                  </a:lnTo>
                  <a:cubicBezTo>
                    <a:pt x="89" y="1218"/>
                    <a:pt x="105" y="1231"/>
                    <a:pt x="121" y="1231"/>
                  </a:cubicBezTo>
                  <a:cubicBezTo>
                    <a:pt x="138" y="1228"/>
                    <a:pt x="151" y="1215"/>
                    <a:pt x="151" y="1199"/>
                  </a:cubicBezTo>
                  <a:lnTo>
                    <a:pt x="63" y="27"/>
                  </a:lnTo>
                  <a:cubicBezTo>
                    <a:pt x="63" y="12"/>
                    <a:pt x="50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1">
              <a:extLst>
                <a:ext uri="{FF2B5EF4-FFF2-40B4-BE49-F238E27FC236}">
                  <a16:creationId xmlns:a16="http://schemas.microsoft.com/office/drawing/2014/main" id="{338F640B-DFE5-CA76-D02F-14EDDCFA9BB6}"/>
                </a:ext>
              </a:extLst>
            </p:cNvPr>
            <p:cNvSpPr/>
            <p:nvPr/>
          </p:nvSpPr>
          <p:spPr>
            <a:xfrm>
              <a:off x="6873575" y="2224125"/>
              <a:ext cx="10625" cy="8825"/>
            </a:xfrm>
            <a:custGeom>
              <a:avLst/>
              <a:gdLst/>
              <a:ahLst/>
              <a:cxnLst/>
              <a:rect l="l" t="t" r="r" b="b"/>
              <a:pathLst>
                <a:path w="425" h="353" extrusionOk="0">
                  <a:moveTo>
                    <a:pt x="230" y="0"/>
                  </a:moveTo>
                  <a:cubicBezTo>
                    <a:pt x="220" y="0"/>
                    <a:pt x="210" y="1"/>
                    <a:pt x="199" y="3"/>
                  </a:cubicBezTo>
                  <a:cubicBezTo>
                    <a:pt x="46" y="29"/>
                    <a:pt x="0" y="231"/>
                    <a:pt x="128" y="320"/>
                  </a:cubicBezTo>
                  <a:cubicBezTo>
                    <a:pt x="160" y="342"/>
                    <a:pt x="196" y="353"/>
                    <a:pt x="230" y="353"/>
                  </a:cubicBezTo>
                  <a:cubicBezTo>
                    <a:pt x="332" y="353"/>
                    <a:pt x="425" y="261"/>
                    <a:pt x="405" y="147"/>
                  </a:cubicBezTo>
                  <a:cubicBezTo>
                    <a:pt x="388" y="59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1">
              <a:extLst>
                <a:ext uri="{FF2B5EF4-FFF2-40B4-BE49-F238E27FC236}">
                  <a16:creationId xmlns:a16="http://schemas.microsoft.com/office/drawing/2014/main" id="{196B8EC5-C180-A2BE-4B1F-460663A6129B}"/>
                </a:ext>
              </a:extLst>
            </p:cNvPr>
            <p:cNvSpPr/>
            <p:nvPr/>
          </p:nvSpPr>
          <p:spPr>
            <a:xfrm>
              <a:off x="6891975" y="2198775"/>
              <a:ext cx="4725" cy="30750"/>
            </a:xfrm>
            <a:custGeom>
              <a:avLst/>
              <a:gdLst/>
              <a:ahLst/>
              <a:cxnLst/>
              <a:rect l="l" t="t" r="r" b="b"/>
              <a:pathLst>
                <a:path w="189" h="1230" extrusionOk="0">
                  <a:moveTo>
                    <a:pt x="33" y="0"/>
                  </a:moveTo>
                  <a:cubicBezTo>
                    <a:pt x="17" y="0"/>
                    <a:pt x="0" y="12"/>
                    <a:pt x="2" y="34"/>
                  </a:cubicBezTo>
                  <a:lnTo>
                    <a:pt x="126" y="1200"/>
                  </a:lnTo>
                  <a:cubicBezTo>
                    <a:pt x="126" y="1216"/>
                    <a:pt x="139" y="1229"/>
                    <a:pt x="155" y="1229"/>
                  </a:cubicBezTo>
                  <a:lnTo>
                    <a:pt x="159" y="1229"/>
                  </a:lnTo>
                  <a:cubicBezTo>
                    <a:pt x="175" y="1226"/>
                    <a:pt x="188" y="1213"/>
                    <a:pt x="185" y="1193"/>
                  </a:cubicBezTo>
                  <a:lnTo>
                    <a:pt x="64" y="28"/>
                  </a:lnTo>
                  <a:cubicBezTo>
                    <a:pt x="62" y="9"/>
                    <a:pt x="48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1">
              <a:extLst>
                <a:ext uri="{FF2B5EF4-FFF2-40B4-BE49-F238E27FC236}">
                  <a16:creationId xmlns:a16="http://schemas.microsoft.com/office/drawing/2014/main" id="{0801B8FB-9FBA-56E0-7E9C-5F14E792AA92}"/>
                </a:ext>
              </a:extLst>
            </p:cNvPr>
            <p:cNvSpPr/>
            <p:nvPr/>
          </p:nvSpPr>
          <p:spPr>
            <a:xfrm>
              <a:off x="6889975" y="2222800"/>
              <a:ext cx="10675" cy="8850"/>
            </a:xfrm>
            <a:custGeom>
              <a:avLst/>
              <a:gdLst/>
              <a:ahLst/>
              <a:cxnLst/>
              <a:rect l="l" t="t" r="r" b="b"/>
              <a:pathLst>
                <a:path w="427" h="354" extrusionOk="0">
                  <a:moveTo>
                    <a:pt x="231" y="0"/>
                  </a:moveTo>
                  <a:cubicBezTo>
                    <a:pt x="220" y="0"/>
                    <a:pt x="208" y="1"/>
                    <a:pt x="196" y="4"/>
                  </a:cubicBezTo>
                  <a:cubicBezTo>
                    <a:pt x="40" y="36"/>
                    <a:pt x="0" y="239"/>
                    <a:pt x="134" y="324"/>
                  </a:cubicBezTo>
                  <a:cubicBezTo>
                    <a:pt x="165" y="344"/>
                    <a:pt x="198" y="354"/>
                    <a:pt x="231" y="354"/>
                  </a:cubicBezTo>
                  <a:cubicBezTo>
                    <a:pt x="334" y="354"/>
                    <a:pt x="427" y="258"/>
                    <a:pt x="402" y="141"/>
                  </a:cubicBezTo>
                  <a:cubicBezTo>
                    <a:pt x="385" y="58"/>
                    <a:pt x="313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1">
              <a:extLst>
                <a:ext uri="{FF2B5EF4-FFF2-40B4-BE49-F238E27FC236}">
                  <a16:creationId xmlns:a16="http://schemas.microsoft.com/office/drawing/2014/main" id="{0E5323B5-DC3C-83E4-CE2D-64CE9E81CB2C}"/>
                </a:ext>
              </a:extLst>
            </p:cNvPr>
            <p:cNvSpPr/>
            <p:nvPr/>
          </p:nvSpPr>
          <p:spPr>
            <a:xfrm>
              <a:off x="6907350" y="2196525"/>
              <a:ext cx="4675" cy="30625"/>
            </a:xfrm>
            <a:custGeom>
              <a:avLst/>
              <a:gdLst/>
              <a:ahLst/>
              <a:cxnLst/>
              <a:rect l="l" t="t" r="r" b="b"/>
              <a:pathLst>
                <a:path w="187" h="1225" extrusionOk="0">
                  <a:moveTo>
                    <a:pt x="33" y="0"/>
                  </a:moveTo>
                  <a:cubicBezTo>
                    <a:pt x="17" y="0"/>
                    <a:pt x="1" y="12"/>
                    <a:pt x="1" y="33"/>
                  </a:cubicBezTo>
                  <a:lnTo>
                    <a:pt x="121" y="1198"/>
                  </a:lnTo>
                  <a:cubicBezTo>
                    <a:pt x="125" y="1215"/>
                    <a:pt x="138" y="1224"/>
                    <a:pt x="154" y="1224"/>
                  </a:cubicBezTo>
                  <a:lnTo>
                    <a:pt x="157" y="1224"/>
                  </a:lnTo>
                  <a:cubicBezTo>
                    <a:pt x="174" y="1224"/>
                    <a:pt x="187" y="1208"/>
                    <a:pt x="187" y="1192"/>
                  </a:cubicBezTo>
                  <a:lnTo>
                    <a:pt x="63" y="27"/>
                  </a:lnTo>
                  <a:cubicBezTo>
                    <a:pt x="60" y="9"/>
                    <a:pt x="46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1">
              <a:extLst>
                <a:ext uri="{FF2B5EF4-FFF2-40B4-BE49-F238E27FC236}">
                  <a16:creationId xmlns:a16="http://schemas.microsoft.com/office/drawing/2014/main" id="{CDFA4F54-5FC5-6311-989E-E54CD069F0F0}"/>
                </a:ext>
              </a:extLst>
            </p:cNvPr>
            <p:cNvSpPr/>
            <p:nvPr/>
          </p:nvSpPr>
          <p:spPr>
            <a:xfrm>
              <a:off x="6905325" y="2220500"/>
              <a:ext cx="10675" cy="8850"/>
            </a:xfrm>
            <a:custGeom>
              <a:avLst/>
              <a:gdLst/>
              <a:ahLst/>
              <a:cxnLst/>
              <a:rect l="l" t="t" r="r" b="b"/>
              <a:pathLst>
                <a:path w="427" h="354" extrusionOk="0">
                  <a:moveTo>
                    <a:pt x="228" y="1"/>
                  </a:moveTo>
                  <a:cubicBezTo>
                    <a:pt x="216" y="1"/>
                    <a:pt x="204" y="2"/>
                    <a:pt x="193" y="4"/>
                  </a:cubicBezTo>
                  <a:cubicBezTo>
                    <a:pt x="39" y="37"/>
                    <a:pt x="0" y="236"/>
                    <a:pt x="131" y="324"/>
                  </a:cubicBezTo>
                  <a:cubicBezTo>
                    <a:pt x="162" y="344"/>
                    <a:pt x="196" y="353"/>
                    <a:pt x="228" y="353"/>
                  </a:cubicBezTo>
                  <a:cubicBezTo>
                    <a:pt x="333" y="353"/>
                    <a:pt x="426" y="259"/>
                    <a:pt x="402" y="141"/>
                  </a:cubicBezTo>
                  <a:cubicBezTo>
                    <a:pt x="384" y="59"/>
                    <a:pt x="31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1">
              <a:extLst>
                <a:ext uri="{FF2B5EF4-FFF2-40B4-BE49-F238E27FC236}">
                  <a16:creationId xmlns:a16="http://schemas.microsoft.com/office/drawing/2014/main" id="{9626D9E8-CB0D-3576-7EB2-93035E03FC1B}"/>
                </a:ext>
              </a:extLst>
            </p:cNvPr>
            <p:cNvSpPr/>
            <p:nvPr/>
          </p:nvSpPr>
          <p:spPr>
            <a:xfrm>
              <a:off x="6766450" y="2201800"/>
              <a:ext cx="6525" cy="30500"/>
            </a:xfrm>
            <a:custGeom>
              <a:avLst/>
              <a:gdLst/>
              <a:ahLst/>
              <a:cxnLst/>
              <a:rect l="l" t="t" r="r" b="b"/>
              <a:pathLst>
                <a:path w="261" h="1220" extrusionOk="0">
                  <a:moveTo>
                    <a:pt x="35" y="0"/>
                  </a:moveTo>
                  <a:cubicBezTo>
                    <a:pt x="18" y="0"/>
                    <a:pt x="1" y="14"/>
                    <a:pt x="6" y="37"/>
                  </a:cubicBezTo>
                  <a:lnTo>
                    <a:pt x="196" y="1193"/>
                  </a:lnTo>
                  <a:cubicBezTo>
                    <a:pt x="199" y="1209"/>
                    <a:pt x="212" y="1219"/>
                    <a:pt x="228" y="1219"/>
                  </a:cubicBezTo>
                  <a:lnTo>
                    <a:pt x="231" y="1219"/>
                  </a:lnTo>
                  <a:cubicBezTo>
                    <a:pt x="248" y="1216"/>
                    <a:pt x="261" y="1199"/>
                    <a:pt x="258" y="1183"/>
                  </a:cubicBezTo>
                  <a:lnTo>
                    <a:pt x="65" y="28"/>
                  </a:lnTo>
                  <a:cubicBezTo>
                    <a:pt x="62" y="9"/>
                    <a:pt x="48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1">
              <a:extLst>
                <a:ext uri="{FF2B5EF4-FFF2-40B4-BE49-F238E27FC236}">
                  <a16:creationId xmlns:a16="http://schemas.microsoft.com/office/drawing/2014/main" id="{3365F6CC-55CB-AADD-ABC5-89224190D4F7}"/>
                </a:ext>
              </a:extLst>
            </p:cNvPr>
            <p:cNvSpPr/>
            <p:nvPr/>
          </p:nvSpPr>
          <p:spPr>
            <a:xfrm>
              <a:off x="6766275" y="2225650"/>
              <a:ext cx="10725" cy="8875"/>
            </a:xfrm>
            <a:custGeom>
              <a:avLst/>
              <a:gdLst/>
              <a:ahLst/>
              <a:cxnLst/>
              <a:rect l="l" t="t" r="r" b="b"/>
              <a:pathLst>
                <a:path w="429" h="355" extrusionOk="0">
                  <a:moveTo>
                    <a:pt x="226" y="1"/>
                  </a:moveTo>
                  <a:cubicBezTo>
                    <a:pt x="210" y="1"/>
                    <a:pt x="195" y="3"/>
                    <a:pt x="180" y="7"/>
                  </a:cubicBezTo>
                  <a:cubicBezTo>
                    <a:pt x="26" y="50"/>
                    <a:pt x="0" y="252"/>
                    <a:pt x="137" y="330"/>
                  </a:cubicBezTo>
                  <a:cubicBezTo>
                    <a:pt x="166" y="347"/>
                    <a:pt x="196" y="354"/>
                    <a:pt x="225" y="354"/>
                  </a:cubicBezTo>
                  <a:cubicBezTo>
                    <a:pt x="334" y="354"/>
                    <a:pt x="429" y="250"/>
                    <a:pt x="395" y="131"/>
                  </a:cubicBezTo>
                  <a:cubicBezTo>
                    <a:pt x="373" y="52"/>
                    <a:pt x="302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1">
              <a:extLst>
                <a:ext uri="{FF2B5EF4-FFF2-40B4-BE49-F238E27FC236}">
                  <a16:creationId xmlns:a16="http://schemas.microsoft.com/office/drawing/2014/main" id="{C687A9A6-2B75-6E5D-BB94-6C72E2A25985}"/>
                </a:ext>
              </a:extLst>
            </p:cNvPr>
            <p:cNvSpPr/>
            <p:nvPr/>
          </p:nvSpPr>
          <p:spPr>
            <a:xfrm>
              <a:off x="6786500" y="2201675"/>
              <a:ext cx="2875" cy="30850"/>
            </a:xfrm>
            <a:custGeom>
              <a:avLst/>
              <a:gdLst/>
              <a:ahLst/>
              <a:cxnLst/>
              <a:rect l="l" t="t" r="r" b="b"/>
              <a:pathLst>
                <a:path w="115" h="1234" extrusionOk="0">
                  <a:moveTo>
                    <a:pt x="85" y="0"/>
                  </a:moveTo>
                  <a:cubicBezTo>
                    <a:pt x="69" y="0"/>
                    <a:pt x="56" y="13"/>
                    <a:pt x="56" y="29"/>
                  </a:cubicBezTo>
                  <a:lnTo>
                    <a:pt x="4" y="1201"/>
                  </a:lnTo>
                  <a:cubicBezTo>
                    <a:pt x="1" y="1218"/>
                    <a:pt x="14" y="1234"/>
                    <a:pt x="30" y="1234"/>
                  </a:cubicBezTo>
                  <a:cubicBezTo>
                    <a:pt x="50" y="1234"/>
                    <a:pt x="63" y="1221"/>
                    <a:pt x="63" y="1204"/>
                  </a:cubicBezTo>
                  <a:lnTo>
                    <a:pt x="115" y="33"/>
                  </a:lnTo>
                  <a:cubicBezTo>
                    <a:pt x="115" y="16"/>
                    <a:pt x="102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71">
              <a:extLst>
                <a:ext uri="{FF2B5EF4-FFF2-40B4-BE49-F238E27FC236}">
                  <a16:creationId xmlns:a16="http://schemas.microsoft.com/office/drawing/2014/main" id="{BD28D078-1EA7-FC33-5EDD-76BA424E9587}"/>
                </a:ext>
              </a:extLst>
            </p:cNvPr>
            <p:cNvSpPr/>
            <p:nvPr/>
          </p:nvSpPr>
          <p:spPr>
            <a:xfrm>
              <a:off x="6781525" y="2225825"/>
              <a:ext cx="10425" cy="8875"/>
            </a:xfrm>
            <a:custGeom>
              <a:avLst/>
              <a:gdLst/>
              <a:ahLst/>
              <a:cxnLst/>
              <a:rect l="l" t="t" r="r" b="b"/>
              <a:pathLst>
                <a:path w="417" h="355" extrusionOk="0">
                  <a:moveTo>
                    <a:pt x="232" y="0"/>
                  </a:moveTo>
                  <a:cubicBezTo>
                    <a:pt x="230" y="0"/>
                    <a:pt x="228" y="0"/>
                    <a:pt x="226" y="0"/>
                  </a:cubicBezTo>
                  <a:cubicBezTo>
                    <a:pt x="69" y="10"/>
                    <a:pt x="1" y="203"/>
                    <a:pt x="118" y="310"/>
                  </a:cubicBezTo>
                  <a:cubicBezTo>
                    <a:pt x="152" y="341"/>
                    <a:pt x="192" y="355"/>
                    <a:pt x="231" y="355"/>
                  </a:cubicBezTo>
                  <a:cubicBezTo>
                    <a:pt x="325" y="355"/>
                    <a:pt x="416" y="277"/>
                    <a:pt x="412" y="167"/>
                  </a:cubicBezTo>
                  <a:cubicBezTo>
                    <a:pt x="405" y="74"/>
                    <a:pt x="324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71">
              <a:extLst>
                <a:ext uri="{FF2B5EF4-FFF2-40B4-BE49-F238E27FC236}">
                  <a16:creationId xmlns:a16="http://schemas.microsoft.com/office/drawing/2014/main" id="{EE592223-3E43-8990-38C4-AB16EDC37D49}"/>
                </a:ext>
              </a:extLst>
            </p:cNvPr>
            <p:cNvSpPr/>
            <p:nvPr/>
          </p:nvSpPr>
          <p:spPr>
            <a:xfrm>
              <a:off x="6802325" y="2199625"/>
              <a:ext cx="5425" cy="30625"/>
            </a:xfrm>
            <a:custGeom>
              <a:avLst/>
              <a:gdLst/>
              <a:ahLst/>
              <a:cxnLst/>
              <a:rect l="l" t="t" r="r" b="b"/>
              <a:pathLst>
                <a:path w="217" h="1225" extrusionOk="0">
                  <a:moveTo>
                    <a:pt x="30" y="0"/>
                  </a:moveTo>
                  <a:cubicBezTo>
                    <a:pt x="14" y="4"/>
                    <a:pt x="1" y="20"/>
                    <a:pt x="4" y="36"/>
                  </a:cubicBezTo>
                  <a:lnTo>
                    <a:pt x="154" y="1198"/>
                  </a:lnTo>
                  <a:cubicBezTo>
                    <a:pt x="158" y="1215"/>
                    <a:pt x="171" y="1224"/>
                    <a:pt x="184" y="1224"/>
                  </a:cubicBezTo>
                  <a:lnTo>
                    <a:pt x="187" y="1224"/>
                  </a:lnTo>
                  <a:cubicBezTo>
                    <a:pt x="206" y="1224"/>
                    <a:pt x="216" y="1208"/>
                    <a:pt x="213" y="1192"/>
                  </a:cubicBezTo>
                  <a:lnTo>
                    <a:pt x="63" y="27"/>
                  </a:lnTo>
                  <a:cubicBezTo>
                    <a:pt x="63" y="10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1">
              <a:extLst>
                <a:ext uri="{FF2B5EF4-FFF2-40B4-BE49-F238E27FC236}">
                  <a16:creationId xmlns:a16="http://schemas.microsoft.com/office/drawing/2014/main" id="{7BB9BA8A-8623-E133-524C-C2B7D85B43D6}"/>
                </a:ext>
              </a:extLst>
            </p:cNvPr>
            <p:cNvSpPr/>
            <p:nvPr/>
          </p:nvSpPr>
          <p:spPr>
            <a:xfrm>
              <a:off x="6801100" y="2223575"/>
              <a:ext cx="10675" cy="8875"/>
            </a:xfrm>
            <a:custGeom>
              <a:avLst/>
              <a:gdLst/>
              <a:ahLst/>
              <a:cxnLst/>
              <a:rect l="l" t="t" r="r" b="b"/>
              <a:pathLst>
                <a:path w="427" h="355" extrusionOk="0">
                  <a:moveTo>
                    <a:pt x="228" y="0"/>
                  </a:moveTo>
                  <a:cubicBezTo>
                    <a:pt x="214" y="0"/>
                    <a:pt x="201" y="2"/>
                    <a:pt x="187" y="5"/>
                  </a:cubicBezTo>
                  <a:cubicBezTo>
                    <a:pt x="34" y="41"/>
                    <a:pt x="1" y="244"/>
                    <a:pt x="135" y="328"/>
                  </a:cubicBezTo>
                  <a:cubicBezTo>
                    <a:pt x="165" y="347"/>
                    <a:pt x="196" y="355"/>
                    <a:pt x="226" y="355"/>
                  </a:cubicBezTo>
                  <a:cubicBezTo>
                    <a:pt x="333" y="355"/>
                    <a:pt x="427" y="256"/>
                    <a:pt x="399" y="139"/>
                  </a:cubicBezTo>
                  <a:cubicBezTo>
                    <a:pt x="380" y="55"/>
                    <a:pt x="308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1">
              <a:extLst>
                <a:ext uri="{FF2B5EF4-FFF2-40B4-BE49-F238E27FC236}">
                  <a16:creationId xmlns:a16="http://schemas.microsoft.com/office/drawing/2014/main" id="{DFB193CC-6FAF-DE31-03B3-BF64ADD1F23B}"/>
                </a:ext>
              </a:extLst>
            </p:cNvPr>
            <p:cNvSpPr/>
            <p:nvPr/>
          </p:nvSpPr>
          <p:spPr>
            <a:xfrm>
              <a:off x="6819475" y="2200600"/>
              <a:ext cx="2950" cy="30875"/>
            </a:xfrm>
            <a:custGeom>
              <a:avLst/>
              <a:gdLst/>
              <a:ahLst/>
              <a:cxnLst/>
              <a:rect l="l" t="t" r="r" b="b"/>
              <a:pathLst>
                <a:path w="118" h="1235" extrusionOk="0">
                  <a:moveTo>
                    <a:pt x="85" y="1"/>
                  </a:moveTo>
                  <a:cubicBezTo>
                    <a:pt x="69" y="1"/>
                    <a:pt x="56" y="14"/>
                    <a:pt x="56" y="30"/>
                  </a:cubicBezTo>
                  <a:lnTo>
                    <a:pt x="4" y="1202"/>
                  </a:lnTo>
                  <a:cubicBezTo>
                    <a:pt x="0" y="1218"/>
                    <a:pt x="13" y="1231"/>
                    <a:pt x="33" y="1234"/>
                  </a:cubicBezTo>
                  <a:cubicBezTo>
                    <a:pt x="49" y="1234"/>
                    <a:pt x="62" y="1221"/>
                    <a:pt x="62" y="1205"/>
                  </a:cubicBezTo>
                  <a:lnTo>
                    <a:pt x="115" y="33"/>
                  </a:lnTo>
                  <a:cubicBezTo>
                    <a:pt x="118" y="17"/>
                    <a:pt x="105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1">
              <a:extLst>
                <a:ext uri="{FF2B5EF4-FFF2-40B4-BE49-F238E27FC236}">
                  <a16:creationId xmlns:a16="http://schemas.microsoft.com/office/drawing/2014/main" id="{7EAA3956-7C61-57E0-D6FD-747555F04C42}"/>
                </a:ext>
              </a:extLst>
            </p:cNvPr>
            <p:cNvSpPr/>
            <p:nvPr/>
          </p:nvSpPr>
          <p:spPr>
            <a:xfrm>
              <a:off x="6814400" y="2224750"/>
              <a:ext cx="10500" cy="8825"/>
            </a:xfrm>
            <a:custGeom>
              <a:avLst/>
              <a:gdLst/>
              <a:ahLst/>
              <a:cxnLst/>
              <a:rect l="l" t="t" r="r" b="b"/>
              <a:pathLst>
                <a:path w="420" h="353" extrusionOk="0">
                  <a:moveTo>
                    <a:pt x="238" y="0"/>
                  </a:moveTo>
                  <a:cubicBezTo>
                    <a:pt x="234" y="0"/>
                    <a:pt x="230" y="0"/>
                    <a:pt x="226" y="1"/>
                  </a:cubicBezTo>
                  <a:cubicBezTo>
                    <a:pt x="69" y="11"/>
                    <a:pt x="1" y="203"/>
                    <a:pt x="118" y="308"/>
                  </a:cubicBezTo>
                  <a:cubicBezTo>
                    <a:pt x="154" y="339"/>
                    <a:pt x="195" y="353"/>
                    <a:pt x="236" y="353"/>
                  </a:cubicBezTo>
                  <a:cubicBezTo>
                    <a:pt x="330" y="353"/>
                    <a:pt x="419" y="277"/>
                    <a:pt x="412" y="167"/>
                  </a:cubicBezTo>
                  <a:cubicBezTo>
                    <a:pt x="409" y="73"/>
                    <a:pt x="331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1">
              <a:extLst>
                <a:ext uri="{FF2B5EF4-FFF2-40B4-BE49-F238E27FC236}">
                  <a16:creationId xmlns:a16="http://schemas.microsoft.com/office/drawing/2014/main" id="{B7A6C2D3-CA92-F907-1AAD-D728719A2547}"/>
                </a:ext>
              </a:extLst>
            </p:cNvPr>
            <p:cNvSpPr/>
            <p:nvPr/>
          </p:nvSpPr>
          <p:spPr>
            <a:xfrm>
              <a:off x="6835625" y="2200025"/>
              <a:ext cx="2075" cy="30875"/>
            </a:xfrm>
            <a:custGeom>
              <a:avLst/>
              <a:gdLst/>
              <a:ahLst/>
              <a:cxnLst/>
              <a:rect l="l" t="t" r="r" b="b"/>
              <a:pathLst>
                <a:path w="83" h="1235" extrusionOk="0">
                  <a:moveTo>
                    <a:pt x="53" y="1"/>
                  </a:moveTo>
                  <a:cubicBezTo>
                    <a:pt x="36" y="1"/>
                    <a:pt x="23" y="14"/>
                    <a:pt x="20" y="30"/>
                  </a:cubicBezTo>
                  <a:lnTo>
                    <a:pt x="1" y="1202"/>
                  </a:lnTo>
                  <a:cubicBezTo>
                    <a:pt x="1" y="1218"/>
                    <a:pt x="14" y="1235"/>
                    <a:pt x="30" y="1235"/>
                  </a:cubicBezTo>
                  <a:cubicBezTo>
                    <a:pt x="50" y="1235"/>
                    <a:pt x="63" y="1221"/>
                    <a:pt x="63" y="1205"/>
                  </a:cubicBezTo>
                  <a:lnTo>
                    <a:pt x="82" y="30"/>
                  </a:lnTo>
                  <a:cubicBezTo>
                    <a:pt x="82" y="14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1">
              <a:extLst>
                <a:ext uri="{FF2B5EF4-FFF2-40B4-BE49-F238E27FC236}">
                  <a16:creationId xmlns:a16="http://schemas.microsoft.com/office/drawing/2014/main" id="{FEC1ADE4-20C0-3BEA-00FB-042E0C59077F}"/>
                </a:ext>
              </a:extLst>
            </p:cNvPr>
            <p:cNvSpPr/>
            <p:nvPr/>
          </p:nvSpPr>
          <p:spPr>
            <a:xfrm>
              <a:off x="6830575" y="2224175"/>
              <a:ext cx="10525" cy="8850"/>
            </a:xfrm>
            <a:custGeom>
              <a:avLst/>
              <a:gdLst/>
              <a:ahLst/>
              <a:cxnLst/>
              <a:rect l="l" t="t" r="r" b="b"/>
              <a:pathLst>
                <a:path w="421" h="354" extrusionOk="0">
                  <a:moveTo>
                    <a:pt x="234" y="0"/>
                  </a:moveTo>
                  <a:cubicBezTo>
                    <a:pt x="230" y="0"/>
                    <a:pt x="226" y="1"/>
                    <a:pt x="222" y="1"/>
                  </a:cubicBezTo>
                  <a:cubicBezTo>
                    <a:pt x="65" y="14"/>
                    <a:pt x="0" y="210"/>
                    <a:pt x="121" y="311"/>
                  </a:cubicBezTo>
                  <a:cubicBezTo>
                    <a:pt x="156" y="340"/>
                    <a:pt x="196" y="354"/>
                    <a:pt x="236" y="354"/>
                  </a:cubicBezTo>
                  <a:cubicBezTo>
                    <a:pt x="331" y="354"/>
                    <a:pt x="421" y="275"/>
                    <a:pt x="411" y="164"/>
                  </a:cubicBezTo>
                  <a:cubicBezTo>
                    <a:pt x="402" y="70"/>
                    <a:pt x="324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1">
              <a:extLst>
                <a:ext uri="{FF2B5EF4-FFF2-40B4-BE49-F238E27FC236}">
                  <a16:creationId xmlns:a16="http://schemas.microsoft.com/office/drawing/2014/main" id="{11B223A9-7E10-474C-4D11-08EBDC806B29}"/>
                </a:ext>
              </a:extLst>
            </p:cNvPr>
            <p:cNvSpPr/>
            <p:nvPr/>
          </p:nvSpPr>
          <p:spPr>
            <a:xfrm>
              <a:off x="6848775" y="2199700"/>
              <a:ext cx="2050" cy="30875"/>
            </a:xfrm>
            <a:custGeom>
              <a:avLst/>
              <a:gdLst/>
              <a:ahLst/>
              <a:cxnLst/>
              <a:rect l="l" t="t" r="r" b="b"/>
              <a:pathLst>
                <a:path w="82" h="1235" extrusionOk="0">
                  <a:moveTo>
                    <a:pt x="52" y="1"/>
                  </a:moveTo>
                  <a:cubicBezTo>
                    <a:pt x="36" y="1"/>
                    <a:pt x="23" y="14"/>
                    <a:pt x="20" y="30"/>
                  </a:cubicBezTo>
                  <a:lnTo>
                    <a:pt x="0" y="1202"/>
                  </a:lnTo>
                  <a:cubicBezTo>
                    <a:pt x="0" y="1218"/>
                    <a:pt x="13" y="1234"/>
                    <a:pt x="29" y="1234"/>
                  </a:cubicBezTo>
                  <a:cubicBezTo>
                    <a:pt x="46" y="1234"/>
                    <a:pt x="62" y="1221"/>
                    <a:pt x="62" y="1205"/>
                  </a:cubicBezTo>
                  <a:lnTo>
                    <a:pt x="82" y="30"/>
                  </a:lnTo>
                  <a:cubicBezTo>
                    <a:pt x="82" y="14"/>
                    <a:pt x="69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1">
              <a:extLst>
                <a:ext uri="{FF2B5EF4-FFF2-40B4-BE49-F238E27FC236}">
                  <a16:creationId xmlns:a16="http://schemas.microsoft.com/office/drawing/2014/main" id="{E906A1A3-D121-8748-D748-453B10BCE74E}"/>
                </a:ext>
              </a:extLst>
            </p:cNvPr>
            <p:cNvSpPr/>
            <p:nvPr/>
          </p:nvSpPr>
          <p:spPr>
            <a:xfrm>
              <a:off x="6843700" y="2223825"/>
              <a:ext cx="10475" cy="8825"/>
            </a:xfrm>
            <a:custGeom>
              <a:avLst/>
              <a:gdLst/>
              <a:ahLst/>
              <a:cxnLst/>
              <a:rect l="l" t="t" r="r" b="b"/>
              <a:pathLst>
                <a:path w="419" h="353" extrusionOk="0">
                  <a:moveTo>
                    <a:pt x="239" y="1"/>
                  </a:moveTo>
                  <a:cubicBezTo>
                    <a:pt x="234" y="1"/>
                    <a:pt x="228" y="1"/>
                    <a:pt x="223" y="2"/>
                  </a:cubicBezTo>
                  <a:cubicBezTo>
                    <a:pt x="66" y="15"/>
                    <a:pt x="1" y="207"/>
                    <a:pt x="121" y="309"/>
                  </a:cubicBezTo>
                  <a:cubicBezTo>
                    <a:pt x="156" y="339"/>
                    <a:pt x="196" y="353"/>
                    <a:pt x="235" y="353"/>
                  </a:cubicBezTo>
                  <a:cubicBezTo>
                    <a:pt x="329" y="353"/>
                    <a:pt x="419" y="274"/>
                    <a:pt x="412" y="165"/>
                  </a:cubicBezTo>
                  <a:cubicBezTo>
                    <a:pt x="406" y="73"/>
                    <a:pt x="327" y="1"/>
                    <a:pt x="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1">
              <a:extLst>
                <a:ext uri="{FF2B5EF4-FFF2-40B4-BE49-F238E27FC236}">
                  <a16:creationId xmlns:a16="http://schemas.microsoft.com/office/drawing/2014/main" id="{6BD0B215-CFF8-48D7-B240-4BC4F3EC6644}"/>
                </a:ext>
              </a:extLst>
            </p:cNvPr>
            <p:cNvSpPr/>
            <p:nvPr/>
          </p:nvSpPr>
          <p:spPr>
            <a:xfrm>
              <a:off x="6864275" y="2199225"/>
              <a:ext cx="2050" cy="30850"/>
            </a:xfrm>
            <a:custGeom>
              <a:avLst/>
              <a:gdLst/>
              <a:ahLst/>
              <a:cxnLst/>
              <a:rect l="l" t="t" r="r" b="b"/>
              <a:pathLst>
                <a:path w="82" h="1234" extrusionOk="0">
                  <a:moveTo>
                    <a:pt x="52" y="0"/>
                  </a:moveTo>
                  <a:cubicBezTo>
                    <a:pt x="33" y="0"/>
                    <a:pt x="20" y="13"/>
                    <a:pt x="20" y="29"/>
                  </a:cubicBezTo>
                  <a:lnTo>
                    <a:pt x="0" y="1205"/>
                  </a:lnTo>
                  <a:cubicBezTo>
                    <a:pt x="0" y="1221"/>
                    <a:pt x="13" y="1234"/>
                    <a:pt x="30" y="1234"/>
                  </a:cubicBezTo>
                  <a:cubicBezTo>
                    <a:pt x="46" y="1234"/>
                    <a:pt x="59" y="1221"/>
                    <a:pt x="62" y="1205"/>
                  </a:cubicBezTo>
                  <a:lnTo>
                    <a:pt x="82" y="33"/>
                  </a:lnTo>
                  <a:cubicBezTo>
                    <a:pt x="82" y="16"/>
                    <a:pt x="69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1">
              <a:extLst>
                <a:ext uri="{FF2B5EF4-FFF2-40B4-BE49-F238E27FC236}">
                  <a16:creationId xmlns:a16="http://schemas.microsoft.com/office/drawing/2014/main" id="{D08A1E5D-9193-F0B8-219B-A4DD9B691CDF}"/>
                </a:ext>
              </a:extLst>
            </p:cNvPr>
            <p:cNvSpPr/>
            <p:nvPr/>
          </p:nvSpPr>
          <p:spPr>
            <a:xfrm>
              <a:off x="6859200" y="2223425"/>
              <a:ext cx="10550" cy="8850"/>
            </a:xfrm>
            <a:custGeom>
              <a:avLst/>
              <a:gdLst/>
              <a:ahLst/>
              <a:cxnLst/>
              <a:rect l="l" t="t" r="r" b="b"/>
              <a:pathLst>
                <a:path w="422" h="354" extrusionOk="0">
                  <a:moveTo>
                    <a:pt x="237" y="1"/>
                  </a:moveTo>
                  <a:cubicBezTo>
                    <a:pt x="232" y="1"/>
                    <a:pt x="226" y="1"/>
                    <a:pt x="220" y="2"/>
                  </a:cubicBezTo>
                  <a:cubicBezTo>
                    <a:pt x="63" y="15"/>
                    <a:pt x="1" y="210"/>
                    <a:pt x="122" y="312"/>
                  </a:cubicBezTo>
                  <a:cubicBezTo>
                    <a:pt x="156" y="341"/>
                    <a:pt x="196" y="353"/>
                    <a:pt x="235" y="353"/>
                  </a:cubicBezTo>
                  <a:cubicBezTo>
                    <a:pt x="331" y="353"/>
                    <a:pt x="421" y="273"/>
                    <a:pt x="412" y="161"/>
                  </a:cubicBezTo>
                  <a:cubicBezTo>
                    <a:pt x="403" y="70"/>
                    <a:pt x="328" y="1"/>
                    <a:pt x="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1">
              <a:extLst>
                <a:ext uri="{FF2B5EF4-FFF2-40B4-BE49-F238E27FC236}">
                  <a16:creationId xmlns:a16="http://schemas.microsoft.com/office/drawing/2014/main" id="{6D480A67-FCFF-FCA8-2185-B4FE94CDBDF3}"/>
                </a:ext>
              </a:extLst>
            </p:cNvPr>
            <p:cNvSpPr/>
            <p:nvPr/>
          </p:nvSpPr>
          <p:spPr>
            <a:xfrm>
              <a:off x="5502850" y="1930500"/>
              <a:ext cx="872250" cy="64750"/>
            </a:xfrm>
            <a:custGeom>
              <a:avLst/>
              <a:gdLst/>
              <a:ahLst/>
              <a:cxnLst/>
              <a:rect l="l" t="t" r="r" b="b"/>
              <a:pathLst>
                <a:path w="34890" h="2590" extrusionOk="0">
                  <a:moveTo>
                    <a:pt x="21709" y="1"/>
                  </a:moveTo>
                  <a:cubicBezTo>
                    <a:pt x="8529" y="1"/>
                    <a:pt x="0" y="559"/>
                    <a:pt x="1240" y="1313"/>
                  </a:cubicBezTo>
                  <a:cubicBezTo>
                    <a:pt x="2912" y="2328"/>
                    <a:pt x="14904" y="2589"/>
                    <a:pt x="22016" y="2589"/>
                  </a:cubicBezTo>
                  <a:cubicBezTo>
                    <a:pt x="29125" y="2589"/>
                    <a:pt x="34889" y="2197"/>
                    <a:pt x="34889" y="1708"/>
                  </a:cubicBezTo>
                  <a:cubicBezTo>
                    <a:pt x="34889" y="1221"/>
                    <a:pt x="28821" y="1"/>
                    <a:pt x="21709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1">
              <a:extLst>
                <a:ext uri="{FF2B5EF4-FFF2-40B4-BE49-F238E27FC236}">
                  <a16:creationId xmlns:a16="http://schemas.microsoft.com/office/drawing/2014/main" id="{BDE7C40E-2A79-2795-B7C2-85D5FB538430}"/>
                </a:ext>
              </a:extLst>
            </p:cNvPr>
            <p:cNvSpPr/>
            <p:nvPr/>
          </p:nvSpPr>
          <p:spPr>
            <a:xfrm>
              <a:off x="5757200" y="1710175"/>
              <a:ext cx="637000" cy="273450"/>
            </a:xfrm>
            <a:custGeom>
              <a:avLst/>
              <a:gdLst/>
              <a:ahLst/>
              <a:cxnLst/>
              <a:rect l="l" t="t" r="r" b="b"/>
              <a:pathLst>
                <a:path w="25480" h="10938" extrusionOk="0">
                  <a:moveTo>
                    <a:pt x="18821" y="1"/>
                  </a:moveTo>
                  <a:cubicBezTo>
                    <a:pt x="18709" y="1"/>
                    <a:pt x="18289" y="596"/>
                    <a:pt x="17894" y="1192"/>
                  </a:cubicBezTo>
                  <a:cubicBezTo>
                    <a:pt x="16316" y="1002"/>
                    <a:pt x="14673" y="986"/>
                    <a:pt x="14169" y="986"/>
                  </a:cubicBezTo>
                  <a:cubicBezTo>
                    <a:pt x="14068" y="986"/>
                    <a:pt x="14013" y="987"/>
                    <a:pt x="14013" y="987"/>
                  </a:cubicBezTo>
                  <a:cubicBezTo>
                    <a:pt x="14013" y="987"/>
                    <a:pt x="12507" y="201"/>
                    <a:pt x="10430" y="201"/>
                  </a:cubicBezTo>
                  <a:cubicBezTo>
                    <a:pt x="9693" y="201"/>
                    <a:pt x="8883" y="300"/>
                    <a:pt x="8043" y="569"/>
                  </a:cubicBezTo>
                  <a:cubicBezTo>
                    <a:pt x="4837" y="1594"/>
                    <a:pt x="3075" y="2162"/>
                    <a:pt x="2053" y="4153"/>
                  </a:cubicBezTo>
                  <a:cubicBezTo>
                    <a:pt x="2053" y="4153"/>
                    <a:pt x="0" y="6509"/>
                    <a:pt x="209" y="8027"/>
                  </a:cubicBezTo>
                  <a:cubicBezTo>
                    <a:pt x="418" y="9548"/>
                    <a:pt x="317" y="10181"/>
                    <a:pt x="2393" y="10759"/>
                  </a:cubicBezTo>
                  <a:cubicBezTo>
                    <a:pt x="2864" y="10890"/>
                    <a:pt x="3496" y="10938"/>
                    <a:pt x="4240" y="10938"/>
                  </a:cubicBezTo>
                  <a:cubicBezTo>
                    <a:pt x="6302" y="10938"/>
                    <a:pt x="9218" y="10569"/>
                    <a:pt x="11909" y="10569"/>
                  </a:cubicBezTo>
                  <a:cubicBezTo>
                    <a:pt x="12520" y="10569"/>
                    <a:pt x="13120" y="10588"/>
                    <a:pt x="13696" y="10635"/>
                  </a:cubicBezTo>
                  <a:cubicBezTo>
                    <a:pt x="14602" y="10709"/>
                    <a:pt x="15337" y="10737"/>
                    <a:pt x="15932" y="10737"/>
                  </a:cubicBezTo>
                  <a:cubicBezTo>
                    <a:pt x="17978" y="10737"/>
                    <a:pt x="18364" y="10400"/>
                    <a:pt x="18364" y="10400"/>
                  </a:cubicBezTo>
                  <a:cubicBezTo>
                    <a:pt x="18364" y="10400"/>
                    <a:pt x="19026" y="10853"/>
                    <a:pt x="19778" y="10853"/>
                  </a:cubicBezTo>
                  <a:cubicBezTo>
                    <a:pt x="20187" y="10853"/>
                    <a:pt x="20622" y="10719"/>
                    <a:pt x="20991" y="10305"/>
                  </a:cubicBezTo>
                  <a:lnTo>
                    <a:pt x="22790" y="10475"/>
                  </a:lnTo>
                  <a:cubicBezTo>
                    <a:pt x="22790" y="10475"/>
                    <a:pt x="23044" y="10808"/>
                    <a:pt x="23560" y="10896"/>
                  </a:cubicBezTo>
                  <a:cubicBezTo>
                    <a:pt x="23679" y="10917"/>
                    <a:pt x="23805" y="10931"/>
                    <a:pt x="23932" y="10931"/>
                  </a:cubicBezTo>
                  <a:cubicBezTo>
                    <a:pt x="24356" y="10931"/>
                    <a:pt x="24798" y="10780"/>
                    <a:pt x="25061" y="10250"/>
                  </a:cubicBezTo>
                  <a:cubicBezTo>
                    <a:pt x="25404" y="9564"/>
                    <a:pt x="25211" y="8282"/>
                    <a:pt x="24382" y="7642"/>
                  </a:cubicBezTo>
                  <a:cubicBezTo>
                    <a:pt x="23553" y="7002"/>
                    <a:pt x="23175" y="6937"/>
                    <a:pt x="23175" y="6937"/>
                  </a:cubicBezTo>
                  <a:cubicBezTo>
                    <a:pt x="23175" y="6937"/>
                    <a:pt x="23194" y="5840"/>
                    <a:pt x="23106" y="5739"/>
                  </a:cubicBezTo>
                  <a:cubicBezTo>
                    <a:pt x="23106" y="5739"/>
                    <a:pt x="25479" y="3549"/>
                    <a:pt x="25365" y="3516"/>
                  </a:cubicBezTo>
                  <a:cubicBezTo>
                    <a:pt x="25354" y="3513"/>
                    <a:pt x="25322" y="3512"/>
                    <a:pt x="25273" y="3512"/>
                  </a:cubicBezTo>
                  <a:cubicBezTo>
                    <a:pt x="24808" y="3512"/>
                    <a:pt x="22803" y="3640"/>
                    <a:pt x="22803" y="3640"/>
                  </a:cubicBezTo>
                  <a:cubicBezTo>
                    <a:pt x="22803" y="3640"/>
                    <a:pt x="21628" y="1969"/>
                    <a:pt x="19480" y="1460"/>
                  </a:cubicBezTo>
                  <a:cubicBezTo>
                    <a:pt x="19434" y="1450"/>
                    <a:pt x="19388" y="1440"/>
                    <a:pt x="19343" y="1430"/>
                  </a:cubicBezTo>
                  <a:cubicBezTo>
                    <a:pt x="19336" y="1287"/>
                    <a:pt x="19323" y="1153"/>
                    <a:pt x="19310" y="1042"/>
                  </a:cubicBezTo>
                  <a:cubicBezTo>
                    <a:pt x="19248" y="517"/>
                    <a:pt x="19036" y="17"/>
                    <a:pt x="18824" y="1"/>
                  </a:cubicBezTo>
                  <a:cubicBezTo>
                    <a:pt x="18823" y="1"/>
                    <a:pt x="18822" y="1"/>
                    <a:pt x="188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1">
              <a:extLst>
                <a:ext uri="{FF2B5EF4-FFF2-40B4-BE49-F238E27FC236}">
                  <a16:creationId xmlns:a16="http://schemas.microsoft.com/office/drawing/2014/main" id="{627BE4D7-B0A6-960F-AD2A-D0B9343AA367}"/>
                </a:ext>
              </a:extLst>
            </p:cNvPr>
            <p:cNvSpPr/>
            <p:nvPr/>
          </p:nvSpPr>
          <p:spPr>
            <a:xfrm>
              <a:off x="5757200" y="1698750"/>
              <a:ext cx="637000" cy="298450"/>
            </a:xfrm>
            <a:custGeom>
              <a:avLst/>
              <a:gdLst/>
              <a:ahLst/>
              <a:cxnLst/>
              <a:rect l="l" t="t" r="r" b="b"/>
              <a:pathLst>
                <a:path w="25480" h="11938" extrusionOk="0">
                  <a:moveTo>
                    <a:pt x="24382" y="8099"/>
                  </a:moveTo>
                  <a:cubicBezTo>
                    <a:pt x="23553" y="7459"/>
                    <a:pt x="23175" y="7394"/>
                    <a:pt x="23175" y="7394"/>
                  </a:cubicBezTo>
                  <a:cubicBezTo>
                    <a:pt x="23175" y="7394"/>
                    <a:pt x="23194" y="6297"/>
                    <a:pt x="23106" y="6196"/>
                  </a:cubicBezTo>
                  <a:cubicBezTo>
                    <a:pt x="23106" y="6196"/>
                    <a:pt x="25479" y="4006"/>
                    <a:pt x="25365" y="3973"/>
                  </a:cubicBezTo>
                  <a:cubicBezTo>
                    <a:pt x="25247" y="3941"/>
                    <a:pt x="22803" y="4097"/>
                    <a:pt x="22803" y="4097"/>
                  </a:cubicBezTo>
                  <a:cubicBezTo>
                    <a:pt x="22803" y="4097"/>
                    <a:pt x="21628" y="2426"/>
                    <a:pt x="19480" y="1917"/>
                  </a:cubicBezTo>
                  <a:cubicBezTo>
                    <a:pt x="19434" y="1907"/>
                    <a:pt x="19388" y="1897"/>
                    <a:pt x="19343" y="1887"/>
                  </a:cubicBezTo>
                  <a:cubicBezTo>
                    <a:pt x="19336" y="1744"/>
                    <a:pt x="19323" y="1610"/>
                    <a:pt x="19310" y="1499"/>
                  </a:cubicBezTo>
                  <a:cubicBezTo>
                    <a:pt x="19248" y="974"/>
                    <a:pt x="19036" y="474"/>
                    <a:pt x="18824" y="458"/>
                  </a:cubicBezTo>
                  <a:cubicBezTo>
                    <a:pt x="18716" y="448"/>
                    <a:pt x="18292" y="1049"/>
                    <a:pt x="17894" y="1649"/>
                  </a:cubicBezTo>
                  <a:cubicBezTo>
                    <a:pt x="16000" y="1421"/>
                    <a:pt x="14013" y="1444"/>
                    <a:pt x="14013" y="1444"/>
                  </a:cubicBezTo>
                  <a:cubicBezTo>
                    <a:pt x="14013" y="1444"/>
                    <a:pt x="11248" y="1"/>
                    <a:pt x="8043" y="1026"/>
                  </a:cubicBezTo>
                  <a:cubicBezTo>
                    <a:pt x="4837" y="2051"/>
                    <a:pt x="3075" y="2619"/>
                    <a:pt x="2053" y="4610"/>
                  </a:cubicBezTo>
                  <a:cubicBezTo>
                    <a:pt x="2053" y="4610"/>
                    <a:pt x="0" y="6966"/>
                    <a:pt x="209" y="8484"/>
                  </a:cubicBezTo>
                  <a:cubicBezTo>
                    <a:pt x="418" y="10005"/>
                    <a:pt x="317" y="10638"/>
                    <a:pt x="2393" y="11216"/>
                  </a:cubicBezTo>
                  <a:cubicBezTo>
                    <a:pt x="4465" y="11791"/>
                    <a:pt x="9675" y="10766"/>
                    <a:pt x="13696" y="11092"/>
                  </a:cubicBezTo>
                  <a:cubicBezTo>
                    <a:pt x="17721" y="11418"/>
                    <a:pt x="18364" y="10857"/>
                    <a:pt x="18364" y="10857"/>
                  </a:cubicBezTo>
                  <a:cubicBezTo>
                    <a:pt x="18364" y="10857"/>
                    <a:pt x="19943" y="11937"/>
                    <a:pt x="20991" y="10762"/>
                  </a:cubicBezTo>
                  <a:lnTo>
                    <a:pt x="22790" y="10932"/>
                  </a:lnTo>
                  <a:cubicBezTo>
                    <a:pt x="22790" y="10932"/>
                    <a:pt x="23044" y="11265"/>
                    <a:pt x="23560" y="11353"/>
                  </a:cubicBezTo>
                  <a:cubicBezTo>
                    <a:pt x="24076" y="11445"/>
                    <a:pt x="24719" y="11396"/>
                    <a:pt x="25061" y="10707"/>
                  </a:cubicBezTo>
                  <a:cubicBezTo>
                    <a:pt x="25404" y="10021"/>
                    <a:pt x="25211" y="8739"/>
                    <a:pt x="24382" y="809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1">
              <a:extLst>
                <a:ext uri="{FF2B5EF4-FFF2-40B4-BE49-F238E27FC236}">
                  <a16:creationId xmlns:a16="http://schemas.microsoft.com/office/drawing/2014/main" id="{85575FA7-21F7-B556-6443-A621762549E7}"/>
                </a:ext>
              </a:extLst>
            </p:cNvPr>
            <p:cNvSpPr/>
            <p:nvPr/>
          </p:nvSpPr>
          <p:spPr>
            <a:xfrm>
              <a:off x="5959600" y="1781000"/>
              <a:ext cx="58500" cy="29250"/>
            </a:xfrm>
            <a:custGeom>
              <a:avLst/>
              <a:gdLst/>
              <a:ahLst/>
              <a:cxnLst/>
              <a:rect l="l" t="t" r="r" b="b"/>
              <a:pathLst>
                <a:path w="2340" h="1170" extrusionOk="0">
                  <a:moveTo>
                    <a:pt x="42" y="0"/>
                  </a:moveTo>
                  <a:cubicBezTo>
                    <a:pt x="8" y="0"/>
                    <a:pt x="1" y="54"/>
                    <a:pt x="38" y="60"/>
                  </a:cubicBezTo>
                  <a:cubicBezTo>
                    <a:pt x="54" y="63"/>
                    <a:pt x="1624" y="360"/>
                    <a:pt x="2284" y="1160"/>
                  </a:cubicBezTo>
                  <a:cubicBezTo>
                    <a:pt x="2287" y="1166"/>
                    <a:pt x="2297" y="1170"/>
                    <a:pt x="2307" y="1170"/>
                  </a:cubicBezTo>
                  <a:cubicBezTo>
                    <a:pt x="2313" y="1170"/>
                    <a:pt x="2320" y="1170"/>
                    <a:pt x="2326" y="1163"/>
                  </a:cubicBezTo>
                  <a:cubicBezTo>
                    <a:pt x="2339" y="1153"/>
                    <a:pt x="2339" y="1134"/>
                    <a:pt x="2329" y="1121"/>
                  </a:cubicBezTo>
                  <a:cubicBezTo>
                    <a:pt x="1657" y="305"/>
                    <a:pt x="64" y="4"/>
                    <a:pt x="48" y="1"/>
                  </a:cubicBezTo>
                  <a:cubicBezTo>
                    <a:pt x="46" y="1"/>
                    <a:pt x="44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1">
              <a:extLst>
                <a:ext uri="{FF2B5EF4-FFF2-40B4-BE49-F238E27FC236}">
                  <a16:creationId xmlns:a16="http://schemas.microsoft.com/office/drawing/2014/main" id="{4EFE42E2-A081-9010-7D04-B16E90F66A4F}"/>
                </a:ext>
              </a:extLst>
            </p:cNvPr>
            <p:cNvSpPr/>
            <p:nvPr/>
          </p:nvSpPr>
          <p:spPr>
            <a:xfrm>
              <a:off x="5932775" y="1806750"/>
              <a:ext cx="284575" cy="164250"/>
            </a:xfrm>
            <a:custGeom>
              <a:avLst/>
              <a:gdLst/>
              <a:ahLst/>
              <a:cxnLst/>
              <a:rect l="l" t="t" r="r" b="b"/>
              <a:pathLst>
                <a:path w="11383" h="6570" extrusionOk="0">
                  <a:moveTo>
                    <a:pt x="1693" y="0"/>
                  </a:moveTo>
                  <a:cubicBezTo>
                    <a:pt x="713" y="0"/>
                    <a:pt x="56" y="120"/>
                    <a:pt x="40" y="123"/>
                  </a:cubicBezTo>
                  <a:cubicBezTo>
                    <a:pt x="0" y="129"/>
                    <a:pt x="10" y="182"/>
                    <a:pt x="44" y="182"/>
                  </a:cubicBezTo>
                  <a:cubicBezTo>
                    <a:pt x="46" y="182"/>
                    <a:pt x="48" y="182"/>
                    <a:pt x="50" y="182"/>
                  </a:cubicBezTo>
                  <a:cubicBezTo>
                    <a:pt x="66" y="179"/>
                    <a:pt x="719" y="60"/>
                    <a:pt x="1694" y="60"/>
                  </a:cubicBezTo>
                  <a:cubicBezTo>
                    <a:pt x="2984" y="60"/>
                    <a:pt x="4838" y="269"/>
                    <a:pt x="6520" y="1236"/>
                  </a:cubicBezTo>
                  <a:cubicBezTo>
                    <a:pt x="9075" y="2705"/>
                    <a:pt x="9989" y="3838"/>
                    <a:pt x="10071" y="3942"/>
                  </a:cubicBezTo>
                  <a:cubicBezTo>
                    <a:pt x="10071" y="4089"/>
                    <a:pt x="10103" y="5620"/>
                    <a:pt x="11321" y="6560"/>
                  </a:cubicBezTo>
                  <a:cubicBezTo>
                    <a:pt x="11327" y="6566"/>
                    <a:pt x="11334" y="6566"/>
                    <a:pt x="11341" y="6566"/>
                  </a:cubicBezTo>
                  <a:lnTo>
                    <a:pt x="11341" y="6570"/>
                  </a:lnTo>
                  <a:cubicBezTo>
                    <a:pt x="11370" y="6570"/>
                    <a:pt x="11383" y="6530"/>
                    <a:pt x="11360" y="6514"/>
                  </a:cubicBezTo>
                  <a:cubicBezTo>
                    <a:pt x="10110" y="5548"/>
                    <a:pt x="10133" y="3952"/>
                    <a:pt x="10133" y="3936"/>
                  </a:cubicBezTo>
                  <a:lnTo>
                    <a:pt x="10133" y="3926"/>
                  </a:lnTo>
                  <a:lnTo>
                    <a:pt x="10126" y="3916"/>
                  </a:lnTo>
                  <a:cubicBezTo>
                    <a:pt x="10117" y="3903"/>
                    <a:pt x="9235" y="2725"/>
                    <a:pt x="6552" y="1184"/>
                  </a:cubicBezTo>
                  <a:cubicBezTo>
                    <a:pt x="4859" y="211"/>
                    <a:pt x="2993" y="0"/>
                    <a:pt x="1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71">
              <a:extLst>
                <a:ext uri="{FF2B5EF4-FFF2-40B4-BE49-F238E27FC236}">
                  <a16:creationId xmlns:a16="http://schemas.microsoft.com/office/drawing/2014/main" id="{F585FC56-2618-E324-BE2E-E5838A1D55FD}"/>
                </a:ext>
              </a:extLst>
            </p:cNvPr>
            <p:cNvSpPr/>
            <p:nvPr/>
          </p:nvSpPr>
          <p:spPr>
            <a:xfrm>
              <a:off x="6105800" y="1825850"/>
              <a:ext cx="177500" cy="142700"/>
            </a:xfrm>
            <a:custGeom>
              <a:avLst/>
              <a:gdLst/>
              <a:ahLst/>
              <a:cxnLst/>
              <a:rect l="l" t="t" r="r" b="b"/>
              <a:pathLst>
                <a:path w="7100" h="5708" extrusionOk="0">
                  <a:moveTo>
                    <a:pt x="45" y="0"/>
                  </a:moveTo>
                  <a:cubicBezTo>
                    <a:pt x="13" y="0"/>
                    <a:pt x="1" y="52"/>
                    <a:pt x="39" y="61"/>
                  </a:cubicBezTo>
                  <a:cubicBezTo>
                    <a:pt x="69" y="71"/>
                    <a:pt x="2902" y="945"/>
                    <a:pt x="3747" y="1595"/>
                  </a:cubicBezTo>
                  <a:cubicBezTo>
                    <a:pt x="3780" y="1621"/>
                    <a:pt x="3822" y="1654"/>
                    <a:pt x="3871" y="1690"/>
                  </a:cubicBezTo>
                  <a:cubicBezTo>
                    <a:pt x="4250" y="1977"/>
                    <a:pt x="5036" y="2571"/>
                    <a:pt x="5735" y="3302"/>
                  </a:cubicBezTo>
                  <a:cubicBezTo>
                    <a:pt x="6597" y="4203"/>
                    <a:pt x="7027" y="4999"/>
                    <a:pt x="7018" y="5678"/>
                  </a:cubicBezTo>
                  <a:cubicBezTo>
                    <a:pt x="7018" y="5695"/>
                    <a:pt x="7031" y="5708"/>
                    <a:pt x="7050" y="5708"/>
                  </a:cubicBezTo>
                  <a:cubicBezTo>
                    <a:pt x="7067" y="5708"/>
                    <a:pt x="7080" y="5695"/>
                    <a:pt x="7080" y="5678"/>
                  </a:cubicBezTo>
                  <a:cubicBezTo>
                    <a:pt x="7099" y="4056"/>
                    <a:pt x="4697" y="2238"/>
                    <a:pt x="3907" y="1641"/>
                  </a:cubicBezTo>
                  <a:lnTo>
                    <a:pt x="3783" y="1546"/>
                  </a:lnTo>
                  <a:cubicBezTo>
                    <a:pt x="2931" y="890"/>
                    <a:pt x="85" y="12"/>
                    <a:pt x="56" y="2"/>
                  </a:cubicBezTo>
                  <a:cubicBezTo>
                    <a:pt x="52" y="1"/>
                    <a:pt x="48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71">
              <a:extLst>
                <a:ext uri="{FF2B5EF4-FFF2-40B4-BE49-F238E27FC236}">
                  <a16:creationId xmlns:a16="http://schemas.microsoft.com/office/drawing/2014/main" id="{8CE567E9-235B-BDCA-997D-A1F2DDAD7A1E}"/>
                </a:ext>
              </a:extLst>
            </p:cNvPr>
            <p:cNvSpPr/>
            <p:nvPr/>
          </p:nvSpPr>
          <p:spPr>
            <a:xfrm>
              <a:off x="6213825" y="1949250"/>
              <a:ext cx="20275" cy="20375"/>
            </a:xfrm>
            <a:custGeom>
              <a:avLst/>
              <a:gdLst/>
              <a:ahLst/>
              <a:cxnLst/>
              <a:rect l="l" t="t" r="r" b="b"/>
              <a:pathLst>
                <a:path w="811" h="815" extrusionOk="0">
                  <a:moveTo>
                    <a:pt x="760" y="1"/>
                  </a:moveTo>
                  <a:cubicBezTo>
                    <a:pt x="743" y="1"/>
                    <a:pt x="727" y="13"/>
                    <a:pt x="732" y="37"/>
                  </a:cubicBezTo>
                  <a:cubicBezTo>
                    <a:pt x="732" y="41"/>
                    <a:pt x="745" y="351"/>
                    <a:pt x="572" y="560"/>
                  </a:cubicBezTo>
                  <a:cubicBezTo>
                    <a:pt x="425" y="740"/>
                    <a:pt x="132" y="752"/>
                    <a:pt x="53" y="752"/>
                  </a:cubicBezTo>
                  <a:cubicBezTo>
                    <a:pt x="41" y="752"/>
                    <a:pt x="34" y="752"/>
                    <a:pt x="33" y="752"/>
                  </a:cubicBezTo>
                  <a:cubicBezTo>
                    <a:pt x="17" y="752"/>
                    <a:pt x="4" y="765"/>
                    <a:pt x="1" y="782"/>
                  </a:cubicBezTo>
                  <a:cubicBezTo>
                    <a:pt x="1" y="801"/>
                    <a:pt x="14" y="814"/>
                    <a:pt x="30" y="814"/>
                  </a:cubicBezTo>
                  <a:lnTo>
                    <a:pt x="56" y="814"/>
                  </a:lnTo>
                  <a:cubicBezTo>
                    <a:pt x="151" y="814"/>
                    <a:pt x="454" y="798"/>
                    <a:pt x="621" y="599"/>
                  </a:cubicBezTo>
                  <a:cubicBezTo>
                    <a:pt x="810" y="370"/>
                    <a:pt x="790" y="47"/>
                    <a:pt x="790" y="31"/>
                  </a:cubicBezTo>
                  <a:cubicBezTo>
                    <a:pt x="790" y="11"/>
                    <a:pt x="775" y="1"/>
                    <a:pt x="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71">
              <a:extLst>
                <a:ext uri="{FF2B5EF4-FFF2-40B4-BE49-F238E27FC236}">
                  <a16:creationId xmlns:a16="http://schemas.microsoft.com/office/drawing/2014/main" id="{FD46A584-F0C6-BC1D-8B93-65A86553D691}"/>
                </a:ext>
              </a:extLst>
            </p:cNvPr>
            <p:cNvSpPr/>
            <p:nvPr/>
          </p:nvSpPr>
          <p:spPr>
            <a:xfrm>
              <a:off x="6248175" y="1959775"/>
              <a:ext cx="10975" cy="22650"/>
            </a:xfrm>
            <a:custGeom>
              <a:avLst/>
              <a:gdLst/>
              <a:ahLst/>
              <a:cxnLst/>
              <a:rect l="l" t="t" r="r" b="b"/>
              <a:pathLst>
                <a:path w="439" h="906" extrusionOk="0">
                  <a:moveTo>
                    <a:pt x="294" y="1"/>
                  </a:moveTo>
                  <a:cubicBezTo>
                    <a:pt x="292" y="1"/>
                    <a:pt x="290" y="1"/>
                    <a:pt x="288" y="1"/>
                  </a:cubicBezTo>
                  <a:cubicBezTo>
                    <a:pt x="272" y="5"/>
                    <a:pt x="262" y="21"/>
                    <a:pt x="265" y="37"/>
                  </a:cubicBezTo>
                  <a:cubicBezTo>
                    <a:pt x="265" y="41"/>
                    <a:pt x="373" y="494"/>
                    <a:pt x="223" y="723"/>
                  </a:cubicBezTo>
                  <a:cubicBezTo>
                    <a:pt x="180" y="788"/>
                    <a:pt x="108" y="834"/>
                    <a:pt x="30" y="844"/>
                  </a:cubicBezTo>
                  <a:cubicBezTo>
                    <a:pt x="14" y="847"/>
                    <a:pt x="1" y="863"/>
                    <a:pt x="4" y="879"/>
                  </a:cubicBezTo>
                  <a:cubicBezTo>
                    <a:pt x="7" y="893"/>
                    <a:pt x="20" y="906"/>
                    <a:pt x="37" y="906"/>
                  </a:cubicBezTo>
                  <a:lnTo>
                    <a:pt x="40" y="906"/>
                  </a:lnTo>
                  <a:cubicBezTo>
                    <a:pt x="135" y="893"/>
                    <a:pt x="219" y="837"/>
                    <a:pt x="275" y="759"/>
                  </a:cubicBezTo>
                  <a:cubicBezTo>
                    <a:pt x="438" y="507"/>
                    <a:pt x="330" y="44"/>
                    <a:pt x="324" y="24"/>
                  </a:cubicBezTo>
                  <a:cubicBezTo>
                    <a:pt x="321" y="10"/>
                    <a:pt x="30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71">
              <a:extLst>
                <a:ext uri="{FF2B5EF4-FFF2-40B4-BE49-F238E27FC236}">
                  <a16:creationId xmlns:a16="http://schemas.microsoft.com/office/drawing/2014/main" id="{2828A210-B556-8797-50D4-DF8255F66854}"/>
                </a:ext>
              </a:extLst>
            </p:cNvPr>
            <p:cNvSpPr/>
            <p:nvPr/>
          </p:nvSpPr>
          <p:spPr>
            <a:xfrm>
              <a:off x="6096900" y="1759700"/>
              <a:ext cx="25975" cy="72575"/>
            </a:xfrm>
            <a:custGeom>
              <a:avLst/>
              <a:gdLst/>
              <a:ahLst/>
              <a:cxnLst/>
              <a:rect l="l" t="t" r="r" b="b"/>
              <a:pathLst>
                <a:path w="1039" h="2903" extrusionOk="0">
                  <a:moveTo>
                    <a:pt x="799" y="0"/>
                  </a:moveTo>
                  <a:cubicBezTo>
                    <a:pt x="788" y="0"/>
                    <a:pt x="777" y="6"/>
                    <a:pt x="771" y="21"/>
                  </a:cubicBezTo>
                  <a:cubicBezTo>
                    <a:pt x="738" y="106"/>
                    <a:pt x="0" y="2097"/>
                    <a:pt x="976" y="2896"/>
                  </a:cubicBezTo>
                  <a:cubicBezTo>
                    <a:pt x="983" y="2900"/>
                    <a:pt x="989" y="2903"/>
                    <a:pt x="996" y="2903"/>
                  </a:cubicBezTo>
                  <a:cubicBezTo>
                    <a:pt x="1025" y="2903"/>
                    <a:pt x="1038" y="2867"/>
                    <a:pt x="1015" y="2847"/>
                  </a:cubicBezTo>
                  <a:cubicBezTo>
                    <a:pt x="72" y="2077"/>
                    <a:pt x="823" y="63"/>
                    <a:pt x="829" y="44"/>
                  </a:cubicBezTo>
                  <a:cubicBezTo>
                    <a:pt x="838" y="19"/>
                    <a:pt x="818" y="0"/>
                    <a:pt x="7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71">
              <a:extLst>
                <a:ext uri="{FF2B5EF4-FFF2-40B4-BE49-F238E27FC236}">
                  <a16:creationId xmlns:a16="http://schemas.microsoft.com/office/drawing/2014/main" id="{7865EE9A-67B3-DAF7-05FB-06E3FF89E720}"/>
                </a:ext>
              </a:extLst>
            </p:cNvPr>
            <p:cNvSpPr/>
            <p:nvPr/>
          </p:nvSpPr>
          <p:spPr>
            <a:xfrm>
              <a:off x="6307100" y="1901800"/>
              <a:ext cx="23500" cy="71075"/>
            </a:xfrm>
            <a:custGeom>
              <a:avLst/>
              <a:gdLst/>
              <a:ahLst/>
              <a:cxnLst/>
              <a:rect l="l" t="t" r="r" b="b"/>
              <a:pathLst>
                <a:path w="940" h="2843" extrusionOk="0">
                  <a:moveTo>
                    <a:pt x="897" y="1"/>
                  </a:moveTo>
                  <a:cubicBezTo>
                    <a:pt x="886" y="1"/>
                    <a:pt x="875" y="6"/>
                    <a:pt x="869" y="19"/>
                  </a:cubicBezTo>
                  <a:cubicBezTo>
                    <a:pt x="862" y="36"/>
                    <a:pt x="0" y="1726"/>
                    <a:pt x="767" y="2830"/>
                  </a:cubicBezTo>
                  <a:cubicBezTo>
                    <a:pt x="774" y="2836"/>
                    <a:pt x="784" y="2843"/>
                    <a:pt x="794" y="2843"/>
                  </a:cubicBezTo>
                  <a:cubicBezTo>
                    <a:pt x="820" y="2843"/>
                    <a:pt x="833" y="2813"/>
                    <a:pt x="820" y="2794"/>
                  </a:cubicBezTo>
                  <a:cubicBezTo>
                    <a:pt x="72" y="1723"/>
                    <a:pt x="914" y="62"/>
                    <a:pt x="924" y="45"/>
                  </a:cubicBezTo>
                  <a:cubicBezTo>
                    <a:pt x="939" y="22"/>
                    <a:pt x="919" y="1"/>
                    <a:pt x="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71">
              <a:extLst>
                <a:ext uri="{FF2B5EF4-FFF2-40B4-BE49-F238E27FC236}">
                  <a16:creationId xmlns:a16="http://schemas.microsoft.com/office/drawing/2014/main" id="{38A81D0C-7821-F931-1A61-86B4107310C3}"/>
                </a:ext>
              </a:extLst>
            </p:cNvPr>
            <p:cNvSpPr/>
            <p:nvPr/>
          </p:nvSpPr>
          <p:spPr>
            <a:xfrm>
              <a:off x="6259450" y="1882775"/>
              <a:ext cx="77300" cy="36250"/>
            </a:xfrm>
            <a:custGeom>
              <a:avLst/>
              <a:gdLst/>
              <a:ahLst/>
              <a:cxnLst/>
              <a:rect l="l" t="t" r="r" b="b"/>
              <a:pathLst>
                <a:path w="3092" h="1450" extrusionOk="0">
                  <a:moveTo>
                    <a:pt x="3081" y="0"/>
                  </a:moveTo>
                  <a:cubicBezTo>
                    <a:pt x="3068" y="3"/>
                    <a:pt x="1799" y="222"/>
                    <a:pt x="0" y="1397"/>
                  </a:cubicBezTo>
                  <a:lnTo>
                    <a:pt x="33" y="1449"/>
                  </a:lnTo>
                  <a:cubicBezTo>
                    <a:pt x="1818" y="281"/>
                    <a:pt x="3078" y="62"/>
                    <a:pt x="3091" y="59"/>
                  </a:cubicBezTo>
                  <a:lnTo>
                    <a:pt x="30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71">
              <a:extLst>
                <a:ext uri="{FF2B5EF4-FFF2-40B4-BE49-F238E27FC236}">
                  <a16:creationId xmlns:a16="http://schemas.microsoft.com/office/drawing/2014/main" id="{2EC4E911-A581-C749-DC80-F714C94558BD}"/>
                </a:ext>
              </a:extLst>
            </p:cNvPr>
            <p:cNvSpPr/>
            <p:nvPr/>
          </p:nvSpPr>
          <p:spPr>
            <a:xfrm>
              <a:off x="6262125" y="1919800"/>
              <a:ext cx="48100" cy="5750"/>
            </a:xfrm>
            <a:custGeom>
              <a:avLst/>
              <a:gdLst/>
              <a:ahLst/>
              <a:cxnLst/>
              <a:rect l="l" t="t" r="r" b="b"/>
              <a:pathLst>
                <a:path w="1924" h="230" extrusionOk="0">
                  <a:moveTo>
                    <a:pt x="752" y="0"/>
                  </a:moveTo>
                  <a:cubicBezTo>
                    <a:pt x="267" y="0"/>
                    <a:pt x="17" y="106"/>
                    <a:pt x="1" y="112"/>
                  </a:cubicBezTo>
                  <a:lnTo>
                    <a:pt x="24" y="168"/>
                  </a:lnTo>
                  <a:cubicBezTo>
                    <a:pt x="28" y="166"/>
                    <a:pt x="274" y="63"/>
                    <a:pt x="753" y="63"/>
                  </a:cubicBezTo>
                  <a:cubicBezTo>
                    <a:pt x="1050" y="63"/>
                    <a:pt x="1435" y="102"/>
                    <a:pt x="1907" y="230"/>
                  </a:cubicBezTo>
                  <a:lnTo>
                    <a:pt x="1923" y="171"/>
                  </a:lnTo>
                  <a:cubicBezTo>
                    <a:pt x="1443" y="41"/>
                    <a:pt x="1052" y="0"/>
                    <a:pt x="7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71">
              <a:extLst>
                <a:ext uri="{FF2B5EF4-FFF2-40B4-BE49-F238E27FC236}">
                  <a16:creationId xmlns:a16="http://schemas.microsoft.com/office/drawing/2014/main" id="{AA611E07-1EBB-C7E2-2FEB-10617A5F88F3}"/>
                </a:ext>
              </a:extLst>
            </p:cNvPr>
            <p:cNvSpPr/>
            <p:nvPr/>
          </p:nvSpPr>
          <p:spPr>
            <a:xfrm>
              <a:off x="6185100" y="1839675"/>
              <a:ext cx="10625" cy="22625"/>
            </a:xfrm>
            <a:custGeom>
              <a:avLst/>
              <a:gdLst/>
              <a:ahLst/>
              <a:cxnLst/>
              <a:rect l="l" t="t" r="r" b="b"/>
              <a:pathLst>
                <a:path w="425" h="905" extrusionOk="0">
                  <a:moveTo>
                    <a:pt x="59" y="1"/>
                  </a:moveTo>
                  <a:lnTo>
                    <a:pt x="1" y="17"/>
                  </a:lnTo>
                  <a:cubicBezTo>
                    <a:pt x="10" y="47"/>
                    <a:pt x="197" y="758"/>
                    <a:pt x="389" y="905"/>
                  </a:cubicBezTo>
                  <a:lnTo>
                    <a:pt x="425" y="856"/>
                  </a:lnTo>
                  <a:cubicBezTo>
                    <a:pt x="281" y="745"/>
                    <a:pt x="112" y="200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71">
              <a:extLst>
                <a:ext uri="{FF2B5EF4-FFF2-40B4-BE49-F238E27FC236}">
                  <a16:creationId xmlns:a16="http://schemas.microsoft.com/office/drawing/2014/main" id="{9CDDFACA-BB67-EF5B-0F9F-5FE5BE81FA2B}"/>
                </a:ext>
              </a:extLst>
            </p:cNvPr>
            <p:cNvSpPr/>
            <p:nvPr/>
          </p:nvSpPr>
          <p:spPr>
            <a:xfrm>
              <a:off x="6233825" y="1891725"/>
              <a:ext cx="27925" cy="3300"/>
            </a:xfrm>
            <a:custGeom>
              <a:avLst/>
              <a:gdLst/>
              <a:ahLst/>
              <a:cxnLst/>
              <a:rect l="l" t="t" r="r" b="b"/>
              <a:pathLst>
                <a:path w="1117" h="132" extrusionOk="0">
                  <a:moveTo>
                    <a:pt x="145" y="1"/>
                  </a:moveTo>
                  <a:cubicBezTo>
                    <a:pt x="64" y="1"/>
                    <a:pt x="10" y="1"/>
                    <a:pt x="0" y="1"/>
                  </a:cubicBezTo>
                  <a:lnTo>
                    <a:pt x="0" y="63"/>
                  </a:lnTo>
                  <a:cubicBezTo>
                    <a:pt x="39" y="63"/>
                    <a:pt x="87" y="62"/>
                    <a:pt x="142" y="62"/>
                  </a:cubicBezTo>
                  <a:cubicBezTo>
                    <a:pt x="454" y="62"/>
                    <a:pt x="974" y="74"/>
                    <a:pt x="1090" y="132"/>
                  </a:cubicBezTo>
                  <a:lnTo>
                    <a:pt x="1117" y="76"/>
                  </a:lnTo>
                  <a:cubicBezTo>
                    <a:pt x="981" y="8"/>
                    <a:pt x="415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71">
              <a:extLst>
                <a:ext uri="{FF2B5EF4-FFF2-40B4-BE49-F238E27FC236}">
                  <a16:creationId xmlns:a16="http://schemas.microsoft.com/office/drawing/2014/main" id="{C4AFD546-8993-7530-8A28-BDAAEDDE3389}"/>
                </a:ext>
              </a:extLst>
            </p:cNvPr>
            <p:cNvSpPr/>
            <p:nvPr/>
          </p:nvSpPr>
          <p:spPr>
            <a:xfrm>
              <a:off x="5825250" y="1891900"/>
              <a:ext cx="371700" cy="57075"/>
            </a:xfrm>
            <a:custGeom>
              <a:avLst/>
              <a:gdLst/>
              <a:ahLst/>
              <a:cxnLst/>
              <a:rect l="l" t="t" r="r" b="b"/>
              <a:pathLst>
                <a:path w="14868" h="2283" extrusionOk="0">
                  <a:moveTo>
                    <a:pt x="56" y="1"/>
                  </a:moveTo>
                  <a:lnTo>
                    <a:pt x="0" y="27"/>
                  </a:lnTo>
                  <a:cubicBezTo>
                    <a:pt x="7" y="43"/>
                    <a:pt x="744" y="1558"/>
                    <a:pt x="3065" y="1630"/>
                  </a:cubicBezTo>
                  <a:cubicBezTo>
                    <a:pt x="3179" y="1633"/>
                    <a:pt x="3293" y="1635"/>
                    <a:pt x="3406" y="1635"/>
                  </a:cubicBezTo>
                  <a:cubicBezTo>
                    <a:pt x="4595" y="1635"/>
                    <a:pt x="5734" y="1458"/>
                    <a:pt x="6509" y="1336"/>
                  </a:cubicBezTo>
                  <a:cubicBezTo>
                    <a:pt x="6927" y="1272"/>
                    <a:pt x="7305" y="1213"/>
                    <a:pt x="7510" y="1213"/>
                  </a:cubicBezTo>
                  <a:cubicBezTo>
                    <a:pt x="7598" y="1213"/>
                    <a:pt x="7655" y="1224"/>
                    <a:pt x="7667" y="1251"/>
                  </a:cubicBezTo>
                  <a:cubicBezTo>
                    <a:pt x="7684" y="1280"/>
                    <a:pt x="7684" y="1313"/>
                    <a:pt x="7667" y="1342"/>
                  </a:cubicBezTo>
                  <a:cubicBezTo>
                    <a:pt x="7605" y="1479"/>
                    <a:pt x="7259" y="1587"/>
                    <a:pt x="7129" y="1616"/>
                  </a:cubicBezTo>
                  <a:cubicBezTo>
                    <a:pt x="7093" y="1623"/>
                    <a:pt x="7098" y="1676"/>
                    <a:pt x="7133" y="1676"/>
                  </a:cubicBezTo>
                  <a:cubicBezTo>
                    <a:pt x="7136" y="1676"/>
                    <a:pt x="7139" y="1676"/>
                    <a:pt x="7142" y="1675"/>
                  </a:cubicBezTo>
                  <a:cubicBezTo>
                    <a:pt x="7167" y="1674"/>
                    <a:pt x="8423" y="1515"/>
                    <a:pt x="10014" y="1515"/>
                  </a:cubicBezTo>
                  <a:cubicBezTo>
                    <a:pt x="11585" y="1515"/>
                    <a:pt x="13482" y="1669"/>
                    <a:pt x="14842" y="2282"/>
                  </a:cubicBezTo>
                  <a:lnTo>
                    <a:pt x="14868" y="2227"/>
                  </a:lnTo>
                  <a:cubicBezTo>
                    <a:pt x="13498" y="1610"/>
                    <a:pt x="11590" y="1454"/>
                    <a:pt x="10012" y="1454"/>
                  </a:cubicBezTo>
                  <a:cubicBezTo>
                    <a:pt x="8869" y="1454"/>
                    <a:pt x="7899" y="1536"/>
                    <a:pt x="7432" y="1584"/>
                  </a:cubicBezTo>
                  <a:cubicBezTo>
                    <a:pt x="7557" y="1532"/>
                    <a:pt x="7684" y="1457"/>
                    <a:pt x="7723" y="1368"/>
                  </a:cubicBezTo>
                  <a:cubicBezTo>
                    <a:pt x="7746" y="1323"/>
                    <a:pt x="7746" y="1270"/>
                    <a:pt x="7723" y="1225"/>
                  </a:cubicBezTo>
                  <a:cubicBezTo>
                    <a:pt x="7699" y="1175"/>
                    <a:pt x="7627" y="1153"/>
                    <a:pt x="7496" y="1153"/>
                  </a:cubicBezTo>
                  <a:cubicBezTo>
                    <a:pt x="7302" y="1153"/>
                    <a:pt x="6980" y="1201"/>
                    <a:pt x="6499" y="1277"/>
                  </a:cubicBezTo>
                  <a:cubicBezTo>
                    <a:pt x="5683" y="1405"/>
                    <a:pt x="4591" y="1573"/>
                    <a:pt x="3421" y="1573"/>
                  </a:cubicBezTo>
                  <a:cubicBezTo>
                    <a:pt x="3304" y="1573"/>
                    <a:pt x="3187" y="1571"/>
                    <a:pt x="3068" y="1568"/>
                  </a:cubicBezTo>
                  <a:cubicBezTo>
                    <a:pt x="787" y="1496"/>
                    <a:pt x="62" y="17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71">
              <a:extLst>
                <a:ext uri="{FF2B5EF4-FFF2-40B4-BE49-F238E27FC236}">
                  <a16:creationId xmlns:a16="http://schemas.microsoft.com/office/drawing/2014/main" id="{A654D848-8D7F-A6C1-FFD2-85BCE6845A9F}"/>
                </a:ext>
              </a:extLst>
            </p:cNvPr>
            <p:cNvSpPr/>
            <p:nvPr/>
          </p:nvSpPr>
          <p:spPr>
            <a:xfrm>
              <a:off x="6183225" y="1892850"/>
              <a:ext cx="9525" cy="15325"/>
            </a:xfrm>
            <a:custGeom>
              <a:avLst/>
              <a:gdLst/>
              <a:ahLst/>
              <a:cxnLst/>
              <a:rect l="l" t="t" r="r" b="b"/>
              <a:pathLst>
                <a:path w="381" h="613" extrusionOk="0">
                  <a:moveTo>
                    <a:pt x="333" y="1"/>
                  </a:moveTo>
                  <a:cubicBezTo>
                    <a:pt x="328" y="1"/>
                    <a:pt x="323" y="2"/>
                    <a:pt x="317" y="5"/>
                  </a:cubicBezTo>
                  <a:cubicBezTo>
                    <a:pt x="304" y="15"/>
                    <a:pt x="1" y="211"/>
                    <a:pt x="46" y="586"/>
                  </a:cubicBezTo>
                  <a:cubicBezTo>
                    <a:pt x="46" y="603"/>
                    <a:pt x="59" y="612"/>
                    <a:pt x="76" y="612"/>
                  </a:cubicBezTo>
                  <a:lnTo>
                    <a:pt x="79" y="612"/>
                  </a:lnTo>
                  <a:cubicBezTo>
                    <a:pt x="95" y="612"/>
                    <a:pt x="108" y="596"/>
                    <a:pt x="105" y="580"/>
                  </a:cubicBezTo>
                  <a:cubicBezTo>
                    <a:pt x="66" y="243"/>
                    <a:pt x="340" y="67"/>
                    <a:pt x="350" y="57"/>
                  </a:cubicBezTo>
                  <a:cubicBezTo>
                    <a:pt x="380" y="41"/>
                    <a:pt x="362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71">
              <a:extLst>
                <a:ext uri="{FF2B5EF4-FFF2-40B4-BE49-F238E27FC236}">
                  <a16:creationId xmlns:a16="http://schemas.microsoft.com/office/drawing/2014/main" id="{D0DD8CE5-6DE1-E0E6-75D8-36EBF927EC88}"/>
                </a:ext>
              </a:extLst>
            </p:cNvPr>
            <p:cNvSpPr/>
            <p:nvPr/>
          </p:nvSpPr>
          <p:spPr>
            <a:xfrm>
              <a:off x="6322350" y="1906225"/>
              <a:ext cx="49075" cy="14175"/>
            </a:xfrm>
            <a:custGeom>
              <a:avLst/>
              <a:gdLst/>
              <a:ahLst/>
              <a:cxnLst/>
              <a:rect l="l" t="t" r="r" b="b"/>
              <a:pathLst>
                <a:path w="1963" h="567" extrusionOk="0">
                  <a:moveTo>
                    <a:pt x="852" y="0"/>
                  </a:moveTo>
                  <a:cubicBezTo>
                    <a:pt x="694" y="0"/>
                    <a:pt x="551" y="28"/>
                    <a:pt x="425" y="84"/>
                  </a:cubicBezTo>
                  <a:cubicBezTo>
                    <a:pt x="229" y="169"/>
                    <a:pt x="76" y="329"/>
                    <a:pt x="4" y="531"/>
                  </a:cubicBezTo>
                  <a:cubicBezTo>
                    <a:pt x="1" y="547"/>
                    <a:pt x="11" y="564"/>
                    <a:pt x="27" y="567"/>
                  </a:cubicBezTo>
                  <a:lnTo>
                    <a:pt x="33" y="567"/>
                  </a:lnTo>
                  <a:cubicBezTo>
                    <a:pt x="46" y="567"/>
                    <a:pt x="60" y="560"/>
                    <a:pt x="63" y="547"/>
                  </a:cubicBezTo>
                  <a:cubicBezTo>
                    <a:pt x="131" y="365"/>
                    <a:pt x="272" y="218"/>
                    <a:pt x="451" y="139"/>
                  </a:cubicBezTo>
                  <a:cubicBezTo>
                    <a:pt x="568" y="88"/>
                    <a:pt x="702" y="62"/>
                    <a:pt x="850" y="62"/>
                  </a:cubicBezTo>
                  <a:cubicBezTo>
                    <a:pt x="1144" y="62"/>
                    <a:pt x="1497" y="163"/>
                    <a:pt x="1907" y="365"/>
                  </a:cubicBezTo>
                  <a:cubicBezTo>
                    <a:pt x="1911" y="366"/>
                    <a:pt x="1915" y="367"/>
                    <a:pt x="1919" y="367"/>
                  </a:cubicBezTo>
                  <a:cubicBezTo>
                    <a:pt x="1947" y="367"/>
                    <a:pt x="1962" y="326"/>
                    <a:pt x="1936" y="309"/>
                  </a:cubicBezTo>
                  <a:cubicBezTo>
                    <a:pt x="1518" y="103"/>
                    <a:pt x="1156" y="0"/>
                    <a:pt x="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71">
              <a:extLst>
                <a:ext uri="{FF2B5EF4-FFF2-40B4-BE49-F238E27FC236}">
                  <a16:creationId xmlns:a16="http://schemas.microsoft.com/office/drawing/2014/main" id="{09BB8BC1-A06C-8A99-6EF9-F99B1872870B}"/>
                </a:ext>
              </a:extLst>
            </p:cNvPr>
            <p:cNvSpPr/>
            <p:nvPr/>
          </p:nvSpPr>
          <p:spPr>
            <a:xfrm>
              <a:off x="6331175" y="1928000"/>
              <a:ext cx="30825" cy="24975"/>
            </a:xfrm>
            <a:custGeom>
              <a:avLst/>
              <a:gdLst/>
              <a:ahLst/>
              <a:cxnLst/>
              <a:rect l="l" t="t" r="r" b="b"/>
              <a:pathLst>
                <a:path w="1233" h="999" extrusionOk="0">
                  <a:moveTo>
                    <a:pt x="786" y="1"/>
                  </a:moveTo>
                  <a:cubicBezTo>
                    <a:pt x="783" y="1"/>
                    <a:pt x="780" y="1"/>
                    <a:pt x="777" y="3"/>
                  </a:cubicBezTo>
                  <a:cubicBezTo>
                    <a:pt x="101" y="202"/>
                    <a:pt x="0" y="460"/>
                    <a:pt x="36" y="639"/>
                  </a:cubicBezTo>
                  <a:lnTo>
                    <a:pt x="36" y="643"/>
                  </a:lnTo>
                  <a:cubicBezTo>
                    <a:pt x="36" y="652"/>
                    <a:pt x="59" y="878"/>
                    <a:pt x="193" y="907"/>
                  </a:cubicBezTo>
                  <a:cubicBezTo>
                    <a:pt x="369" y="966"/>
                    <a:pt x="555" y="995"/>
                    <a:pt x="741" y="998"/>
                  </a:cubicBezTo>
                  <a:cubicBezTo>
                    <a:pt x="749" y="998"/>
                    <a:pt x="756" y="999"/>
                    <a:pt x="763" y="999"/>
                  </a:cubicBezTo>
                  <a:cubicBezTo>
                    <a:pt x="915" y="999"/>
                    <a:pt x="1064" y="966"/>
                    <a:pt x="1201" y="904"/>
                  </a:cubicBezTo>
                  <a:cubicBezTo>
                    <a:pt x="1233" y="887"/>
                    <a:pt x="1217" y="845"/>
                    <a:pt x="1189" y="845"/>
                  </a:cubicBezTo>
                  <a:cubicBezTo>
                    <a:pt x="1185" y="845"/>
                    <a:pt x="1180" y="846"/>
                    <a:pt x="1175" y="848"/>
                  </a:cubicBezTo>
                  <a:cubicBezTo>
                    <a:pt x="1039" y="914"/>
                    <a:pt x="886" y="936"/>
                    <a:pt x="743" y="936"/>
                  </a:cubicBezTo>
                  <a:cubicBezTo>
                    <a:pt x="460" y="936"/>
                    <a:pt x="214" y="850"/>
                    <a:pt x="209" y="848"/>
                  </a:cubicBezTo>
                  <a:cubicBezTo>
                    <a:pt x="131" y="829"/>
                    <a:pt x="101" y="688"/>
                    <a:pt x="95" y="636"/>
                  </a:cubicBezTo>
                  <a:lnTo>
                    <a:pt x="95" y="626"/>
                  </a:lnTo>
                  <a:cubicBezTo>
                    <a:pt x="56" y="407"/>
                    <a:pt x="304" y="205"/>
                    <a:pt x="793" y="62"/>
                  </a:cubicBezTo>
                  <a:cubicBezTo>
                    <a:pt x="810" y="55"/>
                    <a:pt x="820" y="39"/>
                    <a:pt x="813" y="22"/>
                  </a:cubicBezTo>
                  <a:cubicBezTo>
                    <a:pt x="810" y="10"/>
                    <a:pt x="798" y="1"/>
                    <a:pt x="7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71">
              <a:extLst>
                <a:ext uri="{FF2B5EF4-FFF2-40B4-BE49-F238E27FC236}">
                  <a16:creationId xmlns:a16="http://schemas.microsoft.com/office/drawing/2014/main" id="{F7FFC74F-3D91-6F9E-D589-414310D3DD33}"/>
                </a:ext>
              </a:extLst>
            </p:cNvPr>
            <p:cNvSpPr/>
            <p:nvPr/>
          </p:nvSpPr>
          <p:spPr>
            <a:xfrm>
              <a:off x="6325125" y="1960500"/>
              <a:ext cx="37200" cy="15725"/>
            </a:xfrm>
            <a:custGeom>
              <a:avLst/>
              <a:gdLst/>
              <a:ahLst/>
              <a:cxnLst/>
              <a:rect l="l" t="t" r="r" b="b"/>
              <a:pathLst>
                <a:path w="1488" h="629" extrusionOk="0">
                  <a:moveTo>
                    <a:pt x="324" y="1"/>
                  </a:moveTo>
                  <a:cubicBezTo>
                    <a:pt x="316" y="1"/>
                    <a:pt x="307" y="4"/>
                    <a:pt x="301" y="12"/>
                  </a:cubicBezTo>
                  <a:cubicBezTo>
                    <a:pt x="298" y="12"/>
                    <a:pt x="1" y="318"/>
                    <a:pt x="216" y="615"/>
                  </a:cubicBezTo>
                  <a:cubicBezTo>
                    <a:pt x="223" y="622"/>
                    <a:pt x="232" y="629"/>
                    <a:pt x="242" y="629"/>
                  </a:cubicBezTo>
                  <a:cubicBezTo>
                    <a:pt x="246" y="625"/>
                    <a:pt x="252" y="625"/>
                    <a:pt x="259" y="619"/>
                  </a:cubicBezTo>
                  <a:cubicBezTo>
                    <a:pt x="272" y="609"/>
                    <a:pt x="275" y="593"/>
                    <a:pt x="265" y="580"/>
                  </a:cubicBezTo>
                  <a:cubicBezTo>
                    <a:pt x="125" y="390"/>
                    <a:pt x="232" y="194"/>
                    <a:pt x="301" y="103"/>
                  </a:cubicBezTo>
                  <a:cubicBezTo>
                    <a:pt x="314" y="145"/>
                    <a:pt x="334" y="185"/>
                    <a:pt x="363" y="221"/>
                  </a:cubicBezTo>
                  <a:cubicBezTo>
                    <a:pt x="471" y="361"/>
                    <a:pt x="745" y="540"/>
                    <a:pt x="1440" y="619"/>
                  </a:cubicBezTo>
                  <a:cubicBezTo>
                    <a:pt x="1442" y="619"/>
                    <a:pt x="1444" y="619"/>
                    <a:pt x="1446" y="619"/>
                  </a:cubicBezTo>
                  <a:cubicBezTo>
                    <a:pt x="1483" y="619"/>
                    <a:pt x="1487" y="563"/>
                    <a:pt x="1447" y="557"/>
                  </a:cubicBezTo>
                  <a:cubicBezTo>
                    <a:pt x="856" y="491"/>
                    <a:pt x="595" y="354"/>
                    <a:pt x="468" y="243"/>
                  </a:cubicBezTo>
                  <a:cubicBezTo>
                    <a:pt x="343" y="132"/>
                    <a:pt x="353" y="41"/>
                    <a:pt x="353" y="34"/>
                  </a:cubicBezTo>
                  <a:cubicBezTo>
                    <a:pt x="355" y="15"/>
                    <a:pt x="340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71">
              <a:extLst>
                <a:ext uri="{FF2B5EF4-FFF2-40B4-BE49-F238E27FC236}">
                  <a16:creationId xmlns:a16="http://schemas.microsoft.com/office/drawing/2014/main" id="{19366E75-05E9-9032-8B78-8000BEC227D7}"/>
                </a:ext>
              </a:extLst>
            </p:cNvPr>
            <p:cNvSpPr/>
            <p:nvPr/>
          </p:nvSpPr>
          <p:spPr>
            <a:xfrm>
              <a:off x="6330425" y="1949125"/>
              <a:ext cx="6900" cy="12975"/>
            </a:xfrm>
            <a:custGeom>
              <a:avLst/>
              <a:gdLst/>
              <a:ahLst/>
              <a:cxnLst/>
              <a:rect l="l" t="t" r="r" b="b"/>
              <a:pathLst>
                <a:path w="276" h="519" extrusionOk="0">
                  <a:moveTo>
                    <a:pt x="231" y="0"/>
                  </a:moveTo>
                  <a:cubicBezTo>
                    <a:pt x="225" y="0"/>
                    <a:pt x="219" y="2"/>
                    <a:pt x="213" y="6"/>
                  </a:cubicBezTo>
                  <a:cubicBezTo>
                    <a:pt x="56" y="117"/>
                    <a:pt x="1" y="326"/>
                    <a:pt x="83" y="499"/>
                  </a:cubicBezTo>
                  <a:cubicBezTo>
                    <a:pt x="89" y="512"/>
                    <a:pt x="99" y="516"/>
                    <a:pt x="112" y="519"/>
                  </a:cubicBezTo>
                  <a:cubicBezTo>
                    <a:pt x="115" y="516"/>
                    <a:pt x="122" y="516"/>
                    <a:pt x="125" y="512"/>
                  </a:cubicBezTo>
                  <a:cubicBezTo>
                    <a:pt x="138" y="506"/>
                    <a:pt x="145" y="486"/>
                    <a:pt x="138" y="473"/>
                  </a:cubicBezTo>
                  <a:cubicBezTo>
                    <a:pt x="69" y="326"/>
                    <a:pt x="115" y="150"/>
                    <a:pt x="249" y="55"/>
                  </a:cubicBezTo>
                  <a:cubicBezTo>
                    <a:pt x="276" y="37"/>
                    <a:pt x="256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71">
              <a:extLst>
                <a:ext uri="{FF2B5EF4-FFF2-40B4-BE49-F238E27FC236}">
                  <a16:creationId xmlns:a16="http://schemas.microsoft.com/office/drawing/2014/main" id="{7C9F265E-CCDB-EA63-A156-D950BBAEDEA1}"/>
                </a:ext>
              </a:extLst>
            </p:cNvPr>
            <p:cNvSpPr/>
            <p:nvPr/>
          </p:nvSpPr>
          <p:spPr>
            <a:xfrm>
              <a:off x="6320075" y="1924950"/>
              <a:ext cx="13900" cy="15625"/>
            </a:xfrm>
            <a:custGeom>
              <a:avLst/>
              <a:gdLst/>
              <a:ahLst/>
              <a:cxnLst/>
              <a:rect l="l" t="t" r="r" b="b"/>
              <a:pathLst>
                <a:path w="556" h="625" extrusionOk="0">
                  <a:moveTo>
                    <a:pt x="46" y="1"/>
                  </a:moveTo>
                  <a:cubicBezTo>
                    <a:pt x="30" y="1"/>
                    <a:pt x="17" y="14"/>
                    <a:pt x="17" y="30"/>
                  </a:cubicBezTo>
                  <a:cubicBezTo>
                    <a:pt x="13" y="46"/>
                    <a:pt x="0" y="383"/>
                    <a:pt x="186" y="543"/>
                  </a:cubicBezTo>
                  <a:cubicBezTo>
                    <a:pt x="245" y="595"/>
                    <a:pt x="325" y="624"/>
                    <a:pt x="405" y="624"/>
                  </a:cubicBezTo>
                  <a:cubicBezTo>
                    <a:pt x="410" y="624"/>
                    <a:pt x="414" y="624"/>
                    <a:pt x="418" y="624"/>
                  </a:cubicBezTo>
                  <a:cubicBezTo>
                    <a:pt x="454" y="624"/>
                    <a:pt x="490" y="621"/>
                    <a:pt x="526" y="614"/>
                  </a:cubicBezTo>
                  <a:cubicBezTo>
                    <a:pt x="542" y="611"/>
                    <a:pt x="555" y="595"/>
                    <a:pt x="552" y="578"/>
                  </a:cubicBezTo>
                  <a:cubicBezTo>
                    <a:pt x="546" y="564"/>
                    <a:pt x="535" y="552"/>
                    <a:pt x="521" y="552"/>
                  </a:cubicBezTo>
                  <a:cubicBezTo>
                    <a:pt x="519" y="552"/>
                    <a:pt x="518" y="552"/>
                    <a:pt x="516" y="552"/>
                  </a:cubicBezTo>
                  <a:cubicBezTo>
                    <a:pt x="481" y="560"/>
                    <a:pt x="448" y="564"/>
                    <a:pt x="417" y="564"/>
                  </a:cubicBezTo>
                  <a:cubicBezTo>
                    <a:pt x="341" y="564"/>
                    <a:pt x="277" y="541"/>
                    <a:pt x="226" y="497"/>
                  </a:cubicBezTo>
                  <a:cubicBezTo>
                    <a:pt x="62" y="357"/>
                    <a:pt x="75" y="37"/>
                    <a:pt x="75" y="33"/>
                  </a:cubicBezTo>
                  <a:cubicBezTo>
                    <a:pt x="79" y="17"/>
                    <a:pt x="66" y="4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71">
              <a:extLst>
                <a:ext uri="{FF2B5EF4-FFF2-40B4-BE49-F238E27FC236}">
                  <a16:creationId xmlns:a16="http://schemas.microsoft.com/office/drawing/2014/main" id="{BA70DAA8-8F79-ECD7-86ED-1F1C2F39866E}"/>
                </a:ext>
              </a:extLst>
            </p:cNvPr>
            <p:cNvSpPr/>
            <p:nvPr/>
          </p:nvSpPr>
          <p:spPr>
            <a:xfrm>
              <a:off x="6300900" y="1797975"/>
              <a:ext cx="70325" cy="45650"/>
            </a:xfrm>
            <a:custGeom>
              <a:avLst/>
              <a:gdLst/>
              <a:ahLst/>
              <a:cxnLst/>
              <a:rect l="l" t="t" r="r" b="b"/>
              <a:pathLst>
                <a:path w="2813" h="1826" extrusionOk="0">
                  <a:moveTo>
                    <a:pt x="2771" y="1"/>
                  </a:moveTo>
                  <a:cubicBezTo>
                    <a:pt x="2770" y="1"/>
                    <a:pt x="2769" y="1"/>
                    <a:pt x="2768" y="1"/>
                  </a:cubicBezTo>
                  <a:cubicBezTo>
                    <a:pt x="235" y="468"/>
                    <a:pt x="13" y="1542"/>
                    <a:pt x="7" y="1587"/>
                  </a:cubicBezTo>
                  <a:lnTo>
                    <a:pt x="0" y="1623"/>
                  </a:lnTo>
                  <a:lnTo>
                    <a:pt x="36" y="1623"/>
                  </a:lnTo>
                  <a:cubicBezTo>
                    <a:pt x="212" y="1636"/>
                    <a:pt x="382" y="1705"/>
                    <a:pt x="519" y="1819"/>
                  </a:cubicBezTo>
                  <a:cubicBezTo>
                    <a:pt x="522" y="1822"/>
                    <a:pt x="528" y="1825"/>
                    <a:pt x="537" y="1825"/>
                  </a:cubicBezTo>
                  <a:lnTo>
                    <a:pt x="537" y="1825"/>
                  </a:lnTo>
                  <a:cubicBezTo>
                    <a:pt x="565" y="1824"/>
                    <a:pt x="578" y="1789"/>
                    <a:pt x="555" y="1770"/>
                  </a:cubicBezTo>
                  <a:cubicBezTo>
                    <a:pt x="418" y="1659"/>
                    <a:pt x="252" y="1587"/>
                    <a:pt x="75" y="1564"/>
                  </a:cubicBezTo>
                  <a:cubicBezTo>
                    <a:pt x="134" y="1378"/>
                    <a:pt x="536" y="474"/>
                    <a:pt x="2778" y="60"/>
                  </a:cubicBezTo>
                  <a:cubicBezTo>
                    <a:pt x="2813" y="50"/>
                    <a:pt x="2805" y="1"/>
                    <a:pt x="2771" y="1"/>
                  </a:cubicBezTo>
                  <a:close/>
                  <a:moveTo>
                    <a:pt x="537" y="1825"/>
                  </a:moveTo>
                  <a:cubicBezTo>
                    <a:pt x="537" y="1825"/>
                    <a:pt x="536" y="1825"/>
                    <a:pt x="536" y="1825"/>
                  </a:cubicBezTo>
                  <a:lnTo>
                    <a:pt x="539" y="1825"/>
                  </a:lnTo>
                  <a:cubicBezTo>
                    <a:pt x="538" y="1825"/>
                    <a:pt x="538" y="1825"/>
                    <a:pt x="537" y="18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71">
              <a:extLst>
                <a:ext uri="{FF2B5EF4-FFF2-40B4-BE49-F238E27FC236}">
                  <a16:creationId xmlns:a16="http://schemas.microsoft.com/office/drawing/2014/main" id="{753ED29F-0B7A-C0F2-103E-F3E4083A1F7C}"/>
                </a:ext>
              </a:extLst>
            </p:cNvPr>
            <p:cNvSpPr/>
            <p:nvPr/>
          </p:nvSpPr>
          <p:spPr>
            <a:xfrm>
              <a:off x="6206925" y="1714325"/>
              <a:ext cx="33450" cy="85400"/>
            </a:xfrm>
            <a:custGeom>
              <a:avLst/>
              <a:gdLst/>
              <a:ahLst/>
              <a:cxnLst/>
              <a:rect l="l" t="t" r="r" b="b"/>
              <a:pathLst>
                <a:path w="1338" h="3416" extrusionOk="0">
                  <a:moveTo>
                    <a:pt x="642" y="1"/>
                  </a:moveTo>
                  <a:cubicBezTo>
                    <a:pt x="618" y="1"/>
                    <a:pt x="597" y="29"/>
                    <a:pt x="619" y="53"/>
                  </a:cubicBezTo>
                  <a:cubicBezTo>
                    <a:pt x="626" y="60"/>
                    <a:pt x="1259" y="817"/>
                    <a:pt x="711" y="3275"/>
                  </a:cubicBezTo>
                  <a:cubicBezTo>
                    <a:pt x="603" y="3145"/>
                    <a:pt x="316" y="2795"/>
                    <a:pt x="58" y="2671"/>
                  </a:cubicBezTo>
                  <a:cubicBezTo>
                    <a:pt x="53" y="2669"/>
                    <a:pt x="49" y="2668"/>
                    <a:pt x="45" y="2668"/>
                  </a:cubicBezTo>
                  <a:cubicBezTo>
                    <a:pt x="16" y="2668"/>
                    <a:pt x="0" y="2712"/>
                    <a:pt x="32" y="2727"/>
                  </a:cubicBezTo>
                  <a:cubicBezTo>
                    <a:pt x="332" y="2874"/>
                    <a:pt x="698" y="3360"/>
                    <a:pt x="701" y="3363"/>
                  </a:cubicBezTo>
                  <a:lnTo>
                    <a:pt x="740" y="3415"/>
                  </a:lnTo>
                  <a:lnTo>
                    <a:pt x="756" y="3353"/>
                  </a:lnTo>
                  <a:cubicBezTo>
                    <a:pt x="1337" y="804"/>
                    <a:pt x="691" y="44"/>
                    <a:pt x="665" y="11"/>
                  </a:cubicBezTo>
                  <a:cubicBezTo>
                    <a:pt x="658" y="4"/>
                    <a:pt x="649" y="1"/>
                    <a:pt x="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71">
              <a:extLst>
                <a:ext uri="{FF2B5EF4-FFF2-40B4-BE49-F238E27FC236}">
                  <a16:creationId xmlns:a16="http://schemas.microsoft.com/office/drawing/2014/main" id="{C545EC71-58BA-32F0-F4C4-BA89630D6885}"/>
                </a:ext>
              </a:extLst>
            </p:cNvPr>
            <p:cNvSpPr/>
            <p:nvPr/>
          </p:nvSpPr>
          <p:spPr>
            <a:xfrm>
              <a:off x="5756450" y="1709450"/>
              <a:ext cx="636925" cy="274925"/>
            </a:xfrm>
            <a:custGeom>
              <a:avLst/>
              <a:gdLst/>
              <a:ahLst/>
              <a:cxnLst/>
              <a:rect l="l" t="t" r="r" b="b"/>
              <a:pathLst>
                <a:path w="25477" h="10997" extrusionOk="0">
                  <a:moveTo>
                    <a:pt x="18850" y="62"/>
                  </a:moveTo>
                  <a:cubicBezTo>
                    <a:pt x="19033" y="79"/>
                    <a:pt x="19245" y="542"/>
                    <a:pt x="19311" y="1078"/>
                  </a:cubicBezTo>
                  <a:cubicBezTo>
                    <a:pt x="19324" y="1189"/>
                    <a:pt x="19334" y="1322"/>
                    <a:pt x="19340" y="1463"/>
                  </a:cubicBezTo>
                  <a:cubicBezTo>
                    <a:pt x="19343" y="1476"/>
                    <a:pt x="19353" y="1489"/>
                    <a:pt x="19366" y="1492"/>
                  </a:cubicBezTo>
                  <a:lnTo>
                    <a:pt x="19389" y="1495"/>
                  </a:lnTo>
                  <a:lnTo>
                    <a:pt x="19500" y="1521"/>
                  </a:lnTo>
                  <a:cubicBezTo>
                    <a:pt x="21615" y="2024"/>
                    <a:pt x="22793" y="3672"/>
                    <a:pt x="22806" y="3689"/>
                  </a:cubicBezTo>
                  <a:cubicBezTo>
                    <a:pt x="22813" y="3699"/>
                    <a:pt x="22823" y="3702"/>
                    <a:pt x="22833" y="3702"/>
                  </a:cubicBezTo>
                  <a:cubicBezTo>
                    <a:pt x="23700" y="3646"/>
                    <a:pt x="24965" y="3574"/>
                    <a:pt x="25301" y="3574"/>
                  </a:cubicBezTo>
                  <a:cubicBezTo>
                    <a:pt x="25322" y="3574"/>
                    <a:pt x="25339" y="3574"/>
                    <a:pt x="25352" y="3575"/>
                  </a:cubicBezTo>
                  <a:cubicBezTo>
                    <a:pt x="25209" y="3787"/>
                    <a:pt x="23959" y="4968"/>
                    <a:pt x="23113" y="5748"/>
                  </a:cubicBezTo>
                  <a:cubicBezTo>
                    <a:pt x="23104" y="5758"/>
                    <a:pt x="23104" y="5774"/>
                    <a:pt x="23113" y="5788"/>
                  </a:cubicBezTo>
                  <a:cubicBezTo>
                    <a:pt x="23162" y="5850"/>
                    <a:pt x="23182" y="6440"/>
                    <a:pt x="23172" y="6966"/>
                  </a:cubicBezTo>
                  <a:cubicBezTo>
                    <a:pt x="23172" y="6979"/>
                    <a:pt x="23185" y="6992"/>
                    <a:pt x="23198" y="6995"/>
                  </a:cubicBezTo>
                  <a:cubicBezTo>
                    <a:pt x="23201" y="6995"/>
                    <a:pt x="23580" y="7070"/>
                    <a:pt x="24390" y="7697"/>
                  </a:cubicBezTo>
                  <a:cubicBezTo>
                    <a:pt x="25183" y="8311"/>
                    <a:pt x="25405" y="9584"/>
                    <a:pt x="25062" y="10269"/>
                  </a:cubicBezTo>
                  <a:cubicBezTo>
                    <a:pt x="24841" y="10712"/>
                    <a:pt x="24471" y="10932"/>
                    <a:pt x="23959" y="10932"/>
                  </a:cubicBezTo>
                  <a:cubicBezTo>
                    <a:pt x="23844" y="10932"/>
                    <a:pt x="23722" y="10921"/>
                    <a:pt x="23593" y="10899"/>
                  </a:cubicBezTo>
                  <a:cubicBezTo>
                    <a:pt x="23303" y="10853"/>
                    <a:pt x="23038" y="10710"/>
                    <a:pt x="22842" y="10491"/>
                  </a:cubicBezTo>
                  <a:cubicBezTo>
                    <a:pt x="22836" y="10484"/>
                    <a:pt x="22829" y="10478"/>
                    <a:pt x="22820" y="10478"/>
                  </a:cubicBezTo>
                  <a:lnTo>
                    <a:pt x="21024" y="10308"/>
                  </a:lnTo>
                  <a:cubicBezTo>
                    <a:pt x="21015" y="10308"/>
                    <a:pt x="21005" y="10311"/>
                    <a:pt x="20998" y="10318"/>
                  </a:cubicBezTo>
                  <a:cubicBezTo>
                    <a:pt x="20638" y="10722"/>
                    <a:pt x="20211" y="10853"/>
                    <a:pt x="19809" y="10853"/>
                  </a:cubicBezTo>
                  <a:cubicBezTo>
                    <a:pt x="19074" y="10853"/>
                    <a:pt x="18420" y="10415"/>
                    <a:pt x="18410" y="10406"/>
                  </a:cubicBezTo>
                  <a:cubicBezTo>
                    <a:pt x="18405" y="10403"/>
                    <a:pt x="18398" y="10401"/>
                    <a:pt x="18392" y="10401"/>
                  </a:cubicBezTo>
                  <a:cubicBezTo>
                    <a:pt x="18385" y="10401"/>
                    <a:pt x="18379" y="10403"/>
                    <a:pt x="18374" y="10406"/>
                  </a:cubicBezTo>
                  <a:cubicBezTo>
                    <a:pt x="18369" y="10411"/>
                    <a:pt x="17955" y="10740"/>
                    <a:pt x="15946" y="10740"/>
                  </a:cubicBezTo>
                  <a:cubicBezTo>
                    <a:pt x="15355" y="10740"/>
                    <a:pt x="14626" y="10711"/>
                    <a:pt x="13729" y="10638"/>
                  </a:cubicBezTo>
                  <a:cubicBezTo>
                    <a:pt x="13148" y="10590"/>
                    <a:pt x="12541" y="10570"/>
                    <a:pt x="11921" y="10570"/>
                  </a:cubicBezTo>
                  <a:cubicBezTo>
                    <a:pt x="10479" y="10570"/>
                    <a:pt x="8973" y="10676"/>
                    <a:pt x="7596" y="10772"/>
                  </a:cubicBezTo>
                  <a:cubicBezTo>
                    <a:pt x="6362" y="10858"/>
                    <a:pt x="5223" y="10937"/>
                    <a:pt x="4271" y="10937"/>
                  </a:cubicBezTo>
                  <a:cubicBezTo>
                    <a:pt x="3528" y="10937"/>
                    <a:pt x="2900" y="10889"/>
                    <a:pt x="2429" y="10759"/>
                  </a:cubicBezTo>
                  <a:cubicBezTo>
                    <a:pt x="546" y="10236"/>
                    <a:pt x="474" y="9665"/>
                    <a:pt x="314" y="8415"/>
                  </a:cubicBezTo>
                  <a:cubicBezTo>
                    <a:pt x="301" y="8298"/>
                    <a:pt x="285" y="8180"/>
                    <a:pt x="268" y="8053"/>
                  </a:cubicBezTo>
                  <a:cubicBezTo>
                    <a:pt x="66" y="6568"/>
                    <a:pt x="2083" y="4227"/>
                    <a:pt x="2106" y="4201"/>
                  </a:cubicBezTo>
                  <a:cubicBezTo>
                    <a:pt x="2106" y="4201"/>
                    <a:pt x="2106" y="4198"/>
                    <a:pt x="2109" y="4195"/>
                  </a:cubicBezTo>
                  <a:cubicBezTo>
                    <a:pt x="3128" y="2210"/>
                    <a:pt x="4887" y="1649"/>
                    <a:pt x="8079" y="627"/>
                  </a:cubicBezTo>
                  <a:cubicBezTo>
                    <a:pt x="8836" y="389"/>
                    <a:pt x="9622" y="265"/>
                    <a:pt x="10415" y="265"/>
                  </a:cubicBezTo>
                  <a:cubicBezTo>
                    <a:pt x="10425" y="265"/>
                    <a:pt x="10435" y="265"/>
                    <a:pt x="10446" y="265"/>
                  </a:cubicBezTo>
                  <a:cubicBezTo>
                    <a:pt x="12502" y="265"/>
                    <a:pt x="14010" y="1032"/>
                    <a:pt x="14030" y="1048"/>
                  </a:cubicBezTo>
                  <a:cubicBezTo>
                    <a:pt x="14033" y="1048"/>
                    <a:pt x="14036" y="1051"/>
                    <a:pt x="14043" y="1051"/>
                  </a:cubicBezTo>
                  <a:cubicBezTo>
                    <a:pt x="14046" y="1051"/>
                    <a:pt x="14093" y="1051"/>
                    <a:pt x="14177" y="1051"/>
                  </a:cubicBezTo>
                  <a:cubicBezTo>
                    <a:pt x="14656" y="1051"/>
                    <a:pt x="16330" y="1065"/>
                    <a:pt x="17920" y="1254"/>
                  </a:cubicBezTo>
                  <a:cubicBezTo>
                    <a:pt x="17923" y="1254"/>
                    <a:pt x="17925" y="1255"/>
                    <a:pt x="17927" y="1255"/>
                  </a:cubicBezTo>
                  <a:cubicBezTo>
                    <a:pt x="17937" y="1255"/>
                    <a:pt x="17944" y="1249"/>
                    <a:pt x="17950" y="1241"/>
                  </a:cubicBezTo>
                  <a:cubicBezTo>
                    <a:pt x="18674" y="147"/>
                    <a:pt x="18821" y="62"/>
                    <a:pt x="18850" y="62"/>
                  </a:cubicBezTo>
                  <a:close/>
                  <a:moveTo>
                    <a:pt x="18848" y="0"/>
                  </a:moveTo>
                  <a:cubicBezTo>
                    <a:pt x="18797" y="0"/>
                    <a:pt x="18658" y="56"/>
                    <a:pt x="17910" y="1189"/>
                  </a:cubicBezTo>
                  <a:cubicBezTo>
                    <a:pt x="16295" y="996"/>
                    <a:pt x="14599" y="986"/>
                    <a:pt x="14153" y="986"/>
                  </a:cubicBezTo>
                  <a:cubicBezTo>
                    <a:pt x="14099" y="986"/>
                    <a:pt x="14064" y="986"/>
                    <a:pt x="14049" y="986"/>
                  </a:cubicBezTo>
                  <a:cubicBezTo>
                    <a:pt x="13974" y="947"/>
                    <a:pt x="13292" y="611"/>
                    <a:pt x="12264" y="392"/>
                  </a:cubicBezTo>
                  <a:cubicBezTo>
                    <a:pt x="11775" y="288"/>
                    <a:pt x="11157" y="201"/>
                    <a:pt x="10459" y="201"/>
                  </a:cubicBezTo>
                  <a:cubicBezTo>
                    <a:pt x="9729" y="201"/>
                    <a:pt x="8912" y="296"/>
                    <a:pt x="8063" y="568"/>
                  </a:cubicBezTo>
                  <a:cubicBezTo>
                    <a:pt x="4858" y="1593"/>
                    <a:pt x="3088" y="2158"/>
                    <a:pt x="2057" y="4162"/>
                  </a:cubicBezTo>
                  <a:cubicBezTo>
                    <a:pt x="1943" y="4296"/>
                    <a:pt x="1" y="6558"/>
                    <a:pt x="210" y="8059"/>
                  </a:cubicBezTo>
                  <a:cubicBezTo>
                    <a:pt x="226" y="8187"/>
                    <a:pt x="242" y="8307"/>
                    <a:pt x="255" y="8418"/>
                  </a:cubicBezTo>
                  <a:cubicBezTo>
                    <a:pt x="418" y="9698"/>
                    <a:pt x="494" y="10282"/>
                    <a:pt x="2413" y="10814"/>
                  </a:cubicBezTo>
                  <a:cubicBezTo>
                    <a:pt x="2889" y="10948"/>
                    <a:pt x="3523" y="10997"/>
                    <a:pt x="4270" y="10997"/>
                  </a:cubicBezTo>
                  <a:cubicBezTo>
                    <a:pt x="5223" y="10997"/>
                    <a:pt x="6366" y="10915"/>
                    <a:pt x="7603" y="10830"/>
                  </a:cubicBezTo>
                  <a:cubicBezTo>
                    <a:pt x="8977" y="10735"/>
                    <a:pt x="10482" y="10629"/>
                    <a:pt x="11922" y="10629"/>
                  </a:cubicBezTo>
                  <a:cubicBezTo>
                    <a:pt x="12541" y="10629"/>
                    <a:pt x="13147" y="10649"/>
                    <a:pt x="13726" y="10697"/>
                  </a:cubicBezTo>
                  <a:cubicBezTo>
                    <a:pt x="14638" y="10771"/>
                    <a:pt x="15377" y="10800"/>
                    <a:pt x="15975" y="10800"/>
                  </a:cubicBezTo>
                  <a:cubicBezTo>
                    <a:pt x="17787" y="10800"/>
                    <a:pt x="18296" y="10534"/>
                    <a:pt x="18397" y="10465"/>
                  </a:cubicBezTo>
                  <a:cubicBezTo>
                    <a:pt x="18509" y="10538"/>
                    <a:pt x="19125" y="10911"/>
                    <a:pt x="19814" y="10911"/>
                  </a:cubicBezTo>
                  <a:cubicBezTo>
                    <a:pt x="20226" y="10911"/>
                    <a:pt x="20665" y="10778"/>
                    <a:pt x="21037" y="10367"/>
                  </a:cubicBezTo>
                  <a:lnTo>
                    <a:pt x="22806" y="10537"/>
                  </a:lnTo>
                  <a:cubicBezTo>
                    <a:pt x="23009" y="10762"/>
                    <a:pt x="23283" y="10909"/>
                    <a:pt x="23583" y="10958"/>
                  </a:cubicBezTo>
                  <a:cubicBezTo>
                    <a:pt x="23717" y="10981"/>
                    <a:pt x="23844" y="10993"/>
                    <a:pt x="23963" y="10993"/>
                  </a:cubicBezTo>
                  <a:cubicBezTo>
                    <a:pt x="24498" y="10993"/>
                    <a:pt x="24885" y="10760"/>
                    <a:pt x="25117" y="10295"/>
                  </a:cubicBezTo>
                  <a:cubicBezTo>
                    <a:pt x="25476" y="9574"/>
                    <a:pt x="25258" y="8288"/>
                    <a:pt x="24429" y="7645"/>
                  </a:cubicBezTo>
                  <a:cubicBezTo>
                    <a:pt x="23711" y="7093"/>
                    <a:pt x="23332" y="6966"/>
                    <a:pt x="23234" y="6940"/>
                  </a:cubicBezTo>
                  <a:cubicBezTo>
                    <a:pt x="23237" y="6721"/>
                    <a:pt x="23244" y="5951"/>
                    <a:pt x="23172" y="5771"/>
                  </a:cubicBezTo>
                  <a:cubicBezTo>
                    <a:pt x="23273" y="5680"/>
                    <a:pt x="23789" y="5203"/>
                    <a:pt x="24295" y="4720"/>
                  </a:cubicBezTo>
                  <a:cubicBezTo>
                    <a:pt x="25444" y="3627"/>
                    <a:pt x="25434" y="3575"/>
                    <a:pt x="25424" y="3542"/>
                  </a:cubicBezTo>
                  <a:cubicBezTo>
                    <a:pt x="25421" y="3529"/>
                    <a:pt x="25411" y="3519"/>
                    <a:pt x="25398" y="3516"/>
                  </a:cubicBezTo>
                  <a:cubicBezTo>
                    <a:pt x="25386" y="3512"/>
                    <a:pt x="25350" y="3511"/>
                    <a:pt x="25296" y="3511"/>
                  </a:cubicBezTo>
                  <a:cubicBezTo>
                    <a:pt x="24848" y="3511"/>
                    <a:pt x="23131" y="3619"/>
                    <a:pt x="22846" y="3637"/>
                  </a:cubicBezTo>
                  <a:cubicBezTo>
                    <a:pt x="22725" y="3473"/>
                    <a:pt x="21547" y="1943"/>
                    <a:pt x="19513" y="1459"/>
                  </a:cubicBezTo>
                  <a:lnTo>
                    <a:pt x="19402" y="1433"/>
                  </a:lnTo>
                  <a:cubicBezTo>
                    <a:pt x="19396" y="1300"/>
                    <a:pt x="19383" y="1175"/>
                    <a:pt x="19369" y="1068"/>
                  </a:cubicBezTo>
                  <a:cubicBezTo>
                    <a:pt x="19307" y="559"/>
                    <a:pt x="19099" y="20"/>
                    <a:pt x="18857" y="0"/>
                  </a:cubicBezTo>
                  <a:cubicBezTo>
                    <a:pt x="18854" y="0"/>
                    <a:pt x="18852" y="0"/>
                    <a:pt x="18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71">
              <a:extLst>
                <a:ext uri="{FF2B5EF4-FFF2-40B4-BE49-F238E27FC236}">
                  <a16:creationId xmlns:a16="http://schemas.microsoft.com/office/drawing/2014/main" id="{EB18CAC7-6F4D-DE6C-0E0B-FEE1D1691EA9}"/>
                </a:ext>
              </a:extLst>
            </p:cNvPr>
            <p:cNvSpPr/>
            <p:nvPr/>
          </p:nvSpPr>
          <p:spPr>
            <a:xfrm>
              <a:off x="6189575" y="1728175"/>
              <a:ext cx="21175" cy="18500"/>
            </a:xfrm>
            <a:custGeom>
              <a:avLst/>
              <a:gdLst/>
              <a:ahLst/>
              <a:cxnLst/>
              <a:rect l="l" t="t" r="r" b="b"/>
              <a:pathLst>
                <a:path w="847" h="740" extrusionOk="0">
                  <a:moveTo>
                    <a:pt x="44" y="1"/>
                  </a:moveTo>
                  <a:cubicBezTo>
                    <a:pt x="15" y="1"/>
                    <a:pt x="1" y="50"/>
                    <a:pt x="37" y="61"/>
                  </a:cubicBezTo>
                  <a:cubicBezTo>
                    <a:pt x="396" y="208"/>
                    <a:pt x="785" y="724"/>
                    <a:pt x="788" y="730"/>
                  </a:cubicBezTo>
                  <a:cubicBezTo>
                    <a:pt x="794" y="737"/>
                    <a:pt x="804" y="740"/>
                    <a:pt x="814" y="740"/>
                  </a:cubicBezTo>
                  <a:cubicBezTo>
                    <a:pt x="820" y="740"/>
                    <a:pt x="827" y="737"/>
                    <a:pt x="830" y="733"/>
                  </a:cubicBezTo>
                  <a:cubicBezTo>
                    <a:pt x="843" y="724"/>
                    <a:pt x="847" y="704"/>
                    <a:pt x="837" y="691"/>
                  </a:cubicBezTo>
                  <a:cubicBezTo>
                    <a:pt x="820" y="671"/>
                    <a:pt x="435" y="159"/>
                    <a:pt x="60" y="5"/>
                  </a:cubicBezTo>
                  <a:cubicBezTo>
                    <a:pt x="54" y="2"/>
                    <a:pt x="49" y="1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71">
              <a:extLst>
                <a:ext uri="{FF2B5EF4-FFF2-40B4-BE49-F238E27FC236}">
                  <a16:creationId xmlns:a16="http://schemas.microsoft.com/office/drawing/2014/main" id="{63B4D9B0-FEAE-DEB2-EA6A-6D0BF1D5645E}"/>
                </a:ext>
              </a:extLst>
            </p:cNvPr>
            <p:cNvSpPr/>
            <p:nvPr/>
          </p:nvSpPr>
          <p:spPr>
            <a:xfrm>
              <a:off x="6180300" y="1732125"/>
              <a:ext cx="26050" cy="9650"/>
            </a:xfrm>
            <a:custGeom>
              <a:avLst/>
              <a:gdLst/>
              <a:ahLst/>
              <a:cxnLst/>
              <a:rect l="l" t="t" r="r" b="b"/>
              <a:pathLst>
                <a:path w="1042" h="386" extrusionOk="0">
                  <a:moveTo>
                    <a:pt x="29" y="1"/>
                  </a:moveTo>
                  <a:cubicBezTo>
                    <a:pt x="13" y="1"/>
                    <a:pt x="0" y="14"/>
                    <a:pt x="0" y="30"/>
                  </a:cubicBezTo>
                  <a:cubicBezTo>
                    <a:pt x="0" y="50"/>
                    <a:pt x="13" y="63"/>
                    <a:pt x="29" y="63"/>
                  </a:cubicBezTo>
                  <a:cubicBezTo>
                    <a:pt x="35" y="63"/>
                    <a:pt x="41" y="63"/>
                    <a:pt x="47" y="63"/>
                  </a:cubicBezTo>
                  <a:cubicBezTo>
                    <a:pt x="438" y="63"/>
                    <a:pt x="979" y="376"/>
                    <a:pt x="986" y="379"/>
                  </a:cubicBezTo>
                  <a:cubicBezTo>
                    <a:pt x="989" y="383"/>
                    <a:pt x="996" y="386"/>
                    <a:pt x="999" y="386"/>
                  </a:cubicBezTo>
                  <a:lnTo>
                    <a:pt x="999" y="383"/>
                  </a:lnTo>
                  <a:cubicBezTo>
                    <a:pt x="1032" y="383"/>
                    <a:pt x="1041" y="344"/>
                    <a:pt x="1015" y="327"/>
                  </a:cubicBezTo>
                  <a:cubicBezTo>
                    <a:pt x="992" y="314"/>
                    <a:pt x="444" y="1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71">
              <a:extLst>
                <a:ext uri="{FF2B5EF4-FFF2-40B4-BE49-F238E27FC236}">
                  <a16:creationId xmlns:a16="http://schemas.microsoft.com/office/drawing/2014/main" id="{CF2D40DE-3033-48A4-F8B1-EB41A7029526}"/>
                </a:ext>
              </a:extLst>
            </p:cNvPr>
            <p:cNvSpPr/>
            <p:nvPr/>
          </p:nvSpPr>
          <p:spPr>
            <a:xfrm>
              <a:off x="6318550" y="1846950"/>
              <a:ext cx="27175" cy="6050"/>
            </a:xfrm>
            <a:custGeom>
              <a:avLst/>
              <a:gdLst/>
              <a:ahLst/>
              <a:cxnLst/>
              <a:rect l="l" t="t" r="r" b="b"/>
              <a:pathLst>
                <a:path w="1087" h="242" extrusionOk="0">
                  <a:moveTo>
                    <a:pt x="78" y="0"/>
                  </a:moveTo>
                  <a:cubicBezTo>
                    <a:pt x="60" y="0"/>
                    <a:pt x="48" y="0"/>
                    <a:pt x="45" y="0"/>
                  </a:cubicBezTo>
                  <a:cubicBezTo>
                    <a:pt x="44" y="0"/>
                    <a:pt x="43" y="0"/>
                    <a:pt x="42" y="0"/>
                  </a:cubicBezTo>
                  <a:cubicBezTo>
                    <a:pt x="1" y="0"/>
                    <a:pt x="0" y="63"/>
                    <a:pt x="39" y="63"/>
                  </a:cubicBezTo>
                  <a:cubicBezTo>
                    <a:pt x="41" y="63"/>
                    <a:pt x="43" y="63"/>
                    <a:pt x="45" y="62"/>
                  </a:cubicBezTo>
                  <a:cubicBezTo>
                    <a:pt x="46" y="62"/>
                    <a:pt x="56" y="62"/>
                    <a:pt x="74" y="62"/>
                  </a:cubicBezTo>
                  <a:cubicBezTo>
                    <a:pt x="203" y="62"/>
                    <a:pt x="736" y="72"/>
                    <a:pt x="1034" y="239"/>
                  </a:cubicBezTo>
                  <a:cubicBezTo>
                    <a:pt x="1041" y="239"/>
                    <a:pt x="1044" y="242"/>
                    <a:pt x="1050" y="242"/>
                  </a:cubicBezTo>
                  <a:cubicBezTo>
                    <a:pt x="1060" y="242"/>
                    <a:pt x="1073" y="235"/>
                    <a:pt x="1076" y="226"/>
                  </a:cubicBezTo>
                  <a:cubicBezTo>
                    <a:pt x="1086" y="209"/>
                    <a:pt x="1080" y="193"/>
                    <a:pt x="1067" y="183"/>
                  </a:cubicBezTo>
                  <a:cubicBezTo>
                    <a:pt x="753" y="10"/>
                    <a:pt x="21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71">
              <a:extLst>
                <a:ext uri="{FF2B5EF4-FFF2-40B4-BE49-F238E27FC236}">
                  <a16:creationId xmlns:a16="http://schemas.microsoft.com/office/drawing/2014/main" id="{7B9A5E38-D9D8-E417-733C-57183282A9B0}"/>
                </a:ext>
              </a:extLst>
            </p:cNvPr>
            <p:cNvSpPr/>
            <p:nvPr/>
          </p:nvSpPr>
          <p:spPr>
            <a:xfrm>
              <a:off x="6335650" y="1835300"/>
              <a:ext cx="27250" cy="6525"/>
            </a:xfrm>
            <a:custGeom>
              <a:avLst/>
              <a:gdLst/>
              <a:ahLst/>
              <a:cxnLst/>
              <a:rect l="l" t="t" r="r" b="b"/>
              <a:pathLst>
                <a:path w="1090" h="261" extrusionOk="0">
                  <a:moveTo>
                    <a:pt x="917" y="0"/>
                  </a:moveTo>
                  <a:cubicBezTo>
                    <a:pt x="532" y="0"/>
                    <a:pt x="57" y="193"/>
                    <a:pt x="33" y="202"/>
                  </a:cubicBezTo>
                  <a:cubicBezTo>
                    <a:pt x="1" y="215"/>
                    <a:pt x="11" y="261"/>
                    <a:pt x="47" y="261"/>
                  </a:cubicBezTo>
                  <a:cubicBezTo>
                    <a:pt x="50" y="261"/>
                    <a:pt x="53" y="261"/>
                    <a:pt x="56" y="257"/>
                  </a:cubicBezTo>
                  <a:cubicBezTo>
                    <a:pt x="62" y="257"/>
                    <a:pt x="539" y="62"/>
                    <a:pt x="915" y="62"/>
                  </a:cubicBezTo>
                  <a:cubicBezTo>
                    <a:pt x="960" y="62"/>
                    <a:pt x="1004" y="65"/>
                    <a:pt x="1045" y="71"/>
                  </a:cubicBezTo>
                  <a:cubicBezTo>
                    <a:pt x="1046" y="71"/>
                    <a:pt x="1047" y="72"/>
                    <a:pt x="1048" y="72"/>
                  </a:cubicBezTo>
                  <a:cubicBezTo>
                    <a:pt x="1082" y="72"/>
                    <a:pt x="1090" y="19"/>
                    <a:pt x="1052" y="9"/>
                  </a:cubicBezTo>
                  <a:cubicBezTo>
                    <a:pt x="1009" y="3"/>
                    <a:pt x="963" y="0"/>
                    <a:pt x="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71">
              <a:extLst>
                <a:ext uri="{FF2B5EF4-FFF2-40B4-BE49-F238E27FC236}">
                  <a16:creationId xmlns:a16="http://schemas.microsoft.com/office/drawing/2014/main" id="{1DF76672-7AF2-E92C-7BA9-71EC2CECEBDA}"/>
                </a:ext>
              </a:extLst>
            </p:cNvPr>
            <p:cNvSpPr/>
            <p:nvPr/>
          </p:nvSpPr>
          <p:spPr>
            <a:xfrm>
              <a:off x="6324425" y="1847450"/>
              <a:ext cx="23425" cy="15525"/>
            </a:xfrm>
            <a:custGeom>
              <a:avLst/>
              <a:gdLst/>
              <a:ahLst/>
              <a:cxnLst/>
              <a:rect l="l" t="t" r="r" b="b"/>
              <a:pathLst>
                <a:path w="937" h="621" extrusionOk="0">
                  <a:moveTo>
                    <a:pt x="45" y="0"/>
                  </a:moveTo>
                  <a:cubicBezTo>
                    <a:pt x="14" y="0"/>
                    <a:pt x="1" y="47"/>
                    <a:pt x="35" y="59"/>
                  </a:cubicBezTo>
                  <a:cubicBezTo>
                    <a:pt x="42" y="62"/>
                    <a:pt x="639" y="300"/>
                    <a:pt x="877" y="607"/>
                  </a:cubicBezTo>
                  <a:cubicBezTo>
                    <a:pt x="884" y="617"/>
                    <a:pt x="894" y="620"/>
                    <a:pt x="904" y="620"/>
                  </a:cubicBezTo>
                  <a:cubicBezTo>
                    <a:pt x="910" y="620"/>
                    <a:pt x="917" y="617"/>
                    <a:pt x="920" y="610"/>
                  </a:cubicBezTo>
                  <a:cubicBezTo>
                    <a:pt x="933" y="600"/>
                    <a:pt x="936" y="584"/>
                    <a:pt x="926" y="571"/>
                  </a:cubicBezTo>
                  <a:cubicBezTo>
                    <a:pt x="678" y="251"/>
                    <a:pt x="84" y="13"/>
                    <a:pt x="58" y="3"/>
                  </a:cubicBezTo>
                  <a:cubicBezTo>
                    <a:pt x="53" y="1"/>
                    <a:pt x="49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71">
              <a:extLst>
                <a:ext uri="{FF2B5EF4-FFF2-40B4-BE49-F238E27FC236}">
                  <a16:creationId xmlns:a16="http://schemas.microsoft.com/office/drawing/2014/main" id="{7544F167-2F49-F96B-6E65-A9745B4665C9}"/>
                </a:ext>
              </a:extLst>
            </p:cNvPr>
            <p:cNvSpPr/>
            <p:nvPr/>
          </p:nvSpPr>
          <p:spPr>
            <a:xfrm>
              <a:off x="6061150" y="1708750"/>
              <a:ext cx="16825" cy="18500"/>
            </a:xfrm>
            <a:custGeom>
              <a:avLst/>
              <a:gdLst/>
              <a:ahLst/>
              <a:cxnLst/>
              <a:rect l="l" t="t" r="r" b="b"/>
              <a:pathLst>
                <a:path w="673" h="740" extrusionOk="0">
                  <a:moveTo>
                    <a:pt x="642" y="0"/>
                  </a:moveTo>
                  <a:cubicBezTo>
                    <a:pt x="636" y="0"/>
                    <a:pt x="630" y="2"/>
                    <a:pt x="624" y="6"/>
                  </a:cubicBezTo>
                  <a:cubicBezTo>
                    <a:pt x="601" y="22"/>
                    <a:pt x="1" y="433"/>
                    <a:pt x="1" y="707"/>
                  </a:cubicBezTo>
                  <a:cubicBezTo>
                    <a:pt x="1" y="724"/>
                    <a:pt x="14" y="740"/>
                    <a:pt x="30" y="740"/>
                  </a:cubicBezTo>
                  <a:cubicBezTo>
                    <a:pt x="46" y="737"/>
                    <a:pt x="59" y="724"/>
                    <a:pt x="59" y="707"/>
                  </a:cubicBezTo>
                  <a:cubicBezTo>
                    <a:pt x="59" y="505"/>
                    <a:pt x="490" y="169"/>
                    <a:pt x="657" y="55"/>
                  </a:cubicBezTo>
                  <a:cubicBezTo>
                    <a:pt x="670" y="45"/>
                    <a:pt x="673" y="28"/>
                    <a:pt x="666" y="15"/>
                  </a:cubicBezTo>
                  <a:cubicBezTo>
                    <a:pt x="660" y="5"/>
                    <a:pt x="65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71">
              <a:extLst>
                <a:ext uri="{FF2B5EF4-FFF2-40B4-BE49-F238E27FC236}">
                  <a16:creationId xmlns:a16="http://schemas.microsoft.com/office/drawing/2014/main" id="{A40F23D5-3825-A558-3A50-48CC5062517A}"/>
                </a:ext>
              </a:extLst>
            </p:cNvPr>
            <p:cNvSpPr/>
            <p:nvPr/>
          </p:nvSpPr>
          <p:spPr>
            <a:xfrm>
              <a:off x="6041000" y="1706825"/>
              <a:ext cx="11525" cy="19625"/>
            </a:xfrm>
            <a:custGeom>
              <a:avLst/>
              <a:gdLst/>
              <a:ahLst/>
              <a:cxnLst/>
              <a:rect l="l" t="t" r="r" b="b"/>
              <a:pathLst>
                <a:path w="461" h="785" extrusionOk="0">
                  <a:moveTo>
                    <a:pt x="36" y="1"/>
                  </a:moveTo>
                  <a:cubicBezTo>
                    <a:pt x="28" y="1"/>
                    <a:pt x="20" y="4"/>
                    <a:pt x="13" y="11"/>
                  </a:cubicBezTo>
                  <a:cubicBezTo>
                    <a:pt x="0" y="21"/>
                    <a:pt x="0" y="40"/>
                    <a:pt x="13" y="53"/>
                  </a:cubicBezTo>
                  <a:cubicBezTo>
                    <a:pt x="17" y="60"/>
                    <a:pt x="392" y="438"/>
                    <a:pt x="310" y="745"/>
                  </a:cubicBezTo>
                  <a:cubicBezTo>
                    <a:pt x="307" y="762"/>
                    <a:pt x="317" y="778"/>
                    <a:pt x="333" y="784"/>
                  </a:cubicBezTo>
                  <a:lnTo>
                    <a:pt x="340" y="784"/>
                  </a:lnTo>
                  <a:cubicBezTo>
                    <a:pt x="356" y="784"/>
                    <a:pt x="366" y="775"/>
                    <a:pt x="369" y="762"/>
                  </a:cubicBezTo>
                  <a:cubicBezTo>
                    <a:pt x="461" y="419"/>
                    <a:pt x="72" y="27"/>
                    <a:pt x="56" y="11"/>
                  </a:cubicBezTo>
                  <a:cubicBezTo>
                    <a:pt x="51" y="4"/>
                    <a:pt x="44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71">
              <a:extLst>
                <a:ext uri="{FF2B5EF4-FFF2-40B4-BE49-F238E27FC236}">
                  <a16:creationId xmlns:a16="http://schemas.microsoft.com/office/drawing/2014/main" id="{A03B1D98-0E34-0279-B437-21A6553A03BE}"/>
                </a:ext>
              </a:extLst>
            </p:cNvPr>
            <p:cNvSpPr/>
            <p:nvPr/>
          </p:nvSpPr>
          <p:spPr>
            <a:xfrm>
              <a:off x="5801100" y="1803450"/>
              <a:ext cx="8750" cy="23200"/>
            </a:xfrm>
            <a:custGeom>
              <a:avLst/>
              <a:gdLst/>
              <a:ahLst/>
              <a:cxnLst/>
              <a:rect l="l" t="t" r="r" b="b"/>
              <a:pathLst>
                <a:path w="350" h="928" extrusionOk="0">
                  <a:moveTo>
                    <a:pt x="34" y="0"/>
                  </a:moveTo>
                  <a:cubicBezTo>
                    <a:pt x="33" y="0"/>
                    <a:pt x="31" y="0"/>
                    <a:pt x="29" y="1"/>
                  </a:cubicBezTo>
                  <a:cubicBezTo>
                    <a:pt x="10" y="1"/>
                    <a:pt x="0" y="14"/>
                    <a:pt x="0" y="33"/>
                  </a:cubicBezTo>
                  <a:cubicBezTo>
                    <a:pt x="3" y="63"/>
                    <a:pt x="62" y="787"/>
                    <a:pt x="300" y="924"/>
                  </a:cubicBezTo>
                  <a:cubicBezTo>
                    <a:pt x="304" y="924"/>
                    <a:pt x="310" y="928"/>
                    <a:pt x="317" y="928"/>
                  </a:cubicBezTo>
                  <a:cubicBezTo>
                    <a:pt x="327" y="928"/>
                    <a:pt x="336" y="921"/>
                    <a:pt x="343" y="911"/>
                  </a:cubicBezTo>
                  <a:cubicBezTo>
                    <a:pt x="349" y="895"/>
                    <a:pt x="346" y="879"/>
                    <a:pt x="330" y="869"/>
                  </a:cubicBezTo>
                  <a:cubicBezTo>
                    <a:pt x="157" y="771"/>
                    <a:pt x="75" y="229"/>
                    <a:pt x="62" y="27"/>
                  </a:cubicBezTo>
                  <a:cubicBezTo>
                    <a:pt x="59" y="12"/>
                    <a:pt x="48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71">
              <a:extLst>
                <a:ext uri="{FF2B5EF4-FFF2-40B4-BE49-F238E27FC236}">
                  <a16:creationId xmlns:a16="http://schemas.microsoft.com/office/drawing/2014/main" id="{73D6CB34-C78E-166E-086F-D5841C9780E3}"/>
                </a:ext>
              </a:extLst>
            </p:cNvPr>
            <p:cNvSpPr/>
            <p:nvPr/>
          </p:nvSpPr>
          <p:spPr>
            <a:xfrm>
              <a:off x="5781575" y="1831975"/>
              <a:ext cx="21425" cy="4950"/>
            </a:xfrm>
            <a:custGeom>
              <a:avLst/>
              <a:gdLst/>
              <a:ahLst/>
              <a:cxnLst/>
              <a:rect l="l" t="t" r="r" b="b"/>
              <a:pathLst>
                <a:path w="857" h="198" extrusionOk="0">
                  <a:moveTo>
                    <a:pt x="395" y="0"/>
                  </a:moveTo>
                  <a:cubicBezTo>
                    <a:pt x="209" y="0"/>
                    <a:pt x="48" y="44"/>
                    <a:pt x="37" y="48"/>
                  </a:cubicBezTo>
                  <a:cubicBezTo>
                    <a:pt x="1" y="57"/>
                    <a:pt x="9" y="108"/>
                    <a:pt x="41" y="108"/>
                  </a:cubicBezTo>
                  <a:cubicBezTo>
                    <a:pt x="44" y="108"/>
                    <a:pt x="47" y="107"/>
                    <a:pt x="50" y="106"/>
                  </a:cubicBezTo>
                  <a:cubicBezTo>
                    <a:pt x="54" y="105"/>
                    <a:pt x="215" y="60"/>
                    <a:pt x="397" y="60"/>
                  </a:cubicBezTo>
                  <a:cubicBezTo>
                    <a:pt x="542" y="60"/>
                    <a:pt x="700" y="88"/>
                    <a:pt x="801" y="188"/>
                  </a:cubicBezTo>
                  <a:cubicBezTo>
                    <a:pt x="807" y="195"/>
                    <a:pt x="814" y="198"/>
                    <a:pt x="820" y="198"/>
                  </a:cubicBezTo>
                  <a:cubicBezTo>
                    <a:pt x="830" y="198"/>
                    <a:pt x="837" y="195"/>
                    <a:pt x="843" y="188"/>
                  </a:cubicBezTo>
                  <a:cubicBezTo>
                    <a:pt x="856" y="178"/>
                    <a:pt x="856" y="159"/>
                    <a:pt x="843" y="146"/>
                  </a:cubicBezTo>
                  <a:cubicBezTo>
                    <a:pt x="728" y="32"/>
                    <a:pt x="553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71">
              <a:extLst>
                <a:ext uri="{FF2B5EF4-FFF2-40B4-BE49-F238E27FC236}">
                  <a16:creationId xmlns:a16="http://schemas.microsoft.com/office/drawing/2014/main" id="{C382D1CD-14BF-BC75-3ABA-3C9C7E5217BE}"/>
                </a:ext>
              </a:extLst>
            </p:cNvPr>
            <p:cNvSpPr/>
            <p:nvPr/>
          </p:nvSpPr>
          <p:spPr>
            <a:xfrm>
              <a:off x="6037575" y="1850125"/>
              <a:ext cx="16900" cy="18475"/>
            </a:xfrm>
            <a:custGeom>
              <a:avLst/>
              <a:gdLst/>
              <a:ahLst/>
              <a:cxnLst/>
              <a:rect l="l" t="t" r="r" b="b"/>
              <a:pathLst>
                <a:path w="676" h="739" extrusionOk="0">
                  <a:moveTo>
                    <a:pt x="641" y="1"/>
                  </a:moveTo>
                  <a:cubicBezTo>
                    <a:pt x="636" y="1"/>
                    <a:pt x="631" y="2"/>
                    <a:pt x="627" y="4"/>
                  </a:cubicBezTo>
                  <a:cubicBezTo>
                    <a:pt x="601" y="23"/>
                    <a:pt x="0" y="431"/>
                    <a:pt x="0" y="709"/>
                  </a:cubicBezTo>
                  <a:cubicBezTo>
                    <a:pt x="0" y="725"/>
                    <a:pt x="13" y="738"/>
                    <a:pt x="30" y="738"/>
                  </a:cubicBezTo>
                  <a:cubicBezTo>
                    <a:pt x="46" y="738"/>
                    <a:pt x="59" y="722"/>
                    <a:pt x="59" y="706"/>
                  </a:cubicBezTo>
                  <a:cubicBezTo>
                    <a:pt x="59" y="503"/>
                    <a:pt x="493" y="167"/>
                    <a:pt x="660" y="53"/>
                  </a:cubicBezTo>
                  <a:cubicBezTo>
                    <a:pt x="673" y="43"/>
                    <a:pt x="676" y="27"/>
                    <a:pt x="666" y="14"/>
                  </a:cubicBezTo>
                  <a:cubicBezTo>
                    <a:pt x="660" y="5"/>
                    <a:pt x="650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71">
              <a:extLst>
                <a:ext uri="{FF2B5EF4-FFF2-40B4-BE49-F238E27FC236}">
                  <a16:creationId xmlns:a16="http://schemas.microsoft.com/office/drawing/2014/main" id="{1B5FA1E4-0BF0-47AD-97F7-256085434FB3}"/>
                </a:ext>
              </a:extLst>
            </p:cNvPr>
            <p:cNvSpPr/>
            <p:nvPr/>
          </p:nvSpPr>
          <p:spPr>
            <a:xfrm>
              <a:off x="6017500" y="1848175"/>
              <a:ext cx="11525" cy="19600"/>
            </a:xfrm>
            <a:custGeom>
              <a:avLst/>
              <a:gdLst/>
              <a:ahLst/>
              <a:cxnLst/>
              <a:rect l="l" t="t" r="r" b="b"/>
              <a:pathLst>
                <a:path w="461" h="784" extrusionOk="0">
                  <a:moveTo>
                    <a:pt x="33" y="0"/>
                  </a:moveTo>
                  <a:cubicBezTo>
                    <a:pt x="25" y="0"/>
                    <a:pt x="17" y="4"/>
                    <a:pt x="10" y="10"/>
                  </a:cubicBezTo>
                  <a:cubicBezTo>
                    <a:pt x="0" y="23"/>
                    <a:pt x="0" y="39"/>
                    <a:pt x="10" y="52"/>
                  </a:cubicBezTo>
                  <a:cubicBezTo>
                    <a:pt x="13" y="59"/>
                    <a:pt x="392" y="441"/>
                    <a:pt x="310" y="748"/>
                  </a:cubicBezTo>
                  <a:cubicBezTo>
                    <a:pt x="304" y="764"/>
                    <a:pt x="314" y="780"/>
                    <a:pt x="330" y="784"/>
                  </a:cubicBezTo>
                  <a:lnTo>
                    <a:pt x="340" y="784"/>
                  </a:lnTo>
                  <a:cubicBezTo>
                    <a:pt x="353" y="784"/>
                    <a:pt x="366" y="774"/>
                    <a:pt x="369" y="761"/>
                  </a:cubicBezTo>
                  <a:cubicBezTo>
                    <a:pt x="461" y="418"/>
                    <a:pt x="72" y="26"/>
                    <a:pt x="56" y="10"/>
                  </a:cubicBezTo>
                  <a:cubicBezTo>
                    <a:pt x="49" y="4"/>
                    <a:pt x="41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71">
              <a:extLst>
                <a:ext uri="{FF2B5EF4-FFF2-40B4-BE49-F238E27FC236}">
                  <a16:creationId xmlns:a16="http://schemas.microsoft.com/office/drawing/2014/main" id="{90F04740-F34D-70A2-CFD5-8D597DC745AA}"/>
                </a:ext>
              </a:extLst>
            </p:cNvPr>
            <p:cNvSpPr/>
            <p:nvPr/>
          </p:nvSpPr>
          <p:spPr>
            <a:xfrm>
              <a:off x="5853825" y="1798075"/>
              <a:ext cx="21050" cy="18550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43" y="1"/>
                  </a:moveTo>
                  <a:cubicBezTo>
                    <a:pt x="15" y="1"/>
                    <a:pt x="1" y="47"/>
                    <a:pt x="32" y="59"/>
                  </a:cubicBezTo>
                  <a:cubicBezTo>
                    <a:pt x="391" y="209"/>
                    <a:pt x="780" y="722"/>
                    <a:pt x="786" y="728"/>
                  </a:cubicBezTo>
                  <a:cubicBezTo>
                    <a:pt x="790" y="735"/>
                    <a:pt x="799" y="738"/>
                    <a:pt x="809" y="741"/>
                  </a:cubicBezTo>
                  <a:cubicBezTo>
                    <a:pt x="816" y="738"/>
                    <a:pt x="822" y="735"/>
                    <a:pt x="829" y="731"/>
                  </a:cubicBezTo>
                  <a:cubicBezTo>
                    <a:pt x="842" y="722"/>
                    <a:pt x="842" y="705"/>
                    <a:pt x="835" y="692"/>
                  </a:cubicBezTo>
                  <a:cubicBezTo>
                    <a:pt x="819" y="669"/>
                    <a:pt x="431" y="157"/>
                    <a:pt x="55" y="3"/>
                  </a:cubicBezTo>
                  <a:cubicBezTo>
                    <a:pt x="51" y="1"/>
                    <a:pt x="47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71">
              <a:extLst>
                <a:ext uri="{FF2B5EF4-FFF2-40B4-BE49-F238E27FC236}">
                  <a16:creationId xmlns:a16="http://schemas.microsoft.com/office/drawing/2014/main" id="{E774710A-ED27-F6EA-BAC1-DCF843B84903}"/>
                </a:ext>
              </a:extLst>
            </p:cNvPr>
            <p:cNvSpPr/>
            <p:nvPr/>
          </p:nvSpPr>
          <p:spPr>
            <a:xfrm>
              <a:off x="5946500" y="1709875"/>
              <a:ext cx="8350" cy="26525"/>
            </a:xfrm>
            <a:custGeom>
              <a:avLst/>
              <a:gdLst/>
              <a:ahLst/>
              <a:cxnLst/>
              <a:rect l="l" t="t" r="r" b="b"/>
              <a:pathLst>
                <a:path w="334" h="1061" extrusionOk="0">
                  <a:moveTo>
                    <a:pt x="298" y="1"/>
                  </a:moveTo>
                  <a:cubicBezTo>
                    <a:pt x="287" y="1"/>
                    <a:pt x="276" y="7"/>
                    <a:pt x="272" y="19"/>
                  </a:cubicBezTo>
                  <a:cubicBezTo>
                    <a:pt x="258" y="42"/>
                    <a:pt x="1" y="630"/>
                    <a:pt x="50" y="1031"/>
                  </a:cubicBezTo>
                  <a:cubicBezTo>
                    <a:pt x="53" y="1048"/>
                    <a:pt x="66" y="1061"/>
                    <a:pt x="79" y="1061"/>
                  </a:cubicBezTo>
                  <a:lnTo>
                    <a:pt x="85" y="1061"/>
                  </a:lnTo>
                  <a:cubicBezTo>
                    <a:pt x="102" y="1057"/>
                    <a:pt x="112" y="1041"/>
                    <a:pt x="112" y="1025"/>
                  </a:cubicBezTo>
                  <a:cubicBezTo>
                    <a:pt x="66" y="640"/>
                    <a:pt x="324" y="49"/>
                    <a:pt x="327" y="42"/>
                  </a:cubicBezTo>
                  <a:cubicBezTo>
                    <a:pt x="334" y="26"/>
                    <a:pt x="327" y="10"/>
                    <a:pt x="311" y="3"/>
                  </a:cubicBezTo>
                  <a:cubicBezTo>
                    <a:pt x="306" y="1"/>
                    <a:pt x="30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71">
              <a:extLst>
                <a:ext uri="{FF2B5EF4-FFF2-40B4-BE49-F238E27FC236}">
                  <a16:creationId xmlns:a16="http://schemas.microsoft.com/office/drawing/2014/main" id="{AC8CEBFA-EF32-3EDD-9940-D991826CE589}"/>
                </a:ext>
              </a:extLst>
            </p:cNvPr>
            <p:cNvSpPr/>
            <p:nvPr/>
          </p:nvSpPr>
          <p:spPr>
            <a:xfrm>
              <a:off x="6125125" y="1922775"/>
              <a:ext cx="9375" cy="16000"/>
            </a:xfrm>
            <a:custGeom>
              <a:avLst/>
              <a:gdLst/>
              <a:ahLst/>
              <a:cxnLst/>
              <a:rect l="l" t="t" r="r" b="b"/>
              <a:pathLst>
                <a:path w="375" h="640" extrusionOk="0">
                  <a:moveTo>
                    <a:pt x="329" y="0"/>
                  </a:moveTo>
                  <a:cubicBezTo>
                    <a:pt x="320" y="0"/>
                    <a:pt x="311" y="5"/>
                    <a:pt x="304" y="16"/>
                  </a:cubicBezTo>
                  <a:cubicBezTo>
                    <a:pt x="294" y="32"/>
                    <a:pt x="27" y="388"/>
                    <a:pt x="4" y="607"/>
                  </a:cubicBezTo>
                  <a:cubicBezTo>
                    <a:pt x="1" y="623"/>
                    <a:pt x="14" y="636"/>
                    <a:pt x="30" y="639"/>
                  </a:cubicBezTo>
                  <a:lnTo>
                    <a:pt x="33" y="639"/>
                  </a:lnTo>
                  <a:cubicBezTo>
                    <a:pt x="50" y="639"/>
                    <a:pt x="63" y="626"/>
                    <a:pt x="66" y="613"/>
                  </a:cubicBezTo>
                  <a:cubicBezTo>
                    <a:pt x="85" y="414"/>
                    <a:pt x="350" y="58"/>
                    <a:pt x="353" y="55"/>
                  </a:cubicBezTo>
                  <a:cubicBezTo>
                    <a:pt x="374" y="29"/>
                    <a:pt x="352" y="0"/>
                    <a:pt x="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71">
              <a:extLst>
                <a:ext uri="{FF2B5EF4-FFF2-40B4-BE49-F238E27FC236}">
                  <a16:creationId xmlns:a16="http://schemas.microsoft.com/office/drawing/2014/main" id="{1C4488AD-DBE8-4030-F2F3-190B6C75DA94}"/>
                </a:ext>
              </a:extLst>
            </p:cNvPr>
            <p:cNvSpPr/>
            <p:nvPr/>
          </p:nvSpPr>
          <p:spPr>
            <a:xfrm>
              <a:off x="6041150" y="1857375"/>
              <a:ext cx="18550" cy="12525"/>
            </a:xfrm>
            <a:custGeom>
              <a:avLst/>
              <a:gdLst/>
              <a:ahLst/>
              <a:cxnLst/>
              <a:rect l="l" t="t" r="r" b="b"/>
              <a:pathLst>
                <a:path w="742" h="501" extrusionOk="0">
                  <a:moveTo>
                    <a:pt x="707" y="0"/>
                  </a:moveTo>
                  <a:cubicBezTo>
                    <a:pt x="702" y="0"/>
                    <a:pt x="697" y="2"/>
                    <a:pt x="693" y="4"/>
                  </a:cubicBezTo>
                  <a:cubicBezTo>
                    <a:pt x="673" y="11"/>
                    <a:pt x="190" y="207"/>
                    <a:pt x="14" y="452"/>
                  </a:cubicBezTo>
                  <a:cubicBezTo>
                    <a:pt x="1" y="465"/>
                    <a:pt x="4" y="484"/>
                    <a:pt x="20" y="494"/>
                  </a:cubicBezTo>
                  <a:cubicBezTo>
                    <a:pt x="24" y="497"/>
                    <a:pt x="30" y="501"/>
                    <a:pt x="37" y="501"/>
                  </a:cubicBezTo>
                  <a:cubicBezTo>
                    <a:pt x="47" y="501"/>
                    <a:pt x="56" y="497"/>
                    <a:pt x="66" y="491"/>
                  </a:cubicBezTo>
                  <a:cubicBezTo>
                    <a:pt x="233" y="259"/>
                    <a:pt x="712" y="60"/>
                    <a:pt x="719" y="60"/>
                  </a:cubicBezTo>
                  <a:cubicBezTo>
                    <a:pt x="732" y="53"/>
                    <a:pt x="742" y="37"/>
                    <a:pt x="735" y="21"/>
                  </a:cubicBezTo>
                  <a:cubicBezTo>
                    <a:pt x="731" y="9"/>
                    <a:pt x="719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71">
              <a:extLst>
                <a:ext uri="{FF2B5EF4-FFF2-40B4-BE49-F238E27FC236}">
                  <a16:creationId xmlns:a16="http://schemas.microsoft.com/office/drawing/2014/main" id="{21B67291-539D-F9C9-1ED5-AC6A6D972FE6}"/>
                </a:ext>
              </a:extLst>
            </p:cNvPr>
            <p:cNvSpPr/>
            <p:nvPr/>
          </p:nvSpPr>
          <p:spPr>
            <a:xfrm>
              <a:off x="6285400" y="1771950"/>
              <a:ext cx="24000" cy="6300"/>
            </a:xfrm>
            <a:custGeom>
              <a:avLst/>
              <a:gdLst/>
              <a:ahLst/>
              <a:cxnLst/>
              <a:rect l="l" t="t" r="r" b="b"/>
              <a:pathLst>
                <a:path w="960" h="252" extrusionOk="0">
                  <a:moveTo>
                    <a:pt x="873" y="0"/>
                  </a:moveTo>
                  <a:cubicBezTo>
                    <a:pt x="693" y="0"/>
                    <a:pt x="149" y="14"/>
                    <a:pt x="10" y="203"/>
                  </a:cubicBezTo>
                  <a:cubicBezTo>
                    <a:pt x="0" y="216"/>
                    <a:pt x="3" y="236"/>
                    <a:pt x="16" y="245"/>
                  </a:cubicBezTo>
                  <a:cubicBezTo>
                    <a:pt x="23" y="249"/>
                    <a:pt x="30" y="249"/>
                    <a:pt x="36" y="252"/>
                  </a:cubicBezTo>
                  <a:cubicBezTo>
                    <a:pt x="46" y="252"/>
                    <a:pt x="52" y="245"/>
                    <a:pt x="59" y="239"/>
                  </a:cubicBezTo>
                  <a:cubicBezTo>
                    <a:pt x="172" y="86"/>
                    <a:pt x="659" y="59"/>
                    <a:pt x="886" y="59"/>
                  </a:cubicBezTo>
                  <a:cubicBezTo>
                    <a:pt x="901" y="59"/>
                    <a:pt x="915" y="59"/>
                    <a:pt x="927" y="59"/>
                  </a:cubicBezTo>
                  <a:cubicBezTo>
                    <a:pt x="929" y="60"/>
                    <a:pt x="931" y="60"/>
                    <a:pt x="932" y="60"/>
                  </a:cubicBezTo>
                  <a:cubicBezTo>
                    <a:pt x="947" y="60"/>
                    <a:pt x="960" y="48"/>
                    <a:pt x="960" y="30"/>
                  </a:cubicBezTo>
                  <a:cubicBezTo>
                    <a:pt x="960" y="14"/>
                    <a:pt x="947" y="1"/>
                    <a:pt x="930" y="1"/>
                  </a:cubicBezTo>
                  <a:cubicBezTo>
                    <a:pt x="926" y="1"/>
                    <a:pt x="905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71">
              <a:extLst>
                <a:ext uri="{FF2B5EF4-FFF2-40B4-BE49-F238E27FC236}">
                  <a16:creationId xmlns:a16="http://schemas.microsoft.com/office/drawing/2014/main" id="{976BE29E-A0DB-0C39-4CA1-BC3989883E3C}"/>
                </a:ext>
              </a:extLst>
            </p:cNvPr>
            <p:cNvSpPr/>
            <p:nvPr/>
          </p:nvSpPr>
          <p:spPr>
            <a:xfrm>
              <a:off x="6275850" y="1749750"/>
              <a:ext cx="8175" cy="20600"/>
            </a:xfrm>
            <a:custGeom>
              <a:avLst/>
              <a:gdLst/>
              <a:ahLst/>
              <a:cxnLst/>
              <a:rect l="l" t="t" r="r" b="b"/>
              <a:pathLst>
                <a:path w="327" h="824" extrusionOk="0">
                  <a:moveTo>
                    <a:pt x="209" y="0"/>
                  </a:moveTo>
                  <a:cubicBezTo>
                    <a:pt x="207" y="0"/>
                    <a:pt x="205" y="0"/>
                    <a:pt x="203" y="1"/>
                  </a:cubicBezTo>
                  <a:cubicBezTo>
                    <a:pt x="186" y="4"/>
                    <a:pt x="177" y="17"/>
                    <a:pt x="180" y="37"/>
                  </a:cubicBezTo>
                  <a:cubicBezTo>
                    <a:pt x="180" y="40"/>
                    <a:pt x="261" y="569"/>
                    <a:pt x="17" y="771"/>
                  </a:cubicBezTo>
                  <a:cubicBezTo>
                    <a:pt x="4" y="781"/>
                    <a:pt x="0" y="797"/>
                    <a:pt x="10" y="810"/>
                  </a:cubicBezTo>
                  <a:cubicBezTo>
                    <a:pt x="17" y="817"/>
                    <a:pt x="26" y="820"/>
                    <a:pt x="36" y="823"/>
                  </a:cubicBezTo>
                  <a:cubicBezTo>
                    <a:pt x="43" y="823"/>
                    <a:pt x="49" y="820"/>
                    <a:pt x="56" y="817"/>
                  </a:cubicBezTo>
                  <a:cubicBezTo>
                    <a:pt x="327" y="598"/>
                    <a:pt x="242" y="50"/>
                    <a:pt x="239" y="27"/>
                  </a:cubicBezTo>
                  <a:cubicBezTo>
                    <a:pt x="236" y="10"/>
                    <a:pt x="223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71">
              <a:extLst>
                <a:ext uri="{FF2B5EF4-FFF2-40B4-BE49-F238E27FC236}">
                  <a16:creationId xmlns:a16="http://schemas.microsoft.com/office/drawing/2014/main" id="{FF89E407-BF49-6092-B8CC-BF2BCCCC76EA}"/>
                </a:ext>
              </a:extLst>
            </p:cNvPr>
            <p:cNvSpPr/>
            <p:nvPr/>
          </p:nvSpPr>
          <p:spPr>
            <a:xfrm>
              <a:off x="6292625" y="1777050"/>
              <a:ext cx="22075" cy="3250"/>
            </a:xfrm>
            <a:custGeom>
              <a:avLst/>
              <a:gdLst/>
              <a:ahLst/>
              <a:cxnLst/>
              <a:rect l="l" t="t" r="r" b="b"/>
              <a:pathLst>
                <a:path w="883" h="130" extrusionOk="0">
                  <a:moveTo>
                    <a:pt x="300" y="1"/>
                  </a:moveTo>
                  <a:cubicBezTo>
                    <a:pt x="204" y="1"/>
                    <a:pt x="109" y="10"/>
                    <a:pt x="31" y="35"/>
                  </a:cubicBezTo>
                  <a:cubicBezTo>
                    <a:pt x="0" y="50"/>
                    <a:pt x="13" y="94"/>
                    <a:pt x="44" y="94"/>
                  </a:cubicBezTo>
                  <a:cubicBezTo>
                    <a:pt x="46" y="94"/>
                    <a:pt x="48" y="94"/>
                    <a:pt x="51" y="94"/>
                  </a:cubicBezTo>
                  <a:cubicBezTo>
                    <a:pt x="122" y="71"/>
                    <a:pt x="209" y="62"/>
                    <a:pt x="299" y="62"/>
                  </a:cubicBezTo>
                  <a:cubicBezTo>
                    <a:pt x="552" y="62"/>
                    <a:pt x="829" y="130"/>
                    <a:pt x="834" y="130"/>
                  </a:cubicBezTo>
                  <a:lnTo>
                    <a:pt x="841" y="130"/>
                  </a:lnTo>
                  <a:cubicBezTo>
                    <a:pt x="876" y="130"/>
                    <a:pt x="883" y="77"/>
                    <a:pt x="847" y="71"/>
                  </a:cubicBezTo>
                  <a:cubicBezTo>
                    <a:pt x="830" y="66"/>
                    <a:pt x="558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71">
              <a:extLst>
                <a:ext uri="{FF2B5EF4-FFF2-40B4-BE49-F238E27FC236}">
                  <a16:creationId xmlns:a16="http://schemas.microsoft.com/office/drawing/2014/main" id="{53FFC037-F44B-5EE6-CCA9-9608AC861CD6}"/>
                </a:ext>
              </a:extLst>
            </p:cNvPr>
            <p:cNvSpPr/>
            <p:nvPr/>
          </p:nvSpPr>
          <p:spPr>
            <a:xfrm>
              <a:off x="5881875" y="1911075"/>
              <a:ext cx="5400" cy="24275"/>
            </a:xfrm>
            <a:custGeom>
              <a:avLst/>
              <a:gdLst/>
              <a:ahLst/>
              <a:cxnLst/>
              <a:rect l="l" t="t" r="r" b="b"/>
              <a:pathLst>
                <a:path w="216" h="971" extrusionOk="0">
                  <a:moveTo>
                    <a:pt x="184" y="0"/>
                  </a:moveTo>
                  <a:cubicBezTo>
                    <a:pt x="170" y="0"/>
                    <a:pt x="157" y="9"/>
                    <a:pt x="154" y="24"/>
                  </a:cubicBezTo>
                  <a:cubicBezTo>
                    <a:pt x="147" y="53"/>
                    <a:pt x="1" y="742"/>
                    <a:pt x="115" y="954"/>
                  </a:cubicBezTo>
                  <a:cubicBezTo>
                    <a:pt x="118" y="964"/>
                    <a:pt x="128" y="970"/>
                    <a:pt x="141" y="970"/>
                  </a:cubicBezTo>
                  <a:cubicBezTo>
                    <a:pt x="144" y="970"/>
                    <a:pt x="151" y="970"/>
                    <a:pt x="157" y="967"/>
                  </a:cubicBezTo>
                  <a:cubicBezTo>
                    <a:pt x="170" y="960"/>
                    <a:pt x="177" y="941"/>
                    <a:pt x="170" y="928"/>
                  </a:cubicBezTo>
                  <a:cubicBezTo>
                    <a:pt x="82" y="765"/>
                    <a:pt x="173" y="229"/>
                    <a:pt x="213" y="37"/>
                  </a:cubicBezTo>
                  <a:cubicBezTo>
                    <a:pt x="216" y="20"/>
                    <a:pt x="206" y="4"/>
                    <a:pt x="190" y="1"/>
                  </a:cubicBezTo>
                  <a:cubicBezTo>
                    <a:pt x="188" y="0"/>
                    <a:pt x="186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71">
              <a:extLst>
                <a:ext uri="{FF2B5EF4-FFF2-40B4-BE49-F238E27FC236}">
                  <a16:creationId xmlns:a16="http://schemas.microsoft.com/office/drawing/2014/main" id="{13399A75-9EC4-C41F-8F02-E1A523E8C8A0}"/>
                </a:ext>
              </a:extLst>
            </p:cNvPr>
            <p:cNvSpPr/>
            <p:nvPr/>
          </p:nvSpPr>
          <p:spPr>
            <a:xfrm>
              <a:off x="5866450" y="1912150"/>
              <a:ext cx="8275" cy="19525"/>
            </a:xfrm>
            <a:custGeom>
              <a:avLst/>
              <a:gdLst/>
              <a:ahLst/>
              <a:cxnLst/>
              <a:rect l="l" t="t" r="r" b="b"/>
              <a:pathLst>
                <a:path w="331" h="781" extrusionOk="0">
                  <a:moveTo>
                    <a:pt x="34" y="0"/>
                  </a:moveTo>
                  <a:cubicBezTo>
                    <a:pt x="29" y="0"/>
                    <a:pt x="25" y="1"/>
                    <a:pt x="20" y="4"/>
                  </a:cubicBezTo>
                  <a:cubicBezTo>
                    <a:pt x="4" y="13"/>
                    <a:pt x="1" y="30"/>
                    <a:pt x="10" y="46"/>
                  </a:cubicBezTo>
                  <a:cubicBezTo>
                    <a:pt x="14" y="49"/>
                    <a:pt x="268" y="431"/>
                    <a:pt x="213" y="744"/>
                  </a:cubicBezTo>
                  <a:cubicBezTo>
                    <a:pt x="210" y="761"/>
                    <a:pt x="219" y="777"/>
                    <a:pt x="236" y="780"/>
                  </a:cubicBezTo>
                  <a:lnTo>
                    <a:pt x="242" y="780"/>
                  </a:lnTo>
                  <a:cubicBezTo>
                    <a:pt x="255" y="777"/>
                    <a:pt x="268" y="771"/>
                    <a:pt x="272" y="758"/>
                  </a:cubicBezTo>
                  <a:cubicBezTo>
                    <a:pt x="330" y="421"/>
                    <a:pt x="69" y="30"/>
                    <a:pt x="59" y="13"/>
                  </a:cubicBezTo>
                  <a:cubicBezTo>
                    <a:pt x="53" y="5"/>
                    <a:pt x="43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71">
              <a:extLst>
                <a:ext uri="{FF2B5EF4-FFF2-40B4-BE49-F238E27FC236}">
                  <a16:creationId xmlns:a16="http://schemas.microsoft.com/office/drawing/2014/main" id="{CCA044CC-CE12-17FD-953D-001B256CE675}"/>
                </a:ext>
              </a:extLst>
            </p:cNvPr>
            <p:cNvSpPr/>
            <p:nvPr/>
          </p:nvSpPr>
          <p:spPr>
            <a:xfrm>
              <a:off x="5901875" y="1922300"/>
              <a:ext cx="13000" cy="12475"/>
            </a:xfrm>
            <a:custGeom>
              <a:avLst/>
              <a:gdLst/>
              <a:ahLst/>
              <a:cxnLst/>
              <a:rect l="l" t="t" r="r" b="b"/>
              <a:pathLst>
                <a:path w="520" h="499" extrusionOk="0">
                  <a:moveTo>
                    <a:pt x="485" y="1"/>
                  </a:moveTo>
                  <a:cubicBezTo>
                    <a:pt x="480" y="1"/>
                    <a:pt x="475" y="2"/>
                    <a:pt x="470" y="6"/>
                  </a:cubicBezTo>
                  <a:cubicBezTo>
                    <a:pt x="457" y="12"/>
                    <a:pt x="131" y="211"/>
                    <a:pt x="7" y="456"/>
                  </a:cubicBezTo>
                  <a:cubicBezTo>
                    <a:pt x="0" y="469"/>
                    <a:pt x="7" y="489"/>
                    <a:pt x="23" y="495"/>
                  </a:cubicBezTo>
                  <a:cubicBezTo>
                    <a:pt x="26" y="498"/>
                    <a:pt x="30" y="498"/>
                    <a:pt x="36" y="498"/>
                  </a:cubicBezTo>
                  <a:cubicBezTo>
                    <a:pt x="46" y="498"/>
                    <a:pt x="56" y="492"/>
                    <a:pt x="62" y="482"/>
                  </a:cubicBezTo>
                  <a:cubicBezTo>
                    <a:pt x="173" y="254"/>
                    <a:pt x="496" y="54"/>
                    <a:pt x="500" y="54"/>
                  </a:cubicBezTo>
                  <a:cubicBezTo>
                    <a:pt x="513" y="48"/>
                    <a:pt x="519" y="28"/>
                    <a:pt x="509" y="15"/>
                  </a:cubicBezTo>
                  <a:cubicBezTo>
                    <a:pt x="505" y="7"/>
                    <a:pt x="495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71">
              <a:extLst>
                <a:ext uri="{FF2B5EF4-FFF2-40B4-BE49-F238E27FC236}">
                  <a16:creationId xmlns:a16="http://schemas.microsoft.com/office/drawing/2014/main" id="{EC962142-42D0-53D1-2327-A0E52CB0461D}"/>
                </a:ext>
              </a:extLst>
            </p:cNvPr>
            <p:cNvSpPr/>
            <p:nvPr/>
          </p:nvSpPr>
          <p:spPr>
            <a:xfrm>
              <a:off x="5760375" y="1949575"/>
              <a:ext cx="18625" cy="12525"/>
            </a:xfrm>
            <a:custGeom>
              <a:avLst/>
              <a:gdLst/>
              <a:ahLst/>
              <a:cxnLst/>
              <a:rect l="l" t="t" r="r" b="b"/>
              <a:pathLst>
                <a:path w="745" h="501" extrusionOk="0">
                  <a:moveTo>
                    <a:pt x="709" y="1"/>
                  </a:moveTo>
                  <a:cubicBezTo>
                    <a:pt x="705" y="1"/>
                    <a:pt x="700" y="2"/>
                    <a:pt x="696" y="5"/>
                  </a:cubicBezTo>
                  <a:cubicBezTo>
                    <a:pt x="676" y="11"/>
                    <a:pt x="193" y="207"/>
                    <a:pt x="17" y="452"/>
                  </a:cubicBezTo>
                  <a:cubicBezTo>
                    <a:pt x="0" y="471"/>
                    <a:pt x="17" y="501"/>
                    <a:pt x="40" y="501"/>
                  </a:cubicBezTo>
                  <a:cubicBezTo>
                    <a:pt x="53" y="501"/>
                    <a:pt x="62" y="498"/>
                    <a:pt x="69" y="491"/>
                  </a:cubicBezTo>
                  <a:cubicBezTo>
                    <a:pt x="235" y="259"/>
                    <a:pt x="715" y="63"/>
                    <a:pt x="722" y="60"/>
                  </a:cubicBezTo>
                  <a:cubicBezTo>
                    <a:pt x="738" y="54"/>
                    <a:pt x="745" y="37"/>
                    <a:pt x="738" y="21"/>
                  </a:cubicBezTo>
                  <a:cubicBezTo>
                    <a:pt x="733" y="9"/>
                    <a:pt x="722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71">
              <a:extLst>
                <a:ext uri="{FF2B5EF4-FFF2-40B4-BE49-F238E27FC236}">
                  <a16:creationId xmlns:a16="http://schemas.microsoft.com/office/drawing/2014/main" id="{7E2D3D97-0ACB-385A-B5EE-989C9E7AAB75}"/>
                </a:ext>
              </a:extLst>
            </p:cNvPr>
            <p:cNvSpPr/>
            <p:nvPr/>
          </p:nvSpPr>
          <p:spPr>
            <a:xfrm>
              <a:off x="5888325" y="1754475"/>
              <a:ext cx="17300" cy="18475"/>
            </a:xfrm>
            <a:custGeom>
              <a:avLst/>
              <a:gdLst/>
              <a:ahLst/>
              <a:cxnLst/>
              <a:rect l="l" t="t" r="r" b="b"/>
              <a:pathLst>
                <a:path w="692" h="739" extrusionOk="0">
                  <a:moveTo>
                    <a:pt x="646" y="1"/>
                  </a:moveTo>
                  <a:cubicBezTo>
                    <a:pt x="640" y="1"/>
                    <a:pt x="633" y="3"/>
                    <a:pt x="627" y="8"/>
                  </a:cubicBezTo>
                  <a:cubicBezTo>
                    <a:pt x="601" y="24"/>
                    <a:pt x="0" y="435"/>
                    <a:pt x="0" y="709"/>
                  </a:cubicBezTo>
                  <a:cubicBezTo>
                    <a:pt x="0" y="726"/>
                    <a:pt x="13" y="739"/>
                    <a:pt x="33" y="739"/>
                  </a:cubicBezTo>
                  <a:cubicBezTo>
                    <a:pt x="49" y="739"/>
                    <a:pt x="62" y="726"/>
                    <a:pt x="62" y="709"/>
                  </a:cubicBezTo>
                  <a:cubicBezTo>
                    <a:pt x="62" y="507"/>
                    <a:pt x="493" y="171"/>
                    <a:pt x="660" y="57"/>
                  </a:cubicBezTo>
                  <a:cubicBezTo>
                    <a:pt x="691" y="38"/>
                    <a:pt x="672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71">
              <a:extLst>
                <a:ext uri="{FF2B5EF4-FFF2-40B4-BE49-F238E27FC236}">
                  <a16:creationId xmlns:a16="http://schemas.microsoft.com/office/drawing/2014/main" id="{FB5E85D2-A2A3-BE1C-3979-B4A4D5376738}"/>
                </a:ext>
              </a:extLst>
            </p:cNvPr>
            <p:cNvSpPr/>
            <p:nvPr/>
          </p:nvSpPr>
          <p:spPr>
            <a:xfrm>
              <a:off x="5861650" y="1741100"/>
              <a:ext cx="11775" cy="19625"/>
            </a:xfrm>
            <a:custGeom>
              <a:avLst/>
              <a:gdLst/>
              <a:ahLst/>
              <a:cxnLst/>
              <a:rect l="l" t="t" r="r" b="b"/>
              <a:pathLst>
                <a:path w="471" h="785" extrusionOk="0">
                  <a:moveTo>
                    <a:pt x="45" y="1"/>
                  </a:moveTo>
                  <a:cubicBezTo>
                    <a:pt x="22" y="1"/>
                    <a:pt x="0" y="31"/>
                    <a:pt x="23" y="53"/>
                  </a:cubicBezTo>
                  <a:cubicBezTo>
                    <a:pt x="26" y="60"/>
                    <a:pt x="402" y="442"/>
                    <a:pt x="320" y="748"/>
                  </a:cubicBezTo>
                  <a:cubicBezTo>
                    <a:pt x="317" y="765"/>
                    <a:pt x="326" y="781"/>
                    <a:pt x="343" y="784"/>
                  </a:cubicBezTo>
                  <a:lnTo>
                    <a:pt x="349" y="784"/>
                  </a:lnTo>
                  <a:cubicBezTo>
                    <a:pt x="366" y="784"/>
                    <a:pt x="379" y="774"/>
                    <a:pt x="382" y="761"/>
                  </a:cubicBezTo>
                  <a:cubicBezTo>
                    <a:pt x="470" y="419"/>
                    <a:pt x="82" y="27"/>
                    <a:pt x="65" y="11"/>
                  </a:cubicBezTo>
                  <a:cubicBezTo>
                    <a:pt x="59" y="4"/>
                    <a:pt x="52" y="1"/>
                    <a:pt x="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0" name="Google Shape;4310;p71">
            <a:extLst>
              <a:ext uri="{FF2B5EF4-FFF2-40B4-BE49-F238E27FC236}">
                <a16:creationId xmlns:a16="http://schemas.microsoft.com/office/drawing/2014/main" id="{FDC6DCF3-9AC1-8EFA-CC34-7F11F989156B}"/>
              </a:ext>
            </a:extLst>
          </p:cNvPr>
          <p:cNvGrpSpPr/>
          <p:nvPr/>
        </p:nvGrpSpPr>
        <p:grpSpPr>
          <a:xfrm>
            <a:off x="590030" y="4074447"/>
            <a:ext cx="651869" cy="428931"/>
            <a:chOff x="887925" y="4108200"/>
            <a:chExt cx="570964" cy="375728"/>
          </a:xfrm>
        </p:grpSpPr>
        <p:sp>
          <p:nvSpPr>
            <p:cNvPr id="4311" name="Google Shape;4311;p71">
              <a:extLst>
                <a:ext uri="{FF2B5EF4-FFF2-40B4-BE49-F238E27FC236}">
                  <a16:creationId xmlns:a16="http://schemas.microsoft.com/office/drawing/2014/main" id="{E27EA990-50E6-A9D4-4F68-BC219CC1D0E6}"/>
                </a:ext>
              </a:extLst>
            </p:cNvPr>
            <p:cNvSpPr/>
            <p:nvPr/>
          </p:nvSpPr>
          <p:spPr>
            <a:xfrm>
              <a:off x="887925" y="4269135"/>
              <a:ext cx="567726" cy="214793"/>
            </a:xfrm>
            <a:custGeom>
              <a:avLst/>
              <a:gdLst/>
              <a:ahLst/>
              <a:cxnLst/>
              <a:rect l="l" t="t" r="r" b="b"/>
              <a:pathLst>
                <a:path w="17183" h="6501" extrusionOk="0">
                  <a:moveTo>
                    <a:pt x="16178" y="0"/>
                  </a:moveTo>
                  <a:cubicBezTo>
                    <a:pt x="14346" y="0"/>
                    <a:pt x="1063" y="425"/>
                    <a:pt x="951" y="480"/>
                  </a:cubicBezTo>
                  <a:lnTo>
                    <a:pt x="27" y="1215"/>
                  </a:lnTo>
                  <a:cubicBezTo>
                    <a:pt x="1" y="1430"/>
                    <a:pt x="79" y="1512"/>
                    <a:pt x="180" y="1583"/>
                  </a:cubicBezTo>
                  <a:lnTo>
                    <a:pt x="3575" y="6339"/>
                  </a:lnTo>
                  <a:cubicBezTo>
                    <a:pt x="3656" y="6399"/>
                    <a:pt x="5645" y="6501"/>
                    <a:pt x="6396" y="6501"/>
                  </a:cubicBezTo>
                  <a:cubicBezTo>
                    <a:pt x="6552" y="6501"/>
                    <a:pt x="6655" y="6496"/>
                    <a:pt x="6676" y="6486"/>
                  </a:cubicBezTo>
                  <a:lnTo>
                    <a:pt x="16905" y="408"/>
                  </a:lnTo>
                  <a:cubicBezTo>
                    <a:pt x="17098" y="301"/>
                    <a:pt x="17170" y="297"/>
                    <a:pt x="17183" y="56"/>
                  </a:cubicBezTo>
                  <a:lnTo>
                    <a:pt x="16386" y="7"/>
                  </a:lnTo>
                  <a:cubicBezTo>
                    <a:pt x="16380" y="2"/>
                    <a:pt x="16307" y="0"/>
                    <a:pt x="16178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71">
              <a:extLst>
                <a:ext uri="{FF2B5EF4-FFF2-40B4-BE49-F238E27FC236}">
                  <a16:creationId xmlns:a16="http://schemas.microsoft.com/office/drawing/2014/main" id="{210C4107-713D-A6D3-BDB9-8D236CCF2554}"/>
                </a:ext>
              </a:extLst>
            </p:cNvPr>
            <p:cNvSpPr/>
            <p:nvPr/>
          </p:nvSpPr>
          <p:spPr>
            <a:xfrm>
              <a:off x="916405" y="4250204"/>
              <a:ext cx="541393" cy="185883"/>
            </a:xfrm>
            <a:custGeom>
              <a:avLst/>
              <a:gdLst/>
              <a:ahLst/>
              <a:cxnLst/>
              <a:rect l="l" t="t" r="r" b="b"/>
              <a:pathLst>
                <a:path w="16386" h="5626" extrusionOk="0">
                  <a:moveTo>
                    <a:pt x="16279" y="1"/>
                  </a:moveTo>
                  <a:cubicBezTo>
                    <a:pt x="14874" y="1"/>
                    <a:pt x="175" y="667"/>
                    <a:pt x="59" y="720"/>
                  </a:cubicBezTo>
                  <a:lnTo>
                    <a:pt x="30" y="1210"/>
                  </a:lnTo>
                  <a:cubicBezTo>
                    <a:pt x="0" y="1425"/>
                    <a:pt x="79" y="1510"/>
                    <a:pt x="180" y="1582"/>
                  </a:cubicBezTo>
                  <a:lnTo>
                    <a:pt x="5712" y="5564"/>
                  </a:lnTo>
                  <a:cubicBezTo>
                    <a:pt x="5781" y="5605"/>
                    <a:pt x="5860" y="5626"/>
                    <a:pt x="5938" y="5626"/>
                  </a:cubicBezTo>
                  <a:cubicBezTo>
                    <a:pt x="5997" y="5626"/>
                    <a:pt x="6056" y="5614"/>
                    <a:pt x="6111" y="5590"/>
                  </a:cubicBezTo>
                  <a:lnTo>
                    <a:pt x="16066" y="841"/>
                  </a:lnTo>
                  <a:cubicBezTo>
                    <a:pt x="16259" y="733"/>
                    <a:pt x="16330" y="730"/>
                    <a:pt x="16347" y="485"/>
                  </a:cubicBezTo>
                  <a:lnTo>
                    <a:pt x="16386" y="5"/>
                  </a:lnTo>
                  <a:cubicBezTo>
                    <a:pt x="16381" y="2"/>
                    <a:pt x="16345" y="1"/>
                    <a:pt x="162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71">
              <a:extLst>
                <a:ext uri="{FF2B5EF4-FFF2-40B4-BE49-F238E27FC236}">
                  <a16:creationId xmlns:a16="http://schemas.microsoft.com/office/drawing/2014/main" id="{69B72928-81CE-3453-B430-F15310FA89A1}"/>
                </a:ext>
              </a:extLst>
            </p:cNvPr>
            <p:cNvSpPr/>
            <p:nvPr/>
          </p:nvSpPr>
          <p:spPr>
            <a:xfrm>
              <a:off x="916405" y="4248089"/>
              <a:ext cx="541393" cy="188658"/>
            </a:xfrm>
            <a:custGeom>
              <a:avLst/>
              <a:gdLst/>
              <a:ahLst/>
              <a:cxnLst/>
              <a:rect l="l" t="t" r="r" b="b"/>
              <a:pathLst>
                <a:path w="16386" h="5710" extrusionOk="0">
                  <a:moveTo>
                    <a:pt x="16066" y="905"/>
                  </a:moveTo>
                  <a:lnTo>
                    <a:pt x="6111" y="5654"/>
                  </a:lnTo>
                  <a:cubicBezTo>
                    <a:pt x="5983" y="5710"/>
                    <a:pt x="5833" y="5700"/>
                    <a:pt x="5712" y="5628"/>
                  </a:cubicBezTo>
                  <a:lnTo>
                    <a:pt x="180" y="1646"/>
                  </a:lnTo>
                  <a:cubicBezTo>
                    <a:pt x="79" y="1574"/>
                    <a:pt x="0" y="1489"/>
                    <a:pt x="30" y="1274"/>
                  </a:cubicBezTo>
                  <a:lnTo>
                    <a:pt x="59" y="784"/>
                  </a:lnTo>
                  <a:cubicBezTo>
                    <a:pt x="180" y="729"/>
                    <a:pt x="16288" y="1"/>
                    <a:pt x="16386" y="69"/>
                  </a:cubicBezTo>
                  <a:lnTo>
                    <a:pt x="16347" y="549"/>
                  </a:lnTo>
                  <a:cubicBezTo>
                    <a:pt x="16330" y="794"/>
                    <a:pt x="16259" y="797"/>
                    <a:pt x="16066" y="905"/>
                  </a:cubicBezTo>
                  <a:close/>
                </a:path>
              </a:pathLst>
            </a:custGeom>
            <a:solidFill>
              <a:srgbClr val="A47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71">
              <a:extLst>
                <a:ext uri="{FF2B5EF4-FFF2-40B4-BE49-F238E27FC236}">
                  <a16:creationId xmlns:a16="http://schemas.microsoft.com/office/drawing/2014/main" id="{3DD7742A-BB60-5B3E-9C9E-BB5940585C7A}"/>
                </a:ext>
              </a:extLst>
            </p:cNvPr>
            <p:cNvSpPr/>
            <p:nvPr/>
          </p:nvSpPr>
          <p:spPr>
            <a:xfrm>
              <a:off x="915315" y="4249345"/>
              <a:ext cx="543574" cy="187733"/>
            </a:xfrm>
            <a:custGeom>
              <a:avLst/>
              <a:gdLst/>
              <a:ahLst/>
              <a:cxnLst/>
              <a:rect l="l" t="t" r="r" b="b"/>
              <a:pathLst>
                <a:path w="16452" h="5682" extrusionOk="0">
                  <a:moveTo>
                    <a:pt x="16300" y="59"/>
                  </a:moveTo>
                  <a:cubicBezTo>
                    <a:pt x="16339" y="59"/>
                    <a:pt x="16367" y="60"/>
                    <a:pt x="16386" y="61"/>
                  </a:cubicBezTo>
                  <a:lnTo>
                    <a:pt x="16347" y="511"/>
                  </a:lnTo>
                  <a:cubicBezTo>
                    <a:pt x="16337" y="704"/>
                    <a:pt x="16292" y="727"/>
                    <a:pt x="16151" y="805"/>
                  </a:cubicBezTo>
                  <a:cubicBezTo>
                    <a:pt x="16132" y="815"/>
                    <a:pt x="16109" y="828"/>
                    <a:pt x="16086" y="841"/>
                  </a:cubicBezTo>
                  <a:lnTo>
                    <a:pt x="6131" y="5587"/>
                  </a:lnTo>
                  <a:cubicBezTo>
                    <a:pt x="6083" y="5609"/>
                    <a:pt x="6025" y="5620"/>
                    <a:pt x="5967" y="5620"/>
                  </a:cubicBezTo>
                  <a:cubicBezTo>
                    <a:pt x="5890" y="5620"/>
                    <a:pt x="5814" y="5601"/>
                    <a:pt x="5762" y="5564"/>
                  </a:cubicBezTo>
                  <a:lnTo>
                    <a:pt x="229" y="1582"/>
                  </a:lnTo>
                  <a:cubicBezTo>
                    <a:pt x="138" y="1517"/>
                    <a:pt x="66" y="1448"/>
                    <a:pt x="89" y="1239"/>
                  </a:cubicBezTo>
                  <a:lnTo>
                    <a:pt x="118" y="772"/>
                  </a:lnTo>
                  <a:cubicBezTo>
                    <a:pt x="428" y="740"/>
                    <a:pt x="3921" y="567"/>
                    <a:pt x="8242" y="374"/>
                  </a:cubicBezTo>
                  <a:cubicBezTo>
                    <a:pt x="12577" y="181"/>
                    <a:pt x="15683" y="59"/>
                    <a:pt x="16300" y="59"/>
                  </a:cubicBezTo>
                  <a:close/>
                  <a:moveTo>
                    <a:pt x="16261" y="1"/>
                  </a:moveTo>
                  <a:cubicBezTo>
                    <a:pt x="15338" y="1"/>
                    <a:pt x="10972" y="189"/>
                    <a:pt x="8262" y="312"/>
                  </a:cubicBezTo>
                  <a:cubicBezTo>
                    <a:pt x="5465" y="433"/>
                    <a:pt x="161" y="678"/>
                    <a:pt x="79" y="720"/>
                  </a:cubicBezTo>
                  <a:cubicBezTo>
                    <a:pt x="69" y="723"/>
                    <a:pt x="63" y="733"/>
                    <a:pt x="60" y="743"/>
                  </a:cubicBezTo>
                  <a:lnTo>
                    <a:pt x="30" y="1233"/>
                  </a:lnTo>
                  <a:cubicBezTo>
                    <a:pt x="1" y="1471"/>
                    <a:pt x="92" y="1562"/>
                    <a:pt x="193" y="1631"/>
                  </a:cubicBezTo>
                  <a:lnTo>
                    <a:pt x="5726" y="5616"/>
                  </a:lnTo>
                  <a:cubicBezTo>
                    <a:pt x="5793" y="5659"/>
                    <a:pt x="5869" y="5682"/>
                    <a:pt x="5948" y="5682"/>
                  </a:cubicBezTo>
                  <a:cubicBezTo>
                    <a:pt x="5954" y="5682"/>
                    <a:pt x="5959" y="5682"/>
                    <a:pt x="5964" y="5681"/>
                  </a:cubicBezTo>
                  <a:cubicBezTo>
                    <a:pt x="5970" y="5682"/>
                    <a:pt x="5976" y="5682"/>
                    <a:pt x="5982" y="5682"/>
                  </a:cubicBezTo>
                  <a:cubicBezTo>
                    <a:pt x="6044" y="5682"/>
                    <a:pt x="6103" y="5666"/>
                    <a:pt x="6157" y="5642"/>
                  </a:cubicBezTo>
                  <a:lnTo>
                    <a:pt x="16115" y="893"/>
                  </a:lnTo>
                  <a:lnTo>
                    <a:pt x="16181" y="857"/>
                  </a:lnTo>
                  <a:cubicBezTo>
                    <a:pt x="16327" y="782"/>
                    <a:pt x="16396" y="743"/>
                    <a:pt x="16409" y="514"/>
                  </a:cubicBezTo>
                  <a:lnTo>
                    <a:pt x="16448" y="35"/>
                  </a:lnTo>
                  <a:cubicBezTo>
                    <a:pt x="16452" y="25"/>
                    <a:pt x="16445" y="15"/>
                    <a:pt x="16435" y="9"/>
                  </a:cubicBezTo>
                  <a:cubicBezTo>
                    <a:pt x="16428" y="3"/>
                    <a:pt x="16367" y="1"/>
                    <a:pt x="16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71">
              <a:extLst>
                <a:ext uri="{FF2B5EF4-FFF2-40B4-BE49-F238E27FC236}">
                  <a16:creationId xmlns:a16="http://schemas.microsoft.com/office/drawing/2014/main" id="{B49AE30F-F7D8-C4CA-9C3D-C0F5390658A9}"/>
                </a:ext>
              </a:extLst>
            </p:cNvPr>
            <p:cNvSpPr/>
            <p:nvPr/>
          </p:nvSpPr>
          <p:spPr>
            <a:xfrm>
              <a:off x="916934" y="4109257"/>
              <a:ext cx="541955" cy="307041"/>
            </a:xfrm>
            <a:custGeom>
              <a:avLst/>
              <a:gdLst/>
              <a:ahLst/>
              <a:cxnLst/>
              <a:rect l="l" t="t" r="r" b="b"/>
              <a:pathLst>
                <a:path w="16403" h="9293" extrusionOk="0">
                  <a:moveTo>
                    <a:pt x="10388" y="1"/>
                  </a:moveTo>
                  <a:cubicBezTo>
                    <a:pt x="10327" y="1"/>
                    <a:pt x="10265" y="13"/>
                    <a:pt x="10214" y="38"/>
                  </a:cubicBezTo>
                  <a:lnTo>
                    <a:pt x="138" y="4901"/>
                  </a:lnTo>
                  <a:cubicBezTo>
                    <a:pt x="20" y="4960"/>
                    <a:pt x="1" y="5065"/>
                    <a:pt x="102" y="5136"/>
                  </a:cubicBezTo>
                  <a:lnTo>
                    <a:pt x="5794" y="9229"/>
                  </a:lnTo>
                  <a:cubicBezTo>
                    <a:pt x="5851" y="9271"/>
                    <a:pt x="5934" y="9293"/>
                    <a:pt x="6017" y="9293"/>
                  </a:cubicBezTo>
                  <a:cubicBezTo>
                    <a:pt x="6078" y="9293"/>
                    <a:pt x="6139" y="9281"/>
                    <a:pt x="6189" y="9256"/>
                  </a:cubicBezTo>
                  <a:lnTo>
                    <a:pt x="16269" y="4392"/>
                  </a:lnTo>
                  <a:cubicBezTo>
                    <a:pt x="16386" y="4333"/>
                    <a:pt x="16403" y="4229"/>
                    <a:pt x="16305" y="4157"/>
                  </a:cubicBezTo>
                  <a:lnTo>
                    <a:pt x="10612" y="64"/>
                  </a:lnTo>
                  <a:cubicBezTo>
                    <a:pt x="10554" y="23"/>
                    <a:pt x="10471" y="1"/>
                    <a:pt x="1038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71">
              <a:extLst>
                <a:ext uri="{FF2B5EF4-FFF2-40B4-BE49-F238E27FC236}">
                  <a16:creationId xmlns:a16="http://schemas.microsoft.com/office/drawing/2014/main" id="{DB6E1000-8906-2F64-9B11-0BA798D3CE3C}"/>
                </a:ext>
              </a:extLst>
            </p:cNvPr>
            <p:cNvSpPr/>
            <p:nvPr/>
          </p:nvSpPr>
          <p:spPr>
            <a:xfrm>
              <a:off x="917165" y="4108200"/>
              <a:ext cx="541724" cy="309155"/>
            </a:xfrm>
            <a:custGeom>
              <a:avLst/>
              <a:gdLst/>
              <a:ahLst/>
              <a:cxnLst/>
              <a:rect l="l" t="t" r="r" b="b"/>
              <a:pathLst>
                <a:path w="16396" h="9357" extrusionOk="0">
                  <a:moveTo>
                    <a:pt x="10399" y="63"/>
                  </a:moveTo>
                  <a:cubicBezTo>
                    <a:pt x="10465" y="63"/>
                    <a:pt x="10531" y="83"/>
                    <a:pt x="10586" y="119"/>
                  </a:cubicBezTo>
                  <a:lnTo>
                    <a:pt x="16278" y="4215"/>
                  </a:lnTo>
                  <a:cubicBezTo>
                    <a:pt x="16311" y="4232"/>
                    <a:pt x="16330" y="4264"/>
                    <a:pt x="16330" y="4303"/>
                  </a:cubicBezTo>
                  <a:cubicBezTo>
                    <a:pt x="16320" y="4346"/>
                    <a:pt x="16288" y="4382"/>
                    <a:pt x="16245" y="4395"/>
                  </a:cubicBezTo>
                  <a:lnTo>
                    <a:pt x="6169" y="9261"/>
                  </a:lnTo>
                  <a:cubicBezTo>
                    <a:pt x="6118" y="9283"/>
                    <a:pt x="6063" y="9294"/>
                    <a:pt x="6008" y="9294"/>
                  </a:cubicBezTo>
                  <a:cubicBezTo>
                    <a:pt x="5937" y="9294"/>
                    <a:pt x="5866" y="9275"/>
                    <a:pt x="5804" y="9239"/>
                  </a:cubicBezTo>
                  <a:lnTo>
                    <a:pt x="111" y="5142"/>
                  </a:lnTo>
                  <a:cubicBezTo>
                    <a:pt x="79" y="5126"/>
                    <a:pt x="59" y="5093"/>
                    <a:pt x="59" y="5054"/>
                  </a:cubicBezTo>
                  <a:cubicBezTo>
                    <a:pt x="69" y="5012"/>
                    <a:pt x="101" y="4976"/>
                    <a:pt x="144" y="4963"/>
                  </a:cubicBezTo>
                  <a:lnTo>
                    <a:pt x="10220" y="96"/>
                  </a:lnTo>
                  <a:cubicBezTo>
                    <a:pt x="10272" y="73"/>
                    <a:pt x="10328" y="63"/>
                    <a:pt x="10383" y="63"/>
                  </a:cubicBezTo>
                  <a:cubicBezTo>
                    <a:pt x="10388" y="63"/>
                    <a:pt x="10393" y="63"/>
                    <a:pt x="10399" y="63"/>
                  </a:cubicBezTo>
                  <a:close/>
                  <a:moveTo>
                    <a:pt x="10383" y="0"/>
                  </a:moveTo>
                  <a:cubicBezTo>
                    <a:pt x="10320" y="0"/>
                    <a:pt x="10256" y="14"/>
                    <a:pt x="10197" y="41"/>
                  </a:cubicBezTo>
                  <a:lnTo>
                    <a:pt x="118" y="4907"/>
                  </a:lnTo>
                  <a:cubicBezTo>
                    <a:pt x="56" y="4930"/>
                    <a:pt x="13" y="4986"/>
                    <a:pt x="0" y="5051"/>
                  </a:cubicBezTo>
                  <a:cubicBezTo>
                    <a:pt x="0" y="5110"/>
                    <a:pt x="30" y="5162"/>
                    <a:pt x="79" y="5195"/>
                  </a:cubicBezTo>
                  <a:lnTo>
                    <a:pt x="5771" y="9288"/>
                  </a:lnTo>
                  <a:cubicBezTo>
                    <a:pt x="5840" y="9333"/>
                    <a:pt x="5924" y="9356"/>
                    <a:pt x="6009" y="9356"/>
                  </a:cubicBezTo>
                  <a:cubicBezTo>
                    <a:pt x="6075" y="9356"/>
                    <a:pt x="6140" y="9343"/>
                    <a:pt x="6199" y="9314"/>
                  </a:cubicBezTo>
                  <a:lnTo>
                    <a:pt x="16275" y="4450"/>
                  </a:lnTo>
                  <a:cubicBezTo>
                    <a:pt x="16337" y="4427"/>
                    <a:pt x="16382" y="4372"/>
                    <a:pt x="16392" y="4307"/>
                  </a:cubicBezTo>
                  <a:cubicBezTo>
                    <a:pt x="16396" y="4248"/>
                    <a:pt x="16366" y="4196"/>
                    <a:pt x="16317" y="4163"/>
                  </a:cubicBezTo>
                  <a:lnTo>
                    <a:pt x="10625" y="70"/>
                  </a:lnTo>
                  <a:cubicBezTo>
                    <a:pt x="10551" y="24"/>
                    <a:pt x="10467" y="0"/>
                    <a:pt x="10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71">
              <a:extLst>
                <a:ext uri="{FF2B5EF4-FFF2-40B4-BE49-F238E27FC236}">
                  <a16:creationId xmlns:a16="http://schemas.microsoft.com/office/drawing/2014/main" id="{8392EC7A-D064-21F1-9BBF-A27ACC2D79AC}"/>
                </a:ext>
              </a:extLst>
            </p:cNvPr>
            <p:cNvSpPr/>
            <p:nvPr/>
          </p:nvSpPr>
          <p:spPr>
            <a:xfrm>
              <a:off x="954367" y="4132187"/>
              <a:ext cx="422119" cy="228703"/>
            </a:xfrm>
            <a:custGeom>
              <a:avLst/>
              <a:gdLst/>
              <a:ahLst/>
              <a:cxnLst/>
              <a:rect l="l" t="t" r="r" b="b"/>
              <a:pathLst>
                <a:path w="12776" h="6922" extrusionOk="0">
                  <a:moveTo>
                    <a:pt x="9055" y="1"/>
                  </a:moveTo>
                  <a:cubicBezTo>
                    <a:pt x="8890" y="1"/>
                    <a:pt x="8725" y="32"/>
                    <a:pt x="8588" y="98"/>
                  </a:cubicBezTo>
                  <a:lnTo>
                    <a:pt x="363" y="4070"/>
                  </a:lnTo>
                  <a:cubicBezTo>
                    <a:pt x="43" y="4224"/>
                    <a:pt x="0" y="4504"/>
                    <a:pt x="265" y="4697"/>
                  </a:cubicBezTo>
                  <a:lnTo>
                    <a:pt x="3127" y="6757"/>
                  </a:lnTo>
                  <a:cubicBezTo>
                    <a:pt x="3280" y="6865"/>
                    <a:pt x="3499" y="6922"/>
                    <a:pt x="3719" y="6922"/>
                  </a:cubicBezTo>
                  <a:cubicBezTo>
                    <a:pt x="3885" y="6922"/>
                    <a:pt x="4051" y="6889"/>
                    <a:pt x="4188" y="6822"/>
                  </a:cubicBezTo>
                  <a:lnTo>
                    <a:pt x="12413" y="2850"/>
                  </a:lnTo>
                  <a:cubicBezTo>
                    <a:pt x="12733" y="2696"/>
                    <a:pt x="12776" y="2419"/>
                    <a:pt x="12511" y="2226"/>
                  </a:cubicBezTo>
                  <a:lnTo>
                    <a:pt x="9646" y="163"/>
                  </a:lnTo>
                  <a:cubicBezTo>
                    <a:pt x="9494" y="57"/>
                    <a:pt x="9275" y="1"/>
                    <a:pt x="90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71">
              <a:extLst>
                <a:ext uri="{FF2B5EF4-FFF2-40B4-BE49-F238E27FC236}">
                  <a16:creationId xmlns:a16="http://schemas.microsoft.com/office/drawing/2014/main" id="{764803D9-D060-79F7-0B6D-EA95C2D2219B}"/>
                </a:ext>
              </a:extLst>
            </p:cNvPr>
            <p:cNvSpPr/>
            <p:nvPr/>
          </p:nvSpPr>
          <p:spPr>
            <a:xfrm>
              <a:off x="955986" y="4131229"/>
              <a:ext cx="418782" cy="230685"/>
            </a:xfrm>
            <a:custGeom>
              <a:avLst/>
              <a:gdLst/>
              <a:ahLst/>
              <a:cxnLst/>
              <a:rect l="l" t="t" r="r" b="b"/>
              <a:pathLst>
                <a:path w="12675" h="6982" extrusionOk="0">
                  <a:moveTo>
                    <a:pt x="9009" y="58"/>
                  </a:moveTo>
                  <a:cubicBezTo>
                    <a:pt x="9221" y="58"/>
                    <a:pt x="9433" y="114"/>
                    <a:pt x="9580" y="218"/>
                  </a:cubicBezTo>
                  <a:lnTo>
                    <a:pt x="12446" y="2281"/>
                  </a:lnTo>
                  <a:cubicBezTo>
                    <a:pt x="12557" y="2363"/>
                    <a:pt x="12613" y="2461"/>
                    <a:pt x="12606" y="2562"/>
                  </a:cubicBezTo>
                  <a:cubicBezTo>
                    <a:pt x="12596" y="2673"/>
                    <a:pt x="12505" y="2781"/>
                    <a:pt x="12351" y="2852"/>
                  </a:cubicBezTo>
                  <a:lnTo>
                    <a:pt x="4123" y="6825"/>
                  </a:lnTo>
                  <a:cubicBezTo>
                    <a:pt x="3990" y="6890"/>
                    <a:pt x="3829" y="6921"/>
                    <a:pt x="3668" y="6921"/>
                  </a:cubicBezTo>
                  <a:cubicBezTo>
                    <a:pt x="3456" y="6921"/>
                    <a:pt x="3244" y="6867"/>
                    <a:pt x="3098" y="6763"/>
                  </a:cubicBezTo>
                  <a:lnTo>
                    <a:pt x="232" y="4700"/>
                  </a:lnTo>
                  <a:cubicBezTo>
                    <a:pt x="121" y="4618"/>
                    <a:pt x="62" y="4520"/>
                    <a:pt x="72" y="4419"/>
                  </a:cubicBezTo>
                  <a:cubicBezTo>
                    <a:pt x="82" y="4308"/>
                    <a:pt x="173" y="4200"/>
                    <a:pt x="323" y="4129"/>
                  </a:cubicBezTo>
                  <a:lnTo>
                    <a:pt x="8552" y="156"/>
                  </a:lnTo>
                  <a:cubicBezTo>
                    <a:pt x="8696" y="91"/>
                    <a:pt x="8852" y="58"/>
                    <a:pt x="9009" y="58"/>
                  </a:cubicBezTo>
                  <a:close/>
                  <a:moveTo>
                    <a:pt x="9008" y="0"/>
                  </a:moveTo>
                  <a:cubicBezTo>
                    <a:pt x="8838" y="0"/>
                    <a:pt x="8667" y="33"/>
                    <a:pt x="8526" y="101"/>
                  </a:cubicBezTo>
                  <a:lnTo>
                    <a:pt x="297" y="4073"/>
                  </a:lnTo>
                  <a:cubicBezTo>
                    <a:pt x="128" y="4155"/>
                    <a:pt x="23" y="4279"/>
                    <a:pt x="10" y="4413"/>
                  </a:cubicBezTo>
                  <a:cubicBezTo>
                    <a:pt x="0" y="4537"/>
                    <a:pt x="66" y="4654"/>
                    <a:pt x="196" y="4749"/>
                  </a:cubicBezTo>
                  <a:lnTo>
                    <a:pt x="3062" y="6812"/>
                  </a:lnTo>
                  <a:cubicBezTo>
                    <a:pt x="3219" y="6923"/>
                    <a:pt x="3444" y="6981"/>
                    <a:pt x="3669" y="6981"/>
                  </a:cubicBezTo>
                  <a:cubicBezTo>
                    <a:pt x="3676" y="6982"/>
                    <a:pt x="3683" y="6982"/>
                    <a:pt x="3690" y="6982"/>
                  </a:cubicBezTo>
                  <a:cubicBezTo>
                    <a:pt x="3849" y="6982"/>
                    <a:pt x="4005" y="6946"/>
                    <a:pt x="4149" y="6880"/>
                  </a:cubicBezTo>
                  <a:lnTo>
                    <a:pt x="12381" y="2908"/>
                  </a:lnTo>
                  <a:cubicBezTo>
                    <a:pt x="12547" y="2826"/>
                    <a:pt x="12652" y="2702"/>
                    <a:pt x="12665" y="2568"/>
                  </a:cubicBezTo>
                  <a:cubicBezTo>
                    <a:pt x="12675" y="2444"/>
                    <a:pt x="12609" y="2324"/>
                    <a:pt x="12479" y="2232"/>
                  </a:cubicBezTo>
                  <a:lnTo>
                    <a:pt x="9613" y="169"/>
                  </a:lnTo>
                  <a:cubicBezTo>
                    <a:pt x="9459" y="58"/>
                    <a:pt x="9234" y="0"/>
                    <a:pt x="9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71">
              <a:extLst>
                <a:ext uri="{FF2B5EF4-FFF2-40B4-BE49-F238E27FC236}">
                  <a16:creationId xmlns:a16="http://schemas.microsoft.com/office/drawing/2014/main" id="{CA5A15A8-3CE3-F72F-AD54-B400229016B8}"/>
                </a:ext>
              </a:extLst>
            </p:cNvPr>
            <p:cNvSpPr/>
            <p:nvPr/>
          </p:nvSpPr>
          <p:spPr>
            <a:xfrm>
              <a:off x="954367" y="4130336"/>
              <a:ext cx="422119" cy="232436"/>
            </a:xfrm>
            <a:custGeom>
              <a:avLst/>
              <a:gdLst/>
              <a:ahLst/>
              <a:cxnLst/>
              <a:rect l="l" t="t" r="r" b="b"/>
              <a:pathLst>
                <a:path w="12776" h="7035" extrusionOk="0">
                  <a:moveTo>
                    <a:pt x="12413" y="2906"/>
                  </a:moveTo>
                  <a:lnTo>
                    <a:pt x="4188" y="6878"/>
                  </a:lnTo>
                  <a:cubicBezTo>
                    <a:pt x="3868" y="7035"/>
                    <a:pt x="3395" y="7002"/>
                    <a:pt x="3127" y="6813"/>
                  </a:cubicBezTo>
                  <a:lnTo>
                    <a:pt x="265" y="4753"/>
                  </a:lnTo>
                  <a:cubicBezTo>
                    <a:pt x="0" y="4560"/>
                    <a:pt x="43" y="4280"/>
                    <a:pt x="363" y="4126"/>
                  </a:cubicBezTo>
                  <a:lnTo>
                    <a:pt x="8588" y="154"/>
                  </a:lnTo>
                  <a:cubicBezTo>
                    <a:pt x="8908" y="1"/>
                    <a:pt x="9381" y="33"/>
                    <a:pt x="9646" y="219"/>
                  </a:cubicBezTo>
                  <a:lnTo>
                    <a:pt x="12511" y="2282"/>
                  </a:lnTo>
                  <a:cubicBezTo>
                    <a:pt x="12776" y="2475"/>
                    <a:pt x="12733" y="2752"/>
                    <a:pt x="12413" y="2906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71">
              <a:extLst>
                <a:ext uri="{FF2B5EF4-FFF2-40B4-BE49-F238E27FC236}">
                  <a16:creationId xmlns:a16="http://schemas.microsoft.com/office/drawing/2014/main" id="{1B0D828B-36D4-EFBD-DD4B-22B54A25C61E}"/>
                </a:ext>
              </a:extLst>
            </p:cNvPr>
            <p:cNvSpPr/>
            <p:nvPr/>
          </p:nvSpPr>
          <p:spPr>
            <a:xfrm>
              <a:off x="1179531" y="4358177"/>
              <a:ext cx="20947" cy="11035"/>
            </a:xfrm>
            <a:custGeom>
              <a:avLst/>
              <a:gdLst/>
              <a:ahLst/>
              <a:cxnLst/>
              <a:rect l="l" t="t" r="r" b="b"/>
              <a:pathLst>
                <a:path w="634" h="334" extrusionOk="0">
                  <a:moveTo>
                    <a:pt x="312" y="0"/>
                  </a:moveTo>
                  <a:cubicBezTo>
                    <a:pt x="250" y="0"/>
                    <a:pt x="188" y="12"/>
                    <a:pt x="138" y="37"/>
                  </a:cubicBezTo>
                  <a:cubicBezTo>
                    <a:pt x="20" y="93"/>
                    <a:pt x="1" y="201"/>
                    <a:pt x="102" y="269"/>
                  </a:cubicBezTo>
                  <a:cubicBezTo>
                    <a:pt x="170" y="312"/>
                    <a:pt x="247" y="333"/>
                    <a:pt x="324" y="333"/>
                  </a:cubicBezTo>
                  <a:cubicBezTo>
                    <a:pt x="383" y="333"/>
                    <a:pt x="442" y="321"/>
                    <a:pt x="497" y="295"/>
                  </a:cubicBezTo>
                  <a:cubicBezTo>
                    <a:pt x="614" y="236"/>
                    <a:pt x="634" y="132"/>
                    <a:pt x="533" y="60"/>
                  </a:cubicBezTo>
                  <a:cubicBezTo>
                    <a:pt x="477" y="21"/>
                    <a:pt x="39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71">
              <a:extLst>
                <a:ext uri="{FF2B5EF4-FFF2-40B4-BE49-F238E27FC236}">
                  <a16:creationId xmlns:a16="http://schemas.microsoft.com/office/drawing/2014/main" id="{F3F12CE4-49E1-433D-E3CC-A1E2EFFAA78E}"/>
                </a:ext>
              </a:extLst>
            </p:cNvPr>
            <p:cNvSpPr/>
            <p:nvPr/>
          </p:nvSpPr>
          <p:spPr>
            <a:xfrm>
              <a:off x="1179631" y="4357086"/>
              <a:ext cx="20749" cy="13117"/>
            </a:xfrm>
            <a:custGeom>
              <a:avLst/>
              <a:gdLst/>
              <a:ahLst/>
              <a:cxnLst/>
              <a:rect l="l" t="t" r="r" b="b"/>
              <a:pathLst>
                <a:path w="628" h="397" extrusionOk="0">
                  <a:moveTo>
                    <a:pt x="326" y="63"/>
                  </a:moveTo>
                  <a:cubicBezTo>
                    <a:pt x="390" y="63"/>
                    <a:pt x="456" y="83"/>
                    <a:pt x="510" y="119"/>
                  </a:cubicBezTo>
                  <a:cubicBezTo>
                    <a:pt x="543" y="139"/>
                    <a:pt x="562" y="172"/>
                    <a:pt x="562" y="207"/>
                  </a:cubicBezTo>
                  <a:cubicBezTo>
                    <a:pt x="553" y="250"/>
                    <a:pt x="523" y="286"/>
                    <a:pt x="481" y="302"/>
                  </a:cubicBezTo>
                  <a:cubicBezTo>
                    <a:pt x="433" y="325"/>
                    <a:pt x="375" y="336"/>
                    <a:pt x="317" y="336"/>
                  </a:cubicBezTo>
                  <a:cubicBezTo>
                    <a:pt x="241" y="336"/>
                    <a:pt x="165" y="316"/>
                    <a:pt x="115" y="279"/>
                  </a:cubicBezTo>
                  <a:cubicBezTo>
                    <a:pt x="83" y="260"/>
                    <a:pt x="63" y="227"/>
                    <a:pt x="63" y="191"/>
                  </a:cubicBezTo>
                  <a:cubicBezTo>
                    <a:pt x="73" y="145"/>
                    <a:pt x="105" y="113"/>
                    <a:pt x="148" y="96"/>
                  </a:cubicBezTo>
                  <a:cubicBezTo>
                    <a:pt x="197" y="74"/>
                    <a:pt x="252" y="64"/>
                    <a:pt x="311" y="64"/>
                  </a:cubicBezTo>
                  <a:cubicBezTo>
                    <a:pt x="316" y="64"/>
                    <a:pt x="321" y="63"/>
                    <a:pt x="326" y="63"/>
                  </a:cubicBezTo>
                  <a:close/>
                  <a:moveTo>
                    <a:pt x="308" y="1"/>
                  </a:moveTo>
                  <a:cubicBezTo>
                    <a:pt x="244" y="1"/>
                    <a:pt x="181" y="14"/>
                    <a:pt x="122" y="41"/>
                  </a:cubicBezTo>
                  <a:cubicBezTo>
                    <a:pt x="60" y="64"/>
                    <a:pt x="14" y="119"/>
                    <a:pt x="4" y="185"/>
                  </a:cubicBezTo>
                  <a:cubicBezTo>
                    <a:pt x="1" y="243"/>
                    <a:pt x="30" y="299"/>
                    <a:pt x="79" y="328"/>
                  </a:cubicBezTo>
                  <a:cubicBezTo>
                    <a:pt x="151" y="374"/>
                    <a:pt x="233" y="397"/>
                    <a:pt x="318" y="397"/>
                  </a:cubicBezTo>
                  <a:cubicBezTo>
                    <a:pt x="383" y="397"/>
                    <a:pt x="448" y="384"/>
                    <a:pt x="507" y="358"/>
                  </a:cubicBezTo>
                  <a:cubicBezTo>
                    <a:pt x="569" y="331"/>
                    <a:pt x="615" y="279"/>
                    <a:pt x="628" y="214"/>
                  </a:cubicBezTo>
                  <a:cubicBezTo>
                    <a:pt x="628" y="155"/>
                    <a:pt x="598" y="100"/>
                    <a:pt x="549" y="70"/>
                  </a:cubicBezTo>
                  <a:cubicBezTo>
                    <a:pt x="475" y="24"/>
                    <a:pt x="391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71">
              <a:extLst>
                <a:ext uri="{FF2B5EF4-FFF2-40B4-BE49-F238E27FC236}">
                  <a16:creationId xmlns:a16="http://schemas.microsoft.com/office/drawing/2014/main" id="{1969F0E1-7BB9-6CA6-7D77-89CC628C2032}"/>
                </a:ext>
              </a:extLst>
            </p:cNvPr>
            <p:cNvSpPr/>
            <p:nvPr/>
          </p:nvSpPr>
          <p:spPr>
            <a:xfrm>
              <a:off x="1196249" y="4334884"/>
              <a:ext cx="30562" cy="15331"/>
            </a:xfrm>
            <a:custGeom>
              <a:avLst/>
              <a:gdLst/>
              <a:ahLst/>
              <a:cxnLst/>
              <a:rect l="l" t="t" r="r" b="b"/>
              <a:pathLst>
                <a:path w="925" h="464" extrusionOk="0">
                  <a:moveTo>
                    <a:pt x="722" y="0"/>
                  </a:moveTo>
                  <a:cubicBezTo>
                    <a:pt x="686" y="0"/>
                    <a:pt x="651" y="7"/>
                    <a:pt x="617" y="21"/>
                  </a:cubicBezTo>
                  <a:lnTo>
                    <a:pt x="82" y="279"/>
                  </a:lnTo>
                  <a:cubicBezTo>
                    <a:pt x="10" y="315"/>
                    <a:pt x="1" y="380"/>
                    <a:pt x="59" y="426"/>
                  </a:cubicBezTo>
                  <a:cubicBezTo>
                    <a:pt x="101" y="451"/>
                    <a:pt x="147" y="463"/>
                    <a:pt x="193" y="463"/>
                  </a:cubicBezTo>
                  <a:cubicBezTo>
                    <a:pt x="231" y="463"/>
                    <a:pt x="269" y="455"/>
                    <a:pt x="304" y="439"/>
                  </a:cubicBezTo>
                  <a:lnTo>
                    <a:pt x="839" y="181"/>
                  </a:lnTo>
                  <a:cubicBezTo>
                    <a:pt x="915" y="148"/>
                    <a:pt x="924" y="83"/>
                    <a:pt x="862" y="37"/>
                  </a:cubicBezTo>
                  <a:cubicBezTo>
                    <a:pt x="819" y="13"/>
                    <a:pt x="770" y="0"/>
                    <a:pt x="7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71">
              <a:extLst>
                <a:ext uri="{FF2B5EF4-FFF2-40B4-BE49-F238E27FC236}">
                  <a16:creationId xmlns:a16="http://schemas.microsoft.com/office/drawing/2014/main" id="{E6C4E392-5872-8AC2-9BD1-CA3AA04773D2}"/>
                </a:ext>
              </a:extLst>
            </p:cNvPr>
            <p:cNvSpPr/>
            <p:nvPr/>
          </p:nvSpPr>
          <p:spPr>
            <a:xfrm>
              <a:off x="1195820" y="4333860"/>
              <a:ext cx="31322" cy="17379"/>
            </a:xfrm>
            <a:custGeom>
              <a:avLst/>
              <a:gdLst/>
              <a:ahLst/>
              <a:cxnLst/>
              <a:rect l="l" t="t" r="r" b="b"/>
              <a:pathLst>
                <a:path w="948" h="526" extrusionOk="0">
                  <a:moveTo>
                    <a:pt x="740" y="62"/>
                  </a:moveTo>
                  <a:cubicBezTo>
                    <a:pt x="782" y="62"/>
                    <a:pt x="824" y="72"/>
                    <a:pt x="859" y="94"/>
                  </a:cubicBezTo>
                  <a:cubicBezTo>
                    <a:pt x="875" y="104"/>
                    <a:pt x="885" y="121"/>
                    <a:pt x="885" y="137"/>
                  </a:cubicBezTo>
                  <a:cubicBezTo>
                    <a:pt x="885" y="156"/>
                    <a:pt x="869" y="173"/>
                    <a:pt x="839" y="186"/>
                  </a:cubicBezTo>
                  <a:lnTo>
                    <a:pt x="307" y="444"/>
                  </a:lnTo>
                  <a:cubicBezTo>
                    <a:pt x="277" y="457"/>
                    <a:pt x="244" y="463"/>
                    <a:pt x="212" y="463"/>
                  </a:cubicBezTo>
                  <a:cubicBezTo>
                    <a:pt x="170" y="463"/>
                    <a:pt x="128" y="453"/>
                    <a:pt x="92" y="431"/>
                  </a:cubicBezTo>
                  <a:cubicBezTo>
                    <a:pt x="79" y="421"/>
                    <a:pt x="66" y="405"/>
                    <a:pt x="66" y="388"/>
                  </a:cubicBezTo>
                  <a:cubicBezTo>
                    <a:pt x="69" y="369"/>
                    <a:pt x="85" y="352"/>
                    <a:pt x="112" y="339"/>
                  </a:cubicBezTo>
                  <a:lnTo>
                    <a:pt x="647" y="81"/>
                  </a:lnTo>
                  <a:cubicBezTo>
                    <a:pt x="676" y="69"/>
                    <a:pt x="708" y="62"/>
                    <a:pt x="740" y="62"/>
                  </a:cubicBezTo>
                  <a:close/>
                  <a:moveTo>
                    <a:pt x="737" y="1"/>
                  </a:moveTo>
                  <a:cubicBezTo>
                    <a:pt x="696" y="1"/>
                    <a:pt x="655" y="9"/>
                    <a:pt x="617" y="26"/>
                  </a:cubicBezTo>
                  <a:lnTo>
                    <a:pt x="82" y="284"/>
                  </a:lnTo>
                  <a:cubicBezTo>
                    <a:pt x="40" y="300"/>
                    <a:pt x="10" y="339"/>
                    <a:pt x="4" y="382"/>
                  </a:cubicBezTo>
                  <a:cubicBezTo>
                    <a:pt x="1" y="424"/>
                    <a:pt x="23" y="460"/>
                    <a:pt x="56" y="483"/>
                  </a:cubicBezTo>
                  <a:cubicBezTo>
                    <a:pt x="102" y="512"/>
                    <a:pt x="154" y="525"/>
                    <a:pt x="209" y="525"/>
                  </a:cubicBezTo>
                  <a:cubicBezTo>
                    <a:pt x="252" y="525"/>
                    <a:pt x="294" y="515"/>
                    <a:pt x="333" y="499"/>
                  </a:cubicBezTo>
                  <a:lnTo>
                    <a:pt x="865" y="241"/>
                  </a:lnTo>
                  <a:cubicBezTo>
                    <a:pt x="908" y="225"/>
                    <a:pt x="937" y="189"/>
                    <a:pt x="947" y="143"/>
                  </a:cubicBezTo>
                  <a:cubicBezTo>
                    <a:pt x="947" y="104"/>
                    <a:pt x="928" y="65"/>
                    <a:pt x="895" y="45"/>
                  </a:cubicBezTo>
                  <a:cubicBezTo>
                    <a:pt x="846" y="16"/>
                    <a:pt x="791" y="1"/>
                    <a:pt x="7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71">
              <a:extLst>
                <a:ext uri="{FF2B5EF4-FFF2-40B4-BE49-F238E27FC236}">
                  <a16:creationId xmlns:a16="http://schemas.microsoft.com/office/drawing/2014/main" id="{8828B05E-1FFD-730F-F544-9EFA16C833CE}"/>
                </a:ext>
              </a:extLst>
            </p:cNvPr>
            <p:cNvSpPr/>
            <p:nvPr/>
          </p:nvSpPr>
          <p:spPr>
            <a:xfrm>
              <a:off x="1344960" y="4278320"/>
              <a:ext cx="20947" cy="11002"/>
            </a:xfrm>
            <a:custGeom>
              <a:avLst/>
              <a:gdLst/>
              <a:ahLst/>
              <a:cxnLst/>
              <a:rect l="l" t="t" r="r" b="b"/>
              <a:pathLst>
                <a:path w="634" h="333" extrusionOk="0">
                  <a:moveTo>
                    <a:pt x="309" y="0"/>
                  </a:moveTo>
                  <a:cubicBezTo>
                    <a:pt x="251" y="0"/>
                    <a:pt x="192" y="12"/>
                    <a:pt x="138" y="36"/>
                  </a:cubicBezTo>
                  <a:cubicBezTo>
                    <a:pt x="17" y="94"/>
                    <a:pt x="1" y="199"/>
                    <a:pt x="102" y="271"/>
                  </a:cubicBezTo>
                  <a:cubicBezTo>
                    <a:pt x="169" y="312"/>
                    <a:pt x="247" y="332"/>
                    <a:pt x="325" y="332"/>
                  </a:cubicBezTo>
                  <a:cubicBezTo>
                    <a:pt x="383" y="332"/>
                    <a:pt x="442" y="321"/>
                    <a:pt x="497" y="297"/>
                  </a:cubicBezTo>
                  <a:cubicBezTo>
                    <a:pt x="618" y="238"/>
                    <a:pt x="634" y="134"/>
                    <a:pt x="533" y="62"/>
                  </a:cubicBezTo>
                  <a:cubicBezTo>
                    <a:pt x="464" y="21"/>
                    <a:pt x="386" y="0"/>
                    <a:pt x="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71">
              <a:extLst>
                <a:ext uri="{FF2B5EF4-FFF2-40B4-BE49-F238E27FC236}">
                  <a16:creationId xmlns:a16="http://schemas.microsoft.com/office/drawing/2014/main" id="{0F2CB30A-2F84-ED2F-90C7-DECDBE6BFFC1}"/>
                </a:ext>
              </a:extLst>
            </p:cNvPr>
            <p:cNvSpPr/>
            <p:nvPr/>
          </p:nvSpPr>
          <p:spPr>
            <a:xfrm>
              <a:off x="1345059" y="4277296"/>
              <a:ext cx="20749" cy="13018"/>
            </a:xfrm>
            <a:custGeom>
              <a:avLst/>
              <a:gdLst/>
              <a:ahLst/>
              <a:cxnLst/>
              <a:rect l="l" t="t" r="r" b="b"/>
              <a:pathLst>
                <a:path w="628" h="394" extrusionOk="0">
                  <a:moveTo>
                    <a:pt x="291" y="63"/>
                  </a:moveTo>
                  <a:cubicBezTo>
                    <a:pt x="296" y="63"/>
                    <a:pt x="302" y="63"/>
                    <a:pt x="308" y="63"/>
                  </a:cubicBezTo>
                  <a:cubicBezTo>
                    <a:pt x="313" y="63"/>
                    <a:pt x="318" y="63"/>
                    <a:pt x="323" y="63"/>
                  </a:cubicBezTo>
                  <a:cubicBezTo>
                    <a:pt x="390" y="63"/>
                    <a:pt x="456" y="83"/>
                    <a:pt x="510" y="119"/>
                  </a:cubicBezTo>
                  <a:cubicBezTo>
                    <a:pt x="543" y="135"/>
                    <a:pt x="562" y="168"/>
                    <a:pt x="562" y="207"/>
                  </a:cubicBezTo>
                  <a:cubicBezTo>
                    <a:pt x="553" y="249"/>
                    <a:pt x="520" y="285"/>
                    <a:pt x="478" y="298"/>
                  </a:cubicBezTo>
                  <a:cubicBezTo>
                    <a:pt x="431" y="321"/>
                    <a:pt x="374" y="332"/>
                    <a:pt x="317" y="332"/>
                  </a:cubicBezTo>
                  <a:cubicBezTo>
                    <a:pt x="241" y="332"/>
                    <a:pt x="165" y="313"/>
                    <a:pt x="115" y="276"/>
                  </a:cubicBezTo>
                  <a:cubicBezTo>
                    <a:pt x="83" y="259"/>
                    <a:pt x="63" y="227"/>
                    <a:pt x="63" y="187"/>
                  </a:cubicBezTo>
                  <a:cubicBezTo>
                    <a:pt x="73" y="145"/>
                    <a:pt x="102" y="109"/>
                    <a:pt x="145" y="96"/>
                  </a:cubicBezTo>
                  <a:cubicBezTo>
                    <a:pt x="191" y="76"/>
                    <a:pt x="241" y="63"/>
                    <a:pt x="291" y="63"/>
                  </a:cubicBezTo>
                  <a:close/>
                  <a:moveTo>
                    <a:pt x="310" y="0"/>
                  </a:moveTo>
                  <a:cubicBezTo>
                    <a:pt x="246" y="0"/>
                    <a:pt x="182" y="14"/>
                    <a:pt x="122" y="41"/>
                  </a:cubicBezTo>
                  <a:cubicBezTo>
                    <a:pt x="60" y="63"/>
                    <a:pt x="14" y="119"/>
                    <a:pt x="1" y="184"/>
                  </a:cubicBezTo>
                  <a:cubicBezTo>
                    <a:pt x="1" y="243"/>
                    <a:pt x="30" y="295"/>
                    <a:pt x="79" y="328"/>
                  </a:cubicBezTo>
                  <a:cubicBezTo>
                    <a:pt x="147" y="371"/>
                    <a:pt x="222" y="393"/>
                    <a:pt x="302" y="393"/>
                  </a:cubicBezTo>
                  <a:cubicBezTo>
                    <a:pt x="307" y="393"/>
                    <a:pt x="312" y="393"/>
                    <a:pt x="318" y="393"/>
                  </a:cubicBezTo>
                  <a:cubicBezTo>
                    <a:pt x="323" y="393"/>
                    <a:pt x="329" y="394"/>
                    <a:pt x="334" y="394"/>
                  </a:cubicBezTo>
                  <a:cubicBezTo>
                    <a:pt x="394" y="394"/>
                    <a:pt x="453" y="378"/>
                    <a:pt x="507" y="354"/>
                  </a:cubicBezTo>
                  <a:cubicBezTo>
                    <a:pt x="569" y="331"/>
                    <a:pt x="615" y="276"/>
                    <a:pt x="624" y="210"/>
                  </a:cubicBezTo>
                  <a:cubicBezTo>
                    <a:pt x="628" y="152"/>
                    <a:pt x="598" y="99"/>
                    <a:pt x="546" y="67"/>
                  </a:cubicBezTo>
                  <a:cubicBezTo>
                    <a:pt x="474" y="23"/>
                    <a:pt x="392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71">
              <a:extLst>
                <a:ext uri="{FF2B5EF4-FFF2-40B4-BE49-F238E27FC236}">
                  <a16:creationId xmlns:a16="http://schemas.microsoft.com/office/drawing/2014/main" id="{03F56839-08B1-B206-FAB0-321C91FEAFD6}"/>
                </a:ext>
              </a:extLst>
            </p:cNvPr>
            <p:cNvSpPr/>
            <p:nvPr/>
          </p:nvSpPr>
          <p:spPr>
            <a:xfrm>
              <a:off x="1296326" y="4286481"/>
              <a:ext cx="30661" cy="15364"/>
            </a:xfrm>
            <a:custGeom>
              <a:avLst/>
              <a:gdLst/>
              <a:ahLst/>
              <a:cxnLst/>
              <a:rect l="l" t="t" r="r" b="b"/>
              <a:pathLst>
                <a:path w="928" h="465" extrusionOk="0">
                  <a:moveTo>
                    <a:pt x="727" y="1"/>
                  </a:moveTo>
                  <a:cubicBezTo>
                    <a:pt x="691" y="1"/>
                    <a:pt x="654" y="8"/>
                    <a:pt x="621" y="24"/>
                  </a:cubicBezTo>
                  <a:lnTo>
                    <a:pt x="85" y="282"/>
                  </a:lnTo>
                  <a:cubicBezTo>
                    <a:pt x="10" y="317"/>
                    <a:pt x="1" y="383"/>
                    <a:pt x="63" y="425"/>
                  </a:cubicBezTo>
                  <a:cubicBezTo>
                    <a:pt x="105" y="451"/>
                    <a:pt x="153" y="465"/>
                    <a:pt x="201" y="465"/>
                  </a:cubicBezTo>
                  <a:cubicBezTo>
                    <a:pt x="238" y="465"/>
                    <a:pt x="274" y="457"/>
                    <a:pt x="307" y="442"/>
                  </a:cubicBezTo>
                  <a:lnTo>
                    <a:pt x="843" y="184"/>
                  </a:lnTo>
                  <a:cubicBezTo>
                    <a:pt x="915" y="148"/>
                    <a:pt x="928" y="82"/>
                    <a:pt x="866" y="40"/>
                  </a:cubicBezTo>
                  <a:cubicBezTo>
                    <a:pt x="823" y="14"/>
                    <a:pt x="775" y="1"/>
                    <a:pt x="7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71">
              <a:extLst>
                <a:ext uri="{FF2B5EF4-FFF2-40B4-BE49-F238E27FC236}">
                  <a16:creationId xmlns:a16="http://schemas.microsoft.com/office/drawing/2014/main" id="{CF0316F7-D70D-E768-0045-6879F2B7E43D}"/>
                </a:ext>
              </a:extLst>
            </p:cNvPr>
            <p:cNvSpPr/>
            <p:nvPr/>
          </p:nvSpPr>
          <p:spPr>
            <a:xfrm>
              <a:off x="1295996" y="4285457"/>
              <a:ext cx="31322" cy="17445"/>
            </a:xfrm>
            <a:custGeom>
              <a:avLst/>
              <a:gdLst/>
              <a:ahLst/>
              <a:cxnLst/>
              <a:rect l="l" t="t" r="r" b="b"/>
              <a:pathLst>
                <a:path w="948" h="528" extrusionOk="0">
                  <a:moveTo>
                    <a:pt x="722" y="64"/>
                  </a:moveTo>
                  <a:cubicBezTo>
                    <a:pt x="728" y="64"/>
                    <a:pt x="733" y="64"/>
                    <a:pt x="738" y="65"/>
                  </a:cubicBezTo>
                  <a:cubicBezTo>
                    <a:pt x="743" y="64"/>
                    <a:pt x="747" y="64"/>
                    <a:pt x="751" y="64"/>
                  </a:cubicBezTo>
                  <a:cubicBezTo>
                    <a:pt x="786" y="64"/>
                    <a:pt x="824" y="76"/>
                    <a:pt x="856" y="94"/>
                  </a:cubicBezTo>
                  <a:cubicBezTo>
                    <a:pt x="872" y="104"/>
                    <a:pt x="882" y="120"/>
                    <a:pt x="885" y="140"/>
                  </a:cubicBezTo>
                  <a:cubicBezTo>
                    <a:pt x="882" y="156"/>
                    <a:pt x="866" y="175"/>
                    <a:pt x="840" y="189"/>
                  </a:cubicBezTo>
                  <a:lnTo>
                    <a:pt x="304" y="446"/>
                  </a:lnTo>
                  <a:cubicBezTo>
                    <a:pt x="274" y="459"/>
                    <a:pt x="242" y="466"/>
                    <a:pt x="210" y="466"/>
                  </a:cubicBezTo>
                  <a:cubicBezTo>
                    <a:pt x="169" y="466"/>
                    <a:pt x="129" y="455"/>
                    <a:pt x="92" y="433"/>
                  </a:cubicBezTo>
                  <a:cubicBezTo>
                    <a:pt x="76" y="424"/>
                    <a:pt x="66" y="407"/>
                    <a:pt x="63" y="388"/>
                  </a:cubicBezTo>
                  <a:cubicBezTo>
                    <a:pt x="66" y="371"/>
                    <a:pt x="82" y="355"/>
                    <a:pt x="109" y="342"/>
                  </a:cubicBezTo>
                  <a:lnTo>
                    <a:pt x="644" y="84"/>
                  </a:lnTo>
                  <a:cubicBezTo>
                    <a:pt x="668" y="70"/>
                    <a:pt x="695" y="64"/>
                    <a:pt x="722" y="64"/>
                  </a:cubicBezTo>
                  <a:close/>
                  <a:moveTo>
                    <a:pt x="740" y="1"/>
                  </a:moveTo>
                  <a:cubicBezTo>
                    <a:pt x="698" y="1"/>
                    <a:pt x="656" y="10"/>
                    <a:pt x="618" y="29"/>
                  </a:cubicBezTo>
                  <a:lnTo>
                    <a:pt x="82" y="286"/>
                  </a:lnTo>
                  <a:cubicBezTo>
                    <a:pt x="40" y="303"/>
                    <a:pt x="11" y="339"/>
                    <a:pt x="4" y="384"/>
                  </a:cubicBezTo>
                  <a:cubicBezTo>
                    <a:pt x="1" y="424"/>
                    <a:pt x="20" y="463"/>
                    <a:pt x="56" y="482"/>
                  </a:cubicBezTo>
                  <a:cubicBezTo>
                    <a:pt x="102" y="512"/>
                    <a:pt x="154" y="528"/>
                    <a:pt x="210" y="528"/>
                  </a:cubicBezTo>
                  <a:cubicBezTo>
                    <a:pt x="252" y="528"/>
                    <a:pt x="291" y="518"/>
                    <a:pt x="330" y="502"/>
                  </a:cubicBezTo>
                  <a:lnTo>
                    <a:pt x="863" y="244"/>
                  </a:lnTo>
                  <a:cubicBezTo>
                    <a:pt x="905" y="228"/>
                    <a:pt x="938" y="189"/>
                    <a:pt x="944" y="146"/>
                  </a:cubicBezTo>
                  <a:cubicBezTo>
                    <a:pt x="947" y="104"/>
                    <a:pt x="928" y="68"/>
                    <a:pt x="892" y="45"/>
                  </a:cubicBezTo>
                  <a:cubicBezTo>
                    <a:pt x="846" y="16"/>
                    <a:pt x="793" y="1"/>
                    <a:pt x="7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71">
              <a:extLst>
                <a:ext uri="{FF2B5EF4-FFF2-40B4-BE49-F238E27FC236}">
                  <a16:creationId xmlns:a16="http://schemas.microsoft.com/office/drawing/2014/main" id="{24536120-7A42-11DF-7450-CB981B586E68}"/>
                </a:ext>
              </a:extLst>
            </p:cNvPr>
            <p:cNvSpPr/>
            <p:nvPr/>
          </p:nvSpPr>
          <p:spPr>
            <a:xfrm>
              <a:off x="928927" y="4270523"/>
              <a:ext cx="17049" cy="8921"/>
            </a:xfrm>
            <a:custGeom>
              <a:avLst/>
              <a:gdLst/>
              <a:ahLst/>
              <a:cxnLst/>
              <a:rect l="l" t="t" r="r" b="b"/>
              <a:pathLst>
                <a:path w="516" h="270" extrusionOk="0">
                  <a:moveTo>
                    <a:pt x="254" y="0"/>
                  </a:moveTo>
                  <a:cubicBezTo>
                    <a:pt x="206" y="0"/>
                    <a:pt x="157" y="10"/>
                    <a:pt x="111" y="30"/>
                  </a:cubicBezTo>
                  <a:cubicBezTo>
                    <a:pt x="16" y="76"/>
                    <a:pt x="0" y="161"/>
                    <a:pt x="82" y="219"/>
                  </a:cubicBezTo>
                  <a:cubicBezTo>
                    <a:pt x="137" y="253"/>
                    <a:pt x="199" y="269"/>
                    <a:pt x="262" y="269"/>
                  </a:cubicBezTo>
                  <a:cubicBezTo>
                    <a:pt x="310" y="269"/>
                    <a:pt x="359" y="259"/>
                    <a:pt x="405" y="239"/>
                  </a:cubicBezTo>
                  <a:cubicBezTo>
                    <a:pt x="503" y="193"/>
                    <a:pt x="516" y="109"/>
                    <a:pt x="434" y="50"/>
                  </a:cubicBezTo>
                  <a:cubicBezTo>
                    <a:pt x="379" y="17"/>
                    <a:pt x="317" y="0"/>
                    <a:pt x="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71">
              <a:extLst>
                <a:ext uri="{FF2B5EF4-FFF2-40B4-BE49-F238E27FC236}">
                  <a16:creationId xmlns:a16="http://schemas.microsoft.com/office/drawing/2014/main" id="{C819FE9A-C613-9634-DECC-F6E06C5B29C7}"/>
                </a:ext>
              </a:extLst>
            </p:cNvPr>
            <p:cNvSpPr/>
            <p:nvPr/>
          </p:nvSpPr>
          <p:spPr>
            <a:xfrm>
              <a:off x="928795" y="4269400"/>
              <a:ext cx="17313" cy="11101"/>
            </a:xfrm>
            <a:custGeom>
              <a:avLst/>
              <a:gdLst/>
              <a:ahLst/>
              <a:cxnLst/>
              <a:rect l="l" t="t" r="r" b="b"/>
              <a:pathLst>
                <a:path w="524" h="336" extrusionOk="0">
                  <a:moveTo>
                    <a:pt x="259" y="64"/>
                  </a:moveTo>
                  <a:lnTo>
                    <a:pt x="259" y="67"/>
                  </a:lnTo>
                  <a:cubicBezTo>
                    <a:pt x="264" y="67"/>
                    <a:pt x="270" y="67"/>
                    <a:pt x="275" y="67"/>
                  </a:cubicBezTo>
                  <a:cubicBezTo>
                    <a:pt x="326" y="67"/>
                    <a:pt x="378" y="80"/>
                    <a:pt x="422" y="110"/>
                  </a:cubicBezTo>
                  <a:cubicBezTo>
                    <a:pt x="445" y="123"/>
                    <a:pt x="461" y="146"/>
                    <a:pt x="461" y="175"/>
                  </a:cubicBezTo>
                  <a:cubicBezTo>
                    <a:pt x="461" y="201"/>
                    <a:pt x="438" y="227"/>
                    <a:pt x="396" y="247"/>
                  </a:cubicBezTo>
                  <a:cubicBezTo>
                    <a:pt x="355" y="264"/>
                    <a:pt x="312" y="272"/>
                    <a:pt x="269" y="272"/>
                  </a:cubicBezTo>
                  <a:cubicBezTo>
                    <a:pt x="212" y="272"/>
                    <a:pt x="156" y="257"/>
                    <a:pt x="105" y="227"/>
                  </a:cubicBezTo>
                  <a:cubicBezTo>
                    <a:pt x="82" y="214"/>
                    <a:pt x="66" y="191"/>
                    <a:pt x="66" y="162"/>
                  </a:cubicBezTo>
                  <a:cubicBezTo>
                    <a:pt x="73" y="129"/>
                    <a:pt x="95" y="103"/>
                    <a:pt x="128" y="90"/>
                  </a:cubicBezTo>
                  <a:cubicBezTo>
                    <a:pt x="171" y="74"/>
                    <a:pt x="213" y="64"/>
                    <a:pt x="259" y="64"/>
                  </a:cubicBezTo>
                  <a:close/>
                  <a:moveTo>
                    <a:pt x="260" y="0"/>
                  </a:moveTo>
                  <a:cubicBezTo>
                    <a:pt x="206" y="0"/>
                    <a:pt x="152" y="12"/>
                    <a:pt x="102" y="35"/>
                  </a:cubicBezTo>
                  <a:cubicBezTo>
                    <a:pt x="50" y="54"/>
                    <a:pt x="14" y="100"/>
                    <a:pt x="4" y="156"/>
                  </a:cubicBezTo>
                  <a:cubicBezTo>
                    <a:pt x="1" y="205"/>
                    <a:pt x="27" y="253"/>
                    <a:pt x="69" y="280"/>
                  </a:cubicBezTo>
                  <a:cubicBezTo>
                    <a:pt x="128" y="316"/>
                    <a:pt x="197" y="335"/>
                    <a:pt x="265" y="335"/>
                  </a:cubicBezTo>
                  <a:cubicBezTo>
                    <a:pt x="321" y="335"/>
                    <a:pt x="373" y="325"/>
                    <a:pt x="422" y="302"/>
                  </a:cubicBezTo>
                  <a:cubicBezTo>
                    <a:pt x="474" y="283"/>
                    <a:pt x="513" y="234"/>
                    <a:pt x="523" y="178"/>
                  </a:cubicBezTo>
                  <a:cubicBezTo>
                    <a:pt x="523" y="129"/>
                    <a:pt x="500" y="84"/>
                    <a:pt x="458" y="58"/>
                  </a:cubicBezTo>
                  <a:cubicBezTo>
                    <a:pt x="397" y="19"/>
                    <a:pt x="329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71">
              <a:extLst>
                <a:ext uri="{FF2B5EF4-FFF2-40B4-BE49-F238E27FC236}">
                  <a16:creationId xmlns:a16="http://schemas.microsoft.com/office/drawing/2014/main" id="{3F579D68-860B-49AD-0997-D479B1312B4F}"/>
                </a:ext>
              </a:extLst>
            </p:cNvPr>
            <p:cNvSpPr/>
            <p:nvPr/>
          </p:nvSpPr>
          <p:spPr>
            <a:xfrm>
              <a:off x="1250599" y="4115204"/>
              <a:ext cx="17082" cy="8987"/>
            </a:xfrm>
            <a:custGeom>
              <a:avLst/>
              <a:gdLst/>
              <a:ahLst/>
              <a:cxnLst/>
              <a:rect l="l" t="t" r="r" b="b"/>
              <a:pathLst>
                <a:path w="517" h="272" extrusionOk="0">
                  <a:moveTo>
                    <a:pt x="255" y="1"/>
                  </a:moveTo>
                  <a:cubicBezTo>
                    <a:pt x="206" y="1"/>
                    <a:pt x="157" y="11"/>
                    <a:pt x="112" y="31"/>
                  </a:cubicBezTo>
                  <a:cubicBezTo>
                    <a:pt x="14" y="77"/>
                    <a:pt x="1" y="162"/>
                    <a:pt x="82" y="220"/>
                  </a:cubicBezTo>
                  <a:cubicBezTo>
                    <a:pt x="138" y="254"/>
                    <a:pt x="201" y="271"/>
                    <a:pt x="264" y="271"/>
                  </a:cubicBezTo>
                  <a:cubicBezTo>
                    <a:pt x="312" y="271"/>
                    <a:pt x="360" y="261"/>
                    <a:pt x="405" y="240"/>
                  </a:cubicBezTo>
                  <a:cubicBezTo>
                    <a:pt x="500" y="194"/>
                    <a:pt x="516" y="109"/>
                    <a:pt x="435" y="51"/>
                  </a:cubicBezTo>
                  <a:cubicBezTo>
                    <a:pt x="380" y="18"/>
                    <a:pt x="317" y="1"/>
                    <a:pt x="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71">
              <a:extLst>
                <a:ext uri="{FF2B5EF4-FFF2-40B4-BE49-F238E27FC236}">
                  <a16:creationId xmlns:a16="http://schemas.microsoft.com/office/drawing/2014/main" id="{F5EEB8A1-3505-A7B1-265D-040FA0A47693}"/>
                </a:ext>
              </a:extLst>
            </p:cNvPr>
            <p:cNvSpPr/>
            <p:nvPr/>
          </p:nvSpPr>
          <p:spPr>
            <a:xfrm>
              <a:off x="1250500" y="4114147"/>
              <a:ext cx="17280" cy="11068"/>
            </a:xfrm>
            <a:custGeom>
              <a:avLst/>
              <a:gdLst/>
              <a:ahLst/>
              <a:cxnLst/>
              <a:rect l="l" t="t" r="r" b="b"/>
              <a:pathLst>
                <a:path w="523" h="335" extrusionOk="0">
                  <a:moveTo>
                    <a:pt x="255" y="63"/>
                  </a:moveTo>
                  <a:cubicBezTo>
                    <a:pt x="314" y="63"/>
                    <a:pt x="369" y="76"/>
                    <a:pt x="418" y="109"/>
                  </a:cubicBezTo>
                  <a:cubicBezTo>
                    <a:pt x="444" y="122"/>
                    <a:pt x="457" y="148"/>
                    <a:pt x="461" y="174"/>
                  </a:cubicBezTo>
                  <a:cubicBezTo>
                    <a:pt x="457" y="200"/>
                    <a:pt x="435" y="226"/>
                    <a:pt x="395" y="246"/>
                  </a:cubicBezTo>
                  <a:cubicBezTo>
                    <a:pt x="354" y="264"/>
                    <a:pt x="311" y="273"/>
                    <a:pt x="267" y="273"/>
                  </a:cubicBezTo>
                  <a:cubicBezTo>
                    <a:pt x="210" y="273"/>
                    <a:pt x="153" y="258"/>
                    <a:pt x="102" y="226"/>
                  </a:cubicBezTo>
                  <a:cubicBezTo>
                    <a:pt x="79" y="213"/>
                    <a:pt x="62" y="190"/>
                    <a:pt x="62" y="161"/>
                  </a:cubicBezTo>
                  <a:cubicBezTo>
                    <a:pt x="69" y="128"/>
                    <a:pt x="95" y="102"/>
                    <a:pt x="128" y="89"/>
                  </a:cubicBezTo>
                  <a:cubicBezTo>
                    <a:pt x="167" y="73"/>
                    <a:pt x="213" y="63"/>
                    <a:pt x="255" y="63"/>
                  </a:cubicBezTo>
                  <a:close/>
                  <a:moveTo>
                    <a:pt x="255" y="0"/>
                  </a:moveTo>
                  <a:cubicBezTo>
                    <a:pt x="203" y="0"/>
                    <a:pt x="151" y="11"/>
                    <a:pt x="102" y="34"/>
                  </a:cubicBezTo>
                  <a:cubicBezTo>
                    <a:pt x="49" y="53"/>
                    <a:pt x="10" y="99"/>
                    <a:pt x="0" y="154"/>
                  </a:cubicBezTo>
                  <a:cubicBezTo>
                    <a:pt x="0" y="203"/>
                    <a:pt x="23" y="252"/>
                    <a:pt x="66" y="278"/>
                  </a:cubicBezTo>
                  <a:cubicBezTo>
                    <a:pt x="120" y="315"/>
                    <a:pt x="183" y="334"/>
                    <a:pt x="249" y="334"/>
                  </a:cubicBezTo>
                  <a:cubicBezTo>
                    <a:pt x="254" y="334"/>
                    <a:pt x="260" y="334"/>
                    <a:pt x="265" y="334"/>
                  </a:cubicBezTo>
                  <a:cubicBezTo>
                    <a:pt x="317" y="334"/>
                    <a:pt x="372" y="324"/>
                    <a:pt x="421" y="301"/>
                  </a:cubicBezTo>
                  <a:cubicBezTo>
                    <a:pt x="474" y="282"/>
                    <a:pt x="510" y="233"/>
                    <a:pt x="519" y="177"/>
                  </a:cubicBezTo>
                  <a:cubicBezTo>
                    <a:pt x="523" y="128"/>
                    <a:pt x="497" y="83"/>
                    <a:pt x="454" y="56"/>
                  </a:cubicBezTo>
                  <a:cubicBezTo>
                    <a:pt x="393" y="19"/>
                    <a:pt x="324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71">
              <a:extLst>
                <a:ext uri="{FF2B5EF4-FFF2-40B4-BE49-F238E27FC236}">
                  <a16:creationId xmlns:a16="http://schemas.microsoft.com/office/drawing/2014/main" id="{5F77E3AB-263B-5E02-1ED6-C148B4DE0AE8}"/>
                </a:ext>
              </a:extLst>
            </p:cNvPr>
            <p:cNvSpPr/>
            <p:nvPr/>
          </p:nvSpPr>
          <p:spPr>
            <a:xfrm>
              <a:off x="1108563" y="4400666"/>
              <a:ext cx="17082" cy="8987"/>
            </a:xfrm>
            <a:custGeom>
              <a:avLst/>
              <a:gdLst/>
              <a:ahLst/>
              <a:cxnLst/>
              <a:rect l="l" t="t" r="r" b="b"/>
              <a:pathLst>
                <a:path w="517" h="272" extrusionOk="0">
                  <a:moveTo>
                    <a:pt x="255" y="1"/>
                  </a:moveTo>
                  <a:cubicBezTo>
                    <a:pt x="206" y="1"/>
                    <a:pt x="158" y="11"/>
                    <a:pt x="112" y="31"/>
                  </a:cubicBezTo>
                  <a:cubicBezTo>
                    <a:pt x="14" y="77"/>
                    <a:pt x="1" y="161"/>
                    <a:pt x="83" y="220"/>
                  </a:cubicBezTo>
                  <a:cubicBezTo>
                    <a:pt x="138" y="254"/>
                    <a:pt x="201" y="271"/>
                    <a:pt x="264" y="271"/>
                  </a:cubicBezTo>
                  <a:cubicBezTo>
                    <a:pt x="312" y="271"/>
                    <a:pt x="361" y="261"/>
                    <a:pt x="406" y="240"/>
                  </a:cubicBezTo>
                  <a:cubicBezTo>
                    <a:pt x="504" y="194"/>
                    <a:pt x="517" y="109"/>
                    <a:pt x="435" y="50"/>
                  </a:cubicBezTo>
                  <a:cubicBezTo>
                    <a:pt x="380" y="17"/>
                    <a:pt x="318" y="1"/>
                    <a:pt x="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71">
              <a:extLst>
                <a:ext uri="{FF2B5EF4-FFF2-40B4-BE49-F238E27FC236}">
                  <a16:creationId xmlns:a16="http://schemas.microsoft.com/office/drawing/2014/main" id="{5F5AC5DB-4989-63A7-5217-F40173E26824}"/>
                </a:ext>
              </a:extLst>
            </p:cNvPr>
            <p:cNvSpPr/>
            <p:nvPr/>
          </p:nvSpPr>
          <p:spPr>
            <a:xfrm>
              <a:off x="1108464" y="4399542"/>
              <a:ext cx="17280" cy="11101"/>
            </a:xfrm>
            <a:custGeom>
              <a:avLst/>
              <a:gdLst/>
              <a:ahLst/>
              <a:cxnLst/>
              <a:rect l="l" t="t" r="r" b="b"/>
              <a:pathLst>
                <a:path w="523" h="336" extrusionOk="0">
                  <a:moveTo>
                    <a:pt x="273" y="64"/>
                  </a:moveTo>
                  <a:cubicBezTo>
                    <a:pt x="324" y="64"/>
                    <a:pt x="377" y="80"/>
                    <a:pt x="418" y="107"/>
                  </a:cubicBezTo>
                  <a:cubicBezTo>
                    <a:pt x="445" y="120"/>
                    <a:pt x="461" y="146"/>
                    <a:pt x="461" y="176"/>
                  </a:cubicBezTo>
                  <a:cubicBezTo>
                    <a:pt x="458" y="202"/>
                    <a:pt x="435" y="228"/>
                    <a:pt x="396" y="248"/>
                  </a:cubicBezTo>
                  <a:cubicBezTo>
                    <a:pt x="355" y="264"/>
                    <a:pt x="312" y="273"/>
                    <a:pt x="269" y="273"/>
                  </a:cubicBezTo>
                  <a:cubicBezTo>
                    <a:pt x="212" y="273"/>
                    <a:pt x="155" y="258"/>
                    <a:pt x="105" y="228"/>
                  </a:cubicBezTo>
                  <a:cubicBezTo>
                    <a:pt x="79" y="215"/>
                    <a:pt x="63" y="189"/>
                    <a:pt x="63" y="163"/>
                  </a:cubicBezTo>
                  <a:cubicBezTo>
                    <a:pt x="72" y="130"/>
                    <a:pt x="95" y="101"/>
                    <a:pt x="128" y="91"/>
                  </a:cubicBezTo>
                  <a:cubicBezTo>
                    <a:pt x="170" y="71"/>
                    <a:pt x="213" y="65"/>
                    <a:pt x="259" y="65"/>
                  </a:cubicBezTo>
                  <a:cubicBezTo>
                    <a:pt x="263" y="65"/>
                    <a:pt x="268" y="64"/>
                    <a:pt x="273" y="64"/>
                  </a:cubicBezTo>
                  <a:close/>
                  <a:moveTo>
                    <a:pt x="258" y="0"/>
                  </a:moveTo>
                  <a:cubicBezTo>
                    <a:pt x="205" y="0"/>
                    <a:pt x="152" y="11"/>
                    <a:pt x="102" y="32"/>
                  </a:cubicBezTo>
                  <a:cubicBezTo>
                    <a:pt x="50" y="55"/>
                    <a:pt x="10" y="101"/>
                    <a:pt x="4" y="156"/>
                  </a:cubicBezTo>
                  <a:cubicBezTo>
                    <a:pt x="1" y="205"/>
                    <a:pt x="27" y="254"/>
                    <a:pt x="69" y="277"/>
                  </a:cubicBezTo>
                  <a:cubicBezTo>
                    <a:pt x="128" y="316"/>
                    <a:pt x="197" y="336"/>
                    <a:pt x="265" y="336"/>
                  </a:cubicBezTo>
                  <a:cubicBezTo>
                    <a:pt x="321" y="336"/>
                    <a:pt x="373" y="323"/>
                    <a:pt x="422" y="300"/>
                  </a:cubicBezTo>
                  <a:cubicBezTo>
                    <a:pt x="474" y="280"/>
                    <a:pt x="513" y="235"/>
                    <a:pt x="520" y="179"/>
                  </a:cubicBezTo>
                  <a:cubicBezTo>
                    <a:pt x="523" y="130"/>
                    <a:pt x="497" y="81"/>
                    <a:pt x="454" y="55"/>
                  </a:cubicBezTo>
                  <a:cubicBezTo>
                    <a:pt x="395" y="18"/>
                    <a:pt x="327" y="0"/>
                    <a:pt x="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71">
              <a:extLst>
                <a:ext uri="{FF2B5EF4-FFF2-40B4-BE49-F238E27FC236}">
                  <a16:creationId xmlns:a16="http://schemas.microsoft.com/office/drawing/2014/main" id="{C54D19A2-0C4B-8DCA-F2E6-2026113CB99A}"/>
                </a:ext>
              </a:extLst>
            </p:cNvPr>
            <p:cNvSpPr/>
            <p:nvPr/>
          </p:nvSpPr>
          <p:spPr>
            <a:xfrm>
              <a:off x="1111041" y="4244124"/>
              <a:ext cx="83294" cy="48106"/>
            </a:xfrm>
            <a:custGeom>
              <a:avLst/>
              <a:gdLst/>
              <a:ahLst/>
              <a:cxnLst/>
              <a:rect l="l" t="t" r="r" b="b"/>
              <a:pathLst>
                <a:path w="2521" h="1456" extrusionOk="0">
                  <a:moveTo>
                    <a:pt x="1506" y="0"/>
                  </a:moveTo>
                  <a:lnTo>
                    <a:pt x="1" y="728"/>
                  </a:lnTo>
                  <a:cubicBezTo>
                    <a:pt x="4" y="819"/>
                    <a:pt x="34" y="911"/>
                    <a:pt x="86" y="989"/>
                  </a:cubicBezTo>
                  <a:lnTo>
                    <a:pt x="598" y="1358"/>
                  </a:lnTo>
                  <a:cubicBezTo>
                    <a:pt x="729" y="1407"/>
                    <a:pt x="863" y="1440"/>
                    <a:pt x="1003" y="1456"/>
                  </a:cubicBezTo>
                  <a:lnTo>
                    <a:pt x="2521" y="721"/>
                  </a:lnTo>
                  <a:cubicBezTo>
                    <a:pt x="2514" y="558"/>
                    <a:pt x="2420" y="395"/>
                    <a:pt x="2230" y="261"/>
                  </a:cubicBezTo>
                  <a:cubicBezTo>
                    <a:pt x="2041" y="124"/>
                    <a:pt x="1783" y="33"/>
                    <a:pt x="1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71">
              <a:extLst>
                <a:ext uri="{FF2B5EF4-FFF2-40B4-BE49-F238E27FC236}">
                  <a16:creationId xmlns:a16="http://schemas.microsoft.com/office/drawing/2014/main" id="{55869091-4096-06EB-E1F1-5E2198390DB2}"/>
                </a:ext>
              </a:extLst>
            </p:cNvPr>
            <p:cNvSpPr/>
            <p:nvPr/>
          </p:nvSpPr>
          <p:spPr>
            <a:xfrm>
              <a:off x="1191062" y="4219213"/>
              <a:ext cx="66377" cy="34956"/>
            </a:xfrm>
            <a:custGeom>
              <a:avLst/>
              <a:gdLst/>
              <a:ahLst/>
              <a:cxnLst/>
              <a:rect l="l" t="t" r="r" b="b"/>
              <a:pathLst>
                <a:path w="2009" h="1058" extrusionOk="0">
                  <a:moveTo>
                    <a:pt x="993" y="0"/>
                  </a:moveTo>
                  <a:cubicBezTo>
                    <a:pt x="795" y="0"/>
                    <a:pt x="596" y="39"/>
                    <a:pt x="432" y="118"/>
                  </a:cubicBezTo>
                  <a:cubicBezTo>
                    <a:pt x="53" y="300"/>
                    <a:pt x="1" y="633"/>
                    <a:pt x="318" y="862"/>
                  </a:cubicBezTo>
                  <a:cubicBezTo>
                    <a:pt x="497" y="991"/>
                    <a:pt x="757" y="1058"/>
                    <a:pt x="1017" y="1058"/>
                  </a:cubicBezTo>
                  <a:cubicBezTo>
                    <a:pt x="1215" y="1058"/>
                    <a:pt x="1414" y="1019"/>
                    <a:pt x="1577" y="940"/>
                  </a:cubicBezTo>
                  <a:cubicBezTo>
                    <a:pt x="1956" y="757"/>
                    <a:pt x="2008" y="424"/>
                    <a:pt x="1692" y="199"/>
                  </a:cubicBezTo>
                  <a:cubicBezTo>
                    <a:pt x="1513" y="67"/>
                    <a:pt x="125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71">
              <a:extLst>
                <a:ext uri="{FF2B5EF4-FFF2-40B4-BE49-F238E27FC236}">
                  <a16:creationId xmlns:a16="http://schemas.microsoft.com/office/drawing/2014/main" id="{064F4391-2A61-7750-C4CD-63F39C6EB013}"/>
                </a:ext>
              </a:extLst>
            </p:cNvPr>
            <p:cNvSpPr/>
            <p:nvPr/>
          </p:nvSpPr>
          <p:spPr>
            <a:xfrm>
              <a:off x="1065116" y="4199587"/>
              <a:ext cx="227811" cy="113426"/>
            </a:xfrm>
            <a:custGeom>
              <a:avLst/>
              <a:gdLst/>
              <a:ahLst/>
              <a:cxnLst/>
              <a:rect l="l" t="t" r="r" b="b"/>
              <a:pathLst>
                <a:path w="6895" h="3433" extrusionOk="0">
                  <a:moveTo>
                    <a:pt x="4276" y="852"/>
                  </a:moveTo>
                  <a:lnTo>
                    <a:pt x="5004" y="1374"/>
                  </a:lnTo>
                  <a:lnTo>
                    <a:pt x="2566" y="2549"/>
                  </a:lnTo>
                  <a:lnTo>
                    <a:pt x="1841" y="2027"/>
                  </a:lnTo>
                  <a:lnTo>
                    <a:pt x="4276" y="852"/>
                  </a:lnTo>
                  <a:close/>
                  <a:moveTo>
                    <a:pt x="5693" y="0"/>
                  </a:moveTo>
                  <a:cubicBezTo>
                    <a:pt x="5459" y="0"/>
                    <a:pt x="5225" y="46"/>
                    <a:pt x="5030" y="140"/>
                  </a:cubicBezTo>
                  <a:lnTo>
                    <a:pt x="513" y="2321"/>
                  </a:lnTo>
                  <a:cubicBezTo>
                    <a:pt x="63" y="2536"/>
                    <a:pt x="1" y="2931"/>
                    <a:pt x="376" y="3199"/>
                  </a:cubicBezTo>
                  <a:cubicBezTo>
                    <a:pt x="589" y="3352"/>
                    <a:pt x="898" y="3432"/>
                    <a:pt x="1209" y="3432"/>
                  </a:cubicBezTo>
                  <a:cubicBezTo>
                    <a:pt x="1442" y="3432"/>
                    <a:pt x="1675" y="3387"/>
                    <a:pt x="1868" y="3293"/>
                  </a:cubicBezTo>
                  <a:lnTo>
                    <a:pt x="6385" y="1113"/>
                  </a:lnTo>
                  <a:cubicBezTo>
                    <a:pt x="6832" y="898"/>
                    <a:pt x="6894" y="503"/>
                    <a:pt x="6522" y="232"/>
                  </a:cubicBezTo>
                  <a:cubicBezTo>
                    <a:pt x="6309" y="80"/>
                    <a:pt x="6001" y="0"/>
                    <a:pt x="56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71">
              <a:extLst>
                <a:ext uri="{FF2B5EF4-FFF2-40B4-BE49-F238E27FC236}">
                  <a16:creationId xmlns:a16="http://schemas.microsoft.com/office/drawing/2014/main" id="{5B1BF48D-30C3-AF1D-0B73-E8E38A8104EB}"/>
                </a:ext>
              </a:extLst>
            </p:cNvPr>
            <p:cNvSpPr/>
            <p:nvPr/>
          </p:nvSpPr>
          <p:spPr>
            <a:xfrm>
              <a:off x="1067924" y="4198662"/>
              <a:ext cx="222194" cy="115376"/>
            </a:xfrm>
            <a:custGeom>
              <a:avLst/>
              <a:gdLst/>
              <a:ahLst/>
              <a:cxnLst/>
              <a:rect l="l" t="t" r="r" b="b"/>
              <a:pathLst>
                <a:path w="6725" h="3492" extrusionOk="0">
                  <a:moveTo>
                    <a:pt x="4191" y="916"/>
                  </a:moveTo>
                  <a:lnTo>
                    <a:pt x="4861" y="1396"/>
                  </a:lnTo>
                  <a:lnTo>
                    <a:pt x="2484" y="2545"/>
                  </a:lnTo>
                  <a:lnTo>
                    <a:pt x="1815" y="2062"/>
                  </a:lnTo>
                  <a:lnTo>
                    <a:pt x="4191" y="916"/>
                  </a:lnTo>
                  <a:close/>
                  <a:moveTo>
                    <a:pt x="4191" y="850"/>
                  </a:moveTo>
                  <a:cubicBezTo>
                    <a:pt x="4186" y="850"/>
                    <a:pt x="4182" y="851"/>
                    <a:pt x="4178" y="854"/>
                  </a:cubicBezTo>
                  <a:lnTo>
                    <a:pt x="1743" y="2029"/>
                  </a:lnTo>
                  <a:cubicBezTo>
                    <a:pt x="1721" y="2039"/>
                    <a:pt x="1721" y="2068"/>
                    <a:pt x="1737" y="2081"/>
                  </a:cubicBezTo>
                  <a:lnTo>
                    <a:pt x="2465" y="2603"/>
                  </a:lnTo>
                  <a:cubicBezTo>
                    <a:pt x="2468" y="2607"/>
                    <a:pt x="2475" y="2610"/>
                    <a:pt x="2481" y="2610"/>
                  </a:cubicBezTo>
                  <a:cubicBezTo>
                    <a:pt x="2484" y="2610"/>
                    <a:pt x="2491" y="2610"/>
                    <a:pt x="2494" y="2607"/>
                  </a:cubicBezTo>
                  <a:lnTo>
                    <a:pt x="4932" y="1428"/>
                  </a:lnTo>
                  <a:cubicBezTo>
                    <a:pt x="4952" y="1419"/>
                    <a:pt x="4955" y="1392"/>
                    <a:pt x="4936" y="1376"/>
                  </a:cubicBezTo>
                  <a:lnTo>
                    <a:pt x="4211" y="857"/>
                  </a:lnTo>
                  <a:cubicBezTo>
                    <a:pt x="4205" y="853"/>
                    <a:pt x="4198" y="850"/>
                    <a:pt x="4191" y="850"/>
                  </a:cubicBezTo>
                  <a:close/>
                  <a:moveTo>
                    <a:pt x="5583" y="61"/>
                  </a:moveTo>
                  <a:cubicBezTo>
                    <a:pt x="5590" y="61"/>
                    <a:pt x="5597" y="61"/>
                    <a:pt x="5605" y="61"/>
                  </a:cubicBezTo>
                  <a:cubicBezTo>
                    <a:pt x="5908" y="61"/>
                    <a:pt x="6212" y="139"/>
                    <a:pt x="6417" y="286"/>
                  </a:cubicBezTo>
                  <a:cubicBezTo>
                    <a:pt x="6581" y="403"/>
                    <a:pt x="6662" y="550"/>
                    <a:pt x="6649" y="694"/>
                  </a:cubicBezTo>
                  <a:cubicBezTo>
                    <a:pt x="6636" y="857"/>
                    <a:pt x="6502" y="1011"/>
                    <a:pt x="6287" y="1115"/>
                  </a:cubicBezTo>
                  <a:lnTo>
                    <a:pt x="1769" y="3299"/>
                  </a:lnTo>
                  <a:cubicBezTo>
                    <a:pt x="1580" y="3390"/>
                    <a:pt x="1352" y="3434"/>
                    <a:pt x="1123" y="3434"/>
                  </a:cubicBezTo>
                  <a:cubicBezTo>
                    <a:pt x="820" y="3434"/>
                    <a:pt x="518" y="3356"/>
                    <a:pt x="307" y="3207"/>
                  </a:cubicBezTo>
                  <a:cubicBezTo>
                    <a:pt x="147" y="3090"/>
                    <a:pt x="66" y="2943"/>
                    <a:pt x="75" y="2799"/>
                  </a:cubicBezTo>
                  <a:cubicBezTo>
                    <a:pt x="92" y="2636"/>
                    <a:pt x="222" y="2483"/>
                    <a:pt x="441" y="2378"/>
                  </a:cubicBezTo>
                  <a:lnTo>
                    <a:pt x="4958" y="195"/>
                  </a:lnTo>
                  <a:cubicBezTo>
                    <a:pt x="5154" y="106"/>
                    <a:pt x="5368" y="61"/>
                    <a:pt x="5583" y="61"/>
                  </a:cubicBezTo>
                  <a:close/>
                  <a:moveTo>
                    <a:pt x="5608" y="0"/>
                  </a:moveTo>
                  <a:cubicBezTo>
                    <a:pt x="5369" y="0"/>
                    <a:pt x="5129" y="47"/>
                    <a:pt x="4932" y="142"/>
                  </a:cubicBezTo>
                  <a:lnTo>
                    <a:pt x="415" y="2323"/>
                  </a:lnTo>
                  <a:cubicBezTo>
                    <a:pt x="177" y="2437"/>
                    <a:pt x="33" y="2607"/>
                    <a:pt x="17" y="2793"/>
                  </a:cubicBezTo>
                  <a:cubicBezTo>
                    <a:pt x="0" y="2962"/>
                    <a:pt x="92" y="3126"/>
                    <a:pt x="271" y="3253"/>
                  </a:cubicBezTo>
                  <a:cubicBezTo>
                    <a:pt x="490" y="3410"/>
                    <a:pt x="807" y="3491"/>
                    <a:pt x="1123" y="3491"/>
                  </a:cubicBezTo>
                  <a:cubicBezTo>
                    <a:pt x="1131" y="3491"/>
                    <a:pt x="1139" y="3491"/>
                    <a:pt x="1146" y="3491"/>
                  </a:cubicBezTo>
                  <a:cubicBezTo>
                    <a:pt x="1370" y="3491"/>
                    <a:pt x="1591" y="3446"/>
                    <a:pt x="1796" y="3351"/>
                  </a:cubicBezTo>
                  <a:lnTo>
                    <a:pt x="6313" y="1170"/>
                  </a:lnTo>
                  <a:cubicBezTo>
                    <a:pt x="6548" y="1056"/>
                    <a:pt x="6695" y="883"/>
                    <a:pt x="6711" y="700"/>
                  </a:cubicBezTo>
                  <a:cubicBezTo>
                    <a:pt x="6724" y="531"/>
                    <a:pt x="6633" y="368"/>
                    <a:pt x="6453" y="237"/>
                  </a:cubicBezTo>
                  <a:cubicBezTo>
                    <a:pt x="6238" y="81"/>
                    <a:pt x="5923" y="0"/>
                    <a:pt x="5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71">
              <a:extLst>
                <a:ext uri="{FF2B5EF4-FFF2-40B4-BE49-F238E27FC236}">
                  <a16:creationId xmlns:a16="http://schemas.microsoft.com/office/drawing/2014/main" id="{8A3108AE-F298-C040-CCF2-27CD137F1043}"/>
                </a:ext>
              </a:extLst>
            </p:cNvPr>
            <p:cNvSpPr/>
            <p:nvPr/>
          </p:nvSpPr>
          <p:spPr>
            <a:xfrm>
              <a:off x="1076019" y="4273596"/>
              <a:ext cx="64395" cy="33965"/>
            </a:xfrm>
            <a:custGeom>
              <a:avLst/>
              <a:gdLst/>
              <a:ahLst/>
              <a:cxnLst/>
              <a:rect l="l" t="t" r="r" b="b"/>
              <a:pathLst>
                <a:path w="1949" h="1028" extrusionOk="0">
                  <a:moveTo>
                    <a:pt x="965" y="91"/>
                  </a:moveTo>
                  <a:cubicBezTo>
                    <a:pt x="1016" y="91"/>
                    <a:pt x="1066" y="94"/>
                    <a:pt x="1116" y="100"/>
                  </a:cubicBezTo>
                  <a:lnTo>
                    <a:pt x="1061" y="192"/>
                  </a:lnTo>
                  <a:lnTo>
                    <a:pt x="1322" y="251"/>
                  </a:lnTo>
                  <a:lnTo>
                    <a:pt x="1374" y="169"/>
                  </a:lnTo>
                  <a:cubicBezTo>
                    <a:pt x="1430" y="189"/>
                    <a:pt x="1479" y="215"/>
                    <a:pt x="1528" y="251"/>
                  </a:cubicBezTo>
                  <a:cubicBezTo>
                    <a:pt x="1577" y="283"/>
                    <a:pt x="1619" y="329"/>
                    <a:pt x="1649" y="381"/>
                  </a:cubicBezTo>
                  <a:lnTo>
                    <a:pt x="1498" y="397"/>
                  </a:lnTo>
                  <a:lnTo>
                    <a:pt x="1547" y="561"/>
                  </a:lnTo>
                  <a:lnTo>
                    <a:pt x="1691" y="544"/>
                  </a:lnTo>
                  <a:lnTo>
                    <a:pt x="1691" y="544"/>
                  </a:lnTo>
                  <a:cubicBezTo>
                    <a:pt x="1684" y="632"/>
                    <a:pt x="1630" y="716"/>
                    <a:pt x="1529" y="788"/>
                  </a:cubicBezTo>
                  <a:lnTo>
                    <a:pt x="1529" y="788"/>
                  </a:lnTo>
                  <a:lnTo>
                    <a:pt x="1430" y="717"/>
                  </a:lnTo>
                  <a:lnTo>
                    <a:pt x="1218" y="822"/>
                  </a:lnTo>
                  <a:lnTo>
                    <a:pt x="1316" y="890"/>
                  </a:lnTo>
                  <a:cubicBezTo>
                    <a:pt x="1209" y="923"/>
                    <a:pt x="1099" y="939"/>
                    <a:pt x="988" y="939"/>
                  </a:cubicBezTo>
                  <a:cubicBezTo>
                    <a:pt x="946" y="939"/>
                    <a:pt x="904" y="937"/>
                    <a:pt x="862" y="933"/>
                  </a:cubicBezTo>
                  <a:lnTo>
                    <a:pt x="921" y="838"/>
                  </a:lnTo>
                  <a:lnTo>
                    <a:pt x="660" y="779"/>
                  </a:lnTo>
                  <a:lnTo>
                    <a:pt x="601" y="874"/>
                  </a:lnTo>
                  <a:cubicBezTo>
                    <a:pt x="535" y="851"/>
                    <a:pt x="477" y="818"/>
                    <a:pt x="421" y="783"/>
                  </a:cubicBezTo>
                  <a:cubicBezTo>
                    <a:pt x="372" y="747"/>
                    <a:pt x="333" y="704"/>
                    <a:pt x="300" y="655"/>
                  </a:cubicBezTo>
                  <a:lnTo>
                    <a:pt x="480" y="639"/>
                  </a:lnTo>
                  <a:lnTo>
                    <a:pt x="434" y="476"/>
                  </a:lnTo>
                  <a:lnTo>
                    <a:pt x="258" y="492"/>
                  </a:lnTo>
                  <a:cubicBezTo>
                    <a:pt x="265" y="397"/>
                    <a:pt x="323" y="303"/>
                    <a:pt x="434" y="231"/>
                  </a:cubicBezTo>
                  <a:lnTo>
                    <a:pt x="552" y="316"/>
                  </a:lnTo>
                  <a:lnTo>
                    <a:pt x="767" y="211"/>
                  </a:lnTo>
                  <a:lnTo>
                    <a:pt x="656" y="133"/>
                  </a:lnTo>
                  <a:cubicBezTo>
                    <a:pt x="757" y="104"/>
                    <a:pt x="861" y="91"/>
                    <a:pt x="965" y="91"/>
                  </a:cubicBezTo>
                  <a:close/>
                  <a:moveTo>
                    <a:pt x="961" y="0"/>
                  </a:moveTo>
                  <a:cubicBezTo>
                    <a:pt x="769" y="0"/>
                    <a:pt x="577" y="38"/>
                    <a:pt x="418" y="113"/>
                  </a:cubicBezTo>
                  <a:cubicBezTo>
                    <a:pt x="49" y="293"/>
                    <a:pt x="0" y="616"/>
                    <a:pt x="307" y="838"/>
                  </a:cubicBezTo>
                  <a:cubicBezTo>
                    <a:pt x="482" y="963"/>
                    <a:pt x="735" y="1028"/>
                    <a:pt x="988" y="1028"/>
                  </a:cubicBezTo>
                  <a:cubicBezTo>
                    <a:pt x="1180" y="1028"/>
                    <a:pt x="1372" y="990"/>
                    <a:pt x="1531" y="913"/>
                  </a:cubicBezTo>
                  <a:cubicBezTo>
                    <a:pt x="1897" y="737"/>
                    <a:pt x="1949" y="414"/>
                    <a:pt x="1642" y="192"/>
                  </a:cubicBezTo>
                  <a:cubicBezTo>
                    <a:pt x="1467" y="65"/>
                    <a:pt x="1214" y="0"/>
                    <a:pt x="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71">
              <a:extLst>
                <a:ext uri="{FF2B5EF4-FFF2-40B4-BE49-F238E27FC236}">
                  <a16:creationId xmlns:a16="http://schemas.microsoft.com/office/drawing/2014/main" id="{7FB28DA5-A03D-9EDE-0232-0F4168FFFCDF}"/>
                </a:ext>
              </a:extLst>
            </p:cNvPr>
            <p:cNvSpPr/>
            <p:nvPr/>
          </p:nvSpPr>
          <p:spPr>
            <a:xfrm>
              <a:off x="1219641" y="4204147"/>
              <a:ext cx="64527" cy="33965"/>
            </a:xfrm>
            <a:custGeom>
              <a:avLst/>
              <a:gdLst/>
              <a:ahLst/>
              <a:cxnLst/>
              <a:rect l="l" t="t" r="r" b="b"/>
              <a:pathLst>
                <a:path w="1953" h="1028" extrusionOk="0">
                  <a:moveTo>
                    <a:pt x="959" y="92"/>
                  </a:moveTo>
                  <a:cubicBezTo>
                    <a:pt x="1013" y="92"/>
                    <a:pt x="1067" y="96"/>
                    <a:pt x="1120" y="104"/>
                  </a:cubicBezTo>
                  <a:lnTo>
                    <a:pt x="1065" y="195"/>
                  </a:lnTo>
                  <a:lnTo>
                    <a:pt x="1326" y="254"/>
                  </a:lnTo>
                  <a:lnTo>
                    <a:pt x="1378" y="169"/>
                  </a:lnTo>
                  <a:cubicBezTo>
                    <a:pt x="1434" y="188"/>
                    <a:pt x="1483" y="218"/>
                    <a:pt x="1532" y="250"/>
                  </a:cubicBezTo>
                  <a:cubicBezTo>
                    <a:pt x="1581" y="286"/>
                    <a:pt x="1623" y="329"/>
                    <a:pt x="1652" y="384"/>
                  </a:cubicBezTo>
                  <a:lnTo>
                    <a:pt x="1502" y="397"/>
                  </a:lnTo>
                  <a:lnTo>
                    <a:pt x="1551" y="561"/>
                  </a:lnTo>
                  <a:lnTo>
                    <a:pt x="1692" y="548"/>
                  </a:lnTo>
                  <a:lnTo>
                    <a:pt x="1692" y="548"/>
                  </a:lnTo>
                  <a:cubicBezTo>
                    <a:pt x="1679" y="645"/>
                    <a:pt x="1620" y="737"/>
                    <a:pt x="1535" y="789"/>
                  </a:cubicBezTo>
                  <a:lnTo>
                    <a:pt x="1434" y="717"/>
                  </a:lnTo>
                  <a:lnTo>
                    <a:pt x="1218" y="822"/>
                  </a:lnTo>
                  <a:lnTo>
                    <a:pt x="1320" y="893"/>
                  </a:lnTo>
                  <a:cubicBezTo>
                    <a:pt x="1213" y="924"/>
                    <a:pt x="1104" y="939"/>
                    <a:pt x="994" y="939"/>
                  </a:cubicBezTo>
                  <a:cubicBezTo>
                    <a:pt x="951" y="939"/>
                    <a:pt x="908" y="937"/>
                    <a:pt x="866" y="933"/>
                  </a:cubicBezTo>
                  <a:lnTo>
                    <a:pt x="925" y="841"/>
                  </a:lnTo>
                  <a:lnTo>
                    <a:pt x="663" y="779"/>
                  </a:lnTo>
                  <a:lnTo>
                    <a:pt x="605" y="874"/>
                  </a:lnTo>
                  <a:cubicBezTo>
                    <a:pt x="539" y="851"/>
                    <a:pt x="481" y="822"/>
                    <a:pt x="425" y="783"/>
                  </a:cubicBezTo>
                  <a:cubicBezTo>
                    <a:pt x="376" y="750"/>
                    <a:pt x="334" y="704"/>
                    <a:pt x="304" y="655"/>
                  </a:cubicBezTo>
                  <a:lnTo>
                    <a:pt x="484" y="639"/>
                  </a:lnTo>
                  <a:lnTo>
                    <a:pt x="438" y="476"/>
                  </a:lnTo>
                  <a:lnTo>
                    <a:pt x="259" y="492"/>
                  </a:lnTo>
                  <a:cubicBezTo>
                    <a:pt x="269" y="397"/>
                    <a:pt x="327" y="306"/>
                    <a:pt x="438" y="231"/>
                  </a:cubicBezTo>
                  <a:lnTo>
                    <a:pt x="556" y="316"/>
                  </a:lnTo>
                  <a:lnTo>
                    <a:pt x="768" y="211"/>
                  </a:lnTo>
                  <a:lnTo>
                    <a:pt x="660" y="133"/>
                  </a:lnTo>
                  <a:cubicBezTo>
                    <a:pt x="758" y="105"/>
                    <a:pt x="858" y="92"/>
                    <a:pt x="959" y="92"/>
                  </a:cubicBezTo>
                  <a:close/>
                  <a:moveTo>
                    <a:pt x="968" y="1"/>
                  </a:moveTo>
                  <a:cubicBezTo>
                    <a:pt x="775" y="1"/>
                    <a:pt x="582" y="39"/>
                    <a:pt x="422" y="117"/>
                  </a:cubicBezTo>
                  <a:cubicBezTo>
                    <a:pt x="53" y="293"/>
                    <a:pt x="1" y="616"/>
                    <a:pt x="311" y="838"/>
                  </a:cubicBezTo>
                  <a:cubicBezTo>
                    <a:pt x="486" y="963"/>
                    <a:pt x="738" y="1028"/>
                    <a:pt x="991" y="1028"/>
                  </a:cubicBezTo>
                  <a:cubicBezTo>
                    <a:pt x="1182" y="1028"/>
                    <a:pt x="1375" y="990"/>
                    <a:pt x="1535" y="913"/>
                  </a:cubicBezTo>
                  <a:cubicBezTo>
                    <a:pt x="1904" y="737"/>
                    <a:pt x="1953" y="414"/>
                    <a:pt x="1646" y="192"/>
                  </a:cubicBezTo>
                  <a:cubicBezTo>
                    <a:pt x="1472" y="66"/>
                    <a:pt x="1221" y="1"/>
                    <a:pt x="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71">
              <a:extLst>
                <a:ext uri="{FF2B5EF4-FFF2-40B4-BE49-F238E27FC236}">
                  <a16:creationId xmlns:a16="http://schemas.microsoft.com/office/drawing/2014/main" id="{E7EC88C6-B619-E271-8CE8-B8B47B30BA3B}"/>
                </a:ext>
              </a:extLst>
            </p:cNvPr>
            <p:cNvSpPr/>
            <p:nvPr/>
          </p:nvSpPr>
          <p:spPr>
            <a:xfrm>
              <a:off x="1228166" y="4207153"/>
              <a:ext cx="47379" cy="28051"/>
            </a:xfrm>
            <a:custGeom>
              <a:avLst/>
              <a:gdLst/>
              <a:ahLst/>
              <a:cxnLst/>
              <a:rect l="l" t="t" r="r" b="b"/>
              <a:pathLst>
                <a:path w="1434" h="849" extrusionOk="0">
                  <a:moveTo>
                    <a:pt x="701" y="1"/>
                  </a:moveTo>
                  <a:cubicBezTo>
                    <a:pt x="600" y="1"/>
                    <a:pt x="500" y="14"/>
                    <a:pt x="402" y="42"/>
                  </a:cubicBezTo>
                  <a:lnTo>
                    <a:pt x="510" y="120"/>
                  </a:lnTo>
                  <a:lnTo>
                    <a:pt x="298" y="225"/>
                  </a:lnTo>
                  <a:lnTo>
                    <a:pt x="180" y="140"/>
                  </a:lnTo>
                  <a:cubicBezTo>
                    <a:pt x="69" y="215"/>
                    <a:pt x="11" y="306"/>
                    <a:pt x="1" y="401"/>
                  </a:cubicBezTo>
                  <a:lnTo>
                    <a:pt x="180" y="385"/>
                  </a:lnTo>
                  <a:lnTo>
                    <a:pt x="226" y="548"/>
                  </a:lnTo>
                  <a:lnTo>
                    <a:pt x="46" y="564"/>
                  </a:lnTo>
                  <a:cubicBezTo>
                    <a:pt x="76" y="613"/>
                    <a:pt x="118" y="659"/>
                    <a:pt x="167" y="692"/>
                  </a:cubicBezTo>
                  <a:cubicBezTo>
                    <a:pt x="223" y="731"/>
                    <a:pt x="281" y="760"/>
                    <a:pt x="347" y="783"/>
                  </a:cubicBezTo>
                  <a:lnTo>
                    <a:pt x="405" y="688"/>
                  </a:lnTo>
                  <a:lnTo>
                    <a:pt x="667" y="750"/>
                  </a:lnTo>
                  <a:lnTo>
                    <a:pt x="608" y="842"/>
                  </a:lnTo>
                  <a:cubicBezTo>
                    <a:pt x="650" y="846"/>
                    <a:pt x="693" y="848"/>
                    <a:pt x="736" y="848"/>
                  </a:cubicBezTo>
                  <a:cubicBezTo>
                    <a:pt x="846" y="848"/>
                    <a:pt x="955" y="833"/>
                    <a:pt x="1062" y="802"/>
                  </a:cubicBezTo>
                  <a:lnTo>
                    <a:pt x="960" y="731"/>
                  </a:lnTo>
                  <a:lnTo>
                    <a:pt x="1176" y="626"/>
                  </a:lnTo>
                  <a:lnTo>
                    <a:pt x="1277" y="698"/>
                  </a:lnTo>
                  <a:cubicBezTo>
                    <a:pt x="1362" y="646"/>
                    <a:pt x="1421" y="554"/>
                    <a:pt x="1434" y="457"/>
                  </a:cubicBezTo>
                  <a:lnTo>
                    <a:pt x="1434" y="457"/>
                  </a:lnTo>
                  <a:lnTo>
                    <a:pt x="1293" y="470"/>
                  </a:lnTo>
                  <a:lnTo>
                    <a:pt x="1244" y="306"/>
                  </a:lnTo>
                  <a:lnTo>
                    <a:pt x="1394" y="293"/>
                  </a:lnTo>
                  <a:cubicBezTo>
                    <a:pt x="1365" y="238"/>
                    <a:pt x="1323" y="195"/>
                    <a:pt x="1274" y="159"/>
                  </a:cubicBezTo>
                  <a:cubicBezTo>
                    <a:pt x="1225" y="127"/>
                    <a:pt x="1176" y="97"/>
                    <a:pt x="1120" y="78"/>
                  </a:cubicBezTo>
                  <a:lnTo>
                    <a:pt x="1068" y="163"/>
                  </a:lnTo>
                  <a:lnTo>
                    <a:pt x="807" y="104"/>
                  </a:lnTo>
                  <a:lnTo>
                    <a:pt x="862" y="13"/>
                  </a:lnTo>
                  <a:cubicBezTo>
                    <a:pt x="809" y="5"/>
                    <a:pt x="755" y="1"/>
                    <a:pt x="7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71">
              <a:extLst>
                <a:ext uri="{FF2B5EF4-FFF2-40B4-BE49-F238E27FC236}">
                  <a16:creationId xmlns:a16="http://schemas.microsoft.com/office/drawing/2014/main" id="{9813400B-29FC-BB2F-46E6-8402CB7D4BBE}"/>
                </a:ext>
              </a:extLst>
            </p:cNvPr>
            <p:cNvSpPr/>
            <p:nvPr/>
          </p:nvSpPr>
          <p:spPr>
            <a:xfrm>
              <a:off x="1227207" y="4206063"/>
              <a:ext cx="49428" cy="30099"/>
            </a:xfrm>
            <a:custGeom>
              <a:avLst/>
              <a:gdLst/>
              <a:ahLst/>
              <a:cxnLst/>
              <a:rect l="l" t="t" r="r" b="b"/>
              <a:pathLst>
                <a:path w="1496" h="911" extrusionOk="0">
                  <a:moveTo>
                    <a:pt x="735" y="61"/>
                  </a:moveTo>
                  <a:cubicBezTo>
                    <a:pt x="769" y="61"/>
                    <a:pt x="803" y="62"/>
                    <a:pt x="836" y="65"/>
                  </a:cubicBezTo>
                  <a:lnTo>
                    <a:pt x="807" y="117"/>
                  </a:lnTo>
                  <a:cubicBezTo>
                    <a:pt x="794" y="134"/>
                    <a:pt x="803" y="160"/>
                    <a:pt x="826" y="163"/>
                  </a:cubicBezTo>
                  <a:lnTo>
                    <a:pt x="1087" y="222"/>
                  </a:lnTo>
                  <a:cubicBezTo>
                    <a:pt x="1090" y="222"/>
                    <a:pt x="1092" y="223"/>
                    <a:pt x="1094" y="223"/>
                  </a:cubicBezTo>
                  <a:cubicBezTo>
                    <a:pt x="1105" y="223"/>
                    <a:pt x="1115" y="217"/>
                    <a:pt x="1120" y="209"/>
                  </a:cubicBezTo>
                  <a:lnTo>
                    <a:pt x="1159" y="147"/>
                  </a:lnTo>
                  <a:cubicBezTo>
                    <a:pt x="1205" y="163"/>
                    <a:pt x="1244" y="186"/>
                    <a:pt x="1283" y="212"/>
                  </a:cubicBezTo>
                  <a:cubicBezTo>
                    <a:pt x="1316" y="235"/>
                    <a:pt x="1345" y="264"/>
                    <a:pt x="1368" y="294"/>
                  </a:cubicBezTo>
                  <a:lnTo>
                    <a:pt x="1270" y="303"/>
                  </a:lnTo>
                  <a:cubicBezTo>
                    <a:pt x="1250" y="303"/>
                    <a:pt x="1237" y="326"/>
                    <a:pt x="1244" y="346"/>
                  </a:cubicBezTo>
                  <a:lnTo>
                    <a:pt x="1293" y="509"/>
                  </a:lnTo>
                  <a:cubicBezTo>
                    <a:pt x="1296" y="520"/>
                    <a:pt x="1306" y="529"/>
                    <a:pt x="1319" y="529"/>
                  </a:cubicBezTo>
                  <a:cubicBezTo>
                    <a:pt x="1321" y="529"/>
                    <a:pt x="1323" y="529"/>
                    <a:pt x="1326" y="529"/>
                  </a:cubicBezTo>
                  <a:lnTo>
                    <a:pt x="1427" y="519"/>
                  </a:lnTo>
                  <a:lnTo>
                    <a:pt x="1427" y="519"/>
                  </a:lnTo>
                  <a:cubicBezTo>
                    <a:pt x="1407" y="591"/>
                    <a:pt x="1365" y="649"/>
                    <a:pt x="1306" y="692"/>
                  </a:cubicBezTo>
                  <a:lnTo>
                    <a:pt x="1224" y="633"/>
                  </a:lnTo>
                  <a:cubicBezTo>
                    <a:pt x="1219" y="630"/>
                    <a:pt x="1214" y="628"/>
                    <a:pt x="1208" y="628"/>
                  </a:cubicBezTo>
                  <a:cubicBezTo>
                    <a:pt x="1202" y="628"/>
                    <a:pt x="1197" y="630"/>
                    <a:pt x="1192" y="633"/>
                  </a:cubicBezTo>
                  <a:lnTo>
                    <a:pt x="976" y="734"/>
                  </a:lnTo>
                  <a:cubicBezTo>
                    <a:pt x="957" y="744"/>
                    <a:pt x="953" y="773"/>
                    <a:pt x="973" y="787"/>
                  </a:cubicBezTo>
                  <a:lnTo>
                    <a:pt x="1019" y="822"/>
                  </a:lnTo>
                  <a:cubicBezTo>
                    <a:pt x="933" y="841"/>
                    <a:pt x="845" y="851"/>
                    <a:pt x="757" y="851"/>
                  </a:cubicBezTo>
                  <a:cubicBezTo>
                    <a:pt x="734" y="851"/>
                    <a:pt x="712" y="850"/>
                    <a:pt x="689" y="849"/>
                  </a:cubicBezTo>
                  <a:lnTo>
                    <a:pt x="715" y="796"/>
                  </a:lnTo>
                  <a:cubicBezTo>
                    <a:pt x="722" y="787"/>
                    <a:pt x="722" y="777"/>
                    <a:pt x="718" y="770"/>
                  </a:cubicBezTo>
                  <a:cubicBezTo>
                    <a:pt x="715" y="760"/>
                    <a:pt x="709" y="754"/>
                    <a:pt x="699" y="751"/>
                  </a:cubicBezTo>
                  <a:lnTo>
                    <a:pt x="434" y="692"/>
                  </a:lnTo>
                  <a:cubicBezTo>
                    <a:pt x="431" y="691"/>
                    <a:pt x="428" y="691"/>
                    <a:pt x="425" y="691"/>
                  </a:cubicBezTo>
                  <a:cubicBezTo>
                    <a:pt x="416" y="691"/>
                    <a:pt x="407" y="695"/>
                    <a:pt x="402" y="705"/>
                  </a:cubicBezTo>
                  <a:lnTo>
                    <a:pt x="356" y="777"/>
                  </a:lnTo>
                  <a:cubicBezTo>
                    <a:pt x="304" y="757"/>
                    <a:pt x="255" y="731"/>
                    <a:pt x="209" y="698"/>
                  </a:cubicBezTo>
                  <a:cubicBezTo>
                    <a:pt x="177" y="676"/>
                    <a:pt x="151" y="649"/>
                    <a:pt x="128" y="620"/>
                  </a:cubicBezTo>
                  <a:lnTo>
                    <a:pt x="255" y="610"/>
                  </a:lnTo>
                  <a:cubicBezTo>
                    <a:pt x="265" y="607"/>
                    <a:pt x="271" y="604"/>
                    <a:pt x="278" y="597"/>
                  </a:cubicBezTo>
                  <a:cubicBezTo>
                    <a:pt x="281" y="587"/>
                    <a:pt x="284" y="578"/>
                    <a:pt x="281" y="571"/>
                  </a:cubicBezTo>
                  <a:lnTo>
                    <a:pt x="235" y="408"/>
                  </a:lnTo>
                  <a:cubicBezTo>
                    <a:pt x="229" y="392"/>
                    <a:pt x="216" y="385"/>
                    <a:pt x="203" y="385"/>
                  </a:cubicBezTo>
                  <a:lnTo>
                    <a:pt x="62" y="398"/>
                  </a:lnTo>
                  <a:cubicBezTo>
                    <a:pt x="85" y="320"/>
                    <a:pt x="137" y="251"/>
                    <a:pt x="206" y="209"/>
                  </a:cubicBezTo>
                  <a:lnTo>
                    <a:pt x="304" y="281"/>
                  </a:lnTo>
                  <a:cubicBezTo>
                    <a:pt x="310" y="284"/>
                    <a:pt x="315" y="286"/>
                    <a:pt x="322" y="286"/>
                  </a:cubicBezTo>
                  <a:cubicBezTo>
                    <a:pt x="326" y="286"/>
                    <a:pt x="331" y="285"/>
                    <a:pt x="337" y="284"/>
                  </a:cubicBezTo>
                  <a:lnTo>
                    <a:pt x="549" y="179"/>
                  </a:lnTo>
                  <a:cubicBezTo>
                    <a:pt x="559" y="173"/>
                    <a:pt x="565" y="166"/>
                    <a:pt x="568" y="153"/>
                  </a:cubicBezTo>
                  <a:cubicBezTo>
                    <a:pt x="568" y="144"/>
                    <a:pt x="562" y="134"/>
                    <a:pt x="555" y="127"/>
                  </a:cubicBezTo>
                  <a:lnTo>
                    <a:pt x="500" y="85"/>
                  </a:lnTo>
                  <a:cubicBezTo>
                    <a:pt x="577" y="69"/>
                    <a:pt x="657" y="61"/>
                    <a:pt x="735" y="61"/>
                  </a:cubicBezTo>
                  <a:close/>
                  <a:moveTo>
                    <a:pt x="739" y="0"/>
                  </a:moveTo>
                  <a:cubicBezTo>
                    <a:pt x="632" y="0"/>
                    <a:pt x="525" y="14"/>
                    <a:pt x="421" y="42"/>
                  </a:cubicBezTo>
                  <a:cubicBezTo>
                    <a:pt x="399" y="49"/>
                    <a:pt x="392" y="82"/>
                    <a:pt x="412" y="95"/>
                  </a:cubicBezTo>
                  <a:lnTo>
                    <a:pt x="480" y="144"/>
                  </a:lnTo>
                  <a:lnTo>
                    <a:pt x="330" y="219"/>
                  </a:lnTo>
                  <a:lnTo>
                    <a:pt x="226" y="147"/>
                  </a:lnTo>
                  <a:cubicBezTo>
                    <a:pt x="221" y="142"/>
                    <a:pt x="215" y="139"/>
                    <a:pt x="209" y="139"/>
                  </a:cubicBezTo>
                  <a:cubicBezTo>
                    <a:pt x="204" y="139"/>
                    <a:pt x="198" y="142"/>
                    <a:pt x="193" y="147"/>
                  </a:cubicBezTo>
                  <a:cubicBezTo>
                    <a:pt x="75" y="225"/>
                    <a:pt x="10" y="326"/>
                    <a:pt x="0" y="431"/>
                  </a:cubicBezTo>
                  <a:cubicBezTo>
                    <a:pt x="0" y="441"/>
                    <a:pt x="4" y="447"/>
                    <a:pt x="10" y="454"/>
                  </a:cubicBezTo>
                  <a:cubicBezTo>
                    <a:pt x="17" y="460"/>
                    <a:pt x="26" y="463"/>
                    <a:pt x="33" y="463"/>
                  </a:cubicBezTo>
                  <a:lnTo>
                    <a:pt x="186" y="450"/>
                  </a:lnTo>
                  <a:lnTo>
                    <a:pt x="216" y="552"/>
                  </a:lnTo>
                  <a:lnTo>
                    <a:pt x="72" y="565"/>
                  </a:lnTo>
                  <a:cubicBezTo>
                    <a:pt x="62" y="568"/>
                    <a:pt x="53" y="574"/>
                    <a:pt x="46" y="584"/>
                  </a:cubicBezTo>
                  <a:cubicBezTo>
                    <a:pt x="43" y="591"/>
                    <a:pt x="43" y="604"/>
                    <a:pt x="46" y="614"/>
                  </a:cubicBezTo>
                  <a:cubicBezTo>
                    <a:pt x="82" y="666"/>
                    <a:pt x="124" y="711"/>
                    <a:pt x="177" y="751"/>
                  </a:cubicBezTo>
                  <a:cubicBezTo>
                    <a:pt x="232" y="790"/>
                    <a:pt x="297" y="819"/>
                    <a:pt x="363" y="845"/>
                  </a:cubicBezTo>
                  <a:cubicBezTo>
                    <a:pt x="365" y="846"/>
                    <a:pt x="367" y="846"/>
                    <a:pt x="370" y="846"/>
                  </a:cubicBezTo>
                  <a:cubicBezTo>
                    <a:pt x="381" y="846"/>
                    <a:pt x="393" y="840"/>
                    <a:pt x="399" y="832"/>
                  </a:cubicBezTo>
                  <a:lnTo>
                    <a:pt x="448" y="757"/>
                  </a:lnTo>
                  <a:lnTo>
                    <a:pt x="647" y="803"/>
                  </a:lnTo>
                  <a:lnTo>
                    <a:pt x="611" y="858"/>
                  </a:lnTo>
                  <a:cubicBezTo>
                    <a:pt x="604" y="868"/>
                    <a:pt x="604" y="878"/>
                    <a:pt x="611" y="888"/>
                  </a:cubicBezTo>
                  <a:cubicBezTo>
                    <a:pt x="614" y="898"/>
                    <a:pt x="624" y="904"/>
                    <a:pt x="634" y="904"/>
                  </a:cubicBezTo>
                  <a:cubicBezTo>
                    <a:pt x="679" y="911"/>
                    <a:pt x="722" y="911"/>
                    <a:pt x="767" y="911"/>
                  </a:cubicBezTo>
                  <a:cubicBezTo>
                    <a:pt x="878" y="911"/>
                    <a:pt x="989" y="894"/>
                    <a:pt x="1097" y="858"/>
                  </a:cubicBezTo>
                  <a:cubicBezTo>
                    <a:pt x="1110" y="855"/>
                    <a:pt x="1117" y="845"/>
                    <a:pt x="1120" y="835"/>
                  </a:cubicBezTo>
                  <a:cubicBezTo>
                    <a:pt x="1120" y="822"/>
                    <a:pt x="1117" y="813"/>
                    <a:pt x="1107" y="806"/>
                  </a:cubicBezTo>
                  <a:lnTo>
                    <a:pt x="1048" y="764"/>
                  </a:lnTo>
                  <a:lnTo>
                    <a:pt x="1202" y="692"/>
                  </a:lnTo>
                  <a:lnTo>
                    <a:pt x="1286" y="751"/>
                  </a:lnTo>
                  <a:cubicBezTo>
                    <a:pt x="1291" y="756"/>
                    <a:pt x="1298" y="758"/>
                    <a:pt x="1304" y="758"/>
                  </a:cubicBezTo>
                  <a:cubicBezTo>
                    <a:pt x="1311" y="758"/>
                    <a:pt x="1317" y="756"/>
                    <a:pt x="1322" y="751"/>
                  </a:cubicBezTo>
                  <a:cubicBezTo>
                    <a:pt x="1417" y="692"/>
                    <a:pt x="1479" y="594"/>
                    <a:pt x="1495" y="486"/>
                  </a:cubicBezTo>
                  <a:cubicBezTo>
                    <a:pt x="1495" y="476"/>
                    <a:pt x="1492" y="467"/>
                    <a:pt x="1485" y="460"/>
                  </a:cubicBezTo>
                  <a:cubicBezTo>
                    <a:pt x="1479" y="454"/>
                    <a:pt x="1469" y="450"/>
                    <a:pt x="1459" y="450"/>
                  </a:cubicBezTo>
                  <a:lnTo>
                    <a:pt x="1342" y="463"/>
                  </a:lnTo>
                  <a:lnTo>
                    <a:pt x="1313" y="359"/>
                  </a:lnTo>
                  <a:lnTo>
                    <a:pt x="1427" y="349"/>
                  </a:lnTo>
                  <a:cubicBezTo>
                    <a:pt x="1437" y="349"/>
                    <a:pt x="1446" y="343"/>
                    <a:pt x="1450" y="333"/>
                  </a:cubicBezTo>
                  <a:cubicBezTo>
                    <a:pt x="1456" y="323"/>
                    <a:pt x="1456" y="313"/>
                    <a:pt x="1450" y="303"/>
                  </a:cubicBezTo>
                  <a:cubicBezTo>
                    <a:pt x="1417" y="248"/>
                    <a:pt x="1371" y="199"/>
                    <a:pt x="1319" y="160"/>
                  </a:cubicBezTo>
                  <a:cubicBezTo>
                    <a:pt x="1270" y="127"/>
                    <a:pt x="1218" y="101"/>
                    <a:pt x="1162" y="78"/>
                  </a:cubicBezTo>
                  <a:cubicBezTo>
                    <a:pt x="1159" y="77"/>
                    <a:pt x="1155" y="77"/>
                    <a:pt x="1151" y="77"/>
                  </a:cubicBezTo>
                  <a:cubicBezTo>
                    <a:pt x="1140" y="77"/>
                    <a:pt x="1131" y="81"/>
                    <a:pt x="1123" y="91"/>
                  </a:cubicBezTo>
                  <a:lnTo>
                    <a:pt x="1084" y="157"/>
                  </a:lnTo>
                  <a:lnTo>
                    <a:pt x="885" y="111"/>
                  </a:lnTo>
                  <a:lnTo>
                    <a:pt x="918" y="59"/>
                  </a:lnTo>
                  <a:cubicBezTo>
                    <a:pt x="931" y="39"/>
                    <a:pt x="918" y="13"/>
                    <a:pt x="895" y="10"/>
                  </a:cubicBezTo>
                  <a:cubicBezTo>
                    <a:pt x="843" y="3"/>
                    <a:pt x="791" y="0"/>
                    <a:pt x="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71">
              <a:extLst>
                <a:ext uri="{FF2B5EF4-FFF2-40B4-BE49-F238E27FC236}">
                  <a16:creationId xmlns:a16="http://schemas.microsoft.com/office/drawing/2014/main" id="{81483562-CFD4-BBB2-B455-AFF85CF36B95}"/>
                </a:ext>
              </a:extLst>
            </p:cNvPr>
            <p:cNvSpPr/>
            <p:nvPr/>
          </p:nvSpPr>
          <p:spPr>
            <a:xfrm>
              <a:off x="1084411" y="4276569"/>
              <a:ext cx="47379" cy="28084"/>
            </a:xfrm>
            <a:custGeom>
              <a:avLst/>
              <a:gdLst/>
              <a:ahLst/>
              <a:cxnLst/>
              <a:rect l="l" t="t" r="r" b="b"/>
              <a:pathLst>
                <a:path w="1434" h="850" extrusionOk="0">
                  <a:moveTo>
                    <a:pt x="710" y="1"/>
                  </a:moveTo>
                  <a:cubicBezTo>
                    <a:pt x="605" y="1"/>
                    <a:pt x="500" y="14"/>
                    <a:pt x="399" y="43"/>
                  </a:cubicBezTo>
                  <a:lnTo>
                    <a:pt x="510" y="121"/>
                  </a:lnTo>
                  <a:lnTo>
                    <a:pt x="295" y="226"/>
                  </a:lnTo>
                  <a:lnTo>
                    <a:pt x="180" y="141"/>
                  </a:lnTo>
                  <a:cubicBezTo>
                    <a:pt x="69" y="213"/>
                    <a:pt x="7" y="307"/>
                    <a:pt x="1" y="402"/>
                  </a:cubicBezTo>
                  <a:lnTo>
                    <a:pt x="177" y="386"/>
                  </a:lnTo>
                  <a:lnTo>
                    <a:pt x="226" y="549"/>
                  </a:lnTo>
                  <a:lnTo>
                    <a:pt x="46" y="565"/>
                  </a:lnTo>
                  <a:cubicBezTo>
                    <a:pt x="76" y="614"/>
                    <a:pt x="118" y="657"/>
                    <a:pt x="164" y="693"/>
                  </a:cubicBezTo>
                  <a:cubicBezTo>
                    <a:pt x="219" y="728"/>
                    <a:pt x="281" y="761"/>
                    <a:pt x="344" y="784"/>
                  </a:cubicBezTo>
                  <a:lnTo>
                    <a:pt x="402" y="689"/>
                  </a:lnTo>
                  <a:lnTo>
                    <a:pt x="667" y="748"/>
                  </a:lnTo>
                  <a:lnTo>
                    <a:pt x="608" y="843"/>
                  </a:lnTo>
                  <a:cubicBezTo>
                    <a:pt x="649" y="847"/>
                    <a:pt x="690" y="849"/>
                    <a:pt x="732" y="849"/>
                  </a:cubicBezTo>
                  <a:cubicBezTo>
                    <a:pt x="841" y="849"/>
                    <a:pt x="952" y="833"/>
                    <a:pt x="1058" y="800"/>
                  </a:cubicBezTo>
                  <a:lnTo>
                    <a:pt x="960" y="732"/>
                  </a:lnTo>
                  <a:lnTo>
                    <a:pt x="1176" y="627"/>
                  </a:lnTo>
                  <a:lnTo>
                    <a:pt x="1274" y="699"/>
                  </a:lnTo>
                  <a:cubicBezTo>
                    <a:pt x="1375" y="627"/>
                    <a:pt x="1430" y="542"/>
                    <a:pt x="1434" y="454"/>
                  </a:cubicBezTo>
                  <a:lnTo>
                    <a:pt x="1434" y="454"/>
                  </a:lnTo>
                  <a:lnTo>
                    <a:pt x="1290" y="471"/>
                  </a:lnTo>
                  <a:lnTo>
                    <a:pt x="1244" y="307"/>
                  </a:lnTo>
                  <a:lnTo>
                    <a:pt x="1395" y="291"/>
                  </a:lnTo>
                  <a:cubicBezTo>
                    <a:pt x="1362" y="239"/>
                    <a:pt x="1323" y="193"/>
                    <a:pt x="1270" y="161"/>
                  </a:cubicBezTo>
                  <a:cubicBezTo>
                    <a:pt x="1225" y="125"/>
                    <a:pt x="1173" y="99"/>
                    <a:pt x="1120" y="79"/>
                  </a:cubicBezTo>
                  <a:lnTo>
                    <a:pt x="1068" y="161"/>
                  </a:lnTo>
                  <a:lnTo>
                    <a:pt x="804" y="102"/>
                  </a:lnTo>
                  <a:lnTo>
                    <a:pt x="862" y="10"/>
                  </a:lnTo>
                  <a:cubicBezTo>
                    <a:pt x="812" y="4"/>
                    <a:pt x="761" y="1"/>
                    <a:pt x="7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71">
              <a:extLst>
                <a:ext uri="{FF2B5EF4-FFF2-40B4-BE49-F238E27FC236}">
                  <a16:creationId xmlns:a16="http://schemas.microsoft.com/office/drawing/2014/main" id="{4203A053-CD8C-94E6-88FA-369CA78FCD0D}"/>
                </a:ext>
              </a:extLst>
            </p:cNvPr>
            <p:cNvSpPr/>
            <p:nvPr/>
          </p:nvSpPr>
          <p:spPr>
            <a:xfrm>
              <a:off x="1083354" y="4275512"/>
              <a:ext cx="49428" cy="30099"/>
            </a:xfrm>
            <a:custGeom>
              <a:avLst/>
              <a:gdLst/>
              <a:ahLst/>
              <a:cxnLst/>
              <a:rect l="l" t="t" r="r" b="b"/>
              <a:pathLst>
                <a:path w="1496" h="911" extrusionOk="0">
                  <a:moveTo>
                    <a:pt x="725" y="63"/>
                  </a:moveTo>
                  <a:cubicBezTo>
                    <a:pt x="763" y="63"/>
                    <a:pt x="801" y="65"/>
                    <a:pt x="839" y="68"/>
                  </a:cubicBezTo>
                  <a:lnTo>
                    <a:pt x="806" y="117"/>
                  </a:lnTo>
                  <a:cubicBezTo>
                    <a:pt x="803" y="127"/>
                    <a:pt x="800" y="137"/>
                    <a:pt x="803" y="147"/>
                  </a:cubicBezTo>
                  <a:cubicBezTo>
                    <a:pt x="810" y="153"/>
                    <a:pt x="816" y="163"/>
                    <a:pt x="826" y="163"/>
                  </a:cubicBezTo>
                  <a:lnTo>
                    <a:pt x="1087" y="222"/>
                  </a:lnTo>
                  <a:cubicBezTo>
                    <a:pt x="1090" y="223"/>
                    <a:pt x="1093" y="223"/>
                    <a:pt x="1096" y="223"/>
                  </a:cubicBezTo>
                  <a:cubicBezTo>
                    <a:pt x="1106" y="223"/>
                    <a:pt x="1115" y="219"/>
                    <a:pt x="1120" y="209"/>
                  </a:cubicBezTo>
                  <a:lnTo>
                    <a:pt x="1162" y="147"/>
                  </a:lnTo>
                  <a:cubicBezTo>
                    <a:pt x="1205" y="166"/>
                    <a:pt x="1247" y="186"/>
                    <a:pt x="1283" y="215"/>
                  </a:cubicBezTo>
                  <a:cubicBezTo>
                    <a:pt x="1316" y="238"/>
                    <a:pt x="1345" y="264"/>
                    <a:pt x="1371" y="297"/>
                  </a:cubicBezTo>
                  <a:lnTo>
                    <a:pt x="1273" y="303"/>
                  </a:lnTo>
                  <a:cubicBezTo>
                    <a:pt x="1263" y="307"/>
                    <a:pt x="1254" y="310"/>
                    <a:pt x="1250" y="320"/>
                  </a:cubicBezTo>
                  <a:cubicBezTo>
                    <a:pt x="1244" y="326"/>
                    <a:pt x="1244" y="336"/>
                    <a:pt x="1247" y="343"/>
                  </a:cubicBezTo>
                  <a:lnTo>
                    <a:pt x="1293" y="506"/>
                  </a:lnTo>
                  <a:cubicBezTo>
                    <a:pt x="1296" y="520"/>
                    <a:pt x="1308" y="529"/>
                    <a:pt x="1320" y="529"/>
                  </a:cubicBezTo>
                  <a:cubicBezTo>
                    <a:pt x="1322" y="529"/>
                    <a:pt x="1324" y="529"/>
                    <a:pt x="1325" y="529"/>
                  </a:cubicBezTo>
                  <a:lnTo>
                    <a:pt x="1430" y="519"/>
                  </a:lnTo>
                  <a:lnTo>
                    <a:pt x="1430" y="519"/>
                  </a:lnTo>
                  <a:cubicBezTo>
                    <a:pt x="1407" y="587"/>
                    <a:pt x="1365" y="649"/>
                    <a:pt x="1306" y="692"/>
                  </a:cubicBezTo>
                  <a:lnTo>
                    <a:pt x="1224" y="633"/>
                  </a:lnTo>
                  <a:cubicBezTo>
                    <a:pt x="1218" y="629"/>
                    <a:pt x="1213" y="628"/>
                    <a:pt x="1207" y="628"/>
                  </a:cubicBezTo>
                  <a:cubicBezTo>
                    <a:pt x="1203" y="628"/>
                    <a:pt x="1199" y="629"/>
                    <a:pt x="1195" y="630"/>
                  </a:cubicBezTo>
                  <a:lnTo>
                    <a:pt x="979" y="734"/>
                  </a:lnTo>
                  <a:cubicBezTo>
                    <a:pt x="970" y="741"/>
                    <a:pt x="963" y="747"/>
                    <a:pt x="963" y="760"/>
                  </a:cubicBezTo>
                  <a:cubicBezTo>
                    <a:pt x="960" y="770"/>
                    <a:pt x="966" y="780"/>
                    <a:pt x="973" y="787"/>
                  </a:cubicBezTo>
                  <a:lnTo>
                    <a:pt x="1022" y="822"/>
                  </a:lnTo>
                  <a:cubicBezTo>
                    <a:pt x="936" y="841"/>
                    <a:pt x="848" y="851"/>
                    <a:pt x="760" y="851"/>
                  </a:cubicBezTo>
                  <a:cubicBezTo>
                    <a:pt x="737" y="851"/>
                    <a:pt x="715" y="850"/>
                    <a:pt x="692" y="849"/>
                  </a:cubicBezTo>
                  <a:lnTo>
                    <a:pt x="718" y="796"/>
                  </a:lnTo>
                  <a:cubicBezTo>
                    <a:pt x="725" y="790"/>
                    <a:pt x="725" y="780"/>
                    <a:pt x="721" y="770"/>
                  </a:cubicBezTo>
                  <a:cubicBezTo>
                    <a:pt x="718" y="760"/>
                    <a:pt x="708" y="754"/>
                    <a:pt x="699" y="751"/>
                  </a:cubicBezTo>
                  <a:lnTo>
                    <a:pt x="438" y="692"/>
                  </a:lnTo>
                  <a:cubicBezTo>
                    <a:pt x="435" y="691"/>
                    <a:pt x="433" y="691"/>
                    <a:pt x="431" y="691"/>
                  </a:cubicBezTo>
                  <a:cubicBezTo>
                    <a:pt x="420" y="691"/>
                    <a:pt x="410" y="697"/>
                    <a:pt x="405" y="705"/>
                  </a:cubicBezTo>
                  <a:lnTo>
                    <a:pt x="359" y="777"/>
                  </a:lnTo>
                  <a:cubicBezTo>
                    <a:pt x="307" y="757"/>
                    <a:pt x="258" y="731"/>
                    <a:pt x="209" y="698"/>
                  </a:cubicBezTo>
                  <a:cubicBezTo>
                    <a:pt x="180" y="676"/>
                    <a:pt x="150" y="649"/>
                    <a:pt x="127" y="623"/>
                  </a:cubicBezTo>
                  <a:lnTo>
                    <a:pt x="258" y="610"/>
                  </a:lnTo>
                  <a:cubicBezTo>
                    <a:pt x="265" y="610"/>
                    <a:pt x="274" y="604"/>
                    <a:pt x="278" y="597"/>
                  </a:cubicBezTo>
                  <a:cubicBezTo>
                    <a:pt x="284" y="591"/>
                    <a:pt x="284" y="581"/>
                    <a:pt x="284" y="571"/>
                  </a:cubicBezTo>
                  <a:lnTo>
                    <a:pt x="235" y="408"/>
                  </a:lnTo>
                  <a:cubicBezTo>
                    <a:pt x="232" y="395"/>
                    <a:pt x="219" y="385"/>
                    <a:pt x="203" y="385"/>
                  </a:cubicBezTo>
                  <a:lnTo>
                    <a:pt x="65" y="398"/>
                  </a:lnTo>
                  <a:cubicBezTo>
                    <a:pt x="88" y="320"/>
                    <a:pt x="137" y="255"/>
                    <a:pt x="206" y="209"/>
                  </a:cubicBezTo>
                  <a:lnTo>
                    <a:pt x="307" y="281"/>
                  </a:lnTo>
                  <a:cubicBezTo>
                    <a:pt x="311" y="284"/>
                    <a:pt x="317" y="286"/>
                    <a:pt x="323" y="286"/>
                  </a:cubicBezTo>
                  <a:cubicBezTo>
                    <a:pt x="328" y="286"/>
                    <a:pt x="332" y="285"/>
                    <a:pt x="336" y="284"/>
                  </a:cubicBezTo>
                  <a:lnTo>
                    <a:pt x="552" y="179"/>
                  </a:lnTo>
                  <a:cubicBezTo>
                    <a:pt x="562" y="176"/>
                    <a:pt x="568" y="166"/>
                    <a:pt x="568" y="157"/>
                  </a:cubicBezTo>
                  <a:cubicBezTo>
                    <a:pt x="568" y="144"/>
                    <a:pt x="565" y="134"/>
                    <a:pt x="555" y="127"/>
                  </a:cubicBezTo>
                  <a:lnTo>
                    <a:pt x="500" y="88"/>
                  </a:lnTo>
                  <a:cubicBezTo>
                    <a:pt x="574" y="71"/>
                    <a:pt x="649" y="63"/>
                    <a:pt x="725" y="63"/>
                  </a:cubicBezTo>
                  <a:close/>
                  <a:moveTo>
                    <a:pt x="739" y="0"/>
                  </a:moveTo>
                  <a:cubicBezTo>
                    <a:pt x="632" y="0"/>
                    <a:pt x="524" y="14"/>
                    <a:pt x="421" y="42"/>
                  </a:cubicBezTo>
                  <a:cubicBezTo>
                    <a:pt x="408" y="46"/>
                    <a:pt x="402" y="55"/>
                    <a:pt x="398" y="65"/>
                  </a:cubicBezTo>
                  <a:cubicBezTo>
                    <a:pt x="398" y="78"/>
                    <a:pt x="402" y="91"/>
                    <a:pt x="411" y="98"/>
                  </a:cubicBezTo>
                  <a:lnTo>
                    <a:pt x="480" y="147"/>
                  </a:lnTo>
                  <a:lnTo>
                    <a:pt x="327" y="219"/>
                  </a:lnTo>
                  <a:lnTo>
                    <a:pt x="225" y="147"/>
                  </a:lnTo>
                  <a:cubicBezTo>
                    <a:pt x="220" y="144"/>
                    <a:pt x="215" y="142"/>
                    <a:pt x="209" y="142"/>
                  </a:cubicBezTo>
                  <a:cubicBezTo>
                    <a:pt x="203" y="142"/>
                    <a:pt x="198" y="144"/>
                    <a:pt x="193" y="147"/>
                  </a:cubicBezTo>
                  <a:cubicBezTo>
                    <a:pt x="75" y="222"/>
                    <a:pt x="7" y="323"/>
                    <a:pt x="0" y="431"/>
                  </a:cubicBezTo>
                  <a:cubicBezTo>
                    <a:pt x="0" y="437"/>
                    <a:pt x="3" y="447"/>
                    <a:pt x="10" y="454"/>
                  </a:cubicBezTo>
                  <a:cubicBezTo>
                    <a:pt x="16" y="460"/>
                    <a:pt x="26" y="463"/>
                    <a:pt x="33" y="463"/>
                  </a:cubicBezTo>
                  <a:lnTo>
                    <a:pt x="186" y="447"/>
                  </a:lnTo>
                  <a:lnTo>
                    <a:pt x="216" y="552"/>
                  </a:lnTo>
                  <a:lnTo>
                    <a:pt x="72" y="565"/>
                  </a:lnTo>
                  <a:cubicBezTo>
                    <a:pt x="49" y="568"/>
                    <a:pt x="36" y="591"/>
                    <a:pt x="49" y="610"/>
                  </a:cubicBezTo>
                  <a:cubicBezTo>
                    <a:pt x="82" y="666"/>
                    <a:pt x="124" y="711"/>
                    <a:pt x="176" y="747"/>
                  </a:cubicBezTo>
                  <a:cubicBezTo>
                    <a:pt x="235" y="787"/>
                    <a:pt x="297" y="819"/>
                    <a:pt x="366" y="842"/>
                  </a:cubicBezTo>
                  <a:cubicBezTo>
                    <a:pt x="369" y="844"/>
                    <a:pt x="373" y="845"/>
                    <a:pt x="377" y="845"/>
                  </a:cubicBezTo>
                  <a:cubicBezTo>
                    <a:pt x="386" y="845"/>
                    <a:pt x="395" y="839"/>
                    <a:pt x="402" y="832"/>
                  </a:cubicBezTo>
                  <a:lnTo>
                    <a:pt x="447" y="757"/>
                  </a:lnTo>
                  <a:lnTo>
                    <a:pt x="646" y="800"/>
                  </a:lnTo>
                  <a:lnTo>
                    <a:pt x="611" y="858"/>
                  </a:lnTo>
                  <a:cubicBezTo>
                    <a:pt x="607" y="865"/>
                    <a:pt x="607" y="878"/>
                    <a:pt x="611" y="888"/>
                  </a:cubicBezTo>
                  <a:cubicBezTo>
                    <a:pt x="617" y="898"/>
                    <a:pt x="624" y="904"/>
                    <a:pt x="637" y="904"/>
                  </a:cubicBezTo>
                  <a:cubicBezTo>
                    <a:pt x="679" y="907"/>
                    <a:pt x="725" y="911"/>
                    <a:pt x="767" y="911"/>
                  </a:cubicBezTo>
                  <a:cubicBezTo>
                    <a:pt x="878" y="911"/>
                    <a:pt x="989" y="894"/>
                    <a:pt x="1097" y="858"/>
                  </a:cubicBezTo>
                  <a:cubicBezTo>
                    <a:pt x="1123" y="852"/>
                    <a:pt x="1126" y="819"/>
                    <a:pt x="1107" y="806"/>
                  </a:cubicBezTo>
                  <a:lnTo>
                    <a:pt x="1048" y="764"/>
                  </a:lnTo>
                  <a:lnTo>
                    <a:pt x="1201" y="692"/>
                  </a:lnTo>
                  <a:lnTo>
                    <a:pt x="1286" y="754"/>
                  </a:lnTo>
                  <a:cubicBezTo>
                    <a:pt x="1291" y="757"/>
                    <a:pt x="1298" y="759"/>
                    <a:pt x="1304" y="759"/>
                  </a:cubicBezTo>
                  <a:cubicBezTo>
                    <a:pt x="1311" y="759"/>
                    <a:pt x="1317" y="757"/>
                    <a:pt x="1322" y="754"/>
                  </a:cubicBezTo>
                  <a:cubicBezTo>
                    <a:pt x="1427" y="679"/>
                    <a:pt x="1485" y="587"/>
                    <a:pt x="1495" y="486"/>
                  </a:cubicBezTo>
                  <a:cubicBezTo>
                    <a:pt x="1495" y="468"/>
                    <a:pt x="1481" y="453"/>
                    <a:pt x="1467" y="453"/>
                  </a:cubicBezTo>
                  <a:cubicBezTo>
                    <a:pt x="1465" y="453"/>
                    <a:pt x="1464" y="453"/>
                    <a:pt x="1462" y="454"/>
                  </a:cubicBezTo>
                  <a:lnTo>
                    <a:pt x="1345" y="463"/>
                  </a:lnTo>
                  <a:lnTo>
                    <a:pt x="1312" y="359"/>
                  </a:lnTo>
                  <a:lnTo>
                    <a:pt x="1427" y="349"/>
                  </a:lnTo>
                  <a:cubicBezTo>
                    <a:pt x="1436" y="349"/>
                    <a:pt x="1446" y="343"/>
                    <a:pt x="1453" y="333"/>
                  </a:cubicBezTo>
                  <a:cubicBezTo>
                    <a:pt x="1456" y="323"/>
                    <a:pt x="1456" y="313"/>
                    <a:pt x="1453" y="303"/>
                  </a:cubicBezTo>
                  <a:cubicBezTo>
                    <a:pt x="1417" y="248"/>
                    <a:pt x="1374" y="199"/>
                    <a:pt x="1319" y="160"/>
                  </a:cubicBezTo>
                  <a:cubicBezTo>
                    <a:pt x="1270" y="127"/>
                    <a:pt x="1218" y="101"/>
                    <a:pt x="1162" y="78"/>
                  </a:cubicBezTo>
                  <a:cubicBezTo>
                    <a:pt x="1159" y="78"/>
                    <a:pt x="1156" y="77"/>
                    <a:pt x="1152" y="77"/>
                  </a:cubicBezTo>
                  <a:cubicBezTo>
                    <a:pt x="1142" y="77"/>
                    <a:pt x="1130" y="81"/>
                    <a:pt x="1123" y="91"/>
                  </a:cubicBezTo>
                  <a:lnTo>
                    <a:pt x="1084" y="157"/>
                  </a:lnTo>
                  <a:lnTo>
                    <a:pt x="885" y="114"/>
                  </a:lnTo>
                  <a:lnTo>
                    <a:pt x="921" y="59"/>
                  </a:lnTo>
                  <a:cubicBezTo>
                    <a:pt x="924" y="49"/>
                    <a:pt x="924" y="39"/>
                    <a:pt x="921" y="29"/>
                  </a:cubicBezTo>
                  <a:cubicBezTo>
                    <a:pt x="914" y="20"/>
                    <a:pt x="908" y="13"/>
                    <a:pt x="894" y="10"/>
                  </a:cubicBezTo>
                  <a:cubicBezTo>
                    <a:pt x="843" y="3"/>
                    <a:pt x="791" y="0"/>
                    <a:pt x="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44" name="Google Shape;4344;p71">
            <a:extLst>
              <a:ext uri="{FF2B5EF4-FFF2-40B4-BE49-F238E27FC236}">
                <a16:creationId xmlns:a16="http://schemas.microsoft.com/office/drawing/2014/main" id="{A029C75B-7D94-0CFA-0248-F446EE070641}"/>
              </a:ext>
            </a:extLst>
          </p:cNvPr>
          <p:cNvSpPr/>
          <p:nvPr/>
        </p:nvSpPr>
        <p:spPr>
          <a:xfrm flipH="1">
            <a:off x="8861300" y="569400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5" name="Google Shape;4345;p71">
            <a:extLst>
              <a:ext uri="{FF2B5EF4-FFF2-40B4-BE49-F238E27FC236}">
                <a16:creationId xmlns:a16="http://schemas.microsoft.com/office/drawing/2014/main" id="{10BAA1D5-CF28-2C33-A179-3ED139C2DFD7}"/>
              </a:ext>
            </a:extLst>
          </p:cNvPr>
          <p:cNvSpPr/>
          <p:nvPr/>
        </p:nvSpPr>
        <p:spPr>
          <a:xfrm flipH="1">
            <a:off x="4985825" y="2166156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6" name="Google Shape;4346;p71">
            <a:extLst>
              <a:ext uri="{FF2B5EF4-FFF2-40B4-BE49-F238E27FC236}">
                <a16:creationId xmlns:a16="http://schemas.microsoft.com/office/drawing/2014/main" id="{B2BA2FCC-1A6F-E8E7-C1EA-17C122954478}"/>
              </a:ext>
            </a:extLst>
          </p:cNvPr>
          <p:cNvGrpSpPr/>
          <p:nvPr/>
        </p:nvGrpSpPr>
        <p:grpSpPr>
          <a:xfrm>
            <a:off x="5443362" y="1054259"/>
            <a:ext cx="3454381" cy="1521513"/>
            <a:chOff x="5443362" y="1005888"/>
            <a:chExt cx="3454381" cy="1521513"/>
          </a:xfrm>
        </p:grpSpPr>
        <p:sp>
          <p:nvSpPr>
            <p:cNvPr id="4347" name="Google Shape;4347;p71">
              <a:extLst>
                <a:ext uri="{FF2B5EF4-FFF2-40B4-BE49-F238E27FC236}">
                  <a16:creationId xmlns:a16="http://schemas.microsoft.com/office/drawing/2014/main" id="{DD2462F3-E677-3DA1-3204-7F5BC80118BF}"/>
                </a:ext>
              </a:extLst>
            </p:cNvPr>
            <p:cNvSpPr/>
            <p:nvPr/>
          </p:nvSpPr>
          <p:spPr>
            <a:xfrm rot="-4511497" flipH="1">
              <a:off x="8867745" y="137980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71">
              <a:extLst>
                <a:ext uri="{FF2B5EF4-FFF2-40B4-BE49-F238E27FC236}">
                  <a16:creationId xmlns:a16="http://schemas.microsoft.com/office/drawing/2014/main" id="{D5FFEA9B-7A5F-B056-FED3-97FC5031B139}"/>
                </a:ext>
              </a:extLst>
            </p:cNvPr>
            <p:cNvSpPr/>
            <p:nvPr/>
          </p:nvSpPr>
          <p:spPr>
            <a:xfrm flipH="1">
              <a:off x="8738550" y="1005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71">
              <a:extLst>
                <a:ext uri="{FF2B5EF4-FFF2-40B4-BE49-F238E27FC236}">
                  <a16:creationId xmlns:a16="http://schemas.microsoft.com/office/drawing/2014/main" id="{0DDC1B7F-15C4-7D66-0699-E928D4618E9A}"/>
                </a:ext>
              </a:extLst>
            </p:cNvPr>
            <p:cNvSpPr/>
            <p:nvPr/>
          </p:nvSpPr>
          <p:spPr>
            <a:xfrm rot="-4514075" flipH="1">
              <a:off x="8258702" y="10697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71">
              <a:extLst>
                <a:ext uri="{FF2B5EF4-FFF2-40B4-BE49-F238E27FC236}">
                  <a16:creationId xmlns:a16="http://schemas.microsoft.com/office/drawing/2014/main" id="{DD441220-1A32-9D9A-EF86-D8551058126C}"/>
                </a:ext>
              </a:extLst>
            </p:cNvPr>
            <p:cNvSpPr/>
            <p:nvPr/>
          </p:nvSpPr>
          <p:spPr>
            <a:xfrm flipH="1">
              <a:off x="8364725" y="14527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71">
              <a:extLst>
                <a:ext uri="{FF2B5EF4-FFF2-40B4-BE49-F238E27FC236}">
                  <a16:creationId xmlns:a16="http://schemas.microsoft.com/office/drawing/2014/main" id="{3EE2D4EC-4AC1-F882-2087-7BD3CF1FD28A}"/>
                </a:ext>
              </a:extLst>
            </p:cNvPr>
            <p:cNvSpPr/>
            <p:nvPr/>
          </p:nvSpPr>
          <p:spPr>
            <a:xfrm rot="-4511497" flipH="1">
              <a:off x="8831295" y="154845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71">
              <a:extLst>
                <a:ext uri="{FF2B5EF4-FFF2-40B4-BE49-F238E27FC236}">
                  <a16:creationId xmlns:a16="http://schemas.microsoft.com/office/drawing/2014/main" id="{D0CCED0A-56EC-13A8-0AF5-4F7D8C5EC464}"/>
                </a:ext>
              </a:extLst>
            </p:cNvPr>
            <p:cNvSpPr/>
            <p:nvPr/>
          </p:nvSpPr>
          <p:spPr>
            <a:xfrm flipH="1">
              <a:off x="8519325" y="20488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71">
              <a:extLst>
                <a:ext uri="{FF2B5EF4-FFF2-40B4-BE49-F238E27FC236}">
                  <a16:creationId xmlns:a16="http://schemas.microsoft.com/office/drawing/2014/main" id="{CEE0069D-AEF8-59B2-5E50-0171141AEEB5}"/>
                </a:ext>
              </a:extLst>
            </p:cNvPr>
            <p:cNvSpPr/>
            <p:nvPr/>
          </p:nvSpPr>
          <p:spPr>
            <a:xfrm flipH="1">
              <a:off x="8456575" y="2487500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71">
              <a:extLst>
                <a:ext uri="{FF2B5EF4-FFF2-40B4-BE49-F238E27FC236}">
                  <a16:creationId xmlns:a16="http://schemas.microsoft.com/office/drawing/2014/main" id="{AEEB2185-84D9-A6D0-3CCF-CAB4546F30A2}"/>
                </a:ext>
              </a:extLst>
            </p:cNvPr>
            <p:cNvSpPr/>
            <p:nvPr/>
          </p:nvSpPr>
          <p:spPr>
            <a:xfrm flipH="1">
              <a:off x="7957175" y="1632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71">
              <a:extLst>
                <a:ext uri="{FF2B5EF4-FFF2-40B4-BE49-F238E27FC236}">
                  <a16:creationId xmlns:a16="http://schemas.microsoft.com/office/drawing/2014/main" id="{4BC40749-5F94-A36F-8DA3-D6A4EBFBD9C4}"/>
                </a:ext>
              </a:extLst>
            </p:cNvPr>
            <p:cNvSpPr/>
            <p:nvPr/>
          </p:nvSpPr>
          <p:spPr>
            <a:xfrm flipH="1">
              <a:off x="7752000" y="2267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71">
              <a:extLst>
                <a:ext uri="{FF2B5EF4-FFF2-40B4-BE49-F238E27FC236}">
                  <a16:creationId xmlns:a16="http://schemas.microsoft.com/office/drawing/2014/main" id="{80E85EBE-4E71-A4F3-2DB2-2E9A5D5501C0}"/>
                </a:ext>
              </a:extLst>
            </p:cNvPr>
            <p:cNvSpPr/>
            <p:nvPr/>
          </p:nvSpPr>
          <p:spPr>
            <a:xfrm rot="-4514075" flipH="1">
              <a:off x="7083852" y="2004382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71">
              <a:extLst>
                <a:ext uri="{FF2B5EF4-FFF2-40B4-BE49-F238E27FC236}">
                  <a16:creationId xmlns:a16="http://schemas.microsoft.com/office/drawing/2014/main" id="{91A9D3B0-B4FF-5780-2E0F-2C20580C3E90}"/>
                </a:ext>
              </a:extLst>
            </p:cNvPr>
            <p:cNvSpPr/>
            <p:nvPr/>
          </p:nvSpPr>
          <p:spPr>
            <a:xfrm rot="-4514075" flipH="1">
              <a:off x="5447652" y="21204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71">
              <a:extLst>
                <a:ext uri="{FF2B5EF4-FFF2-40B4-BE49-F238E27FC236}">
                  <a16:creationId xmlns:a16="http://schemas.microsoft.com/office/drawing/2014/main" id="{1CEDCFEF-0068-2CB3-6927-6F9BB19B15E9}"/>
                </a:ext>
              </a:extLst>
            </p:cNvPr>
            <p:cNvSpPr/>
            <p:nvPr/>
          </p:nvSpPr>
          <p:spPr>
            <a:xfrm flipH="1">
              <a:off x="5632775" y="2294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71">
              <a:extLst>
                <a:ext uri="{FF2B5EF4-FFF2-40B4-BE49-F238E27FC236}">
                  <a16:creationId xmlns:a16="http://schemas.microsoft.com/office/drawing/2014/main" id="{CF7D4E0F-4AF9-B15F-6C9C-CFC5BFA6D9F4}"/>
                </a:ext>
              </a:extLst>
            </p:cNvPr>
            <p:cNvSpPr/>
            <p:nvPr/>
          </p:nvSpPr>
          <p:spPr>
            <a:xfrm flipH="1">
              <a:off x="7906575" y="14098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71">
              <a:extLst>
                <a:ext uri="{FF2B5EF4-FFF2-40B4-BE49-F238E27FC236}">
                  <a16:creationId xmlns:a16="http://schemas.microsoft.com/office/drawing/2014/main" id="{27A1E28F-D186-9B8F-CDFB-9388CC626A9C}"/>
                </a:ext>
              </a:extLst>
            </p:cNvPr>
            <p:cNvSpPr/>
            <p:nvPr/>
          </p:nvSpPr>
          <p:spPr>
            <a:xfrm flipH="1">
              <a:off x="5979725" y="20488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71">
              <a:extLst>
                <a:ext uri="{FF2B5EF4-FFF2-40B4-BE49-F238E27FC236}">
                  <a16:creationId xmlns:a16="http://schemas.microsoft.com/office/drawing/2014/main" id="{DB89A5BD-B711-F67B-CD32-5F5B68280F6E}"/>
                </a:ext>
              </a:extLst>
            </p:cNvPr>
            <p:cNvSpPr/>
            <p:nvPr/>
          </p:nvSpPr>
          <p:spPr>
            <a:xfrm flipH="1">
              <a:off x="6343875" y="2267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2" name="Google Shape;4362;p71">
            <a:extLst>
              <a:ext uri="{FF2B5EF4-FFF2-40B4-BE49-F238E27FC236}">
                <a16:creationId xmlns:a16="http://schemas.microsoft.com/office/drawing/2014/main" id="{9C638DE0-CD9C-97C0-6960-CD45F05BE4CC}"/>
              </a:ext>
            </a:extLst>
          </p:cNvPr>
          <p:cNvGrpSpPr/>
          <p:nvPr/>
        </p:nvGrpSpPr>
        <p:grpSpPr>
          <a:xfrm>
            <a:off x="401225" y="3201250"/>
            <a:ext cx="758675" cy="1431862"/>
            <a:chOff x="401225" y="3201250"/>
            <a:chExt cx="758675" cy="1431862"/>
          </a:xfrm>
        </p:grpSpPr>
        <p:sp>
          <p:nvSpPr>
            <p:cNvPr id="4363" name="Google Shape;4363;p71">
              <a:extLst>
                <a:ext uri="{FF2B5EF4-FFF2-40B4-BE49-F238E27FC236}">
                  <a16:creationId xmlns:a16="http://schemas.microsoft.com/office/drawing/2014/main" id="{583A5F9F-1EAD-6EC3-3303-572702E085CD}"/>
                </a:ext>
              </a:extLst>
            </p:cNvPr>
            <p:cNvSpPr/>
            <p:nvPr/>
          </p:nvSpPr>
          <p:spPr>
            <a:xfrm flipH="1">
              <a:off x="401225" y="4207625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71">
              <a:extLst>
                <a:ext uri="{FF2B5EF4-FFF2-40B4-BE49-F238E27FC236}">
                  <a16:creationId xmlns:a16="http://schemas.microsoft.com/office/drawing/2014/main" id="{3224BD59-5D5B-37A9-A350-6324E9C3FCFD}"/>
                </a:ext>
              </a:extLst>
            </p:cNvPr>
            <p:cNvSpPr/>
            <p:nvPr/>
          </p:nvSpPr>
          <p:spPr>
            <a:xfrm flipH="1">
              <a:off x="688100" y="39037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71">
              <a:extLst>
                <a:ext uri="{FF2B5EF4-FFF2-40B4-BE49-F238E27FC236}">
                  <a16:creationId xmlns:a16="http://schemas.microsoft.com/office/drawing/2014/main" id="{B8EE18A2-47C3-BD4D-70D6-2B2A751CBB47}"/>
                </a:ext>
              </a:extLst>
            </p:cNvPr>
            <p:cNvSpPr/>
            <p:nvPr/>
          </p:nvSpPr>
          <p:spPr>
            <a:xfrm rot="-4514075" flipH="1">
              <a:off x="594327" y="45886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71">
              <a:extLst>
                <a:ext uri="{FF2B5EF4-FFF2-40B4-BE49-F238E27FC236}">
                  <a16:creationId xmlns:a16="http://schemas.microsoft.com/office/drawing/2014/main" id="{0C580052-6952-0C74-215E-FBE0BC2839C7}"/>
                </a:ext>
              </a:extLst>
            </p:cNvPr>
            <p:cNvSpPr/>
            <p:nvPr/>
          </p:nvSpPr>
          <p:spPr>
            <a:xfrm flipH="1">
              <a:off x="701600" y="36113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71">
              <a:extLst>
                <a:ext uri="{FF2B5EF4-FFF2-40B4-BE49-F238E27FC236}">
                  <a16:creationId xmlns:a16="http://schemas.microsoft.com/office/drawing/2014/main" id="{60CDA1C3-C67B-39AC-3A19-894C0AAD1321}"/>
                </a:ext>
              </a:extLst>
            </p:cNvPr>
            <p:cNvSpPr/>
            <p:nvPr/>
          </p:nvSpPr>
          <p:spPr>
            <a:xfrm flipH="1">
              <a:off x="1132900" y="39826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71">
              <a:extLst>
                <a:ext uri="{FF2B5EF4-FFF2-40B4-BE49-F238E27FC236}">
                  <a16:creationId xmlns:a16="http://schemas.microsoft.com/office/drawing/2014/main" id="{9A0E154A-5BF8-97D1-0AEE-682B4C929CC9}"/>
                </a:ext>
              </a:extLst>
            </p:cNvPr>
            <p:cNvSpPr/>
            <p:nvPr/>
          </p:nvSpPr>
          <p:spPr>
            <a:xfrm flipH="1">
              <a:off x="902463" y="3409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71">
              <a:extLst>
                <a:ext uri="{FF2B5EF4-FFF2-40B4-BE49-F238E27FC236}">
                  <a16:creationId xmlns:a16="http://schemas.microsoft.com/office/drawing/2014/main" id="{3D60133C-C5DE-127D-D213-D41D97570A10}"/>
                </a:ext>
              </a:extLst>
            </p:cNvPr>
            <p:cNvSpPr/>
            <p:nvPr/>
          </p:nvSpPr>
          <p:spPr>
            <a:xfrm rot="-4514075" flipH="1">
              <a:off x="493152" y="33350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71">
              <a:extLst>
                <a:ext uri="{FF2B5EF4-FFF2-40B4-BE49-F238E27FC236}">
                  <a16:creationId xmlns:a16="http://schemas.microsoft.com/office/drawing/2014/main" id="{FC33C2F8-9067-B2F5-8E51-E785CDA1D69D}"/>
                </a:ext>
              </a:extLst>
            </p:cNvPr>
            <p:cNvSpPr/>
            <p:nvPr/>
          </p:nvSpPr>
          <p:spPr>
            <a:xfrm flipH="1">
              <a:off x="1042975" y="384082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71">
              <a:extLst>
                <a:ext uri="{FF2B5EF4-FFF2-40B4-BE49-F238E27FC236}">
                  <a16:creationId xmlns:a16="http://schemas.microsoft.com/office/drawing/2014/main" id="{CE0DE8C6-B0AA-EE6E-F24C-C1293E87091D}"/>
                </a:ext>
              </a:extLst>
            </p:cNvPr>
            <p:cNvSpPr/>
            <p:nvPr/>
          </p:nvSpPr>
          <p:spPr>
            <a:xfrm flipH="1">
              <a:off x="638613" y="3201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3A40392-F6FE-7C88-BD77-55D3F98B9471}"/>
              </a:ext>
            </a:extLst>
          </p:cNvPr>
          <p:cNvSpPr txBox="1"/>
          <p:nvPr/>
        </p:nvSpPr>
        <p:spPr>
          <a:xfrm>
            <a:off x="680948" y="1355932"/>
            <a:ext cx="4599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Problématique</a:t>
            </a:r>
          </a:p>
          <a:p>
            <a:r>
              <a:rPr lang="fr-FR" dirty="0"/>
              <a:t>• Comment créer une plateforme de découverte musicale accessible et engageante? • Comment offrir une expérience utilisateur optimale avec des fonctionnalités avancées? • Comment intégrer des visualisations audio innovantes pour enrichir l'expérience d'écoute?</a:t>
            </a:r>
          </a:p>
          <a:p>
            <a:endParaRPr lang="fr-FR" dirty="0">
              <a:solidFill>
                <a:schemeClr val="tx1"/>
              </a:solidFill>
              <a:latin typeface="Segoe WPC"/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Google Shape;3100;p67">
            <a:extLst>
              <a:ext uri="{FF2B5EF4-FFF2-40B4-BE49-F238E27FC236}">
                <a16:creationId xmlns:a16="http://schemas.microsoft.com/office/drawing/2014/main" id="{A763AA27-832F-75DC-C6C1-0FA40566324F}"/>
              </a:ext>
            </a:extLst>
          </p:cNvPr>
          <p:cNvSpPr txBox="1">
            <a:spLocks/>
          </p:cNvSpPr>
          <p:nvPr/>
        </p:nvSpPr>
        <p:spPr>
          <a:xfrm>
            <a:off x="3870786" y="525032"/>
            <a:ext cx="783716" cy="47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lezar"/>
              <a:buNone/>
              <a:defRPr sz="4500" b="0" i="0" u="none" strike="noStrike" cap="none">
                <a:solidFill>
                  <a:schemeClr val="dk1"/>
                </a:solidFill>
                <a:latin typeface="Lalezar"/>
                <a:ea typeface="Lalezar"/>
                <a:cs typeface="Lalezar"/>
                <a:sym typeface="Laleza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usso One"/>
              <a:buNone/>
              <a:defRPr sz="36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usso One"/>
              <a:buNone/>
              <a:defRPr sz="36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usso One"/>
              <a:buNone/>
              <a:defRPr sz="36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usso One"/>
              <a:buNone/>
              <a:defRPr sz="36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usso One"/>
              <a:buNone/>
              <a:defRPr sz="36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usso One"/>
              <a:buNone/>
              <a:defRPr sz="36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usso One"/>
              <a:buNone/>
              <a:defRPr sz="36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usso One"/>
              <a:buNone/>
              <a:defRPr sz="36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pPr algn="ctr"/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931912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5" name="Google Shape;4645;p73"/>
          <p:cNvSpPr/>
          <p:nvPr/>
        </p:nvSpPr>
        <p:spPr>
          <a:xfrm>
            <a:off x="2526491" y="1014841"/>
            <a:ext cx="4492500" cy="3401341"/>
          </a:xfrm>
          <a:prstGeom prst="roundRect">
            <a:avLst>
              <a:gd name="adj" fmla="val 24284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8" name="Google Shape;4648;p73"/>
          <p:cNvSpPr txBox="1">
            <a:spLocks noGrp="1"/>
          </p:cNvSpPr>
          <p:nvPr>
            <p:ph type="subTitle" idx="1"/>
          </p:nvPr>
        </p:nvSpPr>
        <p:spPr>
          <a:xfrm>
            <a:off x="2727941" y="2480011"/>
            <a:ext cx="40896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None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Présentation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Segoe WPC"/>
              </a:rPr>
              <a:t>Wavve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 est une application web de streaming musical offrant une interface moderne et des visualisations audio innovantes </a:t>
            </a:r>
          </a:p>
          <a:p>
            <a:pPr algn="l">
              <a:buNone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Objectif principal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 Créer une plateforme musicale complète et immersive </a:t>
            </a:r>
          </a:p>
          <a:p>
            <a:pPr algn="l">
              <a:buNone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Objectifs spécifiques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Développer une interface utilisateur intuitive et responsive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Intégrer un système de découverte musicale personnalisé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Offrir des visualisations audio interactives et personnalisables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Permettre la gestion de playlists et favoris</a:t>
            </a:r>
          </a:p>
        </p:txBody>
      </p:sp>
      <p:sp>
        <p:nvSpPr>
          <p:cNvPr id="4649" name="Google Shape;4649;p73"/>
          <p:cNvSpPr txBox="1">
            <a:spLocks noGrp="1"/>
          </p:cNvSpPr>
          <p:nvPr>
            <p:ph type="title"/>
          </p:nvPr>
        </p:nvSpPr>
        <p:spPr>
          <a:xfrm>
            <a:off x="2335909" y="173040"/>
            <a:ext cx="449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Cadre Du Projet WAVVE</a:t>
            </a:r>
            <a:endParaRPr sz="2800" dirty="0"/>
          </a:p>
        </p:txBody>
      </p:sp>
      <p:grpSp>
        <p:nvGrpSpPr>
          <p:cNvPr id="4650" name="Google Shape;4650;p73"/>
          <p:cNvGrpSpPr/>
          <p:nvPr/>
        </p:nvGrpSpPr>
        <p:grpSpPr>
          <a:xfrm>
            <a:off x="7457844" y="134325"/>
            <a:ext cx="1026250" cy="962813"/>
            <a:chOff x="6702850" y="308050"/>
            <a:chExt cx="778642" cy="730511"/>
          </a:xfrm>
        </p:grpSpPr>
        <p:sp>
          <p:nvSpPr>
            <p:cNvPr id="4651" name="Google Shape;4651;p73"/>
            <p:cNvSpPr/>
            <p:nvPr/>
          </p:nvSpPr>
          <p:spPr>
            <a:xfrm>
              <a:off x="6702850" y="331244"/>
              <a:ext cx="707279" cy="707317"/>
            </a:xfrm>
            <a:custGeom>
              <a:avLst/>
              <a:gdLst/>
              <a:ahLst/>
              <a:cxnLst/>
              <a:rect l="l" t="t" r="r" b="b"/>
              <a:pathLst>
                <a:path w="19059" h="19060" extrusionOk="0">
                  <a:moveTo>
                    <a:pt x="9528" y="1"/>
                  </a:moveTo>
                  <a:cubicBezTo>
                    <a:pt x="4266" y="1"/>
                    <a:pt x="0" y="4267"/>
                    <a:pt x="0" y="9528"/>
                  </a:cubicBezTo>
                  <a:cubicBezTo>
                    <a:pt x="0" y="14793"/>
                    <a:pt x="4266" y="19059"/>
                    <a:pt x="9528" y="19059"/>
                  </a:cubicBezTo>
                  <a:cubicBezTo>
                    <a:pt x="14793" y="19059"/>
                    <a:pt x="19059" y="14793"/>
                    <a:pt x="19059" y="9528"/>
                  </a:cubicBezTo>
                  <a:cubicBezTo>
                    <a:pt x="19059" y="4267"/>
                    <a:pt x="14793" y="1"/>
                    <a:pt x="9528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73"/>
            <p:cNvSpPr/>
            <p:nvPr/>
          </p:nvSpPr>
          <p:spPr>
            <a:xfrm>
              <a:off x="6738699" y="309089"/>
              <a:ext cx="707428" cy="707317"/>
            </a:xfrm>
            <a:custGeom>
              <a:avLst/>
              <a:gdLst/>
              <a:ahLst/>
              <a:cxnLst/>
              <a:rect l="l" t="t" r="r" b="b"/>
              <a:pathLst>
                <a:path w="19063" h="19060" extrusionOk="0">
                  <a:moveTo>
                    <a:pt x="9531" y="0"/>
                  </a:moveTo>
                  <a:cubicBezTo>
                    <a:pt x="4266" y="0"/>
                    <a:pt x="0" y="4267"/>
                    <a:pt x="0" y="9531"/>
                  </a:cubicBezTo>
                  <a:cubicBezTo>
                    <a:pt x="0" y="14793"/>
                    <a:pt x="4266" y="19059"/>
                    <a:pt x="9531" y="19059"/>
                  </a:cubicBezTo>
                  <a:cubicBezTo>
                    <a:pt x="14793" y="19059"/>
                    <a:pt x="19062" y="14793"/>
                    <a:pt x="19062" y="9531"/>
                  </a:cubicBezTo>
                  <a:cubicBezTo>
                    <a:pt x="19062" y="4267"/>
                    <a:pt x="14793" y="0"/>
                    <a:pt x="9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73"/>
            <p:cNvSpPr/>
            <p:nvPr/>
          </p:nvSpPr>
          <p:spPr>
            <a:xfrm>
              <a:off x="6711422" y="308050"/>
              <a:ext cx="770070" cy="709543"/>
            </a:xfrm>
            <a:custGeom>
              <a:avLst/>
              <a:gdLst/>
              <a:ahLst/>
              <a:cxnLst/>
              <a:rect l="l" t="t" r="r" b="b"/>
              <a:pathLst>
                <a:path w="20751" h="19120" extrusionOk="0">
                  <a:moveTo>
                    <a:pt x="10266" y="58"/>
                  </a:moveTo>
                  <a:cubicBezTo>
                    <a:pt x="15505" y="58"/>
                    <a:pt x="19765" y="4321"/>
                    <a:pt x="19765" y="9559"/>
                  </a:cubicBezTo>
                  <a:cubicBezTo>
                    <a:pt x="19765" y="14798"/>
                    <a:pt x="15505" y="19058"/>
                    <a:pt x="10266" y="19058"/>
                  </a:cubicBezTo>
                  <a:cubicBezTo>
                    <a:pt x="5028" y="19058"/>
                    <a:pt x="768" y="14798"/>
                    <a:pt x="768" y="9559"/>
                  </a:cubicBezTo>
                  <a:cubicBezTo>
                    <a:pt x="768" y="4321"/>
                    <a:pt x="5028" y="58"/>
                    <a:pt x="10266" y="58"/>
                  </a:cubicBezTo>
                  <a:close/>
                  <a:moveTo>
                    <a:pt x="10268" y="1"/>
                  </a:moveTo>
                  <a:cubicBezTo>
                    <a:pt x="9042" y="1"/>
                    <a:pt x="7801" y="237"/>
                    <a:pt x="6611" y="730"/>
                  </a:cubicBezTo>
                  <a:cubicBezTo>
                    <a:pt x="2397" y="2473"/>
                    <a:pt x="1" y="6951"/>
                    <a:pt x="889" y="11423"/>
                  </a:cubicBezTo>
                  <a:cubicBezTo>
                    <a:pt x="1780" y="15898"/>
                    <a:pt x="5707" y="19120"/>
                    <a:pt x="10266" y="19120"/>
                  </a:cubicBezTo>
                  <a:cubicBezTo>
                    <a:pt x="10275" y="19120"/>
                    <a:pt x="10283" y="19120"/>
                    <a:pt x="10291" y="19120"/>
                  </a:cubicBezTo>
                  <a:cubicBezTo>
                    <a:pt x="12818" y="19120"/>
                    <a:pt x="15243" y="18112"/>
                    <a:pt x="17026" y="16319"/>
                  </a:cubicBezTo>
                  <a:cubicBezTo>
                    <a:pt x="20251" y="13094"/>
                    <a:pt x="20750" y="8038"/>
                    <a:pt x="18218" y="4249"/>
                  </a:cubicBezTo>
                  <a:cubicBezTo>
                    <a:pt x="16398" y="1527"/>
                    <a:pt x="13383" y="1"/>
                    <a:pt x="10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73"/>
            <p:cNvSpPr/>
            <p:nvPr/>
          </p:nvSpPr>
          <p:spPr>
            <a:xfrm>
              <a:off x="6793919" y="364310"/>
              <a:ext cx="596840" cy="596840"/>
            </a:xfrm>
            <a:custGeom>
              <a:avLst/>
              <a:gdLst/>
              <a:ahLst/>
              <a:cxnLst/>
              <a:rect l="l" t="t" r="r" b="b"/>
              <a:pathLst>
                <a:path w="16083" h="16083" extrusionOk="0">
                  <a:moveTo>
                    <a:pt x="16083" y="8043"/>
                  </a:moveTo>
                  <a:cubicBezTo>
                    <a:pt x="16083" y="12483"/>
                    <a:pt x="12482" y="16083"/>
                    <a:pt x="8043" y="16083"/>
                  </a:cubicBezTo>
                  <a:cubicBezTo>
                    <a:pt x="3601" y="16083"/>
                    <a:pt x="1" y="12483"/>
                    <a:pt x="1" y="8043"/>
                  </a:cubicBezTo>
                  <a:cubicBezTo>
                    <a:pt x="1" y="3601"/>
                    <a:pt x="3601" y="1"/>
                    <a:pt x="8043" y="1"/>
                  </a:cubicBezTo>
                  <a:cubicBezTo>
                    <a:pt x="12482" y="1"/>
                    <a:pt x="16083" y="3601"/>
                    <a:pt x="16083" y="8043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73"/>
            <p:cNvSpPr/>
            <p:nvPr/>
          </p:nvSpPr>
          <p:spPr>
            <a:xfrm>
              <a:off x="7087536" y="526521"/>
              <a:ext cx="123613" cy="277063"/>
            </a:xfrm>
            <a:custGeom>
              <a:avLst/>
              <a:gdLst/>
              <a:ahLst/>
              <a:cxnLst/>
              <a:rect l="l" t="t" r="r" b="b"/>
              <a:pathLst>
                <a:path w="3331" h="7466" extrusionOk="0">
                  <a:moveTo>
                    <a:pt x="1" y="0"/>
                  </a:moveTo>
                  <a:lnTo>
                    <a:pt x="1" y="3672"/>
                  </a:lnTo>
                  <a:cubicBezTo>
                    <a:pt x="1" y="3679"/>
                    <a:pt x="4" y="3685"/>
                    <a:pt x="7" y="3692"/>
                  </a:cubicBezTo>
                  <a:lnTo>
                    <a:pt x="3284" y="7465"/>
                  </a:lnTo>
                  <a:lnTo>
                    <a:pt x="3330" y="7426"/>
                  </a:lnTo>
                  <a:lnTo>
                    <a:pt x="63" y="3663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73"/>
            <p:cNvSpPr/>
            <p:nvPr/>
          </p:nvSpPr>
          <p:spPr>
            <a:xfrm>
              <a:off x="6792843" y="363234"/>
              <a:ext cx="599141" cy="599141"/>
            </a:xfrm>
            <a:custGeom>
              <a:avLst/>
              <a:gdLst/>
              <a:ahLst/>
              <a:cxnLst/>
              <a:rect l="l" t="t" r="r" b="b"/>
              <a:pathLst>
                <a:path w="16145" h="16145" extrusionOk="0">
                  <a:moveTo>
                    <a:pt x="8072" y="63"/>
                  </a:moveTo>
                  <a:cubicBezTo>
                    <a:pt x="12489" y="63"/>
                    <a:pt x="16082" y="3656"/>
                    <a:pt x="16082" y="8072"/>
                  </a:cubicBezTo>
                  <a:cubicBezTo>
                    <a:pt x="16082" y="12489"/>
                    <a:pt x="12489" y="16082"/>
                    <a:pt x="8072" y="16082"/>
                  </a:cubicBezTo>
                  <a:cubicBezTo>
                    <a:pt x="3656" y="16082"/>
                    <a:pt x="62" y="12489"/>
                    <a:pt x="62" y="8072"/>
                  </a:cubicBezTo>
                  <a:cubicBezTo>
                    <a:pt x="62" y="3656"/>
                    <a:pt x="3656" y="63"/>
                    <a:pt x="8072" y="63"/>
                  </a:cubicBezTo>
                  <a:close/>
                  <a:moveTo>
                    <a:pt x="8072" y="1"/>
                  </a:moveTo>
                  <a:cubicBezTo>
                    <a:pt x="3624" y="1"/>
                    <a:pt x="0" y="3620"/>
                    <a:pt x="0" y="8072"/>
                  </a:cubicBezTo>
                  <a:cubicBezTo>
                    <a:pt x="0" y="12521"/>
                    <a:pt x="3624" y="16144"/>
                    <a:pt x="8072" y="16144"/>
                  </a:cubicBezTo>
                  <a:cubicBezTo>
                    <a:pt x="12525" y="16144"/>
                    <a:pt x="16144" y="12521"/>
                    <a:pt x="16144" y="8072"/>
                  </a:cubicBezTo>
                  <a:cubicBezTo>
                    <a:pt x="16144" y="3620"/>
                    <a:pt x="1252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7" name="Google Shape;4657;p73"/>
          <p:cNvGrpSpPr/>
          <p:nvPr/>
        </p:nvGrpSpPr>
        <p:grpSpPr>
          <a:xfrm>
            <a:off x="6252956" y="4335676"/>
            <a:ext cx="1026276" cy="612558"/>
            <a:chOff x="5274100" y="3743727"/>
            <a:chExt cx="880772" cy="525756"/>
          </a:xfrm>
        </p:grpSpPr>
        <p:sp>
          <p:nvSpPr>
            <p:cNvPr id="4658" name="Google Shape;4658;p73"/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73"/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73"/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73"/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73"/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73"/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73"/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73"/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73"/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73"/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73"/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73"/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73"/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73"/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73"/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73"/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73"/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73"/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73"/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73"/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73"/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73"/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0" name="Google Shape;4680;p73"/>
          <p:cNvGrpSpPr/>
          <p:nvPr/>
        </p:nvGrpSpPr>
        <p:grpSpPr>
          <a:xfrm>
            <a:off x="-2339258" y="2639183"/>
            <a:ext cx="4678515" cy="2559357"/>
            <a:chOff x="-4773020" y="2129039"/>
            <a:chExt cx="4492525" cy="2457612"/>
          </a:xfrm>
        </p:grpSpPr>
        <p:grpSp>
          <p:nvGrpSpPr>
            <p:cNvPr id="4681" name="Google Shape;4681;p73"/>
            <p:cNvGrpSpPr/>
            <p:nvPr/>
          </p:nvGrpSpPr>
          <p:grpSpPr>
            <a:xfrm>
              <a:off x="-2431735" y="3501699"/>
              <a:ext cx="127741" cy="369371"/>
              <a:chOff x="-2044260" y="3885637"/>
              <a:chExt cx="127741" cy="369371"/>
            </a:xfrm>
          </p:grpSpPr>
          <p:sp>
            <p:nvSpPr>
              <p:cNvPr id="4682" name="Google Shape;4682;p73"/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3" name="Google Shape;4683;p73"/>
              <p:cNvSpPr/>
              <p:nvPr/>
            </p:nvSpPr>
            <p:spPr>
              <a:xfrm flipH="1">
                <a:off x="-2044260" y="3885637"/>
                <a:ext cx="127741" cy="369371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3013" extrusionOk="0">
                    <a:moveTo>
                      <a:pt x="62" y="71"/>
                    </a:moveTo>
                    <a:lnTo>
                      <a:pt x="973" y="355"/>
                    </a:lnTo>
                    <a:lnTo>
                      <a:pt x="637" y="2917"/>
                    </a:lnTo>
                    <a:cubicBezTo>
                      <a:pt x="577" y="2941"/>
                      <a:pt x="509" y="2949"/>
                      <a:pt x="440" y="2949"/>
                    </a:cubicBezTo>
                    <a:cubicBezTo>
                      <a:pt x="288" y="2949"/>
                      <a:pt x="136" y="2907"/>
                      <a:pt x="82" y="2891"/>
                    </a:cubicBezTo>
                    <a:lnTo>
                      <a:pt x="62" y="71"/>
                    </a:lnTo>
                    <a:close/>
                    <a:moveTo>
                      <a:pt x="28" y="1"/>
                    </a:moveTo>
                    <a:cubicBezTo>
                      <a:pt x="22" y="1"/>
                      <a:pt x="17" y="2"/>
                      <a:pt x="13" y="6"/>
                    </a:cubicBezTo>
                    <a:cubicBezTo>
                      <a:pt x="4" y="13"/>
                      <a:pt x="0" y="22"/>
                      <a:pt x="0" y="32"/>
                    </a:cubicBezTo>
                    <a:lnTo>
                      <a:pt x="23" y="2914"/>
                    </a:lnTo>
                    <a:cubicBezTo>
                      <a:pt x="23" y="2927"/>
                      <a:pt x="30" y="2940"/>
                      <a:pt x="43" y="2944"/>
                    </a:cubicBezTo>
                    <a:cubicBezTo>
                      <a:pt x="170" y="2986"/>
                      <a:pt x="304" y="3009"/>
                      <a:pt x="438" y="3012"/>
                    </a:cubicBezTo>
                    <a:cubicBezTo>
                      <a:pt x="445" y="3012"/>
                      <a:pt x="452" y="3013"/>
                      <a:pt x="458" y="3013"/>
                    </a:cubicBezTo>
                    <a:cubicBezTo>
                      <a:pt x="533" y="3013"/>
                      <a:pt x="608" y="2997"/>
                      <a:pt x="679" y="2970"/>
                    </a:cubicBezTo>
                    <a:cubicBezTo>
                      <a:pt x="686" y="2963"/>
                      <a:pt x="696" y="2957"/>
                      <a:pt x="696" y="2944"/>
                    </a:cubicBezTo>
                    <a:lnTo>
                      <a:pt x="1038" y="339"/>
                    </a:lnTo>
                    <a:cubicBezTo>
                      <a:pt x="1042" y="323"/>
                      <a:pt x="1032" y="310"/>
                      <a:pt x="1019" y="306"/>
                    </a:cubicBezTo>
                    <a:lnTo>
                      <a:pt x="40" y="3"/>
                    </a:lnTo>
                    <a:cubicBezTo>
                      <a:pt x="36" y="1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4" name="Google Shape;4684;p73"/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85" name="Google Shape;4685;p73"/>
            <p:cNvGrpSpPr/>
            <p:nvPr/>
          </p:nvGrpSpPr>
          <p:grpSpPr>
            <a:xfrm>
              <a:off x="-513560" y="3469349"/>
              <a:ext cx="127741" cy="369371"/>
              <a:chOff x="-2044260" y="3885637"/>
              <a:chExt cx="127741" cy="369371"/>
            </a:xfrm>
          </p:grpSpPr>
          <p:sp>
            <p:nvSpPr>
              <p:cNvPr id="4686" name="Google Shape;4686;p73"/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7" name="Google Shape;4687;p73"/>
              <p:cNvSpPr/>
              <p:nvPr/>
            </p:nvSpPr>
            <p:spPr>
              <a:xfrm flipH="1">
                <a:off x="-2044260" y="3885637"/>
                <a:ext cx="127741" cy="369371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3013" extrusionOk="0">
                    <a:moveTo>
                      <a:pt x="62" y="71"/>
                    </a:moveTo>
                    <a:lnTo>
                      <a:pt x="973" y="355"/>
                    </a:lnTo>
                    <a:lnTo>
                      <a:pt x="637" y="2917"/>
                    </a:lnTo>
                    <a:cubicBezTo>
                      <a:pt x="577" y="2941"/>
                      <a:pt x="509" y="2949"/>
                      <a:pt x="440" y="2949"/>
                    </a:cubicBezTo>
                    <a:cubicBezTo>
                      <a:pt x="288" y="2949"/>
                      <a:pt x="136" y="2907"/>
                      <a:pt x="82" y="2891"/>
                    </a:cubicBezTo>
                    <a:lnTo>
                      <a:pt x="62" y="71"/>
                    </a:lnTo>
                    <a:close/>
                    <a:moveTo>
                      <a:pt x="28" y="1"/>
                    </a:moveTo>
                    <a:cubicBezTo>
                      <a:pt x="22" y="1"/>
                      <a:pt x="17" y="2"/>
                      <a:pt x="13" y="6"/>
                    </a:cubicBezTo>
                    <a:cubicBezTo>
                      <a:pt x="4" y="13"/>
                      <a:pt x="0" y="22"/>
                      <a:pt x="0" y="32"/>
                    </a:cubicBezTo>
                    <a:lnTo>
                      <a:pt x="23" y="2914"/>
                    </a:lnTo>
                    <a:cubicBezTo>
                      <a:pt x="23" y="2927"/>
                      <a:pt x="30" y="2940"/>
                      <a:pt x="43" y="2944"/>
                    </a:cubicBezTo>
                    <a:cubicBezTo>
                      <a:pt x="170" y="2986"/>
                      <a:pt x="304" y="3009"/>
                      <a:pt x="438" y="3012"/>
                    </a:cubicBezTo>
                    <a:cubicBezTo>
                      <a:pt x="445" y="3012"/>
                      <a:pt x="452" y="3013"/>
                      <a:pt x="458" y="3013"/>
                    </a:cubicBezTo>
                    <a:cubicBezTo>
                      <a:pt x="533" y="3013"/>
                      <a:pt x="608" y="2997"/>
                      <a:pt x="679" y="2970"/>
                    </a:cubicBezTo>
                    <a:cubicBezTo>
                      <a:pt x="686" y="2963"/>
                      <a:pt x="696" y="2957"/>
                      <a:pt x="696" y="2944"/>
                    </a:cubicBezTo>
                    <a:lnTo>
                      <a:pt x="1038" y="339"/>
                    </a:lnTo>
                    <a:cubicBezTo>
                      <a:pt x="1042" y="323"/>
                      <a:pt x="1032" y="310"/>
                      <a:pt x="1019" y="306"/>
                    </a:cubicBezTo>
                    <a:lnTo>
                      <a:pt x="40" y="3"/>
                    </a:lnTo>
                    <a:cubicBezTo>
                      <a:pt x="36" y="1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8" name="Google Shape;4688;p73"/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89" name="Google Shape;4689;p73"/>
            <p:cNvSpPr/>
            <p:nvPr/>
          </p:nvSpPr>
          <p:spPr>
            <a:xfrm flipH="1">
              <a:off x="-4773020" y="3739414"/>
              <a:ext cx="4212033" cy="847237"/>
            </a:xfrm>
            <a:custGeom>
              <a:avLst/>
              <a:gdLst/>
              <a:ahLst/>
              <a:cxnLst/>
              <a:rect l="l" t="t" r="r" b="b"/>
              <a:pathLst>
                <a:path w="34358" h="6911" extrusionOk="0">
                  <a:moveTo>
                    <a:pt x="9933" y="0"/>
                  </a:moveTo>
                  <a:lnTo>
                    <a:pt x="2974" y="1188"/>
                  </a:lnTo>
                  <a:lnTo>
                    <a:pt x="0" y="1694"/>
                  </a:lnTo>
                  <a:lnTo>
                    <a:pt x="8382" y="5856"/>
                  </a:lnTo>
                  <a:cubicBezTo>
                    <a:pt x="8696" y="6013"/>
                    <a:pt x="9038" y="6111"/>
                    <a:pt x="9388" y="6143"/>
                  </a:cubicBezTo>
                  <a:lnTo>
                    <a:pt x="17254" y="6910"/>
                  </a:lnTo>
                  <a:lnTo>
                    <a:pt x="20316" y="6166"/>
                  </a:lnTo>
                  <a:lnTo>
                    <a:pt x="34357" y="3888"/>
                  </a:lnTo>
                  <a:lnTo>
                    <a:pt x="9933" y="0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73"/>
            <p:cNvSpPr/>
            <p:nvPr/>
          </p:nvSpPr>
          <p:spPr>
            <a:xfrm flipH="1">
              <a:off x="-564665" y="3593284"/>
              <a:ext cx="6497" cy="35429"/>
            </a:xfrm>
            <a:custGeom>
              <a:avLst/>
              <a:gdLst/>
              <a:ahLst/>
              <a:cxnLst/>
              <a:rect l="l" t="t" r="r" b="b"/>
              <a:pathLst>
                <a:path w="53" h="289" extrusionOk="0">
                  <a:moveTo>
                    <a:pt x="43" y="1"/>
                  </a:moveTo>
                  <a:lnTo>
                    <a:pt x="0" y="236"/>
                  </a:lnTo>
                  <a:lnTo>
                    <a:pt x="0" y="288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B8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73"/>
            <p:cNvSpPr/>
            <p:nvPr/>
          </p:nvSpPr>
          <p:spPr>
            <a:xfrm flipH="1">
              <a:off x="-565523" y="3593284"/>
              <a:ext cx="7356" cy="41804"/>
            </a:xfrm>
            <a:custGeom>
              <a:avLst/>
              <a:gdLst/>
              <a:ahLst/>
              <a:cxnLst/>
              <a:rect l="l" t="t" r="r" b="b"/>
              <a:pathLst>
                <a:path w="60" h="341" extrusionOk="0">
                  <a:moveTo>
                    <a:pt x="53" y="1"/>
                  </a:moveTo>
                  <a:lnTo>
                    <a:pt x="0" y="288"/>
                  </a:lnTo>
                  <a:lnTo>
                    <a:pt x="0" y="340"/>
                  </a:lnTo>
                  <a:lnTo>
                    <a:pt x="59" y="1"/>
                  </a:lnTo>
                  <a:close/>
                </a:path>
              </a:pathLst>
            </a:custGeom>
            <a:solidFill>
              <a:srgbClr val="B780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73"/>
            <p:cNvSpPr/>
            <p:nvPr/>
          </p:nvSpPr>
          <p:spPr>
            <a:xfrm flipH="1">
              <a:off x="-566626" y="3593284"/>
              <a:ext cx="8459" cy="48179"/>
            </a:xfrm>
            <a:custGeom>
              <a:avLst/>
              <a:gdLst/>
              <a:ahLst/>
              <a:cxnLst/>
              <a:rect l="l" t="t" r="r" b="b"/>
              <a:pathLst>
                <a:path w="69" h="393" extrusionOk="0">
                  <a:moveTo>
                    <a:pt x="59" y="1"/>
                  </a:moveTo>
                  <a:lnTo>
                    <a:pt x="0" y="340"/>
                  </a:lnTo>
                  <a:lnTo>
                    <a:pt x="0" y="393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rgbClr val="B680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73"/>
            <p:cNvSpPr/>
            <p:nvPr/>
          </p:nvSpPr>
          <p:spPr>
            <a:xfrm flipH="1">
              <a:off x="-567852" y="3593284"/>
              <a:ext cx="9685" cy="54186"/>
            </a:xfrm>
            <a:custGeom>
              <a:avLst/>
              <a:gdLst/>
              <a:ahLst/>
              <a:cxnLst/>
              <a:rect l="l" t="t" r="r" b="b"/>
              <a:pathLst>
                <a:path w="79" h="442" extrusionOk="0">
                  <a:moveTo>
                    <a:pt x="69" y="1"/>
                  </a:moveTo>
                  <a:lnTo>
                    <a:pt x="0" y="393"/>
                  </a:lnTo>
                  <a:lnTo>
                    <a:pt x="0" y="442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B57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73"/>
            <p:cNvSpPr/>
            <p:nvPr/>
          </p:nvSpPr>
          <p:spPr>
            <a:xfrm flipH="1">
              <a:off x="-569078" y="3593284"/>
              <a:ext cx="10911" cy="60561"/>
            </a:xfrm>
            <a:custGeom>
              <a:avLst/>
              <a:gdLst/>
              <a:ahLst/>
              <a:cxnLst/>
              <a:rect l="l" t="t" r="r" b="b"/>
              <a:pathLst>
                <a:path w="89" h="494" extrusionOk="0">
                  <a:moveTo>
                    <a:pt x="79" y="1"/>
                  </a:moveTo>
                  <a:lnTo>
                    <a:pt x="0" y="442"/>
                  </a:lnTo>
                  <a:lnTo>
                    <a:pt x="0" y="494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rgbClr val="B47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73"/>
            <p:cNvSpPr/>
            <p:nvPr/>
          </p:nvSpPr>
          <p:spPr>
            <a:xfrm flipH="1">
              <a:off x="-1644214" y="3802182"/>
              <a:ext cx="120141" cy="362261"/>
            </a:xfrm>
            <a:custGeom>
              <a:avLst/>
              <a:gdLst/>
              <a:ahLst/>
              <a:cxnLst/>
              <a:rect l="l" t="t" r="r" b="b"/>
              <a:pathLst>
                <a:path w="980" h="2955" extrusionOk="0">
                  <a:moveTo>
                    <a:pt x="1" y="1"/>
                  </a:moveTo>
                  <a:lnTo>
                    <a:pt x="24" y="2886"/>
                  </a:lnTo>
                  <a:cubicBezTo>
                    <a:pt x="24" y="2886"/>
                    <a:pt x="213" y="2954"/>
                    <a:pt x="409" y="2954"/>
                  </a:cubicBezTo>
                  <a:cubicBezTo>
                    <a:pt x="488" y="2954"/>
                    <a:pt x="568" y="2943"/>
                    <a:pt x="637" y="2912"/>
                  </a:cubicBezTo>
                  <a:lnTo>
                    <a:pt x="980" y="3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73"/>
            <p:cNvSpPr/>
            <p:nvPr/>
          </p:nvSpPr>
          <p:spPr>
            <a:xfrm flipH="1">
              <a:off x="-1648260" y="3798749"/>
              <a:ext cx="127741" cy="369371"/>
            </a:xfrm>
            <a:custGeom>
              <a:avLst/>
              <a:gdLst/>
              <a:ahLst/>
              <a:cxnLst/>
              <a:rect l="l" t="t" r="r" b="b"/>
              <a:pathLst>
                <a:path w="1042" h="3013" extrusionOk="0">
                  <a:moveTo>
                    <a:pt x="62" y="71"/>
                  </a:moveTo>
                  <a:lnTo>
                    <a:pt x="973" y="355"/>
                  </a:lnTo>
                  <a:lnTo>
                    <a:pt x="637" y="2917"/>
                  </a:lnTo>
                  <a:cubicBezTo>
                    <a:pt x="577" y="2941"/>
                    <a:pt x="509" y="2949"/>
                    <a:pt x="440" y="2949"/>
                  </a:cubicBezTo>
                  <a:cubicBezTo>
                    <a:pt x="288" y="2949"/>
                    <a:pt x="136" y="2907"/>
                    <a:pt x="82" y="2891"/>
                  </a:cubicBezTo>
                  <a:lnTo>
                    <a:pt x="62" y="71"/>
                  </a:lnTo>
                  <a:close/>
                  <a:moveTo>
                    <a:pt x="28" y="1"/>
                  </a:moveTo>
                  <a:cubicBezTo>
                    <a:pt x="22" y="1"/>
                    <a:pt x="17" y="2"/>
                    <a:pt x="13" y="6"/>
                  </a:cubicBezTo>
                  <a:cubicBezTo>
                    <a:pt x="4" y="13"/>
                    <a:pt x="0" y="22"/>
                    <a:pt x="0" y="32"/>
                  </a:cubicBezTo>
                  <a:lnTo>
                    <a:pt x="23" y="2914"/>
                  </a:lnTo>
                  <a:cubicBezTo>
                    <a:pt x="23" y="2927"/>
                    <a:pt x="30" y="2940"/>
                    <a:pt x="43" y="2944"/>
                  </a:cubicBezTo>
                  <a:cubicBezTo>
                    <a:pt x="170" y="2986"/>
                    <a:pt x="304" y="3009"/>
                    <a:pt x="438" y="3012"/>
                  </a:cubicBezTo>
                  <a:cubicBezTo>
                    <a:pt x="445" y="3012"/>
                    <a:pt x="452" y="3013"/>
                    <a:pt x="458" y="3013"/>
                  </a:cubicBezTo>
                  <a:cubicBezTo>
                    <a:pt x="533" y="3013"/>
                    <a:pt x="608" y="2997"/>
                    <a:pt x="679" y="2970"/>
                  </a:cubicBezTo>
                  <a:cubicBezTo>
                    <a:pt x="686" y="2963"/>
                    <a:pt x="696" y="2957"/>
                    <a:pt x="696" y="2944"/>
                  </a:cubicBezTo>
                  <a:lnTo>
                    <a:pt x="1038" y="339"/>
                  </a:lnTo>
                  <a:cubicBezTo>
                    <a:pt x="1042" y="323"/>
                    <a:pt x="1032" y="310"/>
                    <a:pt x="1019" y="306"/>
                  </a:cubicBezTo>
                  <a:lnTo>
                    <a:pt x="40" y="3"/>
                  </a:lnTo>
                  <a:cubicBezTo>
                    <a:pt x="36" y="1"/>
                    <a:pt x="31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73"/>
            <p:cNvSpPr/>
            <p:nvPr/>
          </p:nvSpPr>
          <p:spPr>
            <a:xfrm flipH="1">
              <a:off x="-1644214" y="3802182"/>
              <a:ext cx="120141" cy="362261"/>
            </a:xfrm>
            <a:custGeom>
              <a:avLst/>
              <a:gdLst/>
              <a:ahLst/>
              <a:cxnLst/>
              <a:rect l="l" t="t" r="r" b="b"/>
              <a:pathLst>
                <a:path w="980" h="2955" extrusionOk="0">
                  <a:moveTo>
                    <a:pt x="1" y="1"/>
                  </a:moveTo>
                  <a:lnTo>
                    <a:pt x="24" y="2886"/>
                  </a:lnTo>
                  <a:cubicBezTo>
                    <a:pt x="24" y="2886"/>
                    <a:pt x="213" y="2954"/>
                    <a:pt x="409" y="2954"/>
                  </a:cubicBezTo>
                  <a:cubicBezTo>
                    <a:pt x="488" y="2954"/>
                    <a:pt x="568" y="2943"/>
                    <a:pt x="637" y="2912"/>
                  </a:cubicBezTo>
                  <a:lnTo>
                    <a:pt x="980" y="3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73"/>
            <p:cNvSpPr/>
            <p:nvPr/>
          </p:nvSpPr>
          <p:spPr>
            <a:xfrm flipH="1">
              <a:off x="-2263307" y="3494474"/>
              <a:ext cx="1349" cy="4904"/>
            </a:xfrm>
            <a:custGeom>
              <a:avLst/>
              <a:gdLst/>
              <a:ahLst/>
              <a:cxnLst/>
              <a:rect l="l" t="t" r="r" b="b"/>
              <a:pathLst>
                <a:path w="11" h="40" extrusionOk="0">
                  <a:moveTo>
                    <a:pt x="1" y="1"/>
                  </a:moveTo>
                  <a:lnTo>
                    <a:pt x="1" y="40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73"/>
            <p:cNvSpPr/>
            <p:nvPr/>
          </p:nvSpPr>
          <p:spPr>
            <a:xfrm flipH="1">
              <a:off x="-2265268" y="3494474"/>
              <a:ext cx="3310" cy="12137"/>
            </a:xfrm>
            <a:custGeom>
              <a:avLst/>
              <a:gdLst/>
              <a:ahLst/>
              <a:cxnLst/>
              <a:rect l="l" t="t" r="r" b="b"/>
              <a:pathLst>
                <a:path w="27" h="99" extrusionOk="0">
                  <a:moveTo>
                    <a:pt x="10" y="1"/>
                  </a:moveTo>
                  <a:lnTo>
                    <a:pt x="1" y="40"/>
                  </a:lnTo>
                  <a:lnTo>
                    <a:pt x="1" y="99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73"/>
            <p:cNvSpPr/>
            <p:nvPr/>
          </p:nvSpPr>
          <p:spPr>
            <a:xfrm flipH="1">
              <a:off x="-2266862" y="3494474"/>
              <a:ext cx="4904" cy="19370"/>
            </a:xfrm>
            <a:custGeom>
              <a:avLst/>
              <a:gdLst/>
              <a:ahLst/>
              <a:cxnLst/>
              <a:rect l="l" t="t" r="r" b="b"/>
              <a:pathLst>
                <a:path w="40" h="158" extrusionOk="0">
                  <a:moveTo>
                    <a:pt x="27" y="1"/>
                  </a:moveTo>
                  <a:lnTo>
                    <a:pt x="1" y="99"/>
                  </a:lnTo>
                  <a:lnTo>
                    <a:pt x="1" y="157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73"/>
            <p:cNvSpPr/>
            <p:nvPr/>
          </p:nvSpPr>
          <p:spPr>
            <a:xfrm flipH="1">
              <a:off x="-2267720" y="3494474"/>
              <a:ext cx="5762" cy="22189"/>
            </a:xfrm>
            <a:custGeom>
              <a:avLst/>
              <a:gdLst/>
              <a:ahLst/>
              <a:cxnLst/>
              <a:rect l="l" t="t" r="r" b="b"/>
              <a:pathLst>
                <a:path w="47" h="181" extrusionOk="0">
                  <a:moveTo>
                    <a:pt x="40" y="1"/>
                  </a:moveTo>
                  <a:lnTo>
                    <a:pt x="1" y="157"/>
                  </a:lnTo>
                  <a:lnTo>
                    <a:pt x="1" y="180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73"/>
            <p:cNvSpPr/>
            <p:nvPr/>
          </p:nvSpPr>
          <p:spPr>
            <a:xfrm flipH="1">
              <a:off x="-2268455" y="3494474"/>
              <a:ext cx="6497" cy="25009"/>
            </a:xfrm>
            <a:custGeom>
              <a:avLst/>
              <a:gdLst/>
              <a:ahLst/>
              <a:cxnLst/>
              <a:rect l="l" t="t" r="r" b="b"/>
              <a:pathLst>
                <a:path w="53" h="204" extrusionOk="0">
                  <a:moveTo>
                    <a:pt x="46" y="1"/>
                  </a:moveTo>
                  <a:lnTo>
                    <a:pt x="1" y="180"/>
                  </a:lnTo>
                  <a:lnTo>
                    <a:pt x="1" y="203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73"/>
            <p:cNvSpPr/>
            <p:nvPr/>
          </p:nvSpPr>
          <p:spPr>
            <a:xfrm flipH="1">
              <a:off x="-2268946" y="3494474"/>
              <a:ext cx="6988" cy="27706"/>
            </a:xfrm>
            <a:custGeom>
              <a:avLst/>
              <a:gdLst/>
              <a:ahLst/>
              <a:cxnLst/>
              <a:rect l="l" t="t" r="r" b="b"/>
              <a:pathLst>
                <a:path w="57" h="226" extrusionOk="0">
                  <a:moveTo>
                    <a:pt x="53" y="1"/>
                  </a:moveTo>
                  <a:lnTo>
                    <a:pt x="1" y="203"/>
                  </a:lnTo>
                  <a:lnTo>
                    <a:pt x="1" y="226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73"/>
            <p:cNvSpPr/>
            <p:nvPr/>
          </p:nvSpPr>
          <p:spPr>
            <a:xfrm flipH="1">
              <a:off x="-2269681" y="3494474"/>
              <a:ext cx="7723" cy="31016"/>
            </a:xfrm>
            <a:custGeom>
              <a:avLst/>
              <a:gdLst/>
              <a:ahLst/>
              <a:cxnLst/>
              <a:rect l="l" t="t" r="r" b="b"/>
              <a:pathLst>
                <a:path w="63" h="253" extrusionOk="0">
                  <a:moveTo>
                    <a:pt x="56" y="1"/>
                  </a:moveTo>
                  <a:lnTo>
                    <a:pt x="1" y="226"/>
                  </a:lnTo>
                  <a:lnTo>
                    <a:pt x="1" y="252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73"/>
            <p:cNvSpPr/>
            <p:nvPr/>
          </p:nvSpPr>
          <p:spPr>
            <a:xfrm flipH="1">
              <a:off x="-2270539" y="3494474"/>
              <a:ext cx="8581" cy="33713"/>
            </a:xfrm>
            <a:custGeom>
              <a:avLst/>
              <a:gdLst/>
              <a:ahLst/>
              <a:cxnLst/>
              <a:rect l="l" t="t" r="r" b="b"/>
              <a:pathLst>
                <a:path w="70" h="275" extrusionOk="0">
                  <a:moveTo>
                    <a:pt x="63" y="1"/>
                  </a:moveTo>
                  <a:lnTo>
                    <a:pt x="1" y="252"/>
                  </a:lnTo>
                  <a:lnTo>
                    <a:pt x="1" y="275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73"/>
            <p:cNvSpPr/>
            <p:nvPr/>
          </p:nvSpPr>
          <p:spPr>
            <a:xfrm flipH="1">
              <a:off x="-2271275" y="3494474"/>
              <a:ext cx="9317" cy="36533"/>
            </a:xfrm>
            <a:custGeom>
              <a:avLst/>
              <a:gdLst/>
              <a:ahLst/>
              <a:cxnLst/>
              <a:rect l="l" t="t" r="r" b="b"/>
              <a:pathLst>
                <a:path w="76" h="298" extrusionOk="0">
                  <a:moveTo>
                    <a:pt x="69" y="1"/>
                  </a:moveTo>
                  <a:lnTo>
                    <a:pt x="1" y="275"/>
                  </a:lnTo>
                  <a:lnTo>
                    <a:pt x="1" y="298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73"/>
            <p:cNvSpPr/>
            <p:nvPr/>
          </p:nvSpPr>
          <p:spPr>
            <a:xfrm flipH="1">
              <a:off x="-2272133" y="3494474"/>
              <a:ext cx="10175" cy="39352"/>
            </a:xfrm>
            <a:custGeom>
              <a:avLst/>
              <a:gdLst/>
              <a:ahLst/>
              <a:cxnLst/>
              <a:rect l="l" t="t" r="r" b="b"/>
              <a:pathLst>
                <a:path w="83" h="321" extrusionOk="0">
                  <a:moveTo>
                    <a:pt x="76" y="1"/>
                  </a:moveTo>
                  <a:lnTo>
                    <a:pt x="1" y="298"/>
                  </a:lnTo>
                  <a:lnTo>
                    <a:pt x="1" y="321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73"/>
            <p:cNvSpPr/>
            <p:nvPr/>
          </p:nvSpPr>
          <p:spPr>
            <a:xfrm flipH="1">
              <a:off x="-2272869" y="3494474"/>
              <a:ext cx="10911" cy="42172"/>
            </a:xfrm>
            <a:custGeom>
              <a:avLst/>
              <a:gdLst/>
              <a:ahLst/>
              <a:cxnLst/>
              <a:rect l="l" t="t" r="r" b="b"/>
              <a:pathLst>
                <a:path w="89" h="344" extrusionOk="0">
                  <a:moveTo>
                    <a:pt x="82" y="1"/>
                  </a:moveTo>
                  <a:lnTo>
                    <a:pt x="1" y="321"/>
                  </a:lnTo>
                  <a:lnTo>
                    <a:pt x="1" y="344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73"/>
            <p:cNvSpPr/>
            <p:nvPr/>
          </p:nvSpPr>
          <p:spPr>
            <a:xfrm flipH="1">
              <a:off x="-2273359" y="3494474"/>
              <a:ext cx="11401" cy="45359"/>
            </a:xfrm>
            <a:custGeom>
              <a:avLst/>
              <a:gdLst/>
              <a:ahLst/>
              <a:cxnLst/>
              <a:rect l="l" t="t" r="r" b="b"/>
              <a:pathLst>
                <a:path w="93" h="370" extrusionOk="0">
                  <a:moveTo>
                    <a:pt x="89" y="1"/>
                  </a:moveTo>
                  <a:lnTo>
                    <a:pt x="1" y="344"/>
                  </a:lnTo>
                  <a:lnTo>
                    <a:pt x="1" y="370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73"/>
            <p:cNvSpPr/>
            <p:nvPr/>
          </p:nvSpPr>
          <p:spPr>
            <a:xfrm flipH="1">
              <a:off x="-2274095" y="3494474"/>
              <a:ext cx="12137" cy="48179"/>
            </a:xfrm>
            <a:custGeom>
              <a:avLst/>
              <a:gdLst/>
              <a:ahLst/>
              <a:cxnLst/>
              <a:rect l="l" t="t" r="r" b="b"/>
              <a:pathLst>
                <a:path w="99" h="393" extrusionOk="0">
                  <a:moveTo>
                    <a:pt x="92" y="1"/>
                  </a:moveTo>
                  <a:lnTo>
                    <a:pt x="1" y="370"/>
                  </a:lnTo>
                  <a:lnTo>
                    <a:pt x="1" y="392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73"/>
            <p:cNvSpPr/>
            <p:nvPr/>
          </p:nvSpPr>
          <p:spPr>
            <a:xfrm flipH="1">
              <a:off x="-2274953" y="3494474"/>
              <a:ext cx="12995" cy="50998"/>
            </a:xfrm>
            <a:custGeom>
              <a:avLst/>
              <a:gdLst/>
              <a:ahLst/>
              <a:cxnLst/>
              <a:rect l="l" t="t" r="r" b="b"/>
              <a:pathLst>
                <a:path w="106" h="416" extrusionOk="0">
                  <a:moveTo>
                    <a:pt x="99" y="1"/>
                  </a:moveTo>
                  <a:lnTo>
                    <a:pt x="1" y="392"/>
                  </a:lnTo>
                  <a:lnTo>
                    <a:pt x="1" y="415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73"/>
            <p:cNvSpPr/>
            <p:nvPr/>
          </p:nvSpPr>
          <p:spPr>
            <a:xfrm flipH="1">
              <a:off x="-2275688" y="3494474"/>
              <a:ext cx="13730" cy="53818"/>
            </a:xfrm>
            <a:custGeom>
              <a:avLst/>
              <a:gdLst/>
              <a:ahLst/>
              <a:cxnLst/>
              <a:rect l="l" t="t" r="r" b="b"/>
              <a:pathLst>
                <a:path w="112" h="439" extrusionOk="0">
                  <a:moveTo>
                    <a:pt x="105" y="1"/>
                  </a:moveTo>
                  <a:lnTo>
                    <a:pt x="1" y="415"/>
                  </a:lnTo>
                  <a:lnTo>
                    <a:pt x="1" y="438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73"/>
            <p:cNvSpPr/>
            <p:nvPr/>
          </p:nvSpPr>
          <p:spPr>
            <a:xfrm flipH="1">
              <a:off x="-2276056" y="3494474"/>
              <a:ext cx="14098" cy="56515"/>
            </a:xfrm>
            <a:custGeom>
              <a:avLst/>
              <a:gdLst/>
              <a:ahLst/>
              <a:cxnLst/>
              <a:rect l="l" t="t" r="r" b="b"/>
              <a:pathLst>
                <a:path w="115" h="461" extrusionOk="0">
                  <a:moveTo>
                    <a:pt x="112" y="1"/>
                  </a:moveTo>
                  <a:lnTo>
                    <a:pt x="1" y="438"/>
                  </a:lnTo>
                  <a:lnTo>
                    <a:pt x="1" y="461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73"/>
            <p:cNvSpPr/>
            <p:nvPr/>
          </p:nvSpPr>
          <p:spPr>
            <a:xfrm flipH="1">
              <a:off x="-2276914" y="3494474"/>
              <a:ext cx="14956" cy="59825"/>
            </a:xfrm>
            <a:custGeom>
              <a:avLst/>
              <a:gdLst/>
              <a:ahLst/>
              <a:cxnLst/>
              <a:rect l="l" t="t" r="r" b="b"/>
              <a:pathLst>
                <a:path w="122" h="488" extrusionOk="0">
                  <a:moveTo>
                    <a:pt x="115" y="1"/>
                  </a:moveTo>
                  <a:lnTo>
                    <a:pt x="1" y="461"/>
                  </a:lnTo>
                  <a:lnTo>
                    <a:pt x="1" y="487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73"/>
            <p:cNvSpPr/>
            <p:nvPr/>
          </p:nvSpPr>
          <p:spPr>
            <a:xfrm flipH="1">
              <a:off x="-2277650" y="3494474"/>
              <a:ext cx="15692" cy="62522"/>
            </a:xfrm>
            <a:custGeom>
              <a:avLst/>
              <a:gdLst/>
              <a:ahLst/>
              <a:cxnLst/>
              <a:rect l="l" t="t" r="r" b="b"/>
              <a:pathLst>
                <a:path w="128" h="510" extrusionOk="0">
                  <a:moveTo>
                    <a:pt x="121" y="1"/>
                  </a:moveTo>
                  <a:lnTo>
                    <a:pt x="1" y="487"/>
                  </a:lnTo>
                  <a:lnTo>
                    <a:pt x="1" y="510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73"/>
            <p:cNvSpPr/>
            <p:nvPr/>
          </p:nvSpPr>
          <p:spPr>
            <a:xfrm flipH="1">
              <a:off x="-2278508" y="3494474"/>
              <a:ext cx="16550" cy="65342"/>
            </a:xfrm>
            <a:custGeom>
              <a:avLst/>
              <a:gdLst/>
              <a:ahLst/>
              <a:cxnLst/>
              <a:rect l="l" t="t" r="r" b="b"/>
              <a:pathLst>
                <a:path w="135" h="533" extrusionOk="0">
                  <a:moveTo>
                    <a:pt x="128" y="1"/>
                  </a:moveTo>
                  <a:lnTo>
                    <a:pt x="1" y="510"/>
                  </a:lnTo>
                  <a:lnTo>
                    <a:pt x="1" y="533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73"/>
            <p:cNvSpPr/>
            <p:nvPr/>
          </p:nvSpPr>
          <p:spPr>
            <a:xfrm flipH="1">
              <a:off x="-2278876" y="3494474"/>
              <a:ext cx="16918" cy="68161"/>
            </a:xfrm>
            <a:custGeom>
              <a:avLst/>
              <a:gdLst/>
              <a:ahLst/>
              <a:cxnLst/>
              <a:rect l="l" t="t" r="r" b="b"/>
              <a:pathLst>
                <a:path w="138" h="556" extrusionOk="0">
                  <a:moveTo>
                    <a:pt x="134" y="1"/>
                  </a:moveTo>
                  <a:lnTo>
                    <a:pt x="1" y="533"/>
                  </a:lnTo>
                  <a:lnTo>
                    <a:pt x="1" y="556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73"/>
            <p:cNvSpPr/>
            <p:nvPr/>
          </p:nvSpPr>
          <p:spPr>
            <a:xfrm flipH="1">
              <a:off x="-2279734" y="3494474"/>
              <a:ext cx="17776" cy="71349"/>
            </a:xfrm>
            <a:custGeom>
              <a:avLst/>
              <a:gdLst/>
              <a:ahLst/>
              <a:cxnLst/>
              <a:rect l="l" t="t" r="r" b="b"/>
              <a:pathLst>
                <a:path w="145" h="582" extrusionOk="0">
                  <a:moveTo>
                    <a:pt x="138" y="1"/>
                  </a:moveTo>
                  <a:lnTo>
                    <a:pt x="1" y="556"/>
                  </a:lnTo>
                  <a:lnTo>
                    <a:pt x="1" y="582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73"/>
            <p:cNvSpPr/>
            <p:nvPr/>
          </p:nvSpPr>
          <p:spPr>
            <a:xfrm flipH="1">
              <a:off x="-2280469" y="3494474"/>
              <a:ext cx="18511" cy="74168"/>
            </a:xfrm>
            <a:custGeom>
              <a:avLst/>
              <a:gdLst/>
              <a:ahLst/>
              <a:cxnLst/>
              <a:rect l="l" t="t" r="r" b="b"/>
              <a:pathLst>
                <a:path w="151" h="605" extrusionOk="0">
                  <a:moveTo>
                    <a:pt x="144" y="1"/>
                  </a:moveTo>
                  <a:lnTo>
                    <a:pt x="1" y="582"/>
                  </a:lnTo>
                  <a:lnTo>
                    <a:pt x="1" y="605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73"/>
            <p:cNvSpPr/>
            <p:nvPr/>
          </p:nvSpPr>
          <p:spPr>
            <a:xfrm flipH="1">
              <a:off x="-2281328" y="3494474"/>
              <a:ext cx="19370" cy="76988"/>
            </a:xfrm>
            <a:custGeom>
              <a:avLst/>
              <a:gdLst/>
              <a:ahLst/>
              <a:cxnLst/>
              <a:rect l="l" t="t" r="r" b="b"/>
              <a:pathLst>
                <a:path w="158" h="628" extrusionOk="0">
                  <a:moveTo>
                    <a:pt x="151" y="1"/>
                  </a:moveTo>
                  <a:lnTo>
                    <a:pt x="1" y="605"/>
                  </a:lnTo>
                  <a:lnTo>
                    <a:pt x="1" y="627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73"/>
            <p:cNvSpPr/>
            <p:nvPr/>
          </p:nvSpPr>
          <p:spPr>
            <a:xfrm flipH="1">
              <a:off x="-2282063" y="3494474"/>
              <a:ext cx="20105" cy="79808"/>
            </a:xfrm>
            <a:custGeom>
              <a:avLst/>
              <a:gdLst/>
              <a:ahLst/>
              <a:cxnLst/>
              <a:rect l="l" t="t" r="r" b="b"/>
              <a:pathLst>
                <a:path w="164" h="651" extrusionOk="0">
                  <a:moveTo>
                    <a:pt x="157" y="1"/>
                  </a:moveTo>
                  <a:lnTo>
                    <a:pt x="1" y="627"/>
                  </a:lnTo>
                  <a:lnTo>
                    <a:pt x="1" y="650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73"/>
            <p:cNvSpPr/>
            <p:nvPr/>
          </p:nvSpPr>
          <p:spPr>
            <a:xfrm flipH="1">
              <a:off x="-2282921" y="3494474"/>
              <a:ext cx="20963" cy="82627"/>
            </a:xfrm>
            <a:custGeom>
              <a:avLst/>
              <a:gdLst/>
              <a:ahLst/>
              <a:cxnLst/>
              <a:rect l="l" t="t" r="r" b="b"/>
              <a:pathLst>
                <a:path w="171" h="674" extrusionOk="0">
                  <a:moveTo>
                    <a:pt x="164" y="1"/>
                  </a:moveTo>
                  <a:lnTo>
                    <a:pt x="1" y="650"/>
                  </a:lnTo>
                  <a:lnTo>
                    <a:pt x="1" y="673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73"/>
            <p:cNvSpPr/>
            <p:nvPr/>
          </p:nvSpPr>
          <p:spPr>
            <a:xfrm flipH="1">
              <a:off x="-2283289" y="3494474"/>
              <a:ext cx="21331" cy="85815"/>
            </a:xfrm>
            <a:custGeom>
              <a:avLst/>
              <a:gdLst/>
              <a:ahLst/>
              <a:cxnLst/>
              <a:rect l="l" t="t" r="r" b="b"/>
              <a:pathLst>
                <a:path w="174" h="700" extrusionOk="0">
                  <a:moveTo>
                    <a:pt x="170" y="1"/>
                  </a:moveTo>
                  <a:lnTo>
                    <a:pt x="1" y="673"/>
                  </a:lnTo>
                  <a:lnTo>
                    <a:pt x="1" y="699"/>
                  </a:lnTo>
                  <a:lnTo>
                    <a:pt x="1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73"/>
            <p:cNvSpPr/>
            <p:nvPr/>
          </p:nvSpPr>
          <p:spPr>
            <a:xfrm flipH="1">
              <a:off x="-2284147" y="3494474"/>
              <a:ext cx="22189" cy="88634"/>
            </a:xfrm>
            <a:custGeom>
              <a:avLst/>
              <a:gdLst/>
              <a:ahLst/>
              <a:cxnLst/>
              <a:rect l="l" t="t" r="r" b="b"/>
              <a:pathLst>
                <a:path w="181" h="723" extrusionOk="0">
                  <a:moveTo>
                    <a:pt x="174" y="1"/>
                  </a:moveTo>
                  <a:lnTo>
                    <a:pt x="1" y="699"/>
                  </a:lnTo>
                  <a:lnTo>
                    <a:pt x="1" y="722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73"/>
            <p:cNvSpPr/>
            <p:nvPr/>
          </p:nvSpPr>
          <p:spPr>
            <a:xfrm flipH="1">
              <a:off x="-2284883" y="3494474"/>
              <a:ext cx="22925" cy="91331"/>
            </a:xfrm>
            <a:custGeom>
              <a:avLst/>
              <a:gdLst/>
              <a:ahLst/>
              <a:cxnLst/>
              <a:rect l="l" t="t" r="r" b="b"/>
              <a:pathLst>
                <a:path w="187" h="745" extrusionOk="0">
                  <a:moveTo>
                    <a:pt x="180" y="1"/>
                  </a:moveTo>
                  <a:lnTo>
                    <a:pt x="1" y="722"/>
                  </a:lnTo>
                  <a:lnTo>
                    <a:pt x="1" y="745"/>
                  </a:lnTo>
                  <a:lnTo>
                    <a:pt x="1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73"/>
            <p:cNvSpPr/>
            <p:nvPr/>
          </p:nvSpPr>
          <p:spPr>
            <a:xfrm flipH="1">
              <a:off x="-2285741" y="3494474"/>
              <a:ext cx="23783" cy="94151"/>
            </a:xfrm>
            <a:custGeom>
              <a:avLst/>
              <a:gdLst/>
              <a:ahLst/>
              <a:cxnLst/>
              <a:rect l="l" t="t" r="r" b="b"/>
              <a:pathLst>
                <a:path w="194" h="768" extrusionOk="0">
                  <a:moveTo>
                    <a:pt x="187" y="1"/>
                  </a:moveTo>
                  <a:lnTo>
                    <a:pt x="1" y="745"/>
                  </a:lnTo>
                  <a:lnTo>
                    <a:pt x="1" y="768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73"/>
            <p:cNvSpPr/>
            <p:nvPr/>
          </p:nvSpPr>
          <p:spPr>
            <a:xfrm flipH="1">
              <a:off x="-2286109" y="3494474"/>
              <a:ext cx="24151" cy="96971"/>
            </a:xfrm>
            <a:custGeom>
              <a:avLst/>
              <a:gdLst/>
              <a:ahLst/>
              <a:cxnLst/>
              <a:rect l="l" t="t" r="r" b="b"/>
              <a:pathLst>
                <a:path w="197" h="791" extrusionOk="0">
                  <a:moveTo>
                    <a:pt x="193" y="1"/>
                  </a:moveTo>
                  <a:lnTo>
                    <a:pt x="1" y="768"/>
                  </a:lnTo>
                  <a:lnTo>
                    <a:pt x="1" y="791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73"/>
            <p:cNvSpPr/>
            <p:nvPr/>
          </p:nvSpPr>
          <p:spPr>
            <a:xfrm flipH="1">
              <a:off x="-2286967" y="3494474"/>
              <a:ext cx="25009" cy="100158"/>
            </a:xfrm>
            <a:custGeom>
              <a:avLst/>
              <a:gdLst/>
              <a:ahLst/>
              <a:cxnLst/>
              <a:rect l="l" t="t" r="r" b="b"/>
              <a:pathLst>
                <a:path w="204" h="817" extrusionOk="0">
                  <a:moveTo>
                    <a:pt x="197" y="1"/>
                  </a:moveTo>
                  <a:lnTo>
                    <a:pt x="1" y="791"/>
                  </a:lnTo>
                  <a:lnTo>
                    <a:pt x="1" y="817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73"/>
            <p:cNvSpPr/>
            <p:nvPr/>
          </p:nvSpPr>
          <p:spPr>
            <a:xfrm flipH="1">
              <a:off x="-2287702" y="3494474"/>
              <a:ext cx="25744" cy="102978"/>
            </a:xfrm>
            <a:custGeom>
              <a:avLst/>
              <a:gdLst/>
              <a:ahLst/>
              <a:cxnLst/>
              <a:rect l="l" t="t" r="r" b="b"/>
              <a:pathLst>
                <a:path w="210" h="840" extrusionOk="0">
                  <a:moveTo>
                    <a:pt x="203" y="1"/>
                  </a:moveTo>
                  <a:lnTo>
                    <a:pt x="1" y="817"/>
                  </a:lnTo>
                  <a:lnTo>
                    <a:pt x="1" y="840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73"/>
            <p:cNvSpPr/>
            <p:nvPr/>
          </p:nvSpPr>
          <p:spPr>
            <a:xfrm flipH="1">
              <a:off x="-2288561" y="3494474"/>
              <a:ext cx="26603" cy="105797"/>
            </a:xfrm>
            <a:custGeom>
              <a:avLst/>
              <a:gdLst/>
              <a:ahLst/>
              <a:cxnLst/>
              <a:rect l="l" t="t" r="r" b="b"/>
              <a:pathLst>
                <a:path w="217" h="863" extrusionOk="0">
                  <a:moveTo>
                    <a:pt x="210" y="1"/>
                  </a:moveTo>
                  <a:lnTo>
                    <a:pt x="1" y="840"/>
                  </a:lnTo>
                  <a:lnTo>
                    <a:pt x="1" y="86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73"/>
            <p:cNvSpPr/>
            <p:nvPr/>
          </p:nvSpPr>
          <p:spPr>
            <a:xfrm flipH="1">
              <a:off x="-2288928" y="3494474"/>
              <a:ext cx="26970" cy="108617"/>
            </a:xfrm>
            <a:custGeom>
              <a:avLst/>
              <a:gdLst/>
              <a:ahLst/>
              <a:cxnLst/>
              <a:rect l="l" t="t" r="r" b="b"/>
              <a:pathLst>
                <a:path w="220" h="886" extrusionOk="0">
                  <a:moveTo>
                    <a:pt x="216" y="1"/>
                  </a:moveTo>
                  <a:lnTo>
                    <a:pt x="1" y="862"/>
                  </a:lnTo>
                  <a:lnTo>
                    <a:pt x="1" y="885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73"/>
            <p:cNvSpPr/>
            <p:nvPr/>
          </p:nvSpPr>
          <p:spPr>
            <a:xfrm flipH="1">
              <a:off x="-2289664" y="3494474"/>
              <a:ext cx="27706" cy="111804"/>
            </a:xfrm>
            <a:custGeom>
              <a:avLst/>
              <a:gdLst/>
              <a:ahLst/>
              <a:cxnLst/>
              <a:rect l="l" t="t" r="r" b="b"/>
              <a:pathLst>
                <a:path w="226" h="912" extrusionOk="0">
                  <a:moveTo>
                    <a:pt x="219" y="1"/>
                  </a:moveTo>
                  <a:lnTo>
                    <a:pt x="1" y="885"/>
                  </a:lnTo>
                  <a:lnTo>
                    <a:pt x="1" y="911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73"/>
            <p:cNvSpPr/>
            <p:nvPr/>
          </p:nvSpPr>
          <p:spPr>
            <a:xfrm flipH="1">
              <a:off x="-2290522" y="3494474"/>
              <a:ext cx="28564" cy="114624"/>
            </a:xfrm>
            <a:custGeom>
              <a:avLst/>
              <a:gdLst/>
              <a:ahLst/>
              <a:cxnLst/>
              <a:rect l="l" t="t" r="r" b="b"/>
              <a:pathLst>
                <a:path w="233" h="935" extrusionOk="0">
                  <a:moveTo>
                    <a:pt x="226" y="1"/>
                  </a:moveTo>
                  <a:lnTo>
                    <a:pt x="1" y="911"/>
                  </a:lnTo>
                  <a:lnTo>
                    <a:pt x="1" y="934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73"/>
            <p:cNvSpPr/>
            <p:nvPr/>
          </p:nvSpPr>
          <p:spPr>
            <a:xfrm flipH="1">
              <a:off x="-2291258" y="3494474"/>
              <a:ext cx="29300" cy="117444"/>
            </a:xfrm>
            <a:custGeom>
              <a:avLst/>
              <a:gdLst/>
              <a:ahLst/>
              <a:cxnLst/>
              <a:rect l="l" t="t" r="r" b="b"/>
              <a:pathLst>
                <a:path w="239" h="958" extrusionOk="0">
                  <a:moveTo>
                    <a:pt x="232" y="1"/>
                  </a:moveTo>
                  <a:lnTo>
                    <a:pt x="1" y="934"/>
                  </a:lnTo>
                  <a:lnTo>
                    <a:pt x="1" y="957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73"/>
            <p:cNvSpPr/>
            <p:nvPr/>
          </p:nvSpPr>
          <p:spPr>
            <a:xfrm flipH="1">
              <a:off x="-2292116" y="3494474"/>
              <a:ext cx="30158" cy="120141"/>
            </a:xfrm>
            <a:custGeom>
              <a:avLst/>
              <a:gdLst/>
              <a:ahLst/>
              <a:cxnLst/>
              <a:rect l="l" t="t" r="r" b="b"/>
              <a:pathLst>
                <a:path w="246" h="980" extrusionOk="0">
                  <a:moveTo>
                    <a:pt x="239" y="1"/>
                  </a:moveTo>
                  <a:lnTo>
                    <a:pt x="1" y="957"/>
                  </a:lnTo>
                  <a:lnTo>
                    <a:pt x="1" y="980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73"/>
            <p:cNvSpPr/>
            <p:nvPr/>
          </p:nvSpPr>
          <p:spPr>
            <a:xfrm flipH="1">
              <a:off x="-2292851" y="3494474"/>
              <a:ext cx="30893" cy="122960"/>
            </a:xfrm>
            <a:custGeom>
              <a:avLst/>
              <a:gdLst/>
              <a:ahLst/>
              <a:cxnLst/>
              <a:rect l="l" t="t" r="r" b="b"/>
              <a:pathLst>
                <a:path w="252" h="1003" extrusionOk="0">
                  <a:moveTo>
                    <a:pt x="245" y="1"/>
                  </a:moveTo>
                  <a:lnTo>
                    <a:pt x="1" y="980"/>
                  </a:lnTo>
                  <a:lnTo>
                    <a:pt x="1" y="1003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rgbClr val="E89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73"/>
            <p:cNvSpPr/>
            <p:nvPr/>
          </p:nvSpPr>
          <p:spPr>
            <a:xfrm flipH="1">
              <a:off x="-2293342" y="3494474"/>
              <a:ext cx="31384" cy="126148"/>
            </a:xfrm>
            <a:custGeom>
              <a:avLst/>
              <a:gdLst/>
              <a:ahLst/>
              <a:cxnLst/>
              <a:rect l="l" t="t" r="r" b="b"/>
              <a:pathLst>
                <a:path w="256" h="1029" extrusionOk="0">
                  <a:moveTo>
                    <a:pt x="252" y="1"/>
                  </a:moveTo>
                  <a:lnTo>
                    <a:pt x="1" y="1003"/>
                  </a:lnTo>
                  <a:lnTo>
                    <a:pt x="1" y="1029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rgbClr val="E7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73"/>
            <p:cNvSpPr/>
            <p:nvPr/>
          </p:nvSpPr>
          <p:spPr>
            <a:xfrm flipH="1">
              <a:off x="-2294077" y="3494474"/>
              <a:ext cx="32119" cy="128967"/>
            </a:xfrm>
            <a:custGeom>
              <a:avLst/>
              <a:gdLst/>
              <a:ahLst/>
              <a:cxnLst/>
              <a:rect l="l" t="t" r="r" b="b"/>
              <a:pathLst>
                <a:path w="262" h="1052" extrusionOk="0">
                  <a:moveTo>
                    <a:pt x="255" y="1"/>
                  </a:moveTo>
                  <a:lnTo>
                    <a:pt x="1" y="1029"/>
                  </a:lnTo>
                  <a:lnTo>
                    <a:pt x="1" y="1052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rgbClr val="E7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73"/>
            <p:cNvSpPr/>
            <p:nvPr/>
          </p:nvSpPr>
          <p:spPr>
            <a:xfrm flipH="1">
              <a:off x="-2294935" y="3494474"/>
              <a:ext cx="32977" cy="131787"/>
            </a:xfrm>
            <a:custGeom>
              <a:avLst/>
              <a:gdLst/>
              <a:ahLst/>
              <a:cxnLst/>
              <a:rect l="l" t="t" r="r" b="b"/>
              <a:pathLst>
                <a:path w="269" h="1075" extrusionOk="0">
                  <a:moveTo>
                    <a:pt x="262" y="1"/>
                  </a:moveTo>
                  <a:lnTo>
                    <a:pt x="1" y="1052"/>
                  </a:lnTo>
                  <a:lnTo>
                    <a:pt x="1" y="1075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E6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73"/>
            <p:cNvSpPr/>
            <p:nvPr/>
          </p:nvSpPr>
          <p:spPr>
            <a:xfrm flipH="1">
              <a:off x="-2295671" y="3494474"/>
              <a:ext cx="33713" cy="134607"/>
            </a:xfrm>
            <a:custGeom>
              <a:avLst/>
              <a:gdLst/>
              <a:ahLst/>
              <a:cxnLst/>
              <a:rect l="l" t="t" r="r" b="b"/>
              <a:pathLst>
                <a:path w="275" h="1098" extrusionOk="0">
                  <a:moveTo>
                    <a:pt x="268" y="1"/>
                  </a:moveTo>
                  <a:lnTo>
                    <a:pt x="1" y="1075"/>
                  </a:lnTo>
                  <a:lnTo>
                    <a:pt x="1" y="1097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E6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73"/>
            <p:cNvSpPr/>
            <p:nvPr/>
          </p:nvSpPr>
          <p:spPr>
            <a:xfrm flipH="1">
              <a:off x="-2296161" y="3494474"/>
              <a:ext cx="34203" cy="137794"/>
            </a:xfrm>
            <a:custGeom>
              <a:avLst/>
              <a:gdLst/>
              <a:ahLst/>
              <a:cxnLst/>
              <a:rect l="l" t="t" r="r" b="b"/>
              <a:pathLst>
                <a:path w="279" h="1124" extrusionOk="0">
                  <a:moveTo>
                    <a:pt x="275" y="1"/>
                  </a:moveTo>
                  <a:lnTo>
                    <a:pt x="1" y="1097"/>
                  </a:lnTo>
                  <a:lnTo>
                    <a:pt x="1" y="1124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rgbClr val="E5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73"/>
            <p:cNvSpPr/>
            <p:nvPr/>
          </p:nvSpPr>
          <p:spPr>
            <a:xfrm flipH="1">
              <a:off x="-2296897" y="3494474"/>
              <a:ext cx="34939" cy="140614"/>
            </a:xfrm>
            <a:custGeom>
              <a:avLst/>
              <a:gdLst/>
              <a:ahLst/>
              <a:cxnLst/>
              <a:rect l="l" t="t" r="r" b="b"/>
              <a:pathLst>
                <a:path w="285" h="1147" extrusionOk="0">
                  <a:moveTo>
                    <a:pt x="278" y="1"/>
                  </a:moveTo>
                  <a:lnTo>
                    <a:pt x="1" y="1124"/>
                  </a:lnTo>
                  <a:lnTo>
                    <a:pt x="1" y="1146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73"/>
            <p:cNvSpPr/>
            <p:nvPr/>
          </p:nvSpPr>
          <p:spPr>
            <a:xfrm flipH="1">
              <a:off x="-2297755" y="3494474"/>
              <a:ext cx="35797" cy="143433"/>
            </a:xfrm>
            <a:custGeom>
              <a:avLst/>
              <a:gdLst/>
              <a:ahLst/>
              <a:cxnLst/>
              <a:rect l="l" t="t" r="r" b="b"/>
              <a:pathLst>
                <a:path w="292" h="1170" extrusionOk="0">
                  <a:moveTo>
                    <a:pt x="285" y="1"/>
                  </a:moveTo>
                  <a:lnTo>
                    <a:pt x="1" y="1146"/>
                  </a:lnTo>
                  <a:lnTo>
                    <a:pt x="1" y="1169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73"/>
            <p:cNvSpPr/>
            <p:nvPr/>
          </p:nvSpPr>
          <p:spPr>
            <a:xfrm flipH="1">
              <a:off x="-2298491" y="3494474"/>
              <a:ext cx="36533" cy="146253"/>
            </a:xfrm>
            <a:custGeom>
              <a:avLst/>
              <a:gdLst/>
              <a:ahLst/>
              <a:cxnLst/>
              <a:rect l="l" t="t" r="r" b="b"/>
              <a:pathLst>
                <a:path w="298" h="1193" extrusionOk="0">
                  <a:moveTo>
                    <a:pt x="291" y="1"/>
                  </a:moveTo>
                  <a:lnTo>
                    <a:pt x="1" y="1169"/>
                  </a:lnTo>
                  <a:lnTo>
                    <a:pt x="1" y="119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73"/>
            <p:cNvSpPr/>
            <p:nvPr/>
          </p:nvSpPr>
          <p:spPr>
            <a:xfrm flipH="1">
              <a:off x="-2298858" y="3494474"/>
              <a:ext cx="36900" cy="148950"/>
            </a:xfrm>
            <a:custGeom>
              <a:avLst/>
              <a:gdLst/>
              <a:ahLst/>
              <a:cxnLst/>
              <a:rect l="l" t="t" r="r" b="b"/>
              <a:pathLst>
                <a:path w="301" h="1215" extrusionOk="0">
                  <a:moveTo>
                    <a:pt x="298" y="1"/>
                  </a:moveTo>
                  <a:lnTo>
                    <a:pt x="1" y="1192"/>
                  </a:lnTo>
                  <a:lnTo>
                    <a:pt x="1" y="1215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73"/>
            <p:cNvSpPr/>
            <p:nvPr/>
          </p:nvSpPr>
          <p:spPr>
            <a:xfrm flipH="1">
              <a:off x="-2299716" y="3494474"/>
              <a:ext cx="37758" cy="152260"/>
            </a:xfrm>
            <a:custGeom>
              <a:avLst/>
              <a:gdLst/>
              <a:ahLst/>
              <a:cxnLst/>
              <a:rect l="l" t="t" r="r" b="b"/>
              <a:pathLst>
                <a:path w="308" h="1242" extrusionOk="0">
                  <a:moveTo>
                    <a:pt x="301" y="1"/>
                  </a:moveTo>
                  <a:lnTo>
                    <a:pt x="1" y="1215"/>
                  </a:lnTo>
                  <a:lnTo>
                    <a:pt x="1" y="1241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73"/>
            <p:cNvSpPr/>
            <p:nvPr/>
          </p:nvSpPr>
          <p:spPr>
            <a:xfrm flipH="1">
              <a:off x="-2300575" y="3494474"/>
              <a:ext cx="38617" cy="154957"/>
            </a:xfrm>
            <a:custGeom>
              <a:avLst/>
              <a:gdLst/>
              <a:ahLst/>
              <a:cxnLst/>
              <a:rect l="l" t="t" r="r" b="b"/>
              <a:pathLst>
                <a:path w="315" h="1264" extrusionOk="0">
                  <a:moveTo>
                    <a:pt x="307" y="1"/>
                  </a:moveTo>
                  <a:lnTo>
                    <a:pt x="1" y="1241"/>
                  </a:lnTo>
                  <a:lnTo>
                    <a:pt x="1" y="1264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73"/>
            <p:cNvSpPr/>
            <p:nvPr/>
          </p:nvSpPr>
          <p:spPr>
            <a:xfrm flipH="1">
              <a:off x="-2301310" y="3494474"/>
              <a:ext cx="39352" cy="157777"/>
            </a:xfrm>
            <a:custGeom>
              <a:avLst/>
              <a:gdLst/>
              <a:ahLst/>
              <a:cxnLst/>
              <a:rect l="l" t="t" r="r" b="b"/>
              <a:pathLst>
                <a:path w="321" h="1287" extrusionOk="0">
                  <a:moveTo>
                    <a:pt x="314" y="1"/>
                  </a:moveTo>
                  <a:lnTo>
                    <a:pt x="1" y="1264"/>
                  </a:lnTo>
                  <a:lnTo>
                    <a:pt x="1" y="1287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73"/>
            <p:cNvSpPr/>
            <p:nvPr/>
          </p:nvSpPr>
          <p:spPr>
            <a:xfrm flipH="1">
              <a:off x="-2302168" y="3494474"/>
              <a:ext cx="40210" cy="160596"/>
            </a:xfrm>
            <a:custGeom>
              <a:avLst/>
              <a:gdLst/>
              <a:ahLst/>
              <a:cxnLst/>
              <a:rect l="l" t="t" r="r" b="b"/>
              <a:pathLst>
                <a:path w="328" h="1310" extrusionOk="0">
                  <a:moveTo>
                    <a:pt x="321" y="1"/>
                  </a:moveTo>
                  <a:lnTo>
                    <a:pt x="1" y="1287"/>
                  </a:lnTo>
                  <a:lnTo>
                    <a:pt x="1" y="1310"/>
                  </a:lnTo>
                  <a:lnTo>
                    <a:pt x="3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73"/>
            <p:cNvSpPr/>
            <p:nvPr/>
          </p:nvSpPr>
          <p:spPr>
            <a:xfrm flipH="1">
              <a:off x="-2302904" y="3494474"/>
              <a:ext cx="40946" cy="163416"/>
            </a:xfrm>
            <a:custGeom>
              <a:avLst/>
              <a:gdLst/>
              <a:ahLst/>
              <a:cxnLst/>
              <a:rect l="l" t="t" r="r" b="b"/>
              <a:pathLst>
                <a:path w="334" h="1333" extrusionOk="0">
                  <a:moveTo>
                    <a:pt x="327" y="1"/>
                  </a:moveTo>
                  <a:lnTo>
                    <a:pt x="1" y="1310"/>
                  </a:lnTo>
                  <a:lnTo>
                    <a:pt x="1" y="133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73"/>
            <p:cNvSpPr/>
            <p:nvPr/>
          </p:nvSpPr>
          <p:spPr>
            <a:xfrm flipH="1">
              <a:off x="-2673869" y="2535311"/>
              <a:ext cx="2393373" cy="1343123"/>
            </a:xfrm>
            <a:custGeom>
              <a:avLst/>
              <a:gdLst/>
              <a:ahLst/>
              <a:cxnLst/>
              <a:rect l="l" t="t" r="r" b="b"/>
              <a:pathLst>
                <a:path w="19523" h="10956" extrusionOk="0">
                  <a:moveTo>
                    <a:pt x="7583" y="1"/>
                  </a:moveTo>
                  <a:cubicBezTo>
                    <a:pt x="7583" y="1"/>
                    <a:pt x="1335" y="347"/>
                    <a:pt x="1097" y="425"/>
                  </a:cubicBezTo>
                  <a:cubicBezTo>
                    <a:pt x="862" y="504"/>
                    <a:pt x="451" y="660"/>
                    <a:pt x="336" y="905"/>
                  </a:cubicBezTo>
                  <a:lnTo>
                    <a:pt x="92" y="6617"/>
                  </a:lnTo>
                  <a:cubicBezTo>
                    <a:pt x="92" y="6617"/>
                    <a:pt x="0" y="8752"/>
                    <a:pt x="1870" y="9006"/>
                  </a:cubicBezTo>
                  <a:cubicBezTo>
                    <a:pt x="3737" y="9261"/>
                    <a:pt x="9489" y="10642"/>
                    <a:pt x="9489" y="10642"/>
                  </a:cubicBezTo>
                  <a:cubicBezTo>
                    <a:pt x="9489" y="10642"/>
                    <a:pt x="10745" y="10935"/>
                    <a:pt x="11225" y="10955"/>
                  </a:cubicBezTo>
                  <a:cubicBezTo>
                    <a:pt x="11227" y="10955"/>
                    <a:pt x="11229" y="10955"/>
                    <a:pt x="11231" y="10955"/>
                  </a:cubicBezTo>
                  <a:cubicBezTo>
                    <a:pt x="11758" y="10955"/>
                    <a:pt x="18178" y="8216"/>
                    <a:pt x="18380" y="8135"/>
                  </a:cubicBezTo>
                  <a:cubicBezTo>
                    <a:pt x="18579" y="8057"/>
                    <a:pt x="18994" y="7681"/>
                    <a:pt x="19092" y="6813"/>
                  </a:cubicBezTo>
                  <a:cubicBezTo>
                    <a:pt x="19186" y="5941"/>
                    <a:pt x="19522" y="2113"/>
                    <a:pt x="19522" y="2113"/>
                  </a:cubicBezTo>
                  <a:cubicBezTo>
                    <a:pt x="19522" y="2113"/>
                    <a:pt x="19409" y="1385"/>
                    <a:pt x="18229" y="1385"/>
                  </a:cubicBezTo>
                  <a:cubicBezTo>
                    <a:pt x="18224" y="1385"/>
                    <a:pt x="18219" y="1385"/>
                    <a:pt x="18213" y="1385"/>
                  </a:cubicBezTo>
                  <a:lnTo>
                    <a:pt x="7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73"/>
            <p:cNvSpPr/>
            <p:nvPr/>
          </p:nvSpPr>
          <p:spPr>
            <a:xfrm flipH="1">
              <a:off x="-2678282" y="2532123"/>
              <a:ext cx="2390186" cy="1350234"/>
            </a:xfrm>
            <a:custGeom>
              <a:avLst/>
              <a:gdLst/>
              <a:ahLst/>
              <a:cxnLst/>
              <a:rect l="l" t="t" r="r" b="b"/>
              <a:pathLst>
                <a:path w="19497" h="11014" extrusionOk="0">
                  <a:moveTo>
                    <a:pt x="7524" y="60"/>
                  </a:moveTo>
                  <a:lnTo>
                    <a:pt x="18151" y="1444"/>
                  </a:lnTo>
                  <a:lnTo>
                    <a:pt x="18174" y="1444"/>
                  </a:lnTo>
                  <a:cubicBezTo>
                    <a:pt x="19278" y="1444"/>
                    <a:pt x="19421" y="2083"/>
                    <a:pt x="19434" y="2142"/>
                  </a:cubicBezTo>
                  <a:cubicBezTo>
                    <a:pt x="19421" y="2286"/>
                    <a:pt x="19095" y="5990"/>
                    <a:pt x="19000" y="6839"/>
                  </a:cubicBezTo>
                  <a:cubicBezTo>
                    <a:pt x="18905" y="7684"/>
                    <a:pt x="18507" y="8060"/>
                    <a:pt x="18308" y="8138"/>
                  </a:cubicBezTo>
                  <a:cubicBezTo>
                    <a:pt x="18279" y="8148"/>
                    <a:pt x="18142" y="8203"/>
                    <a:pt x="17916" y="8301"/>
                  </a:cubicBezTo>
                  <a:cubicBezTo>
                    <a:pt x="13735" y="10061"/>
                    <a:pt x="11463" y="10952"/>
                    <a:pt x="11170" y="10952"/>
                  </a:cubicBezTo>
                  <a:lnTo>
                    <a:pt x="11166" y="10952"/>
                  </a:lnTo>
                  <a:cubicBezTo>
                    <a:pt x="10693" y="10932"/>
                    <a:pt x="9450" y="10642"/>
                    <a:pt x="9437" y="10638"/>
                  </a:cubicBezTo>
                  <a:cubicBezTo>
                    <a:pt x="9378" y="10625"/>
                    <a:pt x="3662" y="9254"/>
                    <a:pt x="1812" y="9003"/>
                  </a:cubicBezTo>
                  <a:cubicBezTo>
                    <a:pt x="1051" y="8899"/>
                    <a:pt x="526" y="8471"/>
                    <a:pt x="248" y="7733"/>
                  </a:cubicBezTo>
                  <a:cubicBezTo>
                    <a:pt x="121" y="7384"/>
                    <a:pt x="59" y="7015"/>
                    <a:pt x="62" y="6643"/>
                  </a:cubicBezTo>
                  <a:lnTo>
                    <a:pt x="304" y="938"/>
                  </a:lnTo>
                  <a:cubicBezTo>
                    <a:pt x="385" y="768"/>
                    <a:pt x="637" y="618"/>
                    <a:pt x="1048" y="484"/>
                  </a:cubicBezTo>
                  <a:cubicBezTo>
                    <a:pt x="1231" y="422"/>
                    <a:pt x="5363" y="180"/>
                    <a:pt x="7524" y="60"/>
                  </a:cubicBezTo>
                  <a:close/>
                  <a:moveTo>
                    <a:pt x="7524" y="1"/>
                  </a:moveTo>
                  <a:cubicBezTo>
                    <a:pt x="7269" y="14"/>
                    <a:pt x="1270" y="347"/>
                    <a:pt x="1032" y="425"/>
                  </a:cubicBezTo>
                  <a:cubicBezTo>
                    <a:pt x="597" y="565"/>
                    <a:pt x="336" y="732"/>
                    <a:pt x="248" y="918"/>
                  </a:cubicBezTo>
                  <a:cubicBezTo>
                    <a:pt x="248" y="921"/>
                    <a:pt x="248" y="925"/>
                    <a:pt x="248" y="931"/>
                  </a:cubicBezTo>
                  <a:lnTo>
                    <a:pt x="3" y="6643"/>
                  </a:lnTo>
                  <a:cubicBezTo>
                    <a:pt x="0" y="7022"/>
                    <a:pt x="62" y="7397"/>
                    <a:pt x="193" y="7753"/>
                  </a:cubicBezTo>
                  <a:cubicBezTo>
                    <a:pt x="389" y="8278"/>
                    <a:pt x="826" y="8931"/>
                    <a:pt x="1805" y="9065"/>
                  </a:cubicBezTo>
                  <a:cubicBezTo>
                    <a:pt x="3653" y="9316"/>
                    <a:pt x="9365" y="10684"/>
                    <a:pt x="9423" y="10700"/>
                  </a:cubicBezTo>
                  <a:cubicBezTo>
                    <a:pt x="9476" y="10710"/>
                    <a:pt x="10687" y="10994"/>
                    <a:pt x="11163" y="11014"/>
                  </a:cubicBezTo>
                  <a:lnTo>
                    <a:pt x="11170" y="11014"/>
                  </a:lnTo>
                  <a:cubicBezTo>
                    <a:pt x="11477" y="11014"/>
                    <a:pt x="13693" y="10145"/>
                    <a:pt x="17943" y="8357"/>
                  </a:cubicBezTo>
                  <a:cubicBezTo>
                    <a:pt x="18161" y="8265"/>
                    <a:pt x="18305" y="8203"/>
                    <a:pt x="18331" y="8194"/>
                  </a:cubicBezTo>
                  <a:cubicBezTo>
                    <a:pt x="18543" y="8109"/>
                    <a:pt x="18967" y="7720"/>
                    <a:pt x="19062" y="6845"/>
                  </a:cubicBezTo>
                  <a:cubicBezTo>
                    <a:pt x="19157" y="5984"/>
                    <a:pt x="19493" y="2181"/>
                    <a:pt x="19496" y="2142"/>
                  </a:cubicBezTo>
                  <a:cubicBezTo>
                    <a:pt x="19496" y="2142"/>
                    <a:pt x="19496" y="2139"/>
                    <a:pt x="19496" y="2135"/>
                  </a:cubicBezTo>
                  <a:cubicBezTo>
                    <a:pt x="19493" y="2129"/>
                    <a:pt x="19366" y="1385"/>
                    <a:pt x="18174" y="1385"/>
                  </a:cubicBezTo>
                  <a:lnTo>
                    <a:pt x="18158" y="1385"/>
                  </a:lnTo>
                  <a:lnTo>
                    <a:pt x="75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73"/>
            <p:cNvSpPr/>
            <p:nvPr/>
          </p:nvSpPr>
          <p:spPr>
            <a:xfrm flipH="1">
              <a:off x="-2508982" y="2550144"/>
              <a:ext cx="2062864" cy="1072930"/>
            </a:xfrm>
            <a:custGeom>
              <a:avLst/>
              <a:gdLst/>
              <a:ahLst/>
              <a:cxnLst/>
              <a:rect l="l" t="t" r="r" b="b"/>
              <a:pathLst>
                <a:path w="16827" h="8752" extrusionOk="0">
                  <a:moveTo>
                    <a:pt x="7155" y="1"/>
                  </a:moveTo>
                  <a:lnTo>
                    <a:pt x="7586" y="59"/>
                  </a:lnTo>
                  <a:cubicBezTo>
                    <a:pt x="6032" y="216"/>
                    <a:pt x="748" y="813"/>
                    <a:pt x="572" y="836"/>
                  </a:cubicBezTo>
                  <a:cubicBezTo>
                    <a:pt x="0" y="905"/>
                    <a:pt x="53" y="6202"/>
                    <a:pt x="265" y="6620"/>
                  </a:cubicBezTo>
                  <a:cubicBezTo>
                    <a:pt x="480" y="7035"/>
                    <a:pt x="1287" y="7247"/>
                    <a:pt x="2063" y="7482"/>
                  </a:cubicBezTo>
                  <a:cubicBezTo>
                    <a:pt x="2843" y="7720"/>
                    <a:pt x="7958" y="8608"/>
                    <a:pt x="7958" y="8608"/>
                  </a:cubicBezTo>
                  <a:cubicBezTo>
                    <a:pt x="7958" y="8608"/>
                    <a:pt x="8266" y="8751"/>
                    <a:pt x="8611" y="8751"/>
                  </a:cubicBezTo>
                  <a:cubicBezTo>
                    <a:pt x="9031" y="8751"/>
                    <a:pt x="9507" y="8539"/>
                    <a:pt x="9548" y="7596"/>
                  </a:cubicBezTo>
                  <a:cubicBezTo>
                    <a:pt x="9620" y="5882"/>
                    <a:pt x="9629" y="2968"/>
                    <a:pt x="9825" y="2452"/>
                  </a:cubicBezTo>
                  <a:cubicBezTo>
                    <a:pt x="9871" y="2331"/>
                    <a:pt x="10168" y="1913"/>
                    <a:pt x="11336" y="1848"/>
                  </a:cubicBezTo>
                  <a:cubicBezTo>
                    <a:pt x="12218" y="1796"/>
                    <a:pt x="15235" y="1421"/>
                    <a:pt x="16652" y="1238"/>
                  </a:cubicBezTo>
                  <a:lnTo>
                    <a:pt x="16652" y="1238"/>
                  </a:lnTo>
                  <a:lnTo>
                    <a:pt x="16827" y="1261"/>
                  </a:lnTo>
                  <a:lnTo>
                    <a:pt x="16654" y="1238"/>
                  </a:lnTo>
                  <a:cubicBezTo>
                    <a:pt x="16653" y="1238"/>
                    <a:pt x="16653" y="1238"/>
                    <a:pt x="16652" y="1238"/>
                  </a:cubicBezTo>
                  <a:lnTo>
                    <a:pt x="16652" y="1238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73"/>
            <p:cNvSpPr/>
            <p:nvPr/>
          </p:nvSpPr>
          <p:spPr>
            <a:xfrm flipH="1">
              <a:off x="-2674237" y="2535801"/>
              <a:ext cx="2393373" cy="1342633"/>
            </a:xfrm>
            <a:custGeom>
              <a:avLst/>
              <a:gdLst/>
              <a:ahLst/>
              <a:cxnLst/>
              <a:rect l="l" t="t" r="r" b="b"/>
              <a:pathLst>
                <a:path w="19523" h="10952" extrusionOk="0">
                  <a:moveTo>
                    <a:pt x="7583" y="0"/>
                  </a:moveTo>
                  <a:cubicBezTo>
                    <a:pt x="7583" y="0"/>
                    <a:pt x="1492" y="382"/>
                    <a:pt x="1097" y="421"/>
                  </a:cubicBezTo>
                  <a:cubicBezTo>
                    <a:pt x="852" y="447"/>
                    <a:pt x="350" y="565"/>
                    <a:pt x="337" y="901"/>
                  </a:cubicBezTo>
                  <a:lnTo>
                    <a:pt x="92" y="6613"/>
                  </a:lnTo>
                  <a:cubicBezTo>
                    <a:pt x="92" y="6613"/>
                    <a:pt x="0" y="8748"/>
                    <a:pt x="1867" y="9002"/>
                  </a:cubicBezTo>
                  <a:cubicBezTo>
                    <a:pt x="3738" y="9257"/>
                    <a:pt x="9489" y="10638"/>
                    <a:pt x="9489" y="10638"/>
                  </a:cubicBezTo>
                  <a:cubicBezTo>
                    <a:pt x="9489" y="10638"/>
                    <a:pt x="10742" y="10931"/>
                    <a:pt x="11222" y="10951"/>
                  </a:cubicBezTo>
                  <a:cubicBezTo>
                    <a:pt x="11224" y="10951"/>
                    <a:pt x="11226" y="10951"/>
                    <a:pt x="11228" y="10951"/>
                  </a:cubicBezTo>
                  <a:cubicBezTo>
                    <a:pt x="11755" y="10951"/>
                    <a:pt x="18179" y="8212"/>
                    <a:pt x="18377" y="8131"/>
                  </a:cubicBezTo>
                  <a:cubicBezTo>
                    <a:pt x="18576" y="8053"/>
                    <a:pt x="18994" y="7677"/>
                    <a:pt x="19089" y="6809"/>
                  </a:cubicBezTo>
                  <a:cubicBezTo>
                    <a:pt x="19183" y="5937"/>
                    <a:pt x="19523" y="2109"/>
                    <a:pt x="19523" y="2109"/>
                  </a:cubicBezTo>
                  <a:cubicBezTo>
                    <a:pt x="19523" y="2109"/>
                    <a:pt x="19409" y="1384"/>
                    <a:pt x="18230" y="1384"/>
                  </a:cubicBezTo>
                  <a:cubicBezTo>
                    <a:pt x="18224" y="1384"/>
                    <a:pt x="18219" y="1384"/>
                    <a:pt x="18214" y="1384"/>
                  </a:cubicBezTo>
                  <a:lnTo>
                    <a:pt x="18002" y="1355"/>
                  </a:lnTo>
                  <a:cubicBezTo>
                    <a:pt x="16585" y="1538"/>
                    <a:pt x="13566" y="1913"/>
                    <a:pt x="12684" y="1965"/>
                  </a:cubicBezTo>
                  <a:cubicBezTo>
                    <a:pt x="11516" y="2030"/>
                    <a:pt x="11219" y="2448"/>
                    <a:pt x="11173" y="2569"/>
                  </a:cubicBezTo>
                  <a:cubicBezTo>
                    <a:pt x="10977" y="3085"/>
                    <a:pt x="10971" y="5996"/>
                    <a:pt x="10896" y="7713"/>
                  </a:cubicBezTo>
                  <a:cubicBezTo>
                    <a:pt x="10856" y="8656"/>
                    <a:pt x="10382" y="8868"/>
                    <a:pt x="9962" y="8868"/>
                  </a:cubicBezTo>
                  <a:cubicBezTo>
                    <a:pt x="9617" y="8868"/>
                    <a:pt x="9309" y="8725"/>
                    <a:pt x="9309" y="8725"/>
                  </a:cubicBezTo>
                  <a:cubicBezTo>
                    <a:pt x="9309" y="8725"/>
                    <a:pt x="4191" y="7837"/>
                    <a:pt x="3415" y="7599"/>
                  </a:cubicBezTo>
                  <a:cubicBezTo>
                    <a:pt x="2638" y="7364"/>
                    <a:pt x="1832" y="7152"/>
                    <a:pt x="1616" y="6737"/>
                  </a:cubicBezTo>
                  <a:cubicBezTo>
                    <a:pt x="1401" y="6319"/>
                    <a:pt x="1348" y="1025"/>
                    <a:pt x="1920" y="953"/>
                  </a:cubicBezTo>
                  <a:cubicBezTo>
                    <a:pt x="2096" y="930"/>
                    <a:pt x="7380" y="333"/>
                    <a:pt x="8934" y="176"/>
                  </a:cubicBezTo>
                  <a:lnTo>
                    <a:pt x="7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73"/>
            <p:cNvSpPr/>
            <p:nvPr/>
          </p:nvSpPr>
          <p:spPr>
            <a:xfrm flipH="1">
              <a:off x="-1376227" y="2535801"/>
              <a:ext cx="1054541" cy="128109"/>
            </a:xfrm>
            <a:custGeom>
              <a:avLst/>
              <a:gdLst/>
              <a:ahLst/>
              <a:cxnLst/>
              <a:rect l="l" t="t" r="r" b="b"/>
              <a:pathLst>
                <a:path w="8602" h="1045" extrusionOk="0">
                  <a:moveTo>
                    <a:pt x="1472" y="1045"/>
                  </a:moveTo>
                  <a:cubicBezTo>
                    <a:pt x="1508" y="989"/>
                    <a:pt x="1544" y="957"/>
                    <a:pt x="1587" y="953"/>
                  </a:cubicBezTo>
                  <a:cubicBezTo>
                    <a:pt x="1763" y="930"/>
                    <a:pt x="7047" y="333"/>
                    <a:pt x="8601" y="176"/>
                  </a:cubicBezTo>
                  <a:lnTo>
                    <a:pt x="7250" y="0"/>
                  </a:lnTo>
                  <a:cubicBezTo>
                    <a:pt x="7250" y="0"/>
                    <a:pt x="1159" y="382"/>
                    <a:pt x="764" y="421"/>
                  </a:cubicBezTo>
                  <a:cubicBezTo>
                    <a:pt x="516" y="447"/>
                    <a:pt x="13" y="565"/>
                    <a:pt x="0" y="901"/>
                  </a:cubicBezTo>
                  <a:lnTo>
                    <a:pt x="0" y="895"/>
                  </a:lnTo>
                  <a:cubicBezTo>
                    <a:pt x="477" y="1009"/>
                    <a:pt x="1064" y="1041"/>
                    <a:pt x="1472" y="104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73"/>
            <p:cNvSpPr/>
            <p:nvPr/>
          </p:nvSpPr>
          <p:spPr>
            <a:xfrm flipH="1">
              <a:off x="-2545392" y="2718219"/>
              <a:ext cx="898480" cy="178249"/>
            </a:xfrm>
            <a:custGeom>
              <a:avLst/>
              <a:gdLst/>
              <a:ahLst/>
              <a:cxnLst/>
              <a:rect l="l" t="t" r="r" b="b"/>
              <a:pathLst>
                <a:path w="7329" h="1454" extrusionOk="0">
                  <a:moveTo>
                    <a:pt x="1" y="1179"/>
                  </a:moveTo>
                  <a:cubicBezTo>
                    <a:pt x="7" y="1146"/>
                    <a:pt x="17" y="1114"/>
                    <a:pt x="27" y="1081"/>
                  </a:cubicBezTo>
                  <a:cubicBezTo>
                    <a:pt x="76" y="960"/>
                    <a:pt x="373" y="542"/>
                    <a:pt x="1538" y="477"/>
                  </a:cubicBezTo>
                  <a:cubicBezTo>
                    <a:pt x="2240" y="435"/>
                    <a:pt x="4293" y="190"/>
                    <a:pt x="5817" y="1"/>
                  </a:cubicBezTo>
                  <a:cubicBezTo>
                    <a:pt x="5817" y="1"/>
                    <a:pt x="7113" y="187"/>
                    <a:pt x="7221" y="480"/>
                  </a:cubicBezTo>
                  <a:cubicBezTo>
                    <a:pt x="7329" y="774"/>
                    <a:pt x="3435" y="1254"/>
                    <a:pt x="2005" y="1391"/>
                  </a:cubicBezTo>
                  <a:cubicBezTo>
                    <a:pt x="1382" y="1453"/>
                    <a:pt x="295" y="1274"/>
                    <a:pt x="1" y="117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73"/>
            <p:cNvSpPr/>
            <p:nvPr/>
          </p:nvSpPr>
          <p:spPr>
            <a:xfrm flipH="1">
              <a:off x="-2678650" y="2532123"/>
              <a:ext cx="2390554" cy="1350234"/>
            </a:xfrm>
            <a:custGeom>
              <a:avLst/>
              <a:gdLst/>
              <a:ahLst/>
              <a:cxnLst/>
              <a:rect l="l" t="t" r="r" b="b"/>
              <a:pathLst>
                <a:path w="19500" h="11014" extrusionOk="0">
                  <a:moveTo>
                    <a:pt x="7521" y="60"/>
                  </a:moveTo>
                  <a:lnTo>
                    <a:pt x="8611" y="203"/>
                  </a:lnTo>
                  <a:cubicBezTo>
                    <a:pt x="6819" y="392"/>
                    <a:pt x="2027" y="934"/>
                    <a:pt x="1857" y="954"/>
                  </a:cubicBezTo>
                  <a:cubicBezTo>
                    <a:pt x="1799" y="960"/>
                    <a:pt x="1746" y="1006"/>
                    <a:pt x="1701" y="1098"/>
                  </a:cubicBezTo>
                  <a:cubicBezTo>
                    <a:pt x="1430" y="1603"/>
                    <a:pt x="1384" y="3366"/>
                    <a:pt x="1374" y="4100"/>
                  </a:cubicBezTo>
                  <a:cubicBezTo>
                    <a:pt x="1365" y="5249"/>
                    <a:pt x="1417" y="6565"/>
                    <a:pt x="1528" y="6783"/>
                  </a:cubicBezTo>
                  <a:cubicBezTo>
                    <a:pt x="1730" y="7175"/>
                    <a:pt x="2416" y="7381"/>
                    <a:pt x="3140" y="7599"/>
                  </a:cubicBezTo>
                  <a:lnTo>
                    <a:pt x="3346" y="7658"/>
                  </a:lnTo>
                  <a:cubicBezTo>
                    <a:pt x="4106" y="7893"/>
                    <a:pt x="9074" y="8755"/>
                    <a:pt x="9241" y="8784"/>
                  </a:cubicBezTo>
                  <a:cubicBezTo>
                    <a:pt x="9280" y="8802"/>
                    <a:pt x="9573" y="8929"/>
                    <a:pt x="9902" y="8929"/>
                  </a:cubicBezTo>
                  <a:cubicBezTo>
                    <a:pt x="10067" y="8929"/>
                    <a:pt x="10241" y="8897"/>
                    <a:pt x="10396" y="8804"/>
                  </a:cubicBezTo>
                  <a:cubicBezTo>
                    <a:pt x="10687" y="8628"/>
                    <a:pt x="10843" y="8272"/>
                    <a:pt x="10866" y="7746"/>
                  </a:cubicBezTo>
                  <a:cubicBezTo>
                    <a:pt x="10886" y="7270"/>
                    <a:pt x="10902" y="6708"/>
                    <a:pt x="10918" y="6114"/>
                  </a:cubicBezTo>
                  <a:cubicBezTo>
                    <a:pt x="10958" y="4646"/>
                    <a:pt x="11003" y="2978"/>
                    <a:pt x="11140" y="2612"/>
                  </a:cubicBezTo>
                  <a:cubicBezTo>
                    <a:pt x="11150" y="2589"/>
                    <a:pt x="11352" y="2100"/>
                    <a:pt x="12625" y="2024"/>
                  </a:cubicBezTo>
                  <a:cubicBezTo>
                    <a:pt x="13520" y="1976"/>
                    <a:pt x="16637" y="1584"/>
                    <a:pt x="17943" y="1417"/>
                  </a:cubicBezTo>
                  <a:lnTo>
                    <a:pt x="18151" y="1444"/>
                  </a:lnTo>
                  <a:lnTo>
                    <a:pt x="18171" y="1444"/>
                  </a:lnTo>
                  <a:cubicBezTo>
                    <a:pt x="19278" y="1444"/>
                    <a:pt x="19421" y="2083"/>
                    <a:pt x="19434" y="2142"/>
                  </a:cubicBezTo>
                  <a:cubicBezTo>
                    <a:pt x="19421" y="2286"/>
                    <a:pt x="19095" y="5990"/>
                    <a:pt x="19000" y="6839"/>
                  </a:cubicBezTo>
                  <a:cubicBezTo>
                    <a:pt x="18905" y="7684"/>
                    <a:pt x="18504" y="8060"/>
                    <a:pt x="18308" y="8138"/>
                  </a:cubicBezTo>
                  <a:cubicBezTo>
                    <a:pt x="18279" y="8148"/>
                    <a:pt x="18142" y="8203"/>
                    <a:pt x="17916" y="8301"/>
                  </a:cubicBezTo>
                  <a:cubicBezTo>
                    <a:pt x="13735" y="10061"/>
                    <a:pt x="11463" y="10952"/>
                    <a:pt x="11170" y="10952"/>
                  </a:cubicBezTo>
                  <a:lnTo>
                    <a:pt x="11163" y="10952"/>
                  </a:lnTo>
                  <a:cubicBezTo>
                    <a:pt x="10693" y="10932"/>
                    <a:pt x="9450" y="10642"/>
                    <a:pt x="9437" y="10638"/>
                  </a:cubicBezTo>
                  <a:cubicBezTo>
                    <a:pt x="9378" y="10625"/>
                    <a:pt x="3659" y="9254"/>
                    <a:pt x="1812" y="9003"/>
                  </a:cubicBezTo>
                  <a:cubicBezTo>
                    <a:pt x="1051" y="8899"/>
                    <a:pt x="526" y="8471"/>
                    <a:pt x="248" y="7733"/>
                  </a:cubicBezTo>
                  <a:cubicBezTo>
                    <a:pt x="121" y="7384"/>
                    <a:pt x="59" y="7015"/>
                    <a:pt x="62" y="6643"/>
                  </a:cubicBezTo>
                  <a:lnTo>
                    <a:pt x="307" y="931"/>
                  </a:lnTo>
                  <a:cubicBezTo>
                    <a:pt x="320" y="569"/>
                    <a:pt x="966" y="490"/>
                    <a:pt x="1041" y="484"/>
                  </a:cubicBezTo>
                  <a:cubicBezTo>
                    <a:pt x="1427" y="441"/>
                    <a:pt x="7357" y="69"/>
                    <a:pt x="7521" y="60"/>
                  </a:cubicBezTo>
                  <a:close/>
                  <a:moveTo>
                    <a:pt x="7524" y="1"/>
                  </a:moveTo>
                  <a:cubicBezTo>
                    <a:pt x="7462" y="4"/>
                    <a:pt x="1430" y="383"/>
                    <a:pt x="1038" y="425"/>
                  </a:cubicBezTo>
                  <a:cubicBezTo>
                    <a:pt x="908" y="438"/>
                    <a:pt x="265" y="526"/>
                    <a:pt x="248" y="931"/>
                  </a:cubicBezTo>
                  <a:lnTo>
                    <a:pt x="3" y="6643"/>
                  </a:lnTo>
                  <a:cubicBezTo>
                    <a:pt x="0" y="7022"/>
                    <a:pt x="62" y="7397"/>
                    <a:pt x="193" y="7753"/>
                  </a:cubicBezTo>
                  <a:cubicBezTo>
                    <a:pt x="389" y="8278"/>
                    <a:pt x="826" y="8931"/>
                    <a:pt x="1805" y="9065"/>
                  </a:cubicBezTo>
                  <a:cubicBezTo>
                    <a:pt x="3653" y="9316"/>
                    <a:pt x="9365" y="10684"/>
                    <a:pt x="9423" y="10700"/>
                  </a:cubicBezTo>
                  <a:cubicBezTo>
                    <a:pt x="9476" y="10710"/>
                    <a:pt x="10687" y="10994"/>
                    <a:pt x="11163" y="11014"/>
                  </a:cubicBezTo>
                  <a:lnTo>
                    <a:pt x="11170" y="11014"/>
                  </a:lnTo>
                  <a:cubicBezTo>
                    <a:pt x="11477" y="11014"/>
                    <a:pt x="13693" y="10145"/>
                    <a:pt x="17946" y="8353"/>
                  </a:cubicBezTo>
                  <a:cubicBezTo>
                    <a:pt x="18165" y="8262"/>
                    <a:pt x="18308" y="8203"/>
                    <a:pt x="18334" y="8190"/>
                  </a:cubicBezTo>
                  <a:cubicBezTo>
                    <a:pt x="18546" y="8109"/>
                    <a:pt x="18971" y="7720"/>
                    <a:pt x="19065" y="6842"/>
                  </a:cubicBezTo>
                  <a:cubicBezTo>
                    <a:pt x="19160" y="5984"/>
                    <a:pt x="19496" y="2181"/>
                    <a:pt x="19500" y="2142"/>
                  </a:cubicBezTo>
                  <a:cubicBezTo>
                    <a:pt x="19500" y="2139"/>
                    <a:pt x="19500" y="2135"/>
                    <a:pt x="19500" y="2135"/>
                  </a:cubicBezTo>
                  <a:cubicBezTo>
                    <a:pt x="19496" y="2126"/>
                    <a:pt x="19369" y="1381"/>
                    <a:pt x="18178" y="1381"/>
                  </a:cubicBezTo>
                  <a:lnTo>
                    <a:pt x="18161" y="1381"/>
                  </a:lnTo>
                  <a:lnTo>
                    <a:pt x="17949" y="1355"/>
                  </a:lnTo>
                  <a:lnTo>
                    <a:pt x="17943" y="1355"/>
                  </a:lnTo>
                  <a:cubicBezTo>
                    <a:pt x="16643" y="1522"/>
                    <a:pt x="13520" y="1910"/>
                    <a:pt x="12629" y="1962"/>
                  </a:cubicBezTo>
                  <a:cubicBezTo>
                    <a:pt x="11336" y="2038"/>
                    <a:pt x="11111" y="2530"/>
                    <a:pt x="11088" y="2589"/>
                  </a:cubicBezTo>
                  <a:cubicBezTo>
                    <a:pt x="10944" y="2965"/>
                    <a:pt x="10902" y="4564"/>
                    <a:pt x="10863" y="6111"/>
                  </a:cubicBezTo>
                  <a:cubicBezTo>
                    <a:pt x="10847" y="6705"/>
                    <a:pt x="10830" y="7267"/>
                    <a:pt x="10811" y="7743"/>
                  </a:cubicBezTo>
                  <a:cubicBezTo>
                    <a:pt x="10788" y="8246"/>
                    <a:pt x="10641" y="8585"/>
                    <a:pt x="10367" y="8752"/>
                  </a:cubicBezTo>
                  <a:cubicBezTo>
                    <a:pt x="10226" y="8837"/>
                    <a:pt x="10065" y="8866"/>
                    <a:pt x="9911" y="8866"/>
                  </a:cubicBezTo>
                  <a:cubicBezTo>
                    <a:pt x="9576" y="8866"/>
                    <a:pt x="9271" y="8728"/>
                    <a:pt x="9267" y="8726"/>
                  </a:cubicBezTo>
                  <a:lnTo>
                    <a:pt x="9260" y="8726"/>
                  </a:lnTo>
                  <a:cubicBezTo>
                    <a:pt x="9208" y="8716"/>
                    <a:pt x="4132" y="7834"/>
                    <a:pt x="3369" y="7599"/>
                  </a:cubicBezTo>
                  <a:lnTo>
                    <a:pt x="3163" y="7537"/>
                  </a:lnTo>
                  <a:cubicBezTo>
                    <a:pt x="2451" y="7325"/>
                    <a:pt x="1779" y="7120"/>
                    <a:pt x="1587" y="6754"/>
                  </a:cubicBezTo>
                  <a:cubicBezTo>
                    <a:pt x="1495" y="6571"/>
                    <a:pt x="1427" y="5380"/>
                    <a:pt x="1443" y="4100"/>
                  </a:cubicBezTo>
                  <a:cubicBezTo>
                    <a:pt x="1459" y="2579"/>
                    <a:pt x="1577" y="1466"/>
                    <a:pt x="1759" y="1124"/>
                  </a:cubicBezTo>
                  <a:cubicBezTo>
                    <a:pt x="1795" y="1055"/>
                    <a:pt x="1831" y="1016"/>
                    <a:pt x="1867" y="1013"/>
                  </a:cubicBezTo>
                  <a:cubicBezTo>
                    <a:pt x="2047" y="993"/>
                    <a:pt x="7354" y="392"/>
                    <a:pt x="8882" y="236"/>
                  </a:cubicBezTo>
                  <a:cubicBezTo>
                    <a:pt x="8924" y="236"/>
                    <a:pt x="8924" y="177"/>
                    <a:pt x="8882" y="177"/>
                  </a:cubicBezTo>
                  <a:lnTo>
                    <a:pt x="75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73"/>
            <p:cNvSpPr/>
            <p:nvPr/>
          </p:nvSpPr>
          <p:spPr>
            <a:xfrm flipH="1">
              <a:off x="-2552993" y="2132717"/>
              <a:ext cx="1403439" cy="782876"/>
            </a:xfrm>
            <a:custGeom>
              <a:avLst/>
              <a:gdLst/>
              <a:ahLst/>
              <a:cxnLst/>
              <a:rect l="l" t="t" r="r" b="b"/>
              <a:pathLst>
                <a:path w="11448" h="6386" extrusionOk="0">
                  <a:moveTo>
                    <a:pt x="2050" y="0"/>
                  </a:moveTo>
                  <a:cubicBezTo>
                    <a:pt x="2031" y="0"/>
                    <a:pt x="2015" y="1"/>
                    <a:pt x="2002" y="1"/>
                  </a:cubicBezTo>
                  <a:cubicBezTo>
                    <a:pt x="1358" y="31"/>
                    <a:pt x="1" y="5974"/>
                    <a:pt x="1" y="5974"/>
                  </a:cubicBezTo>
                  <a:cubicBezTo>
                    <a:pt x="1750" y="6020"/>
                    <a:pt x="3098" y="6206"/>
                    <a:pt x="4032" y="6386"/>
                  </a:cubicBezTo>
                  <a:cubicBezTo>
                    <a:pt x="4051" y="6079"/>
                    <a:pt x="4071" y="5883"/>
                    <a:pt x="4087" y="5857"/>
                  </a:cubicBezTo>
                  <a:cubicBezTo>
                    <a:pt x="4149" y="5743"/>
                    <a:pt x="4430" y="5318"/>
                    <a:pt x="5595" y="5253"/>
                  </a:cubicBezTo>
                  <a:cubicBezTo>
                    <a:pt x="6480" y="5201"/>
                    <a:pt x="9499" y="4826"/>
                    <a:pt x="10912" y="4643"/>
                  </a:cubicBezTo>
                  <a:lnTo>
                    <a:pt x="10948" y="4649"/>
                  </a:lnTo>
                  <a:lnTo>
                    <a:pt x="10981" y="4636"/>
                  </a:lnTo>
                  <a:cubicBezTo>
                    <a:pt x="10981" y="4636"/>
                    <a:pt x="11216" y="2551"/>
                    <a:pt x="11330" y="1885"/>
                  </a:cubicBezTo>
                  <a:cubicBezTo>
                    <a:pt x="11448" y="1219"/>
                    <a:pt x="11196" y="974"/>
                    <a:pt x="10155" y="814"/>
                  </a:cubicBezTo>
                  <a:cubicBezTo>
                    <a:pt x="9133" y="657"/>
                    <a:pt x="2917" y="0"/>
                    <a:pt x="20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73"/>
            <p:cNvSpPr/>
            <p:nvPr/>
          </p:nvSpPr>
          <p:spPr>
            <a:xfrm flipH="1">
              <a:off x="-2552993" y="2129162"/>
              <a:ext cx="1403439" cy="786431"/>
            </a:xfrm>
            <a:custGeom>
              <a:avLst/>
              <a:gdLst/>
              <a:ahLst/>
              <a:cxnLst/>
              <a:rect l="l" t="t" r="r" b="b"/>
              <a:pathLst>
                <a:path w="11448" h="6415" extrusionOk="0">
                  <a:moveTo>
                    <a:pt x="4032" y="6415"/>
                  </a:moveTo>
                  <a:cubicBezTo>
                    <a:pt x="4051" y="6108"/>
                    <a:pt x="4071" y="5912"/>
                    <a:pt x="4087" y="5886"/>
                  </a:cubicBezTo>
                  <a:cubicBezTo>
                    <a:pt x="4149" y="5772"/>
                    <a:pt x="4430" y="5347"/>
                    <a:pt x="5595" y="5282"/>
                  </a:cubicBezTo>
                  <a:cubicBezTo>
                    <a:pt x="6480" y="5230"/>
                    <a:pt x="9499" y="4855"/>
                    <a:pt x="10912" y="4672"/>
                  </a:cubicBezTo>
                  <a:lnTo>
                    <a:pt x="10948" y="4678"/>
                  </a:lnTo>
                  <a:lnTo>
                    <a:pt x="10981" y="4665"/>
                  </a:lnTo>
                  <a:cubicBezTo>
                    <a:pt x="10981" y="4665"/>
                    <a:pt x="11216" y="2580"/>
                    <a:pt x="11330" y="1914"/>
                  </a:cubicBezTo>
                  <a:cubicBezTo>
                    <a:pt x="11448" y="1248"/>
                    <a:pt x="11196" y="1003"/>
                    <a:pt x="10155" y="843"/>
                  </a:cubicBezTo>
                  <a:cubicBezTo>
                    <a:pt x="9111" y="683"/>
                    <a:pt x="2648" y="1"/>
                    <a:pt x="2002" y="30"/>
                  </a:cubicBezTo>
                  <a:cubicBezTo>
                    <a:pt x="1358" y="60"/>
                    <a:pt x="1" y="6003"/>
                    <a:pt x="1" y="6003"/>
                  </a:cubicBezTo>
                  <a:cubicBezTo>
                    <a:pt x="1750" y="6049"/>
                    <a:pt x="3098" y="6235"/>
                    <a:pt x="4032" y="64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73"/>
            <p:cNvSpPr/>
            <p:nvPr/>
          </p:nvSpPr>
          <p:spPr>
            <a:xfrm flipH="1">
              <a:off x="-2548947" y="2129039"/>
              <a:ext cx="1403316" cy="790231"/>
            </a:xfrm>
            <a:custGeom>
              <a:avLst/>
              <a:gdLst/>
              <a:ahLst/>
              <a:cxnLst/>
              <a:rect l="l" t="t" r="r" b="b"/>
              <a:pathLst>
                <a:path w="11447" h="6446" extrusionOk="0">
                  <a:moveTo>
                    <a:pt x="2084" y="60"/>
                  </a:moveTo>
                  <a:cubicBezTo>
                    <a:pt x="2921" y="60"/>
                    <a:pt x="9117" y="710"/>
                    <a:pt x="10181" y="873"/>
                  </a:cubicBezTo>
                  <a:cubicBezTo>
                    <a:pt x="10804" y="971"/>
                    <a:pt x="11117" y="1092"/>
                    <a:pt x="11261" y="1291"/>
                  </a:cubicBezTo>
                  <a:cubicBezTo>
                    <a:pt x="11362" y="1432"/>
                    <a:pt x="11385" y="1624"/>
                    <a:pt x="11336" y="1908"/>
                  </a:cubicBezTo>
                  <a:cubicBezTo>
                    <a:pt x="11225" y="2535"/>
                    <a:pt x="11010" y="4438"/>
                    <a:pt x="10987" y="4643"/>
                  </a:cubicBezTo>
                  <a:lnTo>
                    <a:pt x="10980" y="4647"/>
                  </a:lnTo>
                  <a:lnTo>
                    <a:pt x="10951" y="4643"/>
                  </a:lnTo>
                  <a:lnTo>
                    <a:pt x="10941" y="4643"/>
                  </a:lnTo>
                  <a:cubicBezTo>
                    <a:pt x="9642" y="4810"/>
                    <a:pt x="6522" y="5202"/>
                    <a:pt x="5627" y="5250"/>
                  </a:cubicBezTo>
                  <a:cubicBezTo>
                    <a:pt x="4517" y="5316"/>
                    <a:pt x="4181" y="5707"/>
                    <a:pt x="4090" y="5874"/>
                  </a:cubicBezTo>
                  <a:cubicBezTo>
                    <a:pt x="4083" y="5887"/>
                    <a:pt x="4067" y="5913"/>
                    <a:pt x="4034" y="6377"/>
                  </a:cubicBezTo>
                  <a:cubicBezTo>
                    <a:pt x="2840" y="6151"/>
                    <a:pt x="1505" y="6018"/>
                    <a:pt x="72" y="5975"/>
                  </a:cubicBezTo>
                  <a:cubicBezTo>
                    <a:pt x="457" y="4304"/>
                    <a:pt x="1534" y="87"/>
                    <a:pt x="2037" y="61"/>
                  </a:cubicBezTo>
                  <a:cubicBezTo>
                    <a:pt x="2050" y="60"/>
                    <a:pt x="2065" y="60"/>
                    <a:pt x="2084" y="60"/>
                  </a:cubicBezTo>
                  <a:close/>
                  <a:moveTo>
                    <a:pt x="2081" y="1"/>
                  </a:moveTo>
                  <a:cubicBezTo>
                    <a:pt x="2062" y="1"/>
                    <a:pt x="2047" y="1"/>
                    <a:pt x="2034" y="2"/>
                  </a:cubicBezTo>
                  <a:cubicBezTo>
                    <a:pt x="1387" y="35"/>
                    <a:pt x="144" y="5388"/>
                    <a:pt x="3" y="6001"/>
                  </a:cubicBezTo>
                  <a:cubicBezTo>
                    <a:pt x="0" y="6018"/>
                    <a:pt x="13" y="6037"/>
                    <a:pt x="33" y="6037"/>
                  </a:cubicBezTo>
                  <a:cubicBezTo>
                    <a:pt x="1492" y="6076"/>
                    <a:pt x="2846" y="6213"/>
                    <a:pt x="4057" y="6445"/>
                  </a:cubicBezTo>
                  <a:lnTo>
                    <a:pt x="4064" y="6445"/>
                  </a:lnTo>
                  <a:cubicBezTo>
                    <a:pt x="4070" y="6445"/>
                    <a:pt x="4077" y="6442"/>
                    <a:pt x="4083" y="6439"/>
                  </a:cubicBezTo>
                  <a:cubicBezTo>
                    <a:pt x="4090" y="6435"/>
                    <a:pt x="4093" y="6426"/>
                    <a:pt x="4093" y="6416"/>
                  </a:cubicBezTo>
                  <a:cubicBezTo>
                    <a:pt x="4122" y="5988"/>
                    <a:pt x="4139" y="5916"/>
                    <a:pt x="4145" y="5903"/>
                  </a:cubicBezTo>
                  <a:cubicBezTo>
                    <a:pt x="4230" y="5747"/>
                    <a:pt x="4550" y="5375"/>
                    <a:pt x="5630" y="5312"/>
                  </a:cubicBezTo>
                  <a:cubicBezTo>
                    <a:pt x="6525" y="5264"/>
                    <a:pt x="9642" y="4872"/>
                    <a:pt x="10948" y="4705"/>
                  </a:cubicBezTo>
                  <a:lnTo>
                    <a:pt x="10980" y="4709"/>
                  </a:lnTo>
                  <a:cubicBezTo>
                    <a:pt x="10981" y="4710"/>
                    <a:pt x="10983" y="4710"/>
                    <a:pt x="10984" y="4710"/>
                  </a:cubicBezTo>
                  <a:cubicBezTo>
                    <a:pt x="10987" y="4710"/>
                    <a:pt x="10991" y="4709"/>
                    <a:pt x="10993" y="4709"/>
                  </a:cubicBezTo>
                  <a:lnTo>
                    <a:pt x="11026" y="4696"/>
                  </a:lnTo>
                  <a:cubicBezTo>
                    <a:pt x="11036" y="4692"/>
                    <a:pt x="11042" y="4683"/>
                    <a:pt x="11046" y="4669"/>
                  </a:cubicBezTo>
                  <a:cubicBezTo>
                    <a:pt x="11049" y="4650"/>
                    <a:pt x="11281" y="2577"/>
                    <a:pt x="11395" y="1921"/>
                  </a:cubicBezTo>
                  <a:cubicBezTo>
                    <a:pt x="11447" y="1618"/>
                    <a:pt x="11421" y="1412"/>
                    <a:pt x="11310" y="1259"/>
                  </a:cubicBezTo>
                  <a:cubicBezTo>
                    <a:pt x="11156" y="1043"/>
                    <a:pt x="10830" y="913"/>
                    <a:pt x="10190" y="815"/>
                  </a:cubicBezTo>
                  <a:cubicBezTo>
                    <a:pt x="9126" y="652"/>
                    <a:pt x="2922" y="1"/>
                    <a:pt x="20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73"/>
            <p:cNvSpPr/>
            <p:nvPr/>
          </p:nvSpPr>
          <p:spPr>
            <a:xfrm flipH="1">
              <a:off x="-2552993" y="2132717"/>
              <a:ext cx="1169287" cy="585257"/>
            </a:xfrm>
            <a:custGeom>
              <a:avLst/>
              <a:gdLst/>
              <a:ahLst/>
              <a:cxnLst/>
              <a:rect l="l" t="t" r="r" b="b"/>
              <a:pathLst>
                <a:path w="9538" h="4774" extrusionOk="0">
                  <a:moveTo>
                    <a:pt x="143" y="0"/>
                  </a:moveTo>
                  <a:cubicBezTo>
                    <a:pt x="124" y="0"/>
                    <a:pt x="108" y="1"/>
                    <a:pt x="95" y="1"/>
                  </a:cubicBezTo>
                  <a:cubicBezTo>
                    <a:pt x="59" y="5"/>
                    <a:pt x="26" y="18"/>
                    <a:pt x="0" y="44"/>
                  </a:cubicBezTo>
                  <a:cubicBezTo>
                    <a:pt x="2024" y="213"/>
                    <a:pt x="6306" y="687"/>
                    <a:pt x="7139" y="821"/>
                  </a:cubicBezTo>
                  <a:cubicBezTo>
                    <a:pt x="8180" y="987"/>
                    <a:pt x="8431" y="1245"/>
                    <a:pt x="8314" y="1947"/>
                  </a:cubicBezTo>
                  <a:cubicBezTo>
                    <a:pt x="8209" y="2570"/>
                    <a:pt x="8007" y="4382"/>
                    <a:pt x="7964" y="4773"/>
                  </a:cubicBezTo>
                  <a:cubicBezTo>
                    <a:pt x="8356" y="4724"/>
                    <a:pt x="8715" y="4679"/>
                    <a:pt x="9006" y="4643"/>
                  </a:cubicBezTo>
                  <a:lnTo>
                    <a:pt x="9041" y="4649"/>
                  </a:lnTo>
                  <a:lnTo>
                    <a:pt x="9074" y="4636"/>
                  </a:lnTo>
                  <a:cubicBezTo>
                    <a:pt x="9074" y="4636"/>
                    <a:pt x="9306" y="2547"/>
                    <a:pt x="9423" y="1881"/>
                  </a:cubicBezTo>
                  <a:cubicBezTo>
                    <a:pt x="9538" y="1219"/>
                    <a:pt x="9286" y="974"/>
                    <a:pt x="8245" y="814"/>
                  </a:cubicBezTo>
                  <a:cubicBezTo>
                    <a:pt x="7226" y="657"/>
                    <a:pt x="1007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73"/>
            <p:cNvSpPr/>
            <p:nvPr/>
          </p:nvSpPr>
          <p:spPr>
            <a:xfrm flipH="1">
              <a:off x="-2548947" y="2129039"/>
              <a:ext cx="1170513" cy="592857"/>
            </a:xfrm>
            <a:custGeom>
              <a:avLst/>
              <a:gdLst/>
              <a:ahLst/>
              <a:cxnLst/>
              <a:rect l="l" t="t" r="r" b="b"/>
              <a:pathLst>
                <a:path w="9548" h="4836" extrusionOk="0">
                  <a:moveTo>
                    <a:pt x="345" y="66"/>
                  </a:moveTo>
                  <a:cubicBezTo>
                    <a:pt x="1612" y="121"/>
                    <a:pt x="7268" y="720"/>
                    <a:pt x="8282" y="873"/>
                  </a:cubicBezTo>
                  <a:cubicBezTo>
                    <a:pt x="8905" y="968"/>
                    <a:pt x="9218" y="1092"/>
                    <a:pt x="9362" y="1291"/>
                  </a:cubicBezTo>
                  <a:cubicBezTo>
                    <a:pt x="9463" y="1432"/>
                    <a:pt x="9486" y="1621"/>
                    <a:pt x="9437" y="1908"/>
                  </a:cubicBezTo>
                  <a:cubicBezTo>
                    <a:pt x="9326" y="2532"/>
                    <a:pt x="9111" y="4434"/>
                    <a:pt x="9088" y="4643"/>
                  </a:cubicBezTo>
                  <a:lnTo>
                    <a:pt x="9081" y="4647"/>
                  </a:lnTo>
                  <a:lnTo>
                    <a:pt x="9052" y="4643"/>
                  </a:lnTo>
                  <a:lnTo>
                    <a:pt x="9042" y="4643"/>
                  </a:lnTo>
                  <a:cubicBezTo>
                    <a:pt x="8761" y="4679"/>
                    <a:pt x="8419" y="4722"/>
                    <a:pt x="8043" y="4767"/>
                  </a:cubicBezTo>
                  <a:cubicBezTo>
                    <a:pt x="8092" y="4330"/>
                    <a:pt x="8285" y="2590"/>
                    <a:pt x="8386" y="1980"/>
                  </a:cubicBezTo>
                  <a:cubicBezTo>
                    <a:pt x="8441" y="1657"/>
                    <a:pt x="8412" y="1435"/>
                    <a:pt x="8295" y="1272"/>
                  </a:cubicBezTo>
                  <a:cubicBezTo>
                    <a:pt x="8138" y="1053"/>
                    <a:pt x="7815" y="922"/>
                    <a:pt x="7185" y="821"/>
                  </a:cubicBezTo>
                  <a:cubicBezTo>
                    <a:pt x="6374" y="692"/>
                    <a:pt x="2457" y="256"/>
                    <a:pt x="345" y="66"/>
                  </a:cubicBezTo>
                  <a:close/>
                  <a:moveTo>
                    <a:pt x="182" y="1"/>
                  </a:moveTo>
                  <a:cubicBezTo>
                    <a:pt x="163" y="1"/>
                    <a:pt x="148" y="1"/>
                    <a:pt x="135" y="2"/>
                  </a:cubicBezTo>
                  <a:cubicBezTo>
                    <a:pt x="92" y="5"/>
                    <a:pt x="53" y="22"/>
                    <a:pt x="24" y="51"/>
                  </a:cubicBezTo>
                  <a:cubicBezTo>
                    <a:pt x="1" y="67"/>
                    <a:pt x="10" y="103"/>
                    <a:pt x="40" y="103"/>
                  </a:cubicBezTo>
                  <a:cubicBezTo>
                    <a:pt x="2057" y="273"/>
                    <a:pt x="6323" y="746"/>
                    <a:pt x="7175" y="883"/>
                  </a:cubicBezTo>
                  <a:cubicBezTo>
                    <a:pt x="7785" y="981"/>
                    <a:pt x="8095" y="1105"/>
                    <a:pt x="8246" y="1311"/>
                  </a:cubicBezTo>
                  <a:cubicBezTo>
                    <a:pt x="8353" y="1461"/>
                    <a:pt x="8376" y="1663"/>
                    <a:pt x="8327" y="1973"/>
                  </a:cubicBezTo>
                  <a:cubicBezTo>
                    <a:pt x="8223" y="2600"/>
                    <a:pt x="8017" y="4441"/>
                    <a:pt x="7978" y="4803"/>
                  </a:cubicBezTo>
                  <a:cubicBezTo>
                    <a:pt x="7978" y="4810"/>
                    <a:pt x="7981" y="4820"/>
                    <a:pt x="7988" y="4826"/>
                  </a:cubicBezTo>
                  <a:cubicBezTo>
                    <a:pt x="7991" y="4833"/>
                    <a:pt x="8001" y="4836"/>
                    <a:pt x="8007" y="4836"/>
                  </a:cubicBezTo>
                  <a:lnTo>
                    <a:pt x="8011" y="4836"/>
                  </a:lnTo>
                  <a:cubicBezTo>
                    <a:pt x="8402" y="4787"/>
                    <a:pt x="8758" y="4741"/>
                    <a:pt x="9045" y="4705"/>
                  </a:cubicBezTo>
                  <a:lnTo>
                    <a:pt x="9078" y="4709"/>
                  </a:lnTo>
                  <a:lnTo>
                    <a:pt x="9094" y="4709"/>
                  </a:lnTo>
                  <a:lnTo>
                    <a:pt x="9127" y="4696"/>
                  </a:lnTo>
                  <a:cubicBezTo>
                    <a:pt x="9137" y="4692"/>
                    <a:pt x="9143" y="4683"/>
                    <a:pt x="9147" y="4669"/>
                  </a:cubicBezTo>
                  <a:cubicBezTo>
                    <a:pt x="9147" y="4650"/>
                    <a:pt x="9382" y="2577"/>
                    <a:pt x="9496" y="1918"/>
                  </a:cubicBezTo>
                  <a:cubicBezTo>
                    <a:pt x="9548" y="1618"/>
                    <a:pt x="9522" y="1412"/>
                    <a:pt x="9411" y="1259"/>
                  </a:cubicBezTo>
                  <a:cubicBezTo>
                    <a:pt x="9254" y="1040"/>
                    <a:pt x="8931" y="913"/>
                    <a:pt x="8291" y="815"/>
                  </a:cubicBezTo>
                  <a:cubicBezTo>
                    <a:pt x="7224" y="649"/>
                    <a:pt x="1024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73"/>
            <p:cNvSpPr/>
            <p:nvPr/>
          </p:nvSpPr>
          <p:spPr>
            <a:xfrm flipH="1">
              <a:off x="-1643847" y="2865085"/>
              <a:ext cx="1228990" cy="757867"/>
            </a:xfrm>
            <a:custGeom>
              <a:avLst/>
              <a:gdLst/>
              <a:ahLst/>
              <a:cxnLst/>
              <a:rect l="l" t="t" r="r" b="b"/>
              <a:pathLst>
                <a:path w="10025" h="6182" extrusionOk="0">
                  <a:moveTo>
                    <a:pt x="5997" y="0"/>
                  </a:moveTo>
                  <a:cubicBezTo>
                    <a:pt x="5997" y="0"/>
                    <a:pt x="1545" y="428"/>
                    <a:pt x="536" y="1277"/>
                  </a:cubicBezTo>
                  <a:cubicBezTo>
                    <a:pt x="1" y="2324"/>
                    <a:pt x="223" y="3891"/>
                    <a:pt x="575" y="4169"/>
                  </a:cubicBezTo>
                  <a:cubicBezTo>
                    <a:pt x="944" y="4459"/>
                    <a:pt x="1545" y="4678"/>
                    <a:pt x="2322" y="4913"/>
                  </a:cubicBezTo>
                  <a:cubicBezTo>
                    <a:pt x="3098" y="5151"/>
                    <a:pt x="8216" y="6039"/>
                    <a:pt x="8216" y="6039"/>
                  </a:cubicBezTo>
                  <a:cubicBezTo>
                    <a:pt x="8216" y="6039"/>
                    <a:pt x="8524" y="6181"/>
                    <a:pt x="8868" y="6181"/>
                  </a:cubicBezTo>
                  <a:cubicBezTo>
                    <a:pt x="8940" y="6181"/>
                    <a:pt x="9015" y="6175"/>
                    <a:pt x="9088" y="6160"/>
                  </a:cubicBezTo>
                  <a:cubicBezTo>
                    <a:pt x="9166" y="6127"/>
                    <a:pt x="9245" y="6101"/>
                    <a:pt x="9323" y="6075"/>
                  </a:cubicBezTo>
                  <a:cubicBezTo>
                    <a:pt x="9574" y="5931"/>
                    <a:pt x="9777" y="5628"/>
                    <a:pt x="9803" y="5027"/>
                  </a:cubicBezTo>
                  <a:cubicBezTo>
                    <a:pt x="9858" y="3705"/>
                    <a:pt x="9956" y="1433"/>
                    <a:pt x="10025" y="408"/>
                  </a:cubicBezTo>
                  <a:cubicBezTo>
                    <a:pt x="9094" y="232"/>
                    <a:pt x="7743" y="46"/>
                    <a:pt x="5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73"/>
            <p:cNvSpPr/>
            <p:nvPr/>
          </p:nvSpPr>
          <p:spPr>
            <a:xfrm flipH="1">
              <a:off x="-1647892" y="2861529"/>
              <a:ext cx="1239042" cy="765100"/>
            </a:xfrm>
            <a:custGeom>
              <a:avLst/>
              <a:gdLst/>
              <a:ahLst/>
              <a:cxnLst/>
              <a:rect l="l" t="t" r="r" b="b"/>
              <a:pathLst>
                <a:path w="10107" h="6241" extrusionOk="0">
                  <a:moveTo>
                    <a:pt x="6043" y="59"/>
                  </a:moveTo>
                  <a:cubicBezTo>
                    <a:pt x="7492" y="98"/>
                    <a:pt x="8837" y="232"/>
                    <a:pt x="10041" y="460"/>
                  </a:cubicBezTo>
                  <a:cubicBezTo>
                    <a:pt x="9973" y="1502"/>
                    <a:pt x="9878" y="3721"/>
                    <a:pt x="9819" y="5053"/>
                  </a:cubicBezTo>
                  <a:cubicBezTo>
                    <a:pt x="9796" y="5569"/>
                    <a:pt x="9643" y="5911"/>
                    <a:pt x="9359" y="6074"/>
                  </a:cubicBezTo>
                  <a:cubicBezTo>
                    <a:pt x="9271" y="6101"/>
                    <a:pt x="9192" y="6130"/>
                    <a:pt x="9127" y="6159"/>
                  </a:cubicBezTo>
                  <a:cubicBezTo>
                    <a:pt x="9058" y="6174"/>
                    <a:pt x="8988" y="6180"/>
                    <a:pt x="8919" y="6180"/>
                  </a:cubicBezTo>
                  <a:cubicBezTo>
                    <a:pt x="8584" y="6180"/>
                    <a:pt x="8281" y="6039"/>
                    <a:pt x="8275" y="6039"/>
                  </a:cubicBezTo>
                  <a:cubicBezTo>
                    <a:pt x="8275" y="6039"/>
                    <a:pt x="8272" y="6039"/>
                    <a:pt x="8269" y="6035"/>
                  </a:cubicBezTo>
                  <a:cubicBezTo>
                    <a:pt x="8216" y="6029"/>
                    <a:pt x="3144" y="5147"/>
                    <a:pt x="2377" y="4912"/>
                  </a:cubicBezTo>
                  <a:cubicBezTo>
                    <a:pt x="1597" y="4674"/>
                    <a:pt x="1003" y="4459"/>
                    <a:pt x="644" y="4175"/>
                  </a:cubicBezTo>
                  <a:cubicBezTo>
                    <a:pt x="311" y="3914"/>
                    <a:pt x="76" y="2367"/>
                    <a:pt x="605" y="1325"/>
                  </a:cubicBezTo>
                  <a:cubicBezTo>
                    <a:pt x="1607" y="496"/>
                    <a:pt x="6003" y="65"/>
                    <a:pt x="6043" y="59"/>
                  </a:cubicBezTo>
                  <a:close/>
                  <a:moveTo>
                    <a:pt x="6043" y="0"/>
                  </a:moveTo>
                  <a:cubicBezTo>
                    <a:pt x="5860" y="16"/>
                    <a:pt x="1568" y="437"/>
                    <a:pt x="562" y="1283"/>
                  </a:cubicBezTo>
                  <a:cubicBezTo>
                    <a:pt x="559" y="1286"/>
                    <a:pt x="556" y="1286"/>
                    <a:pt x="556" y="1293"/>
                  </a:cubicBezTo>
                  <a:cubicBezTo>
                    <a:pt x="1" y="2380"/>
                    <a:pt x="252" y="3943"/>
                    <a:pt x="605" y="4224"/>
                  </a:cubicBezTo>
                  <a:cubicBezTo>
                    <a:pt x="970" y="4511"/>
                    <a:pt x="1571" y="4733"/>
                    <a:pt x="2358" y="4971"/>
                  </a:cubicBezTo>
                  <a:cubicBezTo>
                    <a:pt x="3121" y="5203"/>
                    <a:pt x="8086" y="6068"/>
                    <a:pt x="8252" y="6097"/>
                  </a:cubicBezTo>
                  <a:cubicBezTo>
                    <a:pt x="8461" y="6185"/>
                    <a:pt x="8687" y="6234"/>
                    <a:pt x="8915" y="6241"/>
                  </a:cubicBezTo>
                  <a:cubicBezTo>
                    <a:pt x="8990" y="6241"/>
                    <a:pt x="9068" y="6234"/>
                    <a:pt x="9143" y="6218"/>
                  </a:cubicBezTo>
                  <a:lnTo>
                    <a:pt x="9150" y="6215"/>
                  </a:lnTo>
                  <a:cubicBezTo>
                    <a:pt x="9212" y="6189"/>
                    <a:pt x="9290" y="6159"/>
                    <a:pt x="9378" y="6130"/>
                  </a:cubicBezTo>
                  <a:lnTo>
                    <a:pt x="9385" y="6127"/>
                  </a:lnTo>
                  <a:cubicBezTo>
                    <a:pt x="9692" y="5954"/>
                    <a:pt x="9858" y="5598"/>
                    <a:pt x="9881" y="5056"/>
                  </a:cubicBezTo>
                  <a:cubicBezTo>
                    <a:pt x="9937" y="3715"/>
                    <a:pt x="10035" y="1466"/>
                    <a:pt x="10103" y="441"/>
                  </a:cubicBezTo>
                  <a:cubicBezTo>
                    <a:pt x="10106" y="424"/>
                    <a:pt x="10093" y="411"/>
                    <a:pt x="10077" y="408"/>
                  </a:cubicBezTo>
                  <a:lnTo>
                    <a:pt x="10074" y="408"/>
                  </a:lnTo>
                  <a:cubicBezTo>
                    <a:pt x="8860" y="176"/>
                    <a:pt x="7505" y="39"/>
                    <a:pt x="6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73"/>
            <p:cNvSpPr/>
            <p:nvPr/>
          </p:nvSpPr>
          <p:spPr>
            <a:xfrm flipH="1">
              <a:off x="-1589538" y="3038798"/>
              <a:ext cx="1100635" cy="191980"/>
            </a:xfrm>
            <a:custGeom>
              <a:avLst/>
              <a:gdLst/>
              <a:ahLst/>
              <a:cxnLst/>
              <a:rect l="l" t="t" r="r" b="b"/>
              <a:pathLst>
                <a:path w="8978" h="1566" extrusionOk="0">
                  <a:moveTo>
                    <a:pt x="1" y="0"/>
                  </a:moveTo>
                  <a:cubicBezTo>
                    <a:pt x="1" y="0"/>
                    <a:pt x="2893" y="1172"/>
                    <a:pt x="5954" y="1433"/>
                  </a:cubicBezTo>
                  <a:cubicBezTo>
                    <a:pt x="7143" y="1534"/>
                    <a:pt x="7861" y="1565"/>
                    <a:pt x="8295" y="1565"/>
                  </a:cubicBezTo>
                  <a:cubicBezTo>
                    <a:pt x="8977" y="1565"/>
                    <a:pt x="8954" y="1488"/>
                    <a:pt x="8954" y="14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73"/>
            <p:cNvSpPr/>
            <p:nvPr/>
          </p:nvSpPr>
          <p:spPr>
            <a:xfrm flipH="1">
              <a:off x="-1590641" y="3035120"/>
              <a:ext cx="1103332" cy="199458"/>
            </a:xfrm>
            <a:custGeom>
              <a:avLst/>
              <a:gdLst/>
              <a:ahLst/>
              <a:cxnLst/>
              <a:rect l="l" t="t" r="r" b="b"/>
              <a:pathLst>
                <a:path w="9000" h="1627" extrusionOk="0">
                  <a:moveTo>
                    <a:pt x="27" y="1"/>
                  </a:moveTo>
                  <a:lnTo>
                    <a:pt x="1" y="59"/>
                  </a:lnTo>
                  <a:cubicBezTo>
                    <a:pt x="30" y="69"/>
                    <a:pt x="2935" y="1234"/>
                    <a:pt x="5964" y="1496"/>
                  </a:cubicBezTo>
                  <a:cubicBezTo>
                    <a:pt x="6992" y="1580"/>
                    <a:pt x="7789" y="1626"/>
                    <a:pt x="8308" y="1626"/>
                  </a:cubicBezTo>
                  <a:cubicBezTo>
                    <a:pt x="8709" y="1626"/>
                    <a:pt x="8944" y="1600"/>
                    <a:pt x="8987" y="1545"/>
                  </a:cubicBezTo>
                  <a:cubicBezTo>
                    <a:pt x="8996" y="1535"/>
                    <a:pt x="9000" y="1522"/>
                    <a:pt x="8996" y="1509"/>
                  </a:cubicBezTo>
                  <a:lnTo>
                    <a:pt x="8996" y="1509"/>
                  </a:lnTo>
                  <a:lnTo>
                    <a:pt x="8938" y="1528"/>
                  </a:lnTo>
                  <a:cubicBezTo>
                    <a:pt x="8934" y="1522"/>
                    <a:pt x="8934" y="1512"/>
                    <a:pt x="8938" y="1509"/>
                  </a:cubicBezTo>
                  <a:lnTo>
                    <a:pt x="8938" y="1509"/>
                  </a:lnTo>
                  <a:cubicBezTo>
                    <a:pt x="8928" y="1518"/>
                    <a:pt x="8854" y="1566"/>
                    <a:pt x="8315" y="1566"/>
                  </a:cubicBezTo>
                  <a:cubicBezTo>
                    <a:pt x="7889" y="1566"/>
                    <a:pt x="7173" y="1536"/>
                    <a:pt x="5971" y="1434"/>
                  </a:cubicBezTo>
                  <a:cubicBezTo>
                    <a:pt x="2948" y="1176"/>
                    <a:pt x="53" y="14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73"/>
            <p:cNvSpPr/>
            <p:nvPr/>
          </p:nvSpPr>
          <p:spPr>
            <a:xfrm flipH="1">
              <a:off x="-2674237" y="2645399"/>
              <a:ext cx="2393373" cy="1233403"/>
            </a:xfrm>
            <a:custGeom>
              <a:avLst/>
              <a:gdLst/>
              <a:ahLst/>
              <a:cxnLst/>
              <a:rect l="l" t="t" r="r" b="b"/>
              <a:pathLst>
                <a:path w="19523" h="10061" extrusionOk="0">
                  <a:moveTo>
                    <a:pt x="337" y="1"/>
                  </a:moveTo>
                  <a:lnTo>
                    <a:pt x="337" y="7"/>
                  </a:lnTo>
                  <a:lnTo>
                    <a:pt x="92" y="5719"/>
                  </a:lnTo>
                  <a:cubicBezTo>
                    <a:pt x="92" y="5719"/>
                    <a:pt x="0" y="7857"/>
                    <a:pt x="1871" y="8112"/>
                  </a:cubicBezTo>
                  <a:cubicBezTo>
                    <a:pt x="3738" y="8363"/>
                    <a:pt x="9489" y="9744"/>
                    <a:pt x="9489" y="9744"/>
                  </a:cubicBezTo>
                  <a:cubicBezTo>
                    <a:pt x="9489" y="9744"/>
                    <a:pt x="10746" y="10037"/>
                    <a:pt x="11225" y="10060"/>
                  </a:cubicBezTo>
                  <a:cubicBezTo>
                    <a:pt x="11227" y="10060"/>
                    <a:pt x="11229" y="10060"/>
                    <a:pt x="11231" y="10060"/>
                  </a:cubicBezTo>
                  <a:cubicBezTo>
                    <a:pt x="11751" y="10060"/>
                    <a:pt x="18179" y="7318"/>
                    <a:pt x="18380" y="7240"/>
                  </a:cubicBezTo>
                  <a:cubicBezTo>
                    <a:pt x="18579" y="7162"/>
                    <a:pt x="18994" y="6786"/>
                    <a:pt x="19092" y="5915"/>
                  </a:cubicBezTo>
                  <a:cubicBezTo>
                    <a:pt x="19186" y="5047"/>
                    <a:pt x="19523" y="1215"/>
                    <a:pt x="19523" y="1215"/>
                  </a:cubicBezTo>
                  <a:cubicBezTo>
                    <a:pt x="19523" y="1215"/>
                    <a:pt x="19409" y="490"/>
                    <a:pt x="18230" y="490"/>
                  </a:cubicBezTo>
                  <a:cubicBezTo>
                    <a:pt x="18224" y="490"/>
                    <a:pt x="18219" y="490"/>
                    <a:pt x="18214" y="490"/>
                  </a:cubicBezTo>
                  <a:lnTo>
                    <a:pt x="18002" y="461"/>
                  </a:lnTo>
                  <a:cubicBezTo>
                    <a:pt x="17711" y="500"/>
                    <a:pt x="17352" y="542"/>
                    <a:pt x="16960" y="595"/>
                  </a:cubicBezTo>
                  <a:cubicBezTo>
                    <a:pt x="16960" y="595"/>
                    <a:pt x="18259" y="781"/>
                    <a:pt x="18367" y="1074"/>
                  </a:cubicBezTo>
                  <a:cubicBezTo>
                    <a:pt x="18475" y="1368"/>
                    <a:pt x="14581" y="1848"/>
                    <a:pt x="13148" y="1985"/>
                  </a:cubicBezTo>
                  <a:cubicBezTo>
                    <a:pt x="13060" y="1994"/>
                    <a:pt x="12963" y="1998"/>
                    <a:pt x="12861" y="1998"/>
                  </a:cubicBezTo>
                  <a:cubicBezTo>
                    <a:pt x="12231" y="1998"/>
                    <a:pt x="11387" y="1851"/>
                    <a:pt x="11137" y="1770"/>
                  </a:cubicBezTo>
                  <a:cubicBezTo>
                    <a:pt x="11101" y="2096"/>
                    <a:pt x="11069" y="2586"/>
                    <a:pt x="11043" y="3150"/>
                  </a:cubicBezTo>
                  <a:lnTo>
                    <a:pt x="11066" y="3167"/>
                  </a:lnTo>
                  <a:cubicBezTo>
                    <a:pt x="11052" y="3206"/>
                    <a:pt x="11007" y="4038"/>
                    <a:pt x="11007" y="4038"/>
                  </a:cubicBezTo>
                  <a:cubicBezTo>
                    <a:pt x="10971" y="4812"/>
                    <a:pt x="10919" y="6225"/>
                    <a:pt x="10893" y="6819"/>
                  </a:cubicBezTo>
                  <a:cubicBezTo>
                    <a:pt x="10893" y="6888"/>
                    <a:pt x="10886" y="6950"/>
                    <a:pt x="10879" y="7008"/>
                  </a:cubicBezTo>
                  <a:cubicBezTo>
                    <a:pt x="10876" y="7025"/>
                    <a:pt x="10873" y="7041"/>
                    <a:pt x="10873" y="7057"/>
                  </a:cubicBezTo>
                  <a:cubicBezTo>
                    <a:pt x="10866" y="7106"/>
                    <a:pt x="10857" y="7149"/>
                    <a:pt x="10847" y="7191"/>
                  </a:cubicBezTo>
                  <a:cubicBezTo>
                    <a:pt x="10847" y="7204"/>
                    <a:pt x="10844" y="7214"/>
                    <a:pt x="10840" y="7224"/>
                  </a:cubicBezTo>
                  <a:cubicBezTo>
                    <a:pt x="10830" y="7276"/>
                    <a:pt x="10814" y="7325"/>
                    <a:pt x="10801" y="7371"/>
                  </a:cubicBezTo>
                  <a:cubicBezTo>
                    <a:pt x="10798" y="7377"/>
                    <a:pt x="10795" y="7387"/>
                    <a:pt x="10791" y="7394"/>
                  </a:cubicBezTo>
                  <a:cubicBezTo>
                    <a:pt x="10778" y="7429"/>
                    <a:pt x="10762" y="7465"/>
                    <a:pt x="10746" y="7498"/>
                  </a:cubicBezTo>
                  <a:cubicBezTo>
                    <a:pt x="10742" y="7508"/>
                    <a:pt x="10739" y="7518"/>
                    <a:pt x="10733" y="7524"/>
                  </a:cubicBezTo>
                  <a:cubicBezTo>
                    <a:pt x="10697" y="7596"/>
                    <a:pt x="10651" y="7661"/>
                    <a:pt x="10599" y="7720"/>
                  </a:cubicBezTo>
                  <a:lnTo>
                    <a:pt x="10586" y="7733"/>
                  </a:lnTo>
                  <a:cubicBezTo>
                    <a:pt x="10563" y="7756"/>
                    <a:pt x="10537" y="7782"/>
                    <a:pt x="10511" y="7802"/>
                  </a:cubicBezTo>
                  <a:lnTo>
                    <a:pt x="10507" y="7805"/>
                  </a:lnTo>
                  <a:cubicBezTo>
                    <a:pt x="10409" y="7877"/>
                    <a:pt x="10302" y="7926"/>
                    <a:pt x="10181" y="7952"/>
                  </a:cubicBezTo>
                  <a:cubicBezTo>
                    <a:pt x="10108" y="7967"/>
                    <a:pt x="10034" y="7974"/>
                    <a:pt x="9961" y="7974"/>
                  </a:cubicBezTo>
                  <a:cubicBezTo>
                    <a:pt x="9669" y="7974"/>
                    <a:pt x="9402" y="7869"/>
                    <a:pt x="9329" y="7837"/>
                  </a:cubicBezTo>
                  <a:lnTo>
                    <a:pt x="9313" y="7831"/>
                  </a:lnTo>
                  <a:lnTo>
                    <a:pt x="9309" y="7831"/>
                  </a:lnTo>
                  <a:cubicBezTo>
                    <a:pt x="9309" y="7831"/>
                    <a:pt x="4191" y="6943"/>
                    <a:pt x="3415" y="6705"/>
                  </a:cubicBezTo>
                  <a:cubicBezTo>
                    <a:pt x="2765" y="6506"/>
                    <a:pt x="2096" y="6326"/>
                    <a:pt x="1766" y="6032"/>
                  </a:cubicBezTo>
                  <a:cubicBezTo>
                    <a:pt x="1734" y="6006"/>
                    <a:pt x="1701" y="5983"/>
                    <a:pt x="1668" y="5961"/>
                  </a:cubicBezTo>
                  <a:cubicBezTo>
                    <a:pt x="1358" y="5716"/>
                    <a:pt x="1149" y="4479"/>
                    <a:pt x="1466" y="3473"/>
                  </a:cubicBezTo>
                  <a:cubicBezTo>
                    <a:pt x="1466" y="2086"/>
                    <a:pt x="1561" y="542"/>
                    <a:pt x="1805" y="154"/>
                  </a:cubicBezTo>
                  <a:cubicBezTo>
                    <a:pt x="1397" y="147"/>
                    <a:pt x="810" y="118"/>
                    <a:pt x="337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73"/>
            <p:cNvSpPr/>
            <p:nvPr/>
          </p:nvSpPr>
          <p:spPr>
            <a:xfrm flipH="1">
              <a:off x="-1972395" y="3765404"/>
              <a:ext cx="215027" cy="83363"/>
            </a:xfrm>
            <a:custGeom>
              <a:avLst/>
              <a:gdLst/>
              <a:ahLst/>
              <a:cxnLst/>
              <a:rect l="l" t="t" r="r" b="b"/>
              <a:pathLst>
                <a:path w="1754" h="680" extrusionOk="0">
                  <a:moveTo>
                    <a:pt x="1754" y="1"/>
                  </a:moveTo>
                  <a:lnTo>
                    <a:pt x="1754" y="1"/>
                  </a:lnTo>
                  <a:cubicBezTo>
                    <a:pt x="1084" y="268"/>
                    <a:pt x="467" y="510"/>
                    <a:pt x="1" y="679"/>
                  </a:cubicBezTo>
                  <a:cubicBezTo>
                    <a:pt x="467" y="510"/>
                    <a:pt x="1084" y="271"/>
                    <a:pt x="1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73"/>
            <p:cNvSpPr/>
            <p:nvPr/>
          </p:nvSpPr>
          <p:spPr>
            <a:xfrm flipH="1">
              <a:off x="-1976440" y="3761481"/>
              <a:ext cx="222996" cy="90841"/>
            </a:xfrm>
            <a:custGeom>
              <a:avLst/>
              <a:gdLst/>
              <a:ahLst/>
              <a:cxnLst/>
              <a:rect l="l" t="t" r="r" b="b"/>
              <a:pathLst>
                <a:path w="1819" h="741" extrusionOk="0">
                  <a:moveTo>
                    <a:pt x="1789" y="1"/>
                  </a:moveTo>
                  <a:cubicBezTo>
                    <a:pt x="1784" y="1"/>
                    <a:pt x="1780" y="1"/>
                    <a:pt x="1776" y="3"/>
                  </a:cubicBezTo>
                  <a:cubicBezTo>
                    <a:pt x="1035" y="300"/>
                    <a:pt x="447" y="529"/>
                    <a:pt x="23" y="682"/>
                  </a:cubicBezTo>
                  <a:cubicBezTo>
                    <a:pt x="10" y="685"/>
                    <a:pt x="0" y="695"/>
                    <a:pt x="0" y="708"/>
                  </a:cubicBezTo>
                  <a:cubicBezTo>
                    <a:pt x="0" y="728"/>
                    <a:pt x="16" y="741"/>
                    <a:pt x="33" y="741"/>
                  </a:cubicBezTo>
                  <a:cubicBezTo>
                    <a:pt x="36" y="741"/>
                    <a:pt x="39" y="741"/>
                    <a:pt x="46" y="738"/>
                  </a:cubicBezTo>
                  <a:cubicBezTo>
                    <a:pt x="470" y="584"/>
                    <a:pt x="1061" y="356"/>
                    <a:pt x="1799" y="62"/>
                  </a:cubicBezTo>
                  <a:cubicBezTo>
                    <a:pt x="1812" y="55"/>
                    <a:pt x="1818" y="46"/>
                    <a:pt x="1818" y="33"/>
                  </a:cubicBezTo>
                  <a:cubicBezTo>
                    <a:pt x="1818" y="29"/>
                    <a:pt x="1818" y="23"/>
                    <a:pt x="1818" y="19"/>
                  </a:cubicBezTo>
                  <a:cubicBezTo>
                    <a:pt x="1813" y="7"/>
                    <a:pt x="1801" y="1"/>
                    <a:pt x="1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73"/>
            <p:cNvSpPr/>
            <p:nvPr/>
          </p:nvSpPr>
          <p:spPr>
            <a:xfrm flipH="1">
              <a:off x="-2010766" y="3749835"/>
              <a:ext cx="38494" cy="15692"/>
            </a:xfrm>
            <a:custGeom>
              <a:avLst/>
              <a:gdLst/>
              <a:ahLst/>
              <a:cxnLst/>
              <a:rect l="l" t="t" r="r" b="b"/>
              <a:pathLst>
                <a:path w="314" h="128" extrusionOk="0">
                  <a:moveTo>
                    <a:pt x="314" y="0"/>
                  </a:moveTo>
                  <a:lnTo>
                    <a:pt x="1" y="1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73"/>
            <p:cNvSpPr/>
            <p:nvPr/>
          </p:nvSpPr>
          <p:spPr>
            <a:xfrm flipH="1">
              <a:off x="-2014444" y="3745912"/>
              <a:ext cx="46585" cy="23170"/>
            </a:xfrm>
            <a:custGeom>
              <a:avLst/>
              <a:gdLst/>
              <a:ahLst/>
              <a:cxnLst/>
              <a:rect l="l" t="t" r="r" b="b"/>
              <a:pathLst>
                <a:path w="380" h="189" extrusionOk="0">
                  <a:moveTo>
                    <a:pt x="347" y="1"/>
                  </a:moveTo>
                  <a:cubicBezTo>
                    <a:pt x="344" y="1"/>
                    <a:pt x="340" y="1"/>
                    <a:pt x="337" y="3"/>
                  </a:cubicBezTo>
                  <a:lnTo>
                    <a:pt x="27" y="130"/>
                  </a:lnTo>
                  <a:cubicBezTo>
                    <a:pt x="7" y="137"/>
                    <a:pt x="1" y="153"/>
                    <a:pt x="7" y="169"/>
                  </a:cubicBezTo>
                  <a:cubicBezTo>
                    <a:pt x="14" y="182"/>
                    <a:pt x="23" y="189"/>
                    <a:pt x="37" y="189"/>
                  </a:cubicBezTo>
                  <a:cubicBezTo>
                    <a:pt x="40" y="189"/>
                    <a:pt x="46" y="189"/>
                    <a:pt x="50" y="186"/>
                  </a:cubicBezTo>
                  <a:lnTo>
                    <a:pt x="360" y="62"/>
                  </a:lnTo>
                  <a:cubicBezTo>
                    <a:pt x="373" y="55"/>
                    <a:pt x="379" y="45"/>
                    <a:pt x="379" y="32"/>
                  </a:cubicBezTo>
                  <a:cubicBezTo>
                    <a:pt x="379" y="29"/>
                    <a:pt x="379" y="26"/>
                    <a:pt x="376" y="22"/>
                  </a:cubicBezTo>
                  <a:cubicBezTo>
                    <a:pt x="371" y="10"/>
                    <a:pt x="360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73"/>
            <p:cNvSpPr/>
            <p:nvPr/>
          </p:nvSpPr>
          <p:spPr>
            <a:xfrm flipH="1">
              <a:off x="-2166826" y="3686209"/>
              <a:ext cx="156183" cy="63748"/>
            </a:xfrm>
            <a:custGeom>
              <a:avLst/>
              <a:gdLst/>
              <a:ahLst/>
              <a:cxnLst/>
              <a:rect l="l" t="t" r="r" b="b"/>
              <a:pathLst>
                <a:path w="1274" h="520" extrusionOk="0">
                  <a:moveTo>
                    <a:pt x="1274" y="0"/>
                  </a:moveTo>
                  <a:cubicBezTo>
                    <a:pt x="850" y="173"/>
                    <a:pt x="419" y="353"/>
                    <a:pt x="1" y="519"/>
                  </a:cubicBezTo>
                  <a:cubicBezTo>
                    <a:pt x="422" y="353"/>
                    <a:pt x="853" y="173"/>
                    <a:pt x="1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73"/>
            <p:cNvSpPr/>
            <p:nvPr/>
          </p:nvSpPr>
          <p:spPr>
            <a:xfrm flipH="1">
              <a:off x="-2170872" y="3682777"/>
              <a:ext cx="164151" cy="71104"/>
            </a:xfrm>
            <a:custGeom>
              <a:avLst/>
              <a:gdLst/>
              <a:ahLst/>
              <a:cxnLst/>
              <a:rect l="l" t="t" r="r" b="b"/>
              <a:pathLst>
                <a:path w="1339" h="580" extrusionOk="0">
                  <a:moveTo>
                    <a:pt x="1300" y="0"/>
                  </a:moveTo>
                  <a:cubicBezTo>
                    <a:pt x="1296" y="0"/>
                    <a:pt x="1293" y="1"/>
                    <a:pt x="1290" y="2"/>
                  </a:cubicBezTo>
                  <a:lnTo>
                    <a:pt x="1286" y="2"/>
                  </a:lnTo>
                  <a:cubicBezTo>
                    <a:pt x="833" y="195"/>
                    <a:pt x="405" y="364"/>
                    <a:pt x="23" y="521"/>
                  </a:cubicBezTo>
                  <a:lnTo>
                    <a:pt x="20" y="521"/>
                  </a:lnTo>
                  <a:cubicBezTo>
                    <a:pt x="7" y="524"/>
                    <a:pt x="0" y="537"/>
                    <a:pt x="0" y="547"/>
                  </a:cubicBezTo>
                  <a:cubicBezTo>
                    <a:pt x="0" y="554"/>
                    <a:pt x="0" y="557"/>
                    <a:pt x="3" y="560"/>
                  </a:cubicBezTo>
                  <a:cubicBezTo>
                    <a:pt x="7" y="570"/>
                    <a:pt x="20" y="580"/>
                    <a:pt x="33" y="580"/>
                  </a:cubicBezTo>
                  <a:lnTo>
                    <a:pt x="43" y="580"/>
                  </a:lnTo>
                  <a:lnTo>
                    <a:pt x="52" y="577"/>
                  </a:lnTo>
                  <a:lnTo>
                    <a:pt x="56" y="577"/>
                  </a:lnTo>
                  <a:cubicBezTo>
                    <a:pt x="441" y="420"/>
                    <a:pt x="862" y="247"/>
                    <a:pt x="1312" y="61"/>
                  </a:cubicBezTo>
                  <a:cubicBezTo>
                    <a:pt x="1329" y="54"/>
                    <a:pt x="1338" y="35"/>
                    <a:pt x="1332" y="22"/>
                  </a:cubicBezTo>
                  <a:cubicBezTo>
                    <a:pt x="1324" y="9"/>
                    <a:pt x="1313" y="0"/>
                    <a:pt x="1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73"/>
            <p:cNvSpPr/>
            <p:nvPr/>
          </p:nvSpPr>
          <p:spPr>
            <a:xfrm flipH="1">
              <a:off x="-1488645" y="3847051"/>
              <a:ext cx="13730" cy="2942"/>
            </a:xfrm>
            <a:custGeom>
              <a:avLst/>
              <a:gdLst/>
              <a:ahLst/>
              <a:cxnLst/>
              <a:rect l="l" t="t" r="r" b="b"/>
              <a:pathLst>
                <a:path w="112" h="24" extrusionOk="0">
                  <a:moveTo>
                    <a:pt x="111" y="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73"/>
            <p:cNvSpPr/>
            <p:nvPr/>
          </p:nvSpPr>
          <p:spPr>
            <a:xfrm flipH="1">
              <a:off x="-1492200" y="3843373"/>
              <a:ext cx="20963" cy="10543"/>
            </a:xfrm>
            <a:custGeom>
              <a:avLst/>
              <a:gdLst/>
              <a:ahLst/>
              <a:cxnLst/>
              <a:rect l="l" t="t" r="r" b="b"/>
              <a:pathLst>
                <a:path w="171" h="86" extrusionOk="0">
                  <a:moveTo>
                    <a:pt x="31" y="0"/>
                  </a:moveTo>
                  <a:cubicBezTo>
                    <a:pt x="17" y="0"/>
                    <a:pt x="4" y="10"/>
                    <a:pt x="1" y="24"/>
                  </a:cubicBezTo>
                  <a:cubicBezTo>
                    <a:pt x="1" y="27"/>
                    <a:pt x="1" y="30"/>
                    <a:pt x="1" y="30"/>
                  </a:cubicBezTo>
                  <a:cubicBezTo>
                    <a:pt x="1" y="47"/>
                    <a:pt x="11" y="57"/>
                    <a:pt x="24" y="60"/>
                  </a:cubicBezTo>
                  <a:cubicBezTo>
                    <a:pt x="60" y="70"/>
                    <a:pt x="92" y="76"/>
                    <a:pt x="135" y="86"/>
                  </a:cubicBezTo>
                  <a:lnTo>
                    <a:pt x="141" y="86"/>
                  </a:lnTo>
                  <a:cubicBezTo>
                    <a:pt x="154" y="86"/>
                    <a:pt x="167" y="76"/>
                    <a:pt x="171" y="63"/>
                  </a:cubicBezTo>
                  <a:cubicBezTo>
                    <a:pt x="171" y="60"/>
                    <a:pt x="171" y="57"/>
                    <a:pt x="171" y="57"/>
                  </a:cubicBezTo>
                  <a:cubicBezTo>
                    <a:pt x="171" y="40"/>
                    <a:pt x="161" y="27"/>
                    <a:pt x="148" y="27"/>
                  </a:cubicBezTo>
                  <a:lnTo>
                    <a:pt x="37" y="1"/>
                  </a:lnTo>
                  <a:cubicBezTo>
                    <a:pt x="35" y="1"/>
                    <a:pt x="33" y="0"/>
                    <a:pt x="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73"/>
            <p:cNvSpPr/>
            <p:nvPr/>
          </p:nvSpPr>
          <p:spPr>
            <a:xfrm flipH="1">
              <a:off x="-1554599" y="3858206"/>
              <a:ext cx="26480" cy="5394"/>
            </a:xfrm>
            <a:custGeom>
              <a:avLst/>
              <a:gdLst/>
              <a:ahLst/>
              <a:cxnLst/>
              <a:rect l="l" t="t" r="r" b="b"/>
              <a:pathLst>
                <a:path w="216" h="44" extrusionOk="0">
                  <a:moveTo>
                    <a:pt x="216" y="43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73"/>
            <p:cNvSpPr/>
            <p:nvPr/>
          </p:nvSpPr>
          <p:spPr>
            <a:xfrm flipH="1">
              <a:off x="-1558277" y="3855019"/>
              <a:ext cx="33713" cy="12504"/>
            </a:xfrm>
            <a:custGeom>
              <a:avLst/>
              <a:gdLst/>
              <a:ahLst/>
              <a:cxnLst/>
              <a:rect l="l" t="t" r="r" b="b"/>
              <a:pathLst>
                <a:path w="275" h="102" extrusionOk="0">
                  <a:moveTo>
                    <a:pt x="30" y="0"/>
                  </a:moveTo>
                  <a:cubicBezTo>
                    <a:pt x="16" y="0"/>
                    <a:pt x="3" y="9"/>
                    <a:pt x="0" y="24"/>
                  </a:cubicBezTo>
                  <a:cubicBezTo>
                    <a:pt x="0" y="27"/>
                    <a:pt x="0" y="27"/>
                    <a:pt x="0" y="30"/>
                  </a:cubicBezTo>
                  <a:cubicBezTo>
                    <a:pt x="0" y="46"/>
                    <a:pt x="10" y="56"/>
                    <a:pt x="23" y="59"/>
                  </a:cubicBezTo>
                  <a:cubicBezTo>
                    <a:pt x="95" y="72"/>
                    <a:pt x="167" y="89"/>
                    <a:pt x="238" y="102"/>
                  </a:cubicBezTo>
                  <a:lnTo>
                    <a:pt x="245" y="102"/>
                  </a:lnTo>
                  <a:cubicBezTo>
                    <a:pt x="261" y="102"/>
                    <a:pt x="271" y="92"/>
                    <a:pt x="274" y="76"/>
                  </a:cubicBezTo>
                  <a:cubicBezTo>
                    <a:pt x="274" y="76"/>
                    <a:pt x="274" y="72"/>
                    <a:pt x="274" y="72"/>
                  </a:cubicBezTo>
                  <a:cubicBezTo>
                    <a:pt x="274" y="56"/>
                    <a:pt x="264" y="43"/>
                    <a:pt x="251" y="40"/>
                  </a:cubicBezTo>
                  <a:cubicBezTo>
                    <a:pt x="176" y="30"/>
                    <a:pt x="105" y="14"/>
                    <a:pt x="36" y="1"/>
                  </a:cubicBezTo>
                  <a:cubicBezTo>
                    <a:pt x="34" y="0"/>
                    <a:pt x="32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73"/>
            <p:cNvSpPr/>
            <p:nvPr/>
          </p:nvSpPr>
          <p:spPr>
            <a:xfrm flipH="1">
              <a:off x="-2379769" y="3597697"/>
              <a:ext cx="31751" cy="13363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258" y="1"/>
                  </a:moveTo>
                  <a:lnTo>
                    <a:pt x="0" y="1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73"/>
            <p:cNvSpPr/>
            <p:nvPr/>
          </p:nvSpPr>
          <p:spPr>
            <a:xfrm flipH="1">
              <a:off x="-2383325" y="3593897"/>
              <a:ext cx="39352" cy="20718"/>
            </a:xfrm>
            <a:custGeom>
              <a:avLst/>
              <a:gdLst/>
              <a:ahLst/>
              <a:cxnLst/>
              <a:rect l="l" t="t" r="r" b="b"/>
              <a:pathLst>
                <a:path w="321" h="169" extrusionOk="0">
                  <a:moveTo>
                    <a:pt x="291" y="0"/>
                  </a:moveTo>
                  <a:cubicBezTo>
                    <a:pt x="287" y="0"/>
                    <a:pt x="282" y="1"/>
                    <a:pt x="278" y="3"/>
                  </a:cubicBezTo>
                  <a:lnTo>
                    <a:pt x="20" y="110"/>
                  </a:lnTo>
                  <a:cubicBezTo>
                    <a:pt x="7" y="117"/>
                    <a:pt x="1" y="127"/>
                    <a:pt x="1" y="140"/>
                  </a:cubicBezTo>
                  <a:cubicBezTo>
                    <a:pt x="1" y="143"/>
                    <a:pt x="1" y="146"/>
                    <a:pt x="4" y="153"/>
                  </a:cubicBezTo>
                  <a:cubicBezTo>
                    <a:pt x="7" y="162"/>
                    <a:pt x="20" y="169"/>
                    <a:pt x="33" y="169"/>
                  </a:cubicBezTo>
                  <a:lnTo>
                    <a:pt x="43" y="169"/>
                  </a:lnTo>
                  <a:lnTo>
                    <a:pt x="304" y="58"/>
                  </a:lnTo>
                  <a:cubicBezTo>
                    <a:pt x="314" y="55"/>
                    <a:pt x="321" y="45"/>
                    <a:pt x="321" y="32"/>
                  </a:cubicBezTo>
                  <a:cubicBezTo>
                    <a:pt x="321" y="29"/>
                    <a:pt x="321" y="22"/>
                    <a:pt x="321" y="19"/>
                  </a:cubicBezTo>
                  <a:cubicBezTo>
                    <a:pt x="316" y="7"/>
                    <a:pt x="304" y="0"/>
                    <a:pt x="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73"/>
            <p:cNvSpPr/>
            <p:nvPr/>
          </p:nvSpPr>
          <p:spPr>
            <a:xfrm flipH="1">
              <a:off x="-2408946" y="3585316"/>
              <a:ext cx="29300" cy="12504"/>
            </a:xfrm>
            <a:custGeom>
              <a:avLst/>
              <a:gdLst/>
              <a:ahLst/>
              <a:cxnLst/>
              <a:rect l="l" t="t" r="r" b="b"/>
              <a:pathLst>
                <a:path w="239" h="102" extrusionOk="0">
                  <a:moveTo>
                    <a:pt x="239" y="1"/>
                  </a:moveTo>
                  <a:lnTo>
                    <a:pt x="0" y="1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73"/>
            <p:cNvSpPr/>
            <p:nvPr/>
          </p:nvSpPr>
          <p:spPr>
            <a:xfrm flipH="1">
              <a:off x="-2412992" y="3581393"/>
              <a:ext cx="37391" cy="20105"/>
            </a:xfrm>
            <a:custGeom>
              <a:avLst/>
              <a:gdLst/>
              <a:ahLst/>
              <a:cxnLst/>
              <a:rect l="l" t="t" r="r" b="b"/>
              <a:pathLst>
                <a:path w="305" h="164" extrusionOk="0">
                  <a:moveTo>
                    <a:pt x="274" y="1"/>
                  </a:moveTo>
                  <a:cubicBezTo>
                    <a:pt x="270" y="1"/>
                    <a:pt x="266" y="2"/>
                    <a:pt x="262" y="3"/>
                  </a:cubicBezTo>
                  <a:lnTo>
                    <a:pt x="20" y="105"/>
                  </a:lnTo>
                  <a:cubicBezTo>
                    <a:pt x="10" y="111"/>
                    <a:pt x="1" y="121"/>
                    <a:pt x="1" y="134"/>
                  </a:cubicBezTo>
                  <a:cubicBezTo>
                    <a:pt x="1" y="137"/>
                    <a:pt x="4" y="140"/>
                    <a:pt x="4" y="144"/>
                  </a:cubicBezTo>
                  <a:cubicBezTo>
                    <a:pt x="10" y="157"/>
                    <a:pt x="20" y="163"/>
                    <a:pt x="33" y="163"/>
                  </a:cubicBezTo>
                  <a:cubicBezTo>
                    <a:pt x="37" y="163"/>
                    <a:pt x="40" y="163"/>
                    <a:pt x="46" y="160"/>
                  </a:cubicBezTo>
                  <a:lnTo>
                    <a:pt x="285" y="59"/>
                  </a:lnTo>
                  <a:cubicBezTo>
                    <a:pt x="298" y="56"/>
                    <a:pt x="304" y="46"/>
                    <a:pt x="304" y="33"/>
                  </a:cubicBezTo>
                  <a:cubicBezTo>
                    <a:pt x="304" y="29"/>
                    <a:pt x="304" y="23"/>
                    <a:pt x="301" y="20"/>
                  </a:cubicBezTo>
                  <a:cubicBezTo>
                    <a:pt x="296" y="8"/>
                    <a:pt x="286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73"/>
            <p:cNvSpPr/>
            <p:nvPr/>
          </p:nvSpPr>
          <p:spPr>
            <a:xfrm flipH="1">
              <a:off x="-1528242" y="3855019"/>
              <a:ext cx="16918" cy="3800"/>
            </a:xfrm>
            <a:custGeom>
              <a:avLst/>
              <a:gdLst/>
              <a:ahLst/>
              <a:cxnLst/>
              <a:rect l="l" t="t" r="r" b="b"/>
              <a:pathLst>
                <a:path w="138" h="31" extrusionOk="0">
                  <a:moveTo>
                    <a:pt x="137" y="30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73"/>
            <p:cNvSpPr/>
            <p:nvPr/>
          </p:nvSpPr>
          <p:spPr>
            <a:xfrm flipH="1">
              <a:off x="-1533023" y="3851341"/>
              <a:ext cx="25377" cy="11033"/>
            </a:xfrm>
            <a:custGeom>
              <a:avLst/>
              <a:gdLst/>
              <a:ahLst/>
              <a:cxnLst/>
              <a:rect l="l" t="t" r="r" b="b"/>
              <a:pathLst>
                <a:path w="207" h="90" extrusionOk="0">
                  <a:moveTo>
                    <a:pt x="31" y="1"/>
                  </a:moveTo>
                  <a:cubicBezTo>
                    <a:pt x="17" y="1"/>
                    <a:pt x="4" y="10"/>
                    <a:pt x="1" y="24"/>
                  </a:cubicBezTo>
                  <a:cubicBezTo>
                    <a:pt x="1" y="27"/>
                    <a:pt x="1" y="27"/>
                    <a:pt x="1" y="31"/>
                  </a:cubicBezTo>
                  <a:cubicBezTo>
                    <a:pt x="1" y="44"/>
                    <a:pt x="11" y="57"/>
                    <a:pt x="27" y="60"/>
                  </a:cubicBezTo>
                  <a:lnTo>
                    <a:pt x="161" y="89"/>
                  </a:lnTo>
                  <a:lnTo>
                    <a:pt x="167" y="89"/>
                  </a:lnTo>
                  <a:cubicBezTo>
                    <a:pt x="203" y="89"/>
                    <a:pt x="207" y="37"/>
                    <a:pt x="171" y="27"/>
                  </a:cubicBezTo>
                  <a:lnTo>
                    <a:pt x="37" y="1"/>
                  </a:lnTo>
                  <a:cubicBezTo>
                    <a:pt x="35" y="1"/>
                    <a:pt x="33" y="1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73"/>
            <p:cNvSpPr/>
            <p:nvPr/>
          </p:nvSpPr>
          <p:spPr>
            <a:xfrm flipH="1">
              <a:off x="-2472204" y="3558958"/>
              <a:ext cx="23415" cy="9685"/>
            </a:xfrm>
            <a:custGeom>
              <a:avLst/>
              <a:gdLst/>
              <a:ahLst/>
              <a:cxnLst/>
              <a:rect l="l" t="t" r="r" b="b"/>
              <a:pathLst>
                <a:path w="191" h="79" extrusionOk="0">
                  <a:moveTo>
                    <a:pt x="190" y="0"/>
                  </a:moveTo>
                  <a:lnTo>
                    <a:pt x="1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73"/>
            <p:cNvSpPr/>
            <p:nvPr/>
          </p:nvSpPr>
          <p:spPr>
            <a:xfrm flipH="1">
              <a:off x="-2475759" y="3555035"/>
              <a:ext cx="30893" cy="17653"/>
            </a:xfrm>
            <a:custGeom>
              <a:avLst/>
              <a:gdLst/>
              <a:ahLst/>
              <a:cxnLst/>
              <a:rect l="l" t="t" r="r" b="b"/>
              <a:pathLst>
                <a:path w="252" h="144" extrusionOk="0">
                  <a:moveTo>
                    <a:pt x="219" y="0"/>
                  </a:moveTo>
                  <a:cubicBezTo>
                    <a:pt x="215" y="0"/>
                    <a:pt x="210" y="1"/>
                    <a:pt x="206" y="3"/>
                  </a:cubicBezTo>
                  <a:lnTo>
                    <a:pt x="20" y="85"/>
                  </a:lnTo>
                  <a:cubicBezTo>
                    <a:pt x="10" y="88"/>
                    <a:pt x="0" y="98"/>
                    <a:pt x="0" y="111"/>
                  </a:cubicBezTo>
                  <a:cubicBezTo>
                    <a:pt x="0" y="114"/>
                    <a:pt x="4" y="120"/>
                    <a:pt x="4" y="124"/>
                  </a:cubicBezTo>
                  <a:cubicBezTo>
                    <a:pt x="7" y="133"/>
                    <a:pt x="20" y="143"/>
                    <a:pt x="33" y="143"/>
                  </a:cubicBezTo>
                  <a:cubicBezTo>
                    <a:pt x="36" y="143"/>
                    <a:pt x="40" y="140"/>
                    <a:pt x="46" y="140"/>
                  </a:cubicBezTo>
                  <a:lnTo>
                    <a:pt x="232" y="62"/>
                  </a:lnTo>
                  <a:cubicBezTo>
                    <a:pt x="242" y="55"/>
                    <a:pt x="252" y="45"/>
                    <a:pt x="252" y="32"/>
                  </a:cubicBezTo>
                  <a:cubicBezTo>
                    <a:pt x="248" y="29"/>
                    <a:pt x="248" y="26"/>
                    <a:pt x="248" y="19"/>
                  </a:cubicBezTo>
                  <a:cubicBezTo>
                    <a:pt x="244" y="7"/>
                    <a:pt x="232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73"/>
            <p:cNvSpPr/>
            <p:nvPr/>
          </p:nvSpPr>
          <p:spPr>
            <a:xfrm flipH="1">
              <a:off x="-2260855" y="3647347"/>
              <a:ext cx="74904" cy="30893"/>
            </a:xfrm>
            <a:custGeom>
              <a:avLst/>
              <a:gdLst/>
              <a:ahLst/>
              <a:cxnLst/>
              <a:rect l="l" t="t" r="r" b="b"/>
              <a:pathLst>
                <a:path w="611" h="252" extrusionOk="0">
                  <a:moveTo>
                    <a:pt x="611" y="1"/>
                  </a:moveTo>
                  <a:lnTo>
                    <a:pt x="1" y="2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73"/>
            <p:cNvSpPr/>
            <p:nvPr/>
          </p:nvSpPr>
          <p:spPr>
            <a:xfrm flipH="1">
              <a:off x="-2266984" y="3643179"/>
              <a:ext cx="85079" cy="39107"/>
            </a:xfrm>
            <a:custGeom>
              <a:avLst/>
              <a:gdLst/>
              <a:ahLst/>
              <a:cxnLst/>
              <a:rect l="l" t="t" r="r" b="b"/>
              <a:pathLst>
                <a:path w="694" h="319" extrusionOk="0">
                  <a:moveTo>
                    <a:pt x="650" y="0"/>
                  </a:moveTo>
                  <a:cubicBezTo>
                    <a:pt x="645" y="0"/>
                    <a:pt x="640" y="2"/>
                    <a:pt x="634" y="5"/>
                  </a:cubicBezTo>
                  <a:lnTo>
                    <a:pt x="20" y="260"/>
                  </a:lnTo>
                  <a:cubicBezTo>
                    <a:pt x="7" y="263"/>
                    <a:pt x="1" y="276"/>
                    <a:pt x="1" y="286"/>
                  </a:cubicBezTo>
                  <a:cubicBezTo>
                    <a:pt x="1" y="293"/>
                    <a:pt x="1" y="296"/>
                    <a:pt x="4" y="299"/>
                  </a:cubicBezTo>
                  <a:cubicBezTo>
                    <a:pt x="7" y="309"/>
                    <a:pt x="20" y="319"/>
                    <a:pt x="34" y="319"/>
                  </a:cubicBezTo>
                  <a:cubicBezTo>
                    <a:pt x="37" y="319"/>
                    <a:pt x="40" y="315"/>
                    <a:pt x="43" y="315"/>
                  </a:cubicBezTo>
                  <a:cubicBezTo>
                    <a:pt x="252" y="230"/>
                    <a:pt x="458" y="142"/>
                    <a:pt x="657" y="61"/>
                  </a:cubicBezTo>
                  <a:cubicBezTo>
                    <a:pt x="693" y="50"/>
                    <a:pt x="679" y="0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73"/>
            <p:cNvSpPr/>
            <p:nvPr/>
          </p:nvSpPr>
          <p:spPr>
            <a:xfrm flipH="1">
              <a:off x="-1757490" y="3848644"/>
              <a:ext cx="203013" cy="30526"/>
            </a:xfrm>
            <a:custGeom>
              <a:avLst/>
              <a:gdLst/>
              <a:ahLst/>
              <a:cxnLst/>
              <a:rect l="l" t="t" r="r" b="b"/>
              <a:pathLst>
                <a:path w="1656" h="249" extrusionOk="0">
                  <a:moveTo>
                    <a:pt x="1" y="121"/>
                  </a:moveTo>
                  <a:cubicBezTo>
                    <a:pt x="317" y="183"/>
                    <a:pt x="637" y="235"/>
                    <a:pt x="833" y="245"/>
                  </a:cubicBezTo>
                  <a:cubicBezTo>
                    <a:pt x="925" y="249"/>
                    <a:pt x="1225" y="154"/>
                    <a:pt x="1656" y="0"/>
                  </a:cubicBezTo>
                  <a:cubicBezTo>
                    <a:pt x="1225" y="154"/>
                    <a:pt x="925" y="249"/>
                    <a:pt x="833" y="245"/>
                  </a:cubicBezTo>
                  <a:cubicBezTo>
                    <a:pt x="637" y="235"/>
                    <a:pt x="317" y="183"/>
                    <a:pt x="1" y="1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73"/>
            <p:cNvSpPr/>
            <p:nvPr/>
          </p:nvSpPr>
          <p:spPr>
            <a:xfrm flipH="1">
              <a:off x="-1763007" y="3844353"/>
              <a:ext cx="212085" cy="38004"/>
            </a:xfrm>
            <a:custGeom>
              <a:avLst/>
              <a:gdLst/>
              <a:ahLst/>
              <a:cxnLst/>
              <a:rect l="l" t="t" r="r" b="b"/>
              <a:pathLst>
                <a:path w="1730" h="310" extrusionOk="0">
                  <a:moveTo>
                    <a:pt x="1683" y="1"/>
                  </a:moveTo>
                  <a:cubicBezTo>
                    <a:pt x="1679" y="1"/>
                    <a:pt x="1676" y="2"/>
                    <a:pt x="1672" y="3"/>
                  </a:cubicBezTo>
                  <a:cubicBezTo>
                    <a:pt x="1124" y="204"/>
                    <a:pt x="932" y="248"/>
                    <a:pt x="869" y="248"/>
                  </a:cubicBezTo>
                  <a:cubicBezTo>
                    <a:pt x="866" y="248"/>
                    <a:pt x="864" y="248"/>
                    <a:pt x="862" y="248"/>
                  </a:cubicBezTo>
                  <a:cubicBezTo>
                    <a:pt x="663" y="235"/>
                    <a:pt x="467" y="208"/>
                    <a:pt x="271" y="173"/>
                  </a:cubicBezTo>
                  <a:cubicBezTo>
                    <a:pt x="200" y="159"/>
                    <a:pt x="118" y="143"/>
                    <a:pt x="36" y="127"/>
                  </a:cubicBezTo>
                  <a:cubicBezTo>
                    <a:pt x="35" y="126"/>
                    <a:pt x="33" y="126"/>
                    <a:pt x="31" y="126"/>
                  </a:cubicBezTo>
                  <a:cubicBezTo>
                    <a:pt x="17" y="126"/>
                    <a:pt x="3" y="138"/>
                    <a:pt x="0" y="153"/>
                  </a:cubicBezTo>
                  <a:cubicBezTo>
                    <a:pt x="0" y="153"/>
                    <a:pt x="0" y="156"/>
                    <a:pt x="0" y="159"/>
                  </a:cubicBezTo>
                  <a:cubicBezTo>
                    <a:pt x="0" y="173"/>
                    <a:pt x="10" y="186"/>
                    <a:pt x="27" y="189"/>
                  </a:cubicBezTo>
                  <a:cubicBezTo>
                    <a:pt x="415" y="261"/>
                    <a:pt x="692" y="303"/>
                    <a:pt x="862" y="310"/>
                  </a:cubicBezTo>
                  <a:lnTo>
                    <a:pt x="869" y="310"/>
                  </a:lnTo>
                  <a:cubicBezTo>
                    <a:pt x="963" y="310"/>
                    <a:pt x="1234" y="228"/>
                    <a:pt x="1695" y="62"/>
                  </a:cubicBezTo>
                  <a:cubicBezTo>
                    <a:pt x="1730" y="50"/>
                    <a:pt x="1715" y="1"/>
                    <a:pt x="1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73"/>
            <p:cNvSpPr/>
            <p:nvPr/>
          </p:nvSpPr>
          <p:spPr>
            <a:xfrm flipH="1">
              <a:off x="-1637472" y="2865085"/>
              <a:ext cx="1222983" cy="757867"/>
            </a:xfrm>
            <a:custGeom>
              <a:avLst/>
              <a:gdLst/>
              <a:ahLst/>
              <a:cxnLst/>
              <a:rect l="l" t="t" r="r" b="b"/>
              <a:pathLst>
                <a:path w="9976" h="6182" extrusionOk="0">
                  <a:moveTo>
                    <a:pt x="5997" y="0"/>
                  </a:moveTo>
                  <a:cubicBezTo>
                    <a:pt x="5997" y="0"/>
                    <a:pt x="1545" y="428"/>
                    <a:pt x="536" y="1277"/>
                  </a:cubicBezTo>
                  <a:cubicBezTo>
                    <a:pt x="1" y="2324"/>
                    <a:pt x="226" y="3891"/>
                    <a:pt x="575" y="4169"/>
                  </a:cubicBezTo>
                  <a:cubicBezTo>
                    <a:pt x="944" y="4459"/>
                    <a:pt x="1545" y="4678"/>
                    <a:pt x="2321" y="4913"/>
                  </a:cubicBezTo>
                  <a:cubicBezTo>
                    <a:pt x="3098" y="5151"/>
                    <a:pt x="8216" y="6039"/>
                    <a:pt x="8216" y="6039"/>
                  </a:cubicBezTo>
                  <a:cubicBezTo>
                    <a:pt x="8216" y="6039"/>
                    <a:pt x="8526" y="6181"/>
                    <a:pt x="8871" y="6181"/>
                  </a:cubicBezTo>
                  <a:cubicBezTo>
                    <a:pt x="8943" y="6181"/>
                    <a:pt x="9018" y="6175"/>
                    <a:pt x="9091" y="6160"/>
                  </a:cubicBezTo>
                  <a:cubicBezTo>
                    <a:pt x="9166" y="6127"/>
                    <a:pt x="9244" y="6098"/>
                    <a:pt x="9326" y="6072"/>
                  </a:cubicBezTo>
                  <a:cubicBezTo>
                    <a:pt x="9577" y="5931"/>
                    <a:pt x="9780" y="5628"/>
                    <a:pt x="9806" y="5027"/>
                  </a:cubicBezTo>
                  <a:cubicBezTo>
                    <a:pt x="9829" y="4433"/>
                    <a:pt x="9881" y="3023"/>
                    <a:pt x="9917" y="2246"/>
                  </a:cubicBezTo>
                  <a:cubicBezTo>
                    <a:pt x="9917" y="2246"/>
                    <a:pt x="9962" y="1414"/>
                    <a:pt x="9976" y="1375"/>
                  </a:cubicBezTo>
                  <a:lnTo>
                    <a:pt x="8108" y="138"/>
                  </a:lnTo>
                  <a:cubicBezTo>
                    <a:pt x="8050" y="138"/>
                    <a:pt x="6059" y="4"/>
                    <a:pt x="599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73"/>
            <p:cNvSpPr/>
            <p:nvPr/>
          </p:nvSpPr>
          <p:spPr>
            <a:xfrm flipH="1">
              <a:off x="-2552993" y="2132717"/>
              <a:ext cx="1169287" cy="585257"/>
            </a:xfrm>
            <a:custGeom>
              <a:avLst/>
              <a:gdLst/>
              <a:ahLst/>
              <a:cxnLst/>
              <a:rect l="l" t="t" r="r" b="b"/>
              <a:pathLst>
                <a:path w="9538" h="4774" extrusionOk="0">
                  <a:moveTo>
                    <a:pt x="143" y="0"/>
                  </a:moveTo>
                  <a:cubicBezTo>
                    <a:pt x="124" y="0"/>
                    <a:pt x="108" y="1"/>
                    <a:pt x="95" y="1"/>
                  </a:cubicBezTo>
                  <a:cubicBezTo>
                    <a:pt x="59" y="5"/>
                    <a:pt x="26" y="18"/>
                    <a:pt x="0" y="44"/>
                  </a:cubicBezTo>
                  <a:cubicBezTo>
                    <a:pt x="2024" y="213"/>
                    <a:pt x="6306" y="687"/>
                    <a:pt x="7139" y="821"/>
                  </a:cubicBezTo>
                  <a:cubicBezTo>
                    <a:pt x="8180" y="987"/>
                    <a:pt x="8431" y="1245"/>
                    <a:pt x="8314" y="1947"/>
                  </a:cubicBezTo>
                  <a:cubicBezTo>
                    <a:pt x="8209" y="2570"/>
                    <a:pt x="8007" y="4382"/>
                    <a:pt x="7964" y="4773"/>
                  </a:cubicBezTo>
                  <a:cubicBezTo>
                    <a:pt x="8356" y="4724"/>
                    <a:pt x="8715" y="4679"/>
                    <a:pt x="9006" y="4643"/>
                  </a:cubicBezTo>
                  <a:lnTo>
                    <a:pt x="9041" y="4649"/>
                  </a:lnTo>
                  <a:lnTo>
                    <a:pt x="9074" y="4636"/>
                  </a:lnTo>
                  <a:cubicBezTo>
                    <a:pt x="9074" y="4636"/>
                    <a:pt x="9306" y="2547"/>
                    <a:pt x="9423" y="1881"/>
                  </a:cubicBezTo>
                  <a:cubicBezTo>
                    <a:pt x="9538" y="1219"/>
                    <a:pt x="9286" y="974"/>
                    <a:pt x="8245" y="814"/>
                  </a:cubicBezTo>
                  <a:cubicBezTo>
                    <a:pt x="7226" y="657"/>
                    <a:pt x="1007" y="0"/>
                    <a:pt x="143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92" name="Google Shape;4792;p73"/>
            <p:cNvGrpSpPr/>
            <p:nvPr/>
          </p:nvGrpSpPr>
          <p:grpSpPr>
            <a:xfrm>
              <a:off x="-1488639" y="2532127"/>
              <a:ext cx="678594" cy="525732"/>
              <a:chOff x="-1753441" y="823246"/>
              <a:chExt cx="833449" cy="645703"/>
            </a:xfrm>
          </p:grpSpPr>
          <p:sp>
            <p:nvSpPr>
              <p:cNvPr id="4793" name="Google Shape;4793;p73"/>
              <p:cNvSpPr/>
              <p:nvPr/>
            </p:nvSpPr>
            <p:spPr>
              <a:xfrm flipH="1">
                <a:off x="-1750433" y="842870"/>
                <a:ext cx="830442" cy="617498"/>
              </a:xfrm>
              <a:custGeom>
                <a:avLst/>
                <a:gdLst/>
                <a:ahLst/>
                <a:cxnLst/>
                <a:rect l="l" t="t" r="r" b="b"/>
                <a:pathLst>
                  <a:path w="6774" h="5037" extrusionOk="0">
                    <a:moveTo>
                      <a:pt x="6557" y="1"/>
                    </a:moveTo>
                    <a:cubicBezTo>
                      <a:pt x="6466" y="1"/>
                      <a:pt x="6369" y="93"/>
                      <a:pt x="6369" y="93"/>
                    </a:cubicBezTo>
                    <a:cubicBezTo>
                      <a:pt x="6369" y="93"/>
                      <a:pt x="5911" y="71"/>
                      <a:pt x="5245" y="71"/>
                    </a:cubicBezTo>
                    <a:cubicBezTo>
                      <a:pt x="3715" y="71"/>
                      <a:pt x="1082" y="187"/>
                      <a:pt x="343" y="948"/>
                    </a:cubicBezTo>
                    <a:cubicBezTo>
                      <a:pt x="343" y="948"/>
                      <a:pt x="282" y="878"/>
                      <a:pt x="230" y="878"/>
                    </a:cubicBezTo>
                    <a:cubicBezTo>
                      <a:pt x="197" y="878"/>
                      <a:pt x="168" y="906"/>
                      <a:pt x="161" y="997"/>
                    </a:cubicBezTo>
                    <a:cubicBezTo>
                      <a:pt x="151" y="1138"/>
                      <a:pt x="190" y="1278"/>
                      <a:pt x="275" y="1392"/>
                    </a:cubicBezTo>
                    <a:cubicBezTo>
                      <a:pt x="275" y="1392"/>
                      <a:pt x="1" y="3475"/>
                      <a:pt x="595" y="4689"/>
                    </a:cubicBezTo>
                    <a:cubicBezTo>
                      <a:pt x="595" y="4689"/>
                      <a:pt x="530" y="4927"/>
                      <a:pt x="660" y="5015"/>
                    </a:cubicBezTo>
                    <a:cubicBezTo>
                      <a:pt x="682" y="5030"/>
                      <a:pt x="705" y="5037"/>
                      <a:pt x="727" y="5037"/>
                    </a:cubicBezTo>
                    <a:cubicBezTo>
                      <a:pt x="841" y="5037"/>
                      <a:pt x="951" y="4875"/>
                      <a:pt x="951" y="4875"/>
                    </a:cubicBezTo>
                    <a:cubicBezTo>
                      <a:pt x="951" y="4875"/>
                      <a:pt x="3366" y="4735"/>
                      <a:pt x="4518" y="4542"/>
                    </a:cubicBezTo>
                    <a:cubicBezTo>
                      <a:pt x="4518" y="4542"/>
                      <a:pt x="4959" y="4580"/>
                      <a:pt x="5407" y="4580"/>
                    </a:cubicBezTo>
                    <a:cubicBezTo>
                      <a:pt x="5688" y="4580"/>
                      <a:pt x="5973" y="4565"/>
                      <a:pt x="6153" y="4516"/>
                    </a:cubicBezTo>
                    <a:cubicBezTo>
                      <a:pt x="6153" y="4516"/>
                      <a:pt x="6371" y="4664"/>
                      <a:pt x="6504" y="4664"/>
                    </a:cubicBezTo>
                    <a:cubicBezTo>
                      <a:pt x="6566" y="4664"/>
                      <a:pt x="6609" y="4632"/>
                      <a:pt x="6604" y="4539"/>
                    </a:cubicBezTo>
                    <a:cubicBezTo>
                      <a:pt x="6584" y="4245"/>
                      <a:pt x="6424" y="4134"/>
                      <a:pt x="6424" y="4134"/>
                    </a:cubicBezTo>
                    <a:cubicBezTo>
                      <a:pt x="6424" y="4134"/>
                      <a:pt x="6774" y="2747"/>
                      <a:pt x="6620" y="1572"/>
                    </a:cubicBezTo>
                    <a:cubicBezTo>
                      <a:pt x="6480" y="504"/>
                      <a:pt x="6506" y="501"/>
                      <a:pt x="6506" y="501"/>
                    </a:cubicBezTo>
                    <a:cubicBezTo>
                      <a:pt x="6506" y="501"/>
                      <a:pt x="6757" y="233"/>
                      <a:pt x="6663" y="67"/>
                    </a:cubicBezTo>
                    <a:cubicBezTo>
                      <a:pt x="6634" y="18"/>
                      <a:pt x="6596" y="1"/>
                      <a:pt x="65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4" name="Google Shape;4794;p73"/>
              <p:cNvSpPr/>
              <p:nvPr/>
            </p:nvSpPr>
            <p:spPr>
              <a:xfrm flipH="1">
                <a:off x="-1750621" y="823246"/>
                <a:ext cx="830442" cy="643978"/>
              </a:xfrm>
              <a:custGeom>
                <a:avLst/>
                <a:gdLst/>
                <a:ahLst/>
                <a:cxnLst/>
                <a:rect l="l" t="t" r="r" b="b"/>
                <a:pathLst>
                  <a:path w="6774" h="5253" extrusionOk="0">
                    <a:moveTo>
                      <a:pt x="6369" y="239"/>
                    </a:moveTo>
                    <a:cubicBezTo>
                      <a:pt x="6369" y="239"/>
                      <a:pt x="1404" y="1"/>
                      <a:pt x="343" y="1094"/>
                    </a:cubicBezTo>
                    <a:cubicBezTo>
                      <a:pt x="343" y="1094"/>
                      <a:pt x="180" y="908"/>
                      <a:pt x="161" y="1143"/>
                    </a:cubicBezTo>
                    <a:cubicBezTo>
                      <a:pt x="151" y="1284"/>
                      <a:pt x="190" y="1424"/>
                      <a:pt x="275" y="1538"/>
                    </a:cubicBezTo>
                    <a:cubicBezTo>
                      <a:pt x="275" y="1538"/>
                      <a:pt x="1" y="3621"/>
                      <a:pt x="595" y="4835"/>
                    </a:cubicBezTo>
                    <a:cubicBezTo>
                      <a:pt x="595" y="4835"/>
                      <a:pt x="530" y="5073"/>
                      <a:pt x="660" y="5161"/>
                    </a:cubicBezTo>
                    <a:cubicBezTo>
                      <a:pt x="794" y="5253"/>
                      <a:pt x="951" y="5021"/>
                      <a:pt x="951" y="5021"/>
                    </a:cubicBezTo>
                    <a:cubicBezTo>
                      <a:pt x="951" y="5021"/>
                      <a:pt x="3366" y="4881"/>
                      <a:pt x="4518" y="4688"/>
                    </a:cubicBezTo>
                    <a:cubicBezTo>
                      <a:pt x="4518" y="4688"/>
                      <a:pt x="5687" y="4789"/>
                      <a:pt x="6153" y="4662"/>
                    </a:cubicBezTo>
                    <a:cubicBezTo>
                      <a:pt x="6153" y="4662"/>
                      <a:pt x="6620" y="4978"/>
                      <a:pt x="6604" y="4685"/>
                    </a:cubicBezTo>
                    <a:cubicBezTo>
                      <a:pt x="6584" y="4391"/>
                      <a:pt x="6424" y="4280"/>
                      <a:pt x="6424" y="4280"/>
                    </a:cubicBezTo>
                    <a:cubicBezTo>
                      <a:pt x="6424" y="4280"/>
                      <a:pt x="6774" y="2893"/>
                      <a:pt x="6620" y="1718"/>
                    </a:cubicBezTo>
                    <a:cubicBezTo>
                      <a:pt x="6480" y="650"/>
                      <a:pt x="6506" y="647"/>
                      <a:pt x="6506" y="647"/>
                    </a:cubicBezTo>
                    <a:cubicBezTo>
                      <a:pt x="6506" y="647"/>
                      <a:pt x="6757" y="379"/>
                      <a:pt x="6663" y="213"/>
                    </a:cubicBezTo>
                    <a:cubicBezTo>
                      <a:pt x="6568" y="50"/>
                      <a:pt x="6369" y="239"/>
                      <a:pt x="6369" y="23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35000">
                    <a:schemeClr val="accent1"/>
                  </a:gs>
                  <a:gs pos="100000">
                    <a:schemeClr val="accent3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5" name="Google Shape;4795;p73"/>
              <p:cNvSpPr/>
              <p:nvPr/>
            </p:nvSpPr>
            <p:spPr>
              <a:xfrm flipH="1">
                <a:off x="-1753441" y="837467"/>
                <a:ext cx="833261" cy="624977"/>
              </a:xfrm>
              <a:custGeom>
                <a:avLst/>
                <a:gdLst/>
                <a:ahLst/>
                <a:cxnLst/>
                <a:rect l="l" t="t" r="r" b="b"/>
                <a:pathLst>
                  <a:path w="6797" h="5098" extrusionOk="0">
                    <a:moveTo>
                      <a:pt x="6558" y="63"/>
                    </a:moveTo>
                    <a:cubicBezTo>
                      <a:pt x="6562" y="63"/>
                      <a:pt x="6567" y="64"/>
                      <a:pt x="6571" y="64"/>
                    </a:cubicBezTo>
                    <a:cubicBezTo>
                      <a:pt x="6601" y="68"/>
                      <a:pt x="6623" y="87"/>
                      <a:pt x="6637" y="113"/>
                    </a:cubicBezTo>
                    <a:cubicBezTo>
                      <a:pt x="6705" y="234"/>
                      <a:pt x="6548" y="440"/>
                      <a:pt x="6483" y="511"/>
                    </a:cubicBezTo>
                    <a:lnTo>
                      <a:pt x="6480" y="515"/>
                    </a:lnTo>
                    <a:cubicBezTo>
                      <a:pt x="6470" y="528"/>
                      <a:pt x="6450" y="551"/>
                      <a:pt x="6591" y="1608"/>
                    </a:cubicBezTo>
                    <a:cubicBezTo>
                      <a:pt x="6741" y="2760"/>
                      <a:pt x="6398" y="4141"/>
                      <a:pt x="6395" y="4157"/>
                    </a:cubicBezTo>
                    <a:cubicBezTo>
                      <a:pt x="6392" y="4167"/>
                      <a:pt x="6395" y="4180"/>
                      <a:pt x="6408" y="4190"/>
                    </a:cubicBezTo>
                    <a:cubicBezTo>
                      <a:pt x="6411" y="4193"/>
                      <a:pt x="6558" y="4298"/>
                      <a:pt x="6571" y="4572"/>
                    </a:cubicBezTo>
                    <a:cubicBezTo>
                      <a:pt x="6575" y="4611"/>
                      <a:pt x="6565" y="4640"/>
                      <a:pt x="6545" y="4654"/>
                    </a:cubicBezTo>
                    <a:cubicBezTo>
                      <a:pt x="6534" y="4660"/>
                      <a:pt x="6520" y="4662"/>
                      <a:pt x="6504" y="4662"/>
                    </a:cubicBezTo>
                    <a:cubicBezTo>
                      <a:pt x="6415" y="4662"/>
                      <a:pt x="6261" y="4580"/>
                      <a:pt x="6170" y="4520"/>
                    </a:cubicBezTo>
                    <a:cubicBezTo>
                      <a:pt x="6166" y="4516"/>
                      <a:pt x="6161" y="4514"/>
                      <a:pt x="6156" y="4514"/>
                    </a:cubicBezTo>
                    <a:cubicBezTo>
                      <a:pt x="6153" y="4514"/>
                      <a:pt x="6150" y="4515"/>
                      <a:pt x="6147" y="4516"/>
                    </a:cubicBezTo>
                    <a:cubicBezTo>
                      <a:pt x="5972" y="4564"/>
                      <a:pt x="5697" y="4578"/>
                      <a:pt x="5422" y="4578"/>
                    </a:cubicBezTo>
                    <a:cubicBezTo>
                      <a:pt x="4974" y="4578"/>
                      <a:pt x="4526" y="4539"/>
                      <a:pt x="4518" y="4539"/>
                    </a:cubicBezTo>
                    <a:lnTo>
                      <a:pt x="4512" y="4539"/>
                    </a:lnTo>
                    <a:cubicBezTo>
                      <a:pt x="3376" y="4729"/>
                      <a:pt x="973" y="4872"/>
                      <a:pt x="947" y="4872"/>
                    </a:cubicBezTo>
                    <a:cubicBezTo>
                      <a:pt x="938" y="4875"/>
                      <a:pt x="931" y="4879"/>
                      <a:pt x="924" y="4889"/>
                    </a:cubicBezTo>
                    <a:cubicBezTo>
                      <a:pt x="924" y="4889"/>
                      <a:pt x="821" y="5035"/>
                      <a:pt x="726" y="5035"/>
                    </a:cubicBezTo>
                    <a:cubicBezTo>
                      <a:pt x="709" y="5035"/>
                      <a:pt x="692" y="5030"/>
                      <a:pt x="676" y="5019"/>
                    </a:cubicBezTo>
                    <a:cubicBezTo>
                      <a:pt x="565" y="4944"/>
                      <a:pt x="621" y="4725"/>
                      <a:pt x="621" y="4725"/>
                    </a:cubicBezTo>
                    <a:cubicBezTo>
                      <a:pt x="624" y="4719"/>
                      <a:pt x="624" y="4712"/>
                      <a:pt x="621" y="4706"/>
                    </a:cubicBezTo>
                    <a:cubicBezTo>
                      <a:pt x="40" y="3514"/>
                      <a:pt x="301" y="1448"/>
                      <a:pt x="304" y="1425"/>
                    </a:cubicBezTo>
                    <a:cubicBezTo>
                      <a:pt x="304" y="1419"/>
                      <a:pt x="304" y="1409"/>
                      <a:pt x="298" y="1403"/>
                    </a:cubicBezTo>
                    <a:cubicBezTo>
                      <a:pt x="219" y="1295"/>
                      <a:pt x="184" y="1161"/>
                      <a:pt x="193" y="1027"/>
                    </a:cubicBezTo>
                    <a:cubicBezTo>
                      <a:pt x="197" y="968"/>
                      <a:pt x="213" y="942"/>
                      <a:pt x="223" y="939"/>
                    </a:cubicBezTo>
                    <a:lnTo>
                      <a:pt x="229" y="939"/>
                    </a:lnTo>
                    <a:cubicBezTo>
                      <a:pt x="265" y="949"/>
                      <a:pt x="295" y="972"/>
                      <a:pt x="317" y="1001"/>
                    </a:cubicBezTo>
                    <a:cubicBezTo>
                      <a:pt x="324" y="1008"/>
                      <a:pt x="330" y="1011"/>
                      <a:pt x="340" y="1011"/>
                    </a:cubicBezTo>
                    <a:cubicBezTo>
                      <a:pt x="347" y="1011"/>
                      <a:pt x="357" y="1008"/>
                      <a:pt x="363" y="1001"/>
                    </a:cubicBezTo>
                    <a:cubicBezTo>
                      <a:pt x="1093" y="248"/>
                      <a:pt x="3741" y="135"/>
                      <a:pt x="5265" y="135"/>
                    </a:cubicBezTo>
                    <a:cubicBezTo>
                      <a:pt x="5908" y="135"/>
                      <a:pt x="6351" y="155"/>
                      <a:pt x="6366" y="156"/>
                    </a:cubicBezTo>
                    <a:cubicBezTo>
                      <a:pt x="6375" y="156"/>
                      <a:pt x="6382" y="152"/>
                      <a:pt x="6388" y="149"/>
                    </a:cubicBezTo>
                    <a:cubicBezTo>
                      <a:pt x="6416" y="122"/>
                      <a:pt x="6494" y="63"/>
                      <a:pt x="6558" y="63"/>
                    </a:cubicBezTo>
                    <a:close/>
                    <a:moveTo>
                      <a:pt x="6559" y="1"/>
                    </a:moveTo>
                    <a:cubicBezTo>
                      <a:pt x="6475" y="1"/>
                      <a:pt x="6389" y="67"/>
                      <a:pt x="6359" y="94"/>
                    </a:cubicBezTo>
                    <a:cubicBezTo>
                      <a:pt x="6264" y="89"/>
                      <a:pt x="5820" y="70"/>
                      <a:pt x="5210" y="70"/>
                    </a:cubicBezTo>
                    <a:cubicBezTo>
                      <a:pt x="3684" y="70"/>
                      <a:pt x="1117" y="188"/>
                      <a:pt x="343" y="936"/>
                    </a:cubicBezTo>
                    <a:cubicBezTo>
                      <a:pt x="316" y="911"/>
                      <a:pt x="272" y="877"/>
                      <a:pt x="229" y="877"/>
                    </a:cubicBezTo>
                    <a:cubicBezTo>
                      <a:pt x="222" y="877"/>
                      <a:pt x="214" y="878"/>
                      <a:pt x="206" y="880"/>
                    </a:cubicBezTo>
                    <a:cubicBezTo>
                      <a:pt x="161" y="897"/>
                      <a:pt x="138" y="942"/>
                      <a:pt x="131" y="1024"/>
                    </a:cubicBezTo>
                    <a:cubicBezTo>
                      <a:pt x="122" y="1168"/>
                      <a:pt x="161" y="1311"/>
                      <a:pt x="242" y="1432"/>
                    </a:cubicBezTo>
                    <a:cubicBezTo>
                      <a:pt x="223" y="1608"/>
                      <a:pt x="1" y="3563"/>
                      <a:pt x="562" y="4722"/>
                    </a:cubicBezTo>
                    <a:cubicBezTo>
                      <a:pt x="549" y="4774"/>
                      <a:pt x="513" y="4980"/>
                      <a:pt x="644" y="5071"/>
                    </a:cubicBezTo>
                    <a:cubicBezTo>
                      <a:pt x="667" y="5088"/>
                      <a:pt x="696" y="5097"/>
                      <a:pt x="729" y="5097"/>
                    </a:cubicBezTo>
                    <a:cubicBezTo>
                      <a:pt x="836" y="5097"/>
                      <a:pt x="938" y="4977"/>
                      <a:pt x="970" y="4934"/>
                    </a:cubicBezTo>
                    <a:cubicBezTo>
                      <a:pt x="1173" y="4924"/>
                      <a:pt x="3425" y="4784"/>
                      <a:pt x="4521" y="4601"/>
                    </a:cubicBezTo>
                    <a:cubicBezTo>
                      <a:pt x="4573" y="4607"/>
                      <a:pt x="4983" y="4641"/>
                      <a:pt x="5404" y="4641"/>
                    </a:cubicBezTo>
                    <a:cubicBezTo>
                      <a:pt x="5682" y="4641"/>
                      <a:pt x="5964" y="4627"/>
                      <a:pt x="6150" y="4578"/>
                    </a:cubicBezTo>
                    <a:cubicBezTo>
                      <a:pt x="6201" y="4613"/>
                      <a:pt x="6378" y="4723"/>
                      <a:pt x="6504" y="4723"/>
                    </a:cubicBezTo>
                    <a:cubicBezTo>
                      <a:pt x="6532" y="4723"/>
                      <a:pt x="6557" y="4718"/>
                      <a:pt x="6578" y="4706"/>
                    </a:cubicBezTo>
                    <a:cubicBezTo>
                      <a:pt x="6620" y="4683"/>
                      <a:pt x="6640" y="4634"/>
                      <a:pt x="6637" y="4565"/>
                    </a:cubicBezTo>
                    <a:cubicBezTo>
                      <a:pt x="6620" y="4314"/>
                      <a:pt x="6506" y="4193"/>
                      <a:pt x="6460" y="4151"/>
                    </a:cubicBezTo>
                    <a:cubicBezTo>
                      <a:pt x="6503" y="3981"/>
                      <a:pt x="6796" y="2689"/>
                      <a:pt x="6653" y="1598"/>
                    </a:cubicBezTo>
                    <a:cubicBezTo>
                      <a:pt x="6542" y="746"/>
                      <a:pt x="6535" y="577"/>
                      <a:pt x="6535" y="547"/>
                    </a:cubicBezTo>
                    <a:cubicBezTo>
                      <a:pt x="6578" y="502"/>
                      <a:pt x="6790" y="254"/>
                      <a:pt x="6692" y="84"/>
                    </a:cubicBezTo>
                    <a:cubicBezTo>
                      <a:pt x="6669" y="38"/>
                      <a:pt x="6630" y="9"/>
                      <a:pt x="6581" y="2"/>
                    </a:cubicBezTo>
                    <a:cubicBezTo>
                      <a:pt x="6574" y="1"/>
                      <a:pt x="6567" y="1"/>
                      <a:pt x="6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6" name="Google Shape;4796;p73"/>
              <p:cNvSpPr/>
              <p:nvPr/>
            </p:nvSpPr>
            <p:spPr>
              <a:xfrm flipH="1">
                <a:off x="-1750801" y="830978"/>
                <a:ext cx="788760" cy="637971"/>
              </a:xfrm>
              <a:custGeom>
                <a:avLst/>
                <a:gdLst/>
                <a:ahLst/>
                <a:cxnLst/>
                <a:rect l="l" t="t" r="r" b="b"/>
                <a:pathLst>
                  <a:path w="6434" h="5204" extrusionOk="0">
                    <a:moveTo>
                      <a:pt x="6163" y="601"/>
                    </a:moveTo>
                    <a:cubicBezTo>
                      <a:pt x="6163" y="601"/>
                      <a:pt x="6137" y="601"/>
                      <a:pt x="6280" y="1672"/>
                    </a:cubicBezTo>
                    <a:cubicBezTo>
                      <a:pt x="6434" y="2844"/>
                      <a:pt x="6081" y="4231"/>
                      <a:pt x="6081" y="4231"/>
                    </a:cubicBezTo>
                    <a:cubicBezTo>
                      <a:pt x="6081" y="4231"/>
                      <a:pt x="6245" y="4345"/>
                      <a:pt x="6261" y="4636"/>
                    </a:cubicBezTo>
                    <a:cubicBezTo>
                      <a:pt x="6277" y="4929"/>
                      <a:pt x="5814" y="4616"/>
                      <a:pt x="5814" y="4616"/>
                    </a:cubicBezTo>
                    <a:cubicBezTo>
                      <a:pt x="5344" y="4740"/>
                      <a:pt x="4175" y="4642"/>
                      <a:pt x="4175" y="4642"/>
                    </a:cubicBezTo>
                    <a:cubicBezTo>
                      <a:pt x="3026" y="4832"/>
                      <a:pt x="611" y="4975"/>
                      <a:pt x="611" y="4975"/>
                    </a:cubicBezTo>
                    <a:cubicBezTo>
                      <a:pt x="611" y="4975"/>
                      <a:pt x="451" y="5204"/>
                      <a:pt x="320" y="5115"/>
                    </a:cubicBezTo>
                    <a:cubicBezTo>
                      <a:pt x="187" y="5024"/>
                      <a:pt x="252" y="4789"/>
                      <a:pt x="252" y="4789"/>
                    </a:cubicBezTo>
                    <a:cubicBezTo>
                      <a:pt x="138" y="4544"/>
                      <a:pt x="53" y="4286"/>
                      <a:pt x="0" y="4022"/>
                    </a:cubicBezTo>
                    <a:cubicBezTo>
                      <a:pt x="1770" y="4329"/>
                      <a:pt x="2804" y="4120"/>
                      <a:pt x="3875" y="2889"/>
                    </a:cubicBezTo>
                    <a:cubicBezTo>
                      <a:pt x="4678" y="1962"/>
                      <a:pt x="4270" y="578"/>
                      <a:pt x="3712" y="197"/>
                    </a:cubicBezTo>
                    <a:cubicBezTo>
                      <a:pt x="4962" y="141"/>
                      <a:pt x="6029" y="193"/>
                      <a:pt x="6029" y="193"/>
                    </a:cubicBezTo>
                    <a:cubicBezTo>
                      <a:pt x="6029" y="193"/>
                      <a:pt x="6232" y="1"/>
                      <a:pt x="6326" y="167"/>
                    </a:cubicBezTo>
                    <a:cubicBezTo>
                      <a:pt x="6421" y="334"/>
                      <a:pt x="6163" y="601"/>
                      <a:pt x="6163" y="601"/>
                    </a:cubicBezTo>
                    <a:close/>
                  </a:path>
                </a:pathLst>
              </a:custGeom>
              <a:solidFill>
                <a:srgbClr val="FFFFFF">
                  <a:alpha val="33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97" name="Google Shape;4797;p73"/>
          <p:cNvGrpSpPr/>
          <p:nvPr/>
        </p:nvGrpSpPr>
        <p:grpSpPr>
          <a:xfrm flipH="1">
            <a:off x="7432026" y="1398328"/>
            <a:ext cx="2323087" cy="3263305"/>
            <a:chOff x="7217080" y="1357280"/>
            <a:chExt cx="1963228" cy="2757801"/>
          </a:xfrm>
        </p:grpSpPr>
        <p:grpSp>
          <p:nvGrpSpPr>
            <p:cNvPr id="4798" name="Google Shape;4798;p73"/>
            <p:cNvGrpSpPr/>
            <p:nvPr/>
          </p:nvGrpSpPr>
          <p:grpSpPr>
            <a:xfrm flipH="1">
              <a:off x="8742851" y="3467656"/>
              <a:ext cx="213287" cy="647424"/>
              <a:chOff x="751475" y="4048875"/>
              <a:chExt cx="138175" cy="419425"/>
            </a:xfrm>
          </p:grpSpPr>
          <p:sp>
            <p:nvSpPr>
              <p:cNvPr id="4799" name="Google Shape;4799;p73"/>
              <p:cNvSpPr/>
              <p:nvPr/>
            </p:nvSpPr>
            <p:spPr>
              <a:xfrm>
                <a:off x="776425" y="4073100"/>
                <a:ext cx="75275" cy="33000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13200" extrusionOk="0">
                    <a:moveTo>
                      <a:pt x="1" y="0"/>
                    </a:moveTo>
                    <a:lnTo>
                      <a:pt x="1" y="13200"/>
                    </a:lnTo>
                    <a:lnTo>
                      <a:pt x="1904" y="13200"/>
                    </a:lnTo>
                    <a:lnTo>
                      <a:pt x="30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0" name="Google Shape;4800;p73"/>
              <p:cNvSpPr/>
              <p:nvPr/>
            </p:nvSpPr>
            <p:spPr>
              <a:xfrm>
                <a:off x="775700" y="4072275"/>
                <a:ext cx="76800" cy="331575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3263" extrusionOk="0">
                    <a:moveTo>
                      <a:pt x="3007" y="63"/>
                    </a:moveTo>
                    <a:lnTo>
                      <a:pt x="1907" y="13204"/>
                    </a:lnTo>
                    <a:lnTo>
                      <a:pt x="62" y="13204"/>
                    </a:lnTo>
                    <a:lnTo>
                      <a:pt x="62" y="63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0" y="14"/>
                      <a:pt x="0" y="33"/>
                    </a:cubicBezTo>
                    <a:lnTo>
                      <a:pt x="0" y="13233"/>
                    </a:lnTo>
                    <a:cubicBezTo>
                      <a:pt x="0" y="13249"/>
                      <a:pt x="14" y="13262"/>
                      <a:pt x="30" y="13262"/>
                    </a:cubicBezTo>
                    <a:lnTo>
                      <a:pt x="1933" y="13262"/>
                    </a:lnTo>
                    <a:cubicBezTo>
                      <a:pt x="1949" y="13262"/>
                      <a:pt x="1962" y="13252"/>
                      <a:pt x="1965" y="13236"/>
                    </a:cubicBezTo>
                    <a:lnTo>
                      <a:pt x="3069" y="33"/>
                    </a:lnTo>
                    <a:cubicBezTo>
                      <a:pt x="3072" y="27"/>
                      <a:pt x="3069" y="17"/>
                      <a:pt x="3062" y="10"/>
                    </a:cubicBezTo>
                    <a:cubicBezTo>
                      <a:pt x="3056" y="4"/>
                      <a:pt x="3049" y="1"/>
                      <a:pt x="3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1" name="Google Shape;4801;p73"/>
              <p:cNvSpPr/>
              <p:nvPr/>
            </p:nvSpPr>
            <p:spPr>
              <a:xfrm>
                <a:off x="752275" y="4049675"/>
                <a:ext cx="24175" cy="353425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4137" extrusionOk="0">
                    <a:moveTo>
                      <a:pt x="1" y="0"/>
                    </a:moveTo>
                    <a:lnTo>
                      <a:pt x="494" y="13403"/>
                    </a:lnTo>
                    <a:lnTo>
                      <a:pt x="967" y="14137"/>
                    </a:lnTo>
                    <a:lnTo>
                      <a:pt x="967" y="9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2" name="Google Shape;4802;p73"/>
              <p:cNvSpPr/>
              <p:nvPr/>
            </p:nvSpPr>
            <p:spPr>
              <a:xfrm>
                <a:off x="751475" y="4048875"/>
                <a:ext cx="25800" cy="3549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4199" extrusionOk="0">
                    <a:moveTo>
                      <a:pt x="62" y="107"/>
                    </a:moveTo>
                    <a:lnTo>
                      <a:pt x="969" y="982"/>
                    </a:lnTo>
                    <a:lnTo>
                      <a:pt x="969" y="14064"/>
                    </a:lnTo>
                    <a:lnTo>
                      <a:pt x="555" y="13425"/>
                    </a:lnTo>
                    <a:lnTo>
                      <a:pt x="62" y="107"/>
                    </a:lnTo>
                    <a:close/>
                    <a:moveTo>
                      <a:pt x="32" y="1"/>
                    </a:moveTo>
                    <a:cubicBezTo>
                      <a:pt x="16" y="1"/>
                      <a:pt x="0" y="14"/>
                      <a:pt x="0" y="32"/>
                    </a:cubicBezTo>
                    <a:lnTo>
                      <a:pt x="496" y="13435"/>
                    </a:lnTo>
                    <a:cubicBezTo>
                      <a:pt x="496" y="13441"/>
                      <a:pt x="499" y="13448"/>
                      <a:pt x="499" y="13451"/>
                    </a:cubicBezTo>
                    <a:lnTo>
                      <a:pt x="976" y="14185"/>
                    </a:lnTo>
                    <a:cubicBezTo>
                      <a:pt x="979" y="14195"/>
                      <a:pt x="989" y="14198"/>
                      <a:pt x="999" y="14198"/>
                    </a:cubicBezTo>
                    <a:cubicBezTo>
                      <a:pt x="1018" y="14198"/>
                      <a:pt x="1031" y="14185"/>
                      <a:pt x="1031" y="14169"/>
                    </a:cubicBezTo>
                    <a:lnTo>
                      <a:pt x="1031" y="969"/>
                    </a:lnTo>
                    <a:cubicBezTo>
                      <a:pt x="1031" y="959"/>
                      <a:pt x="1028" y="953"/>
                      <a:pt x="1022" y="946"/>
                    </a:cubicBezTo>
                    <a:lnTo>
                      <a:pt x="52" y="10"/>
                    </a:lnTo>
                    <a:cubicBezTo>
                      <a:pt x="46" y="4"/>
                      <a:pt x="39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3" name="Google Shape;4803;p73"/>
              <p:cNvSpPr/>
              <p:nvPr/>
            </p:nvSpPr>
            <p:spPr>
              <a:xfrm>
                <a:off x="813550" y="4120250"/>
                <a:ext cx="75275" cy="34725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13890" extrusionOk="0">
                    <a:moveTo>
                      <a:pt x="1" y="1"/>
                    </a:moveTo>
                    <a:lnTo>
                      <a:pt x="1" y="13889"/>
                    </a:lnTo>
                    <a:lnTo>
                      <a:pt x="1904" y="13889"/>
                    </a:lnTo>
                    <a:lnTo>
                      <a:pt x="301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4" name="Google Shape;4804;p73"/>
              <p:cNvSpPr/>
              <p:nvPr/>
            </p:nvSpPr>
            <p:spPr>
              <a:xfrm>
                <a:off x="812825" y="4119450"/>
                <a:ext cx="76825" cy="348850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13954" extrusionOk="0">
                    <a:moveTo>
                      <a:pt x="3007" y="59"/>
                    </a:moveTo>
                    <a:lnTo>
                      <a:pt x="1907" y="13892"/>
                    </a:lnTo>
                    <a:lnTo>
                      <a:pt x="63" y="13892"/>
                    </a:lnTo>
                    <a:lnTo>
                      <a:pt x="59" y="59"/>
                    </a:lnTo>
                    <a:close/>
                    <a:moveTo>
                      <a:pt x="30" y="0"/>
                    </a:moveTo>
                    <a:cubicBezTo>
                      <a:pt x="14" y="0"/>
                      <a:pt x="1" y="13"/>
                      <a:pt x="1" y="33"/>
                    </a:cubicBezTo>
                    <a:lnTo>
                      <a:pt x="1" y="13921"/>
                    </a:lnTo>
                    <a:cubicBezTo>
                      <a:pt x="1" y="13938"/>
                      <a:pt x="14" y="13954"/>
                      <a:pt x="30" y="13954"/>
                    </a:cubicBezTo>
                    <a:lnTo>
                      <a:pt x="1933" y="13954"/>
                    </a:lnTo>
                    <a:cubicBezTo>
                      <a:pt x="1949" y="13954"/>
                      <a:pt x="1962" y="13941"/>
                      <a:pt x="1962" y="13924"/>
                    </a:cubicBezTo>
                    <a:lnTo>
                      <a:pt x="3069" y="33"/>
                    </a:lnTo>
                    <a:cubicBezTo>
                      <a:pt x="3072" y="16"/>
                      <a:pt x="3056" y="0"/>
                      <a:pt x="30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5" name="Google Shape;4805;p73"/>
              <p:cNvSpPr/>
              <p:nvPr/>
            </p:nvSpPr>
            <p:spPr>
              <a:xfrm>
                <a:off x="789325" y="4095625"/>
                <a:ext cx="24250" cy="371875"/>
              </a:xfrm>
              <a:custGeom>
                <a:avLst/>
                <a:gdLst/>
                <a:ahLst/>
                <a:cxnLst/>
                <a:rect l="l" t="t" r="r" b="b"/>
                <a:pathLst>
                  <a:path w="970" h="14875" extrusionOk="0">
                    <a:moveTo>
                      <a:pt x="1" y="0"/>
                    </a:moveTo>
                    <a:lnTo>
                      <a:pt x="497" y="14101"/>
                    </a:lnTo>
                    <a:lnTo>
                      <a:pt x="970" y="14874"/>
                    </a:lnTo>
                    <a:lnTo>
                      <a:pt x="970" y="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6" name="Google Shape;4806;p73"/>
              <p:cNvSpPr/>
              <p:nvPr/>
            </p:nvSpPr>
            <p:spPr>
              <a:xfrm>
                <a:off x="788600" y="4094800"/>
                <a:ext cx="25800" cy="37350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4940" extrusionOk="0">
                    <a:moveTo>
                      <a:pt x="65" y="111"/>
                    </a:moveTo>
                    <a:lnTo>
                      <a:pt x="970" y="1029"/>
                    </a:lnTo>
                    <a:lnTo>
                      <a:pt x="970" y="14800"/>
                    </a:lnTo>
                    <a:lnTo>
                      <a:pt x="555" y="14124"/>
                    </a:lnTo>
                    <a:lnTo>
                      <a:pt x="65" y="111"/>
                    </a:lnTo>
                    <a:close/>
                    <a:moveTo>
                      <a:pt x="31" y="1"/>
                    </a:moveTo>
                    <a:cubicBezTo>
                      <a:pt x="15" y="1"/>
                      <a:pt x="0" y="13"/>
                      <a:pt x="0" y="33"/>
                    </a:cubicBezTo>
                    <a:lnTo>
                      <a:pt x="496" y="14134"/>
                    </a:lnTo>
                    <a:cubicBezTo>
                      <a:pt x="496" y="14140"/>
                      <a:pt x="496" y="14143"/>
                      <a:pt x="500" y="14150"/>
                    </a:cubicBezTo>
                    <a:lnTo>
                      <a:pt x="973" y="14924"/>
                    </a:lnTo>
                    <a:cubicBezTo>
                      <a:pt x="979" y="14933"/>
                      <a:pt x="989" y="14940"/>
                      <a:pt x="999" y="14940"/>
                    </a:cubicBezTo>
                    <a:lnTo>
                      <a:pt x="1009" y="14940"/>
                    </a:lnTo>
                    <a:cubicBezTo>
                      <a:pt x="1022" y="14937"/>
                      <a:pt x="1032" y="14924"/>
                      <a:pt x="1032" y="14910"/>
                    </a:cubicBezTo>
                    <a:lnTo>
                      <a:pt x="1032" y="1019"/>
                    </a:lnTo>
                    <a:cubicBezTo>
                      <a:pt x="1028" y="1012"/>
                      <a:pt x="1028" y="1002"/>
                      <a:pt x="1022" y="999"/>
                    </a:cubicBezTo>
                    <a:lnTo>
                      <a:pt x="52" y="10"/>
                    </a:lnTo>
                    <a:cubicBezTo>
                      <a:pt x="46" y="4"/>
                      <a:pt x="38" y="1"/>
                      <a:pt x="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07" name="Google Shape;4807;p73"/>
            <p:cNvGrpSpPr/>
            <p:nvPr/>
          </p:nvGrpSpPr>
          <p:grpSpPr>
            <a:xfrm>
              <a:off x="7217080" y="1357280"/>
              <a:ext cx="1963228" cy="2757796"/>
              <a:chOff x="418619" y="2681875"/>
              <a:chExt cx="1271850" cy="1786600"/>
            </a:xfrm>
          </p:grpSpPr>
          <p:sp>
            <p:nvSpPr>
              <p:cNvPr id="4808" name="Google Shape;4808;p73"/>
              <p:cNvSpPr/>
              <p:nvPr/>
            </p:nvSpPr>
            <p:spPr>
              <a:xfrm>
                <a:off x="418619" y="4362450"/>
                <a:ext cx="1271850" cy="106025"/>
              </a:xfrm>
              <a:custGeom>
                <a:avLst/>
                <a:gdLst/>
                <a:ahLst/>
                <a:cxnLst/>
                <a:rect l="l" t="t" r="r" b="b"/>
                <a:pathLst>
                  <a:path w="50874" h="4241" extrusionOk="0">
                    <a:moveTo>
                      <a:pt x="1" y="0"/>
                    </a:moveTo>
                    <a:lnTo>
                      <a:pt x="2687" y="4240"/>
                    </a:lnTo>
                    <a:lnTo>
                      <a:pt x="50874" y="4240"/>
                    </a:lnTo>
                    <a:lnTo>
                      <a:pt x="47078" y="0"/>
                    </a:lnTo>
                    <a:close/>
                  </a:path>
                </a:pathLst>
              </a:custGeom>
              <a:solidFill>
                <a:schemeClr val="dk1">
                  <a:alpha val="83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9" name="Google Shape;4809;p73"/>
              <p:cNvSpPr/>
              <p:nvPr/>
            </p:nvSpPr>
            <p:spPr>
              <a:xfrm>
                <a:off x="776425" y="4073100"/>
                <a:ext cx="75275" cy="33000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13200" extrusionOk="0">
                    <a:moveTo>
                      <a:pt x="1" y="0"/>
                    </a:moveTo>
                    <a:lnTo>
                      <a:pt x="1" y="13200"/>
                    </a:lnTo>
                    <a:lnTo>
                      <a:pt x="1904" y="13200"/>
                    </a:lnTo>
                    <a:lnTo>
                      <a:pt x="30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0" name="Google Shape;4810;p73"/>
              <p:cNvSpPr/>
              <p:nvPr/>
            </p:nvSpPr>
            <p:spPr>
              <a:xfrm>
                <a:off x="775700" y="4072275"/>
                <a:ext cx="76800" cy="331575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3263" extrusionOk="0">
                    <a:moveTo>
                      <a:pt x="3007" y="63"/>
                    </a:moveTo>
                    <a:lnTo>
                      <a:pt x="1907" y="13204"/>
                    </a:lnTo>
                    <a:lnTo>
                      <a:pt x="62" y="13204"/>
                    </a:lnTo>
                    <a:lnTo>
                      <a:pt x="62" y="63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0" y="14"/>
                      <a:pt x="0" y="33"/>
                    </a:cubicBezTo>
                    <a:lnTo>
                      <a:pt x="0" y="13233"/>
                    </a:lnTo>
                    <a:cubicBezTo>
                      <a:pt x="0" y="13249"/>
                      <a:pt x="14" y="13262"/>
                      <a:pt x="30" y="13262"/>
                    </a:cubicBezTo>
                    <a:lnTo>
                      <a:pt x="1933" y="13262"/>
                    </a:lnTo>
                    <a:cubicBezTo>
                      <a:pt x="1949" y="13262"/>
                      <a:pt x="1962" y="13252"/>
                      <a:pt x="1965" y="13236"/>
                    </a:cubicBezTo>
                    <a:lnTo>
                      <a:pt x="3069" y="33"/>
                    </a:lnTo>
                    <a:cubicBezTo>
                      <a:pt x="3072" y="27"/>
                      <a:pt x="3069" y="17"/>
                      <a:pt x="3062" y="10"/>
                    </a:cubicBezTo>
                    <a:cubicBezTo>
                      <a:pt x="3056" y="4"/>
                      <a:pt x="3049" y="1"/>
                      <a:pt x="3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1" name="Google Shape;4811;p73"/>
              <p:cNvSpPr/>
              <p:nvPr/>
            </p:nvSpPr>
            <p:spPr>
              <a:xfrm>
                <a:off x="752275" y="4049675"/>
                <a:ext cx="24175" cy="353425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4137" extrusionOk="0">
                    <a:moveTo>
                      <a:pt x="1" y="0"/>
                    </a:moveTo>
                    <a:lnTo>
                      <a:pt x="494" y="13403"/>
                    </a:lnTo>
                    <a:lnTo>
                      <a:pt x="967" y="14137"/>
                    </a:lnTo>
                    <a:lnTo>
                      <a:pt x="967" y="9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2" name="Google Shape;4812;p73"/>
              <p:cNvSpPr/>
              <p:nvPr/>
            </p:nvSpPr>
            <p:spPr>
              <a:xfrm>
                <a:off x="751475" y="4048875"/>
                <a:ext cx="25800" cy="3549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4199" extrusionOk="0">
                    <a:moveTo>
                      <a:pt x="62" y="107"/>
                    </a:moveTo>
                    <a:lnTo>
                      <a:pt x="969" y="982"/>
                    </a:lnTo>
                    <a:lnTo>
                      <a:pt x="969" y="14064"/>
                    </a:lnTo>
                    <a:lnTo>
                      <a:pt x="555" y="13425"/>
                    </a:lnTo>
                    <a:lnTo>
                      <a:pt x="62" y="107"/>
                    </a:lnTo>
                    <a:close/>
                    <a:moveTo>
                      <a:pt x="32" y="1"/>
                    </a:moveTo>
                    <a:cubicBezTo>
                      <a:pt x="16" y="1"/>
                      <a:pt x="0" y="14"/>
                      <a:pt x="0" y="32"/>
                    </a:cubicBezTo>
                    <a:lnTo>
                      <a:pt x="496" y="13435"/>
                    </a:lnTo>
                    <a:cubicBezTo>
                      <a:pt x="496" y="13441"/>
                      <a:pt x="499" y="13448"/>
                      <a:pt x="499" y="13451"/>
                    </a:cubicBezTo>
                    <a:lnTo>
                      <a:pt x="976" y="14185"/>
                    </a:lnTo>
                    <a:cubicBezTo>
                      <a:pt x="979" y="14195"/>
                      <a:pt x="989" y="14198"/>
                      <a:pt x="999" y="14198"/>
                    </a:cubicBezTo>
                    <a:cubicBezTo>
                      <a:pt x="1018" y="14198"/>
                      <a:pt x="1031" y="14185"/>
                      <a:pt x="1031" y="14169"/>
                    </a:cubicBezTo>
                    <a:lnTo>
                      <a:pt x="1031" y="969"/>
                    </a:lnTo>
                    <a:cubicBezTo>
                      <a:pt x="1031" y="959"/>
                      <a:pt x="1028" y="953"/>
                      <a:pt x="1022" y="946"/>
                    </a:cubicBezTo>
                    <a:lnTo>
                      <a:pt x="52" y="10"/>
                    </a:lnTo>
                    <a:cubicBezTo>
                      <a:pt x="46" y="4"/>
                      <a:pt x="39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3" name="Google Shape;4813;p73"/>
              <p:cNvSpPr/>
              <p:nvPr/>
            </p:nvSpPr>
            <p:spPr>
              <a:xfrm>
                <a:off x="813550" y="3456925"/>
                <a:ext cx="828775" cy="663200"/>
              </a:xfrm>
              <a:custGeom>
                <a:avLst/>
                <a:gdLst/>
                <a:ahLst/>
                <a:cxnLst/>
                <a:rect l="l" t="t" r="r" b="b"/>
                <a:pathLst>
                  <a:path w="33151" h="26528" extrusionOk="0">
                    <a:moveTo>
                      <a:pt x="1" y="1"/>
                    </a:moveTo>
                    <a:lnTo>
                      <a:pt x="1" y="26527"/>
                    </a:lnTo>
                    <a:lnTo>
                      <a:pt x="33151" y="26527"/>
                    </a:lnTo>
                    <a:lnTo>
                      <a:pt x="331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4" name="Google Shape;4814;p73"/>
              <p:cNvSpPr/>
              <p:nvPr/>
            </p:nvSpPr>
            <p:spPr>
              <a:xfrm>
                <a:off x="812825" y="3456200"/>
                <a:ext cx="830325" cy="664725"/>
              </a:xfrm>
              <a:custGeom>
                <a:avLst/>
                <a:gdLst/>
                <a:ahLst/>
                <a:cxnLst/>
                <a:rect l="l" t="t" r="r" b="b"/>
                <a:pathLst>
                  <a:path w="33213" h="26589" extrusionOk="0">
                    <a:moveTo>
                      <a:pt x="33150" y="62"/>
                    </a:moveTo>
                    <a:lnTo>
                      <a:pt x="33150" y="26527"/>
                    </a:lnTo>
                    <a:lnTo>
                      <a:pt x="63" y="26527"/>
                    </a:lnTo>
                    <a:lnTo>
                      <a:pt x="63" y="62"/>
                    </a:lnTo>
                    <a:close/>
                    <a:moveTo>
                      <a:pt x="30" y="0"/>
                    </a:moveTo>
                    <a:cubicBezTo>
                      <a:pt x="14" y="0"/>
                      <a:pt x="1" y="13"/>
                      <a:pt x="1" y="33"/>
                    </a:cubicBezTo>
                    <a:lnTo>
                      <a:pt x="1" y="26556"/>
                    </a:lnTo>
                    <a:cubicBezTo>
                      <a:pt x="1" y="26576"/>
                      <a:pt x="14" y="26589"/>
                      <a:pt x="30" y="26589"/>
                    </a:cubicBezTo>
                    <a:lnTo>
                      <a:pt x="33183" y="26589"/>
                    </a:lnTo>
                    <a:cubicBezTo>
                      <a:pt x="33199" y="26589"/>
                      <a:pt x="33212" y="26576"/>
                      <a:pt x="33212" y="26556"/>
                    </a:cubicBezTo>
                    <a:lnTo>
                      <a:pt x="33212" y="33"/>
                    </a:lnTo>
                    <a:cubicBezTo>
                      <a:pt x="33212" y="13"/>
                      <a:pt x="33199" y="0"/>
                      <a:pt x="33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5" name="Google Shape;4815;p73"/>
              <p:cNvSpPr/>
              <p:nvPr/>
            </p:nvSpPr>
            <p:spPr>
              <a:xfrm>
                <a:off x="858350" y="3519425"/>
                <a:ext cx="739250" cy="555975"/>
              </a:xfrm>
              <a:custGeom>
                <a:avLst/>
                <a:gdLst/>
                <a:ahLst/>
                <a:cxnLst/>
                <a:rect l="l" t="t" r="r" b="b"/>
                <a:pathLst>
                  <a:path w="29570" h="22239" extrusionOk="0">
                    <a:moveTo>
                      <a:pt x="1" y="1"/>
                    </a:moveTo>
                    <a:lnTo>
                      <a:pt x="1" y="22239"/>
                    </a:lnTo>
                    <a:lnTo>
                      <a:pt x="29570" y="22239"/>
                    </a:lnTo>
                    <a:lnTo>
                      <a:pt x="295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6" name="Google Shape;4816;p73"/>
              <p:cNvSpPr/>
              <p:nvPr/>
            </p:nvSpPr>
            <p:spPr>
              <a:xfrm>
                <a:off x="857550" y="3518700"/>
                <a:ext cx="740800" cy="557425"/>
              </a:xfrm>
              <a:custGeom>
                <a:avLst/>
                <a:gdLst/>
                <a:ahLst/>
                <a:cxnLst/>
                <a:rect l="l" t="t" r="r" b="b"/>
                <a:pathLst>
                  <a:path w="29632" h="22297" extrusionOk="0">
                    <a:moveTo>
                      <a:pt x="29569" y="59"/>
                    </a:moveTo>
                    <a:lnTo>
                      <a:pt x="29569" y="22238"/>
                    </a:lnTo>
                    <a:lnTo>
                      <a:pt x="62" y="22238"/>
                    </a:lnTo>
                    <a:lnTo>
                      <a:pt x="62" y="59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30"/>
                    </a:cubicBezTo>
                    <a:lnTo>
                      <a:pt x="0" y="22268"/>
                    </a:lnTo>
                    <a:cubicBezTo>
                      <a:pt x="0" y="22284"/>
                      <a:pt x="17" y="22297"/>
                      <a:pt x="33" y="22297"/>
                    </a:cubicBezTo>
                    <a:lnTo>
                      <a:pt x="29602" y="22297"/>
                    </a:lnTo>
                    <a:cubicBezTo>
                      <a:pt x="29618" y="22297"/>
                      <a:pt x="29631" y="22284"/>
                      <a:pt x="29631" y="22268"/>
                    </a:cubicBezTo>
                    <a:lnTo>
                      <a:pt x="29631" y="30"/>
                    </a:lnTo>
                    <a:cubicBezTo>
                      <a:pt x="29631" y="13"/>
                      <a:pt x="29618" y="0"/>
                      <a:pt x="29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7" name="Google Shape;4817;p73"/>
              <p:cNvSpPr/>
              <p:nvPr/>
            </p:nvSpPr>
            <p:spPr>
              <a:xfrm>
                <a:off x="858350" y="3519425"/>
                <a:ext cx="739250" cy="555975"/>
              </a:xfrm>
              <a:custGeom>
                <a:avLst/>
                <a:gdLst/>
                <a:ahLst/>
                <a:cxnLst/>
                <a:rect l="l" t="t" r="r" b="b"/>
                <a:pathLst>
                  <a:path w="29570" h="22239" extrusionOk="0">
                    <a:moveTo>
                      <a:pt x="1" y="1"/>
                    </a:moveTo>
                    <a:lnTo>
                      <a:pt x="1" y="22239"/>
                    </a:lnTo>
                    <a:lnTo>
                      <a:pt x="29570" y="22239"/>
                    </a:lnTo>
                    <a:lnTo>
                      <a:pt x="29570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8" name="Google Shape;4818;p73"/>
              <p:cNvSpPr/>
              <p:nvPr/>
            </p:nvSpPr>
            <p:spPr>
              <a:xfrm>
                <a:off x="813550" y="4120250"/>
                <a:ext cx="75275" cy="34725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13890" extrusionOk="0">
                    <a:moveTo>
                      <a:pt x="1" y="1"/>
                    </a:moveTo>
                    <a:lnTo>
                      <a:pt x="1" y="13889"/>
                    </a:lnTo>
                    <a:lnTo>
                      <a:pt x="1904" y="13889"/>
                    </a:lnTo>
                    <a:lnTo>
                      <a:pt x="301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9" name="Google Shape;4819;p73"/>
              <p:cNvSpPr/>
              <p:nvPr/>
            </p:nvSpPr>
            <p:spPr>
              <a:xfrm>
                <a:off x="812825" y="4119450"/>
                <a:ext cx="76825" cy="348850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13954" extrusionOk="0">
                    <a:moveTo>
                      <a:pt x="3007" y="59"/>
                    </a:moveTo>
                    <a:lnTo>
                      <a:pt x="1907" y="13892"/>
                    </a:lnTo>
                    <a:lnTo>
                      <a:pt x="63" y="13892"/>
                    </a:lnTo>
                    <a:lnTo>
                      <a:pt x="59" y="59"/>
                    </a:lnTo>
                    <a:close/>
                    <a:moveTo>
                      <a:pt x="30" y="0"/>
                    </a:moveTo>
                    <a:cubicBezTo>
                      <a:pt x="14" y="0"/>
                      <a:pt x="1" y="13"/>
                      <a:pt x="1" y="33"/>
                    </a:cubicBezTo>
                    <a:lnTo>
                      <a:pt x="1" y="13921"/>
                    </a:lnTo>
                    <a:cubicBezTo>
                      <a:pt x="1" y="13938"/>
                      <a:pt x="14" y="13954"/>
                      <a:pt x="30" y="13954"/>
                    </a:cubicBezTo>
                    <a:lnTo>
                      <a:pt x="1933" y="13954"/>
                    </a:lnTo>
                    <a:cubicBezTo>
                      <a:pt x="1949" y="13954"/>
                      <a:pt x="1962" y="13941"/>
                      <a:pt x="1962" y="13924"/>
                    </a:cubicBezTo>
                    <a:lnTo>
                      <a:pt x="3069" y="33"/>
                    </a:lnTo>
                    <a:cubicBezTo>
                      <a:pt x="3072" y="16"/>
                      <a:pt x="3056" y="0"/>
                      <a:pt x="30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0" name="Google Shape;4820;p73"/>
              <p:cNvSpPr/>
              <p:nvPr/>
            </p:nvSpPr>
            <p:spPr>
              <a:xfrm>
                <a:off x="754400" y="3437175"/>
                <a:ext cx="888000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35520" h="794" extrusionOk="0">
                    <a:moveTo>
                      <a:pt x="1" y="1"/>
                    </a:moveTo>
                    <a:lnTo>
                      <a:pt x="2367" y="794"/>
                    </a:lnTo>
                    <a:lnTo>
                      <a:pt x="35520" y="794"/>
                    </a:lnTo>
                    <a:lnTo>
                      <a:pt x="3315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1" name="Google Shape;4821;p73"/>
              <p:cNvSpPr/>
              <p:nvPr/>
            </p:nvSpPr>
            <p:spPr>
              <a:xfrm>
                <a:off x="858350" y="4017450"/>
                <a:ext cx="739250" cy="57950"/>
              </a:xfrm>
              <a:custGeom>
                <a:avLst/>
                <a:gdLst/>
                <a:ahLst/>
                <a:cxnLst/>
                <a:rect l="l" t="t" r="r" b="b"/>
                <a:pathLst>
                  <a:path w="29570" h="2318" extrusionOk="0">
                    <a:moveTo>
                      <a:pt x="1" y="0"/>
                    </a:moveTo>
                    <a:lnTo>
                      <a:pt x="1" y="2318"/>
                    </a:lnTo>
                    <a:lnTo>
                      <a:pt x="29570" y="2318"/>
                    </a:lnTo>
                    <a:lnTo>
                      <a:pt x="259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2" name="Google Shape;4822;p73"/>
              <p:cNvSpPr/>
              <p:nvPr/>
            </p:nvSpPr>
            <p:spPr>
              <a:xfrm>
                <a:off x="857550" y="4016700"/>
                <a:ext cx="7408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29635" h="2377" extrusionOk="0">
                    <a:moveTo>
                      <a:pt x="25989" y="60"/>
                    </a:moveTo>
                    <a:lnTo>
                      <a:pt x="29497" y="2318"/>
                    </a:lnTo>
                    <a:lnTo>
                      <a:pt x="62" y="2318"/>
                    </a:lnTo>
                    <a:lnTo>
                      <a:pt x="62" y="60"/>
                    </a:lnTo>
                    <a:close/>
                    <a:moveTo>
                      <a:pt x="33" y="1"/>
                    </a:moveTo>
                    <a:cubicBezTo>
                      <a:pt x="17" y="1"/>
                      <a:pt x="0" y="14"/>
                      <a:pt x="0" y="30"/>
                    </a:cubicBezTo>
                    <a:lnTo>
                      <a:pt x="0" y="2348"/>
                    </a:lnTo>
                    <a:cubicBezTo>
                      <a:pt x="0" y="2364"/>
                      <a:pt x="17" y="2377"/>
                      <a:pt x="33" y="2377"/>
                    </a:cubicBezTo>
                    <a:lnTo>
                      <a:pt x="29602" y="2377"/>
                    </a:lnTo>
                    <a:cubicBezTo>
                      <a:pt x="29615" y="2377"/>
                      <a:pt x="29628" y="2370"/>
                      <a:pt x="29631" y="2357"/>
                    </a:cubicBezTo>
                    <a:cubicBezTo>
                      <a:pt x="29634" y="2344"/>
                      <a:pt x="29631" y="2328"/>
                      <a:pt x="29618" y="2321"/>
                    </a:cubicBezTo>
                    <a:lnTo>
                      <a:pt x="26011" y="4"/>
                    </a:lnTo>
                    <a:cubicBezTo>
                      <a:pt x="26008" y="1"/>
                      <a:pt x="26002" y="1"/>
                      <a:pt x="259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3" name="Google Shape;4823;p73"/>
              <p:cNvSpPr/>
              <p:nvPr/>
            </p:nvSpPr>
            <p:spPr>
              <a:xfrm>
                <a:off x="1506675" y="3522125"/>
                <a:ext cx="1575" cy="49535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9814" extrusionOk="0">
                    <a:moveTo>
                      <a:pt x="1" y="0"/>
                    </a:moveTo>
                    <a:lnTo>
                      <a:pt x="1" y="19813"/>
                    </a:lnTo>
                    <a:lnTo>
                      <a:pt x="63" y="19813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4" name="Google Shape;4824;p73"/>
              <p:cNvSpPr/>
              <p:nvPr/>
            </p:nvSpPr>
            <p:spPr>
              <a:xfrm>
                <a:off x="752350" y="3437175"/>
                <a:ext cx="61225" cy="682950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7318" extrusionOk="0">
                    <a:moveTo>
                      <a:pt x="83" y="1"/>
                    </a:moveTo>
                    <a:lnTo>
                      <a:pt x="1" y="24735"/>
                    </a:lnTo>
                    <a:lnTo>
                      <a:pt x="2449" y="27317"/>
                    </a:lnTo>
                    <a:lnTo>
                      <a:pt x="2449" y="794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5" name="Google Shape;4825;p73"/>
              <p:cNvSpPr/>
              <p:nvPr/>
            </p:nvSpPr>
            <p:spPr>
              <a:xfrm>
                <a:off x="751625" y="3436400"/>
                <a:ext cx="62775" cy="68452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7381" extrusionOk="0">
                    <a:moveTo>
                      <a:pt x="141" y="74"/>
                    </a:moveTo>
                    <a:lnTo>
                      <a:pt x="2449" y="844"/>
                    </a:lnTo>
                    <a:lnTo>
                      <a:pt x="2449" y="27273"/>
                    </a:lnTo>
                    <a:lnTo>
                      <a:pt x="59" y="24753"/>
                    </a:lnTo>
                    <a:lnTo>
                      <a:pt x="141" y="74"/>
                    </a:lnTo>
                    <a:close/>
                    <a:moveTo>
                      <a:pt x="109" y="0"/>
                    </a:moveTo>
                    <a:cubicBezTo>
                      <a:pt x="104" y="0"/>
                      <a:pt x="99" y="2"/>
                      <a:pt x="95" y="6"/>
                    </a:cubicBezTo>
                    <a:cubicBezTo>
                      <a:pt x="85" y="12"/>
                      <a:pt x="82" y="22"/>
                      <a:pt x="82" y="32"/>
                    </a:cubicBezTo>
                    <a:lnTo>
                      <a:pt x="1" y="24766"/>
                    </a:lnTo>
                    <a:cubicBezTo>
                      <a:pt x="1" y="24773"/>
                      <a:pt x="4" y="24779"/>
                      <a:pt x="7" y="24786"/>
                    </a:cubicBezTo>
                    <a:lnTo>
                      <a:pt x="2455" y="27371"/>
                    </a:lnTo>
                    <a:cubicBezTo>
                      <a:pt x="2462" y="27378"/>
                      <a:pt x="2471" y="27381"/>
                      <a:pt x="2478" y="27381"/>
                    </a:cubicBezTo>
                    <a:cubicBezTo>
                      <a:pt x="2481" y="27381"/>
                      <a:pt x="2488" y="27381"/>
                      <a:pt x="2491" y="27378"/>
                    </a:cubicBezTo>
                    <a:cubicBezTo>
                      <a:pt x="2501" y="27374"/>
                      <a:pt x="2511" y="27361"/>
                      <a:pt x="2511" y="27348"/>
                    </a:cubicBezTo>
                    <a:lnTo>
                      <a:pt x="2511" y="825"/>
                    </a:lnTo>
                    <a:cubicBezTo>
                      <a:pt x="2511" y="808"/>
                      <a:pt x="2501" y="799"/>
                      <a:pt x="2488" y="795"/>
                    </a:cubicBezTo>
                    <a:lnTo>
                      <a:pt x="121" y="2"/>
                    </a:lnTo>
                    <a:cubicBezTo>
                      <a:pt x="117" y="1"/>
                      <a:pt x="113" y="0"/>
                      <a:pt x="1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6" name="Google Shape;4826;p73"/>
              <p:cNvSpPr/>
              <p:nvPr/>
            </p:nvSpPr>
            <p:spPr>
              <a:xfrm>
                <a:off x="752350" y="3437175"/>
                <a:ext cx="61225" cy="682950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7318" extrusionOk="0">
                    <a:moveTo>
                      <a:pt x="83" y="1"/>
                    </a:moveTo>
                    <a:lnTo>
                      <a:pt x="1" y="24735"/>
                    </a:lnTo>
                    <a:lnTo>
                      <a:pt x="2449" y="27317"/>
                    </a:lnTo>
                    <a:lnTo>
                      <a:pt x="2449" y="794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7" name="Google Shape;4827;p73"/>
              <p:cNvSpPr/>
              <p:nvPr/>
            </p:nvSpPr>
            <p:spPr>
              <a:xfrm>
                <a:off x="789325" y="4095625"/>
                <a:ext cx="24250" cy="371875"/>
              </a:xfrm>
              <a:custGeom>
                <a:avLst/>
                <a:gdLst/>
                <a:ahLst/>
                <a:cxnLst/>
                <a:rect l="l" t="t" r="r" b="b"/>
                <a:pathLst>
                  <a:path w="970" h="14875" extrusionOk="0">
                    <a:moveTo>
                      <a:pt x="1" y="0"/>
                    </a:moveTo>
                    <a:lnTo>
                      <a:pt x="497" y="14101"/>
                    </a:lnTo>
                    <a:lnTo>
                      <a:pt x="970" y="14874"/>
                    </a:lnTo>
                    <a:lnTo>
                      <a:pt x="970" y="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8" name="Google Shape;4828;p73"/>
              <p:cNvSpPr/>
              <p:nvPr/>
            </p:nvSpPr>
            <p:spPr>
              <a:xfrm>
                <a:off x="788600" y="4094800"/>
                <a:ext cx="25800" cy="37350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4940" extrusionOk="0">
                    <a:moveTo>
                      <a:pt x="65" y="111"/>
                    </a:moveTo>
                    <a:lnTo>
                      <a:pt x="970" y="1029"/>
                    </a:lnTo>
                    <a:lnTo>
                      <a:pt x="970" y="14800"/>
                    </a:lnTo>
                    <a:lnTo>
                      <a:pt x="555" y="14124"/>
                    </a:lnTo>
                    <a:lnTo>
                      <a:pt x="65" y="111"/>
                    </a:lnTo>
                    <a:close/>
                    <a:moveTo>
                      <a:pt x="31" y="1"/>
                    </a:moveTo>
                    <a:cubicBezTo>
                      <a:pt x="15" y="1"/>
                      <a:pt x="0" y="13"/>
                      <a:pt x="0" y="33"/>
                    </a:cubicBezTo>
                    <a:lnTo>
                      <a:pt x="496" y="14134"/>
                    </a:lnTo>
                    <a:cubicBezTo>
                      <a:pt x="496" y="14140"/>
                      <a:pt x="496" y="14143"/>
                      <a:pt x="500" y="14150"/>
                    </a:cubicBezTo>
                    <a:lnTo>
                      <a:pt x="973" y="14924"/>
                    </a:lnTo>
                    <a:cubicBezTo>
                      <a:pt x="979" y="14933"/>
                      <a:pt x="989" y="14940"/>
                      <a:pt x="999" y="14940"/>
                    </a:cubicBezTo>
                    <a:lnTo>
                      <a:pt x="1009" y="14940"/>
                    </a:lnTo>
                    <a:cubicBezTo>
                      <a:pt x="1022" y="14937"/>
                      <a:pt x="1032" y="14924"/>
                      <a:pt x="1032" y="14910"/>
                    </a:cubicBezTo>
                    <a:lnTo>
                      <a:pt x="1032" y="1019"/>
                    </a:lnTo>
                    <a:cubicBezTo>
                      <a:pt x="1028" y="1012"/>
                      <a:pt x="1028" y="1002"/>
                      <a:pt x="1022" y="999"/>
                    </a:cubicBezTo>
                    <a:lnTo>
                      <a:pt x="52" y="10"/>
                    </a:lnTo>
                    <a:cubicBezTo>
                      <a:pt x="46" y="4"/>
                      <a:pt x="38" y="1"/>
                      <a:pt x="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9" name="Google Shape;4829;p73"/>
              <p:cNvSpPr/>
              <p:nvPr/>
            </p:nvSpPr>
            <p:spPr>
              <a:xfrm>
                <a:off x="754400" y="3437175"/>
                <a:ext cx="888000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35520" h="794" extrusionOk="0">
                    <a:moveTo>
                      <a:pt x="33150" y="1"/>
                    </a:moveTo>
                    <a:lnTo>
                      <a:pt x="1" y="1"/>
                    </a:lnTo>
                    <a:lnTo>
                      <a:pt x="2367" y="794"/>
                    </a:lnTo>
                    <a:lnTo>
                      <a:pt x="35520" y="794"/>
                    </a:lnTo>
                    <a:close/>
                  </a:path>
                </a:pathLst>
              </a:custGeom>
              <a:gradFill>
                <a:gsLst>
                  <a:gs pos="0">
                    <a:srgbClr val="545791">
                      <a:alpha val="61040"/>
                    </a:srgbClr>
                  </a:gs>
                  <a:gs pos="100000">
                    <a:srgbClr val="D88794">
                      <a:alpha val="6104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0" name="Google Shape;4830;p73"/>
              <p:cNvSpPr/>
              <p:nvPr/>
            </p:nvSpPr>
            <p:spPr>
              <a:xfrm>
                <a:off x="753575" y="3436450"/>
                <a:ext cx="889800" cy="21325"/>
              </a:xfrm>
              <a:custGeom>
                <a:avLst/>
                <a:gdLst/>
                <a:ahLst/>
                <a:cxnLst/>
                <a:rect l="l" t="t" r="r" b="b"/>
                <a:pathLst>
                  <a:path w="35592" h="853" extrusionOk="0">
                    <a:moveTo>
                      <a:pt x="33180" y="59"/>
                    </a:moveTo>
                    <a:lnTo>
                      <a:pt x="35363" y="790"/>
                    </a:lnTo>
                    <a:lnTo>
                      <a:pt x="2407" y="790"/>
                    </a:lnTo>
                    <a:lnTo>
                      <a:pt x="220" y="59"/>
                    </a:lnTo>
                    <a:close/>
                    <a:moveTo>
                      <a:pt x="34" y="0"/>
                    </a:moveTo>
                    <a:cubicBezTo>
                      <a:pt x="17" y="0"/>
                      <a:pt x="7" y="10"/>
                      <a:pt x="4" y="26"/>
                    </a:cubicBezTo>
                    <a:cubicBezTo>
                      <a:pt x="1" y="39"/>
                      <a:pt x="11" y="56"/>
                      <a:pt x="24" y="59"/>
                    </a:cubicBezTo>
                    <a:lnTo>
                      <a:pt x="2390" y="852"/>
                    </a:lnTo>
                    <a:lnTo>
                      <a:pt x="35550" y="852"/>
                    </a:lnTo>
                    <a:cubicBezTo>
                      <a:pt x="35585" y="852"/>
                      <a:pt x="35592" y="803"/>
                      <a:pt x="35559" y="793"/>
                    </a:cubicBezTo>
                    <a:lnTo>
                      <a:pt x="331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1" name="Google Shape;4831;p73"/>
              <p:cNvSpPr/>
              <p:nvPr/>
            </p:nvSpPr>
            <p:spPr>
              <a:xfrm>
                <a:off x="1492975" y="360112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2" name="Google Shape;4832;p73"/>
              <p:cNvSpPr/>
              <p:nvPr/>
            </p:nvSpPr>
            <p:spPr>
              <a:xfrm>
                <a:off x="1492150" y="3600350"/>
                <a:ext cx="70700" cy="451300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8052" extrusionOk="0">
                    <a:moveTo>
                      <a:pt x="2762" y="83"/>
                    </a:moveTo>
                    <a:lnTo>
                      <a:pt x="1081" y="17951"/>
                    </a:lnTo>
                    <a:lnTo>
                      <a:pt x="66" y="16880"/>
                    </a:lnTo>
                    <a:lnTo>
                      <a:pt x="1587" y="713"/>
                    </a:lnTo>
                    <a:lnTo>
                      <a:pt x="2762" y="83"/>
                    </a:lnTo>
                    <a:close/>
                    <a:moveTo>
                      <a:pt x="2798" y="0"/>
                    </a:moveTo>
                    <a:cubicBezTo>
                      <a:pt x="2792" y="0"/>
                      <a:pt x="2787" y="2"/>
                      <a:pt x="2782" y="5"/>
                    </a:cubicBezTo>
                    <a:lnTo>
                      <a:pt x="1541" y="668"/>
                    </a:lnTo>
                    <a:cubicBezTo>
                      <a:pt x="1532" y="674"/>
                      <a:pt x="1528" y="681"/>
                      <a:pt x="1525" y="694"/>
                    </a:cubicBezTo>
                    <a:lnTo>
                      <a:pt x="1" y="16886"/>
                    </a:lnTo>
                    <a:cubicBezTo>
                      <a:pt x="1" y="16896"/>
                      <a:pt x="4" y="16906"/>
                      <a:pt x="10" y="16913"/>
                    </a:cubicBezTo>
                    <a:lnTo>
                      <a:pt x="1081" y="18042"/>
                    </a:lnTo>
                    <a:cubicBezTo>
                      <a:pt x="1088" y="18045"/>
                      <a:pt x="1094" y="18048"/>
                      <a:pt x="1104" y="18052"/>
                    </a:cubicBezTo>
                    <a:cubicBezTo>
                      <a:pt x="1107" y="18048"/>
                      <a:pt x="1110" y="18048"/>
                      <a:pt x="1114" y="18045"/>
                    </a:cubicBezTo>
                    <a:cubicBezTo>
                      <a:pt x="1124" y="18042"/>
                      <a:pt x="1133" y="18032"/>
                      <a:pt x="1133" y="18022"/>
                    </a:cubicBezTo>
                    <a:lnTo>
                      <a:pt x="2827" y="31"/>
                    </a:lnTo>
                    <a:cubicBezTo>
                      <a:pt x="2827" y="21"/>
                      <a:pt x="2824" y="11"/>
                      <a:pt x="2814" y="5"/>
                    </a:cubicBezTo>
                    <a:cubicBezTo>
                      <a:pt x="2809" y="2"/>
                      <a:pt x="2804" y="0"/>
                      <a:pt x="2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3" name="Google Shape;4833;p73"/>
              <p:cNvSpPr/>
              <p:nvPr/>
            </p:nvSpPr>
            <p:spPr>
              <a:xfrm>
                <a:off x="1492975" y="360112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4" name="Google Shape;4834;p73"/>
              <p:cNvSpPr/>
              <p:nvPr/>
            </p:nvSpPr>
            <p:spPr>
              <a:xfrm>
                <a:off x="1519725" y="3601125"/>
                <a:ext cx="48500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18054" extrusionOk="0">
                    <a:moveTo>
                      <a:pt x="1695" y="0"/>
                    </a:moveTo>
                    <a:lnTo>
                      <a:pt x="1" y="17988"/>
                    </a:lnTo>
                    <a:lnTo>
                      <a:pt x="249" y="18053"/>
                    </a:lnTo>
                    <a:lnTo>
                      <a:pt x="1940" y="75"/>
                    </a:lnTo>
                    <a:lnTo>
                      <a:pt x="16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5" name="Google Shape;4835;p73"/>
              <p:cNvSpPr/>
              <p:nvPr/>
            </p:nvSpPr>
            <p:spPr>
              <a:xfrm>
                <a:off x="1518925" y="3600375"/>
                <a:ext cx="50125" cy="45292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7" extrusionOk="0">
                    <a:moveTo>
                      <a:pt x="1753" y="69"/>
                    </a:moveTo>
                    <a:lnTo>
                      <a:pt x="1939" y="125"/>
                    </a:lnTo>
                    <a:lnTo>
                      <a:pt x="255" y="18044"/>
                    </a:lnTo>
                    <a:lnTo>
                      <a:pt x="66" y="17995"/>
                    </a:lnTo>
                    <a:lnTo>
                      <a:pt x="1753" y="69"/>
                    </a:lnTo>
                    <a:close/>
                    <a:moveTo>
                      <a:pt x="1734" y="1"/>
                    </a:moveTo>
                    <a:cubicBezTo>
                      <a:pt x="1727" y="1"/>
                      <a:pt x="1717" y="1"/>
                      <a:pt x="1707" y="7"/>
                    </a:cubicBezTo>
                    <a:cubicBezTo>
                      <a:pt x="1701" y="10"/>
                      <a:pt x="1694" y="20"/>
                      <a:pt x="1694" y="30"/>
                    </a:cubicBezTo>
                    <a:lnTo>
                      <a:pt x="4" y="18018"/>
                    </a:lnTo>
                    <a:cubicBezTo>
                      <a:pt x="0" y="18031"/>
                      <a:pt x="10" y="18044"/>
                      <a:pt x="26" y="18051"/>
                    </a:cubicBezTo>
                    <a:lnTo>
                      <a:pt x="271" y="18116"/>
                    </a:lnTo>
                    <a:lnTo>
                      <a:pt x="281" y="18116"/>
                    </a:lnTo>
                    <a:cubicBezTo>
                      <a:pt x="288" y="18116"/>
                      <a:pt x="294" y="18113"/>
                      <a:pt x="297" y="18110"/>
                    </a:cubicBezTo>
                    <a:cubicBezTo>
                      <a:pt x="307" y="18106"/>
                      <a:pt x="310" y="18096"/>
                      <a:pt x="310" y="18087"/>
                    </a:cubicBezTo>
                    <a:lnTo>
                      <a:pt x="2004" y="108"/>
                    </a:lnTo>
                    <a:cubicBezTo>
                      <a:pt x="2004" y="92"/>
                      <a:pt x="1995" y="79"/>
                      <a:pt x="1982" y="76"/>
                    </a:cubicBezTo>
                    <a:lnTo>
                      <a:pt x="1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6" name="Google Shape;4836;p73"/>
              <p:cNvSpPr/>
              <p:nvPr/>
            </p:nvSpPr>
            <p:spPr>
              <a:xfrm>
                <a:off x="1472250" y="360127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1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1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7" name="Google Shape;4837;p73"/>
              <p:cNvSpPr/>
              <p:nvPr/>
            </p:nvSpPr>
            <p:spPr>
              <a:xfrm>
                <a:off x="1471500" y="3600600"/>
                <a:ext cx="70675" cy="45122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8049" extrusionOk="0">
                    <a:moveTo>
                      <a:pt x="2759" y="83"/>
                    </a:moveTo>
                    <a:lnTo>
                      <a:pt x="1078" y="17947"/>
                    </a:lnTo>
                    <a:lnTo>
                      <a:pt x="63" y="16876"/>
                    </a:lnTo>
                    <a:lnTo>
                      <a:pt x="1584" y="713"/>
                    </a:lnTo>
                    <a:lnTo>
                      <a:pt x="2759" y="83"/>
                    </a:lnTo>
                    <a:close/>
                    <a:moveTo>
                      <a:pt x="2797" y="0"/>
                    </a:moveTo>
                    <a:cubicBezTo>
                      <a:pt x="2792" y="0"/>
                      <a:pt x="2787" y="2"/>
                      <a:pt x="2782" y="5"/>
                    </a:cubicBezTo>
                    <a:lnTo>
                      <a:pt x="1542" y="667"/>
                    </a:lnTo>
                    <a:cubicBezTo>
                      <a:pt x="1532" y="674"/>
                      <a:pt x="1525" y="680"/>
                      <a:pt x="1525" y="693"/>
                    </a:cubicBezTo>
                    <a:lnTo>
                      <a:pt x="1" y="16883"/>
                    </a:lnTo>
                    <a:cubicBezTo>
                      <a:pt x="1" y="16893"/>
                      <a:pt x="1" y="16903"/>
                      <a:pt x="7" y="16909"/>
                    </a:cubicBezTo>
                    <a:lnTo>
                      <a:pt x="1081" y="18038"/>
                    </a:lnTo>
                    <a:cubicBezTo>
                      <a:pt x="1085" y="18045"/>
                      <a:pt x="1094" y="18048"/>
                      <a:pt x="1101" y="18048"/>
                    </a:cubicBezTo>
                    <a:lnTo>
                      <a:pt x="1111" y="18048"/>
                    </a:lnTo>
                    <a:cubicBezTo>
                      <a:pt x="1124" y="18045"/>
                      <a:pt x="1130" y="18035"/>
                      <a:pt x="1134" y="18022"/>
                    </a:cubicBezTo>
                    <a:lnTo>
                      <a:pt x="2824" y="34"/>
                    </a:lnTo>
                    <a:cubicBezTo>
                      <a:pt x="2827" y="14"/>
                      <a:pt x="2812" y="0"/>
                      <a:pt x="27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8" name="Google Shape;4838;p73"/>
              <p:cNvSpPr/>
              <p:nvPr/>
            </p:nvSpPr>
            <p:spPr>
              <a:xfrm>
                <a:off x="1472250" y="360127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1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1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9" name="Google Shape;4839;p73"/>
              <p:cNvSpPr/>
              <p:nvPr/>
            </p:nvSpPr>
            <p:spPr>
              <a:xfrm>
                <a:off x="1499000" y="3601275"/>
                <a:ext cx="48575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8054" extrusionOk="0">
                    <a:moveTo>
                      <a:pt x="1695" y="1"/>
                    </a:moveTo>
                    <a:lnTo>
                      <a:pt x="1" y="17989"/>
                    </a:lnTo>
                    <a:lnTo>
                      <a:pt x="249" y="18054"/>
                    </a:lnTo>
                    <a:lnTo>
                      <a:pt x="1943" y="76"/>
                    </a:lnTo>
                    <a:lnTo>
                      <a:pt x="16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0" name="Google Shape;4840;p73"/>
              <p:cNvSpPr/>
              <p:nvPr/>
            </p:nvSpPr>
            <p:spPr>
              <a:xfrm>
                <a:off x="1498275" y="3600575"/>
                <a:ext cx="50125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5" extrusionOk="0">
                    <a:moveTo>
                      <a:pt x="1750" y="71"/>
                    </a:moveTo>
                    <a:lnTo>
                      <a:pt x="1939" y="127"/>
                    </a:lnTo>
                    <a:lnTo>
                      <a:pt x="252" y="18046"/>
                    </a:lnTo>
                    <a:lnTo>
                      <a:pt x="63" y="17997"/>
                    </a:lnTo>
                    <a:lnTo>
                      <a:pt x="1750" y="71"/>
                    </a:lnTo>
                    <a:close/>
                    <a:moveTo>
                      <a:pt x="1722" y="0"/>
                    </a:moveTo>
                    <a:cubicBezTo>
                      <a:pt x="1716" y="0"/>
                      <a:pt x="1711" y="2"/>
                      <a:pt x="1708" y="6"/>
                    </a:cubicBezTo>
                    <a:cubicBezTo>
                      <a:pt x="1698" y="12"/>
                      <a:pt x="1695" y="19"/>
                      <a:pt x="1695" y="29"/>
                    </a:cubicBezTo>
                    <a:lnTo>
                      <a:pt x="1" y="18017"/>
                    </a:lnTo>
                    <a:cubicBezTo>
                      <a:pt x="1" y="18033"/>
                      <a:pt x="7" y="18046"/>
                      <a:pt x="23" y="18049"/>
                    </a:cubicBezTo>
                    <a:lnTo>
                      <a:pt x="271" y="18115"/>
                    </a:lnTo>
                    <a:lnTo>
                      <a:pt x="278" y="18115"/>
                    </a:lnTo>
                    <a:cubicBezTo>
                      <a:pt x="284" y="18115"/>
                      <a:pt x="291" y="18111"/>
                      <a:pt x="298" y="18108"/>
                    </a:cubicBezTo>
                    <a:cubicBezTo>
                      <a:pt x="304" y="18105"/>
                      <a:pt x="307" y="18095"/>
                      <a:pt x="311" y="18085"/>
                    </a:cubicBezTo>
                    <a:lnTo>
                      <a:pt x="2001" y="107"/>
                    </a:lnTo>
                    <a:cubicBezTo>
                      <a:pt x="2005" y="94"/>
                      <a:pt x="1995" y="81"/>
                      <a:pt x="1982" y="74"/>
                    </a:cubicBezTo>
                    <a:lnTo>
                      <a:pt x="1734" y="2"/>
                    </a:lnTo>
                    <a:cubicBezTo>
                      <a:pt x="1730" y="1"/>
                      <a:pt x="1726" y="0"/>
                      <a:pt x="17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1" name="Google Shape;4841;p73"/>
              <p:cNvSpPr/>
              <p:nvPr/>
            </p:nvSpPr>
            <p:spPr>
              <a:xfrm>
                <a:off x="1451600" y="3601525"/>
                <a:ext cx="690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2" h="17989" extrusionOk="0">
                    <a:moveTo>
                      <a:pt x="2762" y="0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1" y="17988"/>
                    </a:lnTo>
                    <a:lnTo>
                      <a:pt x="27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2" name="Google Shape;4842;p73"/>
              <p:cNvSpPr/>
              <p:nvPr/>
            </p:nvSpPr>
            <p:spPr>
              <a:xfrm>
                <a:off x="1450775" y="3600725"/>
                <a:ext cx="70775" cy="4512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18050" extrusionOk="0">
                    <a:moveTo>
                      <a:pt x="2759" y="85"/>
                    </a:moveTo>
                    <a:lnTo>
                      <a:pt x="1078" y="17949"/>
                    </a:lnTo>
                    <a:lnTo>
                      <a:pt x="63" y="16878"/>
                    </a:lnTo>
                    <a:lnTo>
                      <a:pt x="1584" y="715"/>
                    </a:lnTo>
                    <a:lnTo>
                      <a:pt x="2759" y="85"/>
                    </a:lnTo>
                    <a:close/>
                    <a:moveTo>
                      <a:pt x="2796" y="0"/>
                    </a:moveTo>
                    <a:cubicBezTo>
                      <a:pt x="2791" y="0"/>
                      <a:pt x="2786" y="1"/>
                      <a:pt x="2782" y="3"/>
                    </a:cubicBezTo>
                    <a:lnTo>
                      <a:pt x="1541" y="669"/>
                    </a:lnTo>
                    <a:cubicBezTo>
                      <a:pt x="1532" y="672"/>
                      <a:pt x="1525" y="682"/>
                      <a:pt x="1525" y="692"/>
                    </a:cubicBezTo>
                    <a:lnTo>
                      <a:pt x="1" y="16888"/>
                    </a:lnTo>
                    <a:cubicBezTo>
                      <a:pt x="1" y="16894"/>
                      <a:pt x="4" y="16904"/>
                      <a:pt x="11" y="16911"/>
                    </a:cubicBezTo>
                    <a:lnTo>
                      <a:pt x="1081" y="18040"/>
                    </a:lnTo>
                    <a:cubicBezTo>
                      <a:pt x="1088" y="18047"/>
                      <a:pt x="1094" y="18050"/>
                      <a:pt x="1104" y="18050"/>
                    </a:cubicBezTo>
                    <a:cubicBezTo>
                      <a:pt x="1107" y="18050"/>
                      <a:pt x="1111" y="18050"/>
                      <a:pt x="1114" y="18047"/>
                    </a:cubicBezTo>
                    <a:cubicBezTo>
                      <a:pt x="1124" y="18043"/>
                      <a:pt x="1133" y="18033"/>
                      <a:pt x="1133" y="18020"/>
                    </a:cubicBezTo>
                    <a:lnTo>
                      <a:pt x="2827" y="32"/>
                    </a:lnTo>
                    <a:cubicBezTo>
                      <a:pt x="2830" y="14"/>
                      <a:pt x="2814" y="0"/>
                      <a:pt x="27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3" name="Google Shape;4843;p73"/>
              <p:cNvSpPr/>
              <p:nvPr/>
            </p:nvSpPr>
            <p:spPr>
              <a:xfrm>
                <a:off x="1451600" y="3601525"/>
                <a:ext cx="690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2" h="17989" extrusionOk="0">
                    <a:moveTo>
                      <a:pt x="2762" y="0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1" y="17988"/>
                    </a:lnTo>
                    <a:lnTo>
                      <a:pt x="2762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4" name="Google Shape;4844;p73"/>
              <p:cNvSpPr/>
              <p:nvPr/>
            </p:nvSpPr>
            <p:spPr>
              <a:xfrm>
                <a:off x="1478375" y="3601525"/>
                <a:ext cx="48475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18054" extrusionOk="0">
                    <a:moveTo>
                      <a:pt x="1691" y="0"/>
                    </a:moveTo>
                    <a:lnTo>
                      <a:pt x="0" y="17988"/>
                    </a:lnTo>
                    <a:lnTo>
                      <a:pt x="248" y="18054"/>
                    </a:lnTo>
                    <a:lnTo>
                      <a:pt x="1939" y="72"/>
                    </a:lnTo>
                    <a:lnTo>
                      <a:pt x="16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5" name="Google Shape;4845;p73"/>
              <p:cNvSpPr/>
              <p:nvPr/>
            </p:nvSpPr>
            <p:spPr>
              <a:xfrm>
                <a:off x="1477550" y="3600750"/>
                <a:ext cx="50125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5" extrusionOk="0">
                    <a:moveTo>
                      <a:pt x="1753" y="71"/>
                    </a:moveTo>
                    <a:lnTo>
                      <a:pt x="1939" y="126"/>
                    </a:lnTo>
                    <a:lnTo>
                      <a:pt x="255" y="18046"/>
                    </a:lnTo>
                    <a:lnTo>
                      <a:pt x="66" y="17997"/>
                    </a:lnTo>
                    <a:lnTo>
                      <a:pt x="1753" y="71"/>
                    </a:lnTo>
                    <a:close/>
                    <a:moveTo>
                      <a:pt x="1727" y="1"/>
                    </a:moveTo>
                    <a:cubicBezTo>
                      <a:pt x="1721" y="1"/>
                      <a:pt x="1714" y="3"/>
                      <a:pt x="1708" y="5"/>
                    </a:cubicBezTo>
                    <a:cubicBezTo>
                      <a:pt x="1701" y="12"/>
                      <a:pt x="1698" y="18"/>
                      <a:pt x="1694" y="28"/>
                    </a:cubicBezTo>
                    <a:lnTo>
                      <a:pt x="4" y="18016"/>
                    </a:lnTo>
                    <a:cubicBezTo>
                      <a:pt x="0" y="18032"/>
                      <a:pt x="10" y="18046"/>
                      <a:pt x="27" y="18049"/>
                    </a:cubicBezTo>
                    <a:lnTo>
                      <a:pt x="275" y="18114"/>
                    </a:lnTo>
                    <a:lnTo>
                      <a:pt x="281" y="18114"/>
                    </a:lnTo>
                    <a:cubicBezTo>
                      <a:pt x="288" y="18114"/>
                      <a:pt x="294" y="18114"/>
                      <a:pt x="297" y="18111"/>
                    </a:cubicBezTo>
                    <a:cubicBezTo>
                      <a:pt x="307" y="18104"/>
                      <a:pt x="311" y="18098"/>
                      <a:pt x="311" y="18088"/>
                    </a:cubicBezTo>
                    <a:lnTo>
                      <a:pt x="2005" y="106"/>
                    </a:lnTo>
                    <a:cubicBezTo>
                      <a:pt x="2005" y="93"/>
                      <a:pt x="1995" y="80"/>
                      <a:pt x="1982" y="77"/>
                    </a:cubicBezTo>
                    <a:lnTo>
                      <a:pt x="1734" y="2"/>
                    </a:lnTo>
                    <a:cubicBezTo>
                      <a:pt x="1732" y="1"/>
                      <a:pt x="1730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6" name="Google Shape;4846;p73"/>
              <p:cNvSpPr/>
              <p:nvPr/>
            </p:nvSpPr>
            <p:spPr>
              <a:xfrm>
                <a:off x="1430875" y="3601675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1"/>
                    </a:moveTo>
                    <a:lnTo>
                      <a:pt x="1525" y="664"/>
                    </a:lnTo>
                    <a:lnTo>
                      <a:pt x="0" y="16860"/>
                    </a:lnTo>
                    <a:lnTo>
                      <a:pt x="1071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7" name="Google Shape;4847;p73"/>
              <p:cNvSpPr/>
              <p:nvPr/>
            </p:nvSpPr>
            <p:spPr>
              <a:xfrm>
                <a:off x="1430050" y="3600925"/>
                <a:ext cx="70775" cy="4512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18049" extrusionOk="0">
                    <a:moveTo>
                      <a:pt x="2762" y="83"/>
                    </a:moveTo>
                    <a:lnTo>
                      <a:pt x="1081" y="17947"/>
                    </a:lnTo>
                    <a:lnTo>
                      <a:pt x="66" y="16877"/>
                    </a:lnTo>
                    <a:lnTo>
                      <a:pt x="1587" y="713"/>
                    </a:lnTo>
                    <a:lnTo>
                      <a:pt x="2762" y="83"/>
                    </a:lnTo>
                    <a:close/>
                    <a:moveTo>
                      <a:pt x="2800" y="0"/>
                    </a:moveTo>
                    <a:cubicBezTo>
                      <a:pt x="2795" y="0"/>
                      <a:pt x="2790" y="2"/>
                      <a:pt x="2785" y="5"/>
                    </a:cubicBezTo>
                    <a:lnTo>
                      <a:pt x="1545" y="667"/>
                    </a:lnTo>
                    <a:cubicBezTo>
                      <a:pt x="1535" y="674"/>
                      <a:pt x="1528" y="680"/>
                      <a:pt x="1528" y="694"/>
                    </a:cubicBezTo>
                    <a:lnTo>
                      <a:pt x="4" y="16886"/>
                    </a:lnTo>
                    <a:cubicBezTo>
                      <a:pt x="1" y="16896"/>
                      <a:pt x="4" y="16903"/>
                      <a:pt x="11" y="16909"/>
                    </a:cubicBezTo>
                    <a:lnTo>
                      <a:pt x="1081" y="18039"/>
                    </a:lnTo>
                    <a:cubicBezTo>
                      <a:pt x="1088" y="18045"/>
                      <a:pt x="1097" y="18048"/>
                      <a:pt x="1104" y="18048"/>
                    </a:cubicBezTo>
                    <a:lnTo>
                      <a:pt x="1117" y="18048"/>
                    </a:lnTo>
                    <a:cubicBezTo>
                      <a:pt x="1127" y="18045"/>
                      <a:pt x="1133" y="18035"/>
                      <a:pt x="1137" y="18022"/>
                    </a:cubicBezTo>
                    <a:lnTo>
                      <a:pt x="2831" y="34"/>
                    </a:lnTo>
                    <a:cubicBezTo>
                      <a:pt x="2831" y="14"/>
                      <a:pt x="2816" y="0"/>
                      <a:pt x="28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8" name="Google Shape;4848;p73"/>
              <p:cNvSpPr/>
              <p:nvPr/>
            </p:nvSpPr>
            <p:spPr>
              <a:xfrm>
                <a:off x="1430875" y="3601675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1"/>
                    </a:moveTo>
                    <a:lnTo>
                      <a:pt x="1525" y="664"/>
                    </a:lnTo>
                    <a:lnTo>
                      <a:pt x="0" y="16860"/>
                    </a:lnTo>
                    <a:lnTo>
                      <a:pt x="1071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9" name="Google Shape;4849;p73"/>
              <p:cNvSpPr/>
              <p:nvPr/>
            </p:nvSpPr>
            <p:spPr>
              <a:xfrm>
                <a:off x="1457650" y="3601675"/>
                <a:ext cx="48575" cy="45137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8055" extrusionOk="0">
                    <a:moveTo>
                      <a:pt x="1694" y="1"/>
                    </a:moveTo>
                    <a:lnTo>
                      <a:pt x="0" y="17989"/>
                    </a:lnTo>
                    <a:lnTo>
                      <a:pt x="248" y="18054"/>
                    </a:lnTo>
                    <a:lnTo>
                      <a:pt x="1942" y="76"/>
                    </a:lnTo>
                    <a:lnTo>
                      <a:pt x="16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0" name="Google Shape;4850;p73"/>
              <p:cNvSpPr/>
              <p:nvPr/>
            </p:nvSpPr>
            <p:spPr>
              <a:xfrm>
                <a:off x="1456825" y="3600925"/>
                <a:ext cx="50125" cy="45292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7" extrusionOk="0">
                    <a:moveTo>
                      <a:pt x="1753" y="70"/>
                    </a:moveTo>
                    <a:lnTo>
                      <a:pt x="1942" y="126"/>
                    </a:lnTo>
                    <a:lnTo>
                      <a:pt x="255" y="18045"/>
                    </a:lnTo>
                    <a:lnTo>
                      <a:pt x="66" y="17996"/>
                    </a:lnTo>
                    <a:lnTo>
                      <a:pt x="1753" y="70"/>
                    </a:lnTo>
                    <a:close/>
                    <a:moveTo>
                      <a:pt x="1729" y="0"/>
                    </a:moveTo>
                    <a:cubicBezTo>
                      <a:pt x="1722" y="0"/>
                      <a:pt x="1716" y="3"/>
                      <a:pt x="1711" y="8"/>
                    </a:cubicBezTo>
                    <a:cubicBezTo>
                      <a:pt x="1701" y="11"/>
                      <a:pt x="1698" y="21"/>
                      <a:pt x="1698" y="28"/>
                    </a:cubicBezTo>
                    <a:lnTo>
                      <a:pt x="4" y="18019"/>
                    </a:lnTo>
                    <a:cubicBezTo>
                      <a:pt x="0" y="18032"/>
                      <a:pt x="10" y="18045"/>
                      <a:pt x="26" y="18048"/>
                    </a:cubicBezTo>
                    <a:lnTo>
                      <a:pt x="275" y="18114"/>
                    </a:lnTo>
                    <a:cubicBezTo>
                      <a:pt x="276" y="18115"/>
                      <a:pt x="277" y="18116"/>
                      <a:pt x="278" y="18116"/>
                    </a:cubicBezTo>
                    <a:cubicBezTo>
                      <a:pt x="279" y="18116"/>
                      <a:pt x="279" y="18115"/>
                      <a:pt x="281" y="18114"/>
                    </a:cubicBezTo>
                    <a:cubicBezTo>
                      <a:pt x="288" y="18114"/>
                      <a:pt x="294" y="18114"/>
                      <a:pt x="301" y="18110"/>
                    </a:cubicBezTo>
                    <a:cubicBezTo>
                      <a:pt x="307" y="18104"/>
                      <a:pt x="310" y="18097"/>
                      <a:pt x="314" y="18088"/>
                    </a:cubicBezTo>
                    <a:lnTo>
                      <a:pt x="2004" y="109"/>
                    </a:lnTo>
                    <a:cubicBezTo>
                      <a:pt x="2004" y="93"/>
                      <a:pt x="1998" y="80"/>
                      <a:pt x="1982" y="77"/>
                    </a:cubicBezTo>
                    <a:lnTo>
                      <a:pt x="1737" y="2"/>
                    </a:lnTo>
                    <a:cubicBezTo>
                      <a:pt x="1734" y="1"/>
                      <a:pt x="1732" y="0"/>
                      <a:pt x="17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1" name="Google Shape;4851;p73"/>
              <p:cNvSpPr/>
              <p:nvPr/>
            </p:nvSpPr>
            <p:spPr>
              <a:xfrm>
                <a:off x="1410150" y="3601850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4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2" name="Google Shape;4852;p73"/>
              <p:cNvSpPr/>
              <p:nvPr/>
            </p:nvSpPr>
            <p:spPr>
              <a:xfrm>
                <a:off x="1409400" y="3601075"/>
                <a:ext cx="70700" cy="4513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8053" extrusionOk="0">
                    <a:moveTo>
                      <a:pt x="2759" y="87"/>
                    </a:moveTo>
                    <a:lnTo>
                      <a:pt x="1078" y="17951"/>
                    </a:lnTo>
                    <a:lnTo>
                      <a:pt x="63" y="16880"/>
                    </a:lnTo>
                    <a:lnTo>
                      <a:pt x="1584" y="717"/>
                    </a:lnTo>
                    <a:lnTo>
                      <a:pt x="2759" y="87"/>
                    </a:lnTo>
                    <a:close/>
                    <a:moveTo>
                      <a:pt x="2798" y="0"/>
                    </a:moveTo>
                    <a:cubicBezTo>
                      <a:pt x="2793" y="0"/>
                      <a:pt x="2787" y="2"/>
                      <a:pt x="2782" y="5"/>
                    </a:cubicBezTo>
                    <a:lnTo>
                      <a:pt x="1542" y="668"/>
                    </a:lnTo>
                    <a:cubicBezTo>
                      <a:pt x="1532" y="674"/>
                      <a:pt x="1525" y="681"/>
                      <a:pt x="1525" y="694"/>
                    </a:cubicBezTo>
                    <a:lnTo>
                      <a:pt x="1" y="16887"/>
                    </a:lnTo>
                    <a:cubicBezTo>
                      <a:pt x="1" y="16897"/>
                      <a:pt x="4" y="16906"/>
                      <a:pt x="11" y="16913"/>
                    </a:cubicBezTo>
                    <a:lnTo>
                      <a:pt x="1081" y="18042"/>
                    </a:lnTo>
                    <a:cubicBezTo>
                      <a:pt x="1088" y="18049"/>
                      <a:pt x="1094" y="18052"/>
                      <a:pt x="1104" y="18052"/>
                    </a:cubicBezTo>
                    <a:cubicBezTo>
                      <a:pt x="1107" y="18049"/>
                      <a:pt x="1111" y="18049"/>
                      <a:pt x="1114" y="18046"/>
                    </a:cubicBezTo>
                    <a:cubicBezTo>
                      <a:pt x="1124" y="18042"/>
                      <a:pt x="1134" y="18033"/>
                      <a:pt x="1134" y="18023"/>
                    </a:cubicBezTo>
                    <a:lnTo>
                      <a:pt x="2828" y="31"/>
                    </a:lnTo>
                    <a:cubicBezTo>
                      <a:pt x="2828" y="22"/>
                      <a:pt x="2821" y="12"/>
                      <a:pt x="2815" y="5"/>
                    </a:cubicBezTo>
                    <a:cubicBezTo>
                      <a:pt x="2810" y="2"/>
                      <a:pt x="2804" y="0"/>
                      <a:pt x="2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3" name="Google Shape;4853;p73"/>
              <p:cNvSpPr/>
              <p:nvPr/>
            </p:nvSpPr>
            <p:spPr>
              <a:xfrm>
                <a:off x="1410150" y="3601850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4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4" name="Google Shape;4854;p73"/>
              <p:cNvSpPr/>
              <p:nvPr/>
            </p:nvSpPr>
            <p:spPr>
              <a:xfrm>
                <a:off x="1437000" y="3601850"/>
                <a:ext cx="48500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18054" extrusionOk="0">
                    <a:moveTo>
                      <a:pt x="1691" y="0"/>
                    </a:moveTo>
                    <a:lnTo>
                      <a:pt x="0" y="17988"/>
                    </a:lnTo>
                    <a:lnTo>
                      <a:pt x="248" y="18054"/>
                    </a:lnTo>
                    <a:lnTo>
                      <a:pt x="1939" y="76"/>
                    </a:lnTo>
                    <a:lnTo>
                      <a:pt x="16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5" name="Google Shape;4855;p73"/>
              <p:cNvSpPr/>
              <p:nvPr/>
            </p:nvSpPr>
            <p:spPr>
              <a:xfrm>
                <a:off x="1436175" y="3601125"/>
                <a:ext cx="50125" cy="45290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6" extrusionOk="0">
                    <a:moveTo>
                      <a:pt x="1753" y="69"/>
                    </a:moveTo>
                    <a:lnTo>
                      <a:pt x="1939" y="127"/>
                    </a:lnTo>
                    <a:lnTo>
                      <a:pt x="252" y="18044"/>
                    </a:lnTo>
                    <a:lnTo>
                      <a:pt x="66" y="17995"/>
                    </a:lnTo>
                    <a:lnTo>
                      <a:pt x="1753" y="69"/>
                    </a:lnTo>
                    <a:close/>
                    <a:moveTo>
                      <a:pt x="1734" y="0"/>
                    </a:moveTo>
                    <a:cubicBezTo>
                      <a:pt x="1724" y="0"/>
                      <a:pt x="1714" y="0"/>
                      <a:pt x="1708" y="7"/>
                    </a:cubicBezTo>
                    <a:cubicBezTo>
                      <a:pt x="1701" y="10"/>
                      <a:pt x="1695" y="20"/>
                      <a:pt x="1695" y="29"/>
                    </a:cubicBezTo>
                    <a:lnTo>
                      <a:pt x="1" y="18017"/>
                    </a:lnTo>
                    <a:cubicBezTo>
                      <a:pt x="1" y="18031"/>
                      <a:pt x="10" y="18044"/>
                      <a:pt x="23" y="18050"/>
                    </a:cubicBezTo>
                    <a:lnTo>
                      <a:pt x="271" y="18115"/>
                    </a:lnTo>
                    <a:lnTo>
                      <a:pt x="281" y="18115"/>
                    </a:lnTo>
                    <a:cubicBezTo>
                      <a:pt x="288" y="18115"/>
                      <a:pt x="291" y="18112"/>
                      <a:pt x="298" y="18109"/>
                    </a:cubicBezTo>
                    <a:cubicBezTo>
                      <a:pt x="304" y="18106"/>
                      <a:pt x="311" y="18096"/>
                      <a:pt x="311" y="18086"/>
                    </a:cubicBezTo>
                    <a:lnTo>
                      <a:pt x="2001" y="108"/>
                    </a:lnTo>
                    <a:cubicBezTo>
                      <a:pt x="2005" y="91"/>
                      <a:pt x="1995" y="78"/>
                      <a:pt x="1982" y="75"/>
                    </a:cubicBezTo>
                    <a:lnTo>
                      <a:pt x="17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6" name="Google Shape;4856;p73"/>
              <p:cNvSpPr/>
              <p:nvPr/>
            </p:nvSpPr>
            <p:spPr>
              <a:xfrm>
                <a:off x="1389500" y="3602100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0"/>
                    </a:moveTo>
                    <a:lnTo>
                      <a:pt x="1525" y="663"/>
                    </a:lnTo>
                    <a:lnTo>
                      <a:pt x="1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7" name="Google Shape;4857;p73"/>
              <p:cNvSpPr/>
              <p:nvPr/>
            </p:nvSpPr>
            <p:spPr>
              <a:xfrm>
                <a:off x="1388675" y="3601275"/>
                <a:ext cx="70700" cy="45127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8051" extrusionOk="0">
                    <a:moveTo>
                      <a:pt x="2759" y="85"/>
                    </a:moveTo>
                    <a:lnTo>
                      <a:pt x="1078" y="17949"/>
                    </a:lnTo>
                    <a:lnTo>
                      <a:pt x="63" y="16879"/>
                    </a:lnTo>
                    <a:lnTo>
                      <a:pt x="1584" y="715"/>
                    </a:lnTo>
                    <a:lnTo>
                      <a:pt x="2759" y="85"/>
                    </a:lnTo>
                    <a:close/>
                    <a:moveTo>
                      <a:pt x="2794" y="1"/>
                    </a:moveTo>
                    <a:cubicBezTo>
                      <a:pt x="2790" y="1"/>
                      <a:pt x="2786" y="2"/>
                      <a:pt x="2782" y="4"/>
                    </a:cubicBezTo>
                    <a:lnTo>
                      <a:pt x="1542" y="670"/>
                    </a:lnTo>
                    <a:cubicBezTo>
                      <a:pt x="1532" y="673"/>
                      <a:pt x="1525" y="683"/>
                      <a:pt x="1525" y="693"/>
                    </a:cubicBezTo>
                    <a:lnTo>
                      <a:pt x="1" y="16889"/>
                    </a:lnTo>
                    <a:cubicBezTo>
                      <a:pt x="1" y="16895"/>
                      <a:pt x="4" y="16905"/>
                      <a:pt x="11" y="16912"/>
                    </a:cubicBezTo>
                    <a:lnTo>
                      <a:pt x="1081" y="18041"/>
                    </a:lnTo>
                    <a:cubicBezTo>
                      <a:pt x="1088" y="18047"/>
                      <a:pt x="1094" y="18051"/>
                      <a:pt x="1104" y="18051"/>
                    </a:cubicBezTo>
                    <a:cubicBezTo>
                      <a:pt x="1107" y="18051"/>
                      <a:pt x="1111" y="18051"/>
                      <a:pt x="1114" y="18047"/>
                    </a:cubicBezTo>
                    <a:cubicBezTo>
                      <a:pt x="1124" y="18044"/>
                      <a:pt x="1134" y="18034"/>
                      <a:pt x="1134" y="18021"/>
                    </a:cubicBezTo>
                    <a:lnTo>
                      <a:pt x="2828" y="33"/>
                    </a:lnTo>
                    <a:cubicBezTo>
                      <a:pt x="2828" y="15"/>
                      <a:pt x="2811" y="1"/>
                      <a:pt x="27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8" name="Google Shape;4858;p73"/>
              <p:cNvSpPr/>
              <p:nvPr/>
            </p:nvSpPr>
            <p:spPr>
              <a:xfrm>
                <a:off x="1389500" y="3602100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0"/>
                    </a:moveTo>
                    <a:lnTo>
                      <a:pt x="1525" y="663"/>
                    </a:lnTo>
                    <a:lnTo>
                      <a:pt x="1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9" name="Google Shape;4859;p73"/>
              <p:cNvSpPr/>
              <p:nvPr/>
            </p:nvSpPr>
            <p:spPr>
              <a:xfrm>
                <a:off x="1416275" y="3602100"/>
                <a:ext cx="48475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18054" extrusionOk="0">
                    <a:moveTo>
                      <a:pt x="1694" y="0"/>
                    </a:moveTo>
                    <a:lnTo>
                      <a:pt x="0" y="17988"/>
                    </a:lnTo>
                    <a:lnTo>
                      <a:pt x="248" y="18054"/>
                    </a:lnTo>
                    <a:lnTo>
                      <a:pt x="1939" y="72"/>
                    </a:lnTo>
                    <a:lnTo>
                      <a:pt x="1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0" name="Google Shape;4860;p73"/>
              <p:cNvSpPr/>
              <p:nvPr/>
            </p:nvSpPr>
            <p:spPr>
              <a:xfrm>
                <a:off x="1415450" y="3601300"/>
                <a:ext cx="50125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5" extrusionOk="0">
                    <a:moveTo>
                      <a:pt x="1753" y="71"/>
                    </a:moveTo>
                    <a:lnTo>
                      <a:pt x="1943" y="127"/>
                    </a:lnTo>
                    <a:lnTo>
                      <a:pt x="255" y="18046"/>
                    </a:lnTo>
                    <a:lnTo>
                      <a:pt x="66" y="17997"/>
                    </a:lnTo>
                    <a:lnTo>
                      <a:pt x="1753" y="71"/>
                    </a:lnTo>
                    <a:close/>
                    <a:moveTo>
                      <a:pt x="1724" y="1"/>
                    </a:moveTo>
                    <a:cubicBezTo>
                      <a:pt x="1720" y="1"/>
                      <a:pt x="1715" y="2"/>
                      <a:pt x="1711" y="6"/>
                    </a:cubicBezTo>
                    <a:cubicBezTo>
                      <a:pt x="1701" y="13"/>
                      <a:pt x="1698" y="19"/>
                      <a:pt x="1695" y="29"/>
                    </a:cubicBezTo>
                    <a:lnTo>
                      <a:pt x="4" y="18017"/>
                    </a:lnTo>
                    <a:cubicBezTo>
                      <a:pt x="1" y="18033"/>
                      <a:pt x="10" y="18046"/>
                      <a:pt x="27" y="18050"/>
                    </a:cubicBezTo>
                    <a:lnTo>
                      <a:pt x="275" y="18115"/>
                    </a:lnTo>
                    <a:lnTo>
                      <a:pt x="281" y="18115"/>
                    </a:lnTo>
                    <a:cubicBezTo>
                      <a:pt x="288" y="18115"/>
                      <a:pt x="294" y="18112"/>
                      <a:pt x="301" y="18108"/>
                    </a:cubicBezTo>
                    <a:cubicBezTo>
                      <a:pt x="307" y="18102"/>
                      <a:pt x="311" y="18095"/>
                      <a:pt x="311" y="18086"/>
                    </a:cubicBezTo>
                    <a:lnTo>
                      <a:pt x="2005" y="107"/>
                    </a:lnTo>
                    <a:cubicBezTo>
                      <a:pt x="2005" y="94"/>
                      <a:pt x="1995" y="81"/>
                      <a:pt x="1982" y="75"/>
                    </a:cubicBezTo>
                    <a:lnTo>
                      <a:pt x="1734" y="3"/>
                    </a:lnTo>
                    <a:cubicBezTo>
                      <a:pt x="1731" y="2"/>
                      <a:pt x="1728" y="1"/>
                      <a:pt x="17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1" name="Google Shape;4861;p73"/>
              <p:cNvSpPr/>
              <p:nvPr/>
            </p:nvSpPr>
            <p:spPr>
              <a:xfrm>
                <a:off x="1368775" y="3602250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1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4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2" name="Google Shape;4862;p73"/>
              <p:cNvSpPr/>
              <p:nvPr/>
            </p:nvSpPr>
            <p:spPr>
              <a:xfrm>
                <a:off x="1368050" y="3601475"/>
                <a:ext cx="70675" cy="451250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8050" extrusionOk="0">
                    <a:moveTo>
                      <a:pt x="2758" y="87"/>
                    </a:moveTo>
                    <a:lnTo>
                      <a:pt x="1077" y="17948"/>
                    </a:lnTo>
                    <a:lnTo>
                      <a:pt x="62" y="16881"/>
                    </a:lnTo>
                    <a:lnTo>
                      <a:pt x="1583" y="714"/>
                    </a:lnTo>
                    <a:lnTo>
                      <a:pt x="2758" y="87"/>
                    </a:lnTo>
                    <a:close/>
                    <a:moveTo>
                      <a:pt x="2796" y="1"/>
                    </a:moveTo>
                    <a:cubicBezTo>
                      <a:pt x="2791" y="1"/>
                      <a:pt x="2786" y="2"/>
                      <a:pt x="2781" y="6"/>
                    </a:cubicBezTo>
                    <a:lnTo>
                      <a:pt x="1541" y="668"/>
                    </a:lnTo>
                    <a:cubicBezTo>
                      <a:pt x="1534" y="672"/>
                      <a:pt x="1528" y="681"/>
                      <a:pt x="1524" y="691"/>
                    </a:cubicBezTo>
                    <a:lnTo>
                      <a:pt x="3" y="16887"/>
                    </a:lnTo>
                    <a:cubicBezTo>
                      <a:pt x="0" y="16897"/>
                      <a:pt x="3" y="16904"/>
                      <a:pt x="10" y="16910"/>
                    </a:cubicBezTo>
                    <a:lnTo>
                      <a:pt x="1080" y="18039"/>
                    </a:lnTo>
                    <a:cubicBezTo>
                      <a:pt x="1084" y="18046"/>
                      <a:pt x="1094" y="18049"/>
                      <a:pt x="1103" y="18049"/>
                    </a:cubicBezTo>
                    <a:cubicBezTo>
                      <a:pt x="1107" y="18049"/>
                      <a:pt x="1110" y="18049"/>
                      <a:pt x="1113" y="18046"/>
                    </a:cubicBezTo>
                    <a:cubicBezTo>
                      <a:pt x="1123" y="18043"/>
                      <a:pt x="1129" y="18033"/>
                      <a:pt x="1133" y="18020"/>
                    </a:cubicBezTo>
                    <a:lnTo>
                      <a:pt x="2827" y="32"/>
                    </a:lnTo>
                    <a:cubicBezTo>
                      <a:pt x="2827" y="22"/>
                      <a:pt x="2820" y="9"/>
                      <a:pt x="2810" y="6"/>
                    </a:cubicBezTo>
                    <a:cubicBezTo>
                      <a:pt x="2806" y="2"/>
                      <a:pt x="2801" y="1"/>
                      <a:pt x="27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3" name="Google Shape;4863;p73"/>
              <p:cNvSpPr/>
              <p:nvPr/>
            </p:nvSpPr>
            <p:spPr>
              <a:xfrm>
                <a:off x="1368775" y="3602250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1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4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4" name="Google Shape;4864;p73"/>
              <p:cNvSpPr/>
              <p:nvPr/>
            </p:nvSpPr>
            <p:spPr>
              <a:xfrm>
                <a:off x="1395625" y="3602250"/>
                <a:ext cx="48500" cy="451375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18055" extrusionOk="0">
                    <a:moveTo>
                      <a:pt x="1691" y="1"/>
                    </a:moveTo>
                    <a:lnTo>
                      <a:pt x="0" y="17989"/>
                    </a:lnTo>
                    <a:lnTo>
                      <a:pt x="245" y="18054"/>
                    </a:lnTo>
                    <a:lnTo>
                      <a:pt x="1939" y="73"/>
                    </a:lnTo>
                    <a:lnTo>
                      <a:pt x="16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5" name="Google Shape;4865;p73"/>
              <p:cNvSpPr/>
              <p:nvPr/>
            </p:nvSpPr>
            <p:spPr>
              <a:xfrm>
                <a:off x="1394800" y="3601500"/>
                <a:ext cx="50125" cy="45285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4" extrusionOk="0">
                    <a:moveTo>
                      <a:pt x="1750" y="70"/>
                    </a:moveTo>
                    <a:lnTo>
                      <a:pt x="1940" y="125"/>
                    </a:lnTo>
                    <a:lnTo>
                      <a:pt x="252" y="18045"/>
                    </a:lnTo>
                    <a:lnTo>
                      <a:pt x="66" y="17996"/>
                    </a:lnTo>
                    <a:lnTo>
                      <a:pt x="1750" y="70"/>
                    </a:lnTo>
                    <a:close/>
                    <a:moveTo>
                      <a:pt x="1725" y="0"/>
                    </a:moveTo>
                    <a:cubicBezTo>
                      <a:pt x="1719" y="0"/>
                      <a:pt x="1712" y="2"/>
                      <a:pt x="1708" y="5"/>
                    </a:cubicBezTo>
                    <a:cubicBezTo>
                      <a:pt x="1701" y="11"/>
                      <a:pt x="1695" y="18"/>
                      <a:pt x="1695" y="28"/>
                    </a:cubicBezTo>
                    <a:lnTo>
                      <a:pt x="1" y="18016"/>
                    </a:lnTo>
                    <a:cubicBezTo>
                      <a:pt x="1" y="18032"/>
                      <a:pt x="10" y="18045"/>
                      <a:pt x="24" y="18048"/>
                    </a:cubicBezTo>
                    <a:lnTo>
                      <a:pt x="272" y="18113"/>
                    </a:lnTo>
                    <a:lnTo>
                      <a:pt x="278" y="18113"/>
                    </a:lnTo>
                    <a:cubicBezTo>
                      <a:pt x="285" y="18113"/>
                      <a:pt x="291" y="18113"/>
                      <a:pt x="298" y="18110"/>
                    </a:cubicBezTo>
                    <a:cubicBezTo>
                      <a:pt x="304" y="18104"/>
                      <a:pt x="311" y="18097"/>
                      <a:pt x="311" y="18087"/>
                    </a:cubicBezTo>
                    <a:lnTo>
                      <a:pt x="2002" y="109"/>
                    </a:lnTo>
                    <a:cubicBezTo>
                      <a:pt x="2005" y="93"/>
                      <a:pt x="1995" y="80"/>
                      <a:pt x="1982" y="76"/>
                    </a:cubicBezTo>
                    <a:lnTo>
                      <a:pt x="1734" y="1"/>
                    </a:lnTo>
                    <a:cubicBezTo>
                      <a:pt x="1731" y="0"/>
                      <a:pt x="1728" y="0"/>
                      <a:pt x="1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6" name="Google Shape;4866;p73"/>
              <p:cNvSpPr/>
              <p:nvPr/>
            </p:nvSpPr>
            <p:spPr>
              <a:xfrm>
                <a:off x="1348125" y="3602425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1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7" name="Google Shape;4867;p73"/>
              <p:cNvSpPr/>
              <p:nvPr/>
            </p:nvSpPr>
            <p:spPr>
              <a:xfrm>
                <a:off x="1347325" y="3601650"/>
                <a:ext cx="70675" cy="451300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8052" extrusionOk="0">
                    <a:moveTo>
                      <a:pt x="2761" y="87"/>
                    </a:moveTo>
                    <a:lnTo>
                      <a:pt x="1080" y="17951"/>
                    </a:lnTo>
                    <a:lnTo>
                      <a:pt x="65" y="16880"/>
                    </a:lnTo>
                    <a:lnTo>
                      <a:pt x="1586" y="717"/>
                    </a:lnTo>
                    <a:lnTo>
                      <a:pt x="2761" y="87"/>
                    </a:lnTo>
                    <a:close/>
                    <a:moveTo>
                      <a:pt x="2797" y="0"/>
                    </a:moveTo>
                    <a:cubicBezTo>
                      <a:pt x="2792" y="0"/>
                      <a:pt x="2786" y="2"/>
                      <a:pt x="2781" y="5"/>
                    </a:cubicBezTo>
                    <a:lnTo>
                      <a:pt x="1541" y="668"/>
                    </a:lnTo>
                    <a:cubicBezTo>
                      <a:pt x="1531" y="674"/>
                      <a:pt x="1528" y="684"/>
                      <a:pt x="1524" y="694"/>
                    </a:cubicBezTo>
                    <a:lnTo>
                      <a:pt x="0" y="16887"/>
                    </a:lnTo>
                    <a:cubicBezTo>
                      <a:pt x="0" y="16897"/>
                      <a:pt x="3" y="16906"/>
                      <a:pt x="10" y="16913"/>
                    </a:cubicBezTo>
                    <a:lnTo>
                      <a:pt x="1080" y="18042"/>
                    </a:lnTo>
                    <a:cubicBezTo>
                      <a:pt x="1087" y="18045"/>
                      <a:pt x="1093" y="18049"/>
                      <a:pt x="1103" y="18052"/>
                    </a:cubicBezTo>
                    <a:cubicBezTo>
                      <a:pt x="1107" y="18049"/>
                      <a:pt x="1110" y="18049"/>
                      <a:pt x="1113" y="18045"/>
                    </a:cubicBezTo>
                    <a:cubicBezTo>
                      <a:pt x="1123" y="18042"/>
                      <a:pt x="1133" y="18032"/>
                      <a:pt x="1133" y="18023"/>
                    </a:cubicBezTo>
                    <a:lnTo>
                      <a:pt x="2827" y="31"/>
                    </a:lnTo>
                    <a:cubicBezTo>
                      <a:pt x="2827" y="22"/>
                      <a:pt x="2823" y="12"/>
                      <a:pt x="2814" y="5"/>
                    </a:cubicBezTo>
                    <a:cubicBezTo>
                      <a:pt x="2809" y="2"/>
                      <a:pt x="2803" y="0"/>
                      <a:pt x="27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8" name="Google Shape;4868;p73"/>
              <p:cNvSpPr/>
              <p:nvPr/>
            </p:nvSpPr>
            <p:spPr>
              <a:xfrm>
                <a:off x="1348125" y="3602425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1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9" name="Google Shape;4869;p73"/>
              <p:cNvSpPr/>
              <p:nvPr/>
            </p:nvSpPr>
            <p:spPr>
              <a:xfrm>
                <a:off x="1374900" y="3602425"/>
                <a:ext cx="48500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18054" extrusionOk="0">
                    <a:moveTo>
                      <a:pt x="1694" y="0"/>
                    </a:moveTo>
                    <a:lnTo>
                      <a:pt x="0" y="17988"/>
                    </a:lnTo>
                    <a:lnTo>
                      <a:pt x="248" y="18054"/>
                    </a:lnTo>
                    <a:lnTo>
                      <a:pt x="1939" y="75"/>
                    </a:lnTo>
                    <a:lnTo>
                      <a:pt x="1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0" name="Google Shape;4870;p73"/>
              <p:cNvSpPr/>
              <p:nvPr/>
            </p:nvSpPr>
            <p:spPr>
              <a:xfrm>
                <a:off x="1374075" y="3601725"/>
                <a:ext cx="50125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5" extrusionOk="0">
                    <a:moveTo>
                      <a:pt x="1753" y="67"/>
                    </a:moveTo>
                    <a:lnTo>
                      <a:pt x="1939" y="123"/>
                    </a:lnTo>
                    <a:lnTo>
                      <a:pt x="255" y="18042"/>
                    </a:lnTo>
                    <a:lnTo>
                      <a:pt x="66" y="17993"/>
                    </a:lnTo>
                    <a:lnTo>
                      <a:pt x="1753" y="67"/>
                    </a:lnTo>
                    <a:close/>
                    <a:moveTo>
                      <a:pt x="1724" y="0"/>
                    </a:moveTo>
                    <a:cubicBezTo>
                      <a:pt x="1719" y="0"/>
                      <a:pt x="1713" y="2"/>
                      <a:pt x="1708" y="5"/>
                    </a:cubicBezTo>
                    <a:cubicBezTo>
                      <a:pt x="1701" y="9"/>
                      <a:pt x="1698" y="19"/>
                      <a:pt x="1695" y="28"/>
                    </a:cubicBezTo>
                    <a:lnTo>
                      <a:pt x="4" y="18016"/>
                    </a:lnTo>
                    <a:cubicBezTo>
                      <a:pt x="1" y="18029"/>
                      <a:pt x="10" y="18042"/>
                      <a:pt x="27" y="18049"/>
                    </a:cubicBezTo>
                    <a:lnTo>
                      <a:pt x="272" y="18114"/>
                    </a:lnTo>
                    <a:lnTo>
                      <a:pt x="281" y="18114"/>
                    </a:lnTo>
                    <a:cubicBezTo>
                      <a:pt x="288" y="18114"/>
                      <a:pt x="294" y="18111"/>
                      <a:pt x="298" y="18108"/>
                    </a:cubicBezTo>
                    <a:cubicBezTo>
                      <a:pt x="307" y="18104"/>
                      <a:pt x="311" y="18095"/>
                      <a:pt x="311" y="18088"/>
                    </a:cubicBezTo>
                    <a:lnTo>
                      <a:pt x="2005" y="107"/>
                    </a:lnTo>
                    <a:cubicBezTo>
                      <a:pt x="2005" y="90"/>
                      <a:pt x="1995" y="77"/>
                      <a:pt x="1982" y="74"/>
                    </a:cubicBezTo>
                    <a:lnTo>
                      <a:pt x="1734" y="2"/>
                    </a:lnTo>
                    <a:cubicBezTo>
                      <a:pt x="1731" y="1"/>
                      <a:pt x="1728" y="0"/>
                      <a:pt x="17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1" name="Google Shape;4871;p73"/>
              <p:cNvSpPr/>
              <p:nvPr/>
            </p:nvSpPr>
            <p:spPr>
              <a:xfrm>
                <a:off x="1327400" y="3602575"/>
                <a:ext cx="69150" cy="4498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93" extrusionOk="0">
                    <a:moveTo>
                      <a:pt x="2765" y="1"/>
                    </a:moveTo>
                    <a:lnTo>
                      <a:pt x="1525" y="667"/>
                    </a:lnTo>
                    <a:lnTo>
                      <a:pt x="1" y="16860"/>
                    </a:lnTo>
                    <a:lnTo>
                      <a:pt x="1071" y="17992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2" name="Google Shape;4872;p73"/>
              <p:cNvSpPr/>
              <p:nvPr/>
            </p:nvSpPr>
            <p:spPr>
              <a:xfrm>
                <a:off x="1326675" y="3601800"/>
                <a:ext cx="70675" cy="45132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8053" extrusionOk="0">
                    <a:moveTo>
                      <a:pt x="2758" y="87"/>
                    </a:moveTo>
                    <a:lnTo>
                      <a:pt x="1077" y="17955"/>
                    </a:lnTo>
                    <a:lnTo>
                      <a:pt x="62" y="16884"/>
                    </a:lnTo>
                    <a:lnTo>
                      <a:pt x="1583" y="717"/>
                    </a:lnTo>
                    <a:lnTo>
                      <a:pt x="2758" y="87"/>
                    </a:lnTo>
                    <a:close/>
                    <a:moveTo>
                      <a:pt x="2795" y="1"/>
                    </a:moveTo>
                    <a:cubicBezTo>
                      <a:pt x="2789" y="1"/>
                      <a:pt x="2784" y="2"/>
                      <a:pt x="2781" y="6"/>
                    </a:cubicBezTo>
                    <a:lnTo>
                      <a:pt x="1541" y="672"/>
                    </a:lnTo>
                    <a:cubicBezTo>
                      <a:pt x="1531" y="675"/>
                      <a:pt x="1525" y="685"/>
                      <a:pt x="1525" y="694"/>
                    </a:cubicBezTo>
                    <a:lnTo>
                      <a:pt x="0" y="16891"/>
                    </a:lnTo>
                    <a:cubicBezTo>
                      <a:pt x="0" y="16897"/>
                      <a:pt x="4" y="16907"/>
                      <a:pt x="7" y="16913"/>
                    </a:cubicBezTo>
                    <a:lnTo>
                      <a:pt x="1081" y="18043"/>
                    </a:lnTo>
                    <a:cubicBezTo>
                      <a:pt x="1084" y="18049"/>
                      <a:pt x="1094" y="18053"/>
                      <a:pt x="1100" y="18053"/>
                    </a:cubicBezTo>
                    <a:lnTo>
                      <a:pt x="1110" y="18053"/>
                    </a:lnTo>
                    <a:cubicBezTo>
                      <a:pt x="1123" y="18046"/>
                      <a:pt x="1130" y="18036"/>
                      <a:pt x="1133" y="18026"/>
                    </a:cubicBezTo>
                    <a:lnTo>
                      <a:pt x="2824" y="35"/>
                    </a:lnTo>
                    <a:cubicBezTo>
                      <a:pt x="2827" y="22"/>
                      <a:pt x="2820" y="12"/>
                      <a:pt x="2811" y="6"/>
                    </a:cubicBezTo>
                    <a:cubicBezTo>
                      <a:pt x="2806" y="2"/>
                      <a:pt x="2800" y="1"/>
                      <a:pt x="27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3" name="Google Shape;4873;p73"/>
              <p:cNvSpPr/>
              <p:nvPr/>
            </p:nvSpPr>
            <p:spPr>
              <a:xfrm>
                <a:off x="1327400" y="3602575"/>
                <a:ext cx="69150" cy="4498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93" extrusionOk="0">
                    <a:moveTo>
                      <a:pt x="2765" y="1"/>
                    </a:moveTo>
                    <a:lnTo>
                      <a:pt x="1525" y="667"/>
                    </a:lnTo>
                    <a:lnTo>
                      <a:pt x="1" y="16860"/>
                    </a:lnTo>
                    <a:lnTo>
                      <a:pt x="1071" y="17992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4" name="Google Shape;4874;p73"/>
              <p:cNvSpPr/>
              <p:nvPr/>
            </p:nvSpPr>
            <p:spPr>
              <a:xfrm>
                <a:off x="1354175" y="3602575"/>
                <a:ext cx="48575" cy="4514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8058" extrusionOk="0">
                    <a:moveTo>
                      <a:pt x="1694" y="1"/>
                    </a:moveTo>
                    <a:lnTo>
                      <a:pt x="0" y="17992"/>
                    </a:lnTo>
                    <a:lnTo>
                      <a:pt x="248" y="18057"/>
                    </a:lnTo>
                    <a:lnTo>
                      <a:pt x="1942" y="76"/>
                    </a:lnTo>
                    <a:lnTo>
                      <a:pt x="16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5" name="Google Shape;4875;p73"/>
              <p:cNvSpPr/>
              <p:nvPr/>
            </p:nvSpPr>
            <p:spPr>
              <a:xfrm>
                <a:off x="1353425" y="3601900"/>
                <a:ext cx="50125" cy="45285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4" extrusionOk="0">
                    <a:moveTo>
                      <a:pt x="1750" y="70"/>
                    </a:moveTo>
                    <a:lnTo>
                      <a:pt x="1940" y="126"/>
                    </a:lnTo>
                    <a:lnTo>
                      <a:pt x="252" y="18045"/>
                    </a:lnTo>
                    <a:lnTo>
                      <a:pt x="63" y="17993"/>
                    </a:lnTo>
                    <a:lnTo>
                      <a:pt x="1750" y="70"/>
                    </a:lnTo>
                    <a:close/>
                    <a:moveTo>
                      <a:pt x="1724" y="0"/>
                    </a:moveTo>
                    <a:cubicBezTo>
                      <a:pt x="1708" y="0"/>
                      <a:pt x="1695" y="12"/>
                      <a:pt x="1695" y="28"/>
                    </a:cubicBezTo>
                    <a:lnTo>
                      <a:pt x="1" y="18016"/>
                    </a:lnTo>
                    <a:cubicBezTo>
                      <a:pt x="1" y="18032"/>
                      <a:pt x="7" y="18045"/>
                      <a:pt x="24" y="18049"/>
                    </a:cubicBezTo>
                    <a:lnTo>
                      <a:pt x="272" y="18114"/>
                    </a:lnTo>
                    <a:lnTo>
                      <a:pt x="278" y="18114"/>
                    </a:lnTo>
                    <a:cubicBezTo>
                      <a:pt x="285" y="18114"/>
                      <a:pt x="291" y="18111"/>
                      <a:pt x="298" y="18107"/>
                    </a:cubicBezTo>
                    <a:cubicBezTo>
                      <a:pt x="304" y="18104"/>
                      <a:pt x="308" y="18094"/>
                      <a:pt x="311" y="18084"/>
                    </a:cubicBezTo>
                    <a:lnTo>
                      <a:pt x="2005" y="106"/>
                    </a:lnTo>
                    <a:cubicBezTo>
                      <a:pt x="2005" y="93"/>
                      <a:pt x="1995" y="80"/>
                      <a:pt x="1982" y="77"/>
                    </a:cubicBezTo>
                    <a:lnTo>
                      <a:pt x="1734" y="2"/>
                    </a:lnTo>
                    <a:cubicBezTo>
                      <a:pt x="1731" y="1"/>
                      <a:pt x="1727" y="0"/>
                      <a:pt x="17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6" name="Google Shape;4876;p73"/>
              <p:cNvSpPr/>
              <p:nvPr/>
            </p:nvSpPr>
            <p:spPr>
              <a:xfrm>
                <a:off x="1305050" y="360282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1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4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7" name="Google Shape;4877;p73"/>
              <p:cNvSpPr/>
              <p:nvPr/>
            </p:nvSpPr>
            <p:spPr>
              <a:xfrm>
                <a:off x="1304300" y="3602050"/>
                <a:ext cx="70700" cy="451250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8050" extrusionOk="0">
                    <a:moveTo>
                      <a:pt x="2759" y="84"/>
                    </a:moveTo>
                    <a:lnTo>
                      <a:pt x="1078" y="17951"/>
                    </a:lnTo>
                    <a:lnTo>
                      <a:pt x="63" y="16881"/>
                    </a:lnTo>
                    <a:lnTo>
                      <a:pt x="1584" y="714"/>
                    </a:lnTo>
                    <a:lnTo>
                      <a:pt x="2759" y="84"/>
                    </a:lnTo>
                    <a:close/>
                    <a:moveTo>
                      <a:pt x="2797" y="1"/>
                    </a:moveTo>
                    <a:cubicBezTo>
                      <a:pt x="2792" y="1"/>
                      <a:pt x="2787" y="2"/>
                      <a:pt x="2782" y="6"/>
                    </a:cubicBezTo>
                    <a:lnTo>
                      <a:pt x="1542" y="671"/>
                    </a:lnTo>
                    <a:cubicBezTo>
                      <a:pt x="1532" y="675"/>
                      <a:pt x="1525" y="684"/>
                      <a:pt x="1525" y="694"/>
                    </a:cubicBezTo>
                    <a:lnTo>
                      <a:pt x="1" y="16890"/>
                    </a:lnTo>
                    <a:cubicBezTo>
                      <a:pt x="1" y="16897"/>
                      <a:pt x="4" y="16907"/>
                      <a:pt x="11" y="16913"/>
                    </a:cubicBezTo>
                    <a:lnTo>
                      <a:pt x="1081" y="18039"/>
                    </a:lnTo>
                    <a:cubicBezTo>
                      <a:pt x="1085" y="18046"/>
                      <a:pt x="1094" y="18049"/>
                      <a:pt x="1104" y="18049"/>
                    </a:cubicBezTo>
                    <a:lnTo>
                      <a:pt x="1111" y="18049"/>
                    </a:lnTo>
                    <a:cubicBezTo>
                      <a:pt x="1124" y="18046"/>
                      <a:pt x="1130" y="18033"/>
                      <a:pt x="1134" y="18023"/>
                    </a:cubicBezTo>
                    <a:lnTo>
                      <a:pt x="2828" y="35"/>
                    </a:lnTo>
                    <a:cubicBezTo>
                      <a:pt x="2828" y="25"/>
                      <a:pt x="2821" y="12"/>
                      <a:pt x="2811" y="6"/>
                    </a:cubicBezTo>
                    <a:cubicBezTo>
                      <a:pt x="2806" y="2"/>
                      <a:pt x="2801" y="1"/>
                      <a:pt x="2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8" name="Google Shape;4878;p73"/>
              <p:cNvSpPr/>
              <p:nvPr/>
            </p:nvSpPr>
            <p:spPr>
              <a:xfrm>
                <a:off x="1305050" y="360282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1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4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9" name="Google Shape;4879;p73"/>
              <p:cNvSpPr/>
              <p:nvPr/>
            </p:nvSpPr>
            <p:spPr>
              <a:xfrm>
                <a:off x="1331900" y="3602825"/>
                <a:ext cx="48475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18054" extrusionOk="0">
                    <a:moveTo>
                      <a:pt x="1691" y="1"/>
                    </a:moveTo>
                    <a:lnTo>
                      <a:pt x="0" y="17989"/>
                    </a:lnTo>
                    <a:lnTo>
                      <a:pt x="245" y="18054"/>
                    </a:lnTo>
                    <a:lnTo>
                      <a:pt x="1939" y="72"/>
                    </a:lnTo>
                    <a:lnTo>
                      <a:pt x="16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0" name="Google Shape;4880;p73"/>
              <p:cNvSpPr/>
              <p:nvPr/>
            </p:nvSpPr>
            <p:spPr>
              <a:xfrm>
                <a:off x="1331075" y="3602050"/>
                <a:ext cx="50050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8115" extrusionOk="0">
                    <a:moveTo>
                      <a:pt x="1750" y="71"/>
                    </a:moveTo>
                    <a:lnTo>
                      <a:pt x="1939" y="126"/>
                    </a:lnTo>
                    <a:lnTo>
                      <a:pt x="252" y="18046"/>
                    </a:lnTo>
                    <a:lnTo>
                      <a:pt x="66" y="17997"/>
                    </a:lnTo>
                    <a:lnTo>
                      <a:pt x="1750" y="71"/>
                    </a:lnTo>
                    <a:close/>
                    <a:moveTo>
                      <a:pt x="1722" y="0"/>
                    </a:moveTo>
                    <a:cubicBezTo>
                      <a:pt x="1716" y="0"/>
                      <a:pt x="1711" y="2"/>
                      <a:pt x="1708" y="6"/>
                    </a:cubicBezTo>
                    <a:cubicBezTo>
                      <a:pt x="1698" y="12"/>
                      <a:pt x="1695" y="19"/>
                      <a:pt x="1695" y="28"/>
                    </a:cubicBezTo>
                    <a:lnTo>
                      <a:pt x="0" y="18016"/>
                    </a:lnTo>
                    <a:cubicBezTo>
                      <a:pt x="0" y="18033"/>
                      <a:pt x="10" y="18046"/>
                      <a:pt x="23" y="18049"/>
                    </a:cubicBezTo>
                    <a:lnTo>
                      <a:pt x="271" y="18114"/>
                    </a:lnTo>
                    <a:lnTo>
                      <a:pt x="278" y="18114"/>
                    </a:lnTo>
                    <a:cubicBezTo>
                      <a:pt x="294" y="18114"/>
                      <a:pt x="307" y="18105"/>
                      <a:pt x="311" y="18088"/>
                    </a:cubicBezTo>
                    <a:lnTo>
                      <a:pt x="2001" y="107"/>
                    </a:lnTo>
                    <a:cubicBezTo>
                      <a:pt x="2001" y="94"/>
                      <a:pt x="1995" y="81"/>
                      <a:pt x="1979" y="74"/>
                    </a:cubicBezTo>
                    <a:lnTo>
                      <a:pt x="1734" y="2"/>
                    </a:lnTo>
                    <a:cubicBezTo>
                      <a:pt x="1730" y="1"/>
                      <a:pt x="1726" y="0"/>
                      <a:pt x="17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1" name="Google Shape;4881;p73"/>
              <p:cNvSpPr/>
              <p:nvPr/>
            </p:nvSpPr>
            <p:spPr>
              <a:xfrm>
                <a:off x="1275100" y="3599725"/>
                <a:ext cx="44900" cy="453475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18139" extrusionOk="0">
                    <a:moveTo>
                      <a:pt x="1796" y="1"/>
                    </a:moveTo>
                    <a:lnTo>
                      <a:pt x="523" y="820"/>
                    </a:lnTo>
                    <a:lnTo>
                      <a:pt x="0" y="17150"/>
                    </a:lnTo>
                    <a:lnTo>
                      <a:pt x="1218" y="18139"/>
                    </a:lnTo>
                    <a:lnTo>
                      <a:pt x="17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2" name="Google Shape;4882;p73"/>
              <p:cNvSpPr/>
              <p:nvPr/>
            </p:nvSpPr>
            <p:spPr>
              <a:xfrm>
                <a:off x="1274350" y="3599025"/>
                <a:ext cx="46375" cy="45492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197" extrusionOk="0">
                    <a:moveTo>
                      <a:pt x="1790" y="87"/>
                    </a:moveTo>
                    <a:lnTo>
                      <a:pt x="1218" y="18105"/>
                    </a:lnTo>
                    <a:lnTo>
                      <a:pt x="63" y="17161"/>
                    </a:lnTo>
                    <a:lnTo>
                      <a:pt x="579" y="867"/>
                    </a:lnTo>
                    <a:lnTo>
                      <a:pt x="1790" y="87"/>
                    </a:lnTo>
                    <a:close/>
                    <a:moveTo>
                      <a:pt x="1825" y="0"/>
                    </a:moveTo>
                    <a:cubicBezTo>
                      <a:pt x="1820" y="0"/>
                      <a:pt x="1814" y="1"/>
                      <a:pt x="1809" y="2"/>
                    </a:cubicBezTo>
                    <a:lnTo>
                      <a:pt x="533" y="822"/>
                    </a:lnTo>
                    <a:cubicBezTo>
                      <a:pt x="527" y="828"/>
                      <a:pt x="520" y="838"/>
                      <a:pt x="520" y="848"/>
                    </a:cubicBezTo>
                    <a:lnTo>
                      <a:pt x="1" y="17175"/>
                    </a:lnTo>
                    <a:cubicBezTo>
                      <a:pt x="1" y="17184"/>
                      <a:pt x="4" y="17194"/>
                      <a:pt x="11" y="17201"/>
                    </a:cubicBezTo>
                    <a:lnTo>
                      <a:pt x="1228" y="18190"/>
                    </a:lnTo>
                    <a:cubicBezTo>
                      <a:pt x="1235" y="18193"/>
                      <a:pt x="1241" y="18196"/>
                      <a:pt x="1248" y="18196"/>
                    </a:cubicBezTo>
                    <a:lnTo>
                      <a:pt x="1261" y="18196"/>
                    </a:lnTo>
                    <a:cubicBezTo>
                      <a:pt x="1271" y="18190"/>
                      <a:pt x="1277" y="18180"/>
                      <a:pt x="1277" y="18167"/>
                    </a:cubicBezTo>
                    <a:lnTo>
                      <a:pt x="1855" y="32"/>
                    </a:lnTo>
                    <a:cubicBezTo>
                      <a:pt x="1855" y="19"/>
                      <a:pt x="1852" y="9"/>
                      <a:pt x="1839" y="2"/>
                    </a:cubicBezTo>
                    <a:cubicBezTo>
                      <a:pt x="1835" y="1"/>
                      <a:pt x="1830" y="0"/>
                      <a:pt x="18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3" name="Google Shape;4883;p73"/>
              <p:cNvSpPr/>
              <p:nvPr/>
            </p:nvSpPr>
            <p:spPr>
              <a:xfrm>
                <a:off x="1275100" y="3599725"/>
                <a:ext cx="44900" cy="453475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18139" extrusionOk="0">
                    <a:moveTo>
                      <a:pt x="1796" y="1"/>
                    </a:moveTo>
                    <a:lnTo>
                      <a:pt x="523" y="820"/>
                    </a:lnTo>
                    <a:lnTo>
                      <a:pt x="0" y="17150"/>
                    </a:lnTo>
                    <a:lnTo>
                      <a:pt x="1218" y="18139"/>
                    </a:lnTo>
                    <a:lnTo>
                      <a:pt x="1796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4" name="Google Shape;4884;p73"/>
              <p:cNvSpPr/>
              <p:nvPr/>
            </p:nvSpPr>
            <p:spPr>
              <a:xfrm>
                <a:off x="1305525" y="3599725"/>
                <a:ext cx="21175" cy="45430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18172" extrusionOk="0">
                    <a:moveTo>
                      <a:pt x="579" y="1"/>
                    </a:moveTo>
                    <a:lnTo>
                      <a:pt x="1" y="18139"/>
                    </a:lnTo>
                    <a:lnTo>
                      <a:pt x="269" y="18171"/>
                    </a:lnTo>
                    <a:lnTo>
                      <a:pt x="846" y="43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5" name="Google Shape;4885;p73"/>
              <p:cNvSpPr/>
              <p:nvPr/>
            </p:nvSpPr>
            <p:spPr>
              <a:xfrm>
                <a:off x="1304800" y="3599000"/>
                <a:ext cx="22700" cy="455850"/>
              </a:xfrm>
              <a:custGeom>
                <a:avLst/>
                <a:gdLst/>
                <a:ahLst/>
                <a:cxnLst/>
                <a:rect l="l" t="t" r="r" b="b"/>
                <a:pathLst>
                  <a:path w="908" h="18234" extrusionOk="0">
                    <a:moveTo>
                      <a:pt x="637" y="65"/>
                    </a:moveTo>
                    <a:lnTo>
                      <a:pt x="843" y="98"/>
                    </a:lnTo>
                    <a:lnTo>
                      <a:pt x="268" y="18168"/>
                    </a:lnTo>
                    <a:lnTo>
                      <a:pt x="62" y="18142"/>
                    </a:lnTo>
                    <a:lnTo>
                      <a:pt x="637" y="65"/>
                    </a:lnTo>
                    <a:close/>
                    <a:moveTo>
                      <a:pt x="614" y="0"/>
                    </a:moveTo>
                    <a:cubicBezTo>
                      <a:pt x="604" y="0"/>
                      <a:pt x="595" y="0"/>
                      <a:pt x="588" y="7"/>
                    </a:cubicBezTo>
                    <a:cubicBezTo>
                      <a:pt x="581" y="13"/>
                      <a:pt x="578" y="23"/>
                      <a:pt x="578" y="30"/>
                    </a:cubicBezTo>
                    <a:lnTo>
                      <a:pt x="0" y="18168"/>
                    </a:lnTo>
                    <a:cubicBezTo>
                      <a:pt x="0" y="18181"/>
                      <a:pt x="10" y="18197"/>
                      <a:pt x="27" y="18197"/>
                    </a:cubicBezTo>
                    <a:lnTo>
                      <a:pt x="298" y="18233"/>
                    </a:lnTo>
                    <a:cubicBezTo>
                      <a:pt x="307" y="18233"/>
                      <a:pt x="314" y="18230"/>
                      <a:pt x="320" y="18223"/>
                    </a:cubicBezTo>
                    <a:cubicBezTo>
                      <a:pt x="327" y="18217"/>
                      <a:pt x="330" y="18210"/>
                      <a:pt x="330" y="18200"/>
                    </a:cubicBezTo>
                    <a:lnTo>
                      <a:pt x="908" y="72"/>
                    </a:lnTo>
                    <a:cubicBezTo>
                      <a:pt x="908" y="59"/>
                      <a:pt x="895" y="46"/>
                      <a:pt x="882" y="43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6" name="Google Shape;4886;p73"/>
              <p:cNvSpPr/>
              <p:nvPr/>
            </p:nvSpPr>
            <p:spPr>
              <a:xfrm>
                <a:off x="1095075" y="3685725"/>
                <a:ext cx="196600" cy="377100"/>
              </a:xfrm>
              <a:custGeom>
                <a:avLst/>
                <a:gdLst/>
                <a:ahLst/>
                <a:cxnLst/>
                <a:rect l="l" t="t" r="r" b="b"/>
                <a:pathLst>
                  <a:path w="7864" h="15084" extrusionOk="0">
                    <a:moveTo>
                      <a:pt x="6490" y="1"/>
                    </a:moveTo>
                    <a:lnTo>
                      <a:pt x="1" y="13282"/>
                    </a:lnTo>
                    <a:lnTo>
                      <a:pt x="654" y="15084"/>
                    </a:lnTo>
                    <a:lnTo>
                      <a:pt x="7864" y="331"/>
                    </a:lnTo>
                    <a:lnTo>
                      <a:pt x="64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7" name="Google Shape;4887;p73"/>
              <p:cNvSpPr/>
              <p:nvPr/>
            </p:nvSpPr>
            <p:spPr>
              <a:xfrm>
                <a:off x="1094350" y="3684950"/>
                <a:ext cx="198150" cy="378625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5145" extrusionOk="0">
                    <a:moveTo>
                      <a:pt x="6538" y="65"/>
                    </a:moveTo>
                    <a:lnTo>
                      <a:pt x="7851" y="384"/>
                    </a:lnTo>
                    <a:lnTo>
                      <a:pt x="689" y="15037"/>
                    </a:lnTo>
                    <a:lnTo>
                      <a:pt x="66" y="13313"/>
                    </a:lnTo>
                    <a:lnTo>
                      <a:pt x="6538" y="65"/>
                    </a:lnTo>
                    <a:close/>
                    <a:moveTo>
                      <a:pt x="6518" y="0"/>
                    </a:moveTo>
                    <a:cubicBezTo>
                      <a:pt x="6507" y="0"/>
                      <a:pt x="6498" y="9"/>
                      <a:pt x="6493" y="19"/>
                    </a:cubicBezTo>
                    <a:lnTo>
                      <a:pt x="4" y="13300"/>
                    </a:lnTo>
                    <a:cubicBezTo>
                      <a:pt x="1" y="13307"/>
                      <a:pt x="1" y="13316"/>
                      <a:pt x="4" y="13323"/>
                    </a:cubicBezTo>
                    <a:lnTo>
                      <a:pt x="657" y="15125"/>
                    </a:lnTo>
                    <a:cubicBezTo>
                      <a:pt x="660" y="15138"/>
                      <a:pt x="670" y="15144"/>
                      <a:pt x="683" y="15144"/>
                    </a:cubicBezTo>
                    <a:cubicBezTo>
                      <a:pt x="696" y="15144"/>
                      <a:pt x="706" y="15138"/>
                      <a:pt x="712" y="15128"/>
                    </a:cubicBezTo>
                    <a:lnTo>
                      <a:pt x="7919" y="375"/>
                    </a:lnTo>
                    <a:cubicBezTo>
                      <a:pt x="7926" y="368"/>
                      <a:pt x="7926" y="358"/>
                      <a:pt x="7919" y="348"/>
                    </a:cubicBezTo>
                    <a:cubicBezTo>
                      <a:pt x="7916" y="342"/>
                      <a:pt x="7909" y="335"/>
                      <a:pt x="7899" y="332"/>
                    </a:cubicBezTo>
                    <a:lnTo>
                      <a:pt x="6529" y="2"/>
                    </a:lnTo>
                    <a:cubicBezTo>
                      <a:pt x="6525" y="1"/>
                      <a:pt x="6522" y="0"/>
                      <a:pt x="65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8" name="Google Shape;4888;p73"/>
              <p:cNvSpPr/>
              <p:nvPr/>
            </p:nvSpPr>
            <p:spPr>
              <a:xfrm>
                <a:off x="1111400" y="3693975"/>
                <a:ext cx="185500" cy="374900"/>
              </a:xfrm>
              <a:custGeom>
                <a:avLst/>
                <a:gdLst/>
                <a:ahLst/>
                <a:cxnLst/>
                <a:rect l="l" t="t" r="r" b="b"/>
                <a:pathLst>
                  <a:path w="7420" h="14996" extrusionOk="0">
                    <a:moveTo>
                      <a:pt x="7211" y="1"/>
                    </a:moveTo>
                    <a:lnTo>
                      <a:pt x="1" y="14754"/>
                    </a:lnTo>
                    <a:lnTo>
                      <a:pt x="213" y="14995"/>
                    </a:lnTo>
                    <a:lnTo>
                      <a:pt x="7420" y="252"/>
                    </a:lnTo>
                    <a:lnTo>
                      <a:pt x="72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9" name="Google Shape;4889;p73"/>
              <p:cNvSpPr/>
              <p:nvPr/>
            </p:nvSpPr>
            <p:spPr>
              <a:xfrm>
                <a:off x="1110600" y="3693225"/>
                <a:ext cx="187125" cy="376475"/>
              </a:xfrm>
              <a:custGeom>
                <a:avLst/>
                <a:gdLst/>
                <a:ahLst/>
                <a:cxnLst/>
                <a:rect l="l" t="t" r="r" b="b"/>
                <a:pathLst>
                  <a:path w="7485" h="15059" extrusionOk="0">
                    <a:moveTo>
                      <a:pt x="7249" y="89"/>
                    </a:moveTo>
                    <a:lnTo>
                      <a:pt x="7416" y="285"/>
                    </a:lnTo>
                    <a:lnTo>
                      <a:pt x="238" y="14973"/>
                    </a:lnTo>
                    <a:lnTo>
                      <a:pt x="69" y="14781"/>
                    </a:lnTo>
                    <a:lnTo>
                      <a:pt x="7249" y="89"/>
                    </a:lnTo>
                    <a:close/>
                    <a:moveTo>
                      <a:pt x="7241" y="0"/>
                    </a:moveTo>
                    <a:cubicBezTo>
                      <a:pt x="7230" y="0"/>
                      <a:pt x="7219" y="6"/>
                      <a:pt x="7214" y="17"/>
                    </a:cubicBezTo>
                    <a:lnTo>
                      <a:pt x="7" y="14771"/>
                    </a:lnTo>
                    <a:cubicBezTo>
                      <a:pt x="0" y="14781"/>
                      <a:pt x="3" y="14794"/>
                      <a:pt x="10" y="14804"/>
                    </a:cubicBezTo>
                    <a:lnTo>
                      <a:pt x="222" y="15048"/>
                    </a:lnTo>
                    <a:cubicBezTo>
                      <a:pt x="229" y="15055"/>
                      <a:pt x="238" y="15058"/>
                      <a:pt x="245" y="15058"/>
                    </a:cubicBezTo>
                    <a:lnTo>
                      <a:pt x="251" y="15058"/>
                    </a:lnTo>
                    <a:cubicBezTo>
                      <a:pt x="261" y="15055"/>
                      <a:pt x="268" y="15048"/>
                      <a:pt x="274" y="15039"/>
                    </a:cubicBezTo>
                    <a:lnTo>
                      <a:pt x="7478" y="295"/>
                    </a:lnTo>
                    <a:cubicBezTo>
                      <a:pt x="7485" y="282"/>
                      <a:pt x="7481" y="269"/>
                      <a:pt x="7475" y="262"/>
                    </a:cubicBezTo>
                    <a:lnTo>
                      <a:pt x="7266" y="11"/>
                    </a:lnTo>
                    <a:cubicBezTo>
                      <a:pt x="7259" y="4"/>
                      <a:pt x="7250" y="0"/>
                      <a:pt x="7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0" name="Google Shape;4890;p73"/>
              <p:cNvSpPr/>
              <p:nvPr/>
            </p:nvSpPr>
            <p:spPr>
              <a:xfrm>
                <a:off x="941925" y="4036700"/>
                <a:ext cx="9972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850" extrusionOk="0">
                    <a:moveTo>
                      <a:pt x="1995" y="0"/>
                    </a:moveTo>
                    <a:cubicBezTo>
                      <a:pt x="895" y="0"/>
                      <a:pt x="0" y="190"/>
                      <a:pt x="0" y="425"/>
                    </a:cubicBezTo>
                    <a:cubicBezTo>
                      <a:pt x="0" y="660"/>
                      <a:pt x="891" y="849"/>
                      <a:pt x="1995" y="849"/>
                    </a:cubicBezTo>
                    <a:cubicBezTo>
                      <a:pt x="3095" y="849"/>
                      <a:pt x="3989" y="660"/>
                      <a:pt x="3989" y="425"/>
                    </a:cubicBezTo>
                    <a:cubicBezTo>
                      <a:pt x="3989" y="193"/>
                      <a:pt x="3098" y="0"/>
                      <a:pt x="1995" y="0"/>
                    </a:cubicBez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1" name="Google Shape;4891;p73"/>
              <p:cNvSpPr/>
              <p:nvPr/>
            </p:nvSpPr>
            <p:spPr>
              <a:xfrm>
                <a:off x="926250" y="3954275"/>
                <a:ext cx="12880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5152" h="4081" extrusionOk="0">
                    <a:moveTo>
                      <a:pt x="2573" y="1"/>
                    </a:moveTo>
                    <a:cubicBezTo>
                      <a:pt x="1153" y="1"/>
                      <a:pt x="1" y="141"/>
                      <a:pt x="1" y="314"/>
                    </a:cubicBezTo>
                    <a:cubicBezTo>
                      <a:pt x="4" y="334"/>
                      <a:pt x="17" y="353"/>
                      <a:pt x="33" y="363"/>
                    </a:cubicBezTo>
                    <a:lnTo>
                      <a:pt x="784" y="3412"/>
                    </a:lnTo>
                    <a:cubicBezTo>
                      <a:pt x="784" y="3565"/>
                      <a:pt x="1590" y="4081"/>
                      <a:pt x="2586" y="4081"/>
                    </a:cubicBezTo>
                    <a:cubicBezTo>
                      <a:pt x="3581" y="4081"/>
                      <a:pt x="4391" y="3565"/>
                      <a:pt x="4391" y="3412"/>
                    </a:cubicBezTo>
                    <a:lnTo>
                      <a:pt x="5151" y="321"/>
                    </a:lnTo>
                    <a:lnTo>
                      <a:pt x="5148" y="321"/>
                    </a:lnTo>
                    <a:cubicBezTo>
                      <a:pt x="5148" y="317"/>
                      <a:pt x="5148" y="314"/>
                      <a:pt x="5148" y="314"/>
                    </a:cubicBezTo>
                    <a:cubicBezTo>
                      <a:pt x="5148" y="141"/>
                      <a:pt x="3996" y="1"/>
                      <a:pt x="25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2" name="Google Shape;4892;p73"/>
              <p:cNvSpPr/>
              <p:nvPr/>
            </p:nvSpPr>
            <p:spPr>
              <a:xfrm>
                <a:off x="925525" y="3953550"/>
                <a:ext cx="130325" cy="103575"/>
              </a:xfrm>
              <a:custGeom>
                <a:avLst/>
                <a:gdLst/>
                <a:ahLst/>
                <a:cxnLst/>
                <a:rect l="l" t="t" r="r" b="b"/>
                <a:pathLst>
                  <a:path w="5213" h="4143" extrusionOk="0">
                    <a:moveTo>
                      <a:pt x="2688" y="59"/>
                    </a:moveTo>
                    <a:cubicBezTo>
                      <a:pt x="3264" y="59"/>
                      <a:pt x="3843" y="91"/>
                      <a:pt x="4420" y="151"/>
                    </a:cubicBezTo>
                    <a:cubicBezTo>
                      <a:pt x="5089" y="232"/>
                      <a:pt x="5141" y="327"/>
                      <a:pt x="5144" y="340"/>
                    </a:cubicBezTo>
                    <a:lnTo>
                      <a:pt x="5144" y="343"/>
                    </a:lnTo>
                    <a:cubicBezTo>
                      <a:pt x="5144" y="350"/>
                      <a:pt x="5144" y="353"/>
                      <a:pt x="5144" y="356"/>
                    </a:cubicBezTo>
                    <a:lnTo>
                      <a:pt x="4390" y="3434"/>
                    </a:lnTo>
                    <a:cubicBezTo>
                      <a:pt x="4390" y="3437"/>
                      <a:pt x="4390" y="3441"/>
                      <a:pt x="4390" y="3441"/>
                    </a:cubicBezTo>
                    <a:cubicBezTo>
                      <a:pt x="4390" y="3568"/>
                      <a:pt x="3594" y="4080"/>
                      <a:pt x="2615" y="4080"/>
                    </a:cubicBezTo>
                    <a:cubicBezTo>
                      <a:pt x="1639" y="4080"/>
                      <a:pt x="842" y="3568"/>
                      <a:pt x="842" y="3441"/>
                    </a:cubicBezTo>
                    <a:cubicBezTo>
                      <a:pt x="842" y="3441"/>
                      <a:pt x="842" y="3437"/>
                      <a:pt x="842" y="3434"/>
                    </a:cubicBezTo>
                    <a:lnTo>
                      <a:pt x="95" y="386"/>
                    </a:lnTo>
                    <a:cubicBezTo>
                      <a:pt x="92" y="379"/>
                      <a:pt x="88" y="372"/>
                      <a:pt x="82" y="369"/>
                    </a:cubicBezTo>
                    <a:cubicBezTo>
                      <a:pt x="66" y="356"/>
                      <a:pt x="62" y="343"/>
                      <a:pt x="62" y="343"/>
                    </a:cubicBezTo>
                    <a:cubicBezTo>
                      <a:pt x="62" y="340"/>
                      <a:pt x="69" y="239"/>
                      <a:pt x="787" y="154"/>
                    </a:cubicBezTo>
                    <a:cubicBezTo>
                      <a:pt x="1340" y="94"/>
                      <a:pt x="1896" y="62"/>
                      <a:pt x="2452" y="62"/>
                    </a:cubicBezTo>
                    <a:cubicBezTo>
                      <a:pt x="2503" y="62"/>
                      <a:pt x="2554" y="62"/>
                      <a:pt x="2605" y="62"/>
                    </a:cubicBezTo>
                    <a:lnTo>
                      <a:pt x="2605" y="59"/>
                    </a:lnTo>
                    <a:cubicBezTo>
                      <a:pt x="2633" y="59"/>
                      <a:pt x="2660" y="59"/>
                      <a:pt x="2688" y="59"/>
                    </a:cubicBezTo>
                    <a:close/>
                    <a:moveTo>
                      <a:pt x="2605" y="0"/>
                    </a:moveTo>
                    <a:cubicBezTo>
                      <a:pt x="1557" y="0"/>
                      <a:pt x="0" y="92"/>
                      <a:pt x="0" y="343"/>
                    </a:cubicBezTo>
                    <a:cubicBezTo>
                      <a:pt x="0" y="369"/>
                      <a:pt x="13" y="395"/>
                      <a:pt x="36" y="412"/>
                    </a:cubicBezTo>
                    <a:lnTo>
                      <a:pt x="784" y="3447"/>
                    </a:lnTo>
                    <a:cubicBezTo>
                      <a:pt x="797" y="3620"/>
                      <a:pt x="1616" y="4142"/>
                      <a:pt x="2618" y="4142"/>
                    </a:cubicBezTo>
                    <a:cubicBezTo>
                      <a:pt x="3617" y="4142"/>
                      <a:pt x="4436" y="3620"/>
                      <a:pt x="4452" y="3447"/>
                    </a:cubicBezTo>
                    <a:lnTo>
                      <a:pt x="5210" y="356"/>
                    </a:lnTo>
                    <a:cubicBezTo>
                      <a:pt x="5213" y="350"/>
                      <a:pt x="5210" y="343"/>
                      <a:pt x="5206" y="337"/>
                    </a:cubicBezTo>
                    <a:cubicBezTo>
                      <a:pt x="5180" y="92"/>
                      <a:pt x="3640" y="0"/>
                      <a:pt x="26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3" name="Google Shape;4893;p73"/>
              <p:cNvSpPr/>
              <p:nvPr/>
            </p:nvSpPr>
            <p:spPr>
              <a:xfrm>
                <a:off x="924550" y="3954275"/>
                <a:ext cx="132200" cy="43700"/>
              </a:xfrm>
              <a:custGeom>
                <a:avLst/>
                <a:gdLst/>
                <a:ahLst/>
                <a:cxnLst/>
                <a:rect l="l" t="t" r="r" b="b"/>
                <a:pathLst>
                  <a:path w="5288" h="1748" extrusionOk="0">
                    <a:moveTo>
                      <a:pt x="2641" y="1"/>
                    </a:moveTo>
                    <a:cubicBezTo>
                      <a:pt x="1182" y="1"/>
                      <a:pt x="0" y="157"/>
                      <a:pt x="0" y="350"/>
                    </a:cubicBezTo>
                    <a:cubicBezTo>
                      <a:pt x="3" y="373"/>
                      <a:pt x="16" y="392"/>
                      <a:pt x="36" y="406"/>
                    </a:cubicBezTo>
                    <a:lnTo>
                      <a:pt x="189" y="1094"/>
                    </a:lnTo>
                    <a:cubicBezTo>
                      <a:pt x="242" y="1326"/>
                      <a:pt x="313" y="1388"/>
                      <a:pt x="480" y="1443"/>
                    </a:cubicBezTo>
                    <a:cubicBezTo>
                      <a:pt x="480" y="1443"/>
                      <a:pt x="1335" y="1727"/>
                      <a:pt x="2569" y="1747"/>
                    </a:cubicBezTo>
                    <a:cubicBezTo>
                      <a:pt x="2592" y="1747"/>
                      <a:pt x="2615" y="1747"/>
                      <a:pt x="2639" y="1747"/>
                    </a:cubicBezTo>
                    <a:cubicBezTo>
                      <a:pt x="3382" y="1747"/>
                      <a:pt x="4125" y="1646"/>
                      <a:pt x="4841" y="1447"/>
                    </a:cubicBezTo>
                    <a:cubicBezTo>
                      <a:pt x="4981" y="1398"/>
                      <a:pt x="5069" y="1329"/>
                      <a:pt x="5118" y="1101"/>
                    </a:cubicBezTo>
                    <a:lnTo>
                      <a:pt x="5288" y="357"/>
                    </a:lnTo>
                    <a:lnTo>
                      <a:pt x="5281" y="357"/>
                    </a:lnTo>
                    <a:cubicBezTo>
                      <a:pt x="5281" y="357"/>
                      <a:pt x="5281" y="353"/>
                      <a:pt x="5281" y="350"/>
                    </a:cubicBezTo>
                    <a:cubicBezTo>
                      <a:pt x="5281" y="157"/>
                      <a:pt x="4100" y="1"/>
                      <a:pt x="26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4" name="Google Shape;4894;p73"/>
              <p:cNvSpPr/>
              <p:nvPr/>
            </p:nvSpPr>
            <p:spPr>
              <a:xfrm>
                <a:off x="923800" y="3953550"/>
                <a:ext cx="133700" cy="45225"/>
              </a:xfrm>
              <a:custGeom>
                <a:avLst/>
                <a:gdLst/>
                <a:ahLst/>
                <a:cxnLst/>
                <a:rect l="l" t="t" r="r" b="b"/>
                <a:pathLst>
                  <a:path w="5348" h="1809" extrusionOk="0">
                    <a:moveTo>
                      <a:pt x="2671" y="59"/>
                    </a:moveTo>
                    <a:cubicBezTo>
                      <a:pt x="4290" y="59"/>
                      <a:pt x="5282" y="245"/>
                      <a:pt x="5282" y="376"/>
                    </a:cubicBezTo>
                    <a:cubicBezTo>
                      <a:pt x="5282" y="379"/>
                      <a:pt x="5282" y="379"/>
                      <a:pt x="5282" y="382"/>
                    </a:cubicBezTo>
                    <a:cubicBezTo>
                      <a:pt x="5282" y="386"/>
                      <a:pt x="5282" y="392"/>
                      <a:pt x="5282" y="395"/>
                    </a:cubicBezTo>
                    <a:lnTo>
                      <a:pt x="5119" y="1123"/>
                    </a:lnTo>
                    <a:cubicBezTo>
                      <a:pt x="5070" y="1339"/>
                      <a:pt x="4995" y="1401"/>
                      <a:pt x="4861" y="1450"/>
                    </a:cubicBezTo>
                    <a:cubicBezTo>
                      <a:pt x="4146" y="1646"/>
                      <a:pt x="3409" y="1747"/>
                      <a:pt x="2668" y="1747"/>
                    </a:cubicBezTo>
                    <a:cubicBezTo>
                      <a:pt x="2645" y="1747"/>
                      <a:pt x="2622" y="1747"/>
                      <a:pt x="2599" y="1747"/>
                    </a:cubicBezTo>
                    <a:cubicBezTo>
                      <a:pt x="1385" y="1727"/>
                      <a:pt x="529" y="1446"/>
                      <a:pt x="520" y="1443"/>
                    </a:cubicBezTo>
                    <a:cubicBezTo>
                      <a:pt x="363" y="1391"/>
                      <a:pt x="298" y="1335"/>
                      <a:pt x="249" y="1117"/>
                    </a:cubicBezTo>
                    <a:lnTo>
                      <a:pt x="95" y="428"/>
                    </a:lnTo>
                    <a:cubicBezTo>
                      <a:pt x="92" y="421"/>
                      <a:pt x="89" y="415"/>
                      <a:pt x="86" y="412"/>
                    </a:cubicBezTo>
                    <a:cubicBezTo>
                      <a:pt x="69" y="399"/>
                      <a:pt x="59" y="389"/>
                      <a:pt x="59" y="379"/>
                    </a:cubicBezTo>
                    <a:cubicBezTo>
                      <a:pt x="59" y="245"/>
                      <a:pt x="1055" y="59"/>
                      <a:pt x="2671" y="59"/>
                    </a:cubicBezTo>
                    <a:close/>
                    <a:moveTo>
                      <a:pt x="2671" y="0"/>
                    </a:moveTo>
                    <a:cubicBezTo>
                      <a:pt x="1597" y="0"/>
                      <a:pt x="1" y="102"/>
                      <a:pt x="1" y="379"/>
                    </a:cubicBezTo>
                    <a:cubicBezTo>
                      <a:pt x="1" y="408"/>
                      <a:pt x="17" y="435"/>
                      <a:pt x="37" y="454"/>
                    </a:cubicBezTo>
                    <a:lnTo>
                      <a:pt x="190" y="1133"/>
                    </a:lnTo>
                    <a:cubicBezTo>
                      <a:pt x="245" y="1378"/>
                      <a:pt x="330" y="1446"/>
                      <a:pt x="500" y="1502"/>
                    </a:cubicBezTo>
                    <a:cubicBezTo>
                      <a:pt x="510" y="1505"/>
                      <a:pt x="1372" y="1789"/>
                      <a:pt x="2596" y="1809"/>
                    </a:cubicBezTo>
                    <a:lnTo>
                      <a:pt x="2707" y="1809"/>
                    </a:lnTo>
                    <a:cubicBezTo>
                      <a:pt x="3441" y="1802"/>
                      <a:pt x="4172" y="1701"/>
                      <a:pt x="4884" y="1505"/>
                    </a:cubicBezTo>
                    <a:cubicBezTo>
                      <a:pt x="5034" y="1450"/>
                      <a:pt x="5125" y="1375"/>
                      <a:pt x="5181" y="1136"/>
                    </a:cubicBezTo>
                    <a:lnTo>
                      <a:pt x="5347" y="395"/>
                    </a:lnTo>
                    <a:cubicBezTo>
                      <a:pt x="5347" y="389"/>
                      <a:pt x="5347" y="379"/>
                      <a:pt x="5344" y="372"/>
                    </a:cubicBezTo>
                    <a:cubicBezTo>
                      <a:pt x="5321" y="98"/>
                      <a:pt x="3738" y="0"/>
                      <a:pt x="2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5" name="Google Shape;4895;p73"/>
              <p:cNvSpPr/>
              <p:nvPr/>
            </p:nvSpPr>
            <p:spPr>
              <a:xfrm>
                <a:off x="924125" y="3945150"/>
                <a:ext cx="132625" cy="316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1267" extrusionOk="0">
                    <a:moveTo>
                      <a:pt x="2651" y="0"/>
                    </a:moveTo>
                    <a:cubicBezTo>
                      <a:pt x="1186" y="0"/>
                      <a:pt x="1" y="284"/>
                      <a:pt x="1" y="633"/>
                    </a:cubicBezTo>
                    <a:cubicBezTo>
                      <a:pt x="1" y="983"/>
                      <a:pt x="1186" y="1267"/>
                      <a:pt x="2651" y="1267"/>
                    </a:cubicBezTo>
                    <a:cubicBezTo>
                      <a:pt x="4117" y="1267"/>
                      <a:pt x="5305" y="983"/>
                      <a:pt x="5305" y="633"/>
                    </a:cubicBezTo>
                    <a:cubicBezTo>
                      <a:pt x="5305" y="284"/>
                      <a:pt x="4117" y="0"/>
                      <a:pt x="26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6" name="Google Shape;4896;p73"/>
              <p:cNvSpPr/>
              <p:nvPr/>
            </p:nvSpPr>
            <p:spPr>
              <a:xfrm>
                <a:off x="923325" y="3944400"/>
                <a:ext cx="1341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367" h="1330" extrusionOk="0">
                    <a:moveTo>
                      <a:pt x="2683" y="60"/>
                    </a:moveTo>
                    <a:cubicBezTo>
                      <a:pt x="4253" y="60"/>
                      <a:pt x="5304" y="373"/>
                      <a:pt x="5304" y="663"/>
                    </a:cubicBezTo>
                    <a:cubicBezTo>
                      <a:pt x="5304" y="954"/>
                      <a:pt x="4250" y="1267"/>
                      <a:pt x="2683" y="1267"/>
                    </a:cubicBezTo>
                    <a:cubicBezTo>
                      <a:pt x="1116" y="1267"/>
                      <a:pt x="62" y="954"/>
                      <a:pt x="62" y="663"/>
                    </a:cubicBezTo>
                    <a:cubicBezTo>
                      <a:pt x="62" y="373"/>
                      <a:pt x="1116" y="60"/>
                      <a:pt x="2683" y="60"/>
                    </a:cubicBezTo>
                    <a:close/>
                    <a:moveTo>
                      <a:pt x="2683" y="1"/>
                    </a:moveTo>
                    <a:cubicBezTo>
                      <a:pt x="1364" y="1"/>
                      <a:pt x="0" y="249"/>
                      <a:pt x="0" y="663"/>
                    </a:cubicBezTo>
                    <a:cubicBezTo>
                      <a:pt x="0" y="1081"/>
                      <a:pt x="1364" y="1329"/>
                      <a:pt x="2683" y="1329"/>
                    </a:cubicBezTo>
                    <a:cubicBezTo>
                      <a:pt x="4002" y="1329"/>
                      <a:pt x="5366" y="1081"/>
                      <a:pt x="5366" y="663"/>
                    </a:cubicBezTo>
                    <a:cubicBezTo>
                      <a:pt x="5366" y="249"/>
                      <a:pt x="4002" y="1"/>
                      <a:pt x="26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7" name="Google Shape;4897;p73"/>
              <p:cNvSpPr/>
              <p:nvPr/>
            </p:nvSpPr>
            <p:spPr>
              <a:xfrm>
                <a:off x="926250" y="3954275"/>
                <a:ext cx="12880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5152" h="4081" extrusionOk="0">
                    <a:moveTo>
                      <a:pt x="2573" y="1"/>
                    </a:moveTo>
                    <a:cubicBezTo>
                      <a:pt x="1153" y="1"/>
                      <a:pt x="1" y="141"/>
                      <a:pt x="1" y="314"/>
                    </a:cubicBezTo>
                    <a:cubicBezTo>
                      <a:pt x="4" y="334"/>
                      <a:pt x="17" y="353"/>
                      <a:pt x="33" y="363"/>
                    </a:cubicBezTo>
                    <a:lnTo>
                      <a:pt x="784" y="3412"/>
                    </a:lnTo>
                    <a:cubicBezTo>
                      <a:pt x="784" y="3565"/>
                      <a:pt x="1590" y="4081"/>
                      <a:pt x="2586" y="4081"/>
                    </a:cubicBezTo>
                    <a:cubicBezTo>
                      <a:pt x="3581" y="4081"/>
                      <a:pt x="4391" y="3565"/>
                      <a:pt x="4391" y="3412"/>
                    </a:cubicBezTo>
                    <a:lnTo>
                      <a:pt x="5151" y="321"/>
                    </a:lnTo>
                    <a:lnTo>
                      <a:pt x="5148" y="321"/>
                    </a:lnTo>
                    <a:cubicBezTo>
                      <a:pt x="5148" y="317"/>
                      <a:pt x="5148" y="314"/>
                      <a:pt x="5148" y="314"/>
                    </a:cubicBezTo>
                    <a:cubicBezTo>
                      <a:pt x="5148" y="141"/>
                      <a:pt x="3996" y="1"/>
                      <a:pt x="25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8" name="Google Shape;4898;p73"/>
              <p:cNvSpPr/>
              <p:nvPr/>
            </p:nvSpPr>
            <p:spPr>
              <a:xfrm>
                <a:off x="925525" y="3953550"/>
                <a:ext cx="130325" cy="103575"/>
              </a:xfrm>
              <a:custGeom>
                <a:avLst/>
                <a:gdLst/>
                <a:ahLst/>
                <a:cxnLst/>
                <a:rect l="l" t="t" r="r" b="b"/>
                <a:pathLst>
                  <a:path w="5213" h="4143" extrusionOk="0">
                    <a:moveTo>
                      <a:pt x="2688" y="59"/>
                    </a:moveTo>
                    <a:cubicBezTo>
                      <a:pt x="3264" y="59"/>
                      <a:pt x="3843" y="91"/>
                      <a:pt x="4420" y="151"/>
                    </a:cubicBezTo>
                    <a:cubicBezTo>
                      <a:pt x="5089" y="232"/>
                      <a:pt x="5141" y="327"/>
                      <a:pt x="5144" y="340"/>
                    </a:cubicBezTo>
                    <a:lnTo>
                      <a:pt x="5144" y="343"/>
                    </a:lnTo>
                    <a:cubicBezTo>
                      <a:pt x="5144" y="350"/>
                      <a:pt x="5144" y="353"/>
                      <a:pt x="5144" y="356"/>
                    </a:cubicBezTo>
                    <a:lnTo>
                      <a:pt x="4390" y="3434"/>
                    </a:lnTo>
                    <a:cubicBezTo>
                      <a:pt x="4390" y="3437"/>
                      <a:pt x="4390" y="3441"/>
                      <a:pt x="4390" y="3441"/>
                    </a:cubicBezTo>
                    <a:cubicBezTo>
                      <a:pt x="4390" y="3568"/>
                      <a:pt x="3594" y="4080"/>
                      <a:pt x="2615" y="4080"/>
                    </a:cubicBezTo>
                    <a:cubicBezTo>
                      <a:pt x="1639" y="4080"/>
                      <a:pt x="842" y="3568"/>
                      <a:pt x="842" y="3441"/>
                    </a:cubicBezTo>
                    <a:cubicBezTo>
                      <a:pt x="842" y="3441"/>
                      <a:pt x="842" y="3437"/>
                      <a:pt x="842" y="3434"/>
                    </a:cubicBezTo>
                    <a:lnTo>
                      <a:pt x="95" y="386"/>
                    </a:lnTo>
                    <a:cubicBezTo>
                      <a:pt x="92" y="379"/>
                      <a:pt x="88" y="372"/>
                      <a:pt x="82" y="369"/>
                    </a:cubicBezTo>
                    <a:cubicBezTo>
                      <a:pt x="66" y="356"/>
                      <a:pt x="62" y="343"/>
                      <a:pt x="62" y="343"/>
                    </a:cubicBezTo>
                    <a:cubicBezTo>
                      <a:pt x="62" y="340"/>
                      <a:pt x="69" y="239"/>
                      <a:pt x="787" y="154"/>
                    </a:cubicBezTo>
                    <a:cubicBezTo>
                      <a:pt x="1340" y="94"/>
                      <a:pt x="1896" y="62"/>
                      <a:pt x="2452" y="62"/>
                    </a:cubicBezTo>
                    <a:cubicBezTo>
                      <a:pt x="2503" y="62"/>
                      <a:pt x="2554" y="62"/>
                      <a:pt x="2605" y="62"/>
                    </a:cubicBezTo>
                    <a:lnTo>
                      <a:pt x="2605" y="59"/>
                    </a:lnTo>
                    <a:cubicBezTo>
                      <a:pt x="2633" y="59"/>
                      <a:pt x="2660" y="59"/>
                      <a:pt x="2688" y="59"/>
                    </a:cubicBezTo>
                    <a:close/>
                    <a:moveTo>
                      <a:pt x="2605" y="0"/>
                    </a:moveTo>
                    <a:cubicBezTo>
                      <a:pt x="1557" y="0"/>
                      <a:pt x="0" y="92"/>
                      <a:pt x="0" y="343"/>
                    </a:cubicBezTo>
                    <a:cubicBezTo>
                      <a:pt x="0" y="369"/>
                      <a:pt x="13" y="395"/>
                      <a:pt x="36" y="412"/>
                    </a:cubicBezTo>
                    <a:lnTo>
                      <a:pt x="784" y="3447"/>
                    </a:lnTo>
                    <a:cubicBezTo>
                      <a:pt x="797" y="3620"/>
                      <a:pt x="1616" y="4142"/>
                      <a:pt x="2618" y="4142"/>
                    </a:cubicBezTo>
                    <a:cubicBezTo>
                      <a:pt x="3617" y="4142"/>
                      <a:pt x="4436" y="3620"/>
                      <a:pt x="4452" y="3447"/>
                    </a:cubicBezTo>
                    <a:lnTo>
                      <a:pt x="5210" y="356"/>
                    </a:lnTo>
                    <a:cubicBezTo>
                      <a:pt x="5213" y="350"/>
                      <a:pt x="5210" y="343"/>
                      <a:pt x="5206" y="337"/>
                    </a:cubicBezTo>
                    <a:cubicBezTo>
                      <a:pt x="5180" y="92"/>
                      <a:pt x="3640" y="0"/>
                      <a:pt x="26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9" name="Google Shape;4899;p73"/>
              <p:cNvSpPr/>
              <p:nvPr/>
            </p:nvSpPr>
            <p:spPr>
              <a:xfrm>
                <a:off x="926250" y="3954275"/>
                <a:ext cx="10055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4022" h="4081" extrusionOk="0">
                    <a:moveTo>
                      <a:pt x="2576" y="1"/>
                    </a:moveTo>
                    <a:cubicBezTo>
                      <a:pt x="1153" y="1"/>
                      <a:pt x="1" y="141"/>
                      <a:pt x="1" y="314"/>
                    </a:cubicBezTo>
                    <a:cubicBezTo>
                      <a:pt x="4" y="334"/>
                      <a:pt x="17" y="353"/>
                      <a:pt x="33" y="363"/>
                    </a:cubicBezTo>
                    <a:lnTo>
                      <a:pt x="784" y="3412"/>
                    </a:lnTo>
                    <a:cubicBezTo>
                      <a:pt x="784" y="3565"/>
                      <a:pt x="1590" y="4081"/>
                      <a:pt x="2589" y="4081"/>
                    </a:cubicBezTo>
                    <a:cubicBezTo>
                      <a:pt x="2759" y="4081"/>
                      <a:pt x="2932" y="4064"/>
                      <a:pt x="3101" y="4035"/>
                    </a:cubicBezTo>
                    <a:cubicBezTo>
                      <a:pt x="2485" y="3878"/>
                      <a:pt x="2057" y="3575"/>
                      <a:pt x="2057" y="3464"/>
                    </a:cubicBezTo>
                    <a:lnTo>
                      <a:pt x="1306" y="419"/>
                    </a:lnTo>
                    <a:cubicBezTo>
                      <a:pt x="1290" y="406"/>
                      <a:pt x="1277" y="389"/>
                      <a:pt x="1274" y="366"/>
                    </a:cubicBezTo>
                    <a:cubicBezTo>
                      <a:pt x="1274" y="193"/>
                      <a:pt x="2426" y="56"/>
                      <a:pt x="3849" y="56"/>
                    </a:cubicBezTo>
                    <a:lnTo>
                      <a:pt x="4022" y="56"/>
                    </a:lnTo>
                    <a:cubicBezTo>
                      <a:pt x="3611" y="20"/>
                      <a:pt x="3111" y="1"/>
                      <a:pt x="2576" y="1"/>
                    </a:cubicBez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0" name="Google Shape;4900;p73"/>
              <p:cNvSpPr/>
              <p:nvPr/>
            </p:nvSpPr>
            <p:spPr>
              <a:xfrm>
                <a:off x="924550" y="3954275"/>
                <a:ext cx="132200" cy="43700"/>
              </a:xfrm>
              <a:custGeom>
                <a:avLst/>
                <a:gdLst/>
                <a:ahLst/>
                <a:cxnLst/>
                <a:rect l="l" t="t" r="r" b="b"/>
                <a:pathLst>
                  <a:path w="5288" h="1748" extrusionOk="0">
                    <a:moveTo>
                      <a:pt x="2641" y="1"/>
                    </a:moveTo>
                    <a:cubicBezTo>
                      <a:pt x="1182" y="1"/>
                      <a:pt x="0" y="157"/>
                      <a:pt x="0" y="350"/>
                    </a:cubicBezTo>
                    <a:cubicBezTo>
                      <a:pt x="3" y="373"/>
                      <a:pt x="16" y="392"/>
                      <a:pt x="36" y="406"/>
                    </a:cubicBezTo>
                    <a:lnTo>
                      <a:pt x="189" y="1094"/>
                    </a:lnTo>
                    <a:cubicBezTo>
                      <a:pt x="242" y="1326"/>
                      <a:pt x="313" y="1388"/>
                      <a:pt x="480" y="1443"/>
                    </a:cubicBezTo>
                    <a:cubicBezTo>
                      <a:pt x="480" y="1443"/>
                      <a:pt x="1335" y="1727"/>
                      <a:pt x="2569" y="1747"/>
                    </a:cubicBezTo>
                    <a:cubicBezTo>
                      <a:pt x="2592" y="1747"/>
                      <a:pt x="2615" y="1747"/>
                      <a:pt x="2639" y="1747"/>
                    </a:cubicBezTo>
                    <a:cubicBezTo>
                      <a:pt x="3382" y="1747"/>
                      <a:pt x="4125" y="1646"/>
                      <a:pt x="4841" y="1447"/>
                    </a:cubicBezTo>
                    <a:cubicBezTo>
                      <a:pt x="4981" y="1398"/>
                      <a:pt x="5069" y="1329"/>
                      <a:pt x="5118" y="1101"/>
                    </a:cubicBezTo>
                    <a:lnTo>
                      <a:pt x="5288" y="357"/>
                    </a:lnTo>
                    <a:lnTo>
                      <a:pt x="5281" y="357"/>
                    </a:lnTo>
                    <a:cubicBezTo>
                      <a:pt x="5281" y="357"/>
                      <a:pt x="5281" y="353"/>
                      <a:pt x="5281" y="350"/>
                    </a:cubicBezTo>
                    <a:cubicBezTo>
                      <a:pt x="5281" y="157"/>
                      <a:pt x="4100" y="1"/>
                      <a:pt x="26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1" name="Google Shape;4901;p73"/>
              <p:cNvSpPr/>
              <p:nvPr/>
            </p:nvSpPr>
            <p:spPr>
              <a:xfrm>
                <a:off x="923800" y="3953550"/>
                <a:ext cx="133700" cy="45225"/>
              </a:xfrm>
              <a:custGeom>
                <a:avLst/>
                <a:gdLst/>
                <a:ahLst/>
                <a:cxnLst/>
                <a:rect l="l" t="t" r="r" b="b"/>
                <a:pathLst>
                  <a:path w="5348" h="1809" extrusionOk="0">
                    <a:moveTo>
                      <a:pt x="2671" y="59"/>
                    </a:moveTo>
                    <a:cubicBezTo>
                      <a:pt x="4290" y="59"/>
                      <a:pt x="5282" y="245"/>
                      <a:pt x="5282" y="376"/>
                    </a:cubicBezTo>
                    <a:cubicBezTo>
                      <a:pt x="5282" y="379"/>
                      <a:pt x="5282" y="379"/>
                      <a:pt x="5282" y="382"/>
                    </a:cubicBezTo>
                    <a:cubicBezTo>
                      <a:pt x="5282" y="386"/>
                      <a:pt x="5282" y="392"/>
                      <a:pt x="5282" y="395"/>
                    </a:cubicBezTo>
                    <a:lnTo>
                      <a:pt x="5119" y="1123"/>
                    </a:lnTo>
                    <a:cubicBezTo>
                      <a:pt x="5070" y="1339"/>
                      <a:pt x="4995" y="1401"/>
                      <a:pt x="4861" y="1450"/>
                    </a:cubicBezTo>
                    <a:cubicBezTo>
                      <a:pt x="4146" y="1646"/>
                      <a:pt x="3409" y="1747"/>
                      <a:pt x="2668" y="1747"/>
                    </a:cubicBezTo>
                    <a:cubicBezTo>
                      <a:pt x="2645" y="1747"/>
                      <a:pt x="2622" y="1747"/>
                      <a:pt x="2599" y="1747"/>
                    </a:cubicBezTo>
                    <a:cubicBezTo>
                      <a:pt x="1385" y="1727"/>
                      <a:pt x="529" y="1446"/>
                      <a:pt x="520" y="1443"/>
                    </a:cubicBezTo>
                    <a:cubicBezTo>
                      <a:pt x="363" y="1391"/>
                      <a:pt x="298" y="1335"/>
                      <a:pt x="249" y="1117"/>
                    </a:cubicBezTo>
                    <a:lnTo>
                      <a:pt x="95" y="428"/>
                    </a:lnTo>
                    <a:cubicBezTo>
                      <a:pt x="92" y="421"/>
                      <a:pt x="89" y="415"/>
                      <a:pt x="86" y="412"/>
                    </a:cubicBezTo>
                    <a:cubicBezTo>
                      <a:pt x="69" y="399"/>
                      <a:pt x="59" y="389"/>
                      <a:pt x="59" y="379"/>
                    </a:cubicBezTo>
                    <a:cubicBezTo>
                      <a:pt x="59" y="245"/>
                      <a:pt x="1055" y="59"/>
                      <a:pt x="2671" y="59"/>
                    </a:cubicBezTo>
                    <a:close/>
                    <a:moveTo>
                      <a:pt x="2671" y="0"/>
                    </a:moveTo>
                    <a:cubicBezTo>
                      <a:pt x="1597" y="0"/>
                      <a:pt x="1" y="102"/>
                      <a:pt x="1" y="379"/>
                    </a:cubicBezTo>
                    <a:cubicBezTo>
                      <a:pt x="1" y="408"/>
                      <a:pt x="17" y="435"/>
                      <a:pt x="37" y="454"/>
                    </a:cubicBezTo>
                    <a:lnTo>
                      <a:pt x="190" y="1133"/>
                    </a:lnTo>
                    <a:cubicBezTo>
                      <a:pt x="245" y="1378"/>
                      <a:pt x="330" y="1446"/>
                      <a:pt x="500" y="1502"/>
                    </a:cubicBezTo>
                    <a:cubicBezTo>
                      <a:pt x="510" y="1505"/>
                      <a:pt x="1372" y="1789"/>
                      <a:pt x="2596" y="1809"/>
                    </a:cubicBezTo>
                    <a:lnTo>
                      <a:pt x="2707" y="1809"/>
                    </a:lnTo>
                    <a:cubicBezTo>
                      <a:pt x="3441" y="1802"/>
                      <a:pt x="4172" y="1701"/>
                      <a:pt x="4884" y="1505"/>
                    </a:cubicBezTo>
                    <a:cubicBezTo>
                      <a:pt x="5034" y="1450"/>
                      <a:pt x="5125" y="1375"/>
                      <a:pt x="5181" y="1136"/>
                    </a:cubicBezTo>
                    <a:lnTo>
                      <a:pt x="5347" y="395"/>
                    </a:lnTo>
                    <a:cubicBezTo>
                      <a:pt x="5347" y="389"/>
                      <a:pt x="5347" y="379"/>
                      <a:pt x="5344" y="372"/>
                    </a:cubicBezTo>
                    <a:cubicBezTo>
                      <a:pt x="5321" y="98"/>
                      <a:pt x="3738" y="0"/>
                      <a:pt x="2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2" name="Google Shape;4902;p73"/>
              <p:cNvSpPr/>
              <p:nvPr/>
            </p:nvSpPr>
            <p:spPr>
              <a:xfrm>
                <a:off x="924550" y="3955350"/>
                <a:ext cx="48575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672" extrusionOk="0">
                    <a:moveTo>
                      <a:pt x="1364" y="0"/>
                    </a:moveTo>
                    <a:lnTo>
                      <a:pt x="1364" y="0"/>
                    </a:lnTo>
                    <a:cubicBezTo>
                      <a:pt x="552" y="62"/>
                      <a:pt x="0" y="176"/>
                      <a:pt x="0" y="307"/>
                    </a:cubicBezTo>
                    <a:cubicBezTo>
                      <a:pt x="3" y="330"/>
                      <a:pt x="16" y="349"/>
                      <a:pt x="36" y="363"/>
                    </a:cubicBezTo>
                    <a:lnTo>
                      <a:pt x="189" y="1051"/>
                    </a:lnTo>
                    <a:cubicBezTo>
                      <a:pt x="242" y="1283"/>
                      <a:pt x="313" y="1345"/>
                      <a:pt x="480" y="1400"/>
                    </a:cubicBezTo>
                    <a:cubicBezTo>
                      <a:pt x="480" y="1400"/>
                      <a:pt x="1054" y="1590"/>
                      <a:pt x="1942" y="1671"/>
                    </a:cubicBezTo>
                    <a:cubicBezTo>
                      <a:pt x="1753" y="1629"/>
                      <a:pt x="1564" y="1573"/>
                      <a:pt x="1381" y="1508"/>
                    </a:cubicBezTo>
                    <a:cubicBezTo>
                      <a:pt x="1214" y="1443"/>
                      <a:pt x="1142" y="1368"/>
                      <a:pt x="1090" y="1103"/>
                    </a:cubicBezTo>
                    <a:lnTo>
                      <a:pt x="937" y="297"/>
                    </a:lnTo>
                    <a:cubicBezTo>
                      <a:pt x="917" y="281"/>
                      <a:pt x="904" y="258"/>
                      <a:pt x="901" y="232"/>
                    </a:cubicBezTo>
                    <a:cubicBezTo>
                      <a:pt x="901" y="147"/>
                      <a:pt x="1074" y="65"/>
                      <a:pt x="1364" y="0"/>
                    </a:cubicBez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3" name="Google Shape;4903;p73"/>
              <p:cNvSpPr/>
              <p:nvPr/>
            </p:nvSpPr>
            <p:spPr>
              <a:xfrm>
                <a:off x="924125" y="3945150"/>
                <a:ext cx="132625" cy="316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1267" extrusionOk="0">
                    <a:moveTo>
                      <a:pt x="2651" y="0"/>
                    </a:moveTo>
                    <a:cubicBezTo>
                      <a:pt x="1186" y="0"/>
                      <a:pt x="1" y="284"/>
                      <a:pt x="1" y="633"/>
                    </a:cubicBezTo>
                    <a:cubicBezTo>
                      <a:pt x="1" y="983"/>
                      <a:pt x="1186" y="1267"/>
                      <a:pt x="2651" y="1267"/>
                    </a:cubicBezTo>
                    <a:cubicBezTo>
                      <a:pt x="4117" y="1267"/>
                      <a:pt x="5305" y="983"/>
                      <a:pt x="5305" y="633"/>
                    </a:cubicBezTo>
                    <a:cubicBezTo>
                      <a:pt x="5305" y="284"/>
                      <a:pt x="4117" y="0"/>
                      <a:pt x="26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4" name="Google Shape;4904;p73"/>
              <p:cNvSpPr/>
              <p:nvPr/>
            </p:nvSpPr>
            <p:spPr>
              <a:xfrm>
                <a:off x="923325" y="3944400"/>
                <a:ext cx="1341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367" h="1330" extrusionOk="0">
                    <a:moveTo>
                      <a:pt x="2683" y="60"/>
                    </a:moveTo>
                    <a:cubicBezTo>
                      <a:pt x="4253" y="60"/>
                      <a:pt x="5304" y="373"/>
                      <a:pt x="5304" y="663"/>
                    </a:cubicBezTo>
                    <a:cubicBezTo>
                      <a:pt x="5304" y="954"/>
                      <a:pt x="4250" y="1267"/>
                      <a:pt x="2683" y="1267"/>
                    </a:cubicBezTo>
                    <a:cubicBezTo>
                      <a:pt x="1116" y="1267"/>
                      <a:pt x="62" y="954"/>
                      <a:pt x="62" y="663"/>
                    </a:cubicBezTo>
                    <a:cubicBezTo>
                      <a:pt x="62" y="373"/>
                      <a:pt x="1116" y="60"/>
                      <a:pt x="2683" y="60"/>
                    </a:cubicBezTo>
                    <a:close/>
                    <a:moveTo>
                      <a:pt x="2683" y="1"/>
                    </a:moveTo>
                    <a:cubicBezTo>
                      <a:pt x="1364" y="1"/>
                      <a:pt x="0" y="249"/>
                      <a:pt x="0" y="663"/>
                    </a:cubicBezTo>
                    <a:cubicBezTo>
                      <a:pt x="0" y="1081"/>
                      <a:pt x="1364" y="1329"/>
                      <a:pt x="2683" y="1329"/>
                    </a:cubicBezTo>
                    <a:cubicBezTo>
                      <a:pt x="4002" y="1329"/>
                      <a:pt x="5366" y="1081"/>
                      <a:pt x="5366" y="663"/>
                    </a:cubicBezTo>
                    <a:cubicBezTo>
                      <a:pt x="5366" y="249"/>
                      <a:pt x="4002" y="1"/>
                      <a:pt x="26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5" name="Google Shape;4905;p73"/>
              <p:cNvSpPr/>
              <p:nvPr/>
            </p:nvSpPr>
            <p:spPr>
              <a:xfrm>
                <a:off x="926825" y="3821950"/>
                <a:ext cx="116300" cy="154450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6178" extrusionOk="0">
                    <a:moveTo>
                      <a:pt x="2511" y="1"/>
                    </a:moveTo>
                    <a:cubicBezTo>
                      <a:pt x="1656" y="1"/>
                      <a:pt x="770" y="395"/>
                      <a:pt x="506" y="1233"/>
                    </a:cubicBezTo>
                    <a:cubicBezTo>
                      <a:pt x="0" y="2856"/>
                      <a:pt x="1375" y="6100"/>
                      <a:pt x="1375" y="6100"/>
                    </a:cubicBezTo>
                    <a:cubicBezTo>
                      <a:pt x="1656" y="6158"/>
                      <a:pt x="1988" y="6178"/>
                      <a:pt x="2310" y="6178"/>
                    </a:cubicBezTo>
                    <a:cubicBezTo>
                      <a:pt x="3024" y="6178"/>
                      <a:pt x="3695" y="6080"/>
                      <a:pt x="3695" y="6080"/>
                    </a:cubicBezTo>
                    <a:cubicBezTo>
                      <a:pt x="3695" y="6080"/>
                      <a:pt x="4652" y="2043"/>
                      <a:pt x="4296" y="989"/>
                    </a:cubicBezTo>
                    <a:cubicBezTo>
                      <a:pt x="4079" y="343"/>
                      <a:pt x="3308" y="1"/>
                      <a:pt x="25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6" name="Google Shape;4906;p73"/>
              <p:cNvSpPr/>
              <p:nvPr/>
            </p:nvSpPr>
            <p:spPr>
              <a:xfrm>
                <a:off x="926100" y="3821200"/>
                <a:ext cx="117775" cy="155950"/>
              </a:xfrm>
              <a:custGeom>
                <a:avLst/>
                <a:gdLst/>
                <a:ahLst/>
                <a:cxnLst/>
                <a:rect l="l" t="t" r="r" b="b"/>
                <a:pathLst>
                  <a:path w="4711" h="6238" extrusionOk="0">
                    <a:moveTo>
                      <a:pt x="2534" y="62"/>
                    </a:moveTo>
                    <a:cubicBezTo>
                      <a:pt x="3253" y="62"/>
                      <a:pt x="4070" y="357"/>
                      <a:pt x="4296" y="1028"/>
                    </a:cubicBezTo>
                    <a:cubicBezTo>
                      <a:pt x="4632" y="2024"/>
                      <a:pt x="3770" y="5771"/>
                      <a:pt x="3698" y="6081"/>
                    </a:cubicBezTo>
                    <a:cubicBezTo>
                      <a:pt x="3581" y="6098"/>
                      <a:pt x="2979" y="6177"/>
                      <a:pt x="2345" y="6177"/>
                    </a:cubicBezTo>
                    <a:cubicBezTo>
                      <a:pt x="2028" y="6177"/>
                      <a:pt x="1703" y="6157"/>
                      <a:pt x="1426" y="6101"/>
                    </a:cubicBezTo>
                    <a:cubicBezTo>
                      <a:pt x="1329" y="5862"/>
                      <a:pt x="85" y="2810"/>
                      <a:pt x="565" y="1273"/>
                    </a:cubicBezTo>
                    <a:cubicBezTo>
                      <a:pt x="842" y="392"/>
                      <a:pt x="1782" y="69"/>
                      <a:pt x="2510" y="62"/>
                    </a:cubicBezTo>
                    <a:cubicBezTo>
                      <a:pt x="2518" y="62"/>
                      <a:pt x="2526" y="62"/>
                      <a:pt x="2534" y="62"/>
                    </a:cubicBezTo>
                    <a:close/>
                    <a:moveTo>
                      <a:pt x="2533" y="0"/>
                    </a:moveTo>
                    <a:cubicBezTo>
                      <a:pt x="2526" y="0"/>
                      <a:pt x="2518" y="0"/>
                      <a:pt x="2510" y="0"/>
                    </a:cubicBezTo>
                    <a:cubicBezTo>
                      <a:pt x="1766" y="10"/>
                      <a:pt x="793" y="343"/>
                      <a:pt x="509" y="1257"/>
                    </a:cubicBezTo>
                    <a:cubicBezTo>
                      <a:pt x="0" y="2869"/>
                      <a:pt x="1361" y="6107"/>
                      <a:pt x="1378" y="6140"/>
                    </a:cubicBezTo>
                    <a:cubicBezTo>
                      <a:pt x="1381" y="6150"/>
                      <a:pt x="1387" y="6156"/>
                      <a:pt x="1397" y="6159"/>
                    </a:cubicBezTo>
                    <a:cubicBezTo>
                      <a:pt x="1690" y="6212"/>
                      <a:pt x="1989" y="6238"/>
                      <a:pt x="2288" y="6238"/>
                    </a:cubicBezTo>
                    <a:cubicBezTo>
                      <a:pt x="2305" y="6238"/>
                      <a:pt x="2323" y="6238"/>
                      <a:pt x="2340" y="6238"/>
                    </a:cubicBezTo>
                    <a:cubicBezTo>
                      <a:pt x="2804" y="6234"/>
                      <a:pt x="3267" y="6202"/>
                      <a:pt x="3728" y="6140"/>
                    </a:cubicBezTo>
                    <a:cubicBezTo>
                      <a:pt x="3741" y="6137"/>
                      <a:pt x="3750" y="6130"/>
                      <a:pt x="3754" y="6117"/>
                    </a:cubicBezTo>
                    <a:cubicBezTo>
                      <a:pt x="3793" y="5950"/>
                      <a:pt x="4710" y="2056"/>
                      <a:pt x="4354" y="1009"/>
                    </a:cubicBezTo>
                    <a:cubicBezTo>
                      <a:pt x="4119" y="308"/>
                      <a:pt x="3272" y="0"/>
                      <a:pt x="25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7" name="Google Shape;4907;p73"/>
              <p:cNvSpPr/>
              <p:nvPr/>
            </p:nvSpPr>
            <p:spPr>
              <a:xfrm>
                <a:off x="926750" y="3822075"/>
                <a:ext cx="94850" cy="154325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6173" extrusionOk="0">
                    <a:moveTo>
                      <a:pt x="2505" y="1"/>
                    </a:moveTo>
                    <a:cubicBezTo>
                      <a:pt x="1654" y="1"/>
                      <a:pt x="772" y="393"/>
                      <a:pt x="509" y="1228"/>
                    </a:cubicBezTo>
                    <a:cubicBezTo>
                      <a:pt x="0" y="2851"/>
                      <a:pt x="1378" y="6095"/>
                      <a:pt x="1378" y="6095"/>
                    </a:cubicBezTo>
                    <a:cubicBezTo>
                      <a:pt x="1659" y="6153"/>
                      <a:pt x="1990" y="6173"/>
                      <a:pt x="2313" y="6173"/>
                    </a:cubicBezTo>
                    <a:cubicBezTo>
                      <a:pt x="3025" y="6173"/>
                      <a:pt x="3695" y="6075"/>
                      <a:pt x="3695" y="6075"/>
                    </a:cubicBezTo>
                    <a:cubicBezTo>
                      <a:pt x="3695" y="6075"/>
                      <a:pt x="3734" y="5912"/>
                      <a:pt x="3793" y="5641"/>
                    </a:cubicBezTo>
                    <a:cubicBezTo>
                      <a:pt x="3506" y="5641"/>
                      <a:pt x="3215" y="5615"/>
                      <a:pt x="2935" y="5563"/>
                    </a:cubicBezTo>
                    <a:cubicBezTo>
                      <a:pt x="2935" y="5563"/>
                      <a:pt x="1557" y="2322"/>
                      <a:pt x="2066" y="700"/>
                    </a:cubicBezTo>
                    <a:cubicBezTo>
                      <a:pt x="2151" y="429"/>
                      <a:pt x="2311" y="187"/>
                      <a:pt x="2527" y="1"/>
                    </a:cubicBezTo>
                    <a:cubicBezTo>
                      <a:pt x="2520" y="1"/>
                      <a:pt x="2512" y="1"/>
                      <a:pt x="2505" y="1"/>
                    </a:cubicBez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8" name="Google Shape;4908;p73"/>
              <p:cNvSpPr/>
              <p:nvPr/>
            </p:nvSpPr>
            <p:spPr>
              <a:xfrm>
                <a:off x="928200" y="3883125"/>
                <a:ext cx="19875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795" h="63" extrusionOk="0">
                    <a:moveTo>
                      <a:pt x="43" y="1"/>
                    </a:moveTo>
                    <a:cubicBezTo>
                      <a:pt x="1" y="1"/>
                      <a:pt x="1" y="63"/>
                      <a:pt x="43" y="63"/>
                    </a:cubicBezTo>
                    <a:lnTo>
                      <a:pt x="755" y="63"/>
                    </a:lnTo>
                    <a:cubicBezTo>
                      <a:pt x="794" y="63"/>
                      <a:pt x="794" y="1"/>
                      <a:pt x="7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9" name="Google Shape;4909;p73"/>
              <p:cNvSpPr/>
              <p:nvPr/>
            </p:nvSpPr>
            <p:spPr>
              <a:xfrm>
                <a:off x="931875" y="3876750"/>
                <a:ext cx="126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76" extrusionOk="0">
                    <a:moveTo>
                      <a:pt x="503" y="1"/>
                    </a:moveTo>
                    <a:lnTo>
                      <a:pt x="1" y="57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0" name="Google Shape;4910;p73"/>
              <p:cNvSpPr/>
              <p:nvPr/>
            </p:nvSpPr>
            <p:spPr>
              <a:xfrm>
                <a:off x="930975" y="3875925"/>
                <a:ext cx="1432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573" h="642" extrusionOk="0">
                    <a:moveTo>
                      <a:pt x="538" y="1"/>
                    </a:moveTo>
                    <a:cubicBezTo>
                      <a:pt x="530" y="1"/>
                      <a:pt x="522" y="4"/>
                      <a:pt x="517" y="11"/>
                    </a:cubicBezTo>
                    <a:lnTo>
                      <a:pt x="14" y="589"/>
                    </a:lnTo>
                    <a:cubicBezTo>
                      <a:pt x="1" y="602"/>
                      <a:pt x="4" y="621"/>
                      <a:pt x="14" y="631"/>
                    </a:cubicBezTo>
                    <a:cubicBezTo>
                      <a:pt x="21" y="638"/>
                      <a:pt x="27" y="638"/>
                      <a:pt x="37" y="641"/>
                    </a:cubicBezTo>
                    <a:cubicBezTo>
                      <a:pt x="43" y="638"/>
                      <a:pt x="53" y="635"/>
                      <a:pt x="60" y="628"/>
                    </a:cubicBezTo>
                    <a:lnTo>
                      <a:pt x="562" y="54"/>
                    </a:lnTo>
                    <a:cubicBezTo>
                      <a:pt x="572" y="40"/>
                      <a:pt x="572" y="21"/>
                      <a:pt x="559" y="8"/>
                    </a:cubicBezTo>
                    <a:cubicBezTo>
                      <a:pt x="553" y="3"/>
                      <a:pt x="546" y="1"/>
                      <a:pt x="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1" name="Google Shape;4911;p73"/>
              <p:cNvSpPr/>
              <p:nvPr/>
            </p:nvSpPr>
            <p:spPr>
              <a:xfrm>
                <a:off x="931875" y="3876750"/>
                <a:ext cx="126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76" extrusionOk="0">
                    <a:moveTo>
                      <a:pt x="503" y="57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2" name="Google Shape;4912;p73"/>
              <p:cNvSpPr/>
              <p:nvPr/>
            </p:nvSpPr>
            <p:spPr>
              <a:xfrm>
                <a:off x="930975" y="3875925"/>
                <a:ext cx="1432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573" h="642" extrusionOk="0">
                    <a:moveTo>
                      <a:pt x="35" y="1"/>
                    </a:moveTo>
                    <a:cubicBezTo>
                      <a:pt x="28" y="1"/>
                      <a:pt x="20" y="3"/>
                      <a:pt x="14" y="8"/>
                    </a:cubicBezTo>
                    <a:cubicBezTo>
                      <a:pt x="4" y="21"/>
                      <a:pt x="1" y="40"/>
                      <a:pt x="14" y="54"/>
                    </a:cubicBezTo>
                    <a:lnTo>
                      <a:pt x="517" y="628"/>
                    </a:lnTo>
                    <a:cubicBezTo>
                      <a:pt x="520" y="635"/>
                      <a:pt x="530" y="638"/>
                      <a:pt x="539" y="641"/>
                    </a:cubicBezTo>
                    <a:cubicBezTo>
                      <a:pt x="546" y="638"/>
                      <a:pt x="553" y="638"/>
                      <a:pt x="559" y="631"/>
                    </a:cubicBezTo>
                    <a:cubicBezTo>
                      <a:pt x="569" y="621"/>
                      <a:pt x="572" y="602"/>
                      <a:pt x="562" y="589"/>
                    </a:cubicBezTo>
                    <a:lnTo>
                      <a:pt x="60" y="11"/>
                    </a:lnTo>
                    <a:cubicBezTo>
                      <a:pt x="53" y="4"/>
                      <a:pt x="44" y="1"/>
                      <a:pt x="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3" name="Google Shape;4913;p73"/>
              <p:cNvSpPr/>
              <p:nvPr/>
            </p:nvSpPr>
            <p:spPr>
              <a:xfrm>
                <a:off x="1017900" y="3930525"/>
                <a:ext cx="1985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794" h="63" extrusionOk="0">
                    <a:moveTo>
                      <a:pt x="39" y="1"/>
                    </a:moveTo>
                    <a:cubicBezTo>
                      <a:pt x="0" y="1"/>
                      <a:pt x="0" y="63"/>
                      <a:pt x="39" y="63"/>
                    </a:cubicBezTo>
                    <a:lnTo>
                      <a:pt x="751" y="63"/>
                    </a:lnTo>
                    <a:cubicBezTo>
                      <a:pt x="793" y="63"/>
                      <a:pt x="793" y="1"/>
                      <a:pt x="7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4" name="Google Shape;4914;p73"/>
              <p:cNvSpPr/>
              <p:nvPr/>
            </p:nvSpPr>
            <p:spPr>
              <a:xfrm>
                <a:off x="1021475" y="3924000"/>
                <a:ext cx="1260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79" extrusionOk="0">
                    <a:moveTo>
                      <a:pt x="503" y="1"/>
                    </a:moveTo>
                    <a:lnTo>
                      <a:pt x="1" y="579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5" name="Google Shape;4915;p73"/>
              <p:cNvSpPr/>
              <p:nvPr/>
            </p:nvSpPr>
            <p:spPr>
              <a:xfrm>
                <a:off x="1020675" y="3923225"/>
                <a:ext cx="14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639" extrusionOk="0">
                    <a:moveTo>
                      <a:pt x="535" y="0"/>
                    </a:moveTo>
                    <a:cubicBezTo>
                      <a:pt x="527" y="0"/>
                      <a:pt x="519" y="4"/>
                      <a:pt x="513" y="12"/>
                    </a:cubicBezTo>
                    <a:lnTo>
                      <a:pt x="10" y="587"/>
                    </a:lnTo>
                    <a:cubicBezTo>
                      <a:pt x="0" y="600"/>
                      <a:pt x="0" y="619"/>
                      <a:pt x="13" y="632"/>
                    </a:cubicBezTo>
                    <a:cubicBezTo>
                      <a:pt x="20" y="636"/>
                      <a:pt x="26" y="639"/>
                      <a:pt x="33" y="639"/>
                    </a:cubicBezTo>
                    <a:cubicBezTo>
                      <a:pt x="43" y="639"/>
                      <a:pt x="49" y="636"/>
                      <a:pt x="56" y="629"/>
                    </a:cubicBezTo>
                    <a:lnTo>
                      <a:pt x="558" y="51"/>
                    </a:lnTo>
                    <a:cubicBezTo>
                      <a:pt x="580" y="30"/>
                      <a:pt x="559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6" name="Google Shape;4916;p73"/>
              <p:cNvSpPr/>
              <p:nvPr/>
            </p:nvSpPr>
            <p:spPr>
              <a:xfrm>
                <a:off x="1021475" y="3924000"/>
                <a:ext cx="1260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79" extrusionOk="0">
                    <a:moveTo>
                      <a:pt x="503" y="579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7" name="Google Shape;4917;p73"/>
              <p:cNvSpPr/>
              <p:nvPr/>
            </p:nvSpPr>
            <p:spPr>
              <a:xfrm>
                <a:off x="1020675" y="3923250"/>
                <a:ext cx="14300" cy="1595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638" extrusionOk="0">
                    <a:moveTo>
                      <a:pt x="34" y="1"/>
                    </a:moveTo>
                    <a:cubicBezTo>
                      <a:pt x="27" y="1"/>
                      <a:pt x="19" y="3"/>
                      <a:pt x="13" y="8"/>
                    </a:cubicBezTo>
                    <a:cubicBezTo>
                      <a:pt x="0" y="18"/>
                      <a:pt x="0" y="37"/>
                      <a:pt x="10" y="50"/>
                    </a:cubicBezTo>
                    <a:lnTo>
                      <a:pt x="513" y="628"/>
                    </a:lnTo>
                    <a:cubicBezTo>
                      <a:pt x="519" y="635"/>
                      <a:pt x="529" y="638"/>
                      <a:pt x="535" y="638"/>
                    </a:cubicBezTo>
                    <a:cubicBezTo>
                      <a:pt x="545" y="638"/>
                      <a:pt x="552" y="635"/>
                      <a:pt x="558" y="631"/>
                    </a:cubicBezTo>
                    <a:cubicBezTo>
                      <a:pt x="568" y="618"/>
                      <a:pt x="571" y="599"/>
                      <a:pt x="562" y="586"/>
                    </a:cubicBezTo>
                    <a:lnTo>
                      <a:pt x="56" y="11"/>
                    </a:lnTo>
                    <a:cubicBezTo>
                      <a:pt x="50" y="4"/>
                      <a:pt x="42" y="1"/>
                      <a:pt x="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8" name="Google Shape;4918;p73"/>
              <p:cNvSpPr/>
              <p:nvPr/>
            </p:nvSpPr>
            <p:spPr>
              <a:xfrm>
                <a:off x="949500" y="3921875"/>
                <a:ext cx="157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631" h="334" extrusionOk="0">
                    <a:moveTo>
                      <a:pt x="631" y="334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9" name="Google Shape;4919;p73"/>
              <p:cNvSpPr/>
              <p:nvPr/>
            </p:nvSpPr>
            <p:spPr>
              <a:xfrm>
                <a:off x="948425" y="3921125"/>
                <a:ext cx="1792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397" extrusionOk="0">
                    <a:moveTo>
                      <a:pt x="44" y="1"/>
                    </a:moveTo>
                    <a:cubicBezTo>
                      <a:pt x="17" y="1"/>
                      <a:pt x="0" y="40"/>
                      <a:pt x="31" y="57"/>
                    </a:cubicBezTo>
                    <a:lnTo>
                      <a:pt x="661" y="393"/>
                    </a:lnTo>
                    <a:cubicBezTo>
                      <a:pt x="664" y="397"/>
                      <a:pt x="667" y="397"/>
                      <a:pt x="674" y="397"/>
                    </a:cubicBezTo>
                    <a:cubicBezTo>
                      <a:pt x="706" y="397"/>
                      <a:pt x="716" y="354"/>
                      <a:pt x="687" y="338"/>
                    </a:cubicBezTo>
                    <a:lnTo>
                      <a:pt x="60" y="5"/>
                    </a:lnTo>
                    <a:cubicBezTo>
                      <a:pt x="55" y="2"/>
                      <a:pt x="4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0" name="Google Shape;4920;p73"/>
              <p:cNvSpPr/>
              <p:nvPr/>
            </p:nvSpPr>
            <p:spPr>
              <a:xfrm>
                <a:off x="948450" y="3922700"/>
                <a:ext cx="17900" cy="680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272" extrusionOk="0">
                    <a:moveTo>
                      <a:pt x="715" y="1"/>
                    </a:moveTo>
                    <a:lnTo>
                      <a:pt x="0" y="272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1" name="Google Shape;4921;p73"/>
              <p:cNvSpPr/>
              <p:nvPr/>
            </p:nvSpPr>
            <p:spPr>
              <a:xfrm>
                <a:off x="947375" y="3921900"/>
                <a:ext cx="19875" cy="8325"/>
              </a:xfrm>
              <a:custGeom>
                <a:avLst/>
                <a:gdLst/>
                <a:ahLst/>
                <a:cxnLst/>
                <a:rect l="l" t="t" r="r" b="b"/>
                <a:pathLst>
                  <a:path w="795" h="333" extrusionOk="0">
                    <a:moveTo>
                      <a:pt x="761" y="1"/>
                    </a:moveTo>
                    <a:cubicBezTo>
                      <a:pt x="757" y="1"/>
                      <a:pt x="753" y="2"/>
                      <a:pt x="748" y="3"/>
                    </a:cubicBezTo>
                    <a:lnTo>
                      <a:pt x="34" y="274"/>
                    </a:lnTo>
                    <a:cubicBezTo>
                      <a:pt x="1" y="287"/>
                      <a:pt x="11" y="333"/>
                      <a:pt x="43" y="333"/>
                    </a:cubicBezTo>
                    <a:lnTo>
                      <a:pt x="56" y="333"/>
                    </a:lnTo>
                    <a:lnTo>
                      <a:pt x="771" y="62"/>
                    </a:lnTo>
                    <a:cubicBezTo>
                      <a:pt x="788" y="55"/>
                      <a:pt x="794" y="36"/>
                      <a:pt x="788" y="20"/>
                    </a:cubicBezTo>
                    <a:cubicBezTo>
                      <a:pt x="785" y="7"/>
                      <a:pt x="774" y="1"/>
                      <a:pt x="7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2" name="Google Shape;4922;p73"/>
              <p:cNvSpPr/>
              <p:nvPr/>
            </p:nvSpPr>
            <p:spPr>
              <a:xfrm>
                <a:off x="955225" y="3916750"/>
                <a:ext cx="4350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174" h="745" extrusionOk="0">
                    <a:moveTo>
                      <a:pt x="173" y="74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3" name="Google Shape;4923;p73"/>
              <p:cNvSpPr/>
              <p:nvPr/>
            </p:nvSpPr>
            <p:spPr>
              <a:xfrm>
                <a:off x="954400" y="3916000"/>
                <a:ext cx="5975" cy="2020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808" extrusionOk="0">
                    <a:moveTo>
                      <a:pt x="33" y="0"/>
                    </a:moveTo>
                    <a:cubicBezTo>
                      <a:pt x="31" y="0"/>
                      <a:pt x="29" y="1"/>
                      <a:pt x="27" y="1"/>
                    </a:cubicBezTo>
                    <a:cubicBezTo>
                      <a:pt x="10" y="4"/>
                      <a:pt x="1" y="21"/>
                      <a:pt x="4" y="37"/>
                    </a:cubicBezTo>
                    <a:lnTo>
                      <a:pt x="177" y="781"/>
                    </a:lnTo>
                    <a:cubicBezTo>
                      <a:pt x="180" y="794"/>
                      <a:pt x="193" y="804"/>
                      <a:pt x="206" y="807"/>
                    </a:cubicBezTo>
                    <a:lnTo>
                      <a:pt x="213" y="807"/>
                    </a:lnTo>
                    <a:cubicBezTo>
                      <a:pt x="229" y="801"/>
                      <a:pt x="239" y="784"/>
                      <a:pt x="236" y="768"/>
                    </a:cubicBezTo>
                    <a:lnTo>
                      <a:pt x="63" y="24"/>
                    </a:lnTo>
                    <a:cubicBezTo>
                      <a:pt x="60" y="10"/>
                      <a:pt x="47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73"/>
              <p:cNvSpPr/>
              <p:nvPr/>
            </p:nvSpPr>
            <p:spPr>
              <a:xfrm>
                <a:off x="980750" y="3857500"/>
                <a:ext cx="110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44" h="713" extrusionOk="0">
                    <a:moveTo>
                      <a:pt x="1" y="712"/>
                    </a:moveTo>
                    <a:lnTo>
                      <a:pt x="43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73"/>
              <p:cNvSpPr/>
              <p:nvPr/>
            </p:nvSpPr>
            <p:spPr>
              <a:xfrm>
                <a:off x="980025" y="3856750"/>
                <a:ext cx="2650" cy="1932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73" extrusionOk="0">
                    <a:moveTo>
                      <a:pt x="74" y="0"/>
                    </a:moveTo>
                    <a:cubicBezTo>
                      <a:pt x="59" y="0"/>
                      <a:pt x="45" y="10"/>
                      <a:pt x="43" y="31"/>
                    </a:cubicBezTo>
                    <a:lnTo>
                      <a:pt x="1" y="739"/>
                    </a:lnTo>
                    <a:cubicBezTo>
                      <a:pt x="1" y="755"/>
                      <a:pt x="14" y="772"/>
                      <a:pt x="30" y="772"/>
                    </a:cubicBezTo>
                    <a:cubicBezTo>
                      <a:pt x="32" y="772"/>
                      <a:pt x="33" y="772"/>
                      <a:pt x="35" y="772"/>
                    </a:cubicBezTo>
                    <a:cubicBezTo>
                      <a:pt x="50" y="772"/>
                      <a:pt x="63" y="760"/>
                      <a:pt x="63" y="742"/>
                    </a:cubicBezTo>
                    <a:lnTo>
                      <a:pt x="105" y="34"/>
                    </a:lnTo>
                    <a:cubicBezTo>
                      <a:pt x="105" y="12"/>
                      <a:pt x="89" y="0"/>
                      <a:pt x="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73"/>
              <p:cNvSpPr/>
              <p:nvPr/>
            </p:nvSpPr>
            <p:spPr>
              <a:xfrm>
                <a:off x="974475" y="3859700"/>
                <a:ext cx="136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546" h="537" extrusionOk="0">
                    <a:moveTo>
                      <a:pt x="546" y="536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73"/>
              <p:cNvSpPr/>
              <p:nvPr/>
            </p:nvSpPr>
            <p:spPr>
              <a:xfrm>
                <a:off x="973675" y="3858975"/>
                <a:ext cx="155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98" extrusionOk="0">
                    <a:moveTo>
                      <a:pt x="33" y="0"/>
                    </a:moveTo>
                    <a:cubicBezTo>
                      <a:pt x="25" y="0"/>
                      <a:pt x="18" y="4"/>
                      <a:pt x="13" y="10"/>
                    </a:cubicBezTo>
                    <a:cubicBezTo>
                      <a:pt x="0" y="20"/>
                      <a:pt x="0" y="40"/>
                      <a:pt x="13" y="53"/>
                    </a:cubicBezTo>
                    <a:lnTo>
                      <a:pt x="558" y="588"/>
                    </a:lnTo>
                    <a:cubicBezTo>
                      <a:pt x="565" y="594"/>
                      <a:pt x="571" y="598"/>
                      <a:pt x="578" y="598"/>
                    </a:cubicBezTo>
                    <a:lnTo>
                      <a:pt x="581" y="598"/>
                    </a:lnTo>
                    <a:cubicBezTo>
                      <a:pt x="607" y="598"/>
                      <a:pt x="620" y="565"/>
                      <a:pt x="601" y="545"/>
                    </a:cubicBezTo>
                    <a:lnTo>
                      <a:pt x="56" y="10"/>
                    </a:lnTo>
                    <a:cubicBezTo>
                      <a:pt x="49" y="4"/>
                      <a:pt x="41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73"/>
              <p:cNvSpPr/>
              <p:nvPr/>
            </p:nvSpPr>
            <p:spPr>
              <a:xfrm>
                <a:off x="973750" y="3860525"/>
                <a:ext cx="15200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71" extrusionOk="0">
                    <a:moveTo>
                      <a:pt x="0" y="470"/>
                    </a:moveTo>
                    <a:lnTo>
                      <a:pt x="607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4929;p73"/>
              <p:cNvSpPr/>
              <p:nvPr/>
            </p:nvSpPr>
            <p:spPr>
              <a:xfrm>
                <a:off x="972925" y="3859875"/>
                <a:ext cx="17025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681" h="526" extrusionOk="0">
                    <a:moveTo>
                      <a:pt x="639" y="1"/>
                    </a:moveTo>
                    <a:cubicBezTo>
                      <a:pt x="633" y="1"/>
                      <a:pt x="627" y="2"/>
                      <a:pt x="621" y="7"/>
                    </a:cubicBezTo>
                    <a:lnTo>
                      <a:pt x="14" y="474"/>
                    </a:lnTo>
                    <a:cubicBezTo>
                      <a:pt x="4" y="483"/>
                      <a:pt x="1" y="500"/>
                      <a:pt x="10" y="513"/>
                    </a:cubicBezTo>
                    <a:cubicBezTo>
                      <a:pt x="14" y="523"/>
                      <a:pt x="23" y="526"/>
                      <a:pt x="33" y="526"/>
                    </a:cubicBezTo>
                    <a:cubicBezTo>
                      <a:pt x="40" y="526"/>
                      <a:pt x="46" y="526"/>
                      <a:pt x="53" y="523"/>
                    </a:cubicBezTo>
                    <a:lnTo>
                      <a:pt x="657" y="56"/>
                    </a:lnTo>
                    <a:cubicBezTo>
                      <a:pt x="681" y="35"/>
                      <a:pt x="664" y="1"/>
                      <a:pt x="6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0" name="Google Shape;4930;p73"/>
              <p:cNvSpPr/>
              <p:nvPr/>
            </p:nvSpPr>
            <p:spPr>
              <a:xfrm>
                <a:off x="996675" y="3896100"/>
                <a:ext cx="13400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1" extrusionOk="0">
                    <a:moveTo>
                      <a:pt x="0" y="471"/>
                    </a:moveTo>
                    <a:lnTo>
                      <a:pt x="536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4931;p73"/>
              <p:cNvSpPr/>
              <p:nvPr/>
            </p:nvSpPr>
            <p:spPr>
              <a:xfrm>
                <a:off x="995775" y="3895350"/>
                <a:ext cx="15125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605" h="530" extrusionOk="0">
                    <a:moveTo>
                      <a:pt x="571" y="1"/>
                    </a:moveTo>
                    <a:cubicBezTo>
                      <a:pt x="563" y="1"/>
                      <a:pt x="557" y="3"/>
                      <a:pt x="552" y="8"/>
                    </a:cubicBezTo>
                    <a:lnTo>
                      <a:pt x="17" y="478"/>
                    </a:lnTo>
                    <a:cubicBezTo>
                      <a:pt x="4" y="487"/>
                      <a:pt x="1" y="507"/>
                      <a:pt x="14" y="520"/>
                    </a:cubicBezTo>
                    <a:cubicBezTo>
                      <a:pt x="17" y="527"/>
                      <a:pt x="27" y="530"/>
                      <a:pt x="36" y="530"/>
                    </a:cubicBezTo>
                    <a:cubicBezTo>
                      <a:pt x="43" y="530"/>
                      <a:pt x="50" y="527"/>
                      <a:pt x="56" y="523"/>
                    </a:cubicBezTo>
                    <a:lnTo>
                      <a:pt x="591" y="53"/>
                    </a:lnTo>
                    <a:cubicBezTo>
                      <a:pt x="604" y="44"/>
                      <a:pt x="604" y="24"/>
                      <a:pt x="595" y="11"/>
                    </a:cubicBezTo>
                    <a:cubicBezTo>
                      <a:pt x="588" y="4"/>
                      <a:pt x="579" y="1"/>
                      <a:pt x="5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73"/>
              <p:cNvSpPr/>
              <p:nvPr/>
            </p:nvSpPr>
            <p:spPr>
              <a:xfrm>
                <a:off x="1003375" y="3892425"/>
                <a:ext cx="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765" extrusionOk="0">
                    <a:moveTo>
                      <a:pt x="0" y="764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73"/>
              <p:cNvSpPr/>
              <p:nvPr/>
            </p:nvSpPr>
            <p:spPr>
              <a:xfrm>
                <a:off x="1002550" y="3891700"/>
                <a:ext cx="1575" cy="20675"/>
              </a:xfrm>
              <a:custGeom>
                <a:avLst/>
                <a:gdLst/>
                <a:ahLst/>
                <a:cxnLst/>
                <a:rect l="l" t="t" r="r" b="b"/>
                <a:pathLst>
                  <a:path w="63" h="827" extrusionOk="0">
                    <a:moveTo>
                      <a:pt x="33" y="0"/>
                    </a:moveTo>
                    <a:cubicBezTo>
                      <a:pt x="14" y="0"/>
                      <a:pt x="0" y="13"/>
                      <a:pt x="0" y="30"/>
                    </a:cubicBezTo>
                    <a:lnTo>
                      <a:pt x="0" y="793"/>
                    </a:lnTo>
                    <a:cubicBezTo>
                      <a:pt x="0" y="813"/>
                      <a:pt x="14" y="826"/>
                      <a:pt x="33" y="826"/>
                    </a:cubicBezTo>
                    <a:cubicBezTo>
                      <a:pt x="49" y="826"/>
                      <a:pt x="63" y="813"/>
                      <a:pt x="63" y="793"/>
                    </a:cubicBezTo>
                    <a:lnTo>
                      <a:pt x="63" y="30"/>
                    </a:lnTo>
                    <a:cubicBezTo>
                      <a:pt x="63" y="13"/>
                      <a:pt x="49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73"/>
              <p:cNvSpPr/>
              <p:nvPr/>
            </p:nvSpPr>
            <p:spPr>
              <a:xfrm>
                <a:off x="993900" y="3900675"/>
                <a:ext cx="18950" cy="262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05" extrusionOk="0">
                    <a:moveTo>
                      <a:pt x="1" y="0"/>
                    </a:moveTo>
                    <a:lnTo>
                      <a:pt x="758" y="1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73"/>
              <p:cNvSpPr/>
              <p:nvPr/>
            </p:nvSpPr>
            <p:spPr>
              <a:xfrm>
                <a:off x="992750" y="3899900"/>
                <a:ext cx="21075" cy="4150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66" extrusionOk="0">
                    <a:moveTo>
                      <a:pt x="42" y="1"/>
                    </a:moveTo>
                    <a:cubicBezTo>
                      <a:pt x="6" y="1"/>
                      <a:pt x="0" y="61"/>
                      <a:pt x="40" y="64"/>
                    </a:cubicBezTo>
                    <a:lnTo>
                      <a:pt x="800" y="165"/>
                    </a:lnTo>
                    <a:lnTo>
                      <a:pt x="804" y="165"/>
                    </a:lnTo>
                    <a:cubicBezTo>
                      <a:pt x="840" y="165"/>
                      <a:pt x="843" y="110"/>
                      <a:pt x="807" y="106"/>
                    </a:cubicBezTo>
                    <a:lnTo>
                      <a:pt x="50" y="2"/>
                    </a:lnTo>
                    <a:cubicBezTo>
                      <a:pt x="47" y="1"/>
                      <a:pt x="44" y="1"/>
                      <a:pt x="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73"/>
              <p:cNvSpPr/>
              <p:nvPr/>
            </p:nvSpPr>
            <p:spPr>
              <a:xfrm>
                <a:off x="1010700" y="3844600"/>
                <a:ext cx="13425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471" extrusionOk="0">
                    <a:moveTo>
                      <a:pt x="1" y="471"/>
                    </a:moveTo>
                    <a:lnTo>
                      <a:pt x="536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73"/>
              <p:cNvSpPr/>
              <p:nvPr/>
            </p:nvSpPr>
            <p:spPr>
              <a:xfrm>
                <a:off x="1009900" y="3843850"/>
                <a:ext cx="1537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31" extrusionOk="0">
                    <a:moveTo>
                      <a:pt x="569" y="0"/>
                    </a:moveTo>
                    <a:cubicBezTo>
                      <a:pt x="563" y="0"/>
                      <a:pt x="555" y="3"/>
                      <a:pt x="549" y="8"/>
                    </a:cubicBezTo>
                    <a:lnTo>
                      <a:pt x="13" y="478"/>
                    </a:lnTo>
                    <a:cubicBezTo>
                      <a:pt x="0" y="488"/>
                      <a:pt x="0" y="507"/>
                      <a:pt x="10" y="521"/>
                    </a:cubicBezTo>
                    <a:cubicBezTo>
                      <a:pt x="17" y="527"/>
                      <a:pt x="23" y="530"/>
                      <a:pt x="33" y="530"/>
                    </a:cubicBezTo>
                    <a:cubicBezTo>
                      <a:pt x="43" y="530"/>
                      <a:pt x="49" y="527"/>
                      <a:pt x="56" y="524"/>
                    </a:cubicBezTo>
                    <a:lnTo>
                      <a:pt x="591" y="54"/>
                    </a:lnTo>
                    <a:cubicBezTo>
                      <a:pt x="614" y="33"/>
                      <a:pt x="595" y="0"/>
                      <a:pt x="5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4938;p73"/>
              <p:cNvSpPr/>
              <p:nvPr/>
            </p:nvSpPr>
            <p:spPr>
              <a:xfrm>
                <a:off x="1017400" y="3840950"/>
                <a:ext cx="25" cy="19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764" extrusionOk="0">
                    <a:moveTo>
                      <a:pt x="1" y="764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4939;p73"/>
              <p:cNvSpPr/>
              <p:nvPr/>
            </p:nvSpPr>
            <p:spPr>
              <a:xfrm>
                <a:off x="1016675" y="3840125"/>
                <a:ext cx="1575" cy="2075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0" extrusionOk="0">
                    <a:moveTo>
                      <a:pt x="30" y="0"/>
                    </a:moveTo>
                    <a:cubicBezTo>
                      <a:pt x="13" y="0"/>
                      <a:pt x="0" y="17"/>
                      <a:pt x="0" y="33"/>
                    </a:cubicBezTo>
                    <a:lnTo>
                      <a:pt x="0" y="797"/>
                    </a:lnTo>
                    <a:cubicBezTo>
                      <a:pt x="0" y="813"/>
                      <a:pt x="13" y="829"/>
                      <a:pt x="30" y="829"/>
                    </a:cubicBezTo>
                    <a:cubicBezTo>
                      <a:pt x="46" y="829"/>
                      <a:pt x="62" y="813"/>
                      <a:pt x="62" y="797"/>
                    </a:cubicBezTo>
                    <a:lnTo>
                      <a:pt x="62" y="33"/>
                    </a:lnTo>
                    <a:cubicBezTo>
                      <a:pt x="62" y="17"/>
                      <a:pt x="46" y="0"/>
                      <a:pt x="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73"/>
              <p:cNvSpPr/>
              <p:nvPr/>
            </p:nvSpPr>
            <p:spPr>
              <a:xfrm>
                <a:off x="1007925" y="3849175"/>
                <a:ext cx="18975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06" extrusionOk="0">
                    <a:moveTo>
                      <a:pt x="1" y="1"/>
                    </a:moveTo>
                    <a:lnTo>
                      <a:pt x="758" y="1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73"/>
              <p:cNvSpPr/>
              <p:nvPr/>
            </p:nvSpPr>
            <p:spPr>
              <a:xfrm>
                <a:off x="1007125" y="3848425"/>
                <a:ext cx="20825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833" h="165" extrusionOk="0">
                    <a:moveTo>
                      <a:pt x="31" y="1"/>
                    </a:moveTo>
                    <a:cubicBezTo>
                      <a:pt x="17" y="1"/>
                      <a:pt x="4" y="13"/>
                      <a:pt x="4" y="27"/>
                    </a:cubicBezTo>
                    <a:cubicBezTo>
                      <a:pt x="0" y="44"/>
                      <a:pt x="13" y="60"/>
                      <a:pt x="30" y="63"/>
                    </a:cubicBezTo>
                    <a:lnTo>
                      <a:pt x="787" y="165"/>
                    </a:lnTo>
                    <a:lnTo>
                      <a:pt x="790" y="165"/>
                    </a:lnTo>
                    <a:cubicBezTo>
                      <a:pt x="829" y="165"/>
                      <a:pt x="833" y="109"/>
                      <a:pt x="797" y="106"/>
                    </a:cubicBezTo>
                    <a:lnTo>
                      <a:pt x="36" y="1"/>
                    </a:lnTo>
                    <a:cubicBezTo>
                      <a:pt x="34" y="1"/>
                      <a:pt x="33" y="1"/>
                      <a:pt x="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73"/>
              <p:cNvSpPr/>
              <p:nvPr/>
            </p:nvSpPr>
            <p:spPr>
              <a:xfrm>
                <a:off x="987775" y="3946850"/>
                <a:ext cx="13400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1" extrusionOk="0">
                    <a:moveTo>
                      <a:pt x="1" y="471"/>
                    </a:moveTo>
                    <a:lnTo>
                      <a:pt x="536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73"/>
              <p:cNvSpPr/>
              <p:nvPr/>
            </p:nvSpPr>
            <p:spPr>
              <a:xfrm>
                <a:off x="986725" y="3946150"/>
                <a:ext cx="1527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529" extrusionOk="0">
                    <a:moveTo>
                      <a:pt x="578" y="1"/>
                    </a:moveTo>
                    <a:cubicBezTo>
                      <a:pt x="571" y="1"/>
                      <a:pt x="564" y="3"/>
                      <a:pt x="558" y="9"/>
                    </a:cubicBezTo>
                    <a:lnTo>
                      <a:pt x="23" y="476"/>
                    </a:lnTo>
                    <a:cubicBezTo>
                      <a:pt x="0" y="492"/>
                      <a:pt x="13" y="528"/>
                      <a:pt x="43" y="528"/>
                    </a:cubicBezTo>
                    <a:cubicBezTo>
                      <a:pt x="49" y="528"/>
                      <a:pt x="56" y="528"/>
                      <a:pt x="62" y="522"/>
                    </a:cubicBezTo>
                    <a:lnTo>
                      <a:pt x="598" y="55"/>
                    </a:lnTo>
                    <a:cubicBezTo>
                      <a:pt x="611" y="42"/>
                      <a:pt x="611" y="22"/>
                      <a:pt x="601" y="9"/>
                    </a:cubicBezTo>
                    <a:cubicBezTo>
                      <a:pt x="594" y="4"/>
                      <a:pt x="586" y="1"/>
                      <a:pt x="5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73"/>
              <p:cNvSpPr/>
              <p:nvPr/>
            </p:nvSpPr>
            <p:spPr>
              <a:xfrm>
                <a:off x="994475" y="3943175"/>
                <a:ext cx="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765" extrusionOk="0">
                    <a:moveTo>
                      <a:pt x="0" y="765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73"/>
              <p:cNvSpPr/>
              <p:nvPr/>
            </p:nvSpPr>
            <p:spPr>
              <a:xfrm>
                <a:off x="993650" y="3942450"/>
                <a:ext cx="1575" cy="20675"/>
              </a:xfrm>
              <a:custGeom>
                <a:avLst/>
                <a:gdLst/>
                <a:ahLst/>
                <a:cxnLst/>
                <a:rect l="l" t="t" r="r" b="b"/>
                <a:pathLst>
                  <a:path w="63" h="827" extrusionOk="0">
                    <a:moveTo>
                      <a:pt x="33" y="0"/>
                    </a:moveTo>
                    <a:cubicBezTo>
                      <a:pt x="17" y="0"/>
                      <a:pt x="1" y="14"/>
                      <a:pt x="1" y="30"/>
                    </a:cubicBezTo>
                    <a:lnTo>
                      <a:pt x="1" y="794"/>
                    </a:lnTo>
                    <a:cubicBezTo>
                      <a:pt x="1" y="813"/>
                      <a:pt x="17" y="826"/>
                      <a:pt x="33" y="826"/>
                    </a:cubicBezTo>
                    <a:cubicBezTo>
                      <a:pt x="50" y="826"/>
                      <a:pt x="63" y="813"/>
                      <a:pt x="63" y="794"/>
                    </a:cubicBezTo>
                    <a:lnTo>
                      <a:pt x="63" y="30"/>
                    </a:lnTo>
                    <a:cubicBezTo>
                      <a:pt x="63" y="14"/>
                      <a:pt x="5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73"/>
              <p:cNvSpPr/>
              <p:nvPr/>
            </p:nvSpPr>
            <p:spPr>
              <a:xfrm>
                <a:off x="985000" y="3951425"/>
                <a:ext cx="18950" cy="262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05" extrusionOk="0">
                    <a:moveTo>
                      <a:pt x="1" y="1"/>
                    </a:moveTo>
                    <a:lnTo>
                      <a:pt x="758" y="1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73"/>
              <p:cNvSpPr/>
              <p:nvPr/>
            </p:nvSpPr>
            <p:spPr>
              <a:xfrm>
                <a:off x="983850" y="3950675"/>
                <a:ext cx="211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844" h="165" extrusionOk="0">
                    <a:moveTo>
                      <a:pt x="42" y="0"/>
                    </a:moveTo>
                    <a:cubicBezTo>
                      <a:pt x="6" y="0"/>
                      <a:pt x="1" y="60"/>
                      <a:pt x="40" y="63"/>
                    </a:cubicBezTo>
                    <a:lnTo>
                      <a:pt x="801" y="164"/>
                    </a:lnTo>
                    <a:lnTo>
                      <a:pt x="804" y="164"/>
                    </a:lnTo>
                    <a:cubicBezTo>
                      <a:pt x="840" y="164"/>
                      <a:pt x="843" y="112"/>
                      <a:pt x="807" y="106"/>
                    </a:cubicBezTo>
                    <a:lnTo>
                      <a:pt x="50" y="1"/>
                    </a:lnTo>
                    <a:cubicBezTo>
                      <a:pt x="47" y="1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8" name="Google Shape;4948;p73"/>
              <p:cNvSpPr/>
              <p:nvPr/>
            </p:nvSpPr>
            <p:spPr>
              <a:xfrm>
                <a:off x="951625" y="3826075"/>
                <a:ext cx="14550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413" extrusionOk="0">
                    <a:moveTo>
                      <a:pt x="1" y="1"/>
                    </a:moveTo>
                    <a:lnTo>
                      <a:pt x="582" y="412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9" name="Google Shape;4949;p73"/>
              <p:cNvSpPr/>
              <p:nvPr/>
            </p:nvSpPr>
            <p:spPr>
              <a:xfrm>
                <a:off x="950500" y="3825275"/>
                <a:ext cx="1675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474" extrusionOk="0">
                    <a:moveTo>
                      <a:pt x="44" y="0"/>
                    </a:moveTo>
                    <a:cubicBezTo>
                      <a:pt x="19" y="0"/>
                      <a:pt x="0" y="40"/>
                      <a:pt x="29" y="59"/>
                    </a:cubicBezTo>
                    <a:lnTo>
                      <a:pt x="607" y="470"/>
                    </a:lnTo>
                    <a:cubicBezTo>
                      <a:pt x="614" y="474"/>
                      <a:pt x="620" y="474"/>
                      <a:pt x="627" y="474"/>
                    </a:cubicBezTo>
                    <a:cubicBezTo>
                      <a:pt x="656" y="474"/>
                      <a:pt x="669" y="438"/>
                      <a:pt x="643" y="418"/>
                    </a:cubicBezTo>
                    <a:lnTo>
                      <a:pt x="62" y="7"/>
                    </a:lnTo>
                    <a:cubicBezTo>
                      <a:pt x="56" y="2"/>
                      <a:pt x="50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73"/>
              <p:cNvSpPr/>
              <p:nvPr/>
            </p:nvSpPr>
            <p:spPr>
              <a:xfrm>
                <a:off x="949600" y="3828950"/>
                <a:ext cx="186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183" extrusionOk="0">
                    <a:moveTo>
                      <a:pt x="0" y="183"/>
                    </a:moveTo>
                    <a:lnTo>
                      <a:pt x="744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73"/>
              <p:cNvSpPr/>
              <p:nvPr/>
            </p:nvSpPr>
            <p:spPr>
              <a:xfrm>
                <a:off x="948525" y="3828200"/>
                <a:ext cx="205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243" extrusionOk="0">
                    <a:moveTo>
                      <a:pt x="787" y="0"/>
                    </a:moveTo>
                    <a:cubicBezTo>
                      <a:pt x="785" y="0"/>
                      <a:pt x="783" y="0"/>
                      <a:pt x="781" y="1"/>
                    </a:cubicBezTo>
                    <a:lnTo>
                      <a:pt x="37" y="180"/>
                    </a:lnTo>
                    <a:cubicBezTo>
                      <a:pt x="1" y="190"/>
                      <a:pt x="7" y="242"/>
                      <a:pt x="43" y="242"/>
                    </a:cubicBezTo>
                    <a:lnTo>
                      <a:pt x="50" y="242"/>
                    </a:lnTo>
                    <a:lnTo>
                      <a:pt x="794" y="63"/>
                    </a:lnTo>
                    <a:cubicBezTo>
                      <a:pt x="810" y="56"/>
                      <a:pt x="820" y="40"/>
                      <a:pt x="817" y="24"/>
                    </a:cubicBezTo>
                    <a:cubicBezTo>
                      <a:pt x="814" y="9"/>
                      <a:pt x="801" y="0"/>
                      <a:pt x="7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73"/>
              <p:cNvSpPr/>
              <p:nvPr/>
            </p:nvSpPr>
            <p:spPr>
              <a:xfrm>
                <a:off x="957925" y="3821675"/>
                <a:ext cx="19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79" h="762" extrusionOk="0">
                    <a:moveTo>
                      <a:pt x="0" y="1"/>
                    </a:moveTo>
                    <a:lnTo>
                      <a:pt x="78" y="76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73"/>
              <p:cNvSpPr/>
              <p:nvPr/>
            </p:nvSpPr>
            <p:spPr>
              <a:xfrm>
                <a:off x="957100" y="3820875"/>
                <a:ext cx="3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826" extrusionOk="0">
                    <a:moveTo>
                      <a:pt x="34" y="1"/>
                    </a:moveTo>
                    <a:cubicBezTo>
                      <a:pt x="17" y="1"/>
                      <a:pt x="0" y="13"/>
                      <a:pt x="4" y="36"/>
                    </a:cubicBezTo>
                    <a:lnTo>
                      <a:pt x="79" y="800"/>
                    </a:lnTo>
                    <a:cubicBezTo>
                      <a:pt x="82" y="813"/>
                      <a:pt x="95" y="826"/>
                      <a:pt x="111" y="826"/>
                    </a:cubicBezTo>
                    <a:lnTo>
                      <a:pt x="115" y="826"/>
                    </a:lnTo>
                    <a:cubicBezTo>
                      <a:pt x="131" y="823"/>
                      <a:pt x="144" y="810"/>
                      <a:pt x="141" y="793"/>
                    </a:cubicBezTo>
                    <a:lnTo>
                      <a:pt x="62" y="29"/>
                    </a:lnTo>
                    <a:cubicBezTo>
                      <a:pt x="62" y="10"/>
                      <a:pt x="49" y="1"/>
                      <a:pt x="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4954;p73"/>
              <p:cNvSpPr/>
              <p:nvPr/>
            </p:nvSpPr>
            <p:spPr>
              <a:xfrm>
                <a:off x="1095075" y="3685725"/>
                <a:ext cx="196600" cy="377100"/>
              </a:xfrm>
              <a:custGeom>
                <a:avLst/>
                <a:gdLst/>
                <a:ahLst/>
                <a:cxnLst/>
                <a:rect l="l" t="t" r="r" b="b"/>
                <a:pathLst>
                  <a:path w="7864" h="15084" extrusionOk="0">
                    <a:moveTo>
                      <a:pt x="6490" y="1"/>
                    </a:moveTo>
                    <a:lnTo>
                      <a:pt x="1" y="13282"/>
                    </a:lnTo>
                    <a:lnTo>
                      <a:pt x="654" y="15084"/>
                    </a:lnTo>
                    <a:lnTo>
                      <a:pt x="7864" y="331"/>
                    </a:lnTo>
                    <a:lnTo>
                      <a:pt x="6490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4955;p73"/>
              <p:cNvSpPr/>
              <p:nvPr/>
            </p:nvSpPr>
            <p:spPr>
              <a:xfrm>
                <a:off x="717775" y="3407150"/>
                <a:ext cx="357600" cy="39025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4956;p73"/>
              <p:cNvSpPr/>
              <p:nvPr/>
            </p:nvSpPr>
            <p:spPr>
              <a:xfrm>
                <a:off x="717775" y="3407150"/>
                <a:ext cx="357600" cy="39025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4957;p73"/>
              <p:cNvSpPr/>
              <p:nvPr/>
            </p:nvSpPr>
            <p:spPr>
              <a:xfrm>
                <a:off x="716950" y="3406425"/>
                <a:ext cx="359225" cy="40575"/>
              </a:xfrm>
              <a:custGeom>
                <a:avLst/>
                <a:gdLst/>
                <a:ahLst/>
                <a:cxnLst/>
                <a:rect l="l" t="t" r="r" b="b"/>
                <a:pathLst>
                  <a:path w="14369" h="1623" extrusionOk="0">
                    <a:moveTo>
                      <a:pt x="14310" y="62"/>
                    </a:moveTo>
                    <a:lnTo>
                      <a:pt x="14310" y="1218"/>
                    </a:lnTo>
                    <a:cubicBezTo>
                      <a:pt x="14300" y="1224"/>
                      <a:pt x="14294" y="1231"/>
                      <a:pt x="14290" y="1244"/>
                    </a:cubicBezTo>
                    <a:cubicBezTo>
                      <a:pt x="14166" y="1397"/>
                      <a:pt x="11287" y="1560"/>
                      <a:pt x="7181" y="1560"/>
                    </a:cubicBezTo>
                    <a:cubicBezTo>
                      <a:pt x="3072" y="1560"/>
                      <a:pt x="193" y="1397"/>
                      <a:pt x="69" y="1244"/>
                    </a:cubicBezTo>
                    <a:cubicBezTo>
                      <a:pt x="69" y="1237"/>
                      <a:pt x="66" y="1234"/>
                      <a:pt x="66" y="1227"/>
                    </a:cubicBezTo>
                    <a:lnTo>
                      <a:pt x="66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1247"/>
                    </a:lnTo>
                    <a:cubicBezTo>
                      <a:pt x="0" y="1253"/>
                      <a:pt x="4" y="1263"/>
                      <a:pt x="10" y="1270"/>
                    </a:cubicBezTo>
                    <a:cubicBezTo>
                      <a:pt x="40" y="1329"/>
                      <a:pt x="275" y="1430"/>
                      <a:pt x="2129" y="1521"/>
                    </a:cubicBezTo>
                    <a:cubicBezTo>
                      <a:pt x="3477" y="1586"/>
                      <a:pt x="5272" y="1622"/>
                      <a:pt x="7181" y="1622"/>
                    </a:cubicBezTo>
                    <a:cubicBezTo>
                      <a:pt x="9087" y="1622"/>
                      <a:pt x="10883" y="1586"/>
                      <a:pt x="12231" y="1521"/>
                    </a:cubicBezTo>
                    <a:cubicBezTo>
                      <a:pt x="14006" y="1433"/>
                      <a:pt x="14297" y="1335"/>
                      <a:pt x="14343" y="1276"/>
                    </a:cubicBezTo>
                    <a:cubicBezTo>
                      <a:pt x="14359" y="1276"/>
                      <a:pt x="14369" y="1263"/>
                      <a:pt x="14369" y="1247"/>
                    </a:cubicBezTo>
                    <a:lnTo>
                      <a:pt x="14369" y="29"/>
                    </a:lnTo>
                    <a:cubicBezTo>
                      <a:pt x="14369" y="13"/>
                      <a:pt x="14356" y="0"/>
                      <a:pt x="143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73"/>
              <p:cNvSpPr/>
              <p:nvPr/>
            </p:nvSpPr>
            <p:spPr>
              <a:xfrm>
                <a:off x="717850" y="3398750"/>
                <a:ext cx="357175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7145" y="0"/>
                    </a:moveTo>
                    <a:cubicBezTo>
                      <a:pt x="3199" y="0"/>
                      <a:pt x="0" y="154"/>
                      <a:pt x="0" y="343"/>
                    </a:cubicBezTo>
                    <a:cubicBezTo>
                      <a:pt x="0" y="532"/>
                      <a:pt x="3199" y="689"/>
                      <a:pt x="7145" y="689"/>
                    </a:cubicBezTo>
                    <a:cubicBezTo>
                      <a:pt x="11088" y="689"/>
                      <a:pt x="14287" y="532"/>
                      <a:pt x="14287" y="343"/>
                    </a:cubicBezTo>
                    <a:cubicBezTo>
                      <a:pt x="14287" y="154"/>
                      <a:pt x="11088" y="0"/>
                      <a:pt x="71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73"/>
              <p:cNvSpPr/>
              <p:nvPr/>
            </p:nvSpPr>
            <p:spPr>
              <a:xfrm>
                <a:off x="717850" y="3398750"/>
                <a:ext cx="357175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14287" y="343"/>
                    </a:moveTo>
                    <a:cubicBezTo>
                      <a:pt x="14287" y="532"/>
                      <a:pt x="11088" y="689"/>
                      <a:pt x="7145" y="689"/>
                    </a:cubicBezTo>
                    <a:cubicBezTo>
                      <a:pt x="3199" y="689"/>
                      <a:pt x="0" y="532"/>
                      <a:pt x="0" y="343"/>
                    </a:cubicBezTo>
                    <a:cubicBezTo>
                      <a:pt x="0" y="154"/>
                      <a:pt x="3199" y="0"/>
                      <a:pt x="7145" y="0"/>
                    </a:cubicBezTo>
                    <a:cubicBezTo>
                      <a:pt x="11088" y="0"/>
                      <a:pt x="14287" y="154"/>
                      <a:pt x="14287" y="343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73"/>
              <p:cNvSpPr/>
              <p:nvPr/>
            </p:nvSpPr>
            <p:spPr>
              <a:xfrm>
                <a:off x="717100" y="3397925"/>
                <a:ext cx="358675" cy="18800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752" extrusionOk="0">
                    <a:moveTo>
                      <a:pt x="7175" y="63"/>
                    </a:moveTo>
                    <a:cubicBezTo>
                      <a:pt x="11242" y="63"/>
                      <a:pt x="14108" y="223"/>
                      <a:pt x="14281" y="376"/>
                    </a:cubicBezTo>
                    <a:cubicBezTo>
                      <a:pt x="14108" y="529"/>
                      <a:pt x="11245" y="689"/>
                      <a:pt x="7175" y="689"/>
                    </a:cubicBezTo>
                    <a:cubicBezTo>
                      <a:pt x="3105" y="689"/>
                      <a:pt x="239" y="529"/>
                      <a:pt x="66" y="376"/>
                    </a:cubicBezTo>
                    <a:cubicBezTo>
                      <a:pt x="242" y="223"/>
                      <a:pt x="3105" y="63"/>
                      <a:pt x="7175" y="63"/>
                    </a:cubicBezTo>
                    <a:close/>
                    <a:moveTo>
                      <a:pt x="7175" y="1"/>
                    </a:moveTo>
                    <a:cubicBezTo>
                      <a:pt x="5263" y="1"/>
                      <a:pt x="3471" y="37"/>
                      <a:pt x="2123" y="102"/>
                    </a:cubicBezTo>
                    <a:cubicBezTo>
                      <a:pt x="1" y="203"/>
                      <a:pt x="1" y="324"/>
                      <a:pt x="1" y="376"/>
                    </a:cubicBezTo>
                    <a:cubicBezTo>
                      <a:pt x="1" y="428"/>
                      <a:pt x="1" y="549"/>
                      <a:pt x="2123" y="650"/>
                    </a:cubicBezTo>
                    <a:cubicBezTo>
                      <a:pt x="3471" y="715"/>
                      <a:pt x="5266" y="751"/>
                      <a:pt x="7175" y="751"/>
                    </a:cubicBezTo>
                    <a:cubicBezTo>
                      <a:pt x="9081" y="751"/>
                      <a:pt x="10877" y="715"/>
                      <a:pt x="12225" y="650"/>
                    </a:cubicBezTo>
                    <a:cubicBezTo>
                      <a:pt x="14346" y="549"/>
                      <a:pt x="14346" y="428"/>
                      <a:pt x="14346" y="376"/>
                    </a:cubicBezTo>
                    <a:cubicBezTo>
                      <a:pt x="14346" y="324"/>
                      <a:pt x="14346" y="203"/>
                      <a:pt x="12225" y="102"/>
                    </a:cubicBezTo>
                    <a:cubicBezTo>
                      <a:pt x="10877" y="37"/>
                      <a:pt x="9085" y="1"/>
                      <a:pt x="7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73"/>
              <p:cNvSpPr/>
              <p:nvPr/>
            </p:nvSpPr>
            <p:spPr>
              <a:xfrm>
                <a:off x="613975" y="2693900"/>
                <a:ext cx="284475" cy="716625"/>
              </a:xfrm>
              <a:custGeom>
                <a:avLst/>
                <a:gdLst/>
                <a:ahLst/>
                <a:cxnLst/>
                <a:rect l="l" t="t" r="r" b="b"/>
                <a:pathLst>
                  <a:path w="11379" h="28665" extrusionOk="0">
                    <a:moveTo>
                      <a:pt x="10655" y="0"/>
                    </a:moveTo>
                    <a:cubicBezTo>
                      <a:pt x="10647" y="0"/>
                      <a:pt x="10638" y="4"/>
                      <a:pt x="10631" y="13"/>
                    </a:cubicBezTo>
                    <a:lnTo>
                      <a:pt x="10" y="14355"/>
                    </a:lnTo>
                    <a:cubicBezTo>
                      <a:pt x="0" y="14365"/>
                      <a:pt x="0" y="14381"/>
                      <a:pt x="10" y="14394"/>
                    </a:cubicBezTo>
                    <a:lnTo>
                      <a:pt x="11313" y="28655"/>
                    </a:lnTo>
                    <a:cubicBezTo>
                      <a:pt x="11320" y="28661"/>
                      <a:pt x="11330" y="28664"/>
                      <a:pt x="11339" y="28664"/>
                    </a:cubicBezTo>
                    <a:cubicBezTo>
                      <a:pt x="11366" y="28664"/>
                      <a:pt x="11379" y="28635"/>
                      <a:pt x="11366" y="28615"/>
                    </a:cubicBezTo>
                    <a:lnTo>
                      <a:pt x="75" y="14371"/>
                    </a:lnTo>
                    <a:lnTo>
                      <a:pt x="10683" y="52"/>
                    </a:lnTo>
                    <a:cubicBezTo>
                      <a:pt x="10700" y="28"/>
                      <a:pt x="10678" y="0"/>
                      <a:pt x="10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4962;p73"/>
              <p:cNvSpPr/>
              <p:nvPr/>
            </p:nvSpPr>
            <p:spPr>
              <a:xfrm>
                <a:off x="878200" y="2682700"/>
                <a:ext cx="241300" cy="236750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551" y="0"/>
                    </a:moveTo>
                    <a:cubicBezTo>
                      <a:pt x="1551" y="0"/>
                      <a:pt x="206" y="82"/>
                      <a:pt x="0" y="1482"/>
                    </a:cubicBezTo>
                    <a:lnTo>
                      <a:pt x="1675" y="9469"/>
                    </a:lnTo>
                    <a:lnTo>
                      <a:pt x="9652" y="3043"/>
                    </a:lnTo>
                    <a:lnTo>
                      <a:pt x="15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4963;p73"/>
              <p:cNvSpPr/>
              <p:nvPr/>
            </p:nvSpPr>
            <p:spPr>
              <a:xfrm>
                <a:off x="878200" y="2682700"/>
                <a:ext cx="241300" cy="236750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675" y="9469"/>
                    </a:moveTo>
                    <a:lnTo>
                      <a:pt x="0" y="1482"/>
                    </a:lnTo>
                    <a:lnTo>
                      <a:pt x="0" y="1482"/>
                    </a:lnTo>
                    <a:cubicBezTo>
                      <a:pt x="206" y="82"/>
                      <a:pt x="1551" y="0"/>
                      <a:pt x="1551" y="0"/>
                    </a:cubicBezTo>
                    <a:lnTo>
                      <a:pt x="1551" y="0"/>
                    </a:lnTo>
                    <a:lnTo>
                      <a:pt x="9652" y="3043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73"/>
              <p:cNvSpPr/>
              <p:nvPr/>
            </p:nvSpPr>
            <p:spPr>
              <a:xfrm>
                <a:off x="877450" y="2681875"/>
                <a:ext cx="242800" cy="238400"/>
              </a:xfrm>
              <a:custGeom>
                <a:avLst/>
                <a:gdLst/>
                <a:ahLst/>
                <a:cxnLst/>
                <a:rect l="l" t="t" r="r" b="b"/>
                <a:pathLst>
                  <a:path w="9712" h="9536" extrusionOk="0">
                    <a:moveTo>
                      <a:pt x="1574" y="63"/>
                    </a:moveTo>
                    <a:lnTo>
                      <a:pt x="9620" y="3082"/>
                    </a:lnTo>
                    <a:lnTo>
                      <a:pt x="1724" y="9447"/>
                    </a:lnTo>
                    <a:lnTo>
                      <a:pt x="63" y="1515"/>
                    </a:lnTo>
                    <a:cubicBezTo>
                      <a:pt x="259" y="210"/>
                      <a:pt x="1479" y="73"/>
                      <a:pt x="1574" y="63"/>
                    </a:cubicBezTo>
                    <a:close/>
                    <a:moveTo>
                      <a:pt x="1577" y="1"/>
                    </a:moveTo>
                    <a:cubicBezTo>
                      <a:pt x="1564" y="1"/>
                      <a:pt x="210" y="102"/>
                      <a:pt x="1" y="1512"/>
                    </a:cubicBezTo>
                    <a:cubicBezTo>
                      <a:pt x="1" y="1515"/>
                      <a:pt x="1" y="1519"/>
                      <a:pt x="1" y="1522"/>
                    </a:cubicBezTo>
                    <a:lnTo>
                      <a:pt x="1675" y="9509"/>
                    </a:lnTo>
                    <a:cubicBezTo>
                      <a:pt x="1678" y="9519"/>
                      <a:pt x="1685" y="9529"/>
                      <a:pt x="1695" y="9532"/>
                    </a:cubicBezTo>
                    <a:cubicBezTo>
                      <a:pt x="1698" y="9532"/>
                      <a:pt x="1701" y="9532"/>
                      <a:pt x="1705" y="9535"/>
                    </a:cubicBezTo>
                    <a:cubicBezTo>
                      <a:pt x="1711" y="9532"/>
                      <a:pt x="1718" y="9532"/>
                      <a:pt x="1724" y="9525"/>
                    </a:cubicBezTo>
                    <a:lnTo>
                      <a:pt x="9701" y="3098"/>
                    </a:lnTo>
                    <a:cubicBezTo>
                      <a:pt x="9708" y="3092"/>
                      <a:pt x="9711" y="3082"/>
                      <a:pt x="9711" y="3069"/>
                    </a:cubicBezTo>
                    <a:cubicBezTo>
                      <a:pt x="9708" y="3059"/>
                      <a:pt x="9701" y="3049"/>
                      <a:pt x="9692" y="3046"/>
                    </a:cubicBezTo>
                    <a:lnTo>
                      <a:pt x="15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4965;p73"/>
              <p:cNvSpPr/>
              <p:nvPr/>
            </p:nvSpPr>
            <p:spPr>
              <a:xfrm>
                <a:off x="906825" y="2754925"/>
                <a:ext cx="233075" cy="175725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4966;p73"/>
              <p:cNvSpPr/>
              <p:nvPr/>
            </p:nvSpPr>
            <p:spPr>
              <a:xfrm>
                <a:off x="907800" y="2754050"/>
                <a:ext cx="225250" cy="177300"/>
              </a:xfrm>
              <a:custGeom>
                <a:avLst/>
                <a:gdLst/>
                <a:ahLst/>
                <a:cxnLst/>
                <a:rect l="l" t="t" r="r" b="b"/>
                <a:pathLst>
                  <a:path w="9010" h="7092" extrusionOk="0">
                    <a:moveTo>
                      <a:pt x="7946" y="61"/>
                    </a:moveTo>
                    <a:cubicBezTo>
                      <a:pt x="8275" y="61"/>
                      <a:pt x="8520" y="149"/>
                      <a:pt x="8660" y="329"/>
                    </a:cubicBezTo>
                    <a:cubicBezTo>
                      <a:pt x="8944" y="681"/>
                      <a:pt x="8794" y="1351"/>
                      <a:pt x="8243" y="2209"/>
                    </a:cubicBezTo>
                    <a:cubicBezTo>
                      <a:pt x="7684" y="3074"/>
                      <a:pt x="6780" y="4027"/>
                      <a:pt x="5697" y="4889"/>
                    </a:cubicBezTo>
                    <a:cubicBezTo>
                      <a:pt x="4616" y="5754"/>
                      <a:pt x="3484" y="6420"/>
                      <a:pt x="2514" y="6772"/>
                    </a:cubicBezTo>
                    <a:cubicBezTo>
                      <a:pt x="2039" y="6945"/>
                      <a:pt x="1632" y="7032"/>
                      <a:pt x="1307" y="7032"/>
                    </a:cubicBezTo>
                    <a:cubicBezTo>
                      <a:pt x="976" y="7032"/>
                      <a:pt x="732" y="6942"/>
                      <a:pt x="588" y="6762"/>
                    </a:cubicBezTo>
                    <a:cubicBezTo>
                      <a:pt x="1" y="6021"/>
                      <a:pt x="1329" y="3975"/>
                      <a:pt x="3555" y="2202"/>
                    </a:cubicBezTo>
                    <a:cubicBezTo>
                      <a:pt x="4639" y="1341"/>
                      <a:pt x="5768" y="672"/>
                      <a:pt x="6738" y="319"/>
                    </a:cubicBezTo>
                    <a:cubicBezTo>
                      <a:pt x="7211" y="146"/>
                      <a:pt x="7619" y="61"/>
                      <a:pt x="7946" y="61"/>
                    </a:cubicBezTo>
                    <a:close/>
                    <a:moveTo>
                      <a:pt x="7942" y="1"/>
                    </a:moveTo>
                    <a:cubicBezTo>
                      <a:pt x="7609" y="1"/>
                      <a:pt x="7195" y="87"/>
                      <a:pt x="6715" y="260"/>
                    </a:cubicBezTo>
                    <a:cubicBezTo>
                      <a:pt x="5739" y="616"/>
                      <a:pt x="4603" y="1289"/>
                      <a:pt x="3516" y="2153"/>
                    </a:cubicBezTo>
                    <a:cubicBezTo>
                      <a:pt x="2429" y="3022"/>
                      <a:pt x="1522" y="3978"/>
                      <a:pt x="961" y="4850"/>
                    </a:cubicBezTo>
                    <a:cubicBezTo>
                      <a:pt x="393" y="5731"/>
                      <a:pt x="242" y="6426"/>
                      <a:pt x="543" y="6801"/>
                    </a:cubicBezTo>
                    <a:cubicBezTo>
                      <a:pt x="699" y="6994"/>
                      <a:pt x="961" y="7092"/>
                      <a:pt x="1310" y="7092"/>
                    </a:cubicBezTo>
                    <a:cubicBezTo>
                      <a:pt x="1643" y="7092"/>
                      <a:pt x="2061" y="7004"/>
                      <a:pt x="2537" y="6831"/>
                    </a:cubicBezTo>
                    <a:cubicBezTo>
                      <a:pt x="3513" y="6475"/>
                      <a:pt x="4649" y="5803"/>
                      <a:pt x="5736" y="4938"/>
                    </a:cubicBezTo>
                    <a:cubicBezTo>
                      <a:pt x="6826" y="4069"/>
                      <a:pt x="7730" y="3113"/>
                      <a:pt x="8295" y="2242"/>
                    </a:cubicBezTo>
                    <a:cubicBezTo>
                      <a:pt x="8863" y="1360"/>
                      <a:pt x="9010" y="665"/>
                      <a:pt x="8709" y="290"/>
                    </a:cubicBezTo>
                    <a:cubicBezTo>
                      <a:pt x="8555" y="97"/>
                      <a:pt x="8294" y="1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4967;p73"/>
              <p:cNvSpPr/>
              <p:nvPr/>
            </p:nvSpPr>
            <p:spPr>
              <a:xfrm>
                <a:off x="906825" y="2754925"/>
                <a:ext cx="233075" cy="175725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4968;p73"/>
              <p:cNvSpPr/>
              <p:nvPr/>
            </p:nvSpPr>
            <p:spPr>
              <a:xfrm>
                <a:off x="966800" y="2788125"/>
                <a:ext cx="90850" cy="79500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180" extrusionOk="0">
                    <a:moveTo>
                      <a:pt x="2371" y="1"/>
                    </a:moveTo>
                    <a:cubicBezTo>
                      <a:pt x="2002" y="252"/>
                      <a:pt x="1623" y="526"/>
                      <a:pt x="1244" y="830"/>
                    </a:cubicBezTo>
                    <a:cubicBezTo>
                      <a:pt x="794" y="1189"/>
                      <a:pt x="376" y="1554"/>
                      <a:pt x="1" y="1917"/>
                    </a:cubicBezTo>
                    <a:cubicBezTo>
                      <a:pt x="203" y="2706"/>
                      <a:pt x="904" y="3180"/>
                      <a:pt x="1631" y="3180"/>
                    </a:cubicBezTo>
                    <a:cubicBezTo>
                      <a:pt x="1994" y="3180"/>
                      <a:pt x="2364" y="3061"/>
                      <a:pt x="2681" y="2804"/>
                    </a:cubicBezTo>
                    <a:cubicBezTo>
                      <a:pt x="3634" y="2037"/>
                      <a:pt x="3467" y="542"/>
                      <a:pt x="23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73"/>
              <p:cNvSpPr/>
              <p:nvPr/>
            </p:nvSpPr>
            <p:spPr>
              <a:xfrm>
                <a:off x="966800" y="2788125"/>
                <a:ext cx="908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575" extrusionOk="0">
                    <a:moveTo>
                      <a:pt x="2371" y="1"/>
                    </a:moveTo>
                    <a:cubicBezTo>
                      <a:pt x="2002" y="252"/>
                      <a:pt x="1623" y="526"/>
                      <a:pt x="1244" y="830"/>
                    </a:cubicBezTo>
                    <a:cubicBezTo>
                      <a:pt x="794" y="1189"/>
                      <a:pt x="376" y="1554"/>
                      <a:pt x="1" y="1917"/>
                    </a:cubicBezTo>
                    <a:cubicBezTo>
                      <a:pt x="304" y="3101"/>
                      <a:pt x="1731" y="3575"/>
                      <a:pt x="2681" y="2804"/>
                    </a:cubicBezTo>
                    <a:cubicBezTo>
                      <a:pt x="3634" y="2037"/>
                      <a:pt x="3467" y="542"/>
                      <a:pt x="237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A65A">
                      <a:alpha val="60392"/>
                    </a:srgbClr>
                  </a:gs>
                  <a:gs pos="100000">
                    <a:srgbClr val="D88794">
                      <a:alpha val="6117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0" name="Google Shape;4970;p73"/>
              <p:cNvSpPr/>
              <p:nvPr/>
            </p:nvSpPr>
            <p:spPr>
              <a:xfrm>
                <a:off x="966000" y="2787350"/>
                <a:ext cx="90525" cy="8117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3247" extrusionOk="0">
                    <a:moveTo>
                      <a:pt x="2403" y="67"/>
                    </a:moveTo>
                    <a:cubicBezTo>
                      <a:pt x="3467" y="606"/>
                      <a:pt x="3620" y="2065"/>
                      <a:pt x="2693" y="2816"/>
                    </a:cubicBezTo>
                    <a:cubicBezTo>
                      <a:pt x="2383" y="3067"/>
                      <a:pt x="2021" y="3183"/>
                      <a:pt x="1664" y="3183"/>
                    </a:cubicBezTo>
                    <a:cubicBezTo>
                      <a:pt x="955" y="3183"/>
                      <a:pt x="270" y="2724"/>
                      <a:pt x="65" y="1957"/>
                    </a:cubicBezTo>
                    <a:lnTo>
                      <a:pt x="69" y="1957"/>
                    </a:lnTo>
                    <a:cubicBezTo>
                      <a:pt x="454" y="1589"/>
                      <a:pt x="865" y="1226"/>
                      <a:pt x="1293" y="883"/>
                    </a:cubicBezTo>
                    <a:cubicBezTo>
                      <a:pt x="1649" y="600"/>
                      <a:pt x="2024" y="325"/>
                      <a:pt x="2403" y="67"/>
                    </a:cubicBezTo>
                    <a:close/>
                    <a:moveTo>
                      <a:pt x="2401" y="1"/>
                    </a:moveTo>
                    <a:cubicBezTo>
                      <a:pt x="2396" y="1"/>
                      <a:pt x="2391" y="2"/>
                      <a:pt x="2386" y="5"/>
                    </a:cubicBezTo>
                    <a:cubicBezTo>
                      <a:pt x="1998" y="267"/>
                      <a:pt x="1619" y="547"/>
                      <a:pt x="1257" y="835"/>
                    </a:cubicBezTo>
                    <a:cubicBezTo>
                      <a:pt x="819" y="1184"/>
                      <a:pt x="402" y="1549"/>
                      <a:pt x="13" y="1925"/>
                    </a:cubicBezTo>
                    <a:cubicBezTo>
                      <a:pt x="3" y="1935"/>
                      <a:pt x="0" y="1944"/>
                      <a:pt x="3" y="1954"/>
                    </a:cubicBezTo>
                    <a:cubicBezTo>
                      <a:pt x="154" y="2538"/>
                      <a:pt x="598" y="3002"/>
                      <a:pt x="1175" y="3172"/>
                    </a:cubicBezTo>
                    <a:cubicBezTo>
                      <a:pt x="1332" y="3221"/>
                      <a:pt x="1495" y="3243"/>
                      <a:pt x="1658" y="3243"/>
                    </a:cubicBezTo>
                    <a:lnTo>
                      <a:pt x="1658" y="3247"/>
                    </a:lnTo>
                    <a:cubicBezTo>
                      <a:pt x="2451" y="3247"/>
                      <a:pt x="3140" y="2698"/>
                      <a:pt x="3323" y="1928"/>
                    </a:cubicBezTo>
                    <a:cubicBezTo>
                      <a:pt x="3503" y="1154"/>
                      <a:pt x="3127" y="358"/>
                      <a:pt x="2416" y="5"/>
                    </a:cubicBezTo>
                    <a:cubicBezTo>
                      <a:pt x="2411" y="2"/>
                      <a:pt x="2406" y="1"/>
                      <a:pt x="24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1" name="Google Shape;4971;p73"/>
              <p:cNvSpPr/>
              <p:nvPr/>
            </p:nvSpPr>
            <p:spPr>
              <a:xfrm>
                <a:off x="795125" y="3441825"/>
                <a:ext cx="7921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31685" h="468" extrusionOk="0">
                    <a:moveTo>
                      <a:pt x="0" y="1"/>
                    </a:moveTo>
                    <a:lnTo>
                      <a:pt x="1208" y="467"/>
                    </a:lnTo>
                    <a:lnTo>
                      <a:pt x="31684" y="467"/>
                    </a:lnTo>
                    <a:lnTo>
                      <a:pt x="297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73"/>
              <p:cNvSpPr/>
              <p:nvPr/>
            </p:nvSpPr>
            <p:spPr>
              <a:xfrm>
                <a:off x="841550" y="3429100"/>
                <a:ext cx="1527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11" extrusionOk="0">
                    <a:moveTo>
                      <a:pt x="1" y="1"/>
                    </a:moveTo>
                    <a:lnTo>
                      <a:pt x="1" y="611"/>
                    </a:lnTo>
                    <a:lnTo>
                      <a:pt x="611" y="611"/>
                    </a:lnTo>
                    <a:lnTo>
                      <a:pt x="6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4973;p73"/>
              <p:cNvSpPr/>
              <p:nvPr/>
            </p:nvSpPr>
            <p:spPr>
              <a:xfrm>
                <a:off x="840825" y="3428450"/>
                <a:ext cx="16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67" extrusionOk="0">
                    <a:moveTo>
                      <a:pt x="607" y="59"/>
                    </a:moveTo>
                    <a:lnTo>
                      <a:pt x="607" y="604"/>
                    </a:lnTo>
                    <a:lnTo>
                      <a:pt x="62" y="604"/>
                    </a:lnTo>
                    <a:lnTo>
                      <a:pt x="62" y="59"/>
                    </a:lnTo>
                    <a:close/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lnTo>
                      <a:pt x="0" y="637"/>
                    </a:lnTo>
                    <a:cubicBezTo>
                      <a:pt x="0" y="653"/>
                      <a:pt x="13" y="666"/>
                      <a:pt x="30" y="666"/>
                    </a:cubicBezTo>
                    <a:lnTo>
                      <a:pt x="640" y="666"/>
                    </a:lnTo>
                    <a:cubicBezTo>
                      <a:pt x="656" y="666"/>
                      <a:pt x="669" y="653"/>
                      <a:pt x="669" y="637"/>
                    </a:cubicBezTo>
                    <a:lnTo>
                      <a:pt x="669" y="30"/>
                    </a:lnTo>
                    <a:cubicBezTo>
                      <a:pt x="669" y="13"/>
                      <a:pt x="656" y="0"/>
                      <a:pt x="6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4" name="Google Shape;4974;p73"/>
              <p:cNvSpPr/>
              <p:nvPr/>
            </p:nvSpPr>
            <p:spPr>
              <a:xfrm>
                <a:off x="833950" y="3426500"/>
                <a:ext cx="7625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715" extrusionOk="0">
                    <a:moveTo>
                      <a:pt x="1" y="0"/>
                    </a:moveTo>
                    <a:lnTo>
                      <a:pt x="1" y="607"/>
                    </a:lnTo>
                    <a:lnTo>
                      <a:pt x="305" y="715"/>
                    </a:lnTo>
                    <a:lnTo>
                      <a:pt x="305" y="10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4975;p73"/>
              <p:cNvSpPr/>
              <p:nvPr/>
            </p:nvSpPr>
            <p:spPr>
              <a:xfrm>
                <a:off x="833225" y="3425700"/>
                <a:ext cx="91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77" extrusionOk="0">
                    <a:moveTo>
                      <a:pt x="63" y="74"/>
                    </a:moveTo>
                    <a:lnTo>
                      <a:pt x="307" y="159"/>
                    </a:lnTo>
                    <a:lnTo>
                      <a:pt x="307" y="704"/>
                    </a:lnTo>
                    <a:lnTo>
                      <a:pt x="63" y="620"/>
                    </a:lnTo>
                    <a:lnTo>
                      <a:pt x="63" y="74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1" y="13"/>
                      <a:pt x="1" y="32"/>
                    </a:cubicBezTo>
                    <a:lnTo>
                      <a:pt x="1" y="639"/>
                    </a:lnTo>
                    <a:cubicBezTo>
                      <a:pt x="1" y="652"/>
                      <a:pt x="7" y="665"/>
                      <a:pt x="20" y="669"/>
                    </a:cubicBezTo>
                    <a:lnTo>
                      <a:pt x="324" y="776"/>
                    </a:lnTo>
                    <a:lnTo>
                      <a:pt x="334" y="776"/>
                    </a:lnTo>
                    <a:cubicBezTo>
                      <a:pt x="340" y="776"/>
                      <a:pt x="347" y="776"/>
                      <a:pt x="353" y="770"/>
                    </a:cubicBezTo>
                    <a:cubicBezTo>
                      <a:pt x="360" y="766"/>
                      <a:pt x="366" y="757"/>
                      <a:pt x="366" y="747"/>
                    </a:cubicBezTo>
                    <a:lnTo>
                      <a:pt x="366" y="137"/>
                    </a:lnTo>
                    <a:cubicBezTo>
                      <a:pt x="366" y="123"/>
                      <a:pt x="356" y="114"/>
                      <a:pt x="347" y="110"/>
                    </a:cubicBezTo>
                    <a:lnTo>
                      <a:pt x="40" y="3"/>
                    </a:lnTo>
                    <a:cubicBezTo>
                      <a:pt x="36" y="2"/>
                      <a:pt x="33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6" name="Google Shape;4976;p73"/>
              <p:cNvSpPr/>
              <p:nvPr/>
            </p:nvSpPr>
            <p:spPr>
              <a:xfrm>
                <a:off x="841550" y="3429100"/>
                <a:ext cx="1527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11" extrusionOk="0">
                    <a:moveTo>
                      <a:pt x="1" y="1"/>
                    </a:moveTo>
                    <a:lnTo>
                      <a:pt x="1" y="611"/>
                    </a:lnTo>
                    <a:lnTo>
                      <a:pt x="611" y="611"/>
                    </a:lnTo>
                    <a:lnTo>
                      <a:pt x="6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7" name="Google Shape;4977;p73"/>
              <p:cNvSpPr/>
              <p:nvPr/>
            </p:nvSpPr>
            <p:spPr>
              <a:xfrm>
                <a:off x="833950" y="3426500"/>
                <a:ext cx="7625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715" extrusionOk="0">
                    <a:moveTo>
                      <a:pt x="1" y="0"/>
                    </a:moveTo>
                    <a:lnTo>
                      <a:pt x="1" y="607"/>
                    </a:lnTo>
                    <a:lnTo>
                      <a:pt x="305" y="715"/>
                    </a:lnTo>
                    <a:lnTo>
                      <a:pt x="305" y="10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73"/>
              <p:cNvSpPr/>
              <p:nvPr/>
            </p:nvSpPr>
            <p:spPr>
              <a:xfrm>
                <a:off x="866125" y="3328000"/>
                <a:ext cx="720700" cy="109525"/>
              </a:xfrm>
              <a:custGeom>
                <a:avLst/>
                <a:gdLst/>
                <a:ahLst/>
                <a:cxnLst/>
                <a:rect l="l" t="t" r="r" b="b"/>
                <a:pathLst>
                  <a:path w="28828" h="4381" extrusionOk="0">
                    <a:moveTo>
                      <a:pt x="0" y="0"/>
                    </a:moveTo>
                    <a:lnTo>
                      <a:pt x="0" y="4381"/>
                    </a:lnTo>
                    <a:lnTo>
                      <a:pt x="28828" y="4381"/>
                    </a:lnTo>
                    <a:lnTo>
                      <a:pt x="28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4979;p73"/>
              <p:cNvSpPr/>
              <p:nvPr/>
            </p:nvSpPr>
            <p:spPr>
              <a:xfrm>
                <a:off x="865300" y="3327275"/>
                <a:ext cx="722275" cy="111000"/>
              </a:xfrm>
              <a:custGeom>
                <a:avLst/>
                <a:gdLst/>
                <a:ahLst/>
                <a:cxnLst/>
                <a:rect l="l" t="t" r="r" b="b"/>
                <a:pathLst>
                  <a:path w="28891" h="4440" extrusionOk="0">
                    <a:moveTo>
                      <a:pt x="28828" y="62"/>
                    </a:moveTo>
                    <a:lnTo>
                      <a:pt x="28828" y="4380"/>
                    </a:lnTo>
                    <a:lnTo>
                      <a:pt x="62" y="4380"/>
                    </a:lnTo>
                    <a:lnTo>
                      <a:pt x="62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4410"/>
                    </a:lnTo>
                    <a:cubicBezTo>
                      <a:pt x="0" y="4426"/>
                      <a:pt x="17" y="4439"/>
                      <a:pt x="33" y="4439"/>
                    </a:cubicBezTo>
                    <a:lnTo>
                      <a:pt x="28858" y="4439"/>
                    </a:lnTo>
                    <a:cubicBezTo>
                      <a:pt x="28877" y="4439"/>
                      <a:pt x="28890" y="4426"/>
                      <a:pt x="28890" y="4410"/>
                    </a:cubicBezTo>
                    <a:lnTo>
                      <a:pt x="28890" y="29"/>
                    </a:lnTo>
                    <a:cubicBezTo>
                      <a:pt x="28890" y="13"/>
                      <a:pt x="28877" y="0"/>
                      <a:pt x="288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4980;p73"/>
              <p:cNvSpPr/>
              <p:nvPr/>
            </p:nvSpPr>
            <p:spPr>
              <a:xfrm>
                <a:off x="866125" y="3328000"/>
                <a:ext cx="720700" cy="109525"/>
              </a:xfrm>
              <a:custGeom>
                <a:avLst/>
                <a:gdLst/>
                <a:ahLst/>
                <a:cxnLst/>
                <a:rect l="l" t="t" r="r" b="b"/>
                <a:pathLst>
                  <a:path w="28828" h="4381" extrusionOk="0">
                    <a:moveTo>
                      <a:pt x="0" y="0"/>
                    </a:moveTo>
                    <a:lnTo>
                      <a:pt x="28828" y="0"/>
                    </a:lnTo>
                    <a:lnTo>
                      <a:pt x="28828" y="4381"/>
                    </a:lnTo>
                    <a:lnTo>
                      <a:pt x="0" y="4381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4981;p73"/>
              <p:cNvSpPr/>
              <p:nvPr/>
            </p:nvSpPr>
            <p:spPr>
              <a:xfrm>
                <a:off x="865300" y="3327275"/>
                <a:ext cx="722275" cy="111000"/>
              </a:xfrm>
              <a:custGeom>
                <a:avLst/>
                <a:gdLst/>
                <a:ahLst/>
                <a:cxnLst/>
                <a:rect l="l" t="t" r="r" b="b"/>
                <a:pathLst>
                  <a:path w="28891" h="4440" extrusionOk="0">
                    <a:moveTo>
                      <a:pt x="28828" y="62"/>
                    </a:moveTo>
                    <a:lnTo>
                      <a:pt x="28828" y="4380"/>
                    </a:lnTo>
                    <a:lnTo>
                      <a:pt x="62" y="4380"/>
                    </a:lnTo>
                    <a:lnTo>
                      <a:pt x="62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4410"/>
                    </a:lnTo>
                    <a:cubicBezTo>
                      <a:pt x="0" y="4426"/>
                      <a:pt x="17" y="4439"/>
                      <a:pt x="33" y="4439"/>
                    </a:cubicBezTo>
                    <a:lnTo>
                      <a:pt x="28858" y="4439"/>
                    </a:lnTo>
                    <a:cubicBezTo>
                      <a:pt x="28877" y="4439"/>
                      <a:pt x="28890" y="4426"/>
                      <a:pt x="28890" y="4410"/>
                    </a:cubicBezTo>
                    <a:lnTo>
                      <a:pt x="28890" y="29"/>
                    </a:lnTo>
                    <a:cubicBezTo>
                      <a:pt x="28890" y="13"/>
                      <a:pt x="28877" y="0"/>
                      <a:pt x="288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4982;p73"/>
              <p:cNvSpPr/>
              <p:nvPr/>
            </p:nvSpPr>
            <p:spPr>
              <a:xfrm>
                <a:off x="836725" y="3314375"/>
                <a:ext cx="750025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30001" h="546" extrusionOk="0">
                    <a:moveTo>
                      <a:pt x="1" y="0"/>
                    </a:moveTo>
                    <a:lnTo>
                      <a:pt x="1176" y="545"/>
                    </a:lnTo>
                    <a:lnTo>
                      <a:pt x="30001" y="545"/>
                    </a:lnTo>
                    <a:lnTo>
                      <a:pt x="277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73"/>
              <p:cNvSpPr/>
              <p:nvPr/>
            </p:nvSpPr>
            <p:spPr>
              <a:xfrm>
                <a:off x="835925" y="3313550"/>
                <a:ext cx="751650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30066" h="612" extrusionOk="0">
                    <a:moveTo>
                      <a:pt x="27781" y="63"/>
                    </a:moveTo>
                    <a:lnTo>
                      <a:pt x="29778" y="549"/>
                    </a:lnTo>
                    <a:lnTo>
                      <a:pt x="1215" y="549"/>
                    </a:lnTo>
                    <a:lnTo>
                      <a:pt x="170" y="63"/>
                    </a:lnTo>
                    <a:close/>
                    <a:moveTo>
                      <a:pt x="33" y="1"/>
                    </a:moveTo>
                    <a:cubicBezTo>
                      <a:pt x="17" y="1"/>
                      <a:pt x="4" y="10"/>
                      <a:pt x="0" y="27"/>
                    </a:cubicBezTo>
                    <a:cubicBezTo>
                      <a:pt x="0" y="40"/>
                      <a:pt x="7" y="53"/>
                      <a:pt x="20" y="59"/>
                    </a:cubicBezTo>
                    <a:lnTo>
                      <a:pt x="1195" y="608"/>
                    </a:lnTo>
                    <a:cubicBezTo>
                      <a:pt x="1198" y="608"/>
                      <a:pt x="1201" y="611"/>
                      <a:pt x="1208" y="611"/>
                    </a:cubicBezTo>
                    <a:lnTo>
                      <a:pt x="30033" y="611"/>
                    </a:lnTo>
                    <a:cubicBezTo>
                      <a:pt x="30049" y="608"/>
                      <a:pt x="30062" y="598"/>
                      <a:pt x="30062" y="582"/>
                    </a:cubicBezTo>
                    <a:cubicBezTo>
                      <a:pt x="30065" y="569"/>
                      <a:pt x="30056" y="552"/>
                      <a:pt x="30039" y="549"/>
                    </a:cubicBezTo>
                    <a:lnTo>
                      <a:pt x="277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4984;p73"/>
              <p:cNvSpPr/>
              <p:nvPr/>
            </p:nvSpPr>
            <p:spPr>
              <a:xfrm>
                <a:off x="834200" y="3314375"/>
                <a:ext cx="31950" cy="123150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4926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1277" y="4926"/>
                    </a:lnTo>
                    <a:lnTo>
                      <a:pt x="1277" y="5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5" name="Google Shape;4985;p73"/>
              <p:cNvSpPr/>
              <p:nvPr/>
            </p:nvSpPr>
            <p:spPr>
              <a:xfrm>
                <a:off x="833400" y="3313650"/>
                <a:ext cx="33475" cy="124625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4985" extrusionOk="0">
                    <a:moveTo>
                      <a:pt x="62" y="75"/>
                    </a:moveTo>
                    <a:lnTo>
                      <a:pt x="1276" y="597"/>
                    </a:lnTo>
                    <a:lnTo>
                      <a:pt x="1276" y="4912"/>
                    </a:lnTo>
                    <a:lnTo>
                      <a:pt x="62" y="4508"/>
                    </a:lnTo>
                    <a:lnTo>
                      <a:pt x="62" y="75"/>
                    </a:lnTo>
                    <a:close/>
                    <a:moveTo>
                      <a:pt x="30" y="0"/>
                    </a:moveTo>
                    <a:cubicBezTo>
                      <a:pt x="15" y="0"/>
                      <a:pt x="0" y="14"/>
                      <a:pt x="0" y="29"/>
                    </a:cubicBezTo>
                    <a:lnTo>
                      <a:pt x="0" y="4530"/>
                    </a:lnTo>
                    <a:cubicBezTo>
                      <a:pt x="0" y="4543"/>
                      <a:pt x="10" y="4556"/>
                      <a:pt x="23" y="4560"/>
                    </a:cubicBezTo>
                    <a:lnTo>
                      <a:pt x="1299" y="4984"/>
                    </a:lnTo>
                    <a:lnTo>
                      <a:pt x="1309" y="4984"/>
                    </a:lnTo>
                    <a:cubicBezTo>
                      <a:pt x="1316" y="4984"/>
                      <a:pt x="1319" y="4984"/>
                      <a:pt x="1325" y="4981"/>
                    </a:cubicBezTo>
                    <a:cubicBezTo>
                      <a:pt x="1332" y="4974"/>
                      <a:pt x="1338" y="4964"/>
                      <a:pt x="1338" y="4955"/>
                    </a:cubicBezTo>
                    <a:lnTo>
                      <a:pt x="1338" y="578"/>
                    </a:lnTo>
                    <a:cubicBezTo>
                      <a:pt x="1338" y="565"/>
                      <a:pt x="1329" y="555"/>
                      <a:pt x="1319" y="548"/>
                    </a:cubicBezTo>
                    <a:lnTo>
                      <a:pt x="43" y="3"/>
                    </a:lnTo>
                    <a:cubicBezTo>
                      <a:pt x="39" y="1"/>
                      <a:pt x="34" y="0"/>
                      <a:pt x="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4986;p73"/>
              <p:cNvSpPr/>
              <p:nvPr/>
            </p:nvSpPr>
            <p:spPr>
              <a:xfrm>
                <a:off x="1467925" y="3291850"/>
                <a:ext cx="47100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1036" extrusionOk="0">
                    <a:moveTo>
                      <a:pt x="0" y="0"/>
                    </a:moveTo>
                    <a:lnTo>
                      <a:pt x="0" y="1035"/>
                    </a:lnTo>
                    <a:lnTo>
                      <a:pt x="1884" y="1035"/>
                    </a:lnTo>
                    <a:lnTo>
                      <a:pt x="1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4987;p73"/>
              <p:cNvSpPr/>
              <p:nvPr/>
            </p:nvSpPr>
            <p:spPr>
              <a:xfrm>
                <a:off x="1467925" y="3291850"/>
                <a:ext cx="47100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1036" extrusionOk="0">
                    <a:moveTo>
                      <a:pt x="0" y="0"/>
                    </a:moveTo>
                    <a:lnTo>
                      <a:pt x="1884" y="0"/>
                    </a:lnTo>
                    <a:lnTo>
                      <a:pt x="1884" y="1035"/>
                    </a:lnTo>
                    <a:lnTo>
                      <a:pt x="0" y="1035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4988;p73"/>
              <p:cNvSpPr/>
              <p:nvPr/>
            </p:nvSpPr>
            <p:spPr>
              <a:xfrm>
                <a:off x="1467100" y="3291125"/>
                <a:ext cx="4875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094" extrusionOk="0">
                    <a:moveTo>
                      <a:pt x="1887" y="59"/>
                    </a:moveTo>
                    <a:lnTo>
                      <a:pt x="1887" y="1031"/>
                    </a:lnTo>
                    <a:lnTo>
                      <a:pt x="63" y="1031"/>
                    </a:lnTo>
                    <a:lnTo>
                      <a:pt x="63" y="59"/>
                    </a:lnTo>
                    <a:close/>
                    <a:moveTo>
                      <a:pt x="33" y="0"/>
                    </a:moveTo>
                    <a:cubicBezTo>
                      <a:pt x="14" y="0"/>
                      <a:pt x="1" y="13"/>
                      <a:pt x="1" y="29"/>
                    </a:cubicBezTo>
                    <a:lnTo>
                      <a:pt x="1" y="1064"/>
                    </a:lnTo>
                    <a:cubicBezTo>
                      <a:pt x="1" y="1080"/>
                      <a:pt x="14" y="1093"/>
                      <a:pt x="33" y="1093"/>
                    </a:cubicBezTo>
                    <a:lnTo>
                      <a:pt x="1917" y="1093"/>
                    </a:lnTo>
                    <a:cubicBezTo>
                      <a:pt x="1933" y="1093"/>
                      <a:pt x="1949" y="1080"/>
                      <a:pt x="1949" y="1064"/>
                    </a:cubicBezTo>
                    <a:lnTo>
                      <a:pt x="1949" y="29"/>
                    </a:lnTo>
                    <a:cubicBezTo>
                      <a:pt x="1949" y="13"/>
                      <a:pt x="1933" y="0"/>
                      <a:pt x="1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73"/>
              <p:cNvSpPr/>
              <p:nvPr/>
            </p:nvSpPr>
            <p:spPr>
              <a:xfrm>
                <a:off x="1491250" y="3297150"/>
                <a:ext cx="47200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036" extrusionOk="0">
                    <a:moveTo>
                      <a:pt x="1" y="1"/>
                    </a:moveTo>
                    <a:lnTo>
                      <a:pt x="1" y="1035"/>
                    </a:lnTo>
                    <a:lnTo>
                      <a:pt x="1887" y="1035"/>
                    </a:lnTo>
                    <a:lnTo>
                      <a:pt x="188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4990;p73"/>
              <p:cNvSpPr/>
              <p:nvPr/>
            </p:nvSpPr>
            <p:spPr>
              <a:xfrm>
                <a:off x="1491250" y="3297150"/>
                <a:ext cx="47200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036" extrusionOk="0">
                    <a:moveTo>
                      <a:pt x="1" y="1"/>
                    </a:moveTo>
                    <a:lnTo>
                      <a:pt x="1887" y="1"/>
                    </a:lnTo>
                    <a:lnTo>
                      <a:pt x="1887" y="1035"/>
                    </a:lnTo>
                    <a:lnTo>
                      <a:pt x="1" y="1035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4991;p73"/>
              <p:cNvSpPr/>
              <p:nvPr/>
            </p:nvSpPr>
            <p:spPr>
              <a:xfrm>
                <a:off x="1490525" y="3296425"/>
                <a:ext cx="4875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094" extrusionOk="0">
                    <a:moveTo>
                      <a:pt x="1887" y="59"/>
                    </a:moveTo>
                    <a:lnTo>
                      <a:pt x="1887" y="1032"/>
                    </a:lnTo>
                    <a:lnTo>
                      <a:pt x="62" y="1032"/>
                    </a:lnTo>
                    <a:lnTo>
                      <a:pt x="62" y="59"/>
                    </a:lnTo>
                    <a:close/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lnTo>
                      <a:pt x="0" y="1064"/>
                    </a:lnTo>
                    <a:cubicBezTo>
                      <a:pt x="0" y="1081"/>
                      <a:pt x="13" y="1094"/>
                      <a:pt x="30" y="1094"/>
                    </a:cubicBezTo>
                    <a:lnTo>
                      <a:pt x="1916" y="1094"/>
                    </a:lnTo>
                    <a:cubicBezTo>
                      <a:pt x="1933" y="1094"/>
                      <a:pt x="1946" y="1081"/>
                      <a:pt x="1949" y="1064"/>
                    </a:cubicBezTo>
                    <a:lnTo>
                      <a:pt x="1949" y="30"/>
                    </a:lnTo>
                    <a:cubicBezTo>
                      <a:pt x="1946" y="13"/>
                      <a:pt x="1933" y="0"/>
                      <a:pt x="1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73"/>
              <p:cNvSpPr/>
              <p:nvPr/>
            </p:nvSpPr>
            <p:spPr>
              <a:xfrm>
                <a:off x="1148125" y="3282625"/>
                <a:ext cx="9175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12" extrusionOk="0">
                    <a:moveTo>
                      <a:pt x="1" y="1"/>
                    </a:moveTo>
                    <a:lnTo>
                      <a:pt x="1" y="1512"/>
                    </a:lnTo>
                    <a:lnTo>
                      <a:pt x="366" y="1512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3" name="Google Shape;4993;p73"/>
              <p:cNvSpPr/>
              <p:nvPr/>
            </p:nvSpPr>
            <p:spPr>
              <a:xfrm>
                <a:off x="878275" y="3294875"/>
                <a:ext cx="548875" cy="11450"/>
              </a:xfrm>
              <a:custGeom>
                <a:avLst/>
                <a:gdLst/>
                <a:ahLst/>
                <a:cxnLst/>
                <a:rect l="l" t="t" r="r" b="b"/>
                <a:pathLst>
                  <a:path w="21955" h="458" extrusionOk="0">
                    <a:moveTo>
                      <a:pt x="10977" y="0"/>
                    </a:moveTo>
                    <a:cubicBezTo>
                      <a:pt x="4916" y="0"/>
                      <a:pt x="0" y="101"/>
                      <a:pt x="0" y="229"/>
                    </a:cubicBezTo>
                    <a:cubicBezTo>
                      <a:pt x="0" y="353"/>
                      <a:pt x="4916" y="457"/>
                      <a:pt x="10977" y="457"/>
                    </a:cubicBezTo>
                    <a:cubicBezTo>
                      <a:pt x="17039" y="457"/>
                      <a:pt x="21954" y="353"/>
                      <a:pt x="21954" y="229"/>
                    </a:cubicBezTo>
                    <a:cubicBezTo>
                      <a:pt x="21954" y="101"/>
                      <a:pt x="17039" y="0"/>
                      <a:pt x="109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4" name="Google Shape;4994;p73"/>
              <p:cNvSpPr/>
              <p:nvPr/>
            </p:nvSpPr>
            <p:spPr>
              <a:xfrm>
                <a:off x="878275" y="3294875"/>
                <a:ext cx="548875" cy="11450"/>
              </a:xfrm>
              <a:custGeom>
                <a:avLst/>
                <a:gdLst/>
                <a:ahLst/>
                <a:cxnLst/>
                <a:rect l="l" t="t" r="r" b="b"/>
                <a:pathLst>
                  <a:path w="21955" h="458" extrusionOk="0">
                    <a:moveTo>
                      <a:pt x="21954" y="229"/>
                    </a:moveTo>
                    <a:cubicBezTo>
                      <a:pt x="21954" y="353"/>
                      <a:pt x="17039" y="457"/>
                      <a:pt x="10977" y="457"/>
                    </a:cubicBezTo>
                    <a:cubicBezTo>
                      <a:pt x="4916" y="457"/>
                      <a:pt x="0" y="353"/>
                      <a:pt x="0" y="229"/>
                    </a:cubicBezTo>
                    <a:cubicBezTo>
                      <a:pt x="0" y="101"/>
                      <a:pt x="4916" y="0"/>
                      <a:pt x="10977" y="0"/>
                    </a:cubicBezTo>
                    <a:cubicBezTo>
                      <a:pt x="17039" y="0"/>
                      <a:pt x="21954" y="101"/>
                      <a:pt x="21954" y="2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A65A">
                      <a:alpha val="60392"/>
                    </a:srgbClr>
                  </a:gs>
                  <a:gs pos="100000">
                    <a:srgbClr val="D88794">
                      <a:alpha val="6117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5" name="Google Shape;4995;p73"/>
              <p:cNvSpPr/>
              <p:nvPr/>
            </p:nvSpPr>
            <p:spPr>
              <a:xfrm>
                <a:off x="877525" y="3294125"/>
                <a:ext cx="55035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22014" h="517" extrusionOk="0">
                    <a:moveTo>
                      <a:pt x="11007" y="60"/>
                    </a:moveTo>
                    <a:cubicBezTo>
                      <a:pt x="17183" y="60"/>
                      <a:pt x="21299" y="161"/>
                      <a:pt x="21893" y="259"/>
                    </a:cubicBezTo>
                    <a:cubicBezTo>
                      <a:pt x="21299" y="357"/>
                      <a:pt x="17183" y="455"/>
                      <a:pt x="11007" y="455"/>
                    </a:cubicBezTo>
                    <a:cubicBezTo>
                      <a:pt x="4832" y="455"/>
                      <a:pt x="716" y="357"/>
                      <a:pt x="122" y="259"/>
                    </a:cubicBezTo>
                    <a:cubicBezTo>
                      <a:pt x="716" y="161"/>
                      <a:pt x="4832" y="60"/>
                      <a:pt x="11007" y="60"/>
                    </a:cubicBezTo>
                    <a:close/>
                    <a:moveTo>
                      <a:pt x="11007" y="1"/>
                    </a:moveTo>
                    <a:cubicBezTo>
                      <a:pt x="8076" y="1"/>
                      <a:pt x="5318" y="27"/>
                      <a:pt x="3245" y="66"/>
                    </a:cubicBezTo>
                    <a:cubicBezTo>
                      <a:pt x="2237" y="89"/>
                      <a:pt x="1444" y="112"/>
                      <a:pt x="892" y="138"/>
                    </a:cubicBezTo>
                    <a:cubicBezTo>
                      <a:pt x="1" y="184"/>
                      <a:pt x="1" y="216"/>
                      <a:pt x="1" y="259"/>
                    </a:cubicBezTo>
                    <a:cubicBezTo>
                      <a:pt x="1" y="298"/>
                      <a:pt x="1" y="334"/>
                      <a:pt x="892" y="376"/>
                    </a:cubicBezTo>
                    <a:cubicBezTo>
                      <a:pt x="1444" y="406"/>
                      <a:pt x="2237" y="428"/>
                      <a:pt x="3245" y="451"/>
                    </a:cubicBezTo>
                    <a:cubicBezTo>
                      <a:pt x="5318" y="494"/>
                      <a:pt x="8076" y="517"/>
                      <a:pt x="11007" y="517"/>
                    </a:cubicBezTo>
                    <a:cubicBezTo>
                      <a:pt x="13938" y="517"/>
                      <a:pt x="16697" y="494"/>
                      <a:pt x="18769" y="451"/>
                    </a:cubicBezTo>
                    <a:cubicBezTo>
                      <a:pt x="19778" y="428"/>
                      <a:pt x="20571" y="406"/>
                      <a:pt x="21123" y="376"/>
                    </a:cubicBezTo>
                    <a:cubicBezTo>
                      <a:pt x="22014" y="334"/>
                      <a:pt x="22014" y="298"/>
                      <a:pt x="22014" y="259"/>
                    </a:cubicBezTo>
                    <a:cubicBezTo>
                      <a:pt x="22014" y="216"/>
                      <a:pt x="22014" y="184"/>
                      <a:pt x="21123" y="138"/>
                    </a:cubicBezTo>
                    <a:cubicBezTo>
                      <a:pt x="20571" y="112"/>
                      <a:pt x="19778" y="89"/>
                      <a:pt x="18769" y="66"/>
                    </a:cubicBezTo>
                    <a:cubicBezTo>
                      <a:pt x="16697" y="24"/>
                      <a:pt x="13938" y="1"/>
                      <a:pt x="110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6" name="Google Shape;4996;p73"/>
              <p:cNvSpPr/>
              <p:nvPr/>
            </p:nvSpPr>
            <p:spPr>
              <a:xfrm>
                <a:off x="900875" y="3351325"/>
                <a:ext cx="65275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6110" h="2515" extrusionOk="0">
                    <a:moveTo>
                      <a:pt x="173" y="1"/>
                    </a:moveTo>
                    <a:cubicBezTo>
                      <a:pt x="76" y="1"/>
                      <a:pt x="0" y="79"/>
                      <a:pt x="0" y="174"/>
                    </a:cubicBezTo>
                    <a:lnTo>
                      <a:pt x="0" y="2341"/>
                    </a:lnTo>
                    <a:cubicBezTo>
                      <a:pt x="0" y="2436"/>
                      <a:pt x="76" y="2514"/>
                      <a:pt x="173" y="2514"/>
                    </a:cubicBezTo>
                    <a:lnTo>
                      <a:pt x="25937" y="2514"/>
                    </a:lnTo>
                    <a:cubicBezTo>
                      <a:pt x="26034" y="2514"/>
                      <a:pt x="26110" y="2436"/>
                      <a:pt x="26110" y="2341"/>
                    </a:cubicBezTo>
                    <a:lnTo>
                      <a:pt x="26110" y="174"/>
                    </a:lnTo>
                    <a:cubicBezTo>
                      <a:pt x="26110" y="79"/>
                      <a:pt x="26034" y="1"/>
                      <a:pt x="259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7" name="Google Shape;4997;p73"/>
              <p:cNvSpPr/>
              <p:nvPr/>
            </p:nvSpPr>
            <p:spPr>
              <a:xfrm>
                <a:off x="900150" y="3350675"/>
                <a:ext cx="654300" cy="64250"/>
              </a:xfrm>
              <a:custGeom>
                <a:avLst/>
                <a:gdLst/>
                <a:ahLst/>
                <a:cxnLst/>
                <a:rect l="l" t="t" r="r" b="b"/>
                <a:pathLst>
                  <a:path w="26172" h="2570" extrusionOk="0">
                    <a:moveTo>
                      <a:pt x="202" y="56"/>
                    </a:moveTo>
                    <a:lnTo>
                      <a:pt x="25969" y="60"/>
                    </a:lnTo>
                    <a:cubicBezTo>
                      <a:pt x="26047" y="60"/>
                      <a:pt x="26109" y="125"/>
                      <a:pt x="26112" y="203"/>
                    </a:cubicBezTo>
                    <a:lnTo>
                      <a:pt x="26112" y="2367"/>
                    </a:lnTo>
                    <a:cubicBezTo>
                      <a:pt x="26109" y="2444"/>
                      <a:pt x="26050" y="2508"/>
                      <a:pt x="25971" y="2508"/>
                    </a:cubicBezTo>
                    <a:cubicBezTo>
                      <a:pt x="25969" y="2508"/>
                      <a:pt x="25967" y="2508"/>
                      <a:pt x="25966" y="2508"/>
                    </a:cubicBezTo>
                    <a:lnTo>
                      <a:pt x="202" y="2508"/>
                    </a:lnTo>
                    <a:cubicBezTo>
                      <a:pt x="124" y="2508"/>
                      <a:pt x="59" y="2446"/>
                      <a:pt x="59" y="2367"/>
                    </a:cubicBezTo>
                    <a:lnTo>
                      <a:pt x="59" y="200"/>
                    </a:lnTo>
                    <a:cubicBezTo>
                      <a:pt x="59" y="122"/>
                      <a:pt x="124" y="56"/>
                      <a:pt x="202" y="56"/>
                    </a:cubicBezTo>
                    <a:close/>
                    <a:moveTo>
                      <a:pt x="202" y="1"/>
                    </a:moveTo>
                    <a:cubicBezTo>
                      <a:pt x="88" y="1"/>
                      <a:pt x="0" y="89"/>
                      <a:pt x="0" y="203"/>
                    </a:cubicBezTo>
                    <a:lnTo>
                      <a:pt x="0" y="2367"/>
                    </a:lnTo>
                    <a:cubicBezTo>
                      <a:pt x="0" y="2478"/>
                      <a:pt x="88" y="2570"/>
                      <a:pt x="202" y="2570"/>
                    </a:cubicBezTo>
                    <a:lnTo>
                      <a:pt x="25966" y="2570"/>
                    </a:lnTo>
                    <a:cubicBezTo>
                      <a:pt x="26080" y="2570"/>
                      <a:pt x="26171" y="2478"/>
                      <a:pt x="26171" y="2367"/>
                    </a:cubicBezTo>
                    <a:lnTo>
                      <a:pt x="26171" y="203"/>
                    </a:lnTo>
                    <a:cubicBezTo>
                      <a:pt x="26171" y="89"/>
                      <a:pt x="26080" y="1"/>
                      <a:pt x="259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8" name="Google Shape;4998;p73"/>
              <p:cNvSpPr/>
              <p:nvPr/>
            </p:nvSpPr>
            <p:spPr>
              <a:xfrm>
                <a:off x="1255750" y="3266800"/>
                <a:ext cx="26400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781" extrusionOk="0">
                    <a:moveTo>
                      <a:pt x="1055" y="0"/>
                    </a:moveTo>
                    <a:lnTo>
                      <a:pt x="1" y="30"/>
                    </a:lnTo>
                    <a:lnTo>
                      <a:pt x="1" y="780"/>
                    </a:lnTo>
                    <a:lnTo>
                      <a:pt x="1055" y="751"/>
                    </a:lnTo>
                    <a:lnTo>
                      <a:pt x="105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9" name="Google Shape;4999;p73"/>
              <p:cNvSpPr/>
              <p:nvPr/>
            </p:nvSpPr>
            <p:spPr>
              <a:xfrm>
                <a:off x="1254950" y="3266050"/>
                <a:ext cx="27925" cy="21100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844" extrusionOk="0">
                    <a:moveTo>
                      <a:pt x="1058" y="63"/>
                    </a:moveTo>
                    <a:lnTo>
                      <a:pt x="1058" y="752"/>
                    </a:lnTo>
                    <a:lnTo>
                      <a:pt x="62" y="781"/>
                    </a:lnTo>
                    <a:lnTo>
                      <a:pt x="62" y="92"/>
                    </a:lnTo>
                    <a:lnTo>
                      <a:pt x="1058" y="63"/>
                    </a:lnTo>
                    <a:close/>
                    <a:moveTo>
                      <a:pt x="1087" y="1"/>
                    </a:moveTo>
                    <a:lnTo>
                      <a:pt x="33" y="30"/>
                    </a:lnTo>
                    <a:cubicBezTo>
                      <a:pt x="16" y="30"/>
                      <a:pt x="0" y="43"/>
                      <a:pt x="3" y="60"/>
                    </a:cubicBezTo>
                    <a:lnTo>
                      <a:pt x="3" y="810"/>
                    </a:lnTo>
                    <a:cubicBezTo>
                      <a:pt x="0" y="820"/>
                      <a:pt x="7" y="827"/>
                      <a:pt x="10" y="833"/>
                    </a:cubicBezTo>
                    <a:cubicBezTo>
                      <a:pt x="16" y="840"/>
                      <a:pt x="23" y="843"/>
                      <a:pt x="33" y="843"/>
                    </a:cubicBezTo>
                    <a:lnTo>
                      <a:pt x="1087" y="810"/>
                    </a:lnTo>
                    <a:cubicBezTo>
                      <a:pt x="1103" y="810"/>
                      <a:pt x="1116" y="797"/>
                      <a:pt x="1116" y="781"/>
                    </a:cubicBezTo>
                    <a:lnTo>
                      <a:pt x="1116" y="30"/>
                    </a:lnTo>
                    <a:cubicBezTo>
                      <a:pt x="1116" y="24"/>
                      <a:pt x="1113" y="14"/>
                      <a:pt x="1107" y="8"/>
                    </a:cubicBezTo>
                    <a:cubicBezTo>
                      <a:pt x="1103" y="4"/>
                      <a:pt x="1094" y="1"/>
                      <a:pt x="10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0" name="Google Shape;5000;p73"/>
              <p:cNvSpPr/>
              <p:nvPr/>
            </p:nvSpPr>
            <p:spPr>
              <a:xfrm>
                <a:off x="1429800" y="3268175"/>
                <a:ext cx="28425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690" extrusionOk="0">
                    <a:moveTo>
                      <a:pt x="1" y="1"/>
                    </a:moveTo>
                    <a:lnTo>
                      <a:pt x="1" y="690"/>
                    </a:lnTo>
                    <a:lnTo>
                      <a:pt x="1137" y="690"/>
                    </a:lnTo>
                    <a:lnTo>
                      <a:pt x="1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1" name="Google Shape;5001;p73"/>
              <p:cNvSpPr/>
              <p:nvPr/>
            </p:nvSpPr>
            <p:spPr>
              <a:xfrm>
                <a:off x="1429800" y="3268175"/>
                <a:ext cx="28425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690" extrusionOk="0">
                    <a:moveTo>
                      <a:pt x="1" y="1"/>
                    </a:moveTo>
                    <a:lnTo>
                      <a:pt x="1137" y="1"/>
                    </a:lnTo>
                    <a:lnTo>
                      <a:pt x="1137" y="690"/>
                    </a:lnTo>
                    <a:lnTo>
                      <a:pt x="1" y="690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2" name="Google Shape;5002;p73"/>
              <p:cNvSpPr/>
              <p:nvPr/>
            </p:nvSpPr>
            <p:spPr>
              <a:xfrm>
                <a:off x="1429000" y="3267450"/>
                <a:ext cx="3005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748" extrusionOk="0">
                    <a:moveTo>
                      <a:pt x="1139" y="59"/>
                    </a:moveTo>
                    <a:lnTo>
                      <a:pt x="1139" y="689"/>
                    </a:lnTo>
                    <a:lnTo>
                      <a:pt x="62" y="689"/>
                    </a:lnTo>
                    <a:lnTo>
                      <a:pt x="62" y="59"/>
                    </a:lnTo>
                    <a:close/>
                    <a:moveTo>
                      <a:pt x="33" y="0"/>
                    </a:moveTo>
                    <a:cubicBezTo>
                      <a:pt x="13" y="0"/>
                      <a:pt x="0" y="14"/>
                      <a:pt x="0" y="30"/>
                    </a:cubicBezTo>
                    <a:lnTo>
                      <a:pt x="0" y="719"/>
                    </a:lnTo>
                    <a:cubicBezTo>
                      <a:pt x="0" y="735"/>
                      <a:pt x="13" y="748"/>
                      <a:pt x="33" y="748"/>
                    </a:cubicBezTo>
                    <a:lnTo>
                      <a:pt x="1169" y="748"/>
                    </a:lnTo>
                    <a:cubicBezTo>
                      <a:pt x="1185" y="748"/>
                      <a:pt x="1202" y="735"/>
                      <a:pt x="1198" y="719"/>
                    </a:cubicBezTo>
                    <a:lnTo>
                      <a:pt x="1198" y="30"/>
                    </a:lnTo>
                    <a:cubicBezTo>
                      <a:pt x="1198" y="14"/>
                      <a:pt x="1185" y="0"/>
                      <a:pt x="1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73"/>
              <p:cNvSpPr/>
              <p:nvPr/>
            </p:nvSpPr>
            <p:spPr>
              <a:xfrm>
                <a:off x="1434125" y="3285650"/>
                <a:ext cx="20775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342" extrusionOk="0">
                    <a:moveTo>
                      <a:pt x="1" y="0"/>
                    </a:moveTo>
                    <a:lnTo>
                      <a:pt x="1" y="1342"/>
                    </a:lnTo>
                    <a:lnTo>
                      <a:pt x="830" y="1342"/>
                    </a:ln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4" name="Google Shape;5004;p73"/>
              <p:cNvSpPr/>
              <p:nvPr/>
            </p:nvSpPr>
            <p:spPr>
              <a:xfrm>
                <a:off x="1434125" y="3285650"/>
                <a:ext cx="20775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342" extrusionOk="0">
                    <a:moveTo>
                      <a:pt x="1" y="0"/>
                    </a:moveTo>
                    <a:lnTo>
                      <a:pt x="830" y="0"/>
                    </a:lnTo>
                    <a:lnTo>
                      <a:pt x="830" y="1342"/>
                    </a:lnTo>
                    <a:lnTo>
                      <a:pt x="1" y="1342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73"/>
              <p:cNvSpPr/>
              <p:nvPr/>
            </p:nvSpPr>
            <p:spPr>
              <a:xfrm>
                <a:off x="1433400" y="3284825"/>
                <a:ext cx="223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892" h="1408" extrusionOk="0">
                    <a:moveTo>
                      <a:pt x="830" y="63"/>
                    </a:moveTo>
                    <a:lnTo>
                      <a:pt x="830" y="1345"/>
                    </a:lnTo>
                    <a:lnTo>
                      <a:pt x="59" y="1345"/>
                    </a:lnTo>
                    <a:lnTo>
                      <a:pt x="59" y="63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1" y="14"/>
                      <a:pt x="1" y="33"/>
                    </a:cubicBezTo>
                    <a:lnTo>
                      <a:pt x="1" y="1375"/>
                    </a:lnTo>
                    <a:cubicBezTo>
                      <a:pt x="1" y="1391"/>
                      <a:pt x="14" y="1404"/>
                      <a:pt x="30" y="1408"/>
                    </a:cubicBezTo>
                    <a:lnTo>
                      <a:pt x="859" y="1408"/>
                    </a:lnTo>
                    <a:cubicBezTo>
                      <a:pt x="879" y="1404"/>
                      <a:pt x="892" y="1391"/>
                      <a:pt x="892" y="1375"/>
                    </a:cubicBezTo>
                    <a:lnTo>
                      <a:pt x="892" y="33"/>
                    </a:lnTo>
                    <a:cubicBezTo>
                      <a:pt x="892" y="14"/>
                      <a:pt x="879" y="1"/>
                      <a:pt x="8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73"/>
              <p:cNvSpPr/>
              <p:nvPr/>
            </p:nvSpPr>
            <p:spPr>
              <a:xfrm>
                <a:off x="1282350" y="3270875"/>
                <a:ext cx="15712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6285" h="445" extrusionOk="0">
                    <a:moveTo>
                      <a:pt x="1" y="1"/>
                    </a:moveTo>
                    <a:lnTo>
                      <a:pt x="1" y="425"/>
                    </a:lnTo>
                    <a:lnTo>
                      <a:pt x="6284" y="444"/>
                    </a:lnTo>
                    <a:lnTo>
                      <a:pt x="6284" y="2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73"/>
              <p:cNvSpPr/>
              <p:nvPr/>
            </p:nvSpPr>
            <p:spPr>
              <a:xfrm>
                <a:off x="1281625" y="3270050"/>
                <a:ext cx="158650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6346" h="511" extrusionOk="0">
                    <a:moveTo>
                      <a:pt x="59" y="63"/>
                    </a:moveTo>
                    <a:lnTo>
                      <a:pt x="6284" y="83"/>
                    </a:lnTo>
                    <a:lnTo>
                      <a:pt x="6284" y="445"/>
                    </a:lnTo>
                    <a:lnTo>
                      <a:pt x="59" y="429"/>
                    </a:lnTo>
                    <a:lnTo>
                      <a:pt x="59" y="63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0" y="17"/>
                      <a:pt x="0" y="34"/>
                    </a:cubicBezTo>
                    <a:lnTo>
                      <a:pt x="0" y="458"/>
                    </a:lnTo>
                    <a:cubicBezTo>
                      <a:pt x="0" y="474"/>
                      <a:pt x="14" y="491"/>
                      <a:pt x="30" y="491"/>
                    </a:cubicBezTo>
                    <a:lnTo>
                      <a:pt x="6313" y="510"/>
                    </a:lnTo>
                    <a:cubicBezTo>
                      <a:pt x="6333" y="510"/>
                      <a:pt x="6346" y="494"/>
                      <a:pt x="6346" y="477"/>
                    </a:cubicBezTo>
                    <a:lnTo>
                      <a:pt x="6346" y="53"/>
                    </a:lnTo>
                    <a:cubicBezTo>
                      <a:pt x="6346" y="37"/>
                      <a:pt x="6333" y="21"/>
                      <a:pt x="6313" y="21"/>
                    </a:cubicBez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73"/>
              <p:cNvSpPr/>
              <p:nvPr/>
            </p:nvSpPr>
            <p:spPr>
              <a:xfrm>
                <a:off x="1258775" y="3286300"/>
                <a:ext cx="2875" cy="1577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631" extrusionOk="0">
                    <a:moveTo>
                      <a:pt x="1" y="0"/>
                    </a:moveTo>
                    <a:lnTo>
                      <a:pt x="1" y="630"/>
                    </a:lnTo>
                    <a:lnTo>
                      <a:pt x="115" y="63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73"/>
              <p:cNvSpPr/>
              <p:nvPr/>
            </p:nvSpPr>
            <p:spPr>
              <a:xfrm>
                <a:off x="866125" y="3437500"/>
                <a:ext cx="15200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608" extrusionOk="0">
                    <a:moveTo>
                      <a:pt x="0" y="1"/>
                    </a:moveTo>
                    <a:lnTo>
                      <a:pt x="0" y="608"/>
                    </a:lnTo>
                    <a:lnTo>
                      <a:pt x="607" y="608"/>
                    </a:lnTo>
                    <a:lnTo>
                      <a:pt x="6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73"/>
              <p:cNvSpPr/>
              <p:nvPr/>
            </p:nvSpPr>
            <p:spPr>
              <a:xfrm>
                <a:off x="865300" y="3436750"/>
                <a:ext cx="16825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71" extrusionOk="0">
                    <a:moveTo>
                      <a:pt x="611" y="60"/>
                    </a:moveTo>
                    <a:lnTo>
                      <a:pt x="611" y="608"/>
                    </a:lnTo>
                    <a:lnTo>
                      <a:pt x="62" y="608"/>
                    </a:lnTo>
                    <a:lnTo>
                      <a:pt x="62" y="60"/>
                    </a:lnTo>
                    <a:close/>
                    <a:moveTo>
                      <a:pt x="29" y="1"/>
                    </a:moveTo>
                    <a:cubicBezTo>
                      <a:pt x="14" y="1"/>
                      <a:pt x="1" y="16"/>
                      <a:pt x="4" y="31"/>
                    </a:cubicBezTo>
                    <a:lnTo>
                      <a:pt x="4" y="638"/>
                    </a:lnTo>
                    <a:cubicBezTo>
                      <a:pt x="0" y="654"/>
                      <a:pt x="17" y="670"/>
                      <a:pt x="33" y="670"/>
                    </a:cubicBezTo>
                    <a:lnTo>
                      <a:pt x="640" y="670"/>
                    </a:lnTo>
                    <a:cubicBezTo>
                      <a:pt x="656" y="670"/>
                      <a:pt x="673" y="654"/>
                      <a:pt x="673" y="638"/>
                    </a:cubicBezTo>
                    <a:lnTo>
                      <a:pt x="673" y="31"/>
                    </a:lnTo>
                    <a:cubicBezTo>
                      <a:pt x="673" y="16"/>
                      <a:pt x="659" y="1"/>
                      <a:pt x="644" y="1"/>
                    </a:cubicBezTo>
                    <a:cubicBezTo>
                      <a:pt x="643" y="1"/>
                      <a:pt x="642" y="1"/>
                      <a:pt x="640" y="1"/>
                    </a:cubicBezTo>
                    <a:lnTo>
                      <a:pt x="33" y="1"/>
                    </a:lnTo>
                    <a:cubicBezTo>
                      <a:pt x="32" y="1"/>
                      <a:pt x="30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1" name="Google Shape;5011;p73"/>
              <p:cNvSpPr/>
              <p:nvPr/>
            </p:nvSpPr>
            <p:spPr>
              <a:xfrm>
                <a:off x="858525" y="3434800"/>
                <a:ext cx="76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716" extrusionOk="0">
                    <a:moveTo>
                      <a:pt x="0" y="1"/>
                    </a:moveTo>
                    <a:lnTo>
                      <a:pt x="0" y="611"/>
                    </a:lnTo>
                    <a:lnTo>
                      <a:pt x="304" y="716"/>
                    </a:lnTo>
                    <a:lnTo>
                      <a:pt x="304" y="10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73"/>
              <p:cNvSpPr/>
              <p:nvPr/>
            </p:nvSpPr>
            <p:spPr>
              <a:xfrm>
                <a:off x="857700" y="3434125"/>
                <a:ext cx="9175" cy="194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76" extrusionOk="0">
                    <a:moveTo>
                      <a:pt x="63" y="74"/>
                    </a:moveTo>
                    <a:lnTo>
                      <a:pt x="308" y="159"/>
                    </a:lnTo>
                    <a:lnTo>
                      <a:pt x="308" y="700"/>
                    </a:lnTo>
                    <a:lnTo>
                      <a:pt x="63" y="616"/>
                    </a:lnTo>
                    <a:lnTo>
                      <a:pt x="63" y="74"/>
                    </a:lnTo>
                    <a:close/>
                    <a:moveTo>
                      <a:pt x="33" y="0"/>
                    </a:moveTo>
                    <a:cubicBezTo>
                      <a:pt x="16" y="0"/>
                      <a:pt x="1" y="12"/>
                      <a:pt x="1" y="31"/>
                    </a:cubicBezTo>
                    <a:lnTo>
                      <a:pt x="1" y="638"/>
                    </a:lnTo>
                    <a:cubicBezTo>
                      <a:pt x="1" y="651"/>
                      <a:pt x="11" y="664"/>
                      <a:pt x="24" y="668"/>
                    </a:cubicBezTo>
                    <a:lnTo>
                      <a:pt x="327" y="775"/>
                    </a:lnTo>
                    <a:lnTo>
                      <a:pt x="337" y="775"/>
                    </a:lnTo>
                    <a:cubicBezTo>
                      <a:pt x="353" y="775"/>
                      <a:pt x="366" y="762"/>
                      <a:pt x="366" y="746"/>
                    </a:cubicBezTo>
                    <a:lnTo>
                      <a:pt x="366" y="136"/>
                    </a:lnTo>
                    <a:cubicBezTo>
                      <a:pt x="366" y="123"/>
                      <a:pt x="360" y="113"/>
                      <a:pt x="347" y="110"/>
                    </a:cubicBezTo>
                    <a:lnTo>
                      <a:pt x="43" y="2"/>
                    </a:lnTo>
                    <a:cubicBezTo>
                      <a:pt x="40" y="1"/>
                      <a:pt x="36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73"/>
              <p:cNvSpPr/>
              <p:nvPr/>
            </p:nvSpPr>
            <p:spPr>
              <a:xfrm>
                <a:off x="1488000" y="3363975"/>
                <a:ext cx="4270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1402" extrusionOk="0">
                    <a:moveTo>
                      <a:pt x="855" y="1"/>
                    </a:moveTo>
                    <a:cubicBezTo>
                      <a:pt x="382" y="1"/>
                      <a:pt x="0" y="314"/>
                      <a:pt x="0" y="699"/>
                    </a:cubicBezTo>
                    <a:cubicBezTo>
                      <a:pt x="0" y="1088"/>
                      <a:pt x="382" y="1401"/>
                      <a:pt x="855" y="1401"/>
                    </a:cubicBezTo>
                    <a:cubicBezTo>
                      <a:pt x="1325" y="1401"/>
                      <a:pt x="1707" y="1088"/>
                      <a:pt x="1707" y="699"/>
                    </a:cubicBezTo>
                    <a:cubicBezTo>
                      <a:pt x="1707" y="314"/>
                      <a:pt x="1325" y="1"/>
                      <a:pt x="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4" name="Google Shape;5014;p73"/>
              <p:cNvSpPr/>
              <p:nvPr/>
            </p:nvSpPr>
            <p:spPr>
              <a:xfrm>
                <a:off x="1487250" y="3363250"/>
                <a:ext cx="44175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1460" extrusionOk="0">
                    <a:moveTo>
                      <a:pt x="885" y="59"/>
                    </a:moveTo>
                    <a:cubicBezTo>
                      <a:pt x="1339" y="59"/>
                      <a:pt x="1708" y="359"/>
                      <a:pt x="1708" y="732"/>
                    </a:cubicBezTo>
                    <a:cubicBezTo>
                      <a:pt x="1708" y="1100"/>
                      <a:pt x="1336" y="1401"/>
                      <a:pt x="885" y="1401"/>
                    </a:cubicBezTo>
                    <a:cubicBezTo>
                      <a:pt x="161" y="1401"/>
                      <a:pt x="63" y="1078"/>
                      <a:pt x="63" y="732"/>
                    </a:cubicBezTo>
                    <a:cubicBezTo>
                      <a:pt x="63" y="418"/>
                      <a:pt x="154" y="59"/>
                      <a:pt x="885" y="59"/>
                    </a:cubicBezTo>
                    <a:close/>
                    <a:moveTo>
                      <a:pt x="885" y="0"/>
                    </a:moveTo>
                    <a:cubicBezTo>
                      <a:pt x="282" y="0"/>
                      <a:pt x="1" y="232"/>
                      <a:pt x="1" y="732"/>
                    </a:cubicBezTo>
                    <a:cubicBezTo>
                      <a:pt x="1" y="1091"/>
                      <a:pt x="105" y="1459"/>
                      <a:pt x="885" y="1459"/>
                    </a:cubicBezTo>
                    <a:cubicBezTo>
                      <a:pt x="1372" y="1459"/>
                      <a:pt x="1767" y="1133"/>
                      <a:pt x="1767" y="732"/>
                    </a:cubicBezTo>
                    <a:cubicBezTo>
                      <a:pt x="1767" y="327"/>
                      <a:pt x="1372" y="0"/>
                      <a:pt x="8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5" name="Google Shape;5015;p73"/>
              <p:cNvSpPr/>
              <p:nvPr/>
            </p:nvSpPr>
            <p:spPr>
              <a:xfrm>
                <a:off x="1496900" y="3364550"/>
                <a:ext cx="3380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6" extrusionOk="0">
                    <a:moveTo>
                      <a:pt x="676" y="1"/>
                    </a:moveTo>
                    <a:cubicBezTo>
                      <a:pt x="300" y="1"/>
                      <a:pt x="0" y="304"/>
                      <a:pt x="0" y="676"/>
                    </a:cubicBezTo>
                    <a:cubicBezTo>
                      <a:pt x="0" y="1052"/>
                      <a:pt x="300" y="1355"/>
                      <a:pt x="676" y="1355"/>
                    </a:cubicBezTo>
                    <a:cubicBezTo>
                      <a:pt x="1048" y="1355"/>
                      <a:pt x="1351" y="1052"/>
                      <a:pt x="1351" y="676"/>
                    </a:cubicBezTo>
                    <a:cubicBezTo>
                      <a:pt x="1351" y="304"/>
                      <a:pt x="1048" y="1"/>
                      <a:pt x="6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6" name="Google Shape;5016;p73"/>
              <p:cNvSpPr/>
              <p:nvPr/>
            </p:nvSpPr>
            <p:spPr>
              <a:xfrm>
                <a:off x="1490125" y="3363775"/>
                <a:ext cx="41300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416" extrusionOk="0">
                    <a:moveTo>
                      <a:pt x="947" y="64"/>
                    </a:moveTo>
                    <a:cubicBezTo>
                      <a:pt x="1302" y="64"/>
                      <a:pt x="1590" y="352"/>
                      <a:pt x="1590" y="711"/>
                    </a:cubicBezTo>
                    <a:cubicBezTo>
                      <a:pt x="1590" y="1099"/>
                      <a:pt x="1272" y="1356"/>
                      <a:pt x="941" y="1356"/>
                    </a:cubicBezTo>
                    <a:cubicBezTo>
                      <a:pt x="783" y="1356"/>
                      <a:pt x="621" y="1297"/>
                      <a:pt x="490" y="1164"/>
                    </a:cubicBezTo>
                    <a:cubicBezTo>
                      <a:pt x="82" y="760"/>
                      <a:pt x="372" y="64"/>
                      <a:pt x="947" y="64"/>
                    </a:cubicBezTo>
                    <a:close/>
                    <a:moveTo>
                      <a:pt x="939" y="1"/>
                    </a:moveTo>
                    <a:cubicBezTo>
                      <a:pt x="766" y="1"/>
                      <a:pt x="590" y="65"/>
                      <a:pt x="447" y="208"/>
                    </a:cubicBezTo>
                    <a:cubicBezTo>
                      <a:pt x="0" y="655"/>
                      <a:pt x="317" y="1416"/>
                      <a:pt x="947" y="1416"/>
                    </a:cubicBezTo>
                    <a:cubicBezTo>
                      <a:pt x="1335" y="1416"/>
                      <a:pt x="1652" y="1099"/>
                      <a:pt x="1652" y="711"/>
                    </a:cubicBezTo>
                    <a:cubicBezTo>
                      <a:pt x="1652" y="284"/>
                      <a:pt x="1303" y="1"/>
                      <a:pt x="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7" name="Google Shape;5017;p73"/>
              <p:cNvSpPr/>
              <p:nvPr/>
            </p:nvSpPr>
            <p:spPr>
              <a:xfrm>
                <a:off x="1440500" y="3367575"/>
                <a:ext cx="33900" cy="27775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111" extrusionOk="0">
                    <a:moveTo>
                      <a:pt x="679" y="0"/>
                    </a:moveTo>
                    <a:cubicBezTo>
                      <a:pt x="304" y="0"/>
                      <a:pt x="1" y="252"/>
                      <a:pt x="1" y="555"/>
                    </a:cubicBezTo>
                    <a:cubicBezTo>
                      <a:pt x="1" y="862"/>
                      <a:pt x="304" y="1110"/>
                      <a:pt x="679" y="1110"/>
                    </a:cubicBezTo>
                    <a:cubicBezTo>
                      <a:pt x="1052" y="1110"/>
                      <a:pt x="1355" y="862"/>
                      <a:pt x="1355" y="555"/>
                    </a:cubicBezTo>
                    <a:cubicBezTo>
                      <a:pt x="1355" y="252"/>
                      <a:pt x="1052" y="0"/>
                      <a:pt x="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8" name="Google Shape;5018;p73"/>
              <p:cNvSpPr/>
              <p:nvPr/>
            </p:nvSpPr>
            <p:spPr>
              <a:xfrm>
                <a:off x="1439775" y="3366850"/>
                <a:ext cx="35350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172" extrusionOk="0">
                    <a:moveTo>
                      <a:pt x="708" y="62"/>
                    </a:moveTo>
                    <a:cubicBezTo>
                      <a:pt x="1061" y="62"/>
                      <a:pt x="1352" y="297"/>
                      <a:pt x="1352" y="588"/>
                    </a:cubicBezTo>
                    <a:cubicBezTo>
                      <a:pt x="1352" y="875"/>
                      <a:pt x="1064" y="1110"/>
                      <a:pt x="708" y="1110"/>
                    </a:cubicBezTo>
                    <a:cubicBezTo>
                      <a:pt x="141" y="1110"/>
                      <a:pt x="62" y="858"/>
                      <a:pt x="62" y="588"/>
                    </a:cubicBezTo>
                    <a:cubicBezTo>
                      <a:pt x="62" y="343"/>
                      <a:pt x="137" y="62"/>
                      <a:pt x="708" y="62"/>
                    </a:cubicBezTo>
                    <a:close/>
                    <a:moveTo>
                      <a:pt x="708" y="0"/>
                    </a:moveTo>
                    <a:cubicBezTo>
                      <a:pt x="232" y="0"/>
                      <a:pt x="0" y="193"/>
                      <a:pt x="0" y="588"/>
                    </a:cubicBezTo>
                    <a:cubicBezTo>
                      <a:pt x="0" y="875"/>
                      <a:pt x="85" y="1172"/>
                      <a:pt x="708" y="1172"/>
                    </a:cubicBezTo>
                    <a:cubicBezTo>
                      <a:pt x="1100" y="1172"/>
                      <a:pt x="1414" y="907"/>
                      <a:pt x="1414" y="588"/>
                    </a:cubicBezTo>
                    <a:cubicBezTo>
                      <a:pt x="1414" y="264"/>
                      <a:pt x="1097" y="0"/>
                      <a:pt x="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9" name="Google Shape;5019;p73"/>
              <p:cNvSpPr/>
              <p:nvPr/>
            </p:nvSpPr>
            <p:spPr>
              <a:xfrm>
                <a:off x="1447525" y="3368075"/>
                <a:ext cx="26875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074" extrusionOk="0">
                    <a:moveTo>
                      <a:pt x="536" y="0"/>
                    </a:moveTo>
                    <a:cubicBezTo>
                      <a:pt x="242" y="0"/>
                      <a:pt x="0" y="242"/>
                      <a:pt x="0" y="535"/>
                    </a:cubicBezTo>
                    <a:cubicBezTo>
                      <a:pt x="0" y="832"/>
                      <a:pt x="242" y="1074"/>
                      <a:pt x="536" y="1074"/>
                    </a:cubicBezTo>
                    <a:cubicBezTo>
                      <a:pt x="833" y="1074"/>
                      <a:pt x="1074" y="832"/>
                      <a:pt x="1074" y="535"/>
                    </a:cubicBezTo>
                    <a:cubicBezTo>
                      <a:pt x="1074" y="242"/>
                      <a:pt x="833" y="0"/>
                      <a:pt x="5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0" name="Google Shape;5020;p73"/>
              <p:cNvSpPr/>
              <p:nvPr/>
            </p:nvSpPr>
            <p:spPr>
              <a:xfrm>
                <a:off x="1442050" y="3367325"/>
                <a:ext cx="33075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1134" extrusionOk="0">
                    <a:moveTo>
                      <a:pt x="755" y="63"/>
                    </a:moveTo>
                    <a:cubicBezTo>
                      <a:pt x="1035" y="63"/>
                      <a:pt x="1261" y="288"/>
                      <a:pt x="1261" y="569"/>
                    </a:cubicBezTo>
                    <a:cubicBezTo>
                      <a:pt x="1261" y="871"/>
                      <a:pt x="1012" y="1072"/>
                      <a:pt x="752" y="1072"/>
                    </a:cubicBezTo>
                    <a:cubicBezTo>
                      <a:pt x="629" y="1072"/>
                      <a:pt x="502" y="1027"/>
                      <a:pt x="399" y="924"/>
                    </a:cubicBezTo>
                    <a:cubicBezTo>
                      <a:pt x="82" y="604"/>
                      <a:pt x="307" y="63"/>
                      <a:pt x="755" y="63"/>
                    </a:cubicBezTo>
                    <a:close/>
                    <a:moveTo>
                      <a:pt x="752" y="0"/>
                    </a:moveTo>
                    <a:cubicBezTo>
                      <a:pt x="613" y="0"/>
                      <a:pt x="471" y="52"/>
                      <a:pt x="356" y="167"/>
                    </a:cubicBezTo>
                    <a:cubicBezTo>
                      <a:pt x="1" y="523"/>
                      <a:pt x="252" y="1133"/>
                      <a:pt x="755" y="1133"/>
                    </a:cubicBezTo>
                    <a:cubicBezTo>
                      <a:pt x="1068" y="1133"/>
                      <a:pt x="1323" y="879"/>
                      <a:pt x="1323" y="569"/>
                    </a:cubicBezTo>
                    <a:cubicBezTo>
                      <a:pt x="1323" y="226"/>
                      <a:pt x="1043" y="0"/>
                      <a:pt x="7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1" name="Google Shape;5021;p73"/>
              <p:cNvSpPr/>
              <p:nvPr/>
            </p:nvSpPr>
            <p:spPr>
              <a:xfrm>
                <a:off x="927225" y="3377525"/>
                <a:ext cx="15050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02" extrusionOk="0">
                    <a:moveTo>
                      <a:pt x="301" y="1"/>
                    </a:moveTo>
                    <a:cubicBezTo>
                      <a:pt x="135" y="1"/>
                      <a:pt x="1" y="134"/>
                      <a:pt x="1" y="301"/>
                    </a:cubicBezTo>
                    <a:cubicBezTo>
                      <a:pt x="1" y="467"/>
                      <a:pt x="135" y="601"/>
                      <a:pt x="301" y="601"/>
                    </a:cubicBezTo>
                    <a:cubicBezTo>
                      <a:pt x="464" y="601"/>
                      <a:pt x="601" y="467"/>
                      <a:pt x="601" y="301"/>
                    </a:cubicBezTo>
                    <a:cubicBezTo>
                      <a:pt x="601" y="134"/>
                      <a:pt x="464" y="1"/>
                      <a:pt x="3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2" name="Google Shape;5022;p73"/>
              <p:cNvSpPr/>
              <p:nvPr/>
            </p:nvSpPr>
            <p:spPr>
              <a:xfrm>
                <a:off x="923650" y="3376700"/>
                <a:ext cx="19350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774" h="664" extrusionOk="0">
                    <a:moveTo>
                      <a:pt x="444" y="63"/>
                    </a:moveTo>
                    <a:cubicBezTo>
                      <a:pt x="591" y="63"/>
                      <a:pt x="712" y="184"/>
                      <a:pt x="712" y="334"/>
                    </a:cubicBezTo>
                    <a:cubicBezTo>
                      <a:pt x="712" y="497"/>
                      <a:pt x="580" y="605"/>
                      <a:pt x="442" y="605"/>
                    </a:cubicBezTo>
                    <a:cubicBezTo>
                      <a:pt x="375" y="605"/>
                      <a:pt x="307" y="580"/>
                      <a:pt x="251" y="523"/>
                    </a:cubicBezTo>
                    <a:cubicBezTo>
                      <a:pt x="82" y="354"/>
                      <a:pt x="203" y="63"/>
                      <a:pt x="444" y="63"/>
                    </a:cubicBezTo>
                    <a:close/>
                    <a:moveTo>
                      <a:pt x="441" y="1"/>
                    </a:moveTo>
                    <a:cubicBezTo>
                      <a:pt x="360" y="1"/>
                      <a:pt x="277" y="31"/>
                      <a:pt x="209" y="99"/>
                    </a:cubicBezTo>
                    <a:cubicBezTo>
                      <a:pt x="0" y="308"/>
                      <a:pt x="147" y="664"/>
                      <a:pt x="444" y="664"/>
                    </a:cubicBezTo>
                    <a:cubicBezTo>
                      <a:pt x="627" y="664"/>
                      <a:pt x="774" y="517"/>
                      <a:pt x="774" y="334"/>
                    </a:cubicBezTo>
                    <a:cubicBezTo>
                      <a:pt x="774" y="133"/>
                      <a:pt x="611" y="1"/>
                      <a:pt x="4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3" name="Google Shape;5023;p73"/>
              <p:cNvSpPr/>
              <p:nvPr/>
            </p:nvSpPr>
            <p:spPr>
              <a:xfrm>
                <a:off x="958575" y="3377525"/>
                <a:ext cx="1502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02" extrusionOk="0">
                    <a:moveTo>
                      <a:pt x="300" y="1"/>
                    </a:moveTo>
                    <a:cubicBezTo>
                      <a:pt x="134" y="1"/>
                      <a:pt x="0" y="134"/>
                      <a:pt x="0" y="301"/>
                    </a:cubicBezTo>
                    <a:cubicBezTo>
                      <a:pt x="0" y="467"/>
                      <a:pt x="134" y="601"/>
                      <a:pt x="300" y="601"/>
                    </a:cubicBezTo>
                    <a:cubicBezTo>
                      <a:pt x="467" y="601"/>
                      <a:pt x="601" y="467"/>
                      <a:pt x="601" y="301"/>
                    </a:cubicBezTo>
                    <a:cubicBezTo>
                      <a:pt x="601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4" name="Google Shape;5024;p73"/>
              <p:cNvSpPr/>
              <p:nvPr/>
            </p:nvSpPr>
            <p:spPr>
              <a:xfrm>
                <a:off x="954975" y="3376700"/>
                <a:ext cx="1937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775" h="664" extrusionOk="0">
                    <a:moveTo>
                      <a:pt x="444" y="63"/>
                    </a:moveTo>
                    <a:cubicBezTo>
                      <a:pt x="595" y="63"/>
                      <a:pt x="712" y="184"/>
                      <a:pt x="715" y="334"/>
                    </a:cubicBezTo>
                    <a:cubicBezTo>
                      <a:pt x="715" y="497"/>
                      <a:pt x="583" y="605"/>
                      <a:pt x="444" y="605"/>
                    </a:cubicBezTo>
                    <a:cubicBezTo>
                      <a:pt x="377" y="605"/>
                      <a:pt x="308" y="580"/>
                      <a:pt x="252" y="523"/>
                    </a:cubicBezTo>
                    <a:cubicBezTo>
                      <a:pt x="82" y="354"/>
                      <a:pt x="203" y="63"/>
                      <a:pt x="444" y="63"/>
                    </a:cubicBezTo>
                    <a:close/>
                    <a:moveTo>
                      <a:pt x="442" y="1"/>
                    </a:moveTo>
                    <a:cubicBezTo>
                      <a:pt x="360" y="1"/>
                      <a:pt x="277" y="31"/>
                      <a:pt x="209" y="99"/>
                    </a:cubicBezTo>
                    <a:cubicBezTo>
                      <a:pt x="1" y="308"/>
                      <a:pt x="151" y="664"/>
                      <a:pt x="444" y="664"/>
                    </a:cubicBezTo>
                    <a:cubicBezTo>
                      <a:pt x="627" y="664"/>
                      <a:pt x="774" y="517"/>
                      <a:pt x="774" y="334"/>
                    </a:cubicBezTo>
                    <a:cubicBezTo>
                      <a:pt x="774" y="133"/>
                      <a:pt x="611" y="1"/>
                      <a:pt x="4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5" name="Google Shape;5025;p73"/>
              <p:cNvSpPr/>
              <p:nvPr/>
            </p:nvSpPr>
            <p:spPr>
              <a:xfrm>
                <a:off x="987375" y="3377525"/>
                <a:ext cx="1757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02" extrusionOk="0">
                    <a:moveTo>
                      <a:pt x="402" y="1"/>
                    </a:moveTo>
                    <a:cubicBezTo>
                      <a:pt x="134" y="1"/>
                      <a:pt x="0" y="324"/>
                      <a:pt x="190" y="513"/>
                    </a:cubicBezTo>
                    <a:cubicBezTo>
                      <a:pt x="251" y="574"/>
                      <a:pt x="326" y="602"/>
                      <a:pt x="400" y="602"/>
                    </a:cubicBezTo>
                    <a:cubicBezTo>
                      <a:pt x="554" y="602"/>
                      <a:pt x="702" y="482"/>
                      <a:pt x="702" y="301"/>
                    </a:cubicBezTo>
                    <a:cubicBezTo>
                      <a:pt x="702" y="134"/>
                      <a:pt x="568" y="1"/>
                      <a:pt x="4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6" name="Google Shape;5026;p73"/>
              <p:cNvSpPr/>
              <p:nvPr/>
            </p:nvSpPr>
            <p:spPr>
              <a:xfrm>
                <a:off x="986400" y="3376700"/>
                <a:ext cx="19350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774" h="664" extrusionOk="0">
                    <a:moveTo>
                      <a:pt x="441" y="63"/>
                    </a:moveTo>
                    <a:cubicBezTo>
                      <a:pt x="591" y="63"/>
                      <a:pt x="712" y="184"/>
                      <a:pt x="712" y="334"/>
                    </a:cubicBezTo>
                    <a:cubicBezTo>
                      <a:pt x="712" y="497"/>
                      <a:pt x="580" y="605"/>
                      <a:pt x="442" y="605"/>
                    </a:cubicBezTo>
                    <a:cubicBezTo>
                      <a:pt x="375" y="605"/>
                      <a:pt x="307" y="580"/>
                      <a:pt x="252" y="523"/>
                    </a:cubicBezTo>
                    <a:cubicBezTo>
                      <a:pt x="82" y="354"/>
                      <a:pt x="203" y="63"/>
                      <a:pt x="441" y="63"/>
                    </a:cubicBezTo>
                    <a:close/>
                    <a:moveTo>
                      <a:pt x="439" y="1"/>
                    </a:moveTo>
                    <a:cubicBezTo>
                      <a:pt x="357" y="1"/>
                      <a:pt x="274" y="31"/>
                      <a:pt x="206" y="99"/>
                    </a:cubicBezTo>
                    <a:cubicBezTo>
                      <a:pt x="0" y="308"/>
                      <a:pt x="147" y="664"/>
                      <a:pt x="441" y="664"/>
                    </a:cubicBezTo>
                    <a:cubicBezTo>
                      <a:pt x="624" y="664"/>
                      <a:pt x="774" y="517"/>
                      <a:pt x="774" y="334"/>
                    </a:cubicBezTo>
                    <a:cubicBezTo>
                      <a:pt x="774" y="133"/>
                      <a:pt x="610" y="1"/>
                      <a:pt x="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7" name="Google Shape;5027;p73"/>
              <p:cNvSpPr/>
              <p:nvPr/>
            </p:nvSpPr>
            <p:spPr>
              <a:xfrm>
                <a:off x="1021325" y="3377525"/>
                <a:ext cx="1502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02" extrusionOk="0">
                    <a:moveTo>
                      <a:pt x="301" y="1"/>
                    </a:moveTo>
                    <a:cubicBezTo>
                      <a:pt x="134" y="1"/>
                      <a:pt x="0" y="134"/>
                      <a:pt x="0" y="301"/>
                    </a:cubicBezTo>
                    <a:cubicBezTo>
                      <a:pt x="0" y="467"/>
                      <a:pt x="134" y="601"/>
                      <a:pt x="301" y="601"/>
                    </a:cubicBezTo>
                    <a:cubicBezTo>
                      <a:pt x="467" y="601"/>
                      <a:pt x="601" y="467"/>
                      <a:pt x="601" y="301"/>
                    </a:cubicBezTo>
                    <a:cubicBezTo>
                      <a:pt x="601" y="134"/>
                      <a:pt x="467" y="1"/>
                      <a:pt x="3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8" name="Google Shape;5028;p73"/>
              <p:cNvSpPr/>
              <p:nvPr/>
            </p:nvSpPr>
            <p:spPr>
              <a:xfrm>
                <a:off x="1017725" y="3376700"/>
                <a:ext cx="1937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775" h="664" extrusionOk="0">
                    <a:moveTo>
                      <a:pt x="445" y="63"/>
                    </a:moveTo>
                    <a:cubicBezTo>
                      <a:pt x="591" y="63"/>
                      <a:pt x="712" y="184"/>
                      <a:pt x="712" y="334"/>
                    </a:cubicBezTo>
                    <a:cubicBezTo>
                      <a:pt x="712" y="497"/>
                      <a:pt x="580" y="605"/>
                      <a:pt x="442" y="605"/>
                    </a:cubicBezTo>
                    <a:cubicBezTo>
                      <a:pt x="375" y="605"/>
                      <a:pt x="307" y="580"/>
                      <a:pt x="252" y="523"/>
                    </a:cubicBezTo>
                    <a:cubicBezTo>
                      <a:pt x="82" y="354"/>
                      <a:pt x="203" y="63"/>
                      <a:pt x="445" y="63"/>
                    </a:cubicBezTo>
                    <a:close/>
                    <a:moveTo>
                      <a:pt x="442" y="1"/>
                    </a:moveTo>
                    <a:cubicBezTo>
                      <a:pt x="360" y="1"/>
                      <a:pt x="277" y="31"/>
                      <a:pt x="209" y="99"/>
                    </a:cubicBezTo>
                    <a:cubicBezTo>
                      <a:pt x="1" y="308"/>
                      <a:pt x="147" y="664"/>
                      <a:pt x="445" y="664"/>
                    </a:cubicBezTo>
                    <a:cubicBezTo>
                      <a:pt x="627" y="664"/>
                      <a:pt x="774" y="517"/>
                      <a:pt x="774" y="334"/>
                    </a:cubicBezTo>
                    <a:cubicBezTo>
                      <a:pt x="774" y="133"/>
                      <a:pt x="612" y="1"/>
                      <a:pt x="4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9" name="Google Shape;5029;p73"/>
              <p:cNvSpPr/>
              <p:nvPr/>
            </p:nvSpPr>
            <p:spPr>
              <a:xfrm>
                <a:off x="834200" y="3314375"/>
                <a:ext cx="31950" cy="123150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4926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1277" y="4926"/>
                    </a:lnTo>
                    <a:lnTo>
                      <a:pt x="1277" y="5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0" name="Google Shape;5030;p73"/>
              <p:cNvSpPr/>
              <p:nvPr/>
            </p:nvSpPr>
            <p:spPr>
              <a:xfrm>
                <a:off x="866125" y="3437500"/>
                <a:ext cx="15200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608" extrusionOk="0">
                    <a:moveTo>
                      <a:pt x="0" y="1"/>
                    </a:moveTo>
                    <a:lnTo>
                      <a:pt x="0" y="608"/>
                    </a:lnTo>
                    <a:lnTo>
                      <a:pt x="607" y="608"/>
                    </a:lnTo>
                    <a:lnTo>
                      <a:pt x="6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1" name="Google Shape;5031;p73"/>
              <p:cNvSpPr/>
              <p:nvPr/>
            </p:nvSpPr>
            <p:spPr>
              <a:xfrm>
                <a:off x="858525" y="3434800"/>
                <a:ext cx="76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716" extrusionOk="0">
                    <a:moveTo>
                      <a:pt x="0" y="1"/>
                    </a:moveTo>
                    <a:lnTo>
                      <a:pt x="0" y="611"/>
                    </a:lnTo>
                    <a:lnTo>
                      <a:pt x="304" y="716"/>
                    </a:lnTo>
                    <a:lnTo>
                      <a:pt x="304" y="10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32" name="Google Shape;5032;p73"/>
          <p:cNvGrpSpPr/>
          <p:nvPr/>
        </p:nvGrpSpPr>
        <p:grpSpPr>
          <a:xfrm>
            <a:off x="2564574" y="4587282"/>
            <a:ext cx="880740" cy="303823"/>
            <a:chOff x="3010500" y="4887550"/>
            <a:chExt cx="636925" cy="219700"/>
          </a:xfrm>
        </p:grpSpPr>
        <p:sp>
          <p:nvSpPr>
            <p:cNvPr id="5033" name="Google Shape;5033;p73"/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73"/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73"/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73"/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73"/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73"/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73"/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73"/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73"/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73"/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73"/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73"/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73"/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73"/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73"/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73"/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49" name="Google Shape;5049;p73"/>
          <p:cNvGrpSpPr/>
          <p:nvPr/>
        </p:nvGrpSpPr>
        <p:grpSpPr>
          <a:xfrm flipH="1">
            <a:off x="89542" y="154656"/>
            <a:ext cx="651035" cy="1600924"/>
            <a:chOff x="4511300" y="4003475"/>
            <a:chExt cx="351000" cy="863125"/>
          </a:xfrm>
        </p:grpSpPr>
        <p:sp>
          <p:nvSpPr>
            <p:cNvPr id="5050" name="Google Shape;5050;p73"/>
            <p:cNvSpPr/>
            <p:nvPr/>
          </p:nvSpPr>
          <p:spPr>
            <a:xfrm>
              <a:off x="4511300" y="4003475"/>
              <a:ext cx="294200" cy="517475"/>
            </a:xfrm>
            <a:custGeom>
              <a:avLst/>
              <a:gdLst/>
              <a:ahLst/>
              <a:cxnLst/>
              <a:rect l="l" t="t" r="r" b="b"/>
              <a:pathLst>
                <a:path w="11768" h="20699" extrusionOk="0">
                  <a:moveTo>
                    <a:pt x="11706" y="63"/>
                  </a:moveTo>
                  <a:lnTo>
                    <a:pt x="11706" y="20636"/>
                  </a:lnTo>
                  <a:lnTo>
                    <a:pt x="63" y="20636"/>
                  </a:lnTo>
                  <a:lnTo>
                    <a:pt x="60" y="63"/>
                  </a:lnTo>
                  <a:close/>
                  <a:moveTo>
                    <a:pt x="30" y="1"/>
                  </a:moveTo>
                  <a:cubicBezTo>
                    <a:pt x="14" y="1"/>
                    <a:pt x="1" y="14"/>
                    <a:pt x="1" y="30"/>
                  </a:cubicBezTo>
                  <a:lnTo>
                    <a:pt x="1" y="20666"/>
                  </a:lnTo>
                  <a:cubicBezTo>
                    <a:pt x="1" y="20682"/>
                    <a:pt x="14" y="20698"/>
                    <a:pt x="30" y="20698"/>
                  </a:cubicBezTo>
                  <a:lnTo>
                    <a:pt x="11738" y="20698"/>
                  </a:lnTo>
                  <a:cubicBezTo>
                    <a:pt x="11755" y="20698"/>
                    <a:pt x="11768" y="20682"/>
                    <a:pt x="11768" y="20666"/>
                  </a:cubicBezTo>
                  <a:lnTo>
                    <a:pt x="11768" y="30"/>
                  </a:lnTo>
                  <a:cubicBezTo>
                    <a:pt x="11768" y="14"/>
                    <a:pt x="11755" y="1"/>
                    <a:pt x="117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73"/>
            <p:cNvSpPr/>
            <p:nvPr/>
          </p:nvSpPr>
          <p:spPr>
            <a:xfrm>
              <a:off x="4712950" y="4604475"/>
              <a:ext cx="149350" cy="262125"/>
            </a:xfrm>
            <a:custGeom>
              <a:avLst/>
              <a:gdLst/>
              <a:ahLst/>
              <a:cxnLst/>
              <a:rect l="l" t="t" r="r" b="b"/>
              <a:pathLst>
                <a:path w="5974" h="10485" extrusionOk="0">
                  <a:moveTo>
                    <a:pt x="5915" y="59"/>
                  </a:moveTo>
                  <a:lnTo>
                    <a:pt x="5915" y="10423"/>
                  </a:lnTo>
                  <a:lnTo>
                    <a:pt x="62" y="10423"/>
                  </a:lnTo>
                  <a:lnTo>
                    <a:pt x="62" y="59"/>
                  </a:lnTo>
                  <a:close/>
                  <a:moveTo>
                    <a:pt x="30" y="1"/>
                  </a:moveTo>
                  <a:cubicBezTo>
                    <a:pt x="13" y="1"/>
                    <a:pt x="0" y="14"/>
                    <a:pt x="0" y="33"/>
                  </a:cubicBezTo>
                  <a:lnTo>
                    <a:pt x="0" y="10452"/>
                  </a:lnTo>
                  <a:cubicBezTo>
                    <a:pt x="0" y="10472"/>
                    <a:pt x="13" y="10485"/>
                    <a:pt x="30" y="10485"/>
                  </a:cubicBezTo>
                  <a:lnTo>
                    <a:pt x="5944" y="10485"/>
                  </a:lnTo>
                  <a:cubicBezTo>
                    <a:pt x="5960" y="10485"/>
                    <a:pt x="5973" y="10472"/>
                    <a:pt x="5973" y="10455"/>
                  </a:cubicBezTo>
                  <a:lnTo>
                    <a:pt x="5973" y="33"/>
                  </a:lnTo>
                  <a:cubicBezTo>
                    <a:pt x="5973" y="14"/>
                    <a:pt x="5960" y="1"/>
                    <a:pt x="5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73"/>
            <p:cNvSpPr/>
            <p:nvPr/>
          </p:nvSpPr>
          <p:spPr>
            <a:xfrm>
              <a:off x="4728775" y="4620225"/>
              <a:ext cx="117700" cy="230550"/>
            </a:xfrm>
            <a:custGeom>
              <a:avLst/>
              <a:gdLst/>
              <a:ahLst/>
              <a:cxnLst/>
              <a:rect l="l" t="t" r="r" b="b"/>
              <a:pathLst>
                <a:path w="4708" h="9222" extrusionOk="0">
                  <a:moveTo>
                    <a:pt x="4648" y="62"/>
                  </a:moveTo>
                  <a:lnTo>
                    <a:pt x="4648" y="9159"/>
                  </a:lnTo>
                  <a:lnTo>
                    <a:pt x="62" y="9159"/>
                  </a:lnTo>
                  <a:lnTo>
                    <a:pt x="62" y="62"/>
                  </a:lnTo>
                  <a:close/>
                  <a:moveTo>
                    <a:pt x="30" y="0"/>
                  </a:moveTo>
                  <a:cubicBezTo>
                    <a:pt x="13" y="0"/>
                    <a:pt x="0" y="17"/>
                    <a:pt x="0" y="33"/>
                  </a:cubicBezTo>
                  <a:lnTo>
                    <a:pt x="0" y="9192"/>
                  </a:lnTo>
                  <a:cubicBezTo>
                    <a:pt x="0" y="9208"/>
                    <a:pt x="13" y="9221"/>
                    <a:pt x="30" y="9221"/>
                  </a:cubicBezTo>
                  <a:lnTo>
                    <a:pt x="4678" y="9221"/>
                  </a:lnTo>
                  <a:cubicBezTo>
                    <a:pt x="4694" y="9221"/>
                    <a:pt x="4707" y="9208"/>
                    <a:pt x="4707" y="9192"/>
                  </a:cubicBezTo>
                  <a:lnTo>
                    <a:pt x="4707" y="33"/>
                  </a:lnTo>
                  <a:cubicBezTo>
                    <a:pt x="4707" y="17"/>
                    <a:pt x="4694" y="0"/>
                    <a:pt x="4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73"/>
            <p:cNvSpPr/>
            <p:nvPr/>
          </p:nvSpPr>
          <p:spPr>
            <a:xfrm>
              <a:off x="4594625" y="4160725"/>
              <a:ext cx="107000" cy="165925"/>
            </a:xfrm>
            <a:custGeom>
              <a:avLst/>
              <a:gdLst/>
              <a:ahLst/>
              <a:cxnLst/>
              <a:rect l="l" t="t" r="r" b="b"/>
              <a:pathLst>
                <a:path w="4280" h="6637" extrusionOk="0">
                  <a:moveTo>
                    <a:pt x="4227" y="1"/>
                  </a:moveTo>
                  <a:lnTo>
                    <a:pt x="0" y="6604"/>
                  </a:lnTo>
                  <a:lnTo>
                    <a:pt x="53" y="6637"/>
                  </a:lnTo>
                  <a:lnTo>
                    <a:pt x="4279" y="33"/>
                  </a:lnTo>
                  <a:lnTo>
                    <a:pt x="42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73"/>
            <p:cNvSpPr/>
            <p:nvPr/>
          </p:nvSpPr>
          <p:spPr>
            <a:xfrm>
              <a:off x="4631675" y="4246000"/>
              <a:ext cx="64400" cy="102850"/>
            </a:xfrm>
            <a:custGeom>
              <a:avLst/>
              <a:gdLst/>
              <a:ahLst/>
              <a:cxnLst/>
              <a:rect l="l" t="t" r="r" b="b"/>
              <a:pathLst>
                <a:path w="2576" h="4114" extrusionOk="0">
                  <a:moveTo>
                    <a:pt x="2523" y="1"/>
                  </a:moveTo>
                  <a:lnTo>
                    <a:pt x="0" y="4081"/>
                  </a:lnTo>
                  <a:lnTo>
                    <a:pt x="52" y="4113"/>
                  </a:lnTo>
                  <a:lnTo>
                    <a:pt x="2576" y="33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55" name="Google Shape;5055;p73"/>
          <p:cNvGrpSpPr/>
          <p:nvPr/>
        </p:nvGrpSpPr>
        <p:grpSpPr>
          <a:xfrm rot="-5400000">
            <a:off x="-708314" y="691997"/>
            <a:ext cx="2228408" cy="880754"/>
            <a:chOff x="3085325" y="2284150"/>
            <a:chExt cx="1168725" cy="461950"/>
          </a:xfrm>
        </p:grpSpPr>
        <p:sp>
          <p:nvSpPr>
            <p:cNvPr id="5056" name="Google Shape;5056;p73"/>
            <p:cNvSpPr/>
            <p:nvPr/>
          </p:nvSpPr>
          <p:spPr>
            <a:xfrm>
              <a:off x="3300600" y="2335425"/>
              <a:ext cx="239750" cy="369475"/>
            </a:xfrm>
            <a:custGeom>
              <a:avLst/>
              <a:gdLst/>
              <a:ahLst/>
              <a:cxnLst/>
              <a:rect l="l" t="t" r="r" b="b"/>
              <a:pathLst>
                <a:path w="9590" h="14779" extrusionOk="0">
                  <a:moveTo>
                    <a:pt x="3094" y="1"/>
                  </a:moveTo>
                  <a:cubicBezTo>
                    <a:pt x="2488" y="1"/>
                    <a:pt x="2025" y="500"/>
                    <a:pt x="1858" y="1185"/>
                  </a:cubicBezTo>
                  <a:cubicBezTo>
                    <a:pt x="1685" y="1893"/>
                    <a:pt x="1730" y="2582"/>
                    <a:pt x="1880" y="2993"/>
                  </a:cubicBezTo>
                  <a:cubicBezTo>
                    <a:pt x="1766" y="2957"/>
                    <a:pt x="1640" y="2934"/>
                    <a:pt x="1515" y="2934"/>
                  </a:cubicBezTo>
                  <a:cubicBezTo>
                    <a:pt x="1164" y="2934"/>
                    <a:pt x="824" y="3118"/>
                    <a:pt x="774" y="3727"/>
                  </a:cubicBezTo>
                  <a:cubicBezTo>
                    <a:pt x="702" y="4582"/>
                    <a:pt x="1234" y="5310"/>
                    <a:pt x="1678" y="5643"/>
                  </a:cubicBezTo>
                  <a:cubicBezTo>
                    <a:pt x="1368" y="5898"/>
                    <a:pt x="1094" y="6417"/>
                    <a:pt x="1378" y="7014"/>
                  </a:cubicBezTo>
                  <a:cubicBezTo>
                    <a:pt x="1508" y="7285"/>
                    <a:pt x="1662" y="7458"/>
                    <a:pt x="1809" y="7566"/>
                  </a:cubicBezTo>
                  <a:cubicBezTo>
                    <a:pt x="1146" y="8085"/>
                    <a:pt x="0" y="10412"/>
                    <a:pt x="852" y="11430"/>
                  </a:cubicBezTo>
                  <a:cubicBezTo>
                    <a:pt x="941" y="11535"/>
                    <a:pt x="1072" y="11568"/>
                    <a:pt x="1213" y="11568"/>
                  </a:cubicBezTo>
                  <a:cubicBezTo>
                    <a:pt x="1461" y="11568"/>
                    <a:pt x="1743" y="11465"/>
                    <a:pt x="1890" y="11456"/>
                  </a:cubicBezTo>
                  <a:lnTo>
                    <a:pt x="1890" y="11456"/>
                  </a:lnTo>
                  <a:cubicBezTo>
                    <a:pt x="562" y="11966"/>
                    <a:pt x="640" y="12964"/>
                    <a:pt x="872" y="13448"/>
                  </a:cubicBezTo>
                  <a:cubicBezTo>
                    <a:pt x="1132" y="13985"/>
                    <a:pt x="1505" y="14147"/>
                    <a:pt x="1814" y="14147"/>
                  </a:cubicBezTo>
                  <a:cubicBezTo>
                    <a:pt x="2116" y="14147"/>
                    <a:pt x="2357" y="13992"/>
                    <a:pt x="2370" y="13882"/>
                  </a:cubicBezTo>
                  <a:cubicBezTo>
                    <a:pt x="2428" y="14235"/>
                    <a:pt x="2572" y="14675"/>
                    <a:pt x="2931" y="14675"/>
                  </a:cubicBezTo>
                  <a:cubicBezTo>
                    <a:pt x="3036" y="14675"/>
                    <a:pt x="3161" y="14637"/>
                    <a:pt x="3307" y="14548"/>
                  </a:cubicBezTo>
                  <a:cubicBezTo>
                    <a:pt x="3424" y="14479"/>
                    <a:pt x="3519" y="14375"/>
                    <a:pt x="3574" y="14254"/>
                  </a:cubicBezTo>
                  <a:cubicBezTo>
                    <a:pt x="3769" y="14538"/>
                    <a:pt x="3967" y="14743"/>
                    <a:pt x="4112" y="14743"/>
                  </a:cubicBezTo>
                  <a:cubicBezTo>
                    <a:pt x="4173" y="14743"/>
                    <a:pt x="4225" y="14706"/>
                    <a:pt x="4263" y="14623"/>
                  </a:cubicBezTo>
                  <a:cubicBezTo>
                    <a:pt x="4364" y="14401"/>
                    <a:pt x="4270" y="14058"/>
                    <a:pt x="4139" y="13758"/>
                  </a:cubicBezTo>
                  <a:lnTo>
                    <a:pt x="4139" y="13758"/>
                  </a:lnTo>
                  <a:cubicBezTo>
                    <a:pt x="4651" y="14438"/>
                    <a:pt x="5290" y="14778"/>
                    <a:pt x="5814" y="14778"/>
                  </a:cubicBezTo>
                  <a:cubicBezTo>
                    <a:pt x="6175" y="14778"/>
                    <a:pt x="6481" y="14617"/>
                    <a:pt x="6652" y="14293"/>
                  </a:cubicBezTo>
                  <a:cubicBezTo>
                    <a:pt x="6933" y="13764"/>
                    <a:pt x="7005" y="13183"/>
                    <a:pt x="6933" y="12795"/>
                  </a:cubicBezTo>
                  <a:lnTo>
                    <a:pt x="6933" y="12795"/>
                  </a:lnTo>
                  <a:cubicBezTo>
                    <a:pt x="7117" y="12915"/>
                    <a:pt x="7342" y="13013"/>
                    <a:pt x="7549" y="13013"/>
                  </a:cubicBezTo>
                  <a:cubicBezTo>
                    <a:pt x="7780" y="13013"/>
                    <a:pt x="7989" y="12892"/>
                    <a:pt x="8095" y="12547"/>
                  </a:cubicBezTo>
                  <a:cubicBezTo>
                    <a:pt x="8307" y="11861"/>
                    <a:pt x="7929" y="11091"/>
                    <a:pt x="7570" y="10673"/>
                  </a:cubicBezTo>
                  <a:cubicBezTo>
                    <a:pt x="7902" y="10565"/>
                    <a:pt x="8245" y="10226"/>
                    <a:pt x="8079" y="9642"/>
                  </a:cubicBezTo>
                  <a:cubicBezTo>
                    <a:pt x="8023" y="9423"/>
                    <a:pt x="7916" y="9221"/>
                    <a:pt x="7769" y="9048"/>
                  </a:cubicBezTo>
                  <a:cubicBezTo>
                    <a:pt x="8477" y="8832"/>
                    <a:pt x="9590" y="7465"/>
                    <a:pt x="8960" y="6352"/>
                  </a:cubicBezTo>
                  <a:cubicBezTo>
                    <a:pt x="8717" y="5919"/>
                    <a:pt x="8402" y="5779"/>
                    <a:pt x="8102" y="5779"/>
                  </a:cubicBezTo>
                  <a:cubicBezTo>
                    <a:pt x="7943" y="5779"/>
                    <a:pt x="7788" y="5818"/>
                    <a:pt x="7651" y="5875"/>
                  </a:cubicBezTo>
                  <a:cubicBezTo>
                    <a:pt x="8066" y="5382"/>
                    <a:pt x="8425" y="4586"/>
                    <a:pt x="7922" y="4534"/>
                  </a:cubicBezTo>
                  <a:cubicBezTo>
                    <a:pt x="7902" y="4531"/>
                    <a:pt x="7882" y="4530"/>
                    <a:pt x="7861" y="4530"/>
                  </a:cubicBezTo>
                  <a:cubicBezTo>
                    <a:pt x="7738" y="4530"/>
                    <a:pt x="7616" y="4572"/>
                    <a:pt x="7521" y="4651"/>
                  </a:cubicBezTo>
                  <a:cubicBezTo>
                    <a:pt x="7678" y="3987"/>
                    <a:pt x="7779" y="2973"/>
                    <a:pt x="7371" y="2973"/>
                  </a:cubicBezTo>
                  <a:cubicBezTo>
                    <a:pt x="7303" y="2973"/>
                    <a:pt x="7222" y="3001"/>
                    <a:pt x="7126" y="3061"/>
                  </a:cubicBezTo>
                  <a:cubicBezTo>
                    <a:pt x="6976" y="3156"/>
                    <a:pt x="6838" y="3274"/>
                    <a:pt x="6724" y="3411"/>
                  </a:cubicBezTo>
                  <a:cubicBezTo>
                    <a:pt x="6730" y="2629"/>
                    <a:pt x="6571" y="1561"/>
                    <a:pt x="6059" y="1561"/>
                  </a:cubicBezTo>
                  <a:cubicBezTo>
                    <a:pt x="5994" y="1561"/>
                    <a:pt x="5923" y="1578"/>
                    <a:pt x="5846" y="1615"/>
                  </a:cubicBezTo>
                  <a:cubicBezTo>
                    <a:pt x="5631" y="1720"/>
                    <a:pt x="5497" y="1837"/>
                    <a:pt x="5415" y="1952"/>
                  </a:cubicBezTo>
                  <a:cubicBezTo>
                    <a:pt x="5327" y="1633"/>
                    <a:pt x="5168" y="1295"/>
                    <a:pt x="4972" y="1295"/>
                  </a:cubicBezTo>
                  <a:cubicBezTo>
                    <a:pt x="4901" y="1295"/>
                    <a:pt x="4825" y="1340"/>
                    <a:pt x="4746" y="1446"/>
                  </a:cubicBezTo>
                  <a:cubicBezTo>
                    <a:pt x="4622" y="1002"/>
                    <a:pt x="4368" y="587"/>
                    <a:pt x="4005" y="346"/>
                  </a:cubicBezTo>
                  <a:cubicBezTo>
                    <a:pt x="3681" y="106"/>
                    <a:pt x="3373" y="1"/>
                    <a:pt x="30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73"/>
            <p:cNvSpPr/>
            <p:nvPr/>
          </p:nvSpPr>
          <p:spPr>
            <a:xfrm>
              <a:off x="3318625" y="2480075"/>
              <a:ext cx="221725" cy="232525"/>
            </a:xfrm>
            <a:custGeom>
              <a:avLst/>
              <a:gdLst/>
              <a:ahLst/>
              <a:cxnLst/>
              <a:rect l="l" t="t" r="r" b="b"/>
              <a:pathLst>
                <a:path w="8869" h="9301" extrusionOk="0">
                  <a:moveTo>
                    <a:pt x="3542" y="8837"/>
                  </a:moveTo>
                  <a:cubicBezTo>
                    <a:pt x="3643" y="8615"/>
                    <a:pt x="3549" y="8272"/>
                    <a:pt x="3418" y="7972"/>
                  </a:cubicBezTo>
                  <a:cubicBezTo>
                    <a:pt x="4283" y="9121"/>
                    <a:pt x="5510" y="9300"/>
                    <a:pt x="5931" y="8507"/>
                  </a:cubicBezTo>
                  <a:cubicBezTo>
                    <a:pt x="6212" y="7978"/>
                    <a:pt x="6284" y="7397"/>
                    <a:pt x="6212" y="7009"/>
                  </a:cubicBezTo>
                  <a:cubicBezTo>
                    <a:pt x="6600" y="7263"/>
                    <a:pt x="7172" y="7417"/>
                    <a:pt x="7374" y="6761"/>
                  </a:cubicBezTo>
                  <a:cubicBezTo>
                    <a:pt x="7586" y="6075"/>
                    <a:pt x="7208" y="5305"/>
                    <a:pt x="6849" y="4887"/>
                  </a:cubicBezTo>
                  <a:cubicBezTo>
                    <a:pt x="7181" y="4779"/>
                    <a:pt x="7524" y="4440"/>
                    <a:pt x="7358" y="3856"/>
                  </a:cubicBezTo>
                  <a:cubicBezTo>
                    <a:pt x="7302" y="3637"/>
                    <a:pt x="7195" y="3435"/>
                    <a:pt x="7048" y="3262"/>
                  </a:cubicBezTo>
                  <a:cubicBezTo>
                    <a:pt x="7756" y="3046"/>
                    <a:pt x="8869" y="1679"/>
                    <a:pt x="8239" y="566"/>
                  </a:cubicBezTo>
                  <a:cubicBezTo>
                    <a:pt x="8020" y="180"/>
                    <a:pt x="7746" y="30"/>
                    <a:pt x="7475" y="1"/>
                  </a:cubicBezTo>
                  <a:cubicBezTo>
                    <a:pt x="7400" y="869"/>
                    <a:pt x="6640" y="1685"/>
                    <a:pt x="6108" y="1848"/>
                  </a:cubicBezTo>
                  <a:cubicBezTo>
                    <a:pt x="6255" y="2021"/>
                    <a:pt x="6359" y="2224"/>
                    <a:pt x="6418" y="2439"/>
                  </a:cubicBezTo>
                  <a:cubicBezTo>
                    <a:pt x="6584" y="3023"/>
                    <a:pt x="6241" y="3366"/>
                    <a:pt x="5905" y="3474"/>
                  </a:cubicBezTo>
                  <a:cubicBezTo>
                    <a:pt x="6264" y="3892"/>
                    <a:pt x="6643" y="4659"/>
                    <a:pt x="6434" y="5344"/>
                  </a:cubicBezTo>
                  <a:cubicBezTo>
                    <a:pt x="6228" y="6003"/>
                    <a:pt x="5657" y="5850"/>
                    <a:pt x="5269" y="5595"/>
                  </a:cubicBezTo>
                  <a:cubicBezTo>
                    <a:pt x="5341" y="5984"/>
                    <a:pt x="5269" y="6565"/>
                    <a:pt x="4991" y="7094"/>
                  </a:cubicBezTo>
                  <a:cubicBezTo>
                    <a:pt x="4570" y="7884"/>
                    <a:pt x="3578" y="7756"/>
                    <a:pt x="2713" y="6607"/>
                  </a:cubicBezTo>
                  <a:cubicBezTo>
                    <a:pt x="2844" y="6904"/>
                    <a:pt x="2876" y="7391"/>
                    <a:pt x="2775" y="7613"/>
                  </a:cubicBezTo>
                  <a:cubicBezTo>
                    <a:pt x="2648" y="7890"/>
                    <a:pt x="2188" y="7456"/>
                    <a:pt x="1913" y="7051"/>
                  </a:cubicBezTo>
                  <a:cubicBezTo>
                    <a:pt x="1855" y="7175"/>
                    <a:pt x="1763" y="7280"/>
                    <a:pt x="1646" y="7348"/>
                  </a:cubicBezTo>
                  <a:cubicBezTo>
                    <a:pt x="1003" y="7743"/>
                    <a:pt x="781" y="7139"/>
                    <a:pt x="706" y="6682"/>
                  </a:cubicBezTo>
                  <a:cubicBezTo>
                    <a:pt x="693" y="6806"/>
                    <a:pt x="383" y="6989"/>
                    <a:pt x="23" y="6937"/>
                  </a:cubicBezTo>
                  <a:cubicBezTo>
                    <a:pt x="1" y="7185"/>
                    <a:pt x="46" y="7436"/>
                    <a:pt x="154" y="7662"/>
                  </a:cubicBezTo>
                  <a:cubicBezTo>
                    <a:pt x="670" y="8726"/>
                    <a:pt x="1626" y="8318"/>
                    <a:pt x="1649" y="8096"/>
                  </a:cubicBezTo>
                  <a:cubicBezTo>
                    <a:pt x="1727" y="8553"/>
                    <a:pt x="1946" y="9156"/>
                    <a:pt x="2589" y="8762"/>
                  </a:cubicBezTo>
                  <a:cubicBezTo>
                    <a:pt x="2703" y="8693"/>
                    <a:pt x="2798" y="8589"/>
                    <a:pt x="2853" y="8468"/>
                  </a:cubicBezTo>
                  <a:cubicBezTo>
                    <a:pt x="3131" y="8873"/>
                    <a:pt x="3415" y="9117"/>
                    <a:pt x="3542" y="8837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73"/>
            <p:cNvSpPr/>
            <p:nvPr/>
          </p:nvSpPr>
          <p:spPr>
            <a:xfrm>
              <a:off x="3312500" y="2334700"/>
              <a:ext cx="220200" cy="370950"/>
            </a:xfrm>
            <a:custGeom>
              <a:avLst/>
              <a:gdLst/>
              <a:ahLst/>
              <a:cxnLst/>
              <a:rect l="l" t="t" r="r" b="b"/>
              <a:pathLst>
                <a:path w="8808" h="14838" extrusionOk="0">
                  <a:moveTo>
                    <a:pt x="2615" y="62"/>
                  </a:moveTo>
                  <a:cubicBezTo>
                    <a:pt x="2901" y="62"/>
                    <a:pt x="3204" y="176"/>
                    <a:pt x="3510" y="401"/>
                  </a:cubicBezTo>
                  <a:cubicBezTo>
                    <a:pt x="3839" y="626"/>
                    <a:pt x="4104" y="1018"/>
                    <a:pt x="4234" y="1481"/>
                  </a:cubicBezTo>
                  <a:cubicBezTo>
                    <a:pt x="4238" y="1494"/>
                    <a:pt x="4247" y="1501"/>
                    <a:pt x="4260" y="1504"/>
                  </a:cubicBezTo>
                  <a:cubicBezTo>
                    <a:pt x="4270" y="1504"/>
                    <a:pt x="4283" y="1501"/>
                    <a:pt x="4290" y="1491"/>
                  </a:cubicBezTo>
                  <a:cubicBezTo>
                    <a:pt x="4359" y="1401"/>
                    <a:pt x="4426" y="1355"/>
                    <a:pt x="4493" y="1355"/>
                  </a:cubicBezTo>
                  <a:cubicBezTo>
                    <a:pt x="4502" y="1355"/>
                    <a:pt x="4510" y="1356"/>
                    <a:pt x="4518" y="1357"/>
                  </a:cubicBezTo>
                  <a:cubicBezTo>
                    <a:pt x="4655" y="1383"/>
                    <a:pt x="4802" y="1618"/>
                    <a:pt x="4907" y="1987"/>
                  </a:cubicBezTo>
                  <a:cubicBezTo>
                    <a:pt x="4910" y="2000"/>
                    <a:pt x="4920" y="2007"/>
                    <a:pt x="4930" y="2010"/>
                  </a:cubicBezTo>
                  <a:cubicBezTo>
                    <a:pt x="4932" y="2011"/>
                    <a:pt x="4934" y="2011"/>
                    <a:pt x="4936" y="2011"/>
                  </a:cubicBezTo>
                  <a:cubicBezTo>
                    <a:pt x="4946" y="2011"/>
                    <a:pt x="4954" y="2005"/>
                    <a:pt x="4962" y="1997"/>
                  </a:cubicBezTo>
                  <a:cubicBezTo>
                    <a:pt x="5047" y="1876"/>
                    <a:pt x="5191" y="1765"/>
                    <a:pt x="5380" y="1671"/>
                  </a:cubicBezTo>
                  <a:cubicBezTo>
                    <a:pt x="5452" y="1636"/>
                    <a:pt x="5518" y="1619"/>
                    <a:pt x="5579" y="1619"/>
                  </a:cubicBezTo>
                  <a:cubicBezTo>
                    <a:pt x="5641" y="1619"/>
                    <a:pt x="5698" y="1636"/>
                    <a:pt x="5752" y="1671"/>
                  </a:cubicBezTo>
                  <a:cubicBezTo>
                    <a:pt x="6101" y="1893"/>
                    <a:pt x="6219" y="2761"/>
                    <a:pt x="6216" y="3440"/>
                  </a:cubicBezTo>
                  <a:cubicBezTo>
                    <a:pt x="6216" y="3453"/>
                    <a:pt x="6222" y="3463"/>
                    <a:pt x="6235" y="3469"/>
                  </a:cubicBezTo>
                  <a:cubicBezTo>
                    <a:pt x="6238" y="3470"/>
                    <a:pt x="6242" y="3470"/>
                    <a:pt x="6245" y="3470"/>
                  </a:cubicBezTo>
                  <a:cubicBezTo>
                    <a:pt x="6254" y="3470"/>
                    <a:pt x="6263" y="3467"/>
                    <a:pt x="6268" y="3459"/>
                  </a:cubicBezTo>
                  <a:cubicBezTo>
                    <a:pt x="6379" y="3322"/>
                    <a:pt x="6513" y="3208"/>
                    <a:pt x="6663" y="3117"/>
                  </a:cubicBezTo>
                  <a:cubicBezTo>
                    <a:pt x="6751" y="3060"/>
                    <a:pt x="6828" y="3032"/>
                    <a:pt x="6891" y="3032"/>
                  </a:cubicBezTo>
                  <a:cubicBezTo>
                    <a:pt x="6931" y="3032"/>
                    <a:pt x="6966" y="3043"/>
                    <a:pt x="6996" y="3064"/>
                  </a:cubicBezTo>
                  <a:cubicBezTo>
                    <a:pt x="7227" y="3231"/>
                    <a:pt x="7165" y="4017"/>
                    <a:pt x="7009" y="4677"/>
                  </a:cubicBezTo>
                  <a:cubicBezTo>
                    <a:pt x="7004" y="4696"/>
                    <a:pt x="7020" y="4713"/>
                    <a:pt x="7039" y="4713"/>
                  </a:cubicBezTo>
                  <a:cubicBezTo>
                    <a:pt x="7045" y="4713"/>
                    <a:pt x="7052" y="4711"/>
                    <a:pt x="7058" y="4706"/>
                  </a:cubicBezTo>
                  <a:cubicBezTo>
                    <a:pt x="7149" y="4631"/>
                    <a:pt x="7262" y="4592"/>
                    <a:pt x="7379" y="4592"/>
                  </a:cubicBezTo>
                  <a:cubicBezTo>
                    <a:pt x="7399" y="4592"/>
                    <a:pt x="7419" y="4593"/>
                    <a:pt x="7440" y="4595"/>
                  </a:cubicBezTo>
                  <a:cubicBezTo>
                    <a:pt x="7541" y="4605"/>
                    <a:pt x="7606" y="4647"/>
                    <a:pt x="7635" y="4722"/>
                  </a:cubicBezTo>
                  <a:cubicBezTo>
                    <a:pt x="7737" y="4967"/>
                    <a:pt x="7466" y="5506"/>
                    <a:pt x="7149" y="5884"/>
                  </a:cubicBezTo>
                  <a:cubicBezTo>
                    <a:pt x="7139" y="5894"/>
                    <a:pt x="7139" y="5911"/>
                    <a:pt x="7149" y="5924"/>
                  </a:cubicBezTo>
                  <a:cubicBezTo>
                    <a:pt x="7154" y="5931"/>
                    <a:pt x="7164" y="5935"/>
                    <a:pt x="7175" y="5935"/>
                  </a:cubicBezTo>
                  <a:cubicBezTo>
                    <a:pt x="7178" y="5935"/>
                    <a:pt x="7182" y="5934"/>
                    <a:pt x="7185" y="5933"/>
                  </a:cubicBezTo>
                  <a:cubicBezTo>
                    <a:pt x="7300" y="5885"/>
                    <a:pt x="7453" y="5840"/>
                    <a:pt x="7620" y="5840"/>
                  </a:cubicBezTo>
                  <a:cubicBezTo>
                    <a:pt x="7895" y="5840"/>
                    <a:pt x="8209" y="5963"/>
                    <a:pt x="8455" y="6397"/>
                  </a:cubicBezTo>
                  <a:cubicBezTo>
                    <a:pt x="8742" y="6900"/>
                    <a:pt x="8637" y="7415"/>
                    <a:pt x="8500" y="7758"/>
                  </a:cubicBezTo>
                  <a:cubicBezTo>
                    <a:pt x="8243" y="8411"/>
                    <a:pt x="7678" y="8927"/>
                    <a:pt x="7283" y="9051"/>
                  </a:cubicBezTo>
                  <a:cubicBezTo>
                    <a:pt x="7273" y="9051"/>
                    <a:pt x="7263" y="9060"/>
                    <a:pt x="7263" y="9070"/>
                  </a:cubicBezTo>
                  <a:cubicBezTo>
                    <a:pt x="7260" y="9080"/>
                    <a:pt x="7260" y="9090"/>
                    <a:pt x="7270" y="9099"/>
                  </a:cubicBezTo>
                  <a:cubicBezTo>
                    <a:pt x="7410" y="9266"/>
                    <a:pt x="7515" y="9465"/>
                    <a:pt x="7570" y="9677"/>
                  </a:cubicBezTo>
                  <a:cubicBezTo>
                    <a:pt x="7733" y="10245"/>
                    <a:pt x="7407" y="10568"/>
                    <a:pt x="7081" y="10676"/>
                  </a:cubicBezTo>
                  <a:cubicBezTo>
                    <a:pt x="7061" y="10683"/>
                    <a:pt x="7054" y="10705"/>
                    <a:pt x="7067" y="10725"/>
                  </a:cubicBezTo>
                  <a:cubicBezTo>
                    <a:pt x="7466" y="11185"/>
                    <a:pt x="7782" y="11936"/>
                    <a:pt x="7590" y="12566"/>
                  </a:cubicBezTo>
                  <a:cubicBezTo>
                    <a:pt x="7521" y="12788"/>
                    <a:pt x="7407" y="12928"/>
                    <a:pt x="7247" y="12984"/>
                  </a:cubicBezTo>
                  <a:cubicBezTo>
                    <a:pt x="7190" y="13004"/>
                    <a:pt x="7131" y="13013"/>
                    <a:pt x="7071" y="13013"/>
                  </a:cubicBezTo>
                  <a:cubicBezTo>
                    <a:pt x="6831" y="13013"/>
                    <a:pt x="6583" y="12871"/>
                    <a:pt x="6473" y="12801"/>
                  </a:cubicBezTo>
                  <a:cubicBezTo>
                    <a:pt x="6469" y="12796"/>
                    <a:pt x="6463" y="12794"/>
                    <a:pt x="6457" y="12794"/>
                  </a:cubicBezTo>
                  <a:cubicBezTo>
                    <a:pt x="6451" y="12794"/>
                    <a:pt x="6444" y="12796"/>
                    <a:pt x="6437" y="12801"/>
                  </a:cubicBezTo>
                  <a:cubicBezTo>
                    <a:pt x="6428" y="12807"/>
                    <a:pt x="6424" y="12817"/>
                    <a:pt x="6424" y="12830"/>
                  </a:cubicBezTo>
                  <a:cubicBezTo>
                    <a:pt x="6486" y="13157"/>
                    <a:pt x="6451" y="13741"/>
                    <a:pt x="6150" y="14309"/>
                  </a:cubicBezTo>
                  <a:cubicBezTo>
                    <a:pt x="6007" y="14580"/>
                    <a:pt x="5732" y="14759"/>
                    <a:pt x="5426" y="14772"/>
                  </a:cubicBezTo>
                  <a:cubicBezTo>
                    <a:pt x="5395" y="14775"/>
                    <a:pt x="5364" y="14776"/>
                    <a:pt x="5333" y="14776"/>
                  </a:cubicBezTo>
                  <a:cubicBezTo>
                    <a:pt x="4780" y="14776"/>
                    <a:pt x="4159" y="14397"/>
                    <a:pt x="3686" y="13770"/>
                  </a:cubicBezTo>
                  <a:cubicBezTo>
                    <a:pt x="3679" y="13761"/>
                    <a:pt x="3673" y="13757"/>
                    <a:pt x="3663" y="13757"/>
                  </a:cubicBezTo>
                  <a:lnTo>
                    <a:pt x="3660" y="13757"/>
                  </a:lnTo>
                  <a:cubicBezTo>
                    <a:pt x="3637" y="13757"/>
                    <a:pt x="3621" y="13780"/>
                    <a:pt x="3630" y="13803"/>
                  </a:cubicBezTo>
                  <a:cubicBezTo>
                    <a:pt x="3745" y="14061"/>
                    <a:pt x="3859" y="14417"/>
                    <a:pt x="3754" y="14642"/>
                  </a:cubicBezTo>
                  <a:cubicBezTo>
                    <a:pt x="3722" y="14704"/>
                    <a:pt x="3686" y="14736"/>
                    <a:pt x="3640" y="14743"/>
                  </a:cubicBezTo>
                  <a:cubicBezTo>
                    <a:pt x="3637" y="14743"/>
                    <a:pt x="3634" y="14743"/>
                    <a:pt x="3631" y="14743"/>
                  </a:cubicBezTo>
                  <a:cubicBezTo>
                    <a:pt x="3513" y="14743"/>
                    <a:pt x="3328" y="14568"/>
                    <a:pt x="3121" y="14266"/>
                  </a:cubicBezTo>
                  <a:cubicBezTo>
                    <a:pt x="3113" y="14257"/>
                    <a:pt x="3103" y="14252"/>
                    <a:pt x="3092" y="14252"/>
                  </a:cubicBezTo>
                  <a:cubicBezTo>
                    <a:pt x="3081" y="14252"/>
                    <a:pt x="3071" y="14258"/>
                    <a:pt x="3066" y="14270"/>
                  </a:cubicBezTo>
                  <a:cubicBezTo>
                    <a:pt x="3014" y="14387"/>
                    <a:pt x="2922" y="14485"/>
                    <a:pt x="2811" y="14554"/>
                  </a:cubicBezTo>
                  <a:cubicBezTo>
                    <a:pt x="2679" y="14636"/>
                    <a:pt x="2559" y="14677"/>
                    <a:pt x="2453" y="14677"/>
                  </a:cubicBezTo>
                  <a:cubicBezTo>
                    <a:pt x="2399" y="14677"/>
                    <a:pt x="2348" y="14666"/>
                    <a:pt x="2302" y="14645"/>
                  </a:cubicBezTo>
                  <a:cubicBezTo>
                    <a:pt x="2067" y="14537"/>
                    <a:pt x="1966" y="14185"/>
                    <a:pt x="1917" y="13907"/>
                  </a:cubicBezTo>
                  <a:cubicBezTo>
                    <a:pt x="1917" y="13891"/>
                    <a:pt x="1904" y="13881"/>
                    <a:pt x="1887" y="13881"/>
                  </a:cubicBezTo>
                  <a:cubicBezTo>
                    <a:pt x="1871" y="13881"/>
                    <a:pt x="1858" y="13894"/>
                    <a:pt x="1858" y="13907"/>
                  </a:cubicBezTo>
                  <a:cubicBezTo>
                    <a:pt x="1848" y="13979"/>
                    <a:pt x="1701" y="14097"/>
                    <a:pt x="1476" y="14136"/>
                  </a:cubicBezTo>
                  <a:cubicBezTo>
                    <a:pt x="1439" y="14142"/>
                    <a:pt x="1392" y="14147"/>
                    <a:pt x="1338" y="14147"/>
                  </a:cubicBezTo>
                  <a:cubicBezTo>
                    <a:pt x="1093" y="14147"/>
                    <a:pt x="700" y="14044"/>
                    <a:pt x="419" y="13463"/>
                  </a:cubicBezTo>
                  <a:cubicBezTo>
                    <a:pt x="360" y="13343"/>
                    <a:pt x="180" y="12905"/>
                    <a:pt x="373" y="12419"/>
                  </a:cubicBezTo>
                  <a:cubicBezTo>
                    <a:pt x="530" y="12027"/>
                    <a:pt x="882" y="11721"/>
                    <a:pt x="1421" y="11515"/>
                  </a:cubicBezTo>
                  <a:cubicBezTo>
                    <a:pt x="1434" y="11508"/>
                    <a:pt x="1444" y="11495"/>
                    <a:pt x="1440" y="11479"/>
                  </a:cubicBezTo>
                  <a:cubicBezTo>
                    <a:pt x="1437" y="11467"/>
                    <a:pt x="1427" y="11456"/>
                    <a:pt x="1413" y="11456"/>
                  </a:cubicBezTo>
                  <a:cubicBezTo>
                    <a:pt x="1411" y="11456"/>
                    <a:pt x="1409" y="11456"/>
                    <a:pt x="1408" y="11456"/>
                  </a:cubicBezTo>
                  <a:cubicBezTo>
                    <a:pt x="1329" y="11463"/>
                    <a:pt x="1248" y="11479"/>
                    <a:pt x="1173" y="11499"/>
                  </a:cubicBezTo>
                  <a:cubicBezTo>
                    <a:pt x="1038" y="11531"/>
                    <a:pt x="879" y="11569"/>
                    <a:pt x="733" y="11569"/>
                  </a:cubicBezTo>
                  <a:cubicBezTo>
                    <a:pt x="600" y="11569"/>
                    <a:pt x="477" y="11537"/>
                    <a:pt x="396" y="11440"/>
                  </a:cubicBezTo>
                  <a:cubicBezTo>
                    <a:pt x="154" y="11149"/>
                    <a:pt x="60" y="10738"/>
                    <a:pt x="115" y="10213"/>
                  </a:cubicBezTo>
                  <a:cubicBezTo>
                    <a:pt x="226" y="9135"/>
                    <a:pt x="918" y="7957"/>
                    <a:pt x="1346" y="7621"/>
                  </a:cubicBezTo>
                  <a:cubicBezTo>
                    <a:pt x="1355" y="7614"/>
                    <a:pt x="1359" y="7605"/>
                    <a:pt x="1359" y="7595"/>
                  </a:cubicBezTo>
                  <a:cubicBezTo>
                    <a:pt x="1359" y="7585"/>
                    <a:pt x="1352" y="7575"/>
                    <a:pt x="1346" y="7572"/>
                  </a:cubicBezTo>
                  <a:cubicBezTo>
                    <a:pt x="1182" y="7454"/>
                    <a:pt x="1042" y="7272"/>
                    <a:pt x="928" y="7033"/>
                  </a:cubicBezTo>
                  <a:cubicBezTo>
                    <a:pt x="696" y="6573"/>
                    <a:pt x="817" y="6018"/>
                    <a:pt x="1218" y="5698"/>
                  </a:cubicBezTo>
                  <a:cubicBezTo>
                    <a:pt x="1225" y="5692"/>
                    <a:pt x="1228" y="5685"/>
                    <a:pt x="1228" y="5676"/>
                  </a:cubicBezTo>
                  <a:cubicBezTo>
                    <a:pt x="1228" y="5666"/>
                    <a:pt x="1225" y="5656"/>
                    <a:pt x="1215" y="5653"/>
                  </a:cubicBezTo>
                  <a:cubicBezTo>
                    <a:pt x="725" y="5281"/>
                    <a:pt x="259" y="4553"/>
                    <a:pt x="324" y="3760"/>
                  </a:cubicBezTo>
                  <a:cubicBezTo>
                    <a:pt x="350" y="3446"/>
                    <a:pt x="451" y="3231"/>
                    <a:pt x="637" y="3103"/>
                  </a:cubicBezTo>
                  <a:cubicBezTo>
                    <a:pt x="743" y="3032"/>
                    <a:pt x="880" y="2995"/>
                    <a:pt x="1034" y="2995"/>
                  </a:cubicBezTo>
                  <a:cubicBezTo>
                    <a:pt x="1146" y="2995"/>
                    <a:pt x="1267" y="3015"/>
                    <a:pt x="1391" y="3055"/>
                  </a:cubicBezTo>
                  <a:cubicBezTo>
                    <a:pt x="1395" y="3055"/>
                    <a:pt x="1398" y="3056"/>
                    <a:pt x="1401" y="3056"/>
                  </a:cubicBezTo>
                  <a:cubicBezTo>
                    <a:pt x="1409" y="3056"/>
                    <a:pt x="1417" y="3052"/>
                    <a:pt x="1424" y="3045"/>
                  </a:cubicBezTo>
                  <a:cubicBezTo>
                    <a:pt x="1430" y="3035"/>
                    <a:pt x="1434" y="3025"/>
                    <a:pt x="1430" y="3012"/>
                  </a:cubicBezTo>
                  <a:cubicBezTo>
                    <a:pt x="1303" y="2666"/>
                    <a:pt x="1222" y="1987"/>
                    <a:pt x="1408" y="1223"/>
                  </a:cubicBezTo>
                  <a:cubicBezTo>
                    <a:pt x="1538" y="682"/>
                    <a:pt x="1861" y="270"/>
                    <a:pt x="2263" y="123"/>
                  </a:cubicBezTo>
                  <a:cubicBezTo>
                    <a:pt x="2376" y="83"/>
                    <a:pt x="2494" y="62"/>
                    <a:pt x="2615" y="62"/>
                  </a:cubicBezTo>
                  <a:close/>
                  <a:moveTo>
                    <a:pt x="2618" y="0"/>
                  </a:moveTo>
                  <a:cubicBezTo>
                    <a:pt x="2491" y="0"/>
                    <a:pt x="2366" y="22"/>
                    <a:pt x="2246" y="65"/>
                  </a:cubicBezTo>
                  <a:cubicBezTo>
                    <a:pt x="1822" y="218"/>
                    <a:pt x="1486" y="646"/>
                    <a:pt x="1349" y="1207"/>
                  </a:cubicBezTo>
                  <a:cubicBezTo>
                    <a:pt x="1199" y="1821"/>
                    <a:pt x="1202" y="2506"/>
                    <a:pt x="1355" y="2976"/>
                  </a:cubicBezTo>
                  <a:cubicBezTo>
                    <a:pt x="1246" y="2947"/>
                    <a:pt x="1139" y="2932"/>
                    <a:pt x="1038" y="2932"/>
                  </a:cubicBezTo>
                  <a:cubicBezTo>
                    <a:pt x="872" y="2932"/>
                    <a:pt x="723" y="2972"/>
                    <a:pt x="605" y="3051"/>
                  </a:cubicBezTo>
                  <a:cubicBezTo>
                    <a:pt x="406" y="3185"/>
                    <a:pt x="291" y="3420"/>
                    <a:pt x="265" y="3753"/>
                  </a:cubicBezTo>
                  <a:cubicBezTo>
                    <a:pt x="197" y="4553"/>
                    <a:pt x="657" y="5287"/>
                    <a:pt x="1150" y="5676"/>
                  </a:cubicBezTo>
                  <a:cubicBezTo>
                    <a:pt x="752" y="6015"/>
                    <a:pt x="637" y="6586"/>
                    <a:pt x="872" y="7056"/>
                  </a:cubicBezTo>
                  <a:cubicBezTo>
                    <a:pt x="967" y="7265"/>
                    <a:pt x="1104" y="7448"/>
                    <a:pt x="1280" y="7595"/>
                  </a:cubicBezTo>
                  <a:cubicBezTo>
                    <a:pt x="843" y="7970"/>
                    <a:pt x="167" y="9135"/>
                    <a:pt x="56" y="10206"/>
                  </a:cubicBezTo>
                  <a:cubicBezTo>
                    <a:pt x="1" y="10748"/>
                    <a:pt x="102" y="11179"/>
                    <a:pt x="353" y="11479"/>
                  </a:cubicBezTo>
                  <a:cubicBezTo>
                    <a:pt x="450" y="11592"/>
                    <a:pt x="588" y="11628"/>
                    <a:pt x="736" y="11628"/>
                  </a:cubicBezTo>
                  <a:cubicBezTo>
                    <a:pt x="874" y="11628"/>
                    <a:pt x="1021" y="11597"/>
                    <a:pt x="1150" y="11567"/>
                  </a:cubicBezTo>
                  <a:lnTo>
                    <a:pt x="1150" y="11567"/>
                  </a:lnTo>
                  <a:cubicBezTo>
                    <a:pt x="735" y="11773"/>
                    <a:pt x="458" y="12053"/>
                    <a:pt x="321" y="12396"/>
                  </a:cubicBezTo>
                  <a:cubicBezTo>
                    <a:pt x="122" y="12905"/>
                    <a:pt x="308" y="13362"/>
                    <a:pt x="370" y="13490"/>
                  </a:cubicBezTo>
                  <a:cubicBezTo>
                    <a:pt x="663" y="14098"/>
                    <a:pt x="1080" y="14207"/>
                    <a:pt x="1341" y="14207"/>
                  </a:cubicBezTo>
                  <a:cubicBezTo>
                    <a:pt x="1399" y="14207"/>
                    <a:pt x="1450" y="14201"/>
                    <a:pt x="1489" y="14195"/>
                  </a:cubicBezTo>
                  <a:cubicBezTo>
                    <a:pt x="1659" y="14165"/>
                    <a:pt x="1809" y="14090"/>
                    <a:pt x="1881" y="14005"/>
                  </a:cubicBezTo>
                  <a:cubicBezTo>
                    <a:pt x="1936" y="14280"/>
                    <a:pt x="2051" y="14593"/>
                    <a:pt x="2282" y="14697"/>
                  </a:cubicBezTo>
                  <a:cubicBezTo>
                    <a:pt x="2337" y="14722"/>
                    <a:pt x="2396" y="14735"/>
                    <a:pt x="2459" y="14735"/>
                  </a:cubicBezTo>
                  <a:cubicBezTo>
                    <a:pt x="2576" y="14735"/>
                    <a:pt x="2706" y="14692"/>
                    <a:pt x="2850" y="14603"/>
                  </a:cubicBezTo>
                  <a:cubicBezTo>
                    <a:pt x="2955" y="14541"/>
                    <a:pt x="3043" y="14449"/>
                    <a:pt x="3105" y="14342"/>
                  </a:cubicBezTo>
                  <a:cubicBezTo>
                    <a:pt x="3261" y="14564"/>
                    <a:pt x="3466" y="14802"/>
                    <a:pt x="3637" y="14802"/>
                  </a:cubicBezTo>
                  <a:cubicBezTo>
                    <a:pt x="3641" y="14802"/>
                    <a:pt x="3646" y="14802"/>
                    <a:pt x="3650" y="14802"/>
                  </a:cubicBezTo>
                  <a:cubicBezTo>
                    <a:pt x="3719" y="14795"/>
                    <a:pt x="3774" y="14750"/>
                    <a:pt x="3813" y="14665"/>
                  </a:cubicBezTo>
                  <a:cubicBezTo>
                    <a:pt x="3901" y="14472"/>
                    <a:pt x="3849" y="14204"/>
                    <a:pt x="3768" y="13966"/>
                  </a:cubicBezTo>
                  <a:lnTo>
                    <a:pt x="3768" y="13966"/>
                  </a:lnTo>
                  <a:cubicBezTo>
                    <a:pt x="4234" y="14515"/>
                    <a:pt x="4812" y="14838"/>
                    <a:pt x="5334" y="14838"/>
                  </a:cubicBezTo>
                  <a:cubicBezTo>
                    <a:pt x="5367" y="14838"/>
                    <a:pt x="5400" y="14838"/>
                    <a:pt x="5429" y="14834"/>
                  </a:cubicBezTo>
                  <a:cubicBezTo>
                    <a:pt x="5755" y="14818"/>
                    <a:pt x="6052" y="14629"/>
                    <a:pt x="6202" y="14335"/>
                  </a:cubicBezTo>
                  <a:cubicBezTo>
                    <a:pt x="6444" y="13881"/>
                    <a:pt x="6558" y="13320"/>
                    <a:pt x="6496" y="12886"/>
                  </a:cubicBezTo>
                  <a:lnTo>
                    <a:pt x="6496" y="12886"/>
                  </a:lnTo>
                  <a:cubicBezTo>
                    <a:pt x="6629" y="12964"/>
                    <a:pt x="6851" y="13072"/>
                    <a:pt x="7073" y="13072"/>
                  </a:cubicBezTo>
                  <a:cubicBezTo>
                    <a:pt x="7139" y="13072"/>
                    <a:pt x="7206" y="13063"/>
                    <a:pt x="7270" y="13039"/>
                  </a:cubicBezTo>
                  <a:cubicBezTo>
                    <a:pt x="7446" y="12977"/>
                    <a:pt x="7573" y="12824"/>
                    <a:pt x="7648" y="12582"/>
                  </a:cubicBezTo>
                  <a:cubicBezTo>
                    <a:pt x="7844" y="11946"/>
                    <a:pt x="7541" y="11195"/>
                    <a:pt x="7146" y="10715"/>
                  </a:cubicBezTo>
                  <a:cubicBezTo>
                    <a:pt x="7505" y="10578"/>
                    <a:pt x="7789" y="10209"/>
                    <a:pt x="7632" y="9661"/>
                  </a:cubicBezTo>
                  <a:cubicBezTo>
                    <a:pt x="7577" y="9452"/>
                    <a:pt x="7479" y="9259"/>
                    <a:pt x="7345" y="9093"/>
                  </a:cubicBezTo>
                  <a:cubicBezTo>
                    <a:pt x="7753" y="8943"/>
                    <a:pt x="8305" y="8427"/>
                    <a:pt x="8562" y="7781"/>
                  </a:cubicBezTo>
                  <a:cubicBezTo>
                    <a:pt x="8703" y="7425"/>
                    <a:pt x="8807" y="6890"/>
                    <a:pt x="8510" y="6364"/>
                  </a:cubicBezTo>
                  <a:cubicBezTo>
                    <a:pt x="8250" y="5906"/>
                    <a:pt x="7917" y="5777"/>
                    <a:pt x="7625" y="5777"/>
                  </a:cubicBezTo>
                  <a:cubicBezTo>
                    <a:pt x="7495" y="5777"/>
                    <a:pt x="7373" y="5802"/>
                    <a:pt x="7270" y="5835"/>
                  </a:cubicBezTo>
                  <a:cubicBezTo>
                    <a:pt x="7564" y="5454"/>
                    <a:pt x="7802" y="4954"/>
                    <a:pt x="7697" y="4700"/>
                  </a:cubicBezTo>
                  <a:cubicBezTo>
                    <a:pt x="7655" y="4602"/>
                    <a:pt x="7573" y="4546"/>
                    <a:pt x="7449" y="4533"/>
                  </a:cubicBezTo>
                  <a:cubicBezTo>
                    <a:pt x="7426" y="4530"/>
                    <a:pt x="7403" y="4529"/>
                    <a:pt x="7380" y="4529"/>
                  </a:cubicBezTo>
                  <a:cubicBezTo>
                    <a:pt x="7277" y="4529"/>
                    <a:pt x="7178" y="4558"/>
                    <a:pt x="7090" y="4611"/>
                  </a:cubicBezTo>
                  <a:cubicBezTo>
                    <a:pt x="7208" y="4076"/>
                    <a:pt x="7312" y="3214"/>
                    <a:pt x="7035" y="3012"/>
                  </a:cubicBezTo>
                  <a:cubicBezTo>
                    <a:pt x="6994" y="2983"/>
                    <a:pt x="6949" y="2969"/>
                    <a:pt x="6898" y="2969"/>
                  </a:cubicBezTo>
                  <a:cubicBezTo>
                    <a:pt x="6822" y="2969"/>
                    <a:pt x="6733" y="3001"/>
                    <a:pt x="6633" y="3064"/>
                  </a:cubicBezTo>
                  <a:cubicBezTo>
                    <a:pt x="6503" y="3143"/>
                    <a:pt x="6382" y="3244"/>
                    <a:pt x="6281" y="3355"/>
                  </a:cubicBezTo>
                  <a:cubicBezTo>
                    <a:pt x="6274" y="2676"/>
                    <a:pt x="6144" y="1844"/>
                    <a:pt x="5791" y="1618"/>
                  </a:cubicBezTo>
                  <a:cubicBezTo>
                    <a:pt x="5726" y="1578"/>
                    <a:pt x="5656" y="1558"/>
                    <a:pt x="5582" y="1558"/>
                  </a:cubicBezTo>
                  <a:cubicBezTo>
                    <a:pt x="5511" y="1558"/>
                    <a:pt x="5435" y="1577"/>
                    <a:pt x="5357" y="1615"/>
                  </a:cubicBezTo>
                  <a:cubicBezTo>
                    <a:pt x="5204" y="1687"/>
                    <a:pt x="5063" y="1788"/>
                    <a:pt x="4952" y="1912"/>
                  </a:cubicBezTo>
                  <a:cubicBezTo>
                    <a:pt x="4877" y="1677"/>
                    <a:pt x="4737" y="1334"/>
                    <a:pt x="4531" y="1295"/>
                  </a:cubicBezTo>
                  <a:cubicBezTo>
                    <a:pt x="4519" y="1293"/>
                    <a:pt x="4506" y="1292"/>
                    <a:pt x="4494" y="1292"/>
                  </a:cubicBezTo>
                  <a:cubicBezTo>
                    <a:pt x="4422" y="1292"/>
                    <a:pt x="4353" y="1332"/>
                    <a:pt x="4283" y="1409"/>
                  </a:cubicBezTo>
                  <a:cubicBezTo>
                    <a:pt x="4143" y="956"/>
                    <a:pt x="3875" y="571"/>
                    <a:pt x="3549" y="352"/>
                  </a:cubicBezTo>
                  <a:cubicBezTo>
                    <a:pt x="3233" y="118"/>
                    <a:pt x="2917" y="0"/>
                    <a:pt x="2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73"/>
            <p:cNvSpPr/>
            <p:nvPr/>
          </p:nvSpPr>
          <p:spPr>
            <a:xfrm>
              <a:off x="3628975" y="2404150"/>
              <a:ext cx="337825" cy="118400"/>
            </a:xfrm>
            <a:custGeom>
              <a:avLst/>
              <a:gdLst/>
              <a:ahLst/>
              <a:cxnLst/>
              <a:rect l="l" t="t" r="r" b="b"/>
              <a:pathLst>
                <a:path w="13513" h="4736" extrusionOk="0">
                  <a:moveTo>
                    <a:pt x="44" y="0"/>
                  </a:moveTo>
                  <a:cubicBezTo>
                    <a:pt x="13" y="0"/>
                    <a:pt x="0" y="49"/>
                    <a:pt x="36" y="61"/>
                  </a:cubicBezTo>
                  <a:lnTo>
                    <a:pt x="13461" y="4732"/>
                  </a:lnTo>
                  <a:cubicBezTo>
                    <a:pt x="13462" y="4734"/>
                    <a:pt x="13464" y="4734"/>
                    <a:pt x="13466" y="4734"/>
                  </a:cubicBezTo>
                  <a:cubicBezTo>
                    <a:pt x="13467" y="4734"/>
                    <a:pt x="13469" y="4734"/>
                    <a:pt x="13470" y="4732"/>
                  </a:cubicBezTo>
                  <a:lnTo>
                    <a:pt x="13470" y="4735"/>
                  </a:lnTo>
                  <a:cubicBezTo>
                    <a:pt x="13506" y="4735"/>
                    <a:pt x="13513" y="4686"/>
                    <a:pt x="13480" y="4676"/>
                  </a:cubicBezTo>
                  <a:lnTo>
                    <a:pt x="55" y="2"/>
                  </a:lnTo>
                  <a:cubicBezTo>
                    <a:pt x="51" y="1"/>
                    <a:pt x="48" y="0"/>
                    <a:pt x="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73"/>
            <p:cNvSpPr/>
            <p:nvPr/>
          </p:nvSpPr>
          <p:spPr>
            <a:xfrm>
              <a:off x="3355675" y="2308900"/>
              <a:ext cx="274700" cy="96700"/>
            </a:xfrm>
            <a:custGeom>
              <a:avLst/>
              <a:gdLst/>
              <a:ahLst/>
              <a:cxnLst/>
              <a:rect l="l" t="t" r="r" b="b"/>
              <a:pathLst>
                <a:path w="10988" h="3868" extrusionOk="0">
                  <a:moveTo>
                    <a:pt x="44" y="1"/>
                  </a:moveTo>
                  <a:cubicBezTo>
                    <a:pt x="18" y="1"/>
                    <a:pt x="1" y="38"/>
                    <a:pt x="27" y="55"/>
                  </a:cubicBezTo>
                  <a:lnTo>
                    <a:pt x="3627" y="2905"/>
                  </a:lnTo>
                  <a:lnTo>
                    <a:pt x="3663" y="2856"/>
                  </a:lnTo>
                  <a:lnTo>
                    <a:pt x="206" y="124"/>
                  </a:lnTo>
                  <a:lnTo>
                    <a:pt x="10968" y="3868"/>
                  </a:lnTo>
                  <a:lnTo>
                    <a:pt x="10987" y="3809"/>
                  </a:lnTo>
                  <a:lnTo>
                    <a:pt x="56" y="3"/>
                  </a:lnTo>
                  <a:cubicBezTo>
                    <a:pt x="52" y="2"/>
                    <a:pt x="48" y="1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73"/>
            <p:cNvSpPr/>
            <p:nvPr/>
          </p:nvSpPr>
          <p:spPr>
            <a:xfrm>
              <a:off x="3956000" y="2495150"/>
              <a:ext cx="61975" cy="53100"/>
            </a:xfrm>
            <a:custGeom>
              <a:avLst/>
              <a:gdLst/>
              <a:ahLst/>
              <a:cxnLst/>
              <a:rect l="l" t="t" r="r" b="b"/>
              <a:pathLst>
                <a:path w="2479" h="2124" extrusionOk="0">
                  <a:moveTo>
                    <a:pt x="1418" y="64"/>
                  </a:moveTo>
                  <a:cubicBezTo>
                    <a:pt x="1969" y="64"/>
                    <a:pt x="2420" y="511"/>
                    <a:pt x="2420" y="1063"/>
                  </a:cubicBezTo>
                  <a:cubicBezTo>
                    <a:pt x="2420" y="1666"/>
                    <a:pt x="1926" y="2065"/>
                    <a:pt x="1412" y="2065"/>
                  </a:cubicBezTo>
                  <a:cubicBezTo>
                    <a:pt x="1166" y="2065"/>
                    <a:pt x="916" y="1974"/>
                    <a:pt x="713" y="1771"/>
                  </a:cubicBezTo>
                  <a:cubicBezTo>
                    <a:pt x="83" y="1141"/>
                    <a:pt x="527" y="64"/>
                    <a:pt x="1418" y="64"/>
                  </a:cubicBezTo>
                  <a:close/>
                  <a:moveTo>
                    <a:pt x="1410" y="1"/>
                  </a:moveTo>
                  <a:cubicBezTo>
                    <a:pt x="1150" y="1"/>
                    <a:pt x="885" y="97"/>
                    <a:pt x="670" y="312"/>
                  </a:cubicBezTo>
                  <a:cubicBezTo>
                    <a:pt x="1" y="981"/>
                    <a:pt x="474" y="2123"/>
                    <a:pt x="1418" y="2123"/>
                  </a:cubicBezTo>
                  <a:cubicBezTo>
                    <a:pt x="2005" y="2123"/>
                    <a:pt x="2478" y="1650"/>
                    <a:pt x="2478" y="1063"/>
                  </a:cubicBezTo>
                  <a:cubicBezTo>
                    <a:pt x="2478" y="424"/>
                    <a:pt x="1955" y="1"/>
                    <a:pt x="14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73"/>
            <p:cNvSpPr/>
            <p:nvPr/>
          </p:nvSpPr>
          <p:spPr>
            <a:xfrm>
              <a:off x="4017225" y="2520975"/>
              <a:ext cx="236825" cy="1475"/>
            </a:xfrm>
            <a:custGeom>
              <a:avLst/>
              <a:gdLst/>
              <a:ahLst/>
              <a:cxnLst/>
              <a:rect l="l" t="t" r="r" b="b"/>
              <a:pathLst>
                <a:path w="9473" h="59" extrusionOk="0">
                  <a:moveTo>
                    <a:pt x="0" y="0"/>
                  </a:moveTo>
                  <a:lnTo>
                    <a:pt x="0" y="59"/>
                  </a:lnTo>
                  <a:lnTo>
                    <a:pt x="9472" y="59"/>
                  </a:lnTo>
                  <a:lnTo>
                    <a:pt x="94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73"/>
            <p:cNvSpPr/>
            <p:nvPr/>
          </p:nvSpPr>
          <p:spPr>
            <a:xfrm>
              <a:off x="3159750" y="2309775"/>
              <a:ext cx="215300" cy="410650"/>
            </a:xfrm>
            <a:custGeom>
              <a:avLst/>
              <a:gdLst/>
              <a:ahLst/>
              <a:cxnLst/>
              <a:rect l="l" t="t" r="r" b="b"/>
              <a:pathLst>
                <a:path w="8612" h="16426" extrusionOk="0">
                  <a:moveTo>
                    <a:pt x="7883" y="1"/>
                  </a:moveTo>
                  <a:cubicBezTo>
                    <a:pt x="7841" y="1"/>
                    <a:pt x="7805" y="37"/>
                    <a:pt x="7766" y="105"/>
                  </a:cubicBezTo>
                  <a:lnTo>
                    <a:pt x="640" y="2498"/>
                  </a:lnTo>
                  <a:cubicBezTo>
                    <a:pt x="288" y="2498"/>
                    <a:pt x="1" y="5073"/>
                    <a:pt x="1" y="8249"/>
                  </a:cubicBezTo>
                  <a:cubicBezTo>
                    <a:pt x="1" y="11425"/>
                    <a:pt x="285" y="14004"/>
                    <a:pt x="640" y="14004"/>
                  </a:cubicBezTo>
                  <a:lnTo>
                    <a:pt x="7867" y="16425"/>
                  </a:lnTo>
                  <a:lnTo>
                    <a:pt x="7867" y="16412"/>
                  </a:lnTo>
                  <a:cubicBezTo>
                    <a:pt x="7873" y="16416"/>
                    <a:pt x="7877" y="16416"/>
                    <a:pt x="7883" y="16419"/>
                  </a:cubicBezTo>
                  <a:cubicBezTo>
                    <a:pt x="8285" y="16419"/>
                    <a:pt x="8611" y="12744"/>
                    <a:pt x="8611" y="8210"/>
                  </a:cubicBezTo>
                  <a:cubicBezTo>
                    <a:pt x="8611" y="3676"/>
                    <a:pt x="8285" y="1"/>
                    <a:pt x="78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73"/>
            <p:cNvSpPr/>
            <p:nvPr/>
          </p:nvSpPr>
          <p:spPr>
            <a:xfrm>
              <a:off x="3158925" y="2309050"/>
              <a:ext cx="216850" cy="412200"/>
            </a:xfrm>
            <a:custGeom>
              <a:avLst/>
              <a:gdLst/>
              <a:ahLst/>
              <a:cxnLst/>
              <a:rect l="l" t="t" r="r" b="b"/>
              <a:pathLst>
                <a:path w="8674" h="16488" extrusionOk="0">
                  <a:moveTo>
                    <a:pt x="7916" y="59"/>
                  </a:moveTo>
                  <a:cubicBezTo>
                    <a:pt x="8047" y="59"/>
                    <a:pt x="8246" y="683"/>
                    <a:pt x="8399" y="2432"/>
                  </a:cubicBezTo>
                  <a:cubicBezTo>
                    <a:pt x="8536" y="3983"/>
                    <a:pt x="8615" y="6042"/>
                    <a:pt x="8615" y="8236"/>
                  </a:cubicBezTo>
                  <a:cubicBezTo>
                    <a:pt x="8615" y="10426"/>
                    <a:pt x="8536" y="12485"/>
                    <a:pt x="8399" y="14036"/>
                  </a:cubicBezTo>
                  <a:cubicBezTo>
                    <a:pt x="8243" y="15789"/>
                    <a:pt x="8047" y="16412"/>
                    <a:pt x="7916" y="16412"/>
                  </a:cubicBezTo>
                  <a:cubicBezTo>
                    <a:pt x="7913" y="16412"/>
                    <a:pt x="7910" y="16409"/>
                    <a:pt x="7906" y="16409"/>
                  </a:cubicBezTo>
                  <a:cubicBezTo>
                    <a:pt x="7900" y="16409"/>
                    <a:pt x="7890" y="16409"/>
                    <a:pt x="7884" y="16415"/>
                  </a:cubicBezTo>
                  <a:lnTo>
                    <a:pt x="683" y="14000"/>
                  </a:lnTo>
                  <a:lnTo>
                    <a:pt x="673" y="14000"/>
                  </a:lnTo>
                  <a:cubicBezTo>
                    <a:pt x="559" y="14000"/>
                    <a:pt x="386" y="13566"/>
                    <a:pt x="252" y="12342"/>
                  </a:cubicBezTo>
                  <a:cubicBezTo>
                    <a:pt x="131" y="11255"/>
                    <a:pt x="63" y="9812"/>
                    <a:pt x="63" y="8278"/>
                  </a:cubicBezTo>
                  <a:cubicBezTo>
                    <a:pt x="63" y="6741"/>
                    <a:pt x="128" y="5298"/>
                    <a:pt x="252" y="4211"/>
                  </a:cubicBezTo>
                  <a:cubicBezTo>
                    <a:pt x="389" y="2990"/>
                    <a:pt x="559" y="2553"/>
                    <a:pt x="673" y="2553"/>
                  </a:cubicBezTo>
                  <a:lnTo>
                    <a:pt x="683" y="2553"/>
                  </a:lnTo>
                  <a:lnTo>
                    <a:pt x="7808" y="164"/>
                  </a:lnTo>
                  <a:cubicBezTo>
                    <a:pt x="7815" y="160"/>
                    <a:pt x="7822" y="157"/>
                    <a:pt x="7825" y="151"/>
                  </a:cubicBezTo>
                  <a:cubicBezTo>
                    <a:pt x="7857" y="92"/>
                    <a:pt x="7890" y="59"/>
                    <a:pt x="7916" y="59"/>
                  </a:cubicBezTo>
                  <a:close/>
                  <a:moveTo>
                    <a:pt x="7916" y="0"/>
                  </a:moveTo>
                  <a:cubicBezTo>
                    <a:pt x="7867" y="0"/>
                    <a:pt x="7822" y="36"/>
                    <a:pt x="7779" y="111"/>
                  </a:cubicBezTo>
                  <a:lnTo>
                    <a:pt x="670" y="2497"/>
                  </a:lnTo>
                  <a:cubicBezTo>
                    <a:pt x="236" y="2520"/>
                    <a:pt x="1" y="5487"/>
                    <a:pt x="1" y="8281"/>
                  </a:cubicBezTo>
                  <a:cubicBezTo>
                    <a:pt x="1" y="11072"/>
                    <a:pt x="236" y="14039"/>
                    <a:pt x="670" y="14065"/>
                  </a:cubicBezTo>
                  <a:lnTo>
                    <a:pt x="7890" y="16487"/>
                  </a:lnTo>
                  <a:lnTo>
                    <a:pt x="7900" y="16487"/>
                  </a:lnTo>
                  <a:cubicBezTo>
                    <a:pt x="7906" y="16487"/>
                    <a:pt x="7913" y="16487"/>
                    <a:pt x="7919" y="16484"/>
                  </a:cubicBezTo>
                  <a:lnTo>
                    <a:pt x="7923" y="16477"/>
                  </a:lnTo>
                  <a:cubicBezTo>
                    <a:pt x="8138" y="16464"/>
                    <a:pt x="8321" y="15645"/>
                    <a:pt x="8461" y="14046"/>
                  </a:cubicBezTo>
                  <a:cubicBezTo>
                    <a:pt x="8598" y="12495"/>
                    <a:pt x="8673" y="10432"/>
                    <a:pt x="8673" y="8239"/>
                  </a:cubicBezTo>
                  <a:cubicBezTo>
                    <a:pt x="8673" y="6045"/>
                    <a:pt x="8598" y="3983"/>
                    <a:pt x="8461" y="2432"/>
                  </a:cubicBezTo>
                  <a:cubicBezTo>
                    <a:pt x="8318" y="816"/>
                    <a:pt x="8135" y="0"/>
                    <a:pt x="79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73"/>
            <p:cNvSpPr/>
            <p:nvPr/>
          </p:nvSpPr>
          <p:spPr>
            <a:xfrm>
              <a:off x="3288925" y="2284900"/>
              <a:ext cx="86125" cy="460400"/>
            </a:xfrm>
            <a:custGeom>
              <a:avLst/>
              <a:gdLst/>
              <a:ahLst/>
              <a:cxnLst/>
              <a:rect l="l" t="t" r="r" b="b"/>
              <a:pathLst>
                <a:path w="3445" h="18416" extrusionOk="0">
                  <a:moveTo>
                    <a:pt x="2628" y="0"/>
                  </a:moveTo>
                  <a:cubicBezTo>
                    <a:pt x="2582" y="0"/>
                    <a:pt x="2540" y="43"/>
                    <a:pt x="2497" y="121"/>
                  </a:cubicBezTo>
                  <a:lnTo>
                    <a:pt x="888" y="660"/>
                  </a:lnTo>
                  <a:cubicBezTo>
                    <a:pt x="350" y="839"/>
                    <a:pt x="14" y="1365"/>
                    <a:pt x="76" y="1926"/>
                  </a:cubicBezTo>
                  <a:cubicBezTo>
                    <a:pt x="268" y="3610"/>
                    <a:pt x="392" y="6244"/>
                    <a:pt x="392" y="9202"/>
                  </a:cubicBezTo>
                  <a:cubicBezTo>
                    <a:pt x="392" y="12211"/>
                    <a:pt x="265" y="14884"/>
                    <a:pt x="66" y="16562"/>
                  </a:cubicBezTo>
                  <a:cubicBezTo>
                    <a:pt x="1" y="17127"/>
                    <a:pt x="340" y="17655"/>
                    <a:pt x="879" y="17835"/>
                  </a:cubicBezTo>
                  <a:lnTo>
                    <a:pt x="2608" y="18416"/>
                  </a:lnTo>
                  <a:lnTo>
                    <a:pt x="2608" y="18400"/>
                  </a:lnTo>
                  <a:cubicBezTo>
                    <a:pt x="2615" y="18403"/>
                    <a:pt x="2622" y="18406"/>
                    <a:pt x="2628" y="18406"/>
                  </a:cubicBezTo>
                  <a:cubicBezTo>
                    <a:pt x="3078" y="18406"/>
                    <a:pt x="3444" y="14284"/>
                    <a:pt x="3444" y="9202"/>
                  </a:cubicBezTo>
                  <a:cubicBezTo>
                    <a:pt x="3444" y="4120"/>
                    <a:pt x="3075" y="0"/>
                    <a:pt x="26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73"/>
            <p:cNvSpPr/>
            <p:nvPr/>
          </p:nvSpPr>
          <p:spPr>
            <a:xfrm>
              <a:off x="3288200" y="2284150"/>
              <a:ext cx="87575" cy="461950"/>
            </a:xfrm>
            <a:custGeom>
              <a:avLst/>
              <a:gdLst/>
              <a:ahLst/>
              <a:cxnLst/>
              <a:rect l="l" t="t" r="r" b="b"/>
              <a:pathLst>
                <a:path w="3503" h="18478" extrusionOk="0">
                  <a:moveTo>
                    <a:pt x="2657" y="60"/>
                  </a:moveTo>
                  <a:cubicBezTo>
                    <a:pt x="2729" y="60"/>
                    <a:pt x="2983" y="252"/>
                    <a:pt x="3202" y="2726"/>
                  </a:cubicBezTo>
                  <a:cubicBezTo>
                    <a:pt x="3359" y="4463"/>
                    <a:pt x="3444" y="6774"/>
                    <a:pt x="3444" y="9232"/>
                  </a:cubicBezTo>
                  <a:cubicBezTo>
                    <a:pt x="3444" y="11689"/>
                    <a:pt x="3359" y="14000"/>
                    <a:pt x="3202" y="15737"/>
                  </a:cubicBezTo>
                  <a:cubicBezTo>
                    <a:pt x="2983" y="18208"/>
                    <a:pt x="2729" y="18404"/>
                    <a:pt x="2657" y="18404"/>
                  </a:cubicBezTo>
                  <a:lnTo>
                    <a:pt x="2647" y="18400"/>
                  </a:lnTo>
                  <a:cubicBezTo>
                    <a:pt x="2645" y="18399"/>
                    <a:pt x="2642" y="18399"/>
                    <a:pt x="2639" y="18399"/>
                  </a:cubicBezTo>
                  <a:cubicBezTo>
                    <a:pt x="2632" y="18399"/>
                    <a:pt x="2626" y="18402"/>
                    <a:pt x="2621" y="18407"/>
                  </a:cubicBezTo>
                  <a:lnTo>
                    <a:pt x="917" y="17836"/>
                  </a:lnTo>
                  <a:cubicBezTo>
                    <a:pt x="395" y="17659"/>
                    <a:pt x="65" y="17144"/>
                    <a:pt x="127" y="16595"/>
                  </a:cubicBezTo>
                  <a:cubicBezTo>
                    <a:pt x="333" y="14836"/>
                    <a:pt x="454" y="12153"/>
                    <a:pt x="454" y="9232"/>
                  </a:cubicBezTo>
                  <a:cubicBezTo>
                    <a:pt x="454" y="6366"/>
                    <a:pt x="336" y="3712"/>
                    <a:pt x="134" y="1953"/>
                  </a:cubicBezTo>
                  <a:cubicBezTo>
                    <a:pt x="75" y="1408"/>
                    <a:pt x="405" y="892"/>
                    <a:pt x="927" y="719"/>
                  </a:cubicBezTo>
                  <a:lnTo>
                    <a:pt x="2533" y="180"/>
                  </a:lnTo>
                  <a:cubicBezTo>
                    <a:pt x="2543" y="177"/>
                    <a:pt x="2549" y="171"/>
                    <a:pt x="2553" y="164"/>
                  </a:cubicBezTo>
                  <a:cubicBezTo>
                    <a:pt x="2589" y="99"/>
                    <a:pt x="2628" y="60"/>
                    <a:pt x="2657" y="60"/>
                  </a:cubicBezTo>
                  <a:close/>
                  <a:moveTo>
                    <a:pt x="2657" y="1"/>
                  </a:moveTo>
                  <a:cubicBezTo>
                    <a:pt x="2602" y="1"/>
                    <a:pt x="2553" y="40"/>
                    <a:pt x="2504" y="125"/>
                  </a:cubicBezTo>
                  <a:lnTo>
                    <a:pt x="908" y="660"/>
                  </a:lnTo>
                  <a:cubicBezTo>
                    <a:pt x="359" y="846"/>
                    <a:pt x="13" y="1385"/>
                    <a:pt x="75" y="1959"/>
                  </a:cubicBezTo>
                  <a:cubicBezTo>
                    <a:pt x="274" y="3719"/>
                    <a:pt x="392" y="6369"/>
                    <a:pt x="392" y="9232"/>
                  </a:cubicBezTo>
                  <a:cubicBezTo>
                    <a:pt x="392" y="12153"/>
                    <a:pt x="271" y="14836"/>
                    <a:pt x="65" y="16589"/>
                  </a:cubicBezTo>
                  <a:cubicBezTo>
                    <a:pt x="0" y="17166"/>
                    <a:pt x="346" y="17708"/>
                    <a:pt x="898" y="17894"/>
                  </a:cubicBezTo>
                  <a:lnTo>
                    <a:pt x="2631" y="18475"/>
                  </a:lnTo>
                  <a:cubicBezTo>
                    <a:pt x="2631" y="18477"/>
                    <a:pt x="2633" y="18478"/>
                    <a:pt x="2635" y="18478"/>
                  </a:cubicBezTo>
                  <a:cubicBezTo>
                    <a:pt x="2637" y="18478"/>
                    <a:pt x="2639" y="18477"/>
                    <a:pt x="2641" y="18475"/>
                  </a:cubicBezTo>
                  <a:cubicBezTo>
                    <a:pt x="2644" y="18475"/>
                    <a:pt x="2651" y="18475"/>
                    <a:pt x="2657" y="18472"/>
                  </a:cubicBezTo>
                  <a:lnTo>
                    <a:pt x="2660" y="18466"/>
                  </a:lnTo>
                  <a:cubicBezTo>
                    <a:pt x="2902" y="18452"/>
                    <a:pt x="3104" y="17539"/>
                    <a:pt x="3264" y="15743"/>
                  </a:cubicBezTo>
                  <a:cubicBezTo>
                    <a:pt x="3418" y="14004"/>
                    <a:pt x="3502" y="11693"/>
                    <a:pt x="3502" y="9232"/>
                  </a:cubicBezTo>
                  <a:cubicBezTo>
                    <a:pt x="3502" y="6774"/>
                    <a:pt x="3418" y="4463"/>
                    <a:pt x="3264" y="2723"/>
                  </a:cubicBezTo>
                  <a:cubicBezTo>
                    <a:pt x="3104" y="915"/>
                    <a:pt x="2902" y="1"/>
                    <a:pt x="2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73"/>
            <p:cNvSpPr/>
            <p:nvPr/>
          </p:nvSpPr>
          <p:spPr>
            <a:xfrm>
              <a:off x="3355925" y="2520975"/>
              <a:ext cx="610075" cy="200025"/>
            </a:xfrm>
            <a:custGeom>
              <a:avLst/>
              <a:gdLst/>
              <a:ahLst/>
              <a:cxnLst/>
              <a:rect l="l" t="t" r="r" b="b"/>
              <a:pathLst>
                <a:path w="24403" h="8001" extrusionOk="0">
                  <a:moveTo>
                    <a:pt x="24383" y="0"/>
                  </a:moveTo>
                  <a:lnTo>
                    <a:pt x="307" y="7850"/>
                  </a:lnTo>
                  <a:lnTo>
                    <a:pt x="3871" y="5797"/>
                  </a:lnTo>
                  <a:lnTo>
                    <a:pt x="3842" y="5745"/>
                  </a:lnTo>
                  <a:lnTo>
                    <a:pt x="20" y="7945"/>
                  </a:lnTo>
                  <a:cubicBezTo>
                    <a:pt x="7" y="7951"/>
                    <a:pt x="0" y="7968"/>
                    <a:pt x="7" y="7984"/>
                  </a:cubicBezTo>
                  <a:cubicBezTo>
                    <a:pt x="13" y="7994"/>
                    <a:pt x="23" y="8000"/>
                    <a:pt x="36" y="8000"/>
                  </a:cubicBezTo>
                  <a:lnTo>
                    <a:pt x="43" y="8000"/>
                  </a:lnTo>
                  <a:lnTo>
                    <a:pt x="24402" y="59"/>
                  </a:lnTo>
                  <a:lnTo>
                    <a:pt x="243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73"/>
            <p:cNvSpPr/>
            <p:nvPr/>
          </p:nvSpPr>
          <p:spPr>
            <a:xfrm>
              <a:off x="3170775" y="2311500"/>
              <a:ext cx="193975" cy="63500"/>
            </a:xfrm>
            <a:custGeom>
              <a:avLst/>
              <a:gdLst/>
              <a:ahLst/>
              <a:cxnLst/>
              <a:rect l="l" t="t" r="r" b="b"/>
              <a:pathLst>
                <a:path w="7759" h="2540" extrusionOk="0">
                  <a:moveTo>
                    <a:pt x="7733" y="0"/>
                  </a:moveTo>
                  <a:lnTo>
                    <a:pt x="4906" y="1241"/>
                  </a:lnTo>
                  <a:cubicBezTo>
                    <a:pt x="4903" y="1241"/>
                    <a:pt x="4900" y="1244"/>
                    <a:pt x="4896" y="1244"/>
                  </a:cubicBezTo>
                  <a:lnTo>
                    <a:pt x="4456" y="1636"/>
                  </a:lnTo>
                  <a:lnTo>
                    <a:pt x="0" y="2478"/>
                  </a:lnTo>
                  <a:lnTo>
                    <a:pt x="10" y="2540"/>
                  </a:lnTo>
                  <a:lnTo>
                    <a:pt x="4478" y="1694"/>
                  </a:lnTo>
                  <a:cubicBezTo>
                    <a:pt x="4482" y="1694"/>
                    <a:pt x="4488" y="1691"/>
                    <a:pt x="4491" y="1688"/>
                  </a:cubicBezTo>
                  <a:lnTo>
                    <a:pt x="4935" y="1293"/>
                  </a:lnTo>
                  <a:lnTo>
                    <a:pt x="7759" y="56"/>
                  </a:lnTo>
                  <a:lnTo>
                    <a:pt x="7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73"/>
            <p:cNvSpPr/>
            <p:nvPr/>
          </p:nvSpPr>
          <p:spPr>
            <a:xfrm>
              <a:off x="3158925" y="2450450"/>
              <a:ext cx="198575" cy="270800"/>
            </a:xfrm>
            <a:custGeom>
              <a:avLst/>
              <a:gdLst/>
              <a:ahLst/>
              <a:cxnLst/>
              <a:rect l="l" t="t" r="r" b="b"/>
              <a:pathLst>
                <a:path w="7943" h="10832" extrusionOk="0">
                  <a:moveTo>
                    <a:pt x="97" y="1"/>
                  </a:moveTo>
                  <a:cubicBezTo>
                    <a:pt x="83" y="1"/>
                    <a:pt x="73" y="13"/>
                    <a:pt x="73" y="27"/>
                  </a:cubicBezTo>
                  <a:cubicBezTo>
                    <a:pt x="27" y="840"/>
                    <a:pt x="1" y="1711"/>
                    <a:pt x="1" y="2625"/>
                  </a:cubicBezTo>
                  <a:cubicBezTo>
                    <a:pt x="1" y="5419"/>
                    <a:pt x="236" y="8386"/>
                    <a:pt x="670" y="8409"/>
                  </a:cubicBezTo>
                  <a:lnTo>
                    <a:pt x="4375" y="9571"/>
                  </a:lnTo>
                  <a:lnTo>
                    <a:pt x="5249" y="10103"/>
                  </a:lnTo>
                  <a:lnTo>
                    <a:pt x="5259" y="10106"/>
                  </a:lnTo>
                  <a:lnTo>
                    <a:pt x="7893" y="10831"/>
                  </a:lnTo>
                  <a:lnTo>
                    <a:pt x="7900" y="10831"/>
                  </a:lnTo>
                  <a:cubicBezTo>
                    <a:pt x="7936" y="10831"/>
                    <a:pt x="7942" y="10779"/>
                    <a:pt x="7906" y="10772"/>
                  </a:cubicBezTo>
                  <a:lnTo>
                    <a:pt x="5279" y="10048"/>
                  </a:lnTo>
                  <a:lnTo>
                    <a:pt x="4404" y="9516"/>
                  </a:lnTo>
                  <a:cubicBezTo>
                    <a:pt x="4401" y="9516"/>
                    <a:pt x="4398" y="9516"/>
                    <a:pt x="4398" y="9512"/>
                  </a:cubicBezTo>
                  <a:lnTo>
                    <a:pt x="683" y="8347"/>
                  </a:lnTo>
                  <a:lnTo>
                    <a:pt x="673" y="8347"/>
                  </a:lnTo>
                  <a:cubicBezTo>
                    <a:pt x="559" y="8347"/>
                    <a:pt x="386" y="7913"/>
                    <a:pt x="252" y="6689"/>
                  </a:cubicBezTo>
                  <a:cubicBezTo>
                    <a:pt x="131" y="5602"/>
                    <a:pt x="63" y="4159"/>
                    <a:pt x="63" y="2625"/>
                  </a:cubicBezTo>
                  <a:cubicBezTo>
                    <a:pt x="63" y="1715"/>
                    <a:pt x="86" y="840"/>
                    <a:pt x="131" y="34"/>
                  </a:cubicBezTo>
                  <a:cubicBezTo>
                    <a:pt x="131" y="14"/>
                    <a:pt x="122" y="1"/>
                    <a:pt x="102" y="1"/>
                  </a:cubicBezTo>
                  <a:cubicBezTo>
                    <a:pt x="100" y="1"/>
                    <a:pt x="99" y="1"/>
                    <a:pt x="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73"/>
            <p:cNvSpPr/>
            <p:nvPr/>
          </p:nvSpPr>
          <p:spPr>
            <a:xfrm>
              <a:off x="3085325" y="2517250"/>
              <a:ext cx="301475" cy="140225"/>
            </a:xfrm>
            <a:custGeom>
              <a:avLst/>
              <a:gdLst/>
              <a:ahLst/>
              <a:cxnLst/>
              <a:rect l="l" t="t" r="r" b="b"/>
              <a:pathLst>
                <a:path w="12059" h="5609" extrusionOk="0">
                  <a:moveTo>
                    <a:pt x="11191" y="1"/>
                  </a:moveTo>
                  <a:cubicBezTo>
                    <a:pt x="11071" y="1"/>
                    <a:pt x="10943" y="55"/>
                    <a:pt x="10814" y="192"/>
                  </a:cubicBezTo>
                  <a:cubicBezTo>
                    <a:pt x="10171" y="877"/>
                    <a:pt x="10171" y="1125"/>
                    <a:pt x="10171" y="1125"/>
                  </a:cubicBezTo>
                  <a:cubicBezTo>
                    <a:pt x="10171" y="1125"/>
                    <a:pt x="10059" y="266"/>
                    <a:pt x="9705" y="266"/>
                  </a:cubicBezTo>
                  <a:cubicBezTo>
                    <a:pt x="9651" y="266"/>
                    <a:pt x="9591" y="286"/>
                    <a:pt x="9525" y="332"/>
                  </a:cubicBezTo>
                  <a:cubicBezTo>
                    <a:pt x="9032" y="681"/>
                    <a:pt x="9130" y="978"/>
                    <a:pt x="9130" y="978"/>
                  </a:cubicBezTo>
                  <a:cubicBezTo>
                    <a:pt x="9130" y="978"/>
                    <a:pt x="8370" y="99"/>
                    <a:pt x="7540" y="99"/>
                  </a:cubicBezTo>
                  <a:cubicBezTo>
                    <a:pt x="7170" y="99"/>
                    <a:pt x="6787" y="274"/>
                    <a:pt x="6450" y="779"/>
                  </a:cubicBezTo>
                  <a:cubicBezTo>
                    <a:pt x="6450" y="779"/>
                    <a:pt x="6398" y="775"/>
                    <a:pt x="6321" y="775"/>
                  </a:cubicBezTo>
                  <a:cubicBezTo>
                    <a:pt x="6026" y="775"/>
                    <a:pt x="5363" y="836"/>
                    <a:pt x="5755" y="1422"/>
                  </a:cubicBezTo>
                  <a:cubicBezTo>
                    <a:pt x="5755" y="1422"/>
                    <a:pt x="5603" y="1406"/>
                    <a:pt x="5405" y="1406"/>
                  </a:cubicBezTo>
                  <a:cubicBezTo>
                    <a:pt x="5005" y="1406"/>
                    <a:pt x="4417" y="1472"/>
                    <a:pt x="4515" y="1869"/>
                  </a:cubicBezTo>
                  <a:cubicBezTo>
                    <a:pt x="4569" y="2085"/>
                    <a:pt x="4630" y="2216"/>
                    <a:pt x="4685" y="2295"/>
                  </a:cubicBezTo>
                  <a:lnTo>
                    <a:pt x="4685" y="2295"/>
                  </a:lnTo>
                  <a:cubicBezTo>
                    <a:pt x="4424" y="2134"/>
                    <a:pt x="3917" y="1868"/>
                    <a:pt x="3413" y="1868"/>
                  </a:cubicBezTo>
                  <a:cubicBezTo>
                    <a:pt x="3138" y="1868"/>
                    <a:pt x="2864" y="1948"/>
                    <a:pt x="2632" y="2166"/>
                  </a:cubicBezTo>
                  <a:cubicBezTo>
                    <a:pt x="2632" y="2166"/>
                    <a:pt x="2137" y="2029"/>
                    <a:pt x="1574" y="2029"/>
                  </a:cubicBezTo>
                  <a:cubicBezTo>
                    <a:pt x="1067" y="2029"/>
                    <a:pt x="505" y="2141"/>
                    <a:pt x="200" y="2565"/>
                  </a:cubicBezTo>
                  <a:cubicBezTo>
                    <a:pt x="200" y="2565"/>
                    <a:pt x="1" y="3358"/>
                    <a:pt x="944" y="3459"/>
                  </a:cubicBezTo>
                  <a:cubicBezTo>
                    <a:pt x="1130" y="3478"/>
                    <a:pt x="1301" y="3486"/>
                    <a:pt x="1455" y="3486"/>
                  </a:cubicBezTo>
                  <a:cubicBezTo>
                    <a:pt x="2081" y="3486"/>
                    <a:pt x="2432" y="3358"/>
                    <a:pt x="2432" y="3358"/>
                  </a:cubicBezTo>
                  <a:lnTo>
                    <a:pt x="2432" y="3358"/>
                  </a:lnTo>
                  <a:cubicBezTo>
                    <a:pt x="2432" y="3358"/>
                    <a:pt x="2396" y="3904"/>
                    <a:pt x="2635" y="3904"/>
                  </a:cubicBezTo>
                  <a:cubicBezTo>
                    <a:pt x="2675" y="3904"/>
                    <a:pt x="2722" y="3889"/>
                    <a:pt x="2778" y="3854"/>
                  </a:cubicBezTo>
                  <a:cubicBezTo>
                    <a:pt x="2994" y="3727"/>
                    <a:pt x="3193" y="3576"/>
                    <a:pt x="3376" y="3407"/>
                  </a:cubicBezTo>
                  <a:cubicBezTo>
                    <a:pt x="3376" y="3407"/>
                    <a:pt x="3376" y="3952"/>
                    <a:pt x="4417" y="4151"/>
                  </a:cubicBezTo>
                  <a:cubicBezTo>
                    <a:pt x="4521" y="4171"/>
                    <a:pt x="4622" y="4180"/>
                    <a:pt x="4718" y="4180"/>
                  </a:cubicBezTo>
                  <a:cubicBezTo>
                    <a:pt x="5581" y="4180"/>
                    <a:pt x="6104" y="3456"/>
                    <a:pt x="6104" y="3456"/>
                  </a:cubicBezTo>
                  <a:lnTo>
                    <a:pt x="6104" y="3456"/>
                  </a:lnTo>
                  <a:cubicBezTo>
                    <a:pt x="6104" y="3456"/>
                    <a:pt x="5458" y="4598"/>
                    <a:pt x="6849" y="4947"/>
                  </a:cubicBezTo>
                  <a:cubicBezTo>
                    <a:pt x="7013" y="4988"/>
                    <a:pt x="7165" y="5006"/>
                    <a:pt x="7305" y="5006"/>
                  </a:cubicBezTo>
                  <a:cubicBezTo>
                    <a:pt x="8350" y="5006"/>
                    <a:pt x="8735" y="4004"/>
                    <a:pt x="8735" y="4004"/>
                  </a:cubicBezTo>
                  <a:cubicBezTo>
                    <a:pt x="8735" y="4004"/>
                    <a:pt x="9051" y="4677"/>
                    <a:pt x="9295" y="4677"/>
                  </a:cubicBezTo>
                  <a:cubicBezTo>
                    <a:pt x="9324" y="4677"/>
                    <a:pt x="9352" y="4668"/>
                    <a:pt x="9378" y="4647"/>
                  </a:cubicBezTo>
                  <a:cubicBezTo>
                    <a:pt x="9626" y="4448"/>
                    <a:pt x="9861" y="4056"/>
                    <a:pt x="9861" y="4056"/>
                  </a:cubicBezTo>
                  <a:cubicBezTo>
                    <a:pt x="9861" y="4056"/>
                    <a:pt x="10430" y="5608"/>
                    <a:pt x="11479" y="5608"/>
                  </a:cubicBezTo>
                  <a:cubicBezTo>
                    <a:pt x="11600" y="5608"/>
                    <a:pt x="11728" y="5588"/>
                    <a:pt x="11862" y="5541"/>
                  </a:cubicBezTo>
                  <a:lnTo>
                    <a:pt x="12058" y="877"/>
                  </a:lnTo>
                  <a:cubicBezTo>
                    <a:pt x="12058" y="877"/>
                    <a:pt x="11675" y="1"/>
                    <a:pt x="111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73"/>
            <p:cNvSpPr/>
            <p:nvPr/>
          </p:nvSpPr>
          <p:spPr>
            <a:xfrm>
              <a:off x="3085325" y="2576625"/>
              <a:ext cx="152625" cy="48500"/>
            </a:xfrm>
            <a:custGeom>
              <a:avLst/>
              <a:gdLst/>
              <a:ahLst/>
              <a:cxnLst/>
              <a:rect l="l" t="t" r="r" b="b"/>
              <a:pathLst>
                <a:path w="6105" h="1940" extrusionOk="0">
                  <a:moveTo>
                    <a:pt x="6036" y="1165"/>
                  </a:moveTo>
                  <a:cubicBezTo>
                    <a:pt x="5824" y="728"/>
                    <a:pt x="6104" y="229"/>
                    <a:pt x="6104" y="229"/>
                  </a:cubicBezTo>
                  <a:cubicBezTo>
                    <a:pt x="6104" y="229"/>
                    <a:pt x="5458" y="1120"/>
                    <a:pt x="4417" y="921"/>
                  </a:cubicBezTo>
                  <a:cubicBezTo>
                    <a:pt x="3372" y="722"/>
                    <a:pt x="3372" y="176"/>
                    <a:pt x="3372" y="176"/>
                  </a:cubicBezTo>
                  <a:cubicBezTo>
                    <a:pt x="3190" y="346"/>
                    <a:pt x="2991" y="496"/>
                    <a:pt x="2778" y="624"/>
                  </a:cubicBezTo>
                  <a:cubicBezTo>
                    <a:pt x="2380" y="872"/>
                    <a:pt x="2432" y="128"/>
                    <a:pt x="2432" y="128"/>
                  </a:cubicBezTo>
                  <a:cubicBezTo>
                    <a:pt x="2432" y="128"/>
                    <a:pt x="1884" y="327"/>
                    <a:pt x="944" y="225"/>
                  </a:cubicBezTo>
                  <a:cubicBezTo>
                    <a:pt x="670" y="199"/>
                    <a:pt x="494" y="108"/>
                    <a:pt x="379" y="0"/>
                  </a:cubicBezTo>
                  <a:cubicBezTo>
                    <a:pt x="311" y="56"/>
                    <a:pt x="249" y="118"/>
                    <a:pt x="197" y="190"/>
                  </a:cubicBezTo>
                  <a:cubicBezTo>
                    <a:pt x="197" y="190"/>
                    <a:pt x="1" y="983"/>
                    <a:pt x="944" y="1084"/>
                  </a:cubicBezTo>
                  <a:cubicBezTo>
                    <a:pt x="1884" y="1182"/>
                    <a:pt x="2432" y="983"/>
                    <a:pt x="2432" y="983"/>
                  </a:cubicBezTo>
                  <a:cubicBezTo>
                    <a:pt x="2432" y="983"/>
                    <a:pt x="2380" y="1727"/>
                    <a:pt x="2778" y="1479"/>
                  </a:cubicBezTo>
                  <a:cubicBezTo>
                    <a:pt x="2991" y="1352"/>
                    <a:pt x="3190" y="1201"/>
                    <a:pt x="3372" y="1032"/>
                  </a:cubicBezTo>
                  <a:cubicBezTo>
                    <a:pt x="3372" y="1032"/>
                    <a:pt x="3372" y="1577"/>
                    <a:pt x="4417" y="1776"/>
                  </a:cubicBezTo>
                  <a:cubicBezTo>
                    <a:pt x="5262" y="1939"/>
                    <a:pt x="5843" y="1381"/>
                    <a:pt x="6036" y="1165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73"/>
            <p:cNvSpPr/>
            <p:nvPr/>
          </p:nvSpPr>
          <p:spPr>
            <a:xfrm>
              <a:off x="3228375" y="2595950"/>
              <a:ext cx="154000" cy="71025"/>
            </a:xfrm>
            <a:custGeom>
              <a:avLst/>
              <a:gdLst/>
              <a:ahLst/>
              <a:cxnLst/>
              <a:rect l="l" t="t" r="r" b="b"/>
              <a:pathLst>
                <a:path w="6160" h="2841" extrusionOk="0">
                  <a:moveTo>
                    <a:pt x="6137" y="2393"/>
                  </a:moveTo>
                  <a:lnTo>
                    <a:pt x="6160" y="2364"/>
                  </a:lnTo>
                  <a:cubicBezTo>
                    <a:pt x="4867" y="2811"/>
                    <a:pt x="4139" y="53"/>
                    <a:pt x="4139" y="53"/>
                  </a:cubicBezTo>
                  <a:cubicBezTo>
                    <a:pt x="4139" y="53"/>
                    <a:pt x="3904" y="448"/>
                    <a:pt x="3656" y="644"/>
                  </a:cubicBezTo>
                  <a:cubicBezTo>
                    <a:pt x="3408" y="843"/>
                    <a:pt x="3010" y="1"/>
                    <a:pt x="3010" y="1"/>
                  </a:cubicBezTo>
                  <a:cubicBezTo>
                    <a:pt x="3010" y="1"/>
                    <a:pt x="2514" y="1290"/>
                    <a:pt x="1123" y="944"/>
                  </a:cubicBezTo>
                  <a:cubicBezTo>
                    <a:pt x="676" y="830"/>
                    <a:pt x="441" y="637"/>
                    <a:pt x="327" y="425"/>
                  </a:cubicBezTo>
                  <a:cubicBezTo>
                    <a:pt x="206" y="722"/>
                    <a:pt x="1" y="1519"/>
                    <a:pt x="1123" y="1799"/>
                  </a:cubicBezTo>
                  <a:cubicBezTo>
                    <a:pt x="2511" y="2145"/>
                    <a:pt x="3010" y="856"/>
                    <a:pt x="3010" y="856"/>
                  </a:cubicBezTo>
                  <a:cubicBezTo>
                    <a:pt x="3010" y="856"/>
                    <a:pt x="3408" y="1701"/>
                    <a:pt x="3656" y="1502"/>
                  </a:cubicBezTo>
                  <a:cubicBezTo>
                    <a:pt x="3904" y="1303"/>
                    <a:pt x="4139" y="908"/>
                    <a:pt x="4139" y="908"/>
                  </a:cubicBezTo>
                  <a:cubicBezTo>
                    <a:pt x="4139" y="908"/>
                    <a:pt x="4848" y="2841"/>
                    <a:pt x="6137" y="2393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73"/>
            <p:cNvSpPr/>
            <p:nvPr/>
          </p:nvSpPr>
          <p:spPr>
            <a:xfrm>
              <a:off x="3087525" y="2516475"/>
              <a:ext cx="300150" cy="141775"/>
            </a:xfrm>
            <a:custGeom>
              <a:avLst/>
              <a:gdLst/>
              <a:ahLst/>
              <a:cxnLst/>
              <a:rect l="l" t="t" r="r" b="b"/>
              <a:pathLst>
                <a:path w="12006" h="5671" extrusionOk="0">
                  <a:moveTo>
                    <a:pt x="11103" y="0"/>
                  </a:moveTo>
                  <a:cubicBezTo>
                    <a:pt x="10965" y="0"/>
                    <a:pt x="10834" y="68"/>
                    <a:pt x="10707" y="203"/>
                  </a:cubicBezTo>
                  <a:cubicBezTo>
                    <a:pt x="10312" y="624"/>
                    <a:pt x="10155" y="882"/>
                    <a:pt x="10093" y="1022"/>
                  </a:cubicBezTo>
                  <a:cubicBezTo>
                    <a:pt x="10051" y="807"/>
                    <a:pt x="9943" y="386"/>
                    <a:pt x="9721" y="288"/>
                  </a:cubicBezTo>
                  <a:cubicBezTo>
                    <a:pt x="9687" y="273"/>
                    <a:pt x="9652" y="265"/>
                    <a:pt x="9617" y="265"/>
                  </a:cubicBezTo>
                  <a:cubicBezTo>
                    <a:pt x="9555" y="265"/>
                    <a:pt x="9491" y="289"/>
                    <a:pt x="9424" y="337"/>
                  </a:cubicBezTo>
                  <a:cubicBezTo>
                    <a:pt x="9078" y="578"/>
                    <a:pt x="9013" y="797"/>
                    <a:pt x="9006" y="918"/>
                  </a:cubicBezTo>
                  <a:cubicBezTo>
                    <a:pt x="8808" y="710"/>
                    <a:pt x="8164" y="99"/>
                    <a:pt x="7460" y="99"/>
                  </a:cubicBezTo>
                  <a:cubicBezTo>
                    <a:pt x="7434" y="99"/>
                    <a:pt x="7407" y="100"/>
                    <a:pt x="7381" y="102"/>
                  </a:cubicBezTo>
                  <a:cubicBezTo>
                    <a:pt x="6983" y="125"/>
                    <a:pt x="6633" y="353"/>
                    <a:pt x="6349" y="777"/>
                  </a:cubicBezTo>
                  <a:cubicBezTo>
                    <a:pt x="6326" y="776"/>
                    <a:pt x="6283" y="774"/>
                    <a:pt x="6227" y="774"/>
                  </a:cubicBezTo>
                  <a:cubicBezTo>
                    <a:pt x="6027" y="774"/>
                    <a:pt x="5671" y="802"/>
                    <a:pt x="5556" y="999"/>
                  </a:cubicBezTo>
                  <a:cubicBezTo>
                    <a:pt x="5491" y="1107"/>
                    <a:pt x="5511" y="1247"/>
                    <a:pt x="5612" y="1417"/>
                  </a:cubicBezTo>
                  <a:cubicBezTo>
                    <a:pt x="5547" y="1412"/>
                    <a:pt x="5439" y="1406"/>
                    <a:pt x="5313" y="1406"/>
                  </a:cubicBezTo>
                  <a:cubicBezTo>
                    <a:pt x="5014" y="1406"/>
                    <a:pt x="4617" y="1443"/>
                    <a:pt x="4456" y="1626"/>
                  </a:cubicBezTo>
                  <a:cubicBezTo>
                    <a:pt x="4391" y="1704"/>
                    <a:pt x="4368" y="1809"/>
                    <a:pt x="4401" y="1907"/>
                  </a:cubicBezTo>
                  <a:cubicBezTo>
                    <a:pt x="4427" y="2024"/>
                    <a:pt x="4466" y="2135"/>
                    <a:pt x="4515" y="2243"/>
                  </a:cubicBezTo>
                  <a:cubicBezTo>
                    <a:pt x="4233" y="2083"/>
                    <a:pt x="3775" y="1872"/>
                    <a:pt x="3321" y="1872"/>
                  </a:cubicBezTo>
                  <a:cubicBezTo>
                    <a:pt x="3044" y="1872"/>
                    <a:pt x="2768" y="1950"/>
                    <a:pt x="2534" y="2165"/>
                  </a:cubicBezTo>
                  <a:cubicBezTo>
                    <a:pt x="2438" y="2139"/>
                    <a:pt x="1987" y="2026"/>
                    <a:pt x="1481" y="2026"/>
                  </a:cubicBezTo>
                  <a:cubicBezTo>
                    <a:pt x="969" y="2026"/>
                    <a:pt x="401" y="2141"/>
                    <a:pt x="86" y="2576"/>
                  </a:cubicBezTo>
                  <a:cubicBezTo>
                    <a:pt x="86" y="2579"/>
                    <a:pt x="82" y="2582"/>
                    <a:pt x="82" y="2586"/>
                  </a:cubicBezTo>
                  <a:cubicBezTo>
                    <a:pt x="79" y="2602"/>
                    <a:pt x="1" y="2922"/>
                    <a:pt x="187" y="3190"/>
                  </a:cubicBezTo>
                  <a:cubicBezTo>
                    <a:pt x="317" y="3376"/>
                    <a:pt x="543" y="3487"/>
                    <a:pt x="853" y="3519"/>
                  </a:cubicBezTo>
                  <a:cubicBezTo>
                    <a:pt x="1045" y="3540"/>
                    <a:pt x="1221" y="3548"/>
                    <a:pt x="1379" y="3548"/>
                  </a:cubicBezTo>
                  <a:cubicBezTo>
                    <a:pt x="1879" y="3548"/>
                    <a:pt x="2200" y="3466"/>
                    <a:pt x="2312" y="3431"/>
                  </a:cubicBezTo>
                  <a:lnTo>
                    <a:pt x="2312" y="3431"/>
                  </a:lnTo>
                  <a:cubicBezTo>
                    <a:pt x="2309" y="3549"/>
                    <a:pt x="2318" y="3855"/>
                    <a:pt x="2462" y="3944"/>
                  </a:cubicBezTo>
                  <a:cubicBezTo>
                    <a:pt x="2488" y="3959"/>
                    <a:pt x="2516" y="3967"/>
                    <a:pt x="2547" y="3967"/>
                  </a:cubicBezTo>
                  <a:cubicBezTo>
                    <a:pt x="2594" y="3967"/>
                    <a:pt x="2647" y="3948"/>
                    <a:pt x="2707" y="3911"/>
                  </a:cubicBezTo>
                  <a:cubicBezTo>
                    <a:pt x="2903" y="3790"/>
                    <a:pt x="3089" y="3653"/>
                    <a:pt x="3265" y="3503"/>
                  </a:cubicBezTo>
                  <a:cubicBezTo>
                    <a:pt x="3298" y="3656"/>
                    <a:pt x="3464" y="4051"/>
                    <a:pt x="4322" y="4214"/>
                  </a:cubicBezTo>
                  <a:cubicBezTo>
                    <a:pt x="4427" y="4234"/>
                    <a:pt x="4527" y="4243"/>
                    <a:pt x="4624" y="4243"/>
                  </a:cubicBezTo>
                  <a:cubicBezTo>
                    <a:pt x="5245" y="4243"/>
                    <a:pt x="5697" y="3874"/>
                    <a:pt x="5909" y="3660"/>
                  </a:cubicBezTo>
                  <a:lnTo>
                    <a:pt x="5909" y="3660"/>
                  </a:lnTo>
                  <a:cubicBezTo>
                    <a:pt x="5843" y="3839"/>
                    <a:pt x="5785" y="4133"/>
                    <a:pt x="5902" y="4410"/>
                  </a:cubicBezTo>
                  <a:cubicBezTo>
                    <a:pt x="6026" y="4698"/>
                    <a:pt x="6310" y="4897"/>
                    <a:pt x="6751" y="5008"/>
                  </a:cubicBezTo>
                  <a:cubicBezTo>
                    <a:pt x="6901" y="5047"/>
                    <a:pt x="7058" y="5066"/>
                    <a:pt x="7214" y="5066"/>
                  </a:cubicBezTo>
                  <a:cubicBezTo>
                    <a:pt x="8115" y="5066"/>
                    <a:pt x="8540" y="4325"/>
                    <a:pt x="8647" y="4107"/>
                  </a:cubicBezTo>
                  <a:cubicBezTo>
                    <a:pt x="8726" y="4263"/>
                    <a:pt x="8961" y="4688"/>
                    <a:pt x="9166" y="4737"/>
                  </a:cubicBezTo>
                  <a:cubicBezTo>
                    <a:pt x="9179" y="4740"/>
                    <a:pt x="9192" y="4742"/>
                    <a:pt x="9205" y="4742"/>
                  </a:cubicBezTo>
                  <a:cubicBezTo>
                    <a:pt x="9243" y="4742"/>
                    <a:pt x="9281" y="4728"/>
                    <a:pt x="9310" y="4704"/>
                  </a:cubicBezTo>
                  <a:cubicBezTo>
                    <a:pt x="9509" y="4544"/>
                    <a:pt x="9695" y="4270"/>
                    <a:pt x="9767" y="4156"/>
                  </a:cubicBezTo>
                  <a:cubicBezTo>
                    <a:pt x="9881" y="4440"/>
                    <a:pt x="10449" y="5670"/>
                    <a:pt x="11392" y="5670"/>
                  </a:cubicBezTo>
                  <a:cubicBezTo>
                    <a:pt x="11523" y="5670"/>
                    <a:pt x="11657" y="5647"/>
                    <a:pt x="11781" y="5605"/>
                  </a:cubicBezTo>
                  <a:cubicBezTo>
                    <a:pt x="11797" y="5602"/>
                    <a:pt x="11807" y="5582"/>
                    <a:pt x="11800" y="5566"/>
                  </a:cubicBezTo>
                  <a:cubicBezTo>
                    <a:pt x="11795" y="5553"/>
                    <a:pt x="11784" y="5544"/>
                    <a:pt x="11772" y="5544"/>
                  </a:cubicBezTo>
                  <a:cubicBezTo>
                    <a:pt x="11768" y="5544"/>
                    <a:pt x="11765" y="5545"/>
                    <a:pt x="11761" y="5546"/>
                  </a:cubicBezTo>
                  <a:cubicBezTo>
                    <a:pt x="11633" y="5590"/>
                    <a:pt x="11511" y="5610"/>
                    <a:pt x="11394" y="5610"/>
                  </a:cubicBezTo>
                  <a:cubicBezTo>
                    <a:pt x="10377" y="5610"/>
                    <a:pt x="9809" y="4095"/>
                    <a:pt x="9803" y="4081"/>
                  </a:cubicBezTo>
                  <a:cubicBezTo>
                    <a:pt x="9800" y="4068"/>
                    <a:pt x="9790" y="4061"/>
                    <a:pt x="9777" y="4061"/>
                  </a:cubicBezTo>
                  <a:cubicBezTo>
                    <a:pt x="9774" y="4061"/>
                    <a:pt x="9772" y="4060"/>
                    <a:pt x="9770" y="4060"/>
                  </a:cubicBezTo>
                  <a:cubicBezTo>
                    <a:pt x="9760" y="4060"/>
                    <a:pt x="9753" y="4066"/>
                    <a:pt x="9747" y="4074"/>
                  </a:cubicBezTo>
                  <a:cubicBezTo>
                    <a:pt x="9744" y="4077"/>
                    <a:pt x="9512" y="4466"/>
                    <a:pt x="9271" y="4658"/>
                  </a:cubicBezTo>
                  <a:cubicBezTo>
                    <a:pt x="9254" y="4673"/>
                    <a:pt x="9232" y="4682"/>
                    <a:pt x="9209" y="4682"/>
                  </a:cubicBezTo>
                  <a:cubicBezTo>
                    <a:pt x="9200" y="4682"/>
                    <a:pt x="9191" y="4681"/>
                    <a:pt x="9183" y="4678"/>
                  </a:cubicBezTo>
                  <a:cubicBezTo>
                    <a:pt x="8997" y="4639"/>
                    <a:pt x="8752" y="4195"/>
                    <a:pt x="8673" y="4025"/>
                  </a:cubicBezTo>
                  <a:cubicBezTo>
                    <a:pt x="8669" y="4014"/>
                    <a:pt x="8657" y="4008"/>
                    <a:pt x="8646" y="4008"/>
                  </a:cubicBezTo>
                  <a:cubicBezTo>
                    <a:pt x="8634" y="4008"/>
                    <a:pt x="8623" y="4014"/>
                    <a:pt x="8618" y="4025"/>
                  </a:cubicBezTo>
                  <a:cubicBezTo>
                    <a:pt x="8612" y="4037"/>
                    <a:pt x="8227" y="5007"/>
                    <a:pt x="7214" y="5007"/>
                  </a:cubicBezTo>
                  <a:cubicBezTo>
                    <a:pt x="7077" y="5007"/>
                    <a:pt x="6928" y="4989"/>
                    <a:pt x="6767" y="4949"/>
                  </a:cubicBezTo>
                  <a:cubicBezTo>
                    <a:pt x="6346" y="4844"/>
                    <a:pt x="6075" y="4655"/>
                    <a:pt x="5961" y="4387"/>
                  </a:cubicBezTo>
                  <a:cubicBezTo>
                    <a:pt x="5781" y="3976"/>
                    <a:pt x="6039" y="3509"/>
                    <a:pt x="6043" y="3506"/>
                  </a:cubicBezTo>
                  <a:cubicBezTo>
                    <a:pt x="6049" y="3493"/>
                    <a:pt x="6046" y="3474"/>
                    <a:pt x="6033" y="3464"/>
                  </a:cubicBezTo>
                  <a:cubicBezTo>
                    <a:pt x="6027" y="3462"/>
                    <a:pt x="6022" y="3461"/>
                    <a:pt x="6017" y="3461"/>
                  </a:cubicBezTo>
                  <a:cubicBezTo>
                    <a:pt x="6006" y="3461"/>
                    <a:pt x="5997" y="3465"/>
                    <a:pt x="5990" y="3474"/>
                  </a:cubicBezTo>
                  <a:cubicBezTo>
                    <a:pt x="5984" y="3482"/>
                    <a:pt x="5466" y="4184"/>
                    <a:pt x="4625" y="4184"/>
                  </a:cubicBezTo>
                  <a:cubicBezTo>
                    <a:pt x="4531" y="4184"/>
                    <a:pt x="4434" y="4175"/>
                    <a:pt x="4332" y="4156"/>
                  </a:cubicBezTo>
                  <a:cubicBezTo>
                    <a:pt x="3333" y="3966"/>
                    <a:pt x="3317" y="3447"/>
                    <a:pt x="3317" y="3441"/>
                  </a:cubicBezTo>
                  <a:cubicBezTo>
                    <a:pt x="3317" y="3424"/>
                    <a:pt x="3303" y="3412"/>
                    <a:pt x="3287" y="3412"/>
                  </a:cubicBezTo>
                  <a:cubicBezTo>
                    <a:pt x="3279" y="3412"/>
                    <a:pt x="3271" y="3415"/>
                    <a:pt x="3265" y="3421"/>
                  </a:cubicBezTo>
                  <a:cubicBezTo>
                    <a:pt x="3082" y="3588"/>
                    <a:pt x="2886" y="3735"/>
                    <a:pt x="2674" y="3865"/>
                  </a:cubicBezTo>
                  <a:cubicBezTo>
                    <a:pt x="2626" y="3894"/>
                    <a:pt x="2584" y="3910"/>
                    <a:pt x="2547" y="3910"/>
                  </a:cubicBezTo>
                  <a:cubicBezTo>
                    <a:pt x="2526" y="3910"/>
                    <a:pt x="2508" y="3905"/>
                    <a:pt x="2491" y="3895"/>
                  </a:cubicBezTo>
                  <a:cubicBezTo>
                    <a:pt x="2374" y="3823"/>
                    <a:pt x="2367" y="3509"/>
                    <a:pt x="2374" y="3395"/>
                  </a:cubicBezTo>
                  <a:cubicBezTo>
                    <a:pt x="2376" y="3377"/>
                    <a:pt x="2362" y="3363"/>
                    <a:pt x="2347" y="3363"/>
                  </a:cubicBezTo>
                  <a:cubicBezTo>
                    <a:pt x="2343" y="3363"/>
                    <a:pt x="2339" y="3364"/>
                    <a:pt x="2335" y="3366"/>
                  </a:cubicBezTo>
                  <a:cubicBezTo>
                    <a:pt x="2329" y="3366"/>
                    <a:pt x="1977" y="3490"/>
                    <a:pt x="1361" y="3490"/>
                  </a:cubicBezTo>
                  <a:cubicBezTo>
                    <a:pt x="1209" y="3490"/>
                    <a:pt x="1042" y="3482"/>
                    <a:pt x="859" y="3464"/>
                  </a:cubicBezTo>
                  <a:cubicBezTo>
                    <a:pt x="566" y="3431"/>
                    <a:pt x="357" y="3330"/>
                    <a:pt x="239" y="3160"/>
                  </a:cubicBezTo>
                  <a:cubicBezTo>
                    <a:pt x="79" y="2935"/>
                    <a:pt x="131" y="2654"/>
                    <a:pt x="138" y="2612"/>
                  </a:cubicBezTo>
                  <a:cubicBezTo>
                    <a:pt x="437" y="2205"/>
                    <a:pt x="987" y="2097"/>
                    <a:pt x="1485" y="2097"/>
                  </a:cubicBezTo>
                  <a:cubicBezTo>
                    <a:pt x="2037" y="2097"/>
                    <a:pt x="2525" y="2230"/>
                    <a:pt x="2534" y="2233"/>
                  </a:cubicBezTo>
                  <a:cubicBezTo>
                    <a:pt x="2536" y="2234"/>
                    <a:pt x="2539" y="2235"/>
                    <a:pt x="2542" y="2235"/>
                  </a:cubicBezTo>
                  <a:cubicBezTo>
                    <a:pt x="2550" y="2235"/>
                    <a:pt x="2558" y="2231"/>
                    <a:pt x="2563" y="2227"/>
                  </a:cubicBezTo>
                  <a:cubicBezTo>
                    <a:pt x="2788" y="2014"/>
                    <a:pt x="3055" y="1937"/>
                    <a:pt x="3324" y="1937"/>
                  </a:cubicBezTo>
                  <a:cubicBezTo>
                    <a:pt x="3818" y="1937"/>
                    <a:pt x="4319" y="2199"/>
                    <a:pt x="4577" y="2357"/>
                  </a:cubicBezTo>
                  <a:cubicBezTo>
                    <a:pt x="4653" y="2463"/>
                    <a:pt x="4722" y="2482"/>
                    <a:pt x="4758" y="2482"/>
                  </a:cubicBezTo>
                  <a:cubicBezTo>
                    <a:pt x="4770" y="2482"/>
                    <a:pt x="4779" y="2480"/>
                    <a:pt x="4783" y="2478"/>
                  </a:cubicBezTo>
                  <a:cubicBezTo>
                    <a:pt x="4792" y="2478"/>
                    <a:pt x="4802" y="2468"/>
                    <a:pt x="4806" y="2455"/>
                  </a:cubicBezTo>
                  <a:cubicBezTo>
                    <a:pt x="4806" y="2445"/>
                    <a:pt x="4802" y="2432"/>
                    <a:pt x="4792" y="2426"/>
                  </a:cubicBezTo>
                  <a:cubicBezTo>
                    <a:pt x="4789" y="2423"/>
                    <a:pt x="4727" y="2377"/>
                    <a:pt x="4619" y="2312"/>
                  </a:cubicBezTo>
                  <a:cubicBezTo>
                    <a:pt x="4567" y="2236"/>
                    <a:pt x="4508" y="2109"/>
                    <a:pt x="4456" y="1897"/>
                  </a:cubicBezTo>
                  <a:cubicBezTo>
                    <a:pt x="4430" y="1819"/>
                    <a:pt x="4450" y="1731"/>
                    <a:pt x="4502" y="1669"/>
                  </a:cubicBezTo>
                  <a:cubicBezTo>
                    <a:pt x="4645" y="1506"/>
                    <a:pt x="5022" y="1473"/>
                    <a:pt x="5308" y="1473"/>
                  </a:cubicBezTo>
                  <a:cubicBezTo>
                    <a:pt x="5506" y="1473"/>
                    <a:pt x="5660" y="1489"/>
                    <a:pt x="5664" y="1489"/>
                  </a:cubicBezTo>
                  <a:cubicBezTo>
                    <a:pt x="5677" y="1489"/>
                    <a:pt x="5687" y="1483"/>
                    <a:pt x="5693" y="1473"/>
                  </a:cubicBezTo>
                  <a:cubicBezTo>
                    <a:pt x="5700" y="1463"/>
                    <a:pt x="5700" y="1450"/>
                    <a:pt x="5693" y="1440"/>
                  </a:cubicBezTo>
                  <a:cubicBezTo>
                    <a:pt x="5579" y="1267"/>
                    <a:pt x="5550" y="1130"/>
                    <a:pt x="5605" y="1032"/>
                  </a:cubicBezTo>
                  <a:cubicBezTo>
                    <a:pt x="5707" y="863"/>
                    <a:pt x="6042" y="839"/>
                    <a:pt x="6229" y="839"/>
                  </a:cubicBezTo>
                  <a:cubicBezTo>
                    <a:pt x="6306" y="839"/>
                    <a:pt x="6358" y="843"/>
                    <a:pt x="6359" y="843"/>
                  </a:cubicBezTo>
                  <a:cubicBezTo>
                    <a:pt x="6372" y="843"/>
                    <a:pt x="6382" y="836"/>
                    <a:pt x="6389" y="826"/>
                  </a:cubicBezTo>
                  <a:cubicBezTo>
                    <a:pt x="6666" y="412"/>
                    <a:pt x="7002" y="187"/>
                    <a:pt x="7384" y="164"/>
                  </a:cubicBezTo>
                  <a:cubicBezTo>
                    <a:pt x="7407" y="162"/>
                    <a:pt x="7431" y="162"/>
                    <a:pt x="7454" y="162"/>
                  </a:cubicBezTo>
                  <a:cubicBezTo>
                    <a:pt x="8260" y="162"/>
                    <a:pt x="9013" y="1019"/>
                    <a:pt x="9019" y="1029"/>
                  </a:cubicBezTo>
                  <a:cubicBezTo>
                    <a:pt x="9026" y="1035"/>
                    <a:pt x="9035" y="1039"/>
                    <a:pt x="9044" y="1039"/>
                  </a:cubicBezTo>
                  <a:cubicBezTo>
                    <a:pt x="9049" y="1039"/>
                    <a:pt x="9054" y="1038"/>
                    <a:pt x="9059" y="1035"/>
                  </a:cubicBezTo>
                  <a:cubicBezTo>
                    <a:pt x="9072" y="1029"/>
                    <a:pt x="9075" y="1012"/>
                    <a:pt x="9072" y="999"/>
                  </a:cubicBezTo>
                  <a:cubicBezTo>
                    <a:pt x="9072" y="996"/>
                    <a:pt x="8990" y="715"/>
                    <a:pt x="9457" y="389"/>
                  </a:cubicBezTo>
                  <a:cubicBezTo>
                    <a:pt x="9515" y="348"/>
                    <a:pt x="9569" y="327"/>
                    <a:pt x="9620" y="327"/>
                  </a:cubicBezTo>
                  <a:cubicBezTo>
                    <a:pt x="9646" y="327"/>
                    <a:pt x="9671" y="332"/>
                    <a:pt x="9695" y="343"/>
                  </a:cubicBezTo>
                  <a:cubicBezTo>
                    <a:pt x="9959" y="461"/>
                    <a:pt x="10054" y="1153"/>
                    <a:pt x="10054" y="1159"/>
                  </a:cubicBezTo>
                  <a:cubicBezTo>
                    <a:pt x="10057" y="1177"/>
                    <a:pt x="10071" y="1185"/>
                    <a:pt x="10084" y="1185"/>
                  </a:cubicBezTo>
                  <a:cubicBezTo>
                    <a:pt x="10099" y="1185"/>
                    <a:pt x="10114" y="1175"/>
                    <a:pt x="10116" y="1156"/>
                  </a:cubicBezTo>
                  <a:cubicBezTo>
                    <a:pt x="10116" y="1153"/>
                    <a:pt x="10132" y="905"/>
                    <a:pt x="10753" y="245"/>
                  </a:cubicBezTo>
                  <a:cubicBezTo>
                    <a:pt x="10863" y="124"/>
                    <a:pt x="10983" y="63"/>
                    <a:pt x="11104" y="63"/>
                  </a:cubicBezTo>
                  <a:cubicBezTo>
                    <a:pt x="11126" y="63"/>
                    <a:pt x="11148" y="65"/>
                    <a:pt x="11170" y="69"/>
                  </a:cubicBezTo>
                  <a:cubicBezTo>
                    <a:pt x="11598" y="141"/>
                    <a:pt x="11941" y="911"/>
                    <a:pt x="11944" y="921"/>
                  </a:cubicBezTo>
                  <a:cubicBezTo>
                    <a:pt x="11949" y="931"/>
                    <a:pt x="11960" y="939"/>
                    <a:pt x="11973" y="939"/>
                  </a:cubicBezTo>
                  <a:cubicBezTo>
                    <a:pt x="11976" y="939"/>
                    <a:pt x="11980" y="939"/>
                    <a:pt x="11983" y="937"/>
                  </a:cubicBezTo>
                  <a:cubicBezTo>
                    <a:pt x="11999" y="928"/>
                    <a:pt x="12006" y="911"/>
                    <a:pt x="11999" y="895"/>
                  </a:cubicBezTo>
                  <a:cubicBezTo>
                    <a:pt x="11983" y="862"/>
                    <a:pt x="11640" y="86"/>
                    <a:pt x="11180" y="7"/>
                  </a:cubicBezTo>
                  <a:cubicBezTo>
                    <a:pt x="11154" y="3"/>
                    <a:pt x="11129" y="0"/>
                    <a:pt x="111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73"/>
            <p:cNvSpPr/>
            <p:nvPr/>
          </p:nvSpPr>
          <p:spPr>
            <a:xfrm>
              <a:off x="3261425" y="2380175"/>
              <a:ext cx="294775" cy="142200"/>
            </a:xfrm>
            <a:custGeom>
              <a:avLst/>
              <a:gdLst/>
              <a:ahLst/>
              <a:cxnLst/>
              <a:rect l="l" t="t" r="r" b="b"/>
              <a:pathLst>
                <a:path w="11791" h="5688" extrusionOk="0">
                  <a:moveTo>
                    <a:pt x="7415" y="0"/>
                  </a:moveTo>
                  <a:cubicBezTo>
                    <a:pt x="7408" y="0"/>
                    <a:pt x="7402" y="3"/>
                    <a:pt x="7397" y="8"/>
                  </a:cubicBezTo>
                  <a:lnTo>
                    <a:pt x="1" y="5639"/>
                  </a:lnTo>
                  <a:lnTo>
                    <a:pt x="36" y="5688"/>
                  </a:lnTo>
                  <a:lnTo>
                    <a:pt x="7423" y="64"/>
                  </a:lnTo>
                  <a:lnTo>
                    <a:pt x="11774" y="1245"/>
                  </a:lnTo>
                  <a:lnTo>
                    <a:pt x="11790" y="1187"/>
                  </a:lnTo>
                  <a:lnTo>
                    <a:pt x="7423" y="2"/>
                  </a:lnTo>
                  <a:cubicBezTo>
                    <a:pt x="7420" y="1"/>
                    <a:pt x="7418" y="0"/>
                    <a:pt x="7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73"/>
            <p:cNvSpPr/>
            <p:nvPr/>
          </p:nvSpPr>
          <p:spPr>
            <a:xfrm>
              <a:off x="3555100" y="2409775"/>
              <a:ext cx="411625" cy="112775"/>
            </a:xfrm>
            <a:custGeom>
              <a:avLst/>
              <a:gdLst/>
              <a:ahLst/>
              <a:cxnLst/>
              <a:rect l="l" t="t" r="r" b="b"/>
              <a:pathLst>
                <a:path w="16465" h="4511" extrusionOk="0">
                  <a:moveTo>
                    <a:pt x="33" y="1"/>
                  </a:moveTo>
                  <a:cubicBezTo>
                    <a:pt x="19" y="1"/>
                    <a:pt x="7" y="9"/>
                    <a:pt x="4" y="22"/>
                  </a:cubicBezTo>
                  <a:cubicBezTo>
                    <a:pt x="1" y="38"/>
                    <a:pt x="11" y="55"/>
                    <a:pt x="27" y="61"/>
                  </a:cubicBezTo>
                  <a:lnTo>
                    <a:pt x="16416" y="4507"/>
                  </a:lnTo>
                  <a:lnTo>
                    <a:pt x="16425" y="4507"/>
                  </a:lnTo>
                  <a:lnTo>
                    <a:pt x="16425" y="4510"/>
                  </a:lnTo>
                  <a:cubicBezTo>
                    <a:pt x="16458" y="4507"/>
                    <a:pt x="16465" y="4458"/>
                    <a:pt x="16432" y="4448"/>
                  </a:cubicBezTo>
                  <a:lnTo>
                    <a:pt x="43" y="3"/>
                  </a:lnTo>
                  <a:cubicBezTo>
                    <a:pt x="40" y="1"/>
                    <a:pt x="36" y="1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73"/>
            <p:cNvSpPr/>
            <p:nvPr/>
          </p:nvSpPr>
          <p:spPr>
            <a:xfrm>
              <a:off x="3260650" y="2520875"/>
              <a:ext cx="706250" cy="145125"/>
            </a:xfrm>
            <a:custGeom>
              <a:avLst/>
              <a:gdLst/>
              <a:ahLst/>
              <a:cxnLst/>
              <a:rect l="l" t="t" r="r" b="b"/>
              <a:pathLst>
                <a:path w="28250" h="5805" extrusionOk="0">
                  <a:moveTo>
                    <a:pt x="46" y="1"/>
                  </a:moveTo>
                  <a:cubicBezTo>
                    <a:pt x="20" y="1"/>
                    <a:pt x="1" y="39"/>
                    <a:pt x="32" y="60"/>
                  </a:cubicBezTo>
                  <a:lnTo>
                    <a:pt x="7650" y="5801"/>
                  </a:lnTo>
                  <a:cubicBezTo>
                    <a:pt x="7653" y="5804"/>
                    <a:pt x="7660" y="5804"/>
                    <a:pt x="7666" y="5804"/>
                  </a:cubicBezTo>
                  <a:lnTo>
                    <a:pt x="7679" y="5804"/>
                  </a:lnTo>
                  <a:lnTo>
                    <a:pt x="28213" y="63"/>
                  </a:lnTo>
                  <a:cubicBezTo>
                    <a:pt x="28249" y="54"/>
                    <a:pt x="28238" y="3"/>
                    <a:pt x="28205" y="3"/>
                  </a:cubicBezTo>
                  <a:cubicBezTo>
                    <a:pt x="28203" y="3"/>
                    <a:pt x="28200" y="3"/>
                    <a:pt x="28197" y="4"/>
                  </a:cubicBezTo>
                  <a:lnTo>
                    <a:pt x="7676" y="5742"/>
                  </a:lnTo>
                  <a:lnTo>
                    <a:pt x="67" y="11"/>
                  </a:lnTo>
                  <a:cubicBezTo>
                    <a:pt x="60" y="4"/>
                    <a:pt x="53" y="1"/>
                    <a:pt x="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73"/>
            <p:cNvSpPr/>
            <p:nvPr/>
          </p:nvSpPr>
          <p:spPr>
            <a:xfrm>
              <a:off x="3158725" y="2515250"/>
              <a:ext cx="104125" cy="7200"/>
            </a:xfrm>
            <a:custGeom>
              <a:avLst/>
              <a:gdLst/>
              <a:ahLst/>
              <a:cxnLst/>
              <a:rect l="l" t="t" r="r" b="b"/>
              <a:pathLst>
                <a:path w="4165" h="288" extrusionOk="0">
                  <a:moveTo>
                    <a:pt x="42" y="1"/>
                  </a:moveTo>
                  <a:cubicBezTo>
                    <a:pt x="2" y="1"/>
                    <a:pt x="0" y="60"/>
                    <a:pt x="42" y="63"/>
                  </a:cubicBezTo>
                  <a:lnTo>
                    <a:pt x="4125" y="288"/>
                  </a:lnTo>
                  <a:lnTo>
                    <a:pt x="4128" y="288"/>
                  </a:lnTo>
                  <a:cubicBezTo>
                    <a:pt x="4164" y="285"/>
                    <a:pt x="4164" y="232"/>
                    <a:pt x="4128" y="229"/>
                  </a:cubicBezTo>
                  <a:lnTo>
                    <a:pt x="45" y="1"/>
                  </a:lnTo>
                  <a:cubicBezTo>
                    <a:pt x="44" y="1"/>
                    <a:pt x="43" y="1"/>
                    <a:pt x="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73"/>
            <p:cNvSpPr/>
            <p:nvPr/>
          </p:nvSpPr>
          <p:spPr>
            <a:xfrm>
              <a:off x="3399175" y="2582575"/>
              <a:ext cx="52725" cy="36600"/>
            </a:xfrm>
            <a:custGeom>
              <a:avLst/>
              <a:gdLst/>
              <a:ahLst/>
              <a:cxnLst/>
              <a:rect l="l" t="t" r="r" b="b"/>
              <a:pathLst>
                <a:path w="2109" h="1464" extrusionOk="0">
                  <a:moveTo>
                    <a:pt x="1613" y="1"/>
                  </a:moveTo>
                  <a:lnTo>
                    <a:pt x="0" y="497"/>
                  </a:lnTo>
                  <a:cubicBezTo>
                    <a:pt x="0" y="497"/>
                    <a:pt x="150" y="1117"/>
                    <a:pt x="643" y="1414"/>
                  </a:cubicBezTo>
                  <a:cubicBezTo>
                    <a:pt x="700" y="1448"/>
                    <a:pt x="749" y="1463"/>
                    <a:pt x="793" y="1463"/>
                  </a:cubicBezTo>
                  <a:cubicBezTo>
                    <a:pt x="1134" y="1463"/>
                    <a:pt x="1117" y="546"/>
                    <a:pt x="1117" y="546"/>
                  </a:cubicBezTo>
                  <a:lnTo>
                    <a:pt x="1117" y="546"/>
                  </a:lnTo>
                  <a:cubicBezTo>
                    <a:pt x="1117" y="546"/>
                    <a:pt x="1476" y="738"/>
                    <a:pt x="1737" y="738"/>
                  </a:cubicBezTo>
                  <a:cubicBezTo>
                    <a:pt x="1852" y="738"/>
                    <a:pt x="1947" y="701"/>
                    <a:pt x="1985" y="595"/>
                  </a:cubicBezTo>
                  <a:cubicBezTo>
                    <a:pt x="2109" y="249"/>
                    <a:pt x="1613" y="1"/>
                    <a:pt x="16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73"/>
            <p:cNvSpPr/>
            <p:nvPr/>
          </p:nvSpPr>
          <p:spPr>
            <a:xfrm>
              <a:off x="3398350" y="2581750"/>
              <a:ext cx="54450" cy="38225"/>
            </a:xfrm>
            <a:custGeom>
              <a:avLst/>
              <a:gdLst/>
              <a:ahLst/>
              <a:cxnLst/>
              <a:rect l="l" t="t" r="r" b="b"/>
              <a:pathLst>
                <a:path w="2178" h="1529" extrusionOk="0">
                  <a:moveTo>
                    <a:pt x="1644" y="0"/>
                  </a:moveTo>
                  <a:cubicBezTo>
                    <a:pt x="1616" y="0"/>
                    <a:pt x="1602" y="43"/>
                    <a:pt x="1633" y="60"/>
                  </a:cubicBezTo>
                  <a:cubicBezTo>
                    <a:pt x="1636" y="63"/>
                    <a:pt x="2103" y="298"/>
                    <a:pt x="1988" y="618"/>
                  </a:cubicBezTo>
                  <a:cubicBezTo>
                    <a:pt x="1972" y="667"/>
                    <a:pt x="1936" y="703"/>
                    <a:pt x="1887" y="719"/>
                  </a:cubicBezTo>
                  <a:cubicBezTo>
                    <a:pt x="1852" y="733"/>
                    <a:pt x="1812" y="739"/>
                    <a:pt x="1768" y="739"/>
                  </a:cubicBezTo>
                  <a:cubicBezTo>
                    <a:pt x="1520" y="739"/>
                    <a:pt x="1168" y="552"/>
                    <a:pt x="1163" y="549"/>
                  </a:cubicBezTo>
                  <a:cubicBezTo>
                    <a:pt x="1159" y="547"/>
                    <a:pt x="1154" y="546"/>
                    <a:pt x="1150" y="546"/>
                  </a:cubicBezTo>
                  <a:cubicBezTo>
                    <a:pt x="1134" y="546"/>
                    <a:pt x="1118" y="560"/>
                    <a:pt x="1120" y="579"/>
                  </a:cubicBezTo>
                  <a:cubicBezTo>
                    <a:pt x="1123" y="781"/>
                    <a:pt x="1094" y="1333"/>
                    <a:pt x="901" y="1444"/>
                  </a:cubicBezTo>
                  <a:cubicBezTo>
                    <a:pt x="877" y="1457"/>
                    <a:pt x="852" y="1464"/>
                    <a:pt x="824" y="1464"/>
                  </a:cubicBezTo>
                  <a:cubicBezTo>
                    <a:pt x="784" y="1464"/>
                    <a:pt x="741" y="1450"/>
                    <a:pt x="693" y="1421"/>
                  </a:cubicBezTo>
                  <a:cubicBezTo>
                    <a:pt x="216" y="1133"/>
                    <a:pt x="63" y="530"/>
                    <a:pt x="63" y="523"/>
                  </a:cubicBezTo>
                  <a:cubicBezTo>
                    <a:pt x="60" y="509"/>
                    <a:pt x="47" y="500"/>
                    <a:pt x="33" y="500"/>
                  </a:cubicBezTo>
                  <a:cubicBezTo>
                    <a:pt x="31" y="500"/>
                    <a:pt x="29" y="500"/>
                    <a:pt x="27" y="500"/>
                  </a:cubicBezTo>
                  <a:cubicBezTo>
                    <a:pt x="10" y="504"/>
                    <a:pt x="1" y="520"/>
                    <a:pt x="4" y="536"/>
                  </a:cubicBezTo>
                  <a:cubicBezTo>
                    <a:pt x="10" y="566"/>
                    <a:pt x="161" y="1176"/>
                    <a:pt x="663" y="1476"/>
                  </a:cubicBezTo>
                  <a:cubicBezTo>
                    <a:pt x="712" y="1509"/>
                    <a:pt x="768" y="1525"/>
                    <a:pt x="826" y="1528"/>
                  </a:cubicBezTo>
                  <a:cubicBezTo>
                    <a:pt x="866" y="1528"/>
                    <a:pt x="901" y="1515"/>
                    <a:pt x="931" y="1496"/>
                  </a:cubicBezTo>
                  <a:cubicBezTo>
                    <a:pt x="1156" y="1365"/>
                    <a:pt x="1179" y="801"/>
                    <a:pt x="1179" y="628"/>
                  </a:cubicBezTo>
                  <a:cubicBezTo>
                    <a:pt x="1287" y="680"/>
                    <a:pt x="1557" y="801"/>
                    <a:pt x="1770" y="801"/>
                  </a:cubicBezTo>
                  <a:cubicBezTo>
                    <a:pt x="1821" y="801"/>
                    <a:pt x="1868" y="794"/>
                    <a:pt x="1910" y="778"/>
                  </a:cubicBezTo>
                  <a:cubicBezTo>
                    <a:pt x="1975" y="755"/>
                    <a:pt x="2024" y="703"/>
                    <a:pt x="2047" y="637"/>
                  </a:cubicBezTo>
                  <a:cubicBezTo>
                    <a:pt x="2178" y="269"/>
                    <a:pt x="1682" y="14"/>
                    <a:pt x="1659" y="4"/>
                  </a:cubicBezTo>
                  <a:cubicBezTo>
                    <a:pt x="1653" y="1"/>
                    <a:pt x="1648" y="0"/>
                    <a:pt x="1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73"/>
            <p:cNvSpPr/>
            <p:nvPr/>
          </p:nvSpPr>
          <p:spPr>
            <a:xfrm>
              <a:off x="3262075" y="2593175"/>
              <a:ext cx="16750" cy="17000"/>
            </a:xfrm>
            <a:custGeom>
              <a:avLst/>
              <a:gdLst/>
              <a:ahLst/>
              <a:cxnLst/>
              <a:rect l="l" t="t" r="r" b="b"/>
              <a:pathLst>
                <a:path w="670" h="680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99" y="572"/>
                    <a:pt x="324" y="670"/>
                  </a:cubicBezTo>
                  <a:cubicBezTo>
                    <a:pt x="338" y="676"/>
                    <a:pt x="352" y="679"/>
                    <a:pt x="366" y="679"/>
                  </a:cubicBezTo>
                  <a:cubicBezTo>
                    <a:pt x="564" y="679"/>
                    <a:pt x="670" y="50"/>
                    <a:pt x="670" y="5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73"/>
            <p:cNvSpPr/>
            <p:nvPr/>
          </p:nvSpPr>
          <p:spPr>
            <a:xfrm>
              <a:off x="3261250" y="2592375"/>
              <a:ext cx="18500" cy="18550"/>
            </a:xfrm>
            <a:custGeom>
              <a:avLst/>
              <a:gdLst/>
              <a:ahLst/>
              <a:cxnLst/>
              <a:rect l="l" t="t" r="r" b="b"/>
              <a:pathLst>
                <a:path w="740" h="742" extrusionOk="0">
                  <a:moveTo>
                    <a:pt x="35" y="0"/>
                  </a:moveTo>
                  <a:cubicBezTo>
                    <a:pt x="18" y="0"/>
                    <a:pt x="1" y="14"/>
                    <a:pt x="4" y="36"/>
                  </a:cubicBezTo>
                  <a:cubicBezTo>
                    <a:pt x="8" y="62"/>
                    <a:pt x="109" y="624"/>
                    <a:pt x="344" y="728"/>
                  </a:cubicBezTo>
                  <a:cubicBezTo>
                    <a:pt x="360" y="738"/>
                    <a:pt x="380" y="741"/>
                    <a:pt x="399" y="741"/>
                  </a:cubicBezTo>
                  <a:cubicBezTo>
                    <a:pt x="419" y="741"/>
                    <a:pt x="442" y="738"/>
                    <a:pt x="461" y="728"/>
                  </a:cubicBezTo>
                  <a:cubicBezTo>
                    <a:pt x="634" y="633"/>
                    <a:pt x="726" y="144"/>
                    <a:pt x="735" y="88"/>
                  </a:cubicBezTo>
                  <a:cubicBezTo>
                    <a:pt x="739" y="65"/>
                    <a:pt x="721" y="51"/>
                    <a:pt x="704" y="51"/>
                  </a:cubicBezTo>
                  <a:cubicBezTo>
                    <a:pt x="690" y="51"/>
                    <a:pt x="676" y="60"/>
                    <a:pt x="673" y="79"/>
                  </a:cubicBezTo>
                  <a:cubicBezTo>
                    <a:pt x="647" y="219"/>
                    <a:pt x="556" y="604"/>
                    <a:pt x="432" y="673"/>
                  </a:cubicBezTo>
                  <a:cubicBezTo>
                    <a:pt x="422" y="677"/>
                    <a:pt x="411" y="680"/>
                    <a:pt x="401" y="680"/>
                  </a:cubicBezTo>
                  <a:cubicBezTo>
                    <a:pt x="390" y="680"/>
                    <a:pt x="380" y="677"/>
                    <a:pt x="370" y="673"/>
                  </a:cubicBezTo>
                  <a:cubicBezTo>
                    <a:pt x="197" y="598"/>
                    <a:pt x="92" y="180"/>
                    <a:pt x="63" y="26"/>
                  </a:cubicBezTo>
                  <a:cubicBezTo>
                    <a:pt x="60" y="8"/>
                    <a:pt x="48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73"/>
            <p:cNvSpPr/>
            <p:nvPr/>
          </p:nvSpPr>
          <p:spPr>
            <a:xfrm>
              <a:off x="3406025" y="2462475"/>
              <a:ext cx="24825" cy="40150"/>
            </a:xfrm>
            <a:custGeom>
              <a:avLst/>
              <a:gdLst/>
              <a:ahLst/>
              <a:cxnLst/>
              <a:rect l="l" t="t" r="r" b="b"/>
              <a:pathLst>
                <a:path w="993" h="1606" extrusionOk="0">
                  <a:moveTo>
                    <a:pt x="706" y="0"/>
                  </a:moveTo>
                  <a:cubicBezTo>
                    <a:pt x="521" y="0"/>
                    <a:pt x="0" y="414"/>
                    <a:pt x="0" y="414"/>
                  </a:cubicBezTo>
                  <a:lnTo>
                    <a:pt x="493" y="1606"/>
                  </a:lnTo>
                  <a:cubicBezTo>
                    <a:pt x="493" y="1606"/>
                    <a:pt x="741" y="1456"/>
                    <a:pt x="865" y="1084"/>
                  </a:cubicBezTo>
                  <a:cubicBezTo>
                    <a:pt x="993" y="711"/>
                    <a:pt x="421" y="711"/>
                    <a:pt x="421" y="711"/>
                  </a:cubicBezTo>
                  <a:cubicBezTo>
                    <a:pt x="421" y="711"/>
                    <a:pt x="816" y="241"/>
                    <a:pt x="767" y="42"/>
                  </a:cubicBezTo>
                  <a:cubicBezTo>
                    <a:pt x="760" y="13"/>
                    <a:pt x="738" y="0"/>
                    <a:pt x="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73"/>
            <p:cNvSpPr/>
            <p:nvPr/>
          </p:nvSpPr>
          <p:spPr>
            <a:xfrm>
              <a:off x="3405125" y="2461675"/>
              <a:ext cx="24175" cy="41700"/>
            </a:xfrm>
            <a:custGeom>
              <a:avLst/>
              <a:gdLst/>
              <a:ahLst/>
              <a:cxnLst/>
              <a:rect l="l" t="t" r="r" b="b"/>
              <a:pathLst>
                <a:path w="967" h="1668" extrusionOk="0">
                  <a:moveTo>
                    <a:pt x="747" y="1"/>
                  </a:moveTo>
                  <a:cubicBezTo>
                    <a:pt x="559" y="1"/>
                    <a:pt x="109" y="347"/>
                    <a:pt x="17" y="424"/>
                  </a:cubicBezTo>
                  <a:cubicBezTo>
                    <a:pt x="4" y="433"/>
                    <a:pt x="0" y="453"/>
                    <a:pt x="10" y="466"/>
                  </a:cubicBezTo>
                  <a:cubicBezTo>
                    <a:pt x="16" y="473"/>
                    <a:pt x="24" y="476"/>
                    <a:pt x="32" y="476"/>
                  </a:cubicBezTo>
                  <a:cubicBezTo>
                    <a:pt x="39" y="476"/>
                    <a:pt x="47" y="474"/>
                    <a:pt x="53" y="469"/>
                  </a:cubicBezTo>
                  <a:cubicBezTo>
                    <a:pt x="262" y="306"/>
                    <a:pt x="616" y="62"/>
                    <a:pt x="741" y="62"/>
                  </a:cubicBezTo>
                  <a:cubicBezTo>
                    <a:pt x="749" y="62"/>
                    <a:pt x="755" y="63"/>
                    <a:pt x="761" y="64"/>
                  </a:cubicBezTo>
                  <a:cubicBezTo>
                    <a:pt x="768" y="68"/>
                    <a:pt x="774" y="74"/>
                    <a:pt x="774" y="81"/>
                  </a:cubicBezTo>
                  <a:cubicBezTo>
                    <a:pt x="813" y="231"/>
                    <a:pt x="542" y="597"/>
                    <a:pt x="435" y="724"/>
                  </a:cubicBezTo>
                  <a:cubicBezTo>
                    <a:pt x="415" y="743"/>
                    <a:pt x="431" y="776"/>
                    <a:pt x="457" y="776"/>
                  </a:cubicBezTo>
                  <a:cubicBezTo>
                    <a:pt x="461" y="776"/>
                    <a:pt x="758" y="776"/>
                    <a:pt x="859" y="916"/>
                  </a:cubicBezTo>
                  <a:cubicBezTo>
                    <a:pt x="895" y="972"/>
                    <a:pt x="901" y="1044"/>
                    <a:pt x="875" y="1106"/>
                  </a:cubicBezTo>
                  <a:cubicBezTo>
                    <a:pt x="754" y="1462"/>
                    <a:pt x="519" y="1612"/>
                    <a:pt x="516" y="1612"/>
                  </a:cubicBezTo>
                  <a:cubicBezTo>
                    <a:pt x="490" y="1628"/>
                    <a:pt x="500" y="1667"/>
                    <a:pt x="533" y="1667"/>
                  </a:cubicBezTo>
                  <a:cubicBezTo>
                    <a:pt x="536" y="1667"/>
                    <a:pt x="542" y="1664"/>
                    <a:pt x="546" y="1661"/>
                  </a:cubicBezTo>
                  <a:cubicBezTo>
                    <a:pt x="559" y="1654"/>
                    <a:pt x="807" y="1504"/>
                    <a:pt x="934" y="1125"/>
                  </a:cubicBezTo>
                  <a:cubicBezTo>
                    <a:pt x="967" y="1044"/>
                    <a:pt x="957" y="952"/>
                    <a:pt x="908" y="881"/>
                  </a:cubicBezTo>
                  <a:cubicBezTo>
                    <a:pt x="820" y="756"/>
                    <a:pt x="621" y="724"/>
                    <a:pt x="519" y="717"/>
                  </a:cubicBezTo>
                  <a:cubicBezTo>
                    <a:pt x="624" y="587"/>
                    <a:pt x="879" y="244"/>
                    <a:pt x="833" y="68"/>
                  </a:cubicBezTo>
                  <a:cubicBezTo>
                    <a:pt x="826" y="38"/>
                    <a:pt x="807" y="16"/>
                    <a:pt x="781" y="6"/>
                  </a:cubicBezTo>
                  <a:cubicBezTo>
                    <a:pt x="771" y="2"/>
                    <a:pt x="759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73"/>
            <p:cNvSpPr/>
            <p:nvPr/>
          </p:nvSpPr>
          <p:spPr>
            <a:xfrm>
              <a:off x="3463950" y="2554425"/>
              <a:ext cx="19300" cy="22950"/>
            </a:xfrm>
            <a:custGeom>
              <a:avLst/>
              <a:gdLst/>
              <a:ahLst/>
              <a:cxnLst/>
              <a:rect l="l" t="t" r="r" b="b"/>
              <a:pathLst>
                <a:path w="772" h="918" extrusionOk="0">
                  <a:moveTo>
                    <a:pt x="102" y="0"/>
                  </a:moveTo>
                  <a:lnTo>
                    <a:pt x="1" y="918"/>
                  </a:lnTo>
                  <a:cubicBezTo>
                    <a:pt x="771" y="843"/>
                    <a:pt x="102" y="1"/>
                    <a:pt x="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73"/>
            <p:cNvSpPr/>
            <p:nvPr/>
          </p:nvSpPr>
          <p:spPr>
            <a:xfrm>
              <a:off x="3462925" y="2553625"/>
              <a:ext cx="13450" cy="24500"/>
            </a:xfrm>
            <a:custGeom>
              <a:avLst/>
              <a:gdLst/>
              <a:ahLst/>
              <a:cxnLst/>
              <a:rect l="l" t="t" r="r" b="b"/>
              <a:pathLst>
                <a:path w="538" h="980" extrusionOk="0">
                  <a:moveTo>
                    <a:pt x="142" y="0"/>
                  </a:moveTo>
                  <a:cubicBezTo>
                    <a:pt x="119" y="0"/>
                    <a:pt x="98" y="27"/>
                    <a:pt x="117" y="49"/>
                  </a:cubicBezTo>
                  <a:cubicBezTo>
                    <a:pt x="120" y="52"/>
                    <a:pt x="469" y="496"/>
                    <a:pt x="362" y="747"/>
                  </a:cubicBezTo>
                  <a:cubicBezTo>
                    <a:pt x="319" y="845"/>
                    <a:pt x="212" y="901"/>
                    <a:pt x="39" y="917"/>
                  </a:cubicBezTo>
                  <a:cubicBezTo>
                    <a:pt x="0" y="920"/>
                    <a:pt x="3" y="979"/>
                    <a:pt x="39" y="979"/>
                  </a:cubicBezTo>
                  <a:cubicBezTo>
                    <a:pt x="40" y="979"/>
                    <a:pt x="41" y="979"/>
                    <a:pt x="42" y="979"/>
                  </a:cubicBezTo>
                  <a:lnTo>
                    <a:pt x="45" y="979"/>
                  </a:lnTo>
                  <a:cubicBezTo>
                    <a:pt x="241" y="959"/>
                    <a:pt x="365" y="891"/>
                    <a:pt x="417" y="770"/>
                  </a:cubicBezTo>
                  <a:cubicBezTo>
                    <a:pt x="538" y="486"/>
                    <a:pt x="179" y="32"/>
                    <a:pt x="166" y="13"/>
                  </a:cubicBezTo>
                  <a:cubicBezTo>
                    <a:pt x="159" y="4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6" name="Google Shape;5086;p73"/>
          <p:cNvGrpSpPr/>
          <p:nvPr/>
        </p:nvGrpSpPr>
        <p:grpSpPr>
          <a:xfrm>
            <a:off x="3110423" y="4734006"/>
            <a:ext cx="1260939" cy="409494"/>
            <a:chOff x="3099775" y="2031950"/>
            <a:chExt cx="513600" cy="166800"/>
          </a:xfrm>
        </p:grpSpPr>
        <p:sp>
          <p:nvSpPr>
            <p:cNvPr id="5087" name="Google Shape;5087;p73"/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73"/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73"/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73"/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73"/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73"/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73"/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73"/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73"/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73"/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73"/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73"/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73"/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73"/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73"/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73"/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73"/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73"/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73"/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73"/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73"/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73"/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73"/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73"/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73"/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73"/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73"/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73"/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73"/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6" name="Google Shape;5116;p73"/>
          <p:cNvSpPr/>
          <p:nvPr/>
        </p:nvSpPr>
        <p:spPr>
          <a:xfrm rot="-1130306" flipH="1">
            <a:off x="8309113" y="2043045"/>
            <a:ext cx="26943" cy="2694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7" name="Google Shape;5117;p73"/>
          <p:cNvSpPr/>
          <p:nvPr/>
        </p:nvSpPr>
        <p:spPr>
          <a:xfrm rot="3364212" flipH="1">
            <a:off x="8436608" y="2306957"/>
            <a:ext cx="39772" cy="3977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8" name="Google Shape;5118;p73"/>
          <p:cNvSpPr/>
          <p:nvPr/>
        </p:nvSpPr>
        <p:spPr>
          <a:xfrm rot="3378596" flipH="1">
            <a:off x="8624584" y="2128755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9" name="Google Shape;5119;p73"/>
          <p:cNvSpPr/>
          <p:nvPr/>
        </p:nvSpPr>
        <p:spPr>
          <a:xfrm rot="-1154972" flipH="1">
            <a:off x="8163363" y="2226656"/>
            <a:ext cx="40038" cy="3984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0" name="Google Shape;5120;p73"/>
          <p:cNvSpPr/>
          <p:nvPr/>
        </p:nvSpPr>
        <p:spPr>
          <a:xfrm rot="3378596" flipH="1">
            <a:off x="8309054" y="1816418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1" name="Google Shape;5121;p73"/>
          <p:cNvSpPr/>
          <p:nvPr/>
        </p:nvSpPr>
        <p:spPr>
          <a:xfrm rot="3378596" flipH="1">
            <a:off x="8125909" y="1816430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2" name="Google Shape;5122;p73"/>
          <p:cNvSpPr/>
          <p:nvPr/>
        </p:nvSpPr>
        <p:spPr>
          <a:xfrm rot="-1154972" flipH="1">
            <a:off x="8119413" y="1568981"/>
            <a:ext cx="40038" cy="3984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3" name="Google Shape;5123;p73"/>
          <p:cNvSpPr/>
          <p:nvPr/>
        </p:nvSpPr>
        <p:spPr>
          <a:xfrm rot="3378596" flipH="1">
            <a:off x="8442979" y="1321743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4" name="Google Shape;5124;p73"/>
          <p:cNvSpPr/>
          <p:nvPr/>
        </p:nvSpPr>
        <p:spPr>
          <a:xfrm rot="-1154972" flipH="1">
            <a:off x="8759213" y="1051806"/>
            <a:ext cx="40038" cy="3984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5" name="Google Shape;5125;p73"/>
          <p:cNvSpPr/>
          <p:nvPr/>
        </p:nvSpPr>
        <p:spPr>
          <a:xfrm rot="3378596" flipH="1">
            <a:off x="8580054" y="748368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6" name="Google Shape;5126;p73"/>
          <p:cNvSpPr/>
          <p:nvPr/>
        </p:nvSpPr>
        <p:spPr>
          <a:xfrm rot="-1130306" flipH="1">
            <a:off x="7865038" y="2128795"/>
            <a:ext cx="26943" cy="2694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7" name="Google Shape;5127;p73"/>
          <p:cNvSpPr/>
          <p:nvPr/>
        </p:nvSpPr>
        <p:spPr>
          <a:xfrm rot="3364212" flipH="1">
            <a:off x="797127" y="877185"/>
            <a:ext cx="39772" cy="3977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8" name="Google Shape;5128;p73"/>
          <p:cNvSpPr/>
          <p:nvPr/>
        </p:nvSpPr>
        <p:spPr>
          <a:xfrm rot="3378596" flipH="1">
            <a:off x="911323" y="622896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9" name="Google Shape;5129;p73"/>
          <p:cNvSpPr/>
          <p:nvPr/>
        </p:nvSpPr>
        <p:spPr>
          <a:xfrm rot="3378596" flipH="1">
            <a:off x="1000398" y="1149446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0" name="Google Shape;5130;p73"/>
          <p:cNvSpPr/>
          <p:nvPr/>
        </p:nvSpPr>
        <p:spPr>
          <a:xfrm rot="3378596" flipH="1">
            <a:off x="725823" y="431771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1" name="Google Shape;5131;p73"/>
          <p:cNvSpPr/>
          <p:nvPr/>
        </p:nvSpPr>
        <p:spPr>
          <a:xfrm rot="3378596" flipH="1">
            <a:off x="911323" y="216321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2" name="Google Shape;5132;p73"/>
          <p:cNvSpPr/>
          <p:nvPr/>
        </p:nvSpPr>
        <p:spPr>
          <a:xfrm rot="3378596" flipH="1">
            <a:off x="1000398" y="1020071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3" name="Google Shape;5133;p73"/>
          <p:cNvSpPr/>
          <p:nvPr/>
        </p:nvSpPr>
        <p:spPr>
          <a:xfrm rot="3378596" flipH="1">
            <a:off x="503516" y="1904518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4" name="Google Shape;5134;p73"/>
          <p:cNvSpPr/>
          <p:nvPr/>
        </p:nvSpPr>
        <p:spPr>
          <a:xfrm rot="3378596" flipH="1">
            <a:off x="597554" y="2078843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5" name="Google Shape;5135;p73"/>
          <p:cNvSpPr/>
          <p:nvPr/>
        </p:nvSpPr>
        <p:spPr>
          <a:xfrm rot="3378596" flipH="1">
            <a:off x="401541" y="2042993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4">
          <a:extLst>
            <a:ext uri="{FF2B5EF4-FFF2-40B4-BE49-F238E27FC236}">
              <a16:creationId xmlns:a16="http://schemas.microsoft.com/office/drawing/2014/main" id="{4499F5CE-07AA-060B-DE16-A199F325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5" name="Google Shape;4645;p73">
            <a:extLst>
              <a:ext uri="{FF2B5EF4-FFF2-40B4-BE49-F238E27FC236}">
                <a16:creationId xmlns:a16="http://schemas.microsoft.com/office/drawing/2014/main" id="{EF557EAE-4DF9-932F-D52F-6B02B6FA892F}"/>
              </a:ext>
            </a:extLst>
          </p:cNvPr>
          <p:cNvSpPr/>
          <p:nvPr/>
        </p:nvSpPr>
        <p:spPr>
          <a:xfrm>
            <a:off x="2422427" y="924671"/>
            <a:ext cx="4596564" cy="3902510"/>
          </a:xfrm>
          <a:prstGeom prst="roundRect">
            <a:avLst>
              <a:gd name="adj" fmla="val 24284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8" name="Google Shape;4648;p73">
            <a:extLst>
              <a:ext uri="{FF2B5EF4-FFF2-40B4-BE49-F238E27FC236}">
                <a16:creationId xmlns:a16="http://schemas.microsoft.com/office/drawing/2014/main" id="{288A0CC4-C937-3AEB-4E3A-A40E1683E54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27941" y="2684653"/>
            <a:ext cx="4100468" cy="504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None/>
            </a:pP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                Besoins Fonctionnels:</a:t>
            </a:r>
          </a:p>
          <a:p>
            <a:pPr algn="l"/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Authentification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 Système de connexion/inscription sécurisé </a:t>
            </a:r>
          </a:p>
          <a:p>
            <a:pPr algn="l"/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Catalogue musical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 Intégration avec l'API Deezer pour accéder à une vaste bibliothèque </a:t>
            </a:r>
          </a:p>
          <a:p>
            <a:pPr algn="l"/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Lecteur audio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 Contrôles complets (lecture, pause, volume, progression) </a:t>
            </a:r>
          </a:p>
          <a:p>
            <a:pPr algn="l"/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Gestion de playlists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 Création, modification et partage de playlists personnalisées</a:t>
            </a:r>
          </a:p>
          <a:p>
            <a:pPr algn="l"/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Visualisations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 Différents modes de visualisation audio avec contrôles personnalisables </a:t>
            </a:r>
          </a:p>
          <a:p>
            <a:pPr algn="l"/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Profil utilisateur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 Personnalisation et historique d'écoute </a:t>
            </a:r>
          </a:p>
          <a:p>
            <a:pPr algn="l"/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Recherche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 Système de recherche avancé par titre, artiste, album ou genre</a:t>
            </a:r>
          </a:p>
          <a:p>
            <a:pPr algn="l">
              <a:buNone/>
            </a:pPr>
            <a:endParaRPr lang="fr-FR" b="0" i="0" dirty="0">
              <a:solidFill>
                <a:schemeClr val="tx1"/>
              </a:solidFill>
              <a:effectLst/>
              <a:latin typeface="Segoe WPC"/>
            </a:endParaRPr>
          </a:p>
        </p:txBody>
      </p:sp>
      <p:sp>
        <p:nvSpPr>
          <p:cNvPr id="4649" name="Google Shape;4649;p73">
            <a:extLst>
              <a:ext uri="{FF2B5EF4-FFF2-40B4-BE49-F238E27FC236}">
                <a16:creationId xmlns:a16="http://schemas.microsoft.com/office/drawing/2014/main" id="{FBBC7527-5AF3-0AFA-FA51-57EA83838F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5909" y="173040"/>
            <a:ext cx="449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Cadre Du Projet WAVVE</a:t>
            </a:r>
            <a:endParaRPr sz="2800" dirty="0"/>
          </a:p>
        </p:txBody>
      </p:sp>
      <p:grpSp>
        <p:nvGrpSpPr>
          <p:cNvPr id="4650" name="Google Shape;4650;p73">
            <a:extLst>
              <a:ext uri="{FF2B5EF4-FFF2-40B4-BE49-F238E27FC236}">
                <a16:creationId xmlns:a16="http://schemas.microsoft.com/office/drawing/2014/main" id="{138AE8A4-C3AF-07BD-E6E6-22181C48ACF5}"/>
              </a:ext>
            </a:extLst>
          </p:cNvPr>
          <p:cNvGrpSpPr/>
          <p:nvPr/>
        </p:nvGrpSpPr>
        <p:grpSpPr>
          <a:xfrm>
            <a:off x="7457844" y="134325"/>
            <a:ext cx="1026250" cy="962813"/>
            <a:chOff x="6702850" y="308050"/>
            <a:chExt cx="778642" cy="730511"/>
          </a:xfrm>
        </p:grpSpPr>
        <p:sp>
          <p:nvSpPr>
            <p:cNvPr id="4651" name="Google Shape;4651;p73">
              <a:extLst>
                <a:ext uri="{FF2B5EF4-FFF2-40B4-BE49-F238E27FC236}">
                  <a16:creationId xmlns:a16="http://schemas.microsoft.com/office/drawing/2014/main" id="{9203E39D-4522-B073-3B18-C4615CEC722F}"/>
                </a:ext>
              </a:extLst>
            </p:cNvPr>
            <p:cNvSpPr/>
            <p:nvPr/>
          </p:nvSpPr>
          <p:spPr>
            <a:xfrm>
              <a:off x="6702850" y="331244"/>
              <a:ext cx="707279" cy="707317"/>
            </a:xfrm>
            <a:custGeom>
              <a:avLst/>
              <a:gdLst/>
              <a:ahLst/>
              <a:cxnLst/>
              <a:rect l="l" t="t" r="r" b="b"/>
              <a:pathLst>
                <a:path w="19059" h="19060" extrusionOk="0">
                  <a:moveTo>
                    <a:pt x="9528" y="1"/>
                  </a:moveTo>
                  <a:cubicBezTo>
                    <a:pt x="4266" y="1"/>
                    <a:pt x="0" y="4267"/>
                    <a:pt x="0" y="9528"/>
                  </a:cubicBezTo>
                  <a:cubicBezTo>
                    <a:pt x="0" y="14793"/>
                    <a:pt x="4266" y="19059"/>
                    <a:pt x="9528" y="19059"/>
                  </a:cubicBezTo>
                  <a:cubicBezTo>
                    <a:pt x="14793" y="19059"/>
                    <a:pt x="19059" y="14793"/>
                    <a:pt x="19059" y="9528"/>
                  </a:cubicBezTo>
                  <a:cubicBezTo>
                    <a:pt x="19059" y="4267"/>
                    <a:pt x="14793" y="1"/>
                    <a:pt x="9528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73">
              <a:extLst>
                <a:ext uri="{FF2B5EF4-FFF2-40B4-BE49-F238E27FC236}">
                  <a16:creationId xmlns:a16="http://schemas.microsoft.com/office/drawing/2014/main" id="{492A4840-EA8D-1EBD-62A1-E086583B5EB5}"/>
                </a:ext>
              </a:extLst>
            </p:cNvPr>
            <p:cNvSpPr/>
            <p:nvPr/>
          </p:nvSpPr>
          <p:spPr>
            <a:xfrm>
              <a:off x="6738699" y="309089"/>
              <a:ext cx="707428" cy="707317"/>
            </a:xfrm>
            <a:custGeom>
              <a:avLst/>
              <a:gdLst/>
              <a:ahLst/>
              <a:cxnLst/>
              <a:rect l="l" t="t" r="r" b="b"/>
              <a:pathLst>
                <a:path w="19063" h="19060" extrusionOk="0">
                  <a:moveTo>
                    <a:pt x="9531" y="0"/>
                  </a:moveTo>
                  <a:cubicBezTo>
                    <a:pt x="4266" y="0"/>
                    <a:pt x="0" y="4267"/>
                    <a:pt x="0" y="9531"/>
                  </a:cubicBezTo>
                  <a:cubicBezTo>
                    <a:pt x="0" y="14793"/>
                    <a:pt x="4266" y="19059"/>
                    <a:pt x="9531" y="19059"/>
                  </a:cubicBezTo>
                  <a:cubicBezTo>
                    <a:pt x="14793" y="19059"/>
                    <a:pt x="19062" y="14793"/>
                    <a:pt x="19062" y="9531"/>
                  </a:cubicBezTo>
                  <a:cubicBezTo>
                    <a:pt x="19062" y="4267"/>
                    <a:pt x="14793" y="0"/>
                    <a:pt x="9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73">
              <a:extLst>
                <a:ext uri="{FF2B5EF4-FFF2-40B4-BE49-F238E27FC236}">
                  <a16:creationId xmlns:a16="http://schemas.microsoft.com/office/drawing/2014/main" id="{DC85BF7A-C263-73D5-B343-580E00666DD2}"/>
                </a:ext>
              </a:extLst>
            </p:cNvPr>
            <p:cNvSpPr/>
            <p:nvPr/>
          </p:nvSpPr>
          <p:spPr>
            <a:xfrm>
              <a:off x="6711422" y="308050"/>
              <a:ext cx="770070" cy="709543"/>
            </a:xfrm>
            <a:custGeom>
              <a:avLst/>
              <a:gdLst/>
              <a:ahLst/>
              <a:cxnLst/>
              <a:rect l="l" t="t" r="r" b="b"/>
              <a:pathLst>
                <a:path w="20751" h="19120" extrusionOk="0">
                  <a:moveTo>
                    <a:pt x="10266" y="58"/>
                  </a:moveTo>
                  <a:cubicBezTo>
                    <a:pt x="15505" y="58"/>
                    <a:pt x="19765" y="4321"/>
                    <a:pt x="19765" y="9559"/>
                  </a:cubicBezTo>
                  <a:cubicBezTo>
                    <a:pt x="19765" y="14798"/>
                    <a:pt x="15505" y="19058"/>
                    <a:pt x="10266" y="19058"/>
                  </a:cubicBezTo>
                  <a:cubicBezTo>
                    <a:pt x="5028" y="19058"/>
                    <a:pt x="768" y="14798"/>
                    <a:pt x="768" y="9559"/>
                  </a:cubicBezTo>
                  <a:cubicBezTo>
                    <a:pt x="768" y="4321"/>
                    <a:pt x="5028" y="58"/>
                    <a:pt x="10266" y="58"/>
                  </a:cubicBezTo>
                  <a:close/>
                  <a:moveTo>
                    <a:pt x="10268" y="1"/>
                  </a:moveTo>
                  <a:cubicBezTo>
                    <a:pt x="9042" y="1"/>
                    <a:pt x="7801" y="237"/>
                    <a:pt x="6611" y="730"/>
                  </a:cubicBezTo>
                  <a:cubicBezTo>
                    <a:pt x="2397" y="2473"/>
                    <a:pt x="1" y="6951"/>
                    <a:pt x="889" y="11423"/>
                  </a:cubicBezTo>
                  <a:cubicBezTo>
                    <a:pt x="1780" y="15898"/>
                    <a:pt x="5707" y="19120"/>
                    <a:pt x="10266" y="19120"/>
                  </a:cubicBezTo>
                  <a:cubicBezTo>
                    <a:pt x="10275" y="19120"/>
                    <a:pt x="10283" y="19120"/>
                    <a:pt x="10291" y="19120"/>
                  </a:cubicBezTo>
                  <a:cubicBezTo>
                    <a:pt x="12818" y="19120"/>
                    <a:pt x="15243" y="18112"/>
                    <a:pt x="17026" y="16319"/>
                  </a:cubicBezTo>
                  <a:cubicBezTo>
                    <a:pt x="20251" y="13094"/>
                    <a:pt x="20750" y="8038"/>
                    <a:pt x="18218" y="4249"/>
                  </a:cubicBezTo>
                  <a:cubicBezTo>
                    <a:pt x="16398" y="1527"/>
                    <a:pt x="13383" y="1"/>
                    <a:pt x="10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73">
              <a:extLst>
                <a:ext uri="{FF2B5EF4-FFF2-40B4-BE49-F238E27FC236}">
                  <a16:creationId xmlns:a16="http://schemas.microsoft.com/office/drawing/2014/main" id="{418E8F7E-D487-435E-B477-F29A9DABF18B}"/>
                </a:ext>
              </a:extLst>
            </p:cNvPr>
            <p:cNvSpPr/>
            <p:nvPr/>
          </p:nvSpPr>
          <p:spPr>
            <a:xfrm>
              <a:off x="6793919" y="364310"/>
              <a:ext cx="596840" cy="596840"/>
            </a:xfrm>
            <a:custGeom>
              <a:avLst/>
              <a:gdLst/>
              <a:ahLst/>
              <a:cxnLst/>
              <a:rect l="l" t="t" r="r" b="b"/>
              <a:pathLst>
                <a:path w="16083" h="16083" extrusionOk="0">
                  <a:moveTo>
                    <a:pt x="16083" y="8043"/>
                  </a:moveTo>
                  <a:cubicBezTo>
                    <a:pt x="16083" y="12483"/>
                    <a:pt x="12482" y="16083"/>
                    <a:pt x="8043" y="16083"/>
                  </a:cubicBezTo>
                  <a:cubicBezTo>
                    <a:pt x="3601" y="16083"/>
                    <a:pt x="1" y="12483"/>
                    <a:pt x="1" y="8043"/>
                  </a:cubicBezTo>
                  <a:cubicBezTo>
                    <a:pt x="1" y="3601"/>
                    <a:pt x="3601" y="1"/>
                    <a:pt x="8043" y="1"/>
                  </a:cubicBezTo>
                  <a:cubicBezTo>
                    <a:pt x="12482" y="1"/>
                    <a:pt x="16083" y="3601"/>
                    <a:pt x="16083" y="8043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73">
              <a:extLst>
                <a:ext uri="{FF2B5EF4-FFF2-40B4-BE49-F238E27FC236}">
                  <a16:creationId xmlns:a16="http://schemas.microsoft.com/office/drawing/2014/main" id="{144F8E2E-3058-E853-B3FD-AB743AB79B94}"/>
                </a:ext>
              </a:extLst>
            </p:cNvPr>
            <p:cNvSpPr/>
            <p:nvPr/>
          </p:nvSpPr>
          <p:spPr>
            <a:xfrm>
              <a:off x="7087536" y="526521"/>
              <a:ext cx="123613" cy="277063"/>
            </a:xfrm>
            <a:custGeom>
              <a:avLst/>
              <a:gdLst/>
              <a:ahLst/>
              <a:cxnLst/>
              <a:rect l="l" t="t" r="r" b="b"/>
              <a:pathLst>
                <a:path w="3331" h="7466" extrusionOk="0">
                  <a:moveTo>
                    <a:pt x="1" y="0"/>
                  </a:moveTo>
                  <a:lnTo>
                    <a:pt x="1" y="3672"/>
                  </a:lnTo>
                  <a:cubicBezTo>
                    <a:pt x="1" y="3679"/>
                    <a:pt x="4" y="3685"/>
                    <a:pt x="7" y="3692"/>
                  </a:cubicBezTo>
                  <a:lnTo>
                    <a:pt x="3284" y="7465"/>
                  </a:lnTo>
                  <a:lnTo>
                    <a:pt x="3330" y="7426"/>
                  </a:lnTo>
                  <a:lnTo>
                    <a:pt x="63" y="3663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73">
              <a:extLst>
                <a:ext uri="{FF2B5EF4-FFF2-40B4-BE49-F238E27FC236}">
                  <a16:creationId xmlns:a16="http://schemas.microsoft.com/office/drawing/2014/main" id="{FF633663-C30F-035C-F736-868105B89120}"/>
                </a:ext>
              </a:extLst>
            </p:cNvPr>
            <p:cNvSpPr/>
            <p:nvPr/>
          </p:nvSpPr>
          <p:spPr>
            <a:xfrm>
              <a:off x="6792843" y="363234"/>
              <a:ext cx="599141" cy="599141"/>
            </a:xfrm>
            <a:custGeom>
              <a:avLst/>
              <a:gdLst/>
              <a:ahLst/>
              <a:cxnLst/>
              <a:rect l="l" t="t" r="r" b="b"/>
              <a:pathLst>
                <a:path w="16145" h="16145" extrusionOk="0">
                  <a:moveTo>
                    <a:pt x="8072" y="63"/>
                  </a:moveTo>
                  <a:cubicBezTo>
                    <a:pt x="12489" y="63"/>
                    <a:pt x="16082" y="3656"/>
                    <a:pt x="16082" y="8072"/>
                  </a:cubicBezTo>
                  <a:cubicBezTo>
                    <a:pt x="16082" y="12489"/>
                    <a:pt x="12489" y="16082"/>
                    <a:pt x="8072" y="16082"/>
                  </a:cubicBezTo>
                  <a:cubicBezTo>
                    <a:pt x="3656" y="16082"/>
                    <a:pt x="62" y="12489"/>
                    <a:pt x="62" y="8072"/>
                  </a:cubicBezTo>
                  <a:cubicBezTo>
                    <a:pt x="62" y="3656"/>
                    <a:pt x="3656" y="63"/>
                    <a:pt x="8072" y="63"/>
                  </a:cubicBezTo>
                  <a:close/>
                  <a:moveTo>
                    <a:pt x="8072" y="1"/>
                  </a:moveTo>
                  <a:cubicBezTo>
                    <a:pt x="3624" y="1"/>
                    <a:pt x="0" y="3620"/>
                    <a:pt x="0" y="8072"/>
                  </a:cubicBezTo>
                  <a:cubicBezTo>
                    <a:pt x="0" y="12521"/>
                    <a:pt x="3624" y="16144"/>
                    <a:pt x="8072" y="16144"/>
                  </a:cubicBezTo>
                  <a:cubicBezTo>
                    <a:pt x="12525" y="16144"/>
                    <a:pt x="16144" y="12521"/>
                    <a:pt x="16144" y="8072"/>
                  </a:cubicBezTo>
                  <a:cubicBezTo>
                    <a:pt x="16144" y="3620"/>
                    <a:pt x="1252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7" name="Google Shape;4657;p73">
            <a:extLst>
              <a:ext uri="{FF2B5EF4-FFF2-40B4-BE49-F238E27FC236}">
                <a16:creationId xmlns:a16="http://schemas.microsoft.com/office/drawing/2014/main" id="{E4419828-F75F-FBDE-0CFA-0BC7C977315A}"/>
              </a:ext>
            </a:extLst>
          </p:cNvPr>
          <p:cNvGrpSpPr/>
          <p:nvPr/>
        </p:nvGrpSpPr>
        <p:grpSpPr>
          <a:xfrm>
            <a:off x="5992715" y="4552381"/>
            <a:ext cx="1026276" cy="612558"/>
            <a:chOff x="5274100" y="3743727"/>
            <a:chExt cx="880772" cy="525756"/>
          </a:xfrm>
        </p:grpSpPr>
        <p:sp>
          <p:nvSpPr>
            <p:cNvPr id="4658" name="Google Shape;4658;p73">
              <a:extLst>
                <a:ext uri="{FF2B5EF4-FFF2-40B4-BE49-F238E27FC236}">
                  <a16:creationId xmlns:a16="http://schemas.microsoft.com/office/drawing/2014/main" id="{F761FCA3-4218-34D9-4E71-DC0ED316836F}"/>
                </a:ext>
              </a:extLst>
            </p:cNvPr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73">
              <a:extLst>
                <a:ext uri="{FF2B5EF4-FFF2-40B4-BE49-F238E27FC236}">
                  <a16:creationId xmlns:a16="http://schemas.microsoft.com/office/drawing/2014/main" id="{7B6E4A28-7E3E-CA77-ECBC-B7366E20FD76}"/>
                </a:ext>
              </a:extLst>
            </p:cNvPr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73">
              <a:extLst>
                <a:ext uri="{FF2B5EF4-FFF2-40B4-BE49-F238E27FC236}">
                  <a16:creationId xmlns:a16="http://schemas.microsoft.com/office/drawing/2014/main" id="{60DFE819-3C94-8138-6873-48C6EC576FD2}"/>
                </a:ext>
              </a:extLst>
            </p:cNvPr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73">
              <a:extLst>
                <a:ext uri="{FF2B5EF4-FFF2-40B4-BE49-F238E27FC236}">
                  <a16:creationId xmlns:a16="http://schemas.microsoft.com/office/drawing/2014/main" id="{B74D67FB-A90E-3FA3-9CBA-2AC291163699}"/>
                </a:ext>
              </a:extLst>
            </p:cNvPr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73">
              <a:extLst>
                <a:ext uri="{FF2B5EF4-FFF2-40B4-BE49-F238E27FC236}">
                  <a16:creationId xmlns:a16="http://schemas.microsoft.com/office/drawing/2014/main" id="{E3FB054A-6B37-61DC-E104-D30BB91FD885}"/>
                </a:ext>
              </a:extLst>
            </p:cNvPr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73">
              <a:extLst>
                <a:ext uri="{FF2B5EF4-FFF2-40B4-BE49-F238E27FC236}">
                  <a16:creationId xmlns:a16="http://schemas.microsoft.com/office/drawing/2014/main" id="{AF943340-254B-3F7B-E936-7783E09E27DB}"/>
                </a:ext>
              </a:extLst>
            </p:cNvPr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73">
              <a:extLst>
                <a:ext uri="{FF2B5EF4-FFF2-40B4-BE49-F238E27FC236}">
                  <a16:creationId xmlns:a16="http://schemas.microsoft.com/office/drawing/2014/main" id="{A320D39D-FD09-EA80-1D97-D234032E3681}"/>
                </a:ext>
              </a:extLst>
            </p:cNvPr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73">
              <a:extLst>
                <a:ext uri="{FF2B5EF4-FFF2-40B4-BE49-F238E27FC236}">
                  <a16:creationId xmlns:a16="http://schemas.microsoft.com/office/drawing/2014/main" id="{FB4B6CB3-A623-46BA-74D7-9C5357DBC740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73">
              <a:extLst>
                <a:ext uri="{FF2B5EF4-FFF2-40B4-BE49-F238E27FC236}">
                  <a16:creationId xmlns:a16="http://schemas.microsoft.com/office/drawing/2014/main" id="{7958C483-F49B-60FE-8104-9720E392DF98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73">
              <a:extLst>
                <a:ext uri="{FF2B5EF4-FFF2-40B4-BE49-F238E27FC236}">
                  <a16:creationId xmlns:a16="http://schemas.microsoft.com/office/drawing/2014/main" id="{0320C2BB-B710-383B-7F8F-5DF4578E73CD}"/>
                </a:ext>
              </a:extLst>
            </p:cNvPr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73">
              <a:extLst>
                <a:ext uri="{FF2B5EF4-FFF2-40B4-BE49-F238E27FC236}">
                  <a16:creationId xmlns:a16="http://schemas.microsoft.com/office/drawing/2014/main" id="{4738FDB2-BAE5-2649-BB3F-D33567A2005D}"/>
                </a:ext>
              </a:extLst>
            </p:cNvPr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73">
              <a:extLst>
                <a:ext uri="{FF2B5EF4-FFF2-40B4-BE49-F238E27FC236}">
                  <a16:creationId xmlns:a16="http://schemas.microsoft.com/office/drawing/2014/main" id="{F2D19B04-FAFF-CF6D-F2B8-306844BE681B}"/>
                </a:ext>
              </a:extLst>
            </p:cNvPr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73">
              <a:extLst>
                <a:ext uri="{FF2B5EF4-FFF2-40B4-BE49-F238E27FC236}">
                  <a16:creationId xmlns:a16="http://schemas.microsoft.com/office/drawing/2014/main" id="{27E4B375-9CC9-CCF7-6743-747011D466AD}"/>
                </a:ext>
              </a:extLst>
            </p:cNvPr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73">
              <a:extLst>
                <a:ext uri="{FF2B5EF4-FFF2-40B4-BE49-F238E27FC236}">
                  <a16:creationId xmlns:a16="http://schemas.microsoft.com/office/drawing/2014/main" id="{9849FB29-E292-15CF-7942-151FD0FBFE0B}"/>
                </a:ext>
              </a:extLst>
            </p:cNvPr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73">
              <a:extLst>
                <a:ext uri="{FF2B5EF4-FFF2-40B4-BE49-F238E27FC236}">
                  <a16:creationId xmlns:a16="http://schemas.microsoft.com/office/drawing/2014/main" id="{5B6275D4-52F7-9AB0-D2CD-2C889A5DBD15}"/>
                </a:ext>
              </a:extLst>
            </p:cNvPr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73">
              <a:extLst>
                <a:ext uri="{FF2B5EF4-FFF2-40B4-BE49-F238E27FC236}">
                  <a16:creationId xmlns:a16="http://schemas.microsoft.com/office/drawing/2014/main" id="{AF8FF61C-020F-6BA3-BA6B-0E41018C89B4}"/>
                </a:ext>
              </a:extLst>
            </p:cNvPr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73">
              <a:extLst>
                <a:ext uri="{FF2B5EF4-FFF2-40B4-BE49-F238E27FC236}">
                  <a16:creationId xmlns:a16="http://schemas.microsoft.com/office/drawing/2014/main" id="{F97040BA-7E49-A2C6-A89D-11758364BD63}"/>
                </a:ext>
              </a:extLst>
            </p:cNvPr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73">
              <a:extLst>
                <a:ext uri="{FF2B5EF4-FFF2-40B4-BE49-F238E27FC236}">
                  <a16:creationId xmlns:a16="http://schemas.microsoft.com/office/drawing/2014/main" id="{EF389B1F-B35C-556C-4E8E-BB3D4ACD1538}"/>
                </a:ext>
              </a:extLst>
            </p:cNvPr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73">
              <a:extLst>
                <a:ext uri="{FF2B5EF4-FFF2-40B4-BE49-F238E27FC236}">
                  <a16:creationId xmlns:a16="http://schemas.microsoft.com/office/drawing/2014/main" id="{F1DE3F5B-2B4F-6CBF-E374-A197882ABBC5}"/>
                </a:ext>
              </a:extLst>
            </p:cNvPr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73">
              <a:extLst>
                <a:ext uri="{FF2B5EF4-FFF2-40B4-BE49-F238E27FC236}">
                  <a16:creationId xmlns:a16="http://schemas.microsoft.com/office/drawing/2014/main" id="{2F83A65D-B601-7820-C31D-76982B39ED0C}"/>
                </a:ext>
              </a:extLst>
            </p:cNvPr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73">
              <a:extLst>
                <a:ext uri="{FF2B5EF4-FFF2-40B4-BE49-F238E27FC236}">
                  <a16:creationId xmlns:a16="http://schemas.microsoft.com/office/drawing/2014/main" id="{34A51D5D-AEC7-6A0E-B1B5-B991DDA33582}"/>
                </a:ext>
              </a:extLst>
            </p:cNvPr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73">
              <a:extLst>
                <a:ext uri="{FF2B5EF4-FFF2-40B4-BE49-F238E27FC236}">
                  <a16:creationId xmlns:a16="http://schemas.microsoft.com/office/drawing/2014/main" id="{E61D6ACF-EE07-F015-08CE-6A5EDFA0BB2C}"/>
                </a:ext>
              </a:extLst>
            </p:cNvPr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0" name="Google Shape;4680;p73">
            <a:extLst>
              <a:ext uri="{FF2B5EF4-FFF2-40B4-BE49-F238E27FC236}">
                <a16:creationId xmlns:a16="http://schemas.microsoft.com/office/drawing/2014/main" id="{98C8D0E6-7F6E-924C-2DA3-FA4DC852A8A2}"/>
              </a:ext>
            </a:extLst>
          </p:cNvPr>
          <p:cNvGrpSpPr/>
          <p:nvPr/>
        </p:nvGrpSpPr>
        <p:grpSpPr>
          <a:xfrm>
            <a:off x="-2339258" y="2639183"/>
            <a:ext cx="4678515" cy="2559357"/>
            <a:chOff x="-4773020" y="2129039"/>
            <a:chExt cx="4492525" cy="2457612"/>
          </a:xfrm>
        </p:grpSpPr>
        <p:grpSp>
          <p:nvGrpSpPr>
            <p:cNvPr id="4681" name="Google Shape;4681;p73">
              <a:extLst>
                <a:ext uri="{FF2B5EF4-FFF2-40B4-BE49-F238E27FC236}">
                  <a16:creationId xmlns:a16="http://schemas.microsoft.com/office/drawing/2014/main" id="{48F965B9-4A04-C091-4B70-4AC665C02B92}"/>
                </a:ext>
              </a:extLst>
            </p:cNvPr>
            <p:cNvGrpSpPr/>
            <p:nvPr/>
          </p:nvGrpSpPr>
          <p:grpSpPr>
            <a:xfrm>
              <a:off x="-2431735" y="3501699"/>
              <a:ext cx="127741" cy="369371"/>
              <a:chOff x="-2044260" y="3885637"/>
              <a:chExt cx="127741" cy="369371"/>
            </a:xfrm>
          </p:grpSpPr>
          <p:sp>
            <p:nvSpPr>
              <p:cNvPr id="4682" name="Google Shape;4682;p73">
                <a:extLst>
                  <a:ext uri="{FF2B5EF4-FFF2-40B4-BE49-F238E27FC236}">
                    <a16:creationId xmlns:a16="http://schemas.microsoft.com/office/drawing/2014/main" id="{5AD48F9F-6D7C-176D-E1ED-E53F8BFCD1D6}"/>
                  </a:ext>
                </a:extLst>
              </p:cNvPr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3" name="Google Shape;4683;p73">
                <a:extLst>
                  <a:ext uri="{FF2B5EF4-FFF2-40B4-BE49-F238E27FC236}">
                    <a16:creationId xmlns:a16="http://schemas.microsoft.com/office/drawing/2014/main" id="{271FC11F-F604-5AEF-E938-E28BDAC37758}"/>
                  </a:ext>
                </a:extLst>
              </p:cNvPr>
              <p:cNvSpPr/>
              <p:nvPr/>
            </p:nvSpPr>
            <p:spPr>
              <a:xfrm flipH="1">
                <a:off x="-2044260" y="3885637"/>
                <a:ext cx="127741" cy="369371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3013" extrusionOk="0">
                    <a:moveTo>
                      <a:pt x="62" y="71"/>
                    </a:moveTo>
                    <a:lnTo>
                      <a:pt x="973" y="355"/>
                    </a:lnTo>
                    <a:lnTo>
                      <a:pt x="637" y="2917"/>
                    </a:lnTo>
                    <a:cubicBezTo>
                      <a:pt x="577" y="2941"/>
                      <a:pt x="509" y="2949"/>
                      <a:pt x="440" y="2949"/>
                    </a:cubicBezTo>
                    <a:cubicBezTo>
                      <a:pt x="288" y="2949"/>
                      <a:pt x="136" y="2907"/>
                      <a:pt x="82" y="2891"/>
                    </a:cubicBezTo>
                    <a:lnTo>
                      <a:pt x="62" y="71"/>
                    </a:lnTo>
                    <a:close/>
                    <a:moveTo>
                      <a:pt x="28" y="1"/>
                    </a:moveTo>
                    <a:cubicBezTo>
                      <a:pt x="22" y="1"/>
                      <a:pt x="17" y="2"/>
                      <a:pt x="13" y="6"/>
                    </a:cubicBezTo>
                    <a:cubicBezTo>
                      <a:pt x="4" y="13"/>
                      <a:pt x="0" y="22"/>
                      <a:pt x="0" y="32"/>
                    </a:cubicBezTo>
                    <a:lnTo>
                      <a:pt x="23" y="2914"/>
                    </a:lnTo>
                    <a:cubicBezTo>
                      <a:pt x="23" y="2927"/>
                      <a:pt x="30" y="2940"/>
                      <a:pt x="43" y="2944"/>
                    </a:cubicBezTo>
                    <a:cubicBezTo>
                      <a:pt x="170" y="2986"/>
                      <a:pt x="304" y="3009"/>
                      <a:pt x="438" y="3012"/>
                    </a:cubicBezTo>
                    <a:cubicBezTo>
                      <a:pt x="445" y="3012"/>
                      <a:pt x="452" y="3013"/>
                      <a:pt x="458" y="3013"/>
                    </a:cubicBezTo>
                    <a:cubicBezTo>
                      <a:pt x="533" y="3013"/>
                      <a:pt x="608" y="2997"/>
                      <a:pt x="679" y="2970"/>
                    </a:cubicBezTo>
                    <a:cubicBezTo>
                      <a:pt x="686" y="2963"/>
                      <a:pt x="696" y="2957"/>
                      <a:pt x="696" y="2944"/>
                    </a:cubicBezTo>
                    <a:lnTo>
                      <a:pt x="1038" y="339"/>
                    </a:lnTo>
                    <a:cubicBezTo>
                      <a:pt x="1042" y="323"/>
                      <a:pt x="1032" y="310"/>
                      <a:pt x="1019" y="306"/>
                    </a:cubicBezTo>
                    <a:lnTo>
                      <a:pt x="40" y="3"/>
                    </a:lnTo>
                    <a:cubicBezTo>
                      <a:pt x="36" y="1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4" name="Google Shape;4684;p73">
                <a:extLst>
                  <a:ext uri="{FF2B5EF4-FFF2-40B4-BE49-F238E27FC236}">
                    <a16:creationId xmlns:a16="http://schemas.microsoft.com/office/drawing/2014/main" id="{D5002A62-8330-5508-F4BF-945C2F289AA1}"/>
                  </a:ext>
                </a:extLst>
              </p:cNvPr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85" name="Google Shape;4685;p73">
              <a:extLst>
                <a:ext uri="{FF2B5EF4-FFF2-40B4-BE49-F238E27FC236}">
                  <a16:creationId xmlns:a16="http://schemas.microsoft.com/office/drawing/2014/main" id="{1D1EA07B-3DB3-BEE2-D8C9-86882B2194BB}"/>
                </a:ext>
              </a:extLst>
            </p:cNvPr>
            <p:cNvGrpSpPr/>
            <p:nvPr/>
          </p:nvGrpSpPr>
          <p:grpSpPr>
            <a:xfrm>
              <a:off x="-513560" y="3469349"/>
              <a:ext cx="127741" cy="369371"/>
              <a:chOff x="-2044260" y="3885637"/>
              <a:chExt cx="127741" cy="369371"/>
            </a:xfrm>
          </p:grpSpPr>
          <p:sp>
            <p:nvSpPr>
              <p:cNvPr id="4686" name="Google Shape;4686;p73">
                <a:extLst>
                  <a:ext uri="{FF2B5EF4-FFF2-40B4-BE49-F238E27FC236}">
                    <a16:creationId xmlns:a16="http://schemas.microsoft.com/office/drawing/2014/main" id="{8C2CA835-1BCA-8090-E607-0BB9896D6FE7}"/>
                  </a:ext>
                </a:extLst>
              </p:cNvPr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7" name="Google Shape;4687;p73">
                <a:extLst>
                  <a:ext uri="{FF2B5EF4-FFF2-40B4-BE49-F238E27FC236}">
                    <a16:creationId xmlns:a16="http://schemas.microsoft.com/office/drawing/2014/main" id="{9B74D3C1-FEF2-1AFC-EE68-0E93E7C186F9}"/>
                  </a:ext>
                </a:extLst>
              </p:cNvPr>
              <p:cNvSpPr/>
              <p:nvPr/>
            </p:nvSpPr>
            <p:spPr>
              <a:xfrm flipH="1">
                <a:off x="-2044260" y="3885637"/>
                <a:ext cx="127741" cy="369371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3013" extrusionOk="0">
                    <a:moveTo>
                      <a:pt x="62" y="71"/>
                    </a:moveTo>
                    <a:lnTo>
                      <a:pt x="973" y="355"/>
                    </a:lnTo>
                    <a:lnTo>
                      <a:pt x="637" y="2917"/>
                    </a:lnTo>
                    <a:cubicBezTo>
                      <a:pt x="577" y="2941"/>
                      <a:pt x="509" y="2949"/>
                      <a:pt x="440" y="2949"/>
                    </a:cubicBezTo>
                    <a:cubicBezTo>
                      <a:pt x="288" y="2949"/>
                      <a:pt x="136" y="2907"/>
                      <a:pt x="82" y="2891"/>
                    </a:cubicBezTo>
                    <a:lnTo>
                      <a:pt x="62" y="71"/>
                    </a:lnTo>
                    <a:close/>
                    <a:moveTo>
                      <a:pt x="28" y="1"/>
                    </a:moveTo>
                    <a:cubicBezTo>
                      <a:pt x="22" y="1"/>
                      <a:pt x="17" y="2"/>
                      <a:pt x="13" y="6"/>
                    </a:cubicBezTo>
                    <a:cubicBezTo>
                      <a:pt x="4" y="13"/>
                      <a:pt x="0" y="22"/>
                      <a:pt x="0" y="32"/>
                    </a:cubicBezTo>
                    <a:lnTo>
                      <a:pt x="23" y="2914"/>
                    </a:lnTo>
                    <a:cubicBezTo>
                      <a:pt x="23" y="2927"/>
                      <a:pt x="30" y="2940"/>
                      <a:pt x="43" y="2944"/>
                    </a:cubicBezTo>
                    <a:cubicBezTo>
                      <a:pt x="170" y="2986"/>
                      <a:pt x="304" y="3009"/>
                      <a:pt x="438" y="3012"/>
                    </a:cubicBezTo>
                    <a:cubicBezTo>
                      <a:pt x="445" y="3012"/>
                      <a:pt x="452" y="3013"/>
                      <a:pt x="458" y="3013"/>
                    </a:cubicBezTo>
                    <a:cubicBezTo>
                      <a:pt x="533" y="3013"/>
                      <a:pt x="608" y="2997"/>
                      <a:pt x="679" y="2970"/>
                    </a:cubicBezTo>
                    <a:cubicBezTo>
                      <a:pt x="686" y="2963"/>
                      <a:pt x="696" y="2957"/>
                      <a:pt x="696" y="2944"/>
                    </a:cubicBezTo>
                    <a:lnTo>
                      <a:pt x="1038" y="339"/>
                    </a:lnTo>
                    <a:cubicBezTo>
                      <a:pt x="1042" y="323"/>
                      <a:pt x="1032" y="310"/>
                      <a:pt x="1019" y="306"/>
                    </a:cubicBezTo>
                    <a:lnTo>
                      <a:pt x="40" y="3"/>
                    </a:lnTo>
                    <a:cubicBezTo>
                      <a:pt x="36" y="1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8" name="Google Shape;4688;p73">
                <a:extLst>
                  <a:ext uri="{FF2B5EF4-FFF2-40B4-BE49-F238E27FC236}">
                    <a16:creationId xmlns:a16="http://schemas.microsoft.com/office/drawing/2014/main" id="{3648352F-AD3D-994D-03FD-989AF4F249AE}"/>
                  </a:ext>
                </a:extLst>
              </p:cNvPr>
              <p:cNvSpPr/>
              <p:nvPr/>
            </p:nvSpPr>
            <p:spPr>
              <a:xfrm flipH="1">
                <a:off x="-2040214" y="3889069"/>
                <a:ext cx="120141" cy="36226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2955" extrusionOk="0">
                    <a:moveTo>
                      <a:pt x="1" y="1"/>
                    </a:moveTo>
                    <a:lnTo>
                      <a:pt x="24" y="2886"/>
                    </a:lnTo>
                    <a:cubicBezTo>
                      <a:pt x="24" y="2886"/>
                      <a:pt x="213" y="2954"/>
                      <a:pt x="409" y="2954"/>
                    </a:cubicBezTo>
                    <a:cubicBezTo>
                      <a:pt x="488" y="2954"/>
                      <a:pt x="568" y="2943"/>
                      <a:pt x="637" y="2912"/>
                    </a:cubicBezTo>
                    <a:lnTo>
                      <a:pt x="980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89" name="Google Shape;4689;p73">
              <a:extLst>
                <a:ext uri="{FF2B5EF4-FFF2-40B4-BE49-F238E27FC236}">
                  <a16:creationId xmlns:a16="http://schemas.microsoft.com/office/drawing/2014/main" id="{EB1D1260-AF87-4DFF-30AD-5321DFC0F7B9}"/>
                </a:ext>
              </a:extLst>
            </p:cNvPr>
            <p:cNvSpPr/>
            <p:nvPr/>
          </p:nvSpPr>
          <p:spPr>
            <a:xfrm flipH="1">
              <a:off x="-4773020" y="3739414"/>
              <a:ext cx="4212033" cy="847237"/>
            </a:xfrm>
            <a:custGeom>
              <a:avLst/>
              <a:gdLst/>
              <a:ahLst/>
              <a:cxnLst/>
              <a:rect l="l" t="t" r="r" b="b"/>
              <a:pathLst>
                <a:path w="34358" h="6911" extrusionOk="0">
                  <a:moveTo>
                    <a:pt x="9933" y="0"/>
                  </a:moveTo>
                  <a:lnTo>
                    <a:pt x="2974" y="1188"/>
                  </a:lnTo>
                  <a:lnTo>
                    <a:pt x="0" y="1694"/>
                  </a:lnTo>
                  <a:lnTo>
                    <a:pt x="8382" y="5856"/>
                  </a:lnTo>
                  <a:cubicBezTo>
                    <a:pt x="8696" y="6013"/>
                    <a:pt x="9038" y="6111"/>
                    <a:pt x="9388" y="6143"/>
                  </a:cubicBezTo>
                  <a:lnTo>
                    <a:pt x="17254" y="6910"/>
                  </a:lnTo>
                  <a:lnTo>
                    <a:pt x="20316" y="6166"/>
                  </a:lnTo>
                  <a:lnTo>
                    <a:pt x="34357" y="3888"/>
                  </a:lnTo>
                  <a:lnTo>
                    <a:pt x="9933" y="0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73">
              <a:extLst>
                <a:ext uri="{FF2B5EF4-FFF2-40B4-BE49-F238E27FC236}">
                  <a16:creationId xmlns:a16="http://schemas.microsoft.com/office/drawing/2014/main" id="{15696DE7-223E-DFE2-79FF-7CF0E5F7AAAC}"/>
                </a:ext>
              </a:extLst>
            </p:cNvPr>
            <p:cNvSpPr/>
            <p:nvPr/>
          </p:nvSpPr>
          <p:spPr>
            <a:xfrm flipH="1">
              <a:off x="-564665" y="3593284"/>
              <a:ext cx="6497" cy="35429"/>
            </a:xfrm>
            <a:custGeom>
              <a:avLst/>
              <a:gdLst/>
              <a:ahLst/>
              <a:cxnLst/>
              <a:rect l="l" t="t" r="r" b="b"/>
              <a:pathLst>
                <a:path w="53" h="289" extrusionOk="0">
                  <a:moveTo>
                    <a:pt x="43" y="1"/>
                  </a:moveTo>
                  <a:lnTo>
                    <a:pt x="0" y="236"/>
                  </a:lnTo>
                  <a:lnTo>
                    <a:pt x="0" y="288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B8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73">
              <a:extLst>
                <a:ext uri="{FF2B5EF4-FFF2-40B4-BE49-F238E27FC236}">
                  <a16:creationId xmlns:a16="http://schemas.microsoft.com/office/drawing/2014/main" id="{EC4AA902-05F4-B024-88FB-0856F7F9A9C4}"/>
                </a:ext>
              </a:extLst>
            </p:cNvPr>
            <p:cNvSpPr/>
            <p:nvPr/>
          </p:nvSpPr>
          <p:spPr>
            <a:xfrm flipH="1">
              <a:off x="-565523" y="3593284"/>
              <a:ext cx="7356" cy="41804"/>
            </a:xfrm>
            <a:custGeom>
              <a:avLst/>
              <a:gdLst/>
              <a:ahLst/>
              <a:cxnLst/>
              <a:rect l="l" t="t" r="r" b="b"/>
              <a:pathLst>
                <a:path w="60" h="341" extrusionOk="0">
                  <a:moveTo>
                    <a:pt x="53" y="1"/>
                  </a:moveTo>
                  <a:lnTo>
                    <a:pt x="0" y="288"/>
                  </a:lnTo>
                  <a:lnTo>
                    <a:pt x="0" y="340"/>
                  </a:lnTo>
                  <a:lnTo>
                    <a:pt x="59" y="1"/>
                  </a:lnTo>
                  <a:close/>
                </a:path>
              </a:pathLst>
            </a:custGeom>
            <a:solidFill>
              <a:srgbClr val="B780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73">
              <a:extLst>
                <a:ext uri="{FF2B5EF4-FFF2-40B4-BE49-F238E27FC236}">
                  <a16:creationId xmlns:a16="http://schemas.microsoft.com/office/drawing/2014/main" id="{77EEC5BE-3A8A-01B0-15D3-47DF5B23CBFE}"/>
                </a:ext>
              </a:extLst>
            </p:cNvPr>
            <p:cNvSpPr/>
            <p:nvPr/>
          </p:nvSpPr>
          <p:spPr>
            <a:xfrm flipH="1">
              <a:off x="-566626" y="3593284"/>
              <a:ext cx="8459" cy="48179"/>
            </a:xfrm>
            <a:custGeom>
              <a:avLst/>
              <a:gdLst/>
              <a:ahLst/>
              <a:cxnLst/>
              <a:rect l="l" t="t" r="r" b="b"/>
              <a:pathLst>
                <a:path w="69" h="393" extrusionOk="0">
                  <a:moveTo>
                    <a:pt x="59" y="1"/>
                  </a:moveTo>
                  <a:lnTo>
                    <a:pt x="0" y="340"/>
                  </a:lnTo>
                  <a:lnTo>
                    <a:pt x="0" y="393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rgbClr val="B680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73">
              <a:extLst>
                <a:ext uri="{FF2B5EF4-FFF2-40B4-BE49-F238E27FC236}">
                  <a16:creationId xmlns:a16="http://schemas.microsoft.com/office/drawing/2014/main" id="{1540B33C-D43E-F0DA-1ADB-D9FBECD71215}"/>
                </a:ext>
              </a:extLst>
            </p:cNvPr>
            <p:cNvSpPr/>
            <p:nvPr/>
          </p:nvSpPr>
          <p:spPr>
            <a:xfrm flipH="1">
              <a:off x="-567852" y="3593284"/>
              <a:ext cx="9685" cy="54186"/>
            </a:xfrm>
            <a:custGeom>
              <a:avLst/>
              <a:gdLst/>
              <a:ahLst/>
              <a:cxnLst/>
              <a:rect l="l" t="t" r="r" b="b"/>
              <a:pathLst>
                <a:path w="79" h="442" extrusionOk="0">
                  <a:moveTo>
                    <a:pt x="69" y="1"/>
                  </a:moveTo>
                  <a:lnTo>
                    <a:pt x="0" y="393"/>
                  </a:lnTo>
                  <a:lnTo>
                    <a:pt x="0" y="442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B57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73">
              <a:extLst>
                <a:ext uri="{FF2B5EF4-FFF2-40B4-BE49-F238E27FC236}">
                  <a16:creationId xmlns:a16="http://schemas.microsoft.com/office/drawing/2014/main" id="{5DC99991-E333-A0DE-5FD7-3826938ECA4F}"/>
                </a:ext>
              </a:extLst>
            </p:cNvPr>
            <p:cNvSpPr/>
            <p:nvPr/>
          </p:nvSpPr>
          <p:spPr>
            <a:xfrm flipH="1">
              <a:off x="-569078" y="3593284"/>
              <a:ext cx="10911" cy="60561"/>
            </a:xfrm>
            <a:custGeom>
              <a:avLst/>
              <a:gdLst/>
              <a:ahLst/>
              <a:cxnLst/>
              <a:rect l="l" t="t" r="r" b="b"/>
              <a:pathLst>
                <a:path w="89" h="494" extrusionOk="0">
                  <a:moveTo>
                    <a:pt x="79" y="1"/>
                  </a:moveTo>
                  <a:lnTo>
                    <a:pt x="0" y="442"/>
                  </a:lnTo>
                  <a:lnTo>
                    <a:pt x="0" y="494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rgbClr val="B47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73">
              <a:extLst>
                <a:ext uri="{FF2B5EF4-FFF2-40B4-BE49-F238E27FC236}">
                  <a16:creationId xmlns:a16="http://schemas.microsoft.com/office/drawing/2014/main" id="{01131CD8-10EA-CED9-29F8-615171EEE05B}"/>
                </a:ext>
              </a:extLst>
            </p:cNvPr>
            <p:cNvSpPr/>
            <p:nvPr/>
          </p:nvSpPr>
          <p:spPr>
            <a:xfrm flipH="1">
              <a:off x="-1644214" y="3802182"/>
              <a:ext cx="120141" cy="362261"/>
            </a:xfrm>
            <a:custGeom>
              <a:avLst/>
              <a:gdLst/>
              <a:ahLst/>
              <a:cxnLst/>
              <a:rect l="l" t="t" r="r" b="b"/>
              <a:pathLst>
                <a:path w="980" h="2955" extrusionOk="0">
                  <a:moveTo>
                    <a:pt x="1" y="1"/>
                  </a:moveTo>
                  <a:lnTo>
                    <a:pt x="24" y="2886"/>
                  </a:lnTo>
                  <a:cubicBezTo>
                    <a:pt x="24" y="2886"/>
                    <a:pt x="213" y="2954"/>
                    <a:pt x="409" y="2954"/>
                  </a:cubicBezTo>
                  <a:cubicBezTo>
                    <a:pt x="488" y="2954"/>
                    <a:pt x="568" y="2943"/>
                    <a:pt x="637" y="2912"/>
                  </a:cubicBezTo>
                  <a:lnTo>
                    <a:pt x="980" y="3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73">
              <a:extLst>
                <a:ext uri="{FF2B5EF4-FFF2-40B4-BE49-F238E27FC236}">
                  <a16:creationId xmlns:a16="http://schemas.microsoft.com/office/drawing/2014/main" id="{13AF626C-C0E6-7B71-7CA0-917E27F767F3}"/>
                </a:ext>
              </a:extLst>
            </p:cNvPr>
            <p:cNvSpPr/>
            <p:nvPr/>
          </p:nvSpPr>
          <p:spPr>
            <a:xfrm flipH="1">
              <a:off x="-1648260" y="3798749"/>
              <a:ext cx="127741" cy="369371"/>
            </a:xfrm>
            <a:custGeom>
              <a:avLst/>
              <a:gdLst/>
              <a:ahLst/>
              <a:cxnLst/>
              <a:rect l="l" t="t" r="r" b="b"/>
              <a:pathLst>
                <a:path w="1042" h="3013" extrusionOk="0">
                  <a:moveTo>
                    <a:pt x="62" y="71"/>
                  </a:moveTo>
                  <a:lnTo>
                    <a:pt x="973" y="355"/>
                  </a:lnTo>
                  <a:lnTo>
                    <a:pt x="637" y="2917"/>
                  </a:lnTo>
                  <a:cubicBezTo>
                    <a:pt x="577" y="2941"/>
                    <a:pt x="509" y="2949"/>
                    <a:pt x="440" y="2949"/>
                  </a:cubicBezTo>
                  <a:cubicBezTo>
                    <a:pt x="288" y="2949"/>
                    <a:pt x="136" y="2907"/>
                    <a:pt x="82" y="2891"/>
                  </a:cubicBezTo>
                  <a:lnTo>
                    <a:pt x="62" y="71"/>
                  </a:lnTo>
                  <a:close/>
                  <a:moveTo>
                    <a:pt x="28" y="1"/>
                  </a:moveTo>
                  <a:cubicBezTo>
                    <a:pt x="22" y="1"/>
                    <a:pt x="17" y="2"/>
                    <a:pt x="13" y="6"/>
                  </a:cubicBezTo>
                  <a:cubicBezTo>
                    <a:pt x="4" y="13"/>
                    <a:pt x="0" y="22"/>
                    <a:pt x="0" y="32"/>
                  </a:cubicBezTo>
                  <a:lnTo>
                    <a:pt x="23" y="2914"/>
                  </a:lnTo>
                  <a:cubicBezTo>
                    <a:pt x="23" y="2927"/>
                    <a:pt x="30" y="2940"/>
                    <a:pt x="43" y="2944"/>
                  </a:cubicBezTo>
                  <a:cubicBezTo>
                    <a:pt x="170" y="2986"/>
                    <a:pt x="304" y="3009"/>
                    <a:pt x="438" y="3012"/>
                  </a:cubicBezTo>
                  <a:cubicBezTo>
                    <a:pt x="445" y="3012"/>
                    <a:pt x="452" y="3013"/>
                    <a:pt x="458" y="3013"/>
                  </a:cubicBezTo>
                  <a:cubicBezTo>
                    <a:pt x="533" y="3013"/>
                    <a:pt x="608" y="2997"/>
                    <a:pt x="679" y="2970"/>
                  </a:cubicBezTo>
                  <a:cubicBezTo>
                    <a:pt x="686" y="2963"/>
                    <a:pt x="696" y="2957"/>
                    <a:pt x="696" y="2944"/>
                  </a:cubicBezTo>
                  <a:lnTo>
                    <a:pt x="1038" y="339"/>
                  </a:lnTo>
                  <a:cubicBezTo>
                    <a:pt x="1042" y="323"/>
                    <a:pt x="1032" y="310"/>
                    <a:pt x="1019" y="306"/>
                  </a:cubicBezTo>
                  <a:lnTo>
                    <a:pt x="40" y="3"/>
                  </a:lnTo>
                  <a:cubicBezTo>
                    <a:pt x="36" y="1"/>
                    <a:pt x="31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73">
              <a:extLst>
                <a:ext uri="{FF2B5EF4-FFF2-40B4-BE49-F238E27FC236}">
                  <a16:creationId xmlns:a16="http://schemas.microsoft.com/office/drawing/2014/main" id="{0F7DD7AC-4703-5C81-5A26-62C523632B74}"/>
                </a:ext>
              </a:extLst>
            </p:cNvPr>
            <p:cNvSpPr/>
            <p:nvPr/>
          </p:nvSpPr>
          <p:spPr>
            <a:xfrm flipH="1">
              <a:off x="-1644214" y="3802182"/>
              <a:ext cx="120141" cy="362261"/>
            </a:xfrm>
            <a:custGeom>
              <a:avLst/>
              <a:gdLst/>
              <a:ahLst/>
              <a:cxnLst/>
              <a:rect l="l" t="t" r="r" b="b"/>
              <a:pathLst>
                <a:path w="980" h="2955" extrusionOk="0">
                  <a:moveTo>
                    <a:pt x="1" y="1"/>
                  </a:moveTo>
                  <a:lnTo>
                    <a:pt x="24" y="2886"/>
                  </a:lnTo>
                  <a:cubicBezTo>
                    <a:pt x="24" y="2886"/>
                    <a:pt x="213" y="2954"/>
                    <a:pt x="409" y="2954"/>
                  </a:cubicBezTo>
                  <a:cubicBezTo>
                    <a:pt x="488" y="2954"/>
                    <a:pt x="568" y="2943"/>
                    <a:pt x="637" y="2912"/>
                  </a:cubicBezTo>
                  <a:lnTo>
                    <a:pt x="980" y="3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73">
              <a:extLst>
                <a:ext uri="{FF2B5EF4-FFF2-40B4-BE49-F238E27FC236}">
                  <a16:creationId xmlns:a16="http://schemas.microsoft.com/office/drawing/2014/main" id="{CA882AD6-E17C-2703-1DED-5134680DDC6A}"/>
                </a:ext>
              </a:extLst>
            </p:cNvPr>
            <p:cNvSpPr/>
            <p:nvPr/>
          </p:nvSpPr>
          <p:spPr>
            <a:xfrm flipH="1">
              <a:off x="-2263307" y="3494474"/>
              <a:ext cx="1349" cy="4904"/>
            </a:xfrm>
            <a:custGeom>
              <a:avLst/>
              <a:gdLst/>
              <a:ahLst/>
              <a:cxnLst/>
              <a:rect l="l" t="t" r="r" b="b"/>
              <a:pathLst>
                <a:path w="11" h="40" extrusionOk="0">
                  <a:moveTo>
                    <a:pt x="1" y="1"/>
                  </a:moveTo>
                  <a:lnTo>
                    <a:pt x="1" y="40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73">
              <a:extLst>
                <a:ext uri="{FF2B5EF4-FFF2-40B4-BE49-F238E27FC236}">
                  <a16:creationId xmlns:a16="http://schemas.microsoft.com/office/drawing/2014/main" id="{B00734AB-3034-AB0D-5B07-BD84CBF4B12D}"/>
                </a:ext>
              </a:extLst>
            </p:cNvPr>
            <p:cNvSpPr/>
            <p:nvPr/>
          </p:nvSpPr>
          <p:spPr>
            <a:xfrm flipH="1">
              <a:off x="-2265268" y="3494474"/>
              <a:ext cx="3310" cy="12137"/>
            </a:xfrm>
            <a:custGeom>
              <a:avLst/>
              <a:gdLst/>
              <a:ahLst/>
              <a:cxnLst/>
              <a:rect l="l" t="t" r="r" b="b"/>
              <a:pathLst>
                <a:path w="27" h="99" extrusionOk="0">
                  <a:moveTo>
                    <a:pt x="10" y="1"/>
                  </a:moveTo>
                  <a:lnTo>
                    <a:pt x="1" y="40"/>
                  </a:lnTo>
                  <a:lnTo>
                    <a:pt x="1" y="99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73">
              <a:extLst>
                <a:ext uri="{FF2B5EF4-FFF2-40B4-BE49-F238E27FC236}">
                  <a16:creationId xmlns:a16="http://schemas.microsoft.com/office/drawing/2014/main" id="{B0CB8ACE-5DC2-80DB-18C4-E515F93107E2}"/>
                </a:ext>
              </a:extLst>
            </p:cNvPr>
            <p:cNvSpPr/>
            <p:nvPr/>
          </p:nvSpPr>
          <p:spPr>
            <a:xfrm flipH="1">
              <a:off x="-2266862" y="3494474"/>
              <a:ext cx="4904" cy="19370"/>
            </a:xfrm>
            <a:custGeom>
              <a:avLst/>
              <a:gdLst/>
              <a:ahLst/>
              <a:cxnLst/>
              <a:rect l="l" t="t" r="r" b="b"/>
              <a:pathLst>
                <a:path w="40" h="158" extrusionOk="0">
                  <a:moveTo>
                    <a:pt x="27" y="1"/>
                  </a:moveTo>
                  <a:lnTo>
                    <a:pt x="1" y="99"/>
                  </a:lnTo>
                  <a:lnTo>
                    <a:pt x="1" y="157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73">
              <a:extLst>
                <a:ext uri="{FF2B5EF4-FFF2-40B4-BE49-F238E27FC236}">
                  <a16:creationId xmlns:a16="http://schemas.microsoft.com/office/drawing/2014/main" id="{6EF16602-5112-DF5F-624A-62443F194617}"/>
                </a:ext>
              </a:extLst>
            </p:cNvPr>
            <p:cNvSpPr/>
            <p:nvPr/>
          </p:nvSpPr>
          <p:spPr>
            <a:xfrm flipH="1">
              <a:off x="-2267720" y="3494474"/>
              <a:ext cx="5762" cy="22189"/>
            </a:xfrm>
            <a:custGeom>
              <a:avLst/>
              <a:gdLst/>
              <a:ahLst/>
              <a:cxnLst/>
              <a:rect l="l" t="t" r="r" b="b"/>
              <a:pathLst>
                <a:path w="47" h="181" extrusionOk="0">
                  <a:moveTo>
                    <a:pt x="40" y="1"/>
                  </a:moveTo>
                  <a:lnTo>
                    <a:pt x="1" y="157"/>
                  </a:lnTo>
                  <a:lnTo>
                    <a:pt x="1" y="180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73">
              <a:extLst>
                <a:ext uri="{FF2B5EF4-FFF2-40B4-BE49-F238E27FC236}">
                  <a16:creationId xmlns:a16="http://schemas.microsoft.com/office/drawing/2014/main" id="{0BFD2841-3818-7079-A11C-5BBCB40650A6}"/>
                </a:ext>
              </a:extLst>
            </p:cNvPr>
            <p:cNvSpPr/>
            <p:nvPr/>
          </p:nvSpPr>
          <p:spPr>
            <a:xfrm flipH="1">
              <a:off x="-2268455" y="3494474"/>
              <a:ext cx="6497" cy="25009"/>
            </a:xfrm>
            <a:custGeom>
              <a:avLst/>
              <a:gdLst/>
              <a:ahLst/>
              <a:cxnLst/>
              <a:rect l="l" t="t" r="r" b="b"/>
              <a:pathLst>
                <a:path w="53" h="204" extrusionOk="0">
                  <a:moveTo>
                    <a:pt x="46" y="1"/>
                  </a:moveTo>
                  <a:lnTo>
                    <a:pt x="1" y="180"/>
                  </a:lnTo>
                  <a:lnTo>
                    <a:pt x="1" y="203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73">
              <a:extLst>
                <a:ext uri="{FF2B5EF4-FFF2-40B4-BE49-F238E27FC236}">
                  <a16:creationId xmlns:a16="http://schemas.microsoft.com/office/drawing/2014/main" id="{4DC13129-3A14-A0F1-A21E-41723AA5C94C}"/>
                </a:ext>
              </a:extLst>
            </p:cNvPr>
            <p:cNvSpPr/>
            <p:nvPr/>
          </p:nvSpPr>
          <p:spPr>
            <a:xfrm flipH="1">
              <a:off x="-2268946" y="3494474"/>
              <a:ext cx="6988" cy="27706"/>
            </a:xfrm>
            <a:custGeom>
              <a:avLst/>
              <a:gdLst/>
              <a:ahLst/>
              <a:cxnLst/>
              <a:rect l="l" t="t" r="r" b="b"/>
              <a:pathLst>
                <a:path w="57" h="226" extrusionOk="0">
                  <a:moveTo>
                    <a:pt x="53" y="1"/>
                  </a:moveTo>
                  <a:lnTo>
                    <a:pt x="1" y="203"/>
                  </a:lnTo>
                  <a:lnTo>
                    <a:pt x="1" y="226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73">
              <a:extLst>
                <a:ext uri="{FF2B5EF4-FFF2-40B4-BE49-F238E27FC236}">
                  <a16:creationId xmlns:a16="http://schemas.microsoft.com/office/drawing/2014/main" id="{5832E503-07AE-7F9F-CC35-AB2DA6CC1E30}"/>
                </a:ext>
              </a:extLst>
            </p:cNvPr>
            <p:cNvSpPr/>
            <p:nvPr/>
          </p:nvSpPr>
          <p:spPr>
            <a:xfrm flipH="1">
              <a:off x="-2269681" y="3494474"/>
              <a:ext cx="7723" cy="31016"/>
            </a:xfrm>
            <a:custGeom>
              <a:avLst/>
              <a:gdLst/>
              <a:ahLst/>
              <a:cxnLst/>
              <a:rect l="l" t="t" r="r" b="b"/>
              <a:pathLst>
                <a:path w="63" h="253" extrusionOk="0">
                  <a:moveTo>
                    <a:pt x="56" y="1"/>
                  </a:moveTo>
                  <a:lnTo>
                    <a:pt x="1" y="226"/>
                  </a:lnTo>
                  <a:lnTo>
                    <a:pt x="1" y="252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73">
              <a:extLst>
                <a:ext uri="{FF2B5EF4-FFF2-40B4-BE49-F238E27FC236}">
                  <a16:creationId xmlns:a16="http://schemas.microsoft.com/office/drawing/2014/main" id="{7DF83E5F-110E-8FFB-F44D-25DEDAB3AD17}"/>
                </a:ext>
              </a:extLst>
            </p:cNvPr>
            <p:cNvSpPr/>
            <p:nvPr/>
          </p:nvSpPr>
          <p:spPr>
            <a:xfrm flipH="1">
              <a:off x="-2270539" y="3494474"/>
              <a:ext cx="8581" cy="33713"/>
            </a:xfrm>
            <a:custGeom>
              <a:avLst/>
              <a:gdLst/>
              <a:ahLst/>
              <a:cxnLst/>
              <a:rect l="l" t="t" r="r" b="b"/>
              <a:pathLst>
                <a:path w="70" h="275" extrusionOk="0">
                  <a:moveTo>
                    <a:pt x="63" y="1"/>
                  </a:moveTo>
                  <a:lnTo>
                    <a:pt x="1" y="252"/>
                  </a:lnTo>
                  <a:lnTo>
                    <a:pt x="1" y="275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73">
              <a:extLst>
                <a:ext uri="{FF2B5EF4-FFF2-40B4-BE49-F238E27FC236}">
                  <a16:creationId xmlns:a16="http://schemas.microsoft.com/office/drawing/2014/main" id="{5F4E15F0-AA9B-2450-3C71-74FFD2FBE880}"/>
                </a:ext>
              </a:extLst>
            </p:cNvPr>
            <p:cNvSpPr/>
            <p:nvPr/>
          </p:nvSpPr>
          <p:spPr>
            <a:xfrm flipH="1">
              <a:off x="-2271275" y="3494474"/>
              <a:ext cx="9317" cy="36533"/>
            </a:xfrm>
            <a:custGeom>
              <a:avLst/>
              <a:gdLst/>
              <a:ahLst/>
              <a:cxnLst/>
              <a:rect l="l" t="t" r="r" b="b"/>
              <a:pathLst>
                <a:path w="76" h="298" extrusionOk="0">
                  <a:moveTo>
                    <a:pt x="69" y="1"/>
                  </a:moveTo>
                  <a:lnTo>
                    <a:pt x="1" y="275"/>
                  </a:lnTo>
                  <a:lnTo>
                    <a:pt x="1" y="298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73">
              <a:extLst>
                <a:ext uri="{FF2B5EF4-FFF2-40B4-BE49-F238E27FC236}">
                  <a16:creationId xmlns:a16="http://schemas.microsoft.com/office/drawing/2014/main" id="{B0A648C2-4E83-3AFD-5A3E-6EF3581E044F}"/>
                </a:ext>
              </a:extLst>
            </p:cNvPr>
            <p:cNvSpPr/>
            <p:nvPr/>
          </p:nvSpPr>
          <p:spPr>
            <a:xfrm flipH="1">
              <a:off x="-2272133" y="3494474"/>
              <a:ext cx="10175" cy="39352"/>
            </a:xfrm>
            <a:custGeom>
              <a:avLst/>
              <a:gdLst/>
              <a:ahLst/>
              <a:cxnLst/>
              <a:rect l="l" t="t" r="r" b="b"/>
              <a:pathLst>
                <a:path w="83" h="321" extrusionOk="0">
                  <a:moveTo>
                    <a:pt x="76" y="1"/>
                  </a:moveTo>
                  <a:lnTo>
                    <a:pt x="1" y="298"/>
                  </a:lnTo>
                  <a:lnTo>
                    <a:pt x="1" y="321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73">
              <a:extLst>
                <a:ext uri="{FF2B5EF4-FFF2-40B4-BE49-F238E27FC236}">
                  <a16:creationId xmlns:a16="http://schemas.microsoft.com/office/drawing/2014/main" id="{94FB5798-27B8-5C2C-498D-F1BECB1E05F1}"/>
                </a:ext>
              </a:extLst>
            </p:cNvPr>
            <p:cNvSpPr/>
            <p:nvPr/>
          </p:nvSpPr>
          <p:spPr>
            <a:xfrm flipH="1">
              <a:off x="-2272869" y="3494474"/>
              <a:ext cx="10911" cy="42172"/>
            </a:xfrm>
            <a:custGeom>
              <a:avLst/>
              <a:gdLst/>
              <a:ahLst/>
              <a:cxnLst/>
              <a:rect l="l" t="t" r="r" b="b"/>
              <a:pathLst>
                <a:path w="89" h="344" extrusionOk="0">
                  <a:moveTo>
                    <a:pt x="82" y="1"/>
                  </a:moveTo>
                  <a:lnTo>
                    <a:pt x="1" y="321"/>
                  </a:lnTo>
                  <a:lnTo>
                    <a:pt x="1" y="344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73">
              <a:extLst>
                <a:ext uri="{FF2B5EF4-FFF2-40B4-BE49-F238E27FC236}">
                  <a16:creationId xmlns:a16="http://schemas.microsoft.com/office/drawing/2014/main" id="{EDD6CCDD-5E75-F101-4216-BFE3260D16C4}"/>
                </a:ext>
              </a:extLst>
            </p:cNvPr>
            <p:cNvSpPr/>
            <p:nvPr/>
          </p:nvSpPr>
          <p:spPr>
            <a:xfrm flipH="1">
              <a:off x="-2273359" y="3494474"/>
              <a:ext cx="11401" cy="45359"/>
            </a:xfrm>
            <a:custGeom>
              <a:avLst/>
              <a:gdLst/>
              <a:ahLst/>
              <a:cxnLst/>
              <a:rect l="l" t="t" r="r" b="b"/>
              <a:pathLst>
                <a:path w="93" h="370" extrusionOk="0">
                  <a:moveTo>
                    <a:pt x="89" y="1"/>
                  </a:moveTo>
                  <a:lnTo>
                    <a:pt x="1" y="344"/>
                  </a:lnTo>
                  <a:lnTo>
                    <a:pt x="1" y="370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73">
              <a:extLst>
                <a:ext uri="{FF2B5EF4-FFF2-40B4-BE49-F238E27FC236}">
                  <a16:creationId xmlns:a16="http://schemas.microsoft.com/office/drawing/2014/main" id="{8D66D337-E7D3-8533-41B0-DD496A0F2E7A}"/>
                </a:ext>
              </a:extLst>
            </p:cNvPr>
            <p:cNvSpPr/>
            <p:nvPr/>
          </p:nvSpPr>
          <p:spPr>
            <a:xfrm flipH="1">
              <a:off x="-2274095" y="3494474"/>
              <a:ext cx="12137" cy="48179"/>
            </a:xfrm>
            <a:custGeom>
              <a:avLst/>
              <a:gdLst/>
              <a:ahLst/>
              <a:cxnLst/>
              <a:rect l="l" t="t" r="r" b="b"/>
              <a:pathLst>
                <a:path w="99" h="393" extrusionOk="0">
                  <a:moveTo>
                    <a:pt x="92" y="1"/>
                  </a:moveTo>
                  <a:lnTo>
                    <a:pt x="1" y="370"/>
                  </a:lnTo>
                  <a:lnTo>
                    <a:pt x="1" y="392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73">
              <a:extLst>
                <a:ext uri="{FF2B5EF4-FFF2-40B4-BE49-F238E27FC236}">
                  <a16:creationId xmlns:a16="http://schemas.microsoft.com/office/drawing/2014/main" id="{8DCC2EC9-78C2-8DD0-1F99-824D0346FD84}"/>
                </a:ext>
              </a:extLst>
            </p:cNvPr>
            <p:cNvSpPr/>
            <p:nvPr/>
          </p:nvSpPr>
          <p:spPr>
            <a:xfrm flipH="1">
              <a:off x="-2274953" y="3494474"/>
              <a:ext cx="12995" cy="50998"/>
            </a:xfrm>
            <a:custGeom>
              <a:avLst/>
              <a:gdLst/>
              <a:ahLst/>
              <a:cxnLst/>
              <a:rect l="l" t="t" r="r" b="b"/>
              <a:pathLst>
                <a:path w="106" h="416" extrusionOk="0">
                  <a:moveTo>
                    <a:pt x="99" y="1"/>
                  </a:moveTo>
                  <a:lnTo>
                    <a:pt x="1" y="392"/>
                  </a:lnTo>
                  <a:lnTo>
                    <a:pt x="1" y="415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73">
              <a:extLst>
                <a:ext uri="{FF2B5EF4-FFF2-40B4-BE49-F238E27FC236}">
                  <a16:creationId xmlns:a16="http://schemas.microsoft.com/office/drawing/2014/main" id="{E7A64833-395A-7AB8-E16B-FECC162FEB33}"/>
                </a:ext>
              </a:extLst>
            </p:cNvPr>
            <p:cNvSpPr/>
            <p:nvPr/>
          </p:nvSpPr>
          <p:spPr>
            <a:xfrm flipH="1">
              <a:off x="-2275688" y="3494474"/>
              <a:ext cx="13730" cy="53818"/>
            </a:xfrm>
            <a:custGeom>
              <a:avLst/>
              <a:gdLst/>
              <a:ahLst/>
              <a:cxnLst/>
              <a:rect l="l" t="t" r="r" b="b"/>
              <a:pathLst>
                <a:path w="112" h="439" extrusionOk="0">
                  <a:moveTo>
                    <a:pt x="105" y="1"/>
                  </a:moveTo>
                  <a:lnTo>
                    <a:pt x="1" y="415"/>
                  </a:lnTo>
                  <a:lnTo>
                    <a:pt x="1" y="438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73">
              <a:extLst>
                <a:ext uri="{FF2B5EF4-FFF2-40B4-BE49-F238E27FC236}">
                  <a16:creationId xmlns:a16="http://schemas.microsoft.com/office/drawing/2014/main" id="{11F13C0F-410D-DC38-DBA5-7C51966849B0}"/>
                </a:ext>
              </a:extLst>
            </p:cNvPr>
            <p:cNvSpPr/>
            <p:nvPr/>
          </p:nvSpPr>
          <p:spPr>
            <a:xfrm flipH="1">
              <a:off x="-2276056" y="3494474"/>
              <a:ext cx="14098" cy="56515"/>
            </a:xfrm>
            <a:custGeom>
              <a:avLst/>
              <a:gdLst/>
              <a:ahLst/>
              <a:cxnLst/>
              <a:rect l="l" t="t" r="r" b="b"/>
              <a:pathLst>
                <a:path w="115" h="461" extrusionOk="0">
                  <a:moveTo>
                    <a:pt x="112" y="1"/>
                  </a:moveTo>
                  <a:lnTo>
                    <a:pt x="1" y="438"/>
                  </a:lnTo>
                  <a:lnTo>
                    <a:pt x="1" y="461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73">
              <a:extLst>
                <a:ext uri="{FF2B5EF4-FFF2-40B4-BE49-F238E27FC236}">
                  <a16:creationId xmlns:a16="http://schemas.microsoft.com/office/drawing/2014/main" id="{C620B037-644B-B0A0-BC95-8CA17901DF42}"/>
                </a:ext>
              </a:extLst>
            </p:cNvPr>
            <p:cNvSpPr/>
            <p:nvPr/>
          </p:nvSpPr>
          <p:spPr>
            <a:xfrm flipH="1">
              <a:off x="-2276914" y="3494474"/>
              <a:ext cx="14956" cy="59825"/>
            </a:xfrm>
            <a:custGeom>
              <a:avLst/>
              <a:gdLst/>
              <a:ahLst/>
              <a:cxnLst/>
              <a:rect l="l" t="t" r="r" b="b"/>
              <a:pathLst>
                <a:path w="122" h="488" extrusionOk="0">
                  <a:moveTo>
                    <a:pt x="115" y="1"/>
                  </a:moveTo>
                  <a:lnTo>
                    <a:pt x="1" y="461"/>
                  </a:lnTo>
                  <a:lnTo>
                    <a:pt x="1" y="487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73">
              <a:extLst>
                <a:ext uri="{FF2B5EF4-FFF2-40B4-BE49-F238E27FC236}">
                  <a16:creationId xmlns:a16="http://schemas.microsoft.com/office/drawing/2014/main" id="{6D49F6E1-E2FC-BD3A-2FE3-92620A2E6DFF}"/>
                </a:ext>
              </a:extLst>
            </p:cNvPr>
            <p:cNvSpPr/>
            <p:nvPr/>
          </p:nvSpPr>
          <p:spPr>
            <a:xfrm flipH="1">
              <a:off x="-2277650" y="3494474"/>
              <a:ext cx="15692" cy="62522"/>
            </a:xfrm>
            <a:custGeom>
              <a:avLst/>
              <a:gdLst/>
              <a:ahLst/>
              <a:cxnLst/>
              <a:rect l="l" t="t" r="r" b="b"/>
              <a:pathLst>
                <a:path w="128" h="510" extrusionOk="0">
                  <a:moveTo>
                    <a:pt x="121" y="1"/>
                  </a:moveTo>
                  <a:lnTo>
                    <a:pt x="1" y="487"/>
                  </a:lnTo>
                  <a:lnTo>
                    <a:pt x="1" y="510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73">
              <a:extLst>
                <a:ext uri="{FF2B5EF4-FFF2-40B4-BE49-F238E27FC236}">
                  <a16:creationId xmlns:a16="http://schemas.microsoft.com/office/drawing/2014/main" id="{63B1C88D-D857-6060-1D9A-FEA08A3BC216}"/>
                </a:ext>
              </a:extLst>
            </p:cNvPr>
            <p:cNvSpPr/>
            <p:nvPr/>
          </p:nvSpPr>
          <p:spPr>
            <a:xfrm flipH="1">
              <a:off x="-2278508" y="3494474"/>
              <a:ext cx="16550" cy="65342"/>
            </a:xfrm>
            <a:custGeom>
              <a:avLst/>
              <a:gdLst/>
              <a:ahLst/>
              <a:cxnLst/>
              <a:rect l="l" t="t" r="r" b="b"/>
              <a:pathLst>
                <a:path w="135" h="533" extrusionOk="0">
                  <a:moveTo>
                    <a:pt x="128" y="1"/>
                  </a:moveTo>
                  <a:lnTo>
                    <a:pt x="1" y="510"/>
                  </a:lnTo>
                  <a:lnTo>
                    <a:pt x="1" y="533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73">
              <a:extLst>
                <a:ext uri="{FF2B5EF4-FFF2-40B4-BE49-F238E27FC236}">
                  <a16:creationId xmlns:a16="http://schemas.microsoft.com/office/drawing/2014/main" id="{6242BA41-9B4B-C559-DC5B-89B622FE9D64}"/>
                </a:ext>
              </a:extLst>
            </p:cNvPr>
            <p:cNvSpPr/>
            <p:nvPr/>
          </p:nvSpPr>
          <p:spPr>
            <a:xfrm flipH="1">
              <a:off x="-2278876" y="3494474"/>
              <a:ext cx="16918" cy="68161"/>
            </a:xfrm>
            <a:custGeom>
              <a:avLst/>
              <a:gdLst/>
              <a:ahLst/>
              <a:cxnLst/>
              <a:rect l="l" t="t" r="r" b="b"/>
              <a:pathLst>
                <a:path w="138" h="556" extrusionOk="0">
                  <a:moveTo>
                    <a:pt x="134" y="1"/>
                  </a:moveTo>
                  <a:lnTo>
                    <a:pt x="1" y="533"/>
                  </a:lnTo>
                  <a:lnTo>
                    <a:pt x="1" y="556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73">
              <a:extLst>
                <a:ext uri="{FF2B5EF4-FFF2-40B4-BE49-F238E27FC236}">
                  <a16:creationId xmlns:a16="http://schemas.microsoft.com/office/drawing/2014/main" id="{FBDC6B7A-BD92-36A0-1042-62DB20C3D061}"/>
                </a:ext>
              </a:extLst>
            </p:cNvPr>
            <p:cNvSpPr/>
            <p:nvPr/>
          </p:nvSpPr>
          <p:spPr>
            <a:xfrm flipH="1">
              <a:off x="-2279734" y="3494474"/>
              <a:ext cx="17776" cy="71349"/>
            </a:xfrm>
            <a:custGeom>
              <a:avLst/>
              <a:gdLst/>
              <a:ahLst/>
              <a:cxnLst/>
              <a:rect l="l" t="t" r="r" b="b"/>
              <a:pathLst>
                <a:path w="145" h="582" extrusionOk="0">
                  <a:moveTo>
                    <a:pt x="138" y="1"/>
                  </a:moveTo>
                  <a:lnTo>
                    <a:pt x="1" y="556"/>
                  </a:lnTo>
                  <a:lnTo>
                    <a:pt x="1" y="582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73">
              <a:extLst>
                <a:ext uri="{FF2B5EF4-FFF2-40B4-BE49-F238E27FC236}">
                  <a16:creationId xmlns:a16="http://schemas.microsoft.com/office/drawing/2014/main" id="{DFA7D23A-A286-86C0-1CED-FD13CF5CCAA1}"/>
                </a:ext>
              </a:extLst>
            </p:cNvPr>
            <p:cNvSpPr/>
            <p:nvPr/>
          </p:nvSpPr>
          <p:spPr>
            <a:xfrm flipH="1">
              <a:off x="-2280469" y="3494474"/>
              <a:ext cx="18511" cy="74168"/>
            </a:xfrm>
            <a:custGeom>
              <a:avLst/>
              <a:gdLst/>
              <a:ahLst/>
              <a:cxnLst/>
              <a:rect l="l" t="t" r="r" b="b"/>
              <a:pathLst>
                <a:path w="151" h="605" extrusionOk="0">
                  <a:moveTo>
                    <a:pt x="144" y="1"/>
                  </a:moveTo>
                  <a:lnTo>
                    <a:pt x="1" y="582"/>
                  </a:lnTo>
                  <a:lnTo>
                    <a:pt x="1" y="605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73">
              <a:extLst>
                <a:ext uri="{FF2B5EF4-FFF2-40B4-BE49-F238E27FC236}">
                  <a16:creationId xmlns:a16="http://schemas.microsoft.com/office/drawing/2014/main" id="{0C92EA53-8B23-9FC4-0D46-2373F3F76C77}"/>
                </a:ext>
              </a:extLst>
            </p:cNvPr>
            <p:cNvSpPr/>
            <p:nvPr/>
          </p:nvSpPr>
          <p:spPr>
            <a:xfrm flipH="1">
              <a:off x="-2281328" y="3494474"/>
              <a:ext cx="19370" cy="76988"/>
            </a:xfrm>
            <a:custGeom>
              <a:avLst/>
              <a:gdLst/>
              <a:ahLst/>
              <a:cxnLst/>
              <a:rect l="l" t="t" r="r" b="b"/>
              <a:pathLst>
                <a:path w="158" h="628" extrusionOk="0">
                  <a:moveTo>
                    <a:pt x="151" y="1"/>
                  </a:moveTo>
                  <a:lnTo>
                    <a:pt x="1" y="605"/>
                  </a:lnTo>
                  <a:lnTo>
                    <a:pt x="1" y="627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73">
              <a:extLst>
                <a:ext uri="{FF2B5EF4-FFF2-40B4-BE49-F238E27FC236}">
                  <a16:creationId xmlns:a16="http://schemas.microsoft.com/office/drawing/2014/main" id="{9066F8F1-13D0-9525-6D5B-BD70D653F1A0}"/>
                </a:ext>
              </a:extLst>
            </p:cNvPr>
            <p:cNvSpPr/>
            <p:nvPr/>
          </p:nvSpPr>
          <p:spPr>
            <a:xfrm flipH="1">
              <a:off x="-2282063" y="3494474"/>
              <a:ext cx="20105" cy="79808"/>
            </a:xfrm>
            <a:custGeom>
              <a:avLst/>
              <a:gdLst/>
              <a:ahLst/>
              <a:cxnLst/>
              <a:rect l="l" t="t" r="r" b="b"/>
              <a:pathLst>
                <a:path w="164" h="651" extrusionOk="0">
                  <a:moveTo>
                    <a:pt x="157" y="1"/>
                  </a:moveTo>
                  <a:lnTo>
                    <a:pt x="1" y="627"/>
                  </a:lnTo>
                  <a:lnTo>
                    <a:pt x="1" y="650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73">
              <a:extLst>
                <a:ext uri="{FF2B5EF4-FFF2-40B4-BE49-F238E27FC236}">
                  <a16:creationId xmlns:a16="http://schemas.microsoft.com/office/drawing/2014/main" id="{97D35AD9-5B79-C935-380A-3DA8E2757479}"/>
                </a:ext>
              </a:extLst>
            </p:cNvPr>
            <p:cNvSpPr/>
            <p:nvPr/>
          </p:nvSpPr>
          <p:spPr>
            <a:xfrm flipH="1">
              <a:off x="-2282921" y="3494474"/>
              <a:ext cx="20963" cy="82627"/>
            </a:xfrm>
            <a:custGeom>
              <a:avLst/>
              <a:gdLst/>
              <a:ahLst/>
              <a:cxnLst/>
              <a:rect l="l" t="t" r="r" b="b"/>
              <a:pathLst>
                <a:path w="171" h="674" extrusionOk="0">
                  <a:moveTo>
                    <a:pt x="164" y="1"/>
                  </a:moveTo>
                  <a:lnTo>
                    <a:pt x="1" y="650"/>
                  </a:lnTo>
                  <a:lnTo>
                    <a:pt x="1" y="673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73">
              <a:extLst>
                <a:ext uri="{FF2B5EF4-FFF2-40B4-BE49-F238E27FC236}">
                  <a16:creationId xmlns:a16="http://schemas.microsoft.com/office/drawing/2014/main" id="{6C285D5B-727D-0A25-0977-B818C115DFF5}"/>
                </a:ext>
              </a:extLst>
            </p:cNvPr>
            <p:cNvSpPr/>
            <p:nvPr/>
          </p:nvSpPr>
          <p:spPr>
            <a:xfrm flipH="1">
              <a:off x="-2283289" y="3494474"/>
              <a:ext cx="21331" cy="85815"/>
            </a:xfrm>
            <a:custGeom>
              <a:avLst/>
              <a:gdLst/>
              <a:ahLst/>
              <a:cxnLst/>
              <a:rect l="l" t="t" r="r" b="b"/>
              <a:pathLst>
                <a:path w="174" h="700" extrusionOk="0">
                  <a:moveTo>
                    <a:pt x="170" y="1"/>
                  </a:moveTo>
                  <a:lnTo>
                    <a:pt x="1" y="673"/>
                  </a:lnTo>
                  <a:lnTo>
                    <a:pt x="1" y="699"/>
                  </a:lnTo>
                  <a:lnTo>
                    <a:pt x="1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73">
              <a:extLst>
                <a:ext uri="{FF2B5EF4-FFF2-40B4-BE49-F238E27FC236}">
                  <a16:creationId xmlns:a16="http://schemas.microsoft.com/office/drawing/2014/main" id="{7727A0B9-1171-7510-F064-50F0D46D440A}"/>
                </a:ext>
              </a:extLst>
            </p:cNvPr>
            <p:cNvSpPr/>
            <p:nvPr/>
          </p:nvSpPr>
          <p:spPr>
            <a:xfrm flipH="1">
              <a:off x="-2284147" y="3494474"/>
              <a:ext cx="22189" cy="88634"/>
            </a:xfrm>
            <a:custGeom>
              <a:avLst/>
              <a:gdLst/>
              <a:ahLst/>
              <a:cxnLst/>
              <a:rect l="l" t="t" r="r" b="b"/>
              <a:pathLst>
                <a:path w="181" h="723" extrusionOk="0">
                  <a:moveTo>
                    <a:pt x="174" y="1"/>
                  </a:moveTo>
                  <a:lnTo>
                    <a:pt x="1" y="699"/>
                  </a:lnTo>
                  <a:lnTo>
                    <a:pt x="1" y="722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73">
              <a:extLst>
                <a:ext uri="{FF2B5EF4-FFF2-40B4-BE49-F238E27FC236}">
                  <a16:creationId xmlns:a16="http://schemas.microsoft.com/office/drawing/2014/main" id="{3CE58C5F-2B7B-2809-6341-5C4C3E8A036C}"/>
                </a:ext>
              </a:extLst>
            </p:cNvPr>
            <p:cNvSpPr/>
            <p:nvPr/>
          </p:nvSpPr>
          <p:spPr>
            <a:xfrm flipH="1">
              <a:off x="-2284883" y="3494474"/>
              <a:ext cx="22925" cy="91331"/>
            </a:xfrm>
            <a:custGeom>
              <a:avLst/>
              <a:gdLst/>
              <a:ahLst/>
              <a:cxnLst/>
              <a:rect l="l" t="t" r="r" b="b"/>
              <a:pathLst>
                <a:path w="187" h="745" extrusionOk="0">
                  <a:moveTo>
                    <a:pt x="180" y="1"/>
                  </a:moveTo>
                  <a:lnTo>
                    <a:pt x="1" y="722"/>
                  </a:lnTo>
                  <a:lnTo>
                    <a:pt x="1" y="745"/>
                  </a:lnTo>
                  <a:lnTo>
                    <a:pt x="1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73">
              <a:extLst>
                <a:ext uri="{FF2B5EF4-FFF2-40B4-BE49-F238E27FC236}">
                  <a16:creationId xmlns:a16="http://schemas.microsoft.com/office/drawing/2014/main" id="{2EC3EEA7-D512-0E5F-F4DF-AFCA84E0F7D4}"/>
                </a:ext>
              </a:extLst>
            </p:cNvPr>
            <p:cNvSpPr/>
            <p:nvPr/>
          </p:nvSpPr>
          <p:spPr>
            <a:xfrm flipH="1">
              <a:off x="-2285741" y="3494474"/>
              <a:ext cx="23783" cy="94151"/>
            </a:xfrm>
            <a:custGeom>
              <a:avLst/>
              <a:gdLst/>
              <a:ahLst/>
              <a:cxnLst/>
              <a:rect l="l" t="t" r="r" b="b"/>
              <a:pathLst>
                <a:path w="194" h="768" extrusionOk="0">
                  <a:moveTo>
                    <a:pt x="187" y="1"/>
                  </a:moveTo>
                  <a:lnTo>
                    <a:pt x="1" y="745"/>
                  </a:lnTo>
                  <a:lnTo>
                    <a:pt x="1" y="768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73">
              <a:extLst>
                <a:ext uri="{FF2B5EF4-FFF2-40B4-BE49-F238E27FC236}">
                  <a16:creationId xmlns:a16="http://schemas.microsoft.com/office/drawing/2014/main" id="{E5195688-2E8C-6E62-6B53-73A1F5413302}"/>
                </a:ext>
              </a:extLst>
            </p:cNvPr>
            <p:cNvSpPr/>
            <p:nvPr/>
          </p:nvSpPr>
          <p:spPr>
            <a:xfrm flipH="1">
              <a:off x="-2286109" y="3494474"/>
              <a:ext cx="24151" cy="96971"/>
            </a:xfrm>
            <a:custGeom>
              <a:avLst/>
              <a:gdLst/>
              <a:ahLst/>
              <a:cxnLst/>
              <a:rect l="l" t="t" r="r" b="b"/>
              <a:pathLst>
                <a:path w="197" h="791" extrusionOk="0">
                  <a:moveTo>
                    <a:pt x="193" y="1"/>
                  </a:moveTo>
                  <a:lnTo>
                    <a:pt x="1" y="768"/>
                  </a:lnTo>
                  <a:lnTo>
                    <a:pt x="1" y="791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73">
              <a:extLst>
                <a:ext uri="{FF2B5EF4-FFF2-40B4-BE49-F238E27FC236}">
                  <a16:creationId xmlns:a16="http://schemas.microsoft.com/office/drawing/2014/main" id="{D1DBE6E2-20EB-9504-127D-228E46D5F9AF}"/>
                </a:ext>
              </a:extLst>
            </p:cNvPr>
            <p:cNvSpPr/>
            <p:nvPr/>
          </p:nvSpPr>
          <p:spPr>
            <a:xfrm flipH="1">
              <a:off x="-2286967" y="3494474"/>
              <a:ext cx="25009" cy="100158"/>
            </a:xfrm>
            <a:custGeom>
              <a:avLst/>
              <a:gdLst/>
              <a:ahLst/>
              <a:cxnLst/>
              <a:rect l="l" t="t" r="r" b="b"/>
              <a:pathLst>
                <a:path w="204" h="817" extrusionOk="0">
                  <a:moveTo>
                    <a:pt x="197" y="1"/>
                  </a:moveTo>
                  <a:lnTo>
                    <a:pt x="1" y="791"/>
                  </a:lnTo>
                  <a:lnTo>
                    <a:pt x="1" y="817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73">
              <a:extLst>
                <a:ext uri="{FF2B5EF4-FFF2-40B4-BE49-F238E27FC236}">
                  <a16:creationId xmlns:a16="http://schemas.microsoft.com/office/drawing/2014/main" id="{58363588-5BF1-9285-0303-4B1D45FBB35A}"/>
                </a:ext>
              </a:extLst>
            </p:cNvPr>
            <p:cNvSpPr/>
            <p:nvPr/>
          </p:nvSpPr>
          <p:spPr>
            <a:xfrm flipH="1">
              <a:off x="-2287702" y="3494474"/>
              <a:ext cx="25744" cy="102978"/>
            </a:xfrm>
            <a:custGeom>
              <a:avLst/>
              <a:gdLst/>
              <a:ahLst/>
              <a:cxnLst/>
              <a:rect l="l" t="t" r="r" b="b"/>
              <a:pathLst>
                <a:path w="210" h="840" extrusionOk="0">
                  <a:moveTo>
                    <a:pt x="203" y="1"/>
                  </a:moveTo>
                  <a:lnTo>
                    <a:pt x="1" y="817"/>
                  </a:lnTo>
                  <a:lnTo>
                    <a:pt x="1" y="840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73">
              <a:extLst>
                <a:ext uri="{FF2B5EF4-FFF2-40B4-BE49-F238E27FC236}">
                  <a16:creationId xmlns:a16="http://schemas.microsoft.com/office/drawing/2014/main" id="{3B19853B-7D64-08D8-4166-98115DEA5A7D}"/>
                </a:ext>
              </a:extLst>
            </p:cNvPr>
            <p:cNvSpPr/>
            <p:nvPr/>
          </p:nvSpPr>
          <p:spPr>
            <a:xfrm flipH="1">
              <a:off x="-2288561" y="3494474"/>
              <a:ext cx="26603" cy="105797"/>
            </a:xfrm>
            <a:custGeom>
              <a:avLst/>
              <a:gdLst/>
              <a:ahLst/>
              <a:cxnLst/>
              <a:rect l="l" t="t" r="r" b="b"/>
              <a:pathLst>
                <a:path w="217" h="863" extrusionOk="0">
                  <a:moveTo>
                    <a:pt x="210" y="1"/>
                  </a:moveTo>
                  <a:lnTo>
                    <a:pt x="1" y="840"/>
                  </a:lnTo>
                  <a:lnTo>
                    <a:pt x="1" y="86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73">
              <a:extLst>
                <a:ext uri="{FF2B5EF4-FFF2-40B4-BE49-F238E27FC236}">
                  <a16:creationId xmlns:a16="http://schemas.microsoft.com/office/drawing/2014/main" id="{1B9292F0-903F-3885-A8DB-263746027BE7}"/>
                </a:ext>
              </a:extLst>
            </p:cNvPr>
            <p:cNvSpPr/>
            <p:nvPr/>
          </p:nvSpPr>
          <p:spPr>
            <a:xfrm flipH="1">
              <a:off x="-2288928" y="3494474"/>
              <a:ext cx="26970" cy="108617"/>
            </a:xfrm>
            <a:custGeom>
              <a:avLst/>
              <a:gdLst/>
              <a:ahLst/>
              <a:cxnLst/>
              <a:rect l="l" t="t" r="r" b="b"/>
              <a:pathLst>
                <a:path w="220" h="886" extrusionOk="0">
                  <a:moveTo>
                    <a:pt x="216" y="1"/>
                  </a:moveTo>
                  <a:lnTo>
                    <a:pt x="1" y="862"/>
                  </a:lnTo>
                  <a:lnTo>
                    <a:pt x="1" y="885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73">
              <a:extLst>
                <a:ext uri="{FF2B5EF4-FFF2-40B4-BE49-F238E27FC236}">
                  <a16:creationId xmlns:a16="http://schemas.microsoft.com/office/drawing/2014/main" id="{A197D9F4-DD04-8F68-68FD-108B5DBBD0B5}"/>
                </a:ext>
              </a:extLst>
            </p:cNvPr>
            <p:cNvSpPr/>
            <p:nvPr/>
          </p:nvSpPr>
          <p:spPr>
            <a:xfrm flipH="1">
              <a:off x="-2289664" y="3494474"/>
              <a:ext cx="27706" cy="111804"/>
            </a:xfrm>
            <a:custGeom>
              <a:avLst/>
              <a:gdLst/>
              <a:ahLst/>
              <a:cxnLst/>
              <a:rect l="l" t="t" r="r" b="b"/>
              <a:pathLst>
                <a:path w="226" h="912" extrusionOk="0">
                  <a:moveTo>
                    <a:pt x="219" y="1"/>
                  </a:moveTo>
                  <a:lnTo>
                    <a:pt x="1" y="885"/>
                  </a:lnTo>
                  <a:lnTo>
                    <a:pt x="1" y="911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73">
              <a:extLst>
                <a:ext uri="{FF2B5EF4-FFF2-40B4-BE49-F238E27FC236}">
                  <a16:creationId xmlns:a16="http://schemas.microsoft.com/office/drawing/2014/main" id="{CE7DF24D-35BC-FEC5-ABF3-8360AA4A435C}"/>
                </a:ext>
              </a:extLst>
            </p:cNvPr>
            <p:cNvSpPr/>
            <p:nvPr/>
          </p:nvSpPr>
          <p:spPr>
            <a:xfrm flipH="1">
              <a:off x="-2290522" y="3494474"/>
              <a:ext cx="28564" cy="114624"/>
            </a:xfrm>
            <a:custGeom>
              <a:avLst/>
              <a:gdLst/>
              <a:ahLst/>
              <a:cxnLst/>
              <a:rect l="l" t="t" r="r" b="b"/>
              <a:pathLst>
                <a:path w="233" h="935" extrusionOk="0">
                  <a:moveTo>
                    <a:pt x="226" y="1"/>
                  </a:moveTo>
                  <a:lnTo>
                    <a:pt x="1" y="911"/>
                  </a:lnTo>
                  <a:lnTo>
                    <a:pt x="1" y="934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73">
              <a:extLst>
                <a:ext uri="{FF2B5EF4-FFF2-40B4-BE49-F238E27FC236}">
                  <a16:creationId xmlns:a16="http://schemas.microsoft.com/office/drawing/2014/main" id="{199E168A-5023-7F76-F074-60720A093B7F}"/>
                </a:ext>
              </a:extLst>
            </p:cNvPr>
            <p:cNvSpPr/>
            <p:nvPr/>
          </p:nvSpPr>
          <p:spPr>
            <a:xfrm flipH="1">
              <a:off x="-2291258" y="3494474"/>
              <a:ext cx="29300" cy="117444"/>
            </a:xfrm>
            <a:custGeom>
              <a:avLst/>
              <a:gdLst/>
              <a:ahLst/>
              <a:cxnLst/>
              <a:rect l="l" t="t" r="r" b="b"/>
              <a:pathLst>
                <a:path w="239" h="958" extrusionOk="0">
                  <a:moveTo>
                    <a:pt x="232" y="1"/>
                  </a:moveTo>
                  <a:lnTo>
                    <a:pt x="1" y="934"/>
                  </a:lnTo>
                  <a:lnTo>
                    <a:pt x="1" y="957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73">
              <a:extLst>
                <a:ext uri="{FF2B5EF4-FFF2-40B4-BE49-F238E27FC236}">
                  <a16:creationId xmlns:a16="http://schemas.microsoft.com/office/drawing/2014/main" id="{493E7225-F961-4FB9-5E1C-9BCA1D0E566F}"/>
                </a:ext>
              </a:extLst>
            </p:cNvPr>
            <p:cNvSpPr/>
            <p:nvPr/>
          </p:nvSpPr>
          <p:spPr>
            <a:xfrm flipH="1">
              <a:off x="-2292116" y="3494474"/>
              <a:ext cx="30158" cy="120141"/>
            </a:xfrm>
            <a:custGeom>
              <a:avLst/>
              <a:gdLst/>
              <a:ahLst/>
              <a:cxnLst/>
              <a:rect l="l" t="t" r="r" b="b"/>
              <a:pathLst>
                <a:path w="246" h="980" extrusionOk="0">
                  <a:moveTo>
                    <a:pt x="239" y="1"/>
                  </a:moveTo>
                  <a:lnTo>
                    <a:pt x="1" y="957"/>
                  </a:lnTo>
                  <a:lnTo>
                    <a:pt x="1" y="980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73">
              <a:extLst>
                <a:ext uri="{FF2B5EF4-FFF2-40B4-BE49-F238E27FC236}">
                  <a16:creationId xmlns:a16="http://schemas.microsoft.com/office/drawing/2014/main" id="{44C685BB-C86E-2418-B3E2-C816E503C73D}"/>
                </a:ext>
              </a:extLst>
            </p:cNvPr>
            <p:cNvSpPr/>
            <p:nvPr/>
          </p:nvSpPr>
          <p:spPr>
            <a:xfrm flipH="1">
              <a:off x="-2292851" y="3494474"/>
              <a:ext cx="30893" cy="122960"/>
            </a:xfrm>
            <a:custGeom>
              <a:avLst/>
              <a:gdLst/>
              <a:ahLst/>
              <a:cxnLst/>
              <a:rect l="l" t="t" r="r" b="b"/>
              <a:pathLst>
                <a:path w="252" h="1003" extrusionOk="0">
                  <a:moveTo>
                    <a:pt x="245" y="1"/>
                  </a:moveTo>
                  <a:lnTo>
                    <a:pt x="1" y="980"/>
                  </a:lnTo>
                  <a:lnTo>
                    <a:pt x="1" y="1003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rgbClr val="E89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73">
              <a:extLst>
                <a:ext uri="{FF2B5EF4-FFF2-40B4-BE49-F238E27FC236}">
                  <a16:creationId xmlns:a16="http://schemas.microsoft.com/office/drawing/2014/main" id="{C6DBAF32-0E5B-5D2B-43F8-64EC755F0E2C}"/>
                </a:ext>
              </a:extLst>
            </p:cNvPr>
            <p:cNvSpPr/>
            <p:nvPr/>
          </p:nvSpPr>
          <p:spPr>
            <a:xfrm flipH="1">
              <a:off x="-2293342" y="3494474"/>
              <a:ext cx="31384" cy="126148"/>
            </a:xfrm>
            <a:custGeom>
              <a:avLst/>
              <a:gdLst/>
              <a:ahLst/>
              <a:cxnLst/>
              <a:rect l="l" t="t" r="r" b="b"/>
              <a:pathLst>
                <a:path w="256" h="1029" extrusionOk="0">
                  <a:moveTo>
                    <a:pt x="252" y="1"/>
                  </a:moveTo>
                  <a:lnTo>
                    <a:pt x="1" y="1003"/>
                  </a:lnTo>
                  <a:lnTo>
                    <a:pt x="1" y="1029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rgbClr val="E7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73">
              <a:extLst>
                <a:ext uri="{FF2B5EF4-FFF2-40B4-BE49-F238E27FC236}">
                  <a16:creationId xmlns:a16="http://schemas.microsoft.com/office/drawing/2014/main" id="{46E1F106-9AEC-C546-DA81-1AEFD5E0FB58}"/>
                </a:ext>
              </a:extLst>
            </p:cNvPr>
            <p:cNvSpPr/>
            <p:nvPr/>
          </p:nvSpPr>
          <p:spPr>
            <a:xfrm flipH="1">
              <a:off x="-2294077" y="3494474"/>
              <a:ext cx="32119" cy="128967"/>
            </a:xfrm>
            <a:custGeom>
              <a:avLst/>
              <a:gdLst/>
              <a:ahLst/>
              <a:cxnLst/>
              <a:rect l="l" t="t" r="r" b="b"/>
              <a:pathLst>
                <a:path w="262" h="1052" extrusionOk="0">
                  <a:moveTo>
                    <a:pt x="255" y="1"/>
                  </a:moveTo>
                  <a:lnTo>
                    <a:pt x="1" y="1029"/>
                  </a:lnTo>
                  <a:lnTo>
                    <a:pt x="1" y="1052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rgbClr val="E7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73">
              <a:extLst>
                <a:ext uri="{FF2B5EF4-FFF2-40B4-BE49-F238E27FC236}">
                  <a16:creationId xmlns:a16="http://schemas.microsoft.com/office/drawing/2014/main" id="{4B22832E-7413-A00B-265C-3E03553B3424}"/>
                </a:ext>
              </a:extLst>
            </p:cNvPr>
            <p:cNvSpPr/>
            <p:nvPr/>
          </p:nvSpPr>
          <p:spPr>
            <a:xfrm flipH="1">
              <a:off x="-2294935" y="3494474"/>
              <a:ext cx="32977" cy="131787"/>
            </a:xfrm>
            <a:custGeom>
              <a:avLst/>
              <a:gdLst/>
              <a:ahLst/>
              <a:cxnLst/>
              <a:rect l="l" t="t" r="r" b="b"/>
              <a:pathLst>
                <a:path w="269" h="1075" extrusionOk="0">
                  <a:moveTo>
                    <a:pt x="262" y="1"/>
                  </a:moveTo>
                  <a:lnTo>
                    <a:pt x="1" y="1052"/>
                  </a:lnTo>
                  <a:lnTo>
                    <a:pt x="1" y="1075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E6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73">
              <a:extLst>
                <a:ext uri="{FF2B5EF4-FFF2-40B4-BE49-F238E27FC236}">
                  <a16:creationId xmlns:a16="http://schemas.microsoft.com/office/drawing/2014/main" id="{A6487075-93CB-61B5-F920-2F4877EE0024}"/>
                </a:ext>
              </a:extLst>
            </p:cNvPr>
            <p:cNvSpPr/>
            <p:nvPr/>
          </p:nvSpPr>
          <p:spPr>
            <a:xfrm flipH="1">
              <a:off x="-2295671" y="3494474"/>
              <a:ext cx="33713" cy="134607"/>
            </a:xfrm>
            <a:custGeom>
              <a:avLst/>
              <a:gdLst/>
              <a:ahLst/>
              <a:cxnLst/>
              <a:rect l="l" t="t" r="r" b="b"/>
              <a:pathLst>
                <a:path w="275" h="1098" extrusionOk="0">
                  <a:moveTo>
                    <a:pt x="268" y="1"/>
                  </a:moveTo>
                  <a:lnTo>
                    <a:pt x="1" y="1075"/>
                  </a:lnTo>
                  <a:lnTo>
                    <a:pt x="1" y="1097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E694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73">
              <a:extLst>
                <a:ext uri="{FF2B5EF4-FFF2-40B4-BE49-F238E27FC236}">
                  <a16:creationId xmlns:a16="http://schemas.microsoft.com/office/drawing/2014/main" id="{B3A51834-E6ED-B7AF-E5D7-E9F9B5210661}"/>
                </a:ext>
              </a:extLst>
            </p:cNvPr>
            <p:cNvSpPr/>
            <p:nvPr/>
          </p:nvSpPr>
          <p:spPr>
            <a:xfrm flipH="1">
              <a:off x="-2296161" y="3494474"/>
              <a:ext cx="34203" cy="137794"/>
            </a:xfrm>
            <a:custGeom>
              <a:avLst/>
              <a:gdLst/>
              <a:ahLst/>
              <a:cxnLst/>
              <a:rect l="l" t="t" r="r" b="b"/>
              <a:pathLst>
                <a:path w="279" h="1124" extrusionOk="0">
                  <a:moveTo>
                    <a:pt x="275" y="1"/>
                  </a:moveTo>
                  <a:lnTo>
                    <a:pt x="1" y="1097"/>
                  </a:lnTo>
                  <a:lnTo>
                    <a:pt x="1" y="1124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rgbClr val="E5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73">
              <a:extLst>
                <a:ext uri="{FF2B5EF4-FFF2-40B4-BE49-F238E27FC236}">
                  <a16:creationId xmlns:a16="http://schemas.microsoft.com/office/drawing/2014/main" id="{DA25F65C-C690-9063-4B5E-C2E2FB49A269}"/>
                </a:ext>
              </a:extLst>
            </p:cNvPr>
            <p:cNvSpPr/>
            <p:nvPr/>
          </p:nvSpPr>
          <p:spPr>
            <a:xfrm flipH="1">
              <a:off x="-2296897" y="3494474"/>
              <a:ext cx="34939" cy="140614"/>
            </a:xfrm>
            <a:custGeom>
              <a:avLst/>
              <a:gdLst/>
              <a:ahLst/>
              <a:cxnLst/>
              <a:rect l="l" t="t" r="r" b="b"/>
              <a:pathLst>
                <a:path w="285" h="1147" extrusionOk="0">
                  <a:moveTo>
                    <a:pt x="278" y="1"/>
                  </a:moveTo>
                  <a:lnTo>
                    <a:pt x="1" y="1124"/>
                  </a:lnTo>
                  <a:lnTo>
                    <a:pt x="1" y="1146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73">
              <a:extLst>
                <a:ext uri="{FF2B5EF4-FFF2-40B4-BE49-F238E27FC236}">
                  <a16:creationId xmlns:a16="http://schemas.microsoft.com/office/drawing/2014/main" id="{AB947909-0A2D-6A92-8ABF-510E2CAE2320}"/>
                </a:ext>
              </a:extLst>
            </p:cNvPr>
            <p:cNvSpPr/>
            <p:nvPr/>
          </p:nvSpPr>
          <p:spPr>
            <a:xfrm flipH="1">
              <a:off x="-2297755" y="3494474"/>
              <a:ext cx="35797" cy="143433"/>
            </a:xfrm>
            <a:custGeom>
              <a:avLst/>
              <a:gdLst/>
              <a:ahLst/>
              <a:cxnLst/>
              <a:rect l="l" t="t" r="r" b="b"/>
              <a:pathLst>
                <a:path w="292" h="1170" extrusionOk="0">
                  <a:moveTo>
                    <a:pt x="285" y="1"/>
                  </a:moveTo>
                  <a:lnTo>
                    <a:pt x="1" y="1146"/>
                  </a:lnTo>
                  <a:lnTo>
                    <a:pt x="1" y="1169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73">
              <a:extLst>
                <a:ext uri="{FF2B5EF4-FFF2-40B4-BE49-F238E27FC236}">
                  <a16:creationId xmlns:a16="http://schemas.microsoft.com/office/drawing/2014/main" id="{DAB8150F-DC14-5ED8-A0E6-79612208B00C}"/>
                </a:ext>
              </a:extLst>
            </p:cNvPr>
            <p:cNvSpPr/>
            <p:nvPr/>
          </p:nvSpPr>
          <p:spPr>
            <a:xfrm flipH="1">
              <a:off x="-2298491" y="3494474"/>
              <a:ext cx="36533" cy="146253"/>
            </a:xfrm>
            <a:custGeom>
              <a:avLst/>
              <a:gdLst/>
              <a:ahLst/>
              <a:cxnLst/>
              <a:rect l="l" t="t" r="r" b="b"/>
              <a:pathLst>
                <a:path w="298" h="1193" extrusionOk="0">
                  <a:moveTo>
                    <a:pt x="291" y="1"/>
                  </a:moveTo>
                  <a:lnTo>
                    <a:pt x="1" y="1169"/>
                  </a:lnTo>
                  <a:lnTo>
                    <a:pt x="1" y="119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73">
              <a:extLst>
                <a:ext uri="{FF2B5EF4-FFF2-40B4-BE49-F238E27FC236}">
                  <a16:creationId xmlns:a16="http://schemas.microsoft.com/office/drawing/2014/main" id="{EA1A52E0-C6EE-92D5-57C1-C06F8D3986E7}"/>
                </a:ext>
              </a:extLst>
            </p:cNvPr>
            <p:cNvSpPr/>
            <p:nvPr/>
          </p:nvSpPr>
          <p:spPr>
            <a:xfrm flipH="1">
              <a:off x="-2298858" y="3494474"/>
              <a:ext cx="36900" cy="148950"/>
            </a:xfrm>
            <a:custGeom>
              <a:avLst/>
              <a:gdLst/>
              <a:ahLst/>
              <a:cxnLst/>
              <a:rect l="l" t="t" r="r" b="b"/>
              <a:pathLst>
                <a:path w="301" h="1215" extrusionOk="0">
                  <a:moveTo>
                    <a:pt x="298" y="1"/>
                  </a:moveTo>
                  <a:lnTo>
                    <a:pt x="1" y="1192"/>
                  </a:lnTo>
                  <a:lnTo>
                    <a:pt x="1" y="1215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73">
              <a:extLst>
                <a:ext uri="{FF2B5EF4-FFF2-40B4-BE49-F238E27FC236}">
                  <a16:creationId xmlns:a16="http://schemas.microsoft.com/office/drawing/2014/main" id="{6BE43122-903C-997B-FE42-F4D545A7BA66}"/>
                </a:ext>
              </a:extLst>
            </p:cNvPr>
            <p:cNvSpPr/>
            <p:nvPr/>
          </p:nvSpPr>
          <p:spPr>
            <a:xfrm flipH="1">
              <a:off x="-2299716" y="3494474"/>
              <a:ext cx="37758" cy="152260"/>
            </a:xfrm>
            <a:custGeom>
              <a:avLst/>
              <a:gdLst/>
              <a:ahLst/>
              <a:cxnLst/>
              <a:rect l="l" t="t" r="r" b="b"/>
              <a:pathLst>
                <a:path w="308" h="1242" extrusionOk="0">
                  <a:moveTo>
                    <a:pt x="301" y="1"/>
                  </a:moveTo>
                  <a:lnTo>
                    <a:pt x="1" y="1215"/>
                  </a:lnTo>
                  <a:lnTo>
                    <a:pt x="1" y="1241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73">
              <a:extLst>
                <a:ext uri="{FF2B5EF4-FFF2-40B4-BE49-F238E27FC236}">
                  <a16:creationId xmlns:a16="http://schemas.microsoft.com/office/drawing/2014/main" id="{D79B150E-D9C6-1C83-57C1-AFDA0A0030E5}"/>
                </a:ext>
              </a:extLst>
            </p:cNvPr>
            <p:cNvSpPr/>
            <p:nvPr/>
          </p:nvSpPr>
          <p:spPr>
            <a:xfrm flipH="1">
              <a:off x="-2300575" y="3494474"/>
              <a:ext cx="38617" cy="154957"/>
            </a:xfrm>
            <a:custGeom>
              <a:avLst/>
              <a:gdLst/>
              <a:ahLst/>
              <a:cxnLst/>
              <a:rect l="l" t="t" r="r" b="b"/>
              <a:pathLst>
                <a:path w="315" h="1264" extrusionOk="0">
                  <a:moveTo>
                    <a:pt x="307" y="1"/>
                  </a:moveTo>
                  <a:lnTo>
                    <a:pt x="1" y="1241"/>
                  </a:lnTo>
                  <a:lnTo>
                    <a:pt x="1" y="1264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73">
              <a:extLst>
                <a:ext uri="{FF2B5EF4-FFF2-40B4-BE49-F238E27FC236}">
                  <a16:creationId xmlns:a16="http://schemas.microsoft.com/office/drawing/2014/main" id="{87FBB4D5-6BB5-E5C3-56DD-6DED0F1ADE0A}"/>
                </a:ext>
              </a:extLst>
            </p:cNvPr>
            <p:cNvSpPr/>
            <p:nvPr/>
          </p:nvSpPr>
          <p:spPr>
            <a:xfrm flipH="1">
              <a:off x="-2301310" y="3494474"/>
              <a:ext cx="39352" cy="157777"/>
            </a:xfrm>
            <a:custGeom>
              <a:avLst/>
              <a:gdLst/>
              <a:ahLst/>
              <a:cxnLst/>
              <a:rect l="l" t="t" r="r" b="b"/>
              <a:pathLst>
                <a:path w="321" h="1287" extrusionOk="0">
                  <a:moveTo>
                    <a:pt x="314" y="1"/>
                  </a:moveTo>
                  <a:lnTo>
                    <a:pt x="1" y="1264"/>
                  </a:lnTo>
                  <a:lnTo>
                    <a:pt x="1" y="1287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73">
              <a:extLst>
                <a:ext uri="{FF2B5EF4-FFF2-40B4-BE49-F238E27FC236}">
                  <a16:creationId xmlns:a16="http://schemas.microsoft.com/office/drawing/2014/main" id="{C341F5BA-0098-2F9D-A933-39F1563DD4C5}"/>
                </a:ext>
              </a:extLst>
            </p:cNvPr>
            <p:cNvSpPr/>
            <p:nvPr/>
          </p:nvSpPr>
          <p:spPr>
            <a:xfrm flipH="1">
              <a:off x="-2302168" y="3494474"/>
              <a:ext cx="40210" cy="160596"/>
            </a:xfrm>
            <a:custGeom>
              <a:avLst/>
              <a:gdLst/>
              <a:ahLst/>
              <a:cxnLst/>
              <a:rect l="l" t="t" r="r" b="b"/>
              <a:pathLst>
                <a:path w="328" h="1310" extrusionOk="0">
                  <a:moveTo>
                    <a:pt x="321" y="1"/>
                  </a:moveTo>
                  <a:lnTo>
                    <a:pt x="1" y="1287"/>
                  </a:lnTo>
                  <a:lnTo>
                    <a:pt x="1" y="1310"/>
                  </a:lnTo>
                  <a:lnTo>
                    <a:pt x="3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73">
              <a:extLst>
                <a:ext uri="{FF2B5EF4-FFF2-40B4-BE49-F238E27FC236}">
                  <a16:creationId xmlns:a16="http://schemas.microsoft.com/office/drawing/2014/main" id="{3D9A1789-3960-5859-5304-B3EF2892A0DE}"/>
                </a:ext>
              </a:extLst>
            </p:cNvPr>
            <p:cNvSpPr/>
            <p:nvPr/>
          </p:nvSpPr>
          <p:spPr>
            <a:xfrm flipH="1">
              <a:off x="-2302904" y="3494474"/>
              <a:ext cx="40946" cy="163416"/>
            </a:xfrm>
            <a:custGeom>
              <a:avLst/>
              <a:gdLst/>
              <a:ahLst/>
              <a:cxnLst/>
              <a:rect l="l" t="t" r="r" b="b"/>
              <a:pathLst>
                <a:path w="334" h="1333" extrusionOk="0">
                  <a:moveTo>
                    <a:pt x="327" y="1"/>
                  </a:moveTo>
                  <a:lnTo>
                    <a:pt x="1" y="1310"/>
                  </a:lnTo>
                  <a:lnTo>
                    <a:pt x="1" y="133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73">
              <a:extLst>
                <a:ext uri="{FF2B5EF4-FFF2-40B4-BE49-F238E27FC236}">
                  <a16:creationId xmlns:a16="http://schemas.microsoft.com/office/drawing/2014/main" id="{D020D4DD-C06E-05C0-365E-DD6D5831D80D}"/>
                </a:ext>
              </a:extLst>
            </p:cNvPr>
            <p:cNvSpPr/>
            <p:nvPr/>
          </p:nvSpPr>
          <p:spPr>
            <a:xfrm flipH="1">
              <a:off x="-2673869" y="2535311"/>
              <a:ext cx="2393373" cy="1343123"/>
            </a:xfrm>
            <a:custGeom>
              <a:avLst/>
              <a:gdLst/>
              <a:ahLst/>
              <a:cxnLst/>
              <a:rect l="l" t="t" r="r" b="b"/>
              <a:pathLst>
                <a:path w="19523" h="10956" extrusionOk="0">
                  <a:moveTo>
                    <a:pt x="7583" y="1"/>
                  </a:moveTo>
                  <a:cubicBezTo>
                    <a:pt x="7583" y="1"/>
                    <a:pt x="1335" y="347"/>
                    <a:pt x="1097" y="425"/>
                  </a:cubicBezTo>
                  <a:cubicBezTo>
                    <a:pt x="862" y="504"/>
                    <a:pt x="451" y="660"/>
                    <a:pt x="336" y="905"/>
                  </a:cubicBezTo>
                  <a:lnTo>
                    <a:pt x="92" y="6617"/>
                  </a:lnTo>
                  <a:cubicBezTo>
                    <a:pt x="92" y="6617"/>
                    <a:pt x="0" y="8752"/>
                    <a:pt x="1870" y="9006"/>
                  </a:cubicBezTo>
                  <a:cubicBezTo>
                    <a:pt x="3737" y="9261"/>
                    <a:pt x="9489" y="10642"/>
                    <a:pt x="9489" y="10642"/>
                  </a:cubicBezTo>
                  <a:cubicBezTo>
                    <a:pt x="9489" y="10642"/>
                    <a:pt x="10745" y="10935"/>
                    <a:pt x="11225" y="10955"/>
                  </a:cubicBezTo>
                  <a:cubicBezTo>
                    <a:pt x="11227" y="10955"/>
                    <a:pt x="11229" y="10955"/>
                    <a:pt x="11231" y="10955"/>
                  </a:cubicBezTo>
                  <a:cubicBezTo>
                    <a:pt x="11758" y="10955"/>
                    <a:pt x="18178" y="8216"/>
                    <a:pt x="18380" y="8135"/>
                  </a:cubicBezTo>
                  <a:cubicBezTo>
                    <a:pt x="18579" y="8057"/>
                    <a:pt x="18994" y="7681"/>
                    <a:pt x="19092" y="6813"/>
                  </a:cubicBezTo>
                  <a:cubicBezTo>
                    <a:pt x="19186" y="5941"/>
                    <a:pt x="19522" y="2113"/>
                    <a:pt x="19522" y="2113"/>
                  </a:cubicBezTo>
                  <a:cubicBezTo>
                    <a:pt x="19522" y="2113"/>
                    <a:pt x="19409" y="1385"/>
                    <a:pt x="18229" y="1385"/>
                  </a:cubicBezTo>
                  <a:cubicBezTo>
                    <a:pt x="18224" y="1385"/>
                    <a:pt x="18219" y="1385"/>
                    <a:pt x="18213" y="1385"/>
                  </a:cubicBezTo>
                  <a:lnTo>
                    <a:pt x="7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73">
              <a:extLst>
                <a:ext uri="{FF2B5EF4-FFF2-40B4-BE49-F238E27FC236}">
                  <a16:creationId xmlns:a16="http://schemas.microsoft.com/office/drawing/2014/main" id="{49074859-BB5C-10FD-2A98-69DBF72D4829}"/>
                </a:ext>
              </a:extLst>
            </p:cNvPr>
            <p:cNvSpPr/>
            <p:nvPr/>
          </p:nvSpPr>
          <p:spPr>
            <a:xfrm flipH="1">
              <a:off x="-2678282" y="2532123"/>
              <a:ext cx="2390186" cy="1350234"/>
            </a:xfrm>
            <a:custGeom>
              <a:avLst/>
              <a:gdLst/>
              <a:ahLst/>
              <a:cxnLst/>
              <a:rect l="l" t="t" r="r" b="b"/>
              <a:pathLst>
                <a:path w="19497" h="11014" extrusionOk="0">
                  <a:moveTo>
                    <a:pt x="7524" y="60"/>
                  </a:moveTo>
                  <a:lnTo>
                    <a:pt x="18151" y="1444"/>
                  </a:lnTo>
                  <a:lnTo>
                    <a:pt x="18174" y="1444"/>
                  </a:lnTo>
                  <a:cubicBezTo>
                    <a:pt x="19278" y="1444"/>
                    <a:pt x="19421" y="2083"/>
                    <a:pt x="19434" y="2142"/>
                  </a:cubicBezTo>
                  <a:cubicBezTo>
                    <a:pt x="19421" y="2286"/>
                    <a:pt x="19095" y="5990"/>
                    <a:pt x="19000" y="6839"/>
                  </a:cubicBezTo>
                  <a:cubicBezTo>
                    <a:pt x="18905" y="7684"/>
                    <a:pt x="18507" y="8060"/>
                    <a:pt x="18308" y="8138"/>
                  </a:cubicBezTo>
                  <a:cubicBezTo>
                    <a:pt x="18279" y="8148"/>
                    <a:pt x="18142" y="8203"/>
                    <a:pt x="17916" y="8301"/>
                  </a:cubicBezTo>
                  <a:cubicBezTo>
                    <a:pt x="13735" y="10061"/>
                    <a:pt x="11463" y="10952"/>
                    <a:pt x="11170" y="10952"/>
                  </a:cubicBezTo>
                  <a:lnTo>
                    <a:pt x="11166" y="10952"/>
                  </a:lnTo>
                  <a:cubicBezTo>
                    <a:pt x="10693" y="10932"/>
                    <a:pt x="9450" y="10642"/>
                    <a:pt x="9437" y="10638"/>
                  </a:cubicBezTo>
                  <a:cubicBezTo>
                    <a:pt x="9378" y="10625"/>
                    <a:pt x="3662" y="9254"/>
                    <a:pt x="1812" y="9003"/>
                  </a:cubicBezTo>
                  <a:cubicBezTo>
                    <a:pt x="1051" y="8899"/>
                    <a:pt x="526" y="8471"/>
                    <a:pt x="248" y="7733"/>
                  </a:cubicBezTo>
                  <a:cubicBezTo>
                    <a:pt x="121" y="7384"/>
                    <a:pt x="59" y="7015"/>
                    <a:pt x="62" y="6643"/>
                  </a:cubicBezTo>
                  <a:lnTo>
                    <a:pt x="304" y="938"/>
                  </a:lnTo>
                  <a:cubicBezTo>
                    <a:pt x="385" y="768"/>
                    <a:pt x="637" y="618"/>
                    <a:pt x="1048" y="484"/>
                  </a:cubicBezTo>
                  <a:cubicBezTo>
                    <a:pt x="1231" y="422"/>
                    <a:pt x="5363" y="180"/>
                    <a:pt x="7524" y="60"/>
                  </a:cubicBezTo>
                  <a:close/>
                  <a:moveTo>
                    <a:pt x="7524" y="1"/>
                  </a:moveTo>
                  <a:cubicBezTo>
                    <a:pt x="7269" y="14"/>
                    <a:pt x="1270" y="347"/>
                    <a:pt x="1032" y="425"/>
                  </a:cubicBezTo>
                  <a:cubicBezTo>
                    <a:pt x="597" y="565"/>
                    <a:pt x="336" y="732"/>
                    <a:pt x="248" y="918"/>
                  </a:cubicBezTo>
                  <a:cubicBezTo>
                    <a:pt x="248" y="921"/>
                    <a:pt x="248" y="925"/>
                    <a:pt x="248" y="931"/>
                  </a:cubicBezTo>
                  <a:lnTo>
                    <a:pt x="3" y="6643"/>
                  </a:lnTo>
                  <a:cubicBezTo>
                    <a:pt x="0" y="7022"/>
                    <a:pt x="62" y="7397"/>
                    <a:pt x="193" y="7753"/>
                  </a:cubicBezTo>
                  <a:cubicBezTo>
                    <a:pt x="389" y="8278"/>
                    <a:pt x="826" y="8931"/>
                    <a:pt x="1805" y="9065"/>
                  </a:cubicBezTo>
                  <a:cubicBezTo>
                    <a:pt x="3653" y="9316"/>
                    <a:pt x="9365" y="10684"/>
                    <a:pt x="9423" y="10700"/>
                  </a:cubicBezTo>
                  <a:cubicBezTo>
                    <a:pt x="9476" y="10710"/>
                    <a:pt x="10687" y="10994"/>
                    <a:pt x="11163" y="11014"/>
                  </a:cubicBezTo>
                  <a:lnTo>
                    <a:pt x="11170" y="11014"/>
                  </a:lnTo>
                  <a:cubicBezTo>
                    <a:pt x="11477" y="11014"/>
                    <a:pt x="13693" y="10145"/>
                    <a:pt x="17943" y="8357"/>
                  </a:cubicBezTo>
                  <a:cubicBezTo>
                    <a:pt x="18161" y="8265"/>
                    <a:pt x="18305" y="8203"/>
                    <a:pt x="18331" y="8194"/>
                  </a:cubicBezTo>
                  <a:cubicBezTo>
                    <a:pt x="18543" y="8109"/>
                    <a:pt x="18967" y="7720"/>
                    <a:pt x="19062" y="6845"/>
                  </a:cubicBezTo>
                  <a:cubicBezTo>
                    <a:pt x="19157" y="5984"/>
                    <a:pt x="19493" y="2181"/>
                    <a:pt x="19496" y="2142"/>
                  </a:cubicBezTo>
                  <a:cubicBezTo>
                    <a:pt x="19496" y="2142"/>
                    <a:pt x="19496" y="2139"/>
                    <a:pt x="19496" y="2135"/>
                  </a:cubicBezTo>
                  <a:cubicBezTo>
                    <a:pt x="19493" y="2129"/>
                    <a:pt x="19366" y="1385"/>
                    <a:pt x="18174" y="1385"/>
                  </a:cubicBezTo>
                  <a:lnTo>
                    <a:pt x="18158" y="1385"/>
                  </a:lnTo>
                  <a:lnTo>
                    <a:pt x="75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73">
              <a:extLst>
                <a:ext uri="{FF2B5EF4-FFF2-40B4-BE49-F238E27FC236}">
                  <a16:creationId xmlns:a16="http://schemas.microsoft.com/office/drawing/2014/main" id="{D8B73215-06EE-57C7-E00A-4576A0D86DEC}"/>
                </a:ext>
              </a:extLst>
            </p:cNvPr>
            <p:cNvSpPr/>
            <p:nvPr/>
          </p:nvSpPr>
          <p:spPr>
            <a:xfrm flipH="1">
              <a:off x="-2508982" y="2550144"/>
              <a:ext cx="2062864" cy="1072930"/>
            </a:xfrm>
            <a:custGeom>
              <a:avLst/>
              <a:gdLst/>
              <a:ahLst/>
              <a:cxnLst/>
              <a:rect l="l" t="t" r="r" b="b"/>
              <a:pathLst>
                <a:path w="16827" h="8752" extrusionOk="0">
                  <a:moveTo>
                    <a:pt x="7155" y="1"/>
                  </a:moveTo>
                  <a:lnTo>
                    <a:pt x="7586" y="59"/>
                  </a:lnTo>
                  <a:cubicBezTo>
                    <a:pt x="6032" y="216"/>
                    <a:pt x="748" y="813"/>
                    <a:pt x="572" y="836"/>
                  </a:cubicBezTo>
                  <a:cubicBezTo>
                    <a:pt x="0" y="905"/>
                    <a:pt x="53" y="6202"/>
                    <a:pt x="265" y="6620"/>
                  </a:cubicBezTo>
                  <a:cubicBezTo>
                    <a:pt x="480" y="7035"/>
                    <a:pt x="1287" y="7247"/>
                    <a:pt x="2063" y="7482"/>
                  </a:cubicBezTo>
                  <a:cubicBezTo>
                    <a:pt x="2843" y="7720"/>
                    <a:pt x="7958" y="8608"/>
                    <a:pt x="7958" y="8608"/>
                  </a:cubicBezTo>
                  <a:cubicBezTo>
                    <a:pt x="7958" y="8608"/>
                    <a:pt x="8266" y="8751"/>
                    <a:pt x="8611" y="8751"/>
                  </a:cubicBezTo>
                  <a:cubicBezTo>
                    <a:pt x="9031" y="8751"/>
                    <a:pt x="9507" y="8539"/>
                    <a:pt x="9548" y="7596"/>
                  </a:cubicBezTo>
                  <a:cubicBezTo>
                    <a:pt x="9620" y="5882"/>
                    <a:pt x="9629" y="2968"/>
                    <a:pt x="9825" y="2452"/>
                  </a:cubicBezTo>
                  <a:cubicBezTo>
                    <a:pt x="9871" y="2331"/>
                    <a:pt x="10168" y="1913"/>
                    <a:pt x="11336" y="1848"/>
                  </a:cubicBezTo>
                  <a:cubicBezTo>
                    <a:pt x="12218" y="1796"/>
                    <a:pt x="15235" y="1421"/>
                    <a:pt x="16652" y="1238"/>
                  </a:cubicBezTo>
                  <a:lnTo>
                    <a:pt x="16652" y="1238"/>
                  </a:lnTo>
                  <a:lnTo>
                    <a:pt x="16827" y="1261"/>
                  </a:lnTo>
                  <a:lnTo>
                    <a:pt x="16654" y="1238"/>
                  </a:lnTo>
                  <a:cubicBezTo>
                    <a:pt x="16653" y="1238"/>
                    <a:pt x="16653" y="1238"/>
                    <a:pt x="16652" y="1238"/>
                  </a:cubicBezTo>
                  <a:lnTo>
                    <a:pt x="16652" y="1238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73">
              <a:extLst>
                <a:ext uri="{FF2B5EF4-FFF2-40B4-BE49-F238E27FC236}">
                  <a16:creationId xmlns:a16="http://schemas.microsoft.com/office/drawing/2014/main" id="{123C581B-79E0-9187-7058-E12B3862F902}"/>
                </a:ext>
              </a:extLst>
            </p:cNvPr>
            <p:cNvSpPr/>
            <p:nvPr/>
          </p:nvSpPr>
          <p:spPr>
            <a:xfrm flipH="1">
              <a:off x="-2674237" y="2535801"/>
              <a:ext cx="2393373" cy="1342633"/>
            </a:xfrm>
            <a:custGeom>
              <a:avLst/>
              <a:gdLst/>
              <a:ahLst/>
              <a:cxnLst/>
              <a:rect l="l" t="t" r="r" b="b"/>
              <a:pathLst>
                <a:path w="19523" h="10952" extrusionOk="0">
                  <a:moveTo>
                    <a:pt x="7583" y="0"/>
                  </a:moveTo>
                  <a:cubicBezTo>
                    <a:pt x="7583" y="0"/>
                    <a:pt x="1492" y="382"/>
                    <a:pt x="1097" y="421"/>
                  </a:cubicBezTo>
                  <a:cubicBezTo>
                    <a:pt x="852" y="447"/>
                    <a:pt x="350" y="565"/>
                    <a:pt x="337" y="901"/>
                  </a:cubicBezTo>
                  <a:lnTo>
                    <a:pt x="92" y="6613"/>
                  </a:lnTo>
                  <a:cubicBezTo>
                    <a:pt x="92" y="6613"/>
                    <a:pt x="0" y="8748"/>
                    <a:pt x="1867" y="9002"/>
                  </a:cubicBezTo>
                  <a:cubicBezTo>
                    <a:pt x="3738" y="9257"/>
                    <a:pt x="9489" y="10638"/>
                    <a:pt x="9489" y="10638"/>
                  </a:cubicBezTo>
                  <a:cubicBezTo>
                    <a:pt x="9489" y="10638"/>
                    <a:pt x="10742" y="10931"/>
                    <a:pt x="11222" y="10951"/>
                  </a:cubicBezTo>
                  <a:cubicBezTo>
                    <a:pt x="11224" y="10951"/>
                    <a:pt x="11226" y="10951"/>
                    <a:pt x="11228" y="10951"/>
                  </a:cubicBezTo>
                  <a:cubicBezTo>
                    <a:pt x="11755" y="10951"/>
                    <a:pt x="18179" y="8212"/>
                    <a:pt x="18377" y="8131"/>
                  </a:cubicBezTo>
                  <a:cubicBezTo>
                    <a:pt x="18576" y="8053"/>
                    <a:pt x="18994" y="7677"/>
                    <a:pt x="19089" y="6809"/>
                  </a:cubicBezTo>
                  <a:cubicBezTo>
                    <a:pt x="19183" y="5937"/>
                    <a:pt x="19523" y="2109"/>
                    <a:pt x="19523" y="2109"/>
                  </a:cubicBezTo>
                  <a:cubicBezTo>
                    <a:pt x="19523" y="2109"/>
                    <a:pt x="19409" y="1384"/>
                    <a:pt x="18230" y="1384"/>
                  </a:cubicBezTo>
                  <a:cubicBezTo>
                    <a:pt x="18224" y="1384"/>
                    <a:pt x="18219" y="1384"/>
                    <a:pt x="18214" y="1384"/>
                  </a:cubicBezTo>
                  <a:lnTo>
                    <a:pt x="18002" y="1355"/>
                  </a:lnTo>
                  <a:cubicBezTo>
                    <a:pt x="16585" y="1538"/>
                    <a:pt x="13566" y="1913"/>
                    <a:pt x="12684" y="1965"/>
                  </a:cubicBezTo>
                  <a:cubicBezTo>
                    <a:pt x="11516" y="2030"/>
                    <a:pt x="11219" y="2448"/>
                    <a:pt x="11173" y="2569"/>
                  </a:cubicBezTo>
                  <a:cubicBezTo>
                    <a:pt x="10977" y="3085"/>
                    <a:pt x="10971" y="5996"/>
                    <a:pt x="10896" y="7713"/>
                  </a:cubicBezTo>
                  <a:cubicBezTo>
                    <a:pt x="10856" y="8656"/>
                    <a:pt x="10382" y="8868"/>
                    <a:pt x="9962" y="8868"/>
                  </a:cubicBezTo>
                  <a:cubicBezTo>
                    <a:pt x="9617" y="8868"/>
                    <a:pt x="9309" y="8725"/>
                    <a:pt x="9309" y="8725"/>
                  </a:cubicBezTo>
                  <a:cubicBezTo>
                    <a:pt x="9309" y="8725"/>
                    <a:pt x="4191" y="7837"/>
                    <a:pt x="3415" y="7599"/>
                  </a:cubicBezTo>
                  <a:cubicBezTo>
                    <a:pt x="2638" y="7364"/>
                    <a:pt x="1832" y="7152"/>
                    <a:pt x="1616" y="6737"/>
                  </a:cubicBezTo>
                  <a:cubicBezTo>
                    <a:pt x="1401" y="6319"/>
                    <a:pt x="1348" y="1025"/>
                    <a:pt x="1920" y="953"/>
                  </a:cubicBezTo>
                  <a:cubicBezTo>
                    <a:pt x="2096" y="930"/>
                    <a:pt x="7380" y="333"/>
                    <a:pt x="8934" y="176"/>
                  </a:cubicBezTo>
                  <a:lnTo>
                    <a:pt x="7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73">
              <a:extLst>
                <a:ext uri="{FF2B5EF4-FFF2-40B4-BE49-F238E27FC236}">
                  <a16:creationId xmlns:a16="http://schemas.microsoft.com/office/drawing/2014/main" id="{1E98E7D9-B27A-E432-20CE-7A382A418F04}"/>
                </a:ext>
              </a:extLst>
            </p:cNvPr>
            <p:cNvSpPr/>
            <p:nvPr/>
          </p:nvSpPr>
          <p:spPr>
            <a:xfrm flipH="1">
              <a:off x="-1376227" y="2535801"/>
              <a:ext cx="1054541" cy="128109"/>
            </a:xfrm>
            <a:custGeom>
              <a:avLst/>
              <a:gdLst/>
              <a:ahLst/>
              <a:cxnLst/>
              <a:rect l="l" t="t" r="r" b="b"/>
              <a:pathLst>
                <a:path w="8602" h="1045" extrusionOk="0">
                  <a:moveTo>
                    <a:pt x="1472" y="1045"/>
                  </a:moveTo>
                  <a:cubicBezTo>
                    <a:pt x="1508" y="989"/>
                    <a:pt x="1544" y="957"/>
                    <a:pt x="1587" y="953"/>
                  </a:cubicBezTo>
                  <a:cubicBezTo>
                    <a:pt x="1763" y="930"/>
                    <a:pt x="7047" y="333"/>
                    <a:pt x="8601" y="176"/>
                  </a:cubicBezTo>
                  <a:lnTo>
                    <a:pt x="7250" y="0"/>
                  </a:lnTo>
                  <a:cubicBezTo>
                    <a:pt x="7250" y="0"/>
                    <a:pt x="1159" y="382"/>
                    <a:pt x="764" y="421"/>
                  </a:cubicBezTo>
                  <a:cubicBezTo>
                    <a:pt x="516" y="447"/>
                    <a:pt x="13" y="565"/>
                    <a:pt x="0" y="901"/>
                  </a:cubicBezTo>
                  <a:lnTo>
                    <a:pt x="0" y="895"/>
                  </a:lnTo>
                  <a:cubicBezTo>
                    <a:pt x="477" y="1009"/>
                    <a:pt x="1064" y="1041"/>
                    <a:pt x="1472" y="104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73">
              <a:extLst>
                <a:ext uri="{FF2B5EF4-FFF2-40B4-BE49-F238E27FC236}">
                  <a16:creationId xmlns:a16="http://schemas.microsoft.com/office/drawing/2014/main" id="{AC516133-AE4B-F6CB-30B9-DB656272C14B}"/>
                </a:ext>
              </a:extLst>
            </p:cNvPr>
            <p:cNvSpPr/>
            <p:nvPr/>
          </p:nvSpPr>
          <p:spPr>
            <a:xfrm flipH="1">
              <a:off x="-2545392" y="2718219"/>
              <a:ext cx="898480" cy="178249"/>
            </a:xfrm>
            <a:custGeom>
              <a:avLst/>
              <a:gdLst/>
              <a:ahLst/>
              <a:cxnLst/>
              <a:rect l="l" t="t" r="r" b="b"/>
              <a:pathLst>
                <a:path w="7329" h="1454" extrusionOk="0">
                  <a:moveTo>
                    <a:pt x="1" y="1179"/>
                  </a:moveTo>
                  <a:cubicBezTo>
                    <a:pt x="7" y="1146"/>
                    <a:pt x="17" y="1114"/>
                    <a:pt x="27" y="1081"/>
                  </a:cubicBezTo>
                  <a:cubicBezTo>
                    <a:pt x="76" y="960"/>
                    <a:pt x="373" y="542"/>
                    <a:pt x="1538" y="477"/>
                  </a:cubicBezTo>
                  <a:cubicBezTo>
                    <a:pt x="2240" y="435"/>
                    <a:pt x="4293" y="190"/>
                    <a:pt x="5817" y="1"/>
                  </a:cubicBezTo>
                  <a:cubicBezTo>
                    <a:pt x="5817" y="1"/>
                    <a:pt x="7113" y="187"/>
                    <a:pt x="7221" y="480"/>
                  </a:cubicBezTo>
                  <a:cubicBezTo>
                    <a:pt x="7329" y="774"/>
                    <a:pt x="3435" y="1254"/>
                    <a:pt x="2005" y="1391"/>
                  </a:cubicBezTo>
                  <a:cubicBezTo>
                    <a:pt x="1382" y="1453"/>
                    <a:pt x="295" y="1274"/>
                    <a:pt x="1" y="117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73">
              <a:extLst>
                <a:ext uri="{FF2B5EF4-FFF2-40B4-BE49-F238E27FC236}">
                  <a16:creationId xmlns:a16="http://schemas.microsoft.com/office/drawing/2014/main" id="{7987CFE1-8247-4654-9938-814A6D843DC4}"/>
                </a:ext>
              </a:extLst>
            </p:cNvPr>
            <p:cNvSpPr/>
            <p:nvPr/>
          </p:nvSpPr>
          <p:spPr>
            <a:xfrm flipH="1">
              <a:off x="-2678650" y="2532123"/>
              <a:ext cx="2390554" cy="1350234"/>
            </a:xfrm>
            <a:custGeom>
              <a:avLst/>
              <a:gdLst/>
              <a:ahLst/>
              <a:cxnLst/>
              <a:rect l="l" t="t" r="r" b="b"/>
              <a:pathLst>
                <a:path w="19500" h="11014" extrusionOk="0">
                  <a:moveTo>
                    <a:pt x="7521" y="60"/>
                  </a:moveTo>
                  <a:lnTo>
                    <a:pt x="8611" y="203"/>
                  </a:lnTo>
                  <a:cubicBezTo>
                    <a:pt x="6819" y="392"/>
                    <a:pt x="2027" y="934"/>
                    <a:pt x="1857" y="954"/>
                  </a:cubicBezTo>
                  <a:cubicBezTo>
                    <a:pt x="1799" y="960"/>
                    <a:pt x="1746" y="1006"/>
                    <a:pt x="1701" y="1098"/>
                  </a:cubicBezTo>
                  <a:cubicBezTo>
                    <a:pt x="1430" y="1603"/>
                    <a:pt x="1384" y="3366"/>
                    <a:pt x="1374" y="4100"/>
                  </a:cubicBezTo>
                  <a:cubicBezTo>
                    <a:pt x="1365" y="5249"/>
                    <a:pt x="1417" y="6565"/>
                    <a:pt x="1528" y="6783"/>
                  </a:cubicBezTo>
                  <a:cubicBezTo>
                    <a:pt x="1730" y="7175"/>
                    <a:pt x="2416" y="7381"/>
                    <a:pt x="3140" y="7599"/>
                  </a:cubicBezTo>
                  <a:lnTo>
                    <a:pt x="3346" y="7658"/>
                  </a:lnTo>
                  <a:cubicBezTo>
                    <a:pt x="4106" y="7893"/>
                    <a:pt x="9074" y="8755"/>
                    <a:pt x="9241" y="8784"/>
                  </a:cubicBezTo>
                  <a:cubicBezTo>
                    <a:pt x="9280" y="8802"/>
                    <a:pt x="9573" y="8929"/>
                    <a:pt x="9902" y="8929"/>
                  </a:cubicBezTo>
                  <a:cubicBezTo>
                    <a:pt x="10067" y="8929"/>
                    <a:pt x="10241" y="8897"/>
                    <a:pt x="10396" y="8804"/>
                  </a:cubicBezTo>
                  <a:cubicBezTo>
                    <a:pt x="10687" y="8628"/>
                    <a:pt x="10843" y="8272"/>
                    <a:pt x="10866" y="7746"/>
                  </a:cubicBezTo>
                  <a:cubicBezTo>
                    <a:pt x="10886" y="7270"/>
                    <a:pt x="10902" y="6708"/>
                    <a:pt x="10918" y="6114"/>
                  </a:cubicBezTo>
                  <a:cubicBezTo>
                    <a:pt x="10958" y="4646"/>
                    <a:pt x="11003" y="2978"/>
                    <a:pt x="11140" y="2612"/>
                  </a:cubicBezTo>
                  <a:cubicBezTo>
                    <a:pt x="11150" y="2589"/>
                    <a:pt x="11352" y="2100"/>
                    <a:pt x="12625" y="2024"/>
                  </a:cubicBezTo>
                  <a:cubicBezTo>
                    <a:pt x="13520" y="1976"/>
                    <a:pt x="16637" y="1584"/>
                    <a:pt x="17943" y="1417"/>
                  </a:cubicBezTo>
                  <a:lnTo>
                    <a:pt x="18151" y="1444"/>
                  </a:lnTo>
                  <a:lnTo>
                    <a:pt x="18171" y="1444"/>
                  </a:lnTo>
                  <a:cubicBezTo>
                    <a:pt x="19278" y="1444"/>
                    <a:pt x="19421" y="2083"/>
                    <a:pt x="19434" y="2142"/>
                  </a:cubicBezTo>
                  <a:cubicBezTo>
                    <a:pt x="19421" y="2286"/>
                    <a:pt x="19095" y="5990"/>
                    <a:pt x="19000" y="6839"/>
                  </a:cubicBezTo>
                  <a:cubicBezTo>
                    <a:pt x="18905" y="7684"/>
                    <a:pt x="18504" y="8060"/>
                    <a:pt x="18308" y="8138"/>
                  </a:cubicBezTo>
                  <a:cubicBezTo>
                    <a:pt x="18279" y="8148"/>
                    <a:pt x="18142" y="8203"/>
                    <a:pt x="17916" y="8301"/>
                  </a:cubicBezTo>
                  <a:cubicBezTo>
                    <a:pt x="13735" y="10061"/>
                    <a:pt x="11463" y="10952"/>
                    <a:pt x="11170" y="10952"/>
                  </a:cubicBezTo>
                  <a:lnTo>
                    <a:pt x="11163" y="10952"/>
                  </a:lnTo>
                  <a:cubicBezTo>
                    <a:pt x="10693" y="10932"/>
                    <a:pt x="9450" y="10642"/>
                    <a:pt x="9437" y="10638"/>
                  </a:cubicBezTo>
                  <a:cubicBezTo>
                    <a:pt x="9378" y="10625"/>
                    <a:pt x="3659" y="9254"/>
                    <a:pt x="1812" y="9003"/>
                  </a:cubicBezTo>
                  <a:cubicBezTo>
                    <a:pt x="1051" y="8899"/>
                    <a:pt x="526" y="8471"/>
                    <a:pt x="248" y="7733"/>
                  </a:cubicBezTo>
                  <a:cubicBezTo>
                    <a:pt x="121" y="7384"/>
                    <a:pt x="59" y="7015"/>
                    <a:pt x="62" y="6643"/>
                  </a:cubicBezTo>
                  <a:lnTo>
                    <a:pt x="307" y="931"/>
                  </a:lnTo>
                  <a:cubicBezTo>
                    <a:pt x="320" y="569"/>
                    <a:pt x="966" y="490"/>
                    <a:pt x="1041" y="484"/>
                  </a:cubicBezTo>
                  <a:cubicBezTo>
                    <a:pt x="1427" y="441"/>
                    <a:pt x="7357" y="69"/>
                    <a:pt x="7521" y="60"/>
                  </a:cubicBezTo>
                  <a:close/>
                  <a:moveTo>
                    <a:pt x="7524" y="1"/>
                  </a:moveTo>
                  <a:cubicBezTo>
                    <a:pt x="7462" y="4"/>
                    <a:pt x="1430" y="383"/>
                    <a:pt x="1038" y="425"/>
                  </a:cubicBezTo>
                  <a:cubicBezTo>
                    <a:pt x="908" y="438"/>
                    <a:pt x="265" y="526"/>
                    <a:pt x="248" y="931"/>
                  </a:cubicBezTo>
                  <a:lnTo>
                    <a:pt x="3" y="6643"/>
                  </a:lnTo>
                  <a:cubicBezTo>
                    <a:pt x="0" y="7022"/>
                    <a:pt x="62" y="7397"/>
                    <a:pt x="193" y="7753"/>
                  </a:cubicBezTo>
                  <a:cubicBezTo>
                    <a:pt x="389" y="8278"/>
                    <a:pt x="826" y="8931"/>
                    <a:pt x="1805" y="9065"/>
                  </a:cubicBezTo>
                  <a:cubicBezTo>
                    <a:pt x="3653" y="9316"/>
                    <a:pt x="9365" y="10684"/>
                    <a:pt x="9423" y="10700"/>
                  </a:cubicBezTo>
                  <a:cubicBezTo>
                    <a:pt x="9476" y="10710"/>
                    <a:pt x="10687" y="10994"/>
                    <a:pt x="11163" y="11014"/>
                  </a:cubicBezTo>
                  <a:lnTo>
                    <a:pt x="11170" y="11014"/>
                  </a:lnTo>
                  <a:cubicBezTo>
                    <a:pt x="11477" y="11014"/>
                    <a:pt x="13693" y="10145"/>
                    <a:pt x="17946" y="8353"/>
                  </a:cubicBezTo>
                  <a:cubicBezTo>
                    <a:pt x="18165" y="8262"/>
                    <a:pt x="18308" y="8203"/>
                    <a:pt x="18334" y="8190"/>
                  </a:cubicBezTo>
                  <a:cubicBezTo>
                    <a:pt x="18546" y="8109"/>
                    <a:pt x="18971" y="7720"/>
                    <a:pt x="19065" y="6842"/>
                  </a:cubicBezTo>
                  <a:cubicBezTo>
                    <a:pt x="19160" y="5984"/>
                    <a:pt x="19496" y="2181"/>
                    <a:pt x="19500" y="2142"/>
                  </a:cubicBezTo>
                  <a:cubicBezTo>
                    <a:pt x="19500" y="2139"/>
                    <a:pt x="19500" y="2135"/>
                    <a:pt x="19500" y="2135"/>
                  </a:cubicBezTo>
                  <a:cubicBezTo>
                    <a:pt x="19496" y="2126"/>
                    <a:pt x="19369" y="1381"/>
                    <a:pt x="18178" y="1381"/>
                  </a:cubicBezTo>
                  <a:lnTo>
                    <a:pt x="18161" y="1381"/>
                  </a:lnTo>
                  <a:lnTo>
                    <a:pt x="17949" y="1355"/>
                  </a:lnTo>
                  <a:lnTo>
                    <a:pt x="17943" y="1355"/>
                  </a:lnTo>
                  <a:cubicBezTo>
                    <a:pt x="16643" y="1522"/>
                    <a:pt x="13520" y="1910"/>
                    <a:pt x="12629" y="1962"/>
                  </a:cubicBezTo>
                  <a:cubicBezTo>
                    <a:pt x="11336" y="2038"/>
                    <a:pt x="11111" y="2530"/>
                    <a:pt x="11088" y="2589"/>
                  </a:cubicBezTo>
                  <a:cubicBezTo>
                    <a:pt x="10944" y="2965"/>
                    <a:pt x="10902" y="4564"/>
                    <a:pt x="10863" y="6111"/>
                  </a:cubicBezTo>
                  <a:cubicBezTo>
                    <a:pt x="10847" y="6705"/>
                    <a:pt x="10830" y="7267"/>
                    <a:pt x="10811" y="7743"/>
                  </a:cubicBezTo>
                  <a:cubicBezTo>
                    <a:pt x="10788" y="8246"/>
                    <a:pt x="10641" y="8585"/>
                    <a:pt x="10367" y="8752"/>
                  </a:cubicBezTo>
                  <a:cubicBezTo>
                    <a:pt x="10226" y="8837"/>
                    <a:pt x="10065" y="8866"/>
                    <a:pt x="9911" y="8866"/>
                  </a:cubicBezTo>
                  <a:cubicBezTo>
                    <a:pt x="9576" y="8866"/>
                    <a:pt x="9271" y="8728"/>
                    <a:pt x="9267" y="8726"/>
                  </a:cubicBezTo>
                  <a:lnTo>
                    <a:pt x="9260" y="8726"/>
                  </a:lnTo>
                  <a:cubicBezTo>
                    <a:pt x="9208" y="8716"/>
                    <a:pt x="4132" y="7834"/>
                    <a:pt x="3369" y="7599"/>
                  </a:cubicBezTo>
                  <a:lnTo>
                    <a:pt x="3163" y="7537"/>
                  </a:lnTo>
                  <a:cubicBezTo>
                    <a:pt x="2451" y="7325"/>
                    <a:pt x="1779" y="7120"/>
                    <a:pt x="1587" y="6754"/>
                  </a:cubicBezTo>
                  <a:cubicBezTo>
                    <a:pt x="1495" y="6571"/>
                    <a:pt x="1427" y="5380"/>
                    <a:pt x="1443" y="4100"/>
                  </a:cubicBezTo>
                  <a:cubicBezTo>
                    <a:pt x="1459" y="2579"/>
                    <a:pt x="1577" y="1466"/>
                    <a:pt x="1759" y="1124"/>
                  </a:cubicBezTo>
                  <a:cubicBezTo>
                    <a:pt x="1795" y="1055"/>
                    <a:pt x="1831" y="1016"/>
                    <a:pt x="1867" y="1013"/>
                  </a:cubicBezTo>
                  <a:cubicBezTo>
                    <a:pt x="2047" y="993"/>
                    <a:pt x="7354" y="392"/>
                    <a:pt x="8882" y="236"/>
                  </a:cubicBezTo>
                  <a:cubicBezTo>
                    <a:pt x="8924" y="236"/>
                    <a:pt x="8924" y="177"/>
                    <a:pt x="8882" y="177"/>
                  </a:cubicBezTo>
                  <a:lnTo>
                    <a:pt x="75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73">
              <a:extLst>
                <a:ext uri="{FF2B5EF4-FFF2-40B4-BE49-F238E27FC236}">
                  <a16:creationId xmlns:a16="http://schemas.microsoft.com/office/drawing/2014/main" id="{2F3B02AB-BD6A-8A25-FC28-3D034A26714A}"/>
                </a:ext>
              </a:extLst>
            </p:cNvPr>
            <p:cNvSpPr/>
            <p:nvPr/>
          </p:nvSpPr>
          <p:spPr>
            <a:xfrm flipH="1">
              <a:off x="-2552993" y="2132717"/>
              <a:ext cx="1403439" cy="782876"/>
            </a:xfrm>
            <a:custGeom>
              <a:avLst/>
              <a:gdLst/>
              <a:ahLst/>
              <a:cxnLst/>
              <a:rect l="l" t="t" r="r" b="b"/>
              <a:pathLst>
                <a:path w="11448" h="6386" extrusionOk="0">
                  <a:moveTo>
                    <a:pt x="2050" y="0"/>
                  </a:moveTo>
                  <a:cubicBezTo>
                    <a:pt x="2031" y="0"/>
                    <a:pt x="2015" y="1"/>
                    <a:pt x="2002" y="1"/>
                  </a:cubicBezTo>
                  <a:cubicBezTo>
                    <a:pt x="1358" y="31"/>
                    <a:pt x="1" y="5974"/>
                    <a:pt x="1" y="5974"/>
                  </a:cubicBezTo>
                  <a:cubicBezTo>
                    <a:pt x="1750" y="6020"/>
                    <a:pt x="3098" y="6206"/>
                    <a:pt x="4032" y="6386"/>
                  </a:cubicBezTo>
                  <a:cubicBezTo>
                    <a:pt x="4051" y="6079"/>
                    <a:pt x="4071" y="5883"/>
                    <a:pt x="4087" y="5857"/>
                  </a:cubicBezTo>
                  <a:cubicBezTo>
                    <a:pt x="4149" y="5743"/>
                    <a:pt x="4430" y="5318"/>
                    <a:pt x="5595" y="5253"/>
                  </a:cubicBezTo>
                  <a:cubicBezTo>
                    <a:pt x="6480" y="5201"/>
                    <a:pt x="9499" y="4826"/>
                    <a:pt x="10912" y="4643"/>
                  </a:cubicBezTo>
                  <a:lnTo>
                    <a:pt x="10948" y="4649"/>
                  </a:lnTo>
                  <a:lnTo>
                    <a:pt x="10981" y="4636"/>
                  </a:lnTo>
                  <a:cubicBezTo>
                    <a:pt x="10981" y="4636"/>
                    <a:pt x="11216" y="2551"/>
                    <a:pt x="11330" y="1885"/>
                  </a:cubicBezTo>
                  <a:cubicBezTo>
                    <a:pt x="11448" y="1219"/>
                    <a:pt x="11196" y="974"/>
                    <a:pt x="10155" y="814"/>
                  </a:cubicBezTo>
                  <a:cubicBezTo>
                    <a:pt x="9133" y="657"/>
                    <a:pt x="2917" y="0"/>
                    <a:pt x="20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73">
              <a:extLst>
                <a:ext uri="{FF2B5EF4-FFF2-40B4-BE49-F238E27FC236}">
                  <a16:creationId xmlns:a16="http://schemas.microsoft.com/office/drawing/2014/main" id="{80E0C30B-614E-811B-9F1D-CBC290C80B30}"/>
                </a:ext>
              </a:extLst>
            </p:cNvPr>
            <p:cNvSpPr/>
            <p:nvPr/>
          </p:nvSpPr>
          <p:spPr>
            <a:xfrm flipH="1">
              <a:off x="-2552993" y="2129162"/>
              <a:ext cx="1403439" cy="786431"/>
            </a:xfrm>
            <a:custGeom>
              <a:avLst/>
              <a:gdLst/>
              <a:ahLst/>
              <a:cxnLst/>
              <a:rect l="l" t="t" r="r" b="b"/>
              <a:pathLst>
                <a:path w="11448" h="6415" extrusionOk="0">
                  <a:moveTo>
                    <a:pt x="4032" y="6415"/>
                  </a:moveTo>
                  <a:cubicBezTo>
                    <a:pt x="4051" y="6108"/>
                    <a:pt x="4071" y="5912"/>
                    <a:pt x="4087" y="5886"/>
                  </a:cubicBezTo>
                  <a:cubicBezTo>
                    <a:pt x="4149" y="5772"/>
                    <a:pt x="4430" y="5347"/>
                    <a:pt x="5595" y="5282"/>
                  </a:cubicBezTo>
                  <a:cubicBezTo>
                    <a:pt x="6480" y="5230"/>
                    <a:pt x="9499" y="4855"/>
                    <a:pt x="10912" y="4672"/>
                  </a:cubicBezTo>
                  <a:lnTo>
                    <a:pt x="10948" y="4678"/>
                  </a:lnTo>
                  <a:lnTo>
                    <a:pt x="10981" y="4665"/>
                  </a:lnTo>
                  <a:cubicBezTo>
                    <a:pt x="10981" y="4665"/>
                    <a:pt x="11216" y="2580"/>
                    <a:pt x="11330" y="1914"/>
                  </a:cubicBezTo>
                  <a:cubicBezTo>
                    <a:pt x="11448" y="1248"/>
                    <a:pt x="11196" y="1003"/>
                    <a:pt x="10155" y="843"/>
                  </a:cubicBezTo>
                  <a:cubicBezTo>
                    <a:pt x="9111" y="683"/>
                    <a:pt x="2648" y="1"/>
                    <a:pt x="2002" y="30"/>
                  </a:cubicBezTo>
                  <a:cubicBezTo>
                    <a:pt x="1358" y="60"/>
                    <a:pt x="1" y="6003"/>
                    <a:pt x="1" y="6003"/>
                  </a:cubicBezTo>
                  <a:cubicBezTo>
                    <a:pt x="1750" y="6049"/>
                    <a:pt x="3098" y="6235"/>
                    <a:pt x="4032" y="64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73">
              <a:extLst>
                <a:ext uri="{FF2B5EF4-FFF2-40B4-BE49-F238E27FC236}">
                  <a16:creationId xmlns:a16="http://schemas.microsoft.com/office/drawing/2014/main" id="{3536F995-D29C-84B9-EBE6-D1772B0C4789}"/>
                </a:ext>
              </a:extLst>
            </p:cNvPr>
            <p:cNvSpPr/>
            <p:nvPr/>
          </p:nvSpPr>
          <p:spPr>
            <a:xfrm flipH="1">
              <a:off x="-2548947" y="2129039"/>
              <a:ext cx="1403316" cy="790231"/>
            </a:xfrm>
            <a:custGeom>
              <a:avLst/>
              <a:gdLst/>
              <a:ahLst/>
              <a:cxnLst/>
              <a:rect l="l" t="t" r="r" b="b"/>
              <a:pathLst>
                <a:path w="11447" h="6446" extrusionOk="0">
                  <a:moveTo>
                    <a:pt x="2084" y="60"/>
                  </a:moveTo>
                  <a:cubicBezTo>
                    <a:pt x="2921" y="60"/>
                    <a:pt x="9117" y="710"/>
                    <a:pt x="10181" y="873"/>
                  </a:cubicBezTo>
                  <a:cubicBezTo>
                    <a:pt x="10804" y="971"/>
                    <a:pt x="11117" y="1092"/>
                    <a:pt x="11261" y="1291"/>
                  </a:cubicBezTo>
                  <a:cubicBezTo>
                    <a:pt x="11362" y="1432"/>
                    <a:pt x="11385" y="1624"/>
                    <a:pt x="11336" y="1908"/>
                  </a:cubicBezTo>
                  <a:cubicBezTo>
                    <a:pt x="11225" y="2535"/>
                    <a:pt x="11010" y="4438"/>
                    <a:pt x="10987" y="4643"/>
                  </a:cubicBezTo>
                  <a:lnTo>
                    <a:pt x="10980" y="4647"/>
                  </a:lnTo>
                  <a:lnTo>
                    <a:pt x="10951" y="4643"/>
                  </a:lnTo>
                  <a:lnTo>
                    <a:pt x="10941" y="4643"/>
                  </a:lnTo>
                  <a:cubicBezTo>
                    <a:pt x="9642" y="4810"/>
                    <a:pt x="6522" y="5202"/>
                    <a:pt x="5627" y="5250"/>
                  </a:cubicBezTo>
                  <a:cubicBezTo>
                    <a:pt x="4517" y="5316"/>
                    <a:pt x="4181" y="5707"/>
                    <a:pt x="4090" y="5874"/>
                  </a:cubicBezTo>
                  <a:cubicBezTo>
                    <a:pt x="4083" y="5887"/>
                    <a:pt x="4067" y="5913"/>
                    <a:pt x="4034" y="6377"/>
                  </a:cubicBezTo>
                  <a:cubicBezTo>
                    <a:pt x="2840" y="6151"/>
                    <a:pt x="1505" y="6018"/>
                    <a:pt x="72" y="5975"/>
                  </a:cubicBezTo>
                  <a:cubicBezTo>
                    <a:pt x="457" y="4304"/>
                    <a:pt x="1534" y="87"/>
                    <a:pt x="2037" y="61"/>
                  </a:cubicBezTo>
                  <a:cubicBezTo>
                    <a:pt x="2050" y="60"/>
                    <a:pt x="2065" y="60"/>
                    <a:pt x="2084" y="60"/>
                  </a:cubicBezTo>
                  <a:close/>
                  <a:moveTo>
                    <a:pt x="2081" y="1"/>
                  </a:moveTo>
                  <a:cubicBezTo>
                    <a:pt x="2062" y="1"/>
                    <a:pt x="2047" y="1"/>
                    <a:pt x="2034" y="2"/>
                  </a:cubicBezTo>
                  <a:cubicBezTo>
                    <a:pt x="1387" y="35"/>
                    <a:pt x="144" y="5388"/>
                    <a:pt x="3" y="6001"/>
                  </a:cubicBezTo>
                  <a:cubicBezTo>
                    <a:pt x="0" y="6018"/>
                    <a:pt x="13" y="6037"/>
                    <a:pt x="33" y="6037"/>
                  </a:cubicBezTo>
                  <a:cubicBezTo>
                    <a:pt x="1492" y="6076"/>
                    <a:pt x="2846" y="6213"/>
                    <a:pt x="4057" y="6445"/>
                  </a:cubicBezTo>
                  <a:lnTo>
                    <a:pt x="4064" y="6445"/>
                  </a:lnTo>
                  <a:cubicBezTo>
                    <a:pt x="4070" y="6445"/>
                    <a:pt x="4077" y="6442"/>
                    <a:pt x="4083" y="6439"/>
                  </a:cubicBezTo>
                  <a:cubicBezTo>
                    <a:pt x="4090" y="6435"/>
                    <a:pt x="4093" y="6426"/>
                    <a:pt x="4093" y="6416"/>
                  </a:cubicBezTo>
                  <a:cubicBezTo>
                    <a:pt x="4122" y="5988"/>
                    <a:pt x="4139" y="5916"/>
                    <a:pt x="4145" y="5903"/>
                  </a:cubicBezTo>
                  <a:cubicBezTo>
                    <a:pt x="4230" y="5747"/>
                    <a:pt x="4550" y="5375"/>
                    <a:pt x="5630" y="5312"/>
                  </a:cubicBezTo>
                  <a:cubicBezTo>
                    <a:pt x="6525" y="5264"/>
                    <a:pt x="9642" y="4872"/>
                    <a:pt x="10948" y="4705"/>
                  </a:cubicBezTo>
                  <a:lnTo>
                    <a:pt x="10980" y="4709"/>
                  </a:lnTo>
                  <a:cubicBezTo>
                    <a:pt x="10981" y="4710"/>
                    <a:pt x="10983" y="4710"/>
                    <a:pt x="10984" y="4710"/>
                  </a:cubicBezTo>
                  <a:cubicBezTo>
                    <a:pt x="10987" y="4710"/>
                    <a:pt x="10991" y="4709"/>
                    <a:pt x="10993" y="4709"/>
                  </a:cubicBezTo>
                  <a:lnTo>
                    <a:pt x="11026" y="4696"/>
                  </a:lnTo>
                  <a:cubicBezTo>
                    <a:pt x="11036" y="4692"/>
                    <a:pt x="11042" y="4683"/>
                    <a:pt x="11046" y="4669"/>
                  </a:cubicBezTo>
                  <a:cubicBezTo>
                    <a:pt x="11049" y="4650"/>
                    <a:pt x="11281" y="2577"/>
                    <a:pt x="11395" y="1921"/>
                  </a:cubicBezTo>
                  <a:cubicBezTo>
                    <a:pt x="11447" y="1618"/>
                    <a:pt x="11421" y="1412"/>
                    <a:pt x="11310" y="1259"/>
                  </a:cubicBezTo>
                  <a:cubicBezTo>
                    <a:pt x="11156" y="1043"/>
                    <a:pt x="10830" y="913"/>
                    <a:pt x="10190" y="815"/>
                  </a:cubicBezTo>
                  <a:cubicBezTo>
                    <a:pt x="9126" y="652"/>
                    <a:pt x="2922" y="1"/>
                    <a:pt x="20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73">
              <a:extLst>
                <a:ext uri="{FF2B5EF4-FFF2-40B4-BE49-F238E27FC236}">
                  <a16:creationId xmlns:a16="http://schemas.microsoft.com/office/drawing/2014/main" id="{2332DEC2-4A77-A8EE-5566-C1B05128703B}"/>
                </a:ext>
              </a:extLst>
            </p:cNvPr>
            <p:cNvSpPr/>
            <p:nvPr/>
          </p:nvSpPr>
          <p:spPr>
            <a:xfrm flipH="1">
              <a:off x="-2552993" y="2132717"/>
              <a:ext cx="1169287" cy="585257"/>
            </a:xfrm>
            <a:custGeom>
              <a:avLst/>
              <a:gdLst/>
              <a:ahLst/>
              <a:cxnLst/>
              <a:rect l="l" t="t" r="r" b="b"/>
              <a:pathLst>
                <a:path w="9538" h="4774" extrusionOk="0">
                  <a:moveTo>
                    <a:pt x="143" y="0"/>
                  </a:moveTo>
                  <a:cubicBezTo>
                    <a:pt x="124" y="0"/>
                    <a:pt x="108" y="1"/>
                    <a:pt x="95" y="1"/>
                  </a:cubicBezTo>
                  <a:cubicBezTo>
                    <a:pt x="59" y="5"/>
                    <a:pt x="26" y="18"/>
                    <a:pt x="0" y="44"/>
                  </a:cubicBezTo>
                  <a:cubicBezTo>
                    <a:pt x="2024" y="213"/>
                    <a:pt x="6306" y="687"/>
                    <a:pt x="7139" y="821"/>
                  </a:cubicBezTo>
                  <a:cubicBezTo>
                    <a:pt x="8180" y="987"/>
                    <a:pt x="8431" y="1245"/>
                    <a:pt x="8314" y="1947"/>
                  </a:cubicBezTo>
                  <a:cubicBezTo>
                    <a:pt x="8209" y="2570"/>
                    <a:pt x="8007" y="4382"/>
                    <a:pt x="7964" y="4773"/>
                  </a:cubicBezTo>
                  <a:cubicBezTo>
                    <a:pt x="8356" y="4724"/>
                    <a:pt x="8715" y="4679"/>
                    <a:pt x="9006" y="4643"/>
                  </a:cubicBezTo>
                  <a:lnTo>
                    <a:pt x="9041" y="4649"/>
                  </a:lnTo>
                  <a:lnTo>
                    <a:pt x="9074" y="4636"/>
                  </a:lnTo>
                  <a:cubicBezTo>
                    <a:pt x="9074" y="4636"/>
                    <a:pt x="9306" y="2547"/>
                    <a:pt x="9423" y="1881"/>
                  </a:cubicBezTo>
                  <a:cubicBezTo>
                    <a:pt x="9538" y="1219"/>
                    <a:pt x="9286" y="974"/>
                    <a:pt x="8245" y="814"/>
                  </a:cubicBezTo>
                  <a:cubicBezTo>
                    <a:pt x="7226" y="657"/>
                    <a:pt x="1007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73">
              <a:extLst>
                <a:ext uri="{FF2B5EF4-FFF2-40B4-BE49-F238E27FC236}">
                  <a16:creationId xmlns:a16="http://schemas.microsoft.com/office/drawing/2014/main" id="{4A0D106D-984B-653B-A210-FDBB39E163B8}"/>
                </a:ext>
              </a:extLst>
            </p:cNvPr>
            <p:cNvSpPr/>
            <p:nvPr/>
          </p:nvSpPr>
          <p:spPr>
            <a:xfrm flipH="1">
              <a:off x="-2548947" y="2129039"/>
              <a:ext cx="1170513" cy="592857"/>
            </a:xfrm>
            <a:custGeom>
              <a:avLst/>
              <a:gdLst/>
              <a:ahLst/>
              <a:cxnLst/>
              <a:rect l="l" t="t" r="r" b="b"/>
              <a:pathLst>
                <a:path w="9548" h="4836" extrusionOk="0">
                  <a:moveTo>
                    <a:pt x="345" y="66"/>
                  </a:moveTo>
                  <a:cubicBezTo>
                    <a:pt x="1612" y="121"/>
                    <a:pt x="7268" y="720"/>
                    <a:pt x="8282" y="873"/>
                  </a:cubicBezTo>
                  <a:cubicBezTo>
                    <a:pt x="8905" y="968"/>
                    <a:pt x="9218" y="1092"/>
                    <a:pt x="9362" y="1291"/>
                  </a:cubicBezTo>
                  <a:cubicBezTo>
                    <a:pt x="9463" y="1432"/>
                    <a:pt x="9486" y="1621"/>
                    <a:pt x="9437" y="1908"/>
                  </a:cubicBezTo>
                  <a:cubicBezTo>
                    <a:pt x="9326" y="2532"/>
                    <a:pt x="9111" y="4434"/>
                    <a:pt x="9088" y="4643"/>
                  </a:cubicBezTo>
                  <a:lnTo>
                    <a:pt x="9081" y="4647"/>
                  </a:lnTo>
                  <a:lnTo>
                    <a:pt x="9052" y="4643"/>
                  </a:lnTo>
                  <a:lnTo>
                    <a:pt x="9042" y="4643"/>
                  </a:lnTo>
                  <a:cubicBezTo>
                    <a:pt x="8761" y="4679"/>
                    <a:pt x="8419" y="4722"/>
                    <a:pt x="8043" y="4767"/>
                  </a:cubicBezTo>
                  <a:cubicBezTo>
                    <a:pt x="8092" y="4330"/>
                    <a:pt x="8285" y="2590"/>
                    <a:pt x="8386" y="1980"/>
                  </a:cubicBezTo>
                  <a:cubicBezTo>
                    <a:pt x="8441" y="1657"/>
                    <a:pt x="8412" y="1435"/>
                    <a:pt x="8295" y="1272"/>
                  </a:cubicBezTo>
                  <a:cubicBezTo>
                    <a:pt x="8138" y="1053"/>
                    <a:pt x="7815" y="922"/>
                    <a:pt x="7185" y="821"/>
                  </a:cubicBezTo>
                  <a:cubicBezTo>
                    <a:pt x="6374" y="692"/>
                    <a:pt x="2457" y="256"/>
                    <a:pt x="345" y="66"/>
                  </a:cubicBezTo>
                  <a:close/>
                  <a:moveTo>
                    <a:pt x="182" y="1"/>
                  </a:moveTo>
                  <a:cubicBezTo>
                    <a:pt x="163" y="1"/>
                    <a:pt x="148" y="1"/>
                    <a:pt x="135" y="2"/>
                  </a:cubicBezTo>
                  <a:cubicBezTo>
                    <a:pt x="92" y="5"/>
                    <a:pt x="53" y="22"/>
                    <a:pt x="24" y="51"/>
                  </a:cubicBezTo>
                  <a:cubicBezTo>
                    <a:pt x="1" y="67"/>
                    <a:pt x="10" y="103"/>
                    <a:pt x="40" y="103"/>
                  </a:cubicBezTo>
                  <a:cubicBezTo>
                    <a:pt x="2057" y="273"/>
                    <a:pt x="6323" y="746"/>
                    <a:pt x="7175" y="883"/>
                  </a:cubicBezTo>
                  <a:cubicBezTo>
                    <a:pt x="7785" y="981"/>
                    <a:pt x="8095" y="1105"/>
                    <a:pt x="8246" y="1311"/>
                  </a:cubicBezTo>
                  <a:cubicBezTo>
                    <a:pt x="8353" y="1461"/>
                    <a:pt x="8376" y="1663"/>
                    <a:pt x="8327" y="1973"/>
                  </a:cubicBezTo>
                  <a:cubicBezTo>
                    <a:pt x="8223" y="2600"/>
                    <a:pt x="8017" y="4441"/>
                    <a:pt x="7978" y="4803"/>
                  </a:cubicBezTo>
                  <a:cubicBezTo>
                    <a:pt x="7978" y="4810"/>
                    <a:pt x="7981" y="4820"/>
                    <a:pt x="7988" y="4826"/>
                  </a:cubicBezTo>
                  <a:cubicBezTo>
                    <a:pt x="7991" y="4833"/>
                    <a:pt x="8001" y="4836"/>
                    <a:pt x="8007" y="4836"/>
                  </a:cubicBezTo>
                  <a:lnTo>
                    <a:pt x="8011" y="4836"/>
                  </a:lnTo>
                  <a:cubicBezTo>
                    <a:pt x="8402" y="4787"/>
                    <a:pt x="8758" y="4741"/>
                    <a:pt x="9045" y="4705"/>
                  </a:cubicBezTo>
                  <a:lnTo>
                    <a:pt x="9078" y="4709"/>
                  </a:lnTo>
                  <a:lnTo>
                    <a:pt x="9094" y="4709"/>
                  </a:lnTo>
                  <a:lnTo>
                    <a:pt x="9127" y="4696"/>
                  </a:lnTo>
                  <a:cubicBezTo>
                    <a:pt x="9137" y="4692"/>
                    <a:pt x="9143" y="4683"/>
                    <a:pt x="9147" y="4669"/>
                  </a:cubicBezTo>
                  <a:cubicBezTo>
                    <a:pt x="9147" y="4650"/>
                    <a:pt x="9382" y="2577"/>
                    <a:pt x="9496" y="1918"/>
                  </a:cubicBezTo>
                  <a:cubicBezTo>
                    <a:pt x="9548" y="1618"/>
                    <a:pt x="9522" y="1412"/>
                    <a:pt x="9411" y="1259"/>
                  </a:cubicBezTo>
                  <a:cubicBezTo>
                    <a:pt x="9254" y="1040"/>
                    <a:pt x="8931" y="913"/>
                    <a:pt x="8291" y="815"/>
                  </a:cubicBezTo>
                  <a:cubicBezTo>
                    <a:pt x="7224" y="649"/>
                    <a:pt x="1024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73">
              <a:extLst>
                <a:ext uri="{FF2B5EF4-FFF2-40B4-BE49-F238E27FC236}">
                  <a16:creationId xmlns:a16="http://schemas.microsoft.com/office/drawing/2014/main" id="{5BF332FE-7744-E230-334E-1C9205D11313}"/>
                </a:ext>
              </a:extLst>
            </p:cNvPr>
            <p:cNvSpPr/>
            <p:nvPr/>
          </p:nvSpPr>
          <p:spPr>
            <a:xfrm flipH="1">
              <a:off x="-1643847" y="2865085"/>
              <a:ext cx="1228990" cy="757867"/>
            </a:xfrm>
            <a:custGeom>
              <a:avLst/>
              <a:gdLst/>
              <a:ahLst/>
              <a:cxnLst/>
              <a:rect l="l" t="t" r="r" b="b"/>
              <a:pathLst>
                <a:path w="10025" h="6182" extrusionOk="0">
                  <a:moveTo>
                    <a:pt x="5997" y="0"/>
                  </a:moveTo>
                  <a:cubicBezTo>
                    <a:pt x="5997" y="0"/>
                    <a:pt x="1545" y="428"/>
                    <a:pt x="536" y="1277"/>
                  </a:cubicBezTo>
                  <a:cubicBezTo>
                    <a:pt x="1" y="2324"/>
                    <a:pt x="223" y="3891"/>
                    <a:pt x="575" y="4169"/>
                  </a:cubicBezTo>
                  <a:cubicBezTo>
                    <a:pt x="944" y="4459"/>
                    <a:pt x="1545" y="4678"/>
                    <a:pt x="2322" y="4913"/>
                  </a:cubicBezTo>
                  <a:cubicBezTo>
                    <a:pt x="3098" y="5151"/>
                    <a:pt x="8216" y="6039"/>
                    <a:pt x="8216" y="6039"/>
                  </a:cubicBezTo>
                  <a:cubicBezTo>
                    <a:pt x="8216" y="6039"/>
                    <a:pt x="8524" y="6181"/>
                    <a:pt x="8868" y="6181"/>
                  </a:cubicBezTo>
                  <a:cubicBezTo>
                    <a:pt x="8940" y="6181"/>
                    <a:pt x="9015" y="6175"/>
                    <a:pt x="9088" y="6160"/>
                  </a:cubicBezTo>
                  <a:cubicBezTo>
                    <a:pt x="9166" y="6127"/>
                    <a:pt x="9245" y="6101"/>
                    <a:pt x="9323" y="6075"/>
                  </a:cubicBezTo>
                  <a:cubicBezTo>
                    <a:pt x="9574" y="5931"/>
                    <a:pt x="9777" y="5628"/>
                    <a:pt x="9803" y="5027"/>
                  </a:cubicBezTo>
                  <a:cubicBezTo>
                    <a:pt x="9858" y="3705"/>
                    <a:pt x="9956" y="1433"/>
                    <a:pt x="10025" y="408"/>
                  </a:cubicBezTo>
                  <a:cubicBezTo>
                    <a:pt x="9094" y="232"/>
                    <a:pt x="7743" y="46"/>
                    <a:pt x="5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73">
              <a:extLst>
                <a:ext uri="{FF2B5EF4-FFF2-40B4-BE49-F238E27FC236}">
                  <a16:creationId xmlns:a16="http://schemas.microsoft.com/office/drawing/2014/main" id="{893B6188-D591-6C1E-9585-CAB88EA7FF03}"/>
                </a:ext>
              </a:extLst>
            </p:cNvPr>
            <p:cNvSpPr/>
            <p:nvPr/>
          </p:nvSpPr>
          <p:spPr>
            <a:xfrm flipH="1">
              <a:off x="-1647892" y="2861529"/>
              <a:ext cx="1239042" cy="765100"/>
            </a:xfrm>
            <a:custGeom>
              <a:avLst/>
              <a:gdLst/>
              <a:ahLst/>
              <a:cxnLst/>
              <a:rect l="l" t="t" r="r" b="b"/>
              <a:pathLst>
                <a:path w="10107" h="6241" extrusionOk="0">
                  <a:moveTo>
                    <a:pt x="6043" y="59"/>
                  </a:moveTo>
                  <a:cubicBezTo>
                    <a:pt x="7492" y="98"/>
                    <a:pt x="8837" y="232"/>
                    <a:pt x="10041" y="460"/>
                  </a:cubicBezTo>
                  <a:cubicBezTo>
                    <a:pt x="9973" y="1502"/>
                    <a:pt x="9878" y="3721"/>
                    <a:pt x="9819" y="5053"/>
                  </a:cubicBezTo>
                  <a:cubicBezTo>
                    <a:pt x="9796" y="5569"/>
                    <a:pt x="9643" y="5911"/>
                    <a:pt x="9359" y="6074"/>
                  </a:cubicBezTo>
                  <a:cubicBezTo>
                    <a:pt x="9271" y="6101"/>
                    <a:pt x="9192" y="6130"/>
                    <a:pt x="9127" y="6159"/>
                  </a:cubicBezTo>
                  <a:cubicBezTo>
                    <a:pt x="9058" y="6174"/>
                    <a:pt x="8988" y="6180"/>
                    <a:pt x="8919" y="6180"/>
                  </a:cubicBezTo>
                  <a:cubicBezTo>
                    <a:pt x="8584" y="6180"/>
                    <a:pt x="8281" y="6039"/>
                    <a:pt x="8275" y="6039"/>
                  </a:cubicBezTo>
                  <a:cubicBezTo>
                    <a:pt x="8275" y="6039"/>
                    <a:pt x="8272" y="6039"/>
                    <a:pt x="8269" y="6035"/>
                  </a:cubicBezTo>
                  <a:cubicBezTo>
                    <a:pt x="8216" y="6029"/>
                    <a:pt x="3144" y="5147"/>
                    <a:pt x="2377" y="4912"/>
                  </a:cubicBezTo>
                  <a:cubicBezTo>
                    <a:pt x="1597" y="4674"/>
                    <a:pt x="1003" y="4459"/>
                    <a:pt x="644" y="4175"/>
                  </a:cubicBezTo>
                  <a:cubicBezTo>
                    <a:pt x="311" y="3914"/>
                    <a:pt x="76" y="2367"/>
                    <a:pt x="605" y="1325"/>
                  </a:cubicBezTo>
                  <a:cubicBezTo>
                    <a:pt x="1607" y="496"/>
                    <a:pt x="6003" y="65"/>
                    <a:pt x="6043" y="59"/>
                  </a:cubicBezTo>
                  <a:close/>
                  <a:moveTo>
                    <a:pt x="6043" y="0"/>
                  </a:moveTo>
                  <a:cubicBezTo>
                    <a:pt x="5860" y="16"/>
                    <a:pt x="1568" y="437"/>
                    <a:pt x="562" y="1283"/>
                  </a:cubicBezTo>
                  <a:cubicBezTo>
                    <a:pt x="559" y="1286"/>
                    <a:pt x="556" y="1286"/>
                    <a:pt x="556" y="1293"/>
                  </a:cubicBezTo>
                  <a:cubicBezTo>
                    <a:pt x="1" y="2380"/>
                    <a:pt x="252" y="3943"/>
                    <a:pt x="605" y="4224"/>
                  </a:cubicBezTo>
                  <a:cubicBezTo>
                    <a:pt x="970" y="4511"/>
                    <a:pt x="1571" y="4733"/>
                    <a:pt x="2358" y="4971"/>
                  </a:cubicBezTo>
                  <a:cubicBezTo>
                    <a:pt x="3121" y="5203"/>
                    <a:pt x="8086" y="6068"/>
                    <a:pt x="8252" y="6097"/>
                  </a:cubicBezTo>
                  <a:cubicBezTo>
                    <a:pt x="8461" y="6185"/>
                    <a:pt x="8687" y="6234"/>
                    <a:pt x="8915" y="6241"/>
                  </a:cubicBezTo>
                  <a:cubicBezTo>
                    <a:pt x="8990" y="6241"/>
                    <a:pt x="9068" y="6234"/>
                    <a:pt x="9143" y="6218"/>
                  </a:cubicBezTo>
                  <a:lnTo>
                    <a:pt x="9150" y="6215"/>
                  </a:lnTo>
                  <a:cubicBezTo>
                    <a:pt x="9212" y="6189"/>
                    <a:pt x="9290" y="6159"/>
                    <a:pt x="9378" y="6130"/>
                  </a:cubicBezTo>
                  <a:lnTo>
                    <a:pt x="9385" y="6127"/>
                  </a:lnTo>
                  <a:cubicBezTo>
                    <a:pt x="9692" y="5954"/>
                    <a:pt x="9858" y="5598"/>
                    <a:pt x="9881" y="5056"/>
                  </a:cubicBezTo>
                  <a:cubicBezTo>
                    <a:pt x="9937" y="3715"/>
                    <a:pt x="10035" y="1466"/>
                    <a:pt x="10103" y="441"/>
                  </a:cubicBezTo>
                  <a:cubicBezTo>
                    <a:pt x="10106" y="424"/>
                    <a:pt x="10093" y="411"/>
                    <a:pt x="10077" y="408"/>
                  </a:cubicBezTo>
                  <a:lnTo>
                    <a:pt x="10074" y="408"/>
                  </a:lnTo>
                  <a:cubicBezTo>
                    <a:pt x="8860" y="176"/>
                    <a:pt x="7505" y="39"/>
                    <a:pt x="6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73">
              <a:extLst>
                <a:ext uri="{FF2B5EF4-FFF2-40B4-BE49-F238E27FC236}">
                  <a16:creationId xmlns:a16="http://schemas.microsoft.com/office/drawing/2014/main" id="{357B6541-61A3-5090-5603-9BCFF71357AB}"/>
                </a:ext>
              </a:extLst>
            </p:cNvPr>
            <p:cNvSpPr/>
            <p:nvPr/>
          </p:nvSpPr>
          <p:spPr>
            <a:xfrm flipH="1">
              <a:off x="-1589538" y="3038798"/>
              <a:ext cx="1100635" cy="191980"/>
            </a:xfrm>
            <a:custGeom>
              <a:avLst/>
              <a:gdLst/>
              <a:ahLst/>
              <a:cxnLst/>
              <a:rect l="l" t="t" r="r" b="b"/>
              <a:pathLst>
                <a:path w="8978" h="1566" extrusionOk="0">
                  <a:moveTo>
                    <a:pt x="1" y="0"/>
                  </a:moveTo>
                  <a:cubicBezTo>
                    <a:pt x="1" y="0"/>
                    <a:pt x="2893" y="1172"/>
                    <a:pt x="5954" y="1433"/>
                  </a:cubicBezTo>
                  <a:cubicBezTo>
                    <a:pt x="7143" y="1534"/>
                    <a:pt x="7861" y="1565"/>
                    <a:pt x="8295" y="1565"/>
                  </a:cubicBezTo>
                  <a:cubicBezTo>
                    <a:pt x="8977" y="1565"/>
                    <a:pt x="8954" y="1488"/>
                    <a:pt x="8954" y="14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73">
              <a:extLst>
                <a:ext uri="{FF2B5EF4-FFF2-40B4-BE49-F238E27FC236}">
                  <a16:creationId xmlns:a16="http://schemas.microsoft.com/office/drawing/2014/main" id="{C51AE620-8F29-AB6A-854D-078B1EE90B76}"/>
                </a:ext>
              </a:extLst>
            </p:cNvPr>
            <p:cNvSpPr/>
            <p:nvPr/>
          </p:nvSpPr>
          <p:spPr>
            <a:xfrm flipH="1">
              <a:off x="-1590641" y="3035120"/>
              <a:ext cx="1103332" cy="199458"/>
            </a:xfrm>
            <a:custGeom>
              <a:avLst/>
              <a:gdLst/>
              <a:ahLst/>
              <a:cxnLst/>
              <a:rect l="l" t="t" r="r" b="b"/>
              <a:pathLst>
                <a:path w="9000" h="1627" extrusionOk="0">
                  <a:moveTo>
                    <a:pt x="27" y="1"/>
                  </a:moveTo>
                  <a:lnTo>
                    <a:pt x="1" y="59"/>
                  </a:lnTo>
                  <a:cubicBezTo>
                    <a:pt x="30" y="69"/>
                    <a:pt x="2935" y="1234"/>
                    <a:pt x="5964" y="1496"/>
                  </a:cubicBezTo>
                  <a:cubicBezTo>
                    <a:pt x="6992" y="1580"/>
                    <a:pt x="7789" y="1626"/>
                    <a:pt x="8308" y="1626"/>
                  </a:cubicBezTo>
                  <a:cubicBezTo>
                    <a:pt x="8709" y="1626"/>
                    <a:pt x="8944" y="1600"/>
                    <a:pt x="8987" y="1545"/>
                  </a:cubicBezTo>
                  <a:cubicBezTo>
                    <a:pt x="8996" y="1535"/>
                    <a:pt x="9000" y="1522"/>
                    <a:pt x="8996" y="1509"/>
                  </a:cubicBezTo>
                  <a:lnTo>
                    <a:pt x="8996" y="1509"/>
                  </a:lnTo>
                  <a:lnTo>
                    <a:pt x="8938" y="1528"/>
                  </a:lnTo>
                  <a:cubicBezTo>
                    <a:pt x="8934" y="1522"/>
                    <a:pt x="8934" y="1512"/>
                    <a:pt x="8938" y="1509"/>
                  </a:cubicBezTo>
                  <a:lnTo>
                    <a:pt x="8938" y="1509"/>
                  </a:lnTo>
                  <a:cubicBezTo>
                    <a:pt x="8928" y="1518"/>
                    <a:pt x="8854" y="1566"/>
                    <a:pt x="8315" y="1566"/>
                  </a:cubicBezTo>
                  <a:cubicBezTo>
                    <a:pt x="7889" y="1566"/>
                    <a:pt x="7173" y="1536"/>
                    <a:pt x="5971" y="1434"/>
                  </a:cubicBezTo>
                  <a:cubicBezTo>
                    <a:pt x="2948" y="1176"/>
                    <a:pt x="53" y="14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73">
              <a:extLst>
                <a:ext uri="{FF2B5EF4-FFF2-40B4-BE49-F238E27FC236}">
                  <a16:creationId xmlns:a16="http://schemas.microsoft.com/office/drawing/2014/main" id="{0BE1CC02-E94D-49DF-3CDC-2EB2B0310733}"/>
                </a:ext>
              </a:extLst>
            </p:cNvPr>
            <p:cNvSpPr/>
            <p:nvPr/>
          </p:nvSpPr>
          <p:spPr>
            <a:xfrm flipH="1">
              <a:off x="-2674237" y="2645399"/>
              <a:ext cx="2393373" cy="1233403"/>
            </a:xfrm>
            <a:custGeom>
              <a:avLst/>
              <a:gdLst/>
              <a:ahLst/>
              <a:cxnLst/>
              <a:rect l="l" t="t" r="r" b="b"/>
              <a:pathLst>
                <a:path w="19523" h="10061" extrusionOk="0">
                  <a:moveTo>
                    <a:pt x="337" y="1"/>
                  </a:moveTo>
                  <a:lnTo>
                    <a:pt x="337" y="7"/>
                  </a:lnTo>
                  <a:lnTo>
                    <a:pt x="92" y="5719"/>
                  </a:lnTo>
                  <a:cubicBezTo>
                    <a:pt x="92" y="5719"/>
                    <a:pt x="0" y="7857"/>
                    <a:pt x="1871" y="8112"/>
                  </a:cubicBezTo>
                  <a:cubicBezTo>
                    <a:pt x="3738" y="8363"/>
                    <a:pt x="9489" y="9744"/>
                    <a:pt x="9489" y="9744"/>
                  </a:cubicBezTo>
                  <a:cubicBezTo>
                    <a:pt x="9489" y="9744"/>
                    <a:pt x="10746" y="10037"/>
                    <a:pt x="11225" y="10060"/>
                  </a:cubicBezTo>
                  <a:cubicBezTo>
                    <a:pt x="11227" y="10060"/>
                    <a:pt x="11229" y="10060"/>
                    <a:pt x="11231" y="10060"/>
                  </a:cubicBezTo>
                  <a:cubicBezTo>
                    <a:pt x="11751" y="10060"/>
                    <a:pt x="18179" y="7318"/>
                    <a:pt x="18380" y="7240"/>
                  </a:cubicBezTo>
                  <a:cubicBezTo>
                    <a:pt x="18579" y="7162"/>
                    <a:pt x="18994" y="6786"/>
                    <a:pt x="19092" y="5915"/>
                  </a:cubicBezTo>
                  <a:cubicBezTo>
                    <a:pt x="19186" y="5047"/>
                    <a:pt x="19523" y="1215"/>
                    <a:pt x="19523" y="1215"/>
                  </a:cubicBezTo>
                  <a:cubicBezTo>
                    <a:pt x="19523" y="1215"/>
                    <a:pt x="19409" y="490"/>
                    <a:pt x="18230" y="490"/>
                  </a:cubicBezTo>
                  <a:cubicBezTo>
                    <a:pt x="18224" y="490"/>
                    <a:pt x="18219" y="490"/>
                    <a:pt x="18214" y="490"/>
                  </a:cubicBezTo>
                  <a:lnTo>
                    <a:pt x="18002" y="461"/>
                  </a:lnTo>
                  <a:cubicBezTo>
                    <a:pt x="17711" y="500"/>
                    <a:pt x="17352" y="542"/>
                    <a:pt x="16960" y="595"/>
                  </a:cubicBezTo>
                  <a:cubicBezTo>
                    <a:pt x="16960" y="595"/>
                    <a:pt x="18259" y="781"/>
                    <a:pt x="18367" y="1074"/>
                  </a:cubicBezTo>
                  <a:cubicBezTo>
                    <a:pt x="18475" y="1368"/>
                    <a:pt x="14581" y="1848"/>
                    <a:pt x="13148" y="1985"/>
                  </a:cubicBezTo>
                  <a:cubicBezTo>
                    <a:pt x="13060" y="1994"/>
                    <a:pt x="12963" y="1998"/>
                    <a:pt x="12861" y="1998"/>
                  </a:cubicBezTo>
                  <a:cubicBezTo>
                    <a:pt x="12231" y="1998"/>
                    <a:pt x="11387" y="1851"/>
                    <a:pt x="11137" y="1770"/>
                  </a:cubicBezTo>
                  <a:cubicBezTo>
                    <a:pt x="11101" y="2096"/>
                    <a:pt x="11069" y="2586"/>
                    <a:pt x="11043" y="3150"/>
                  </a:cubicBezTo>
                  <a:lnTo>
                    <a:pt x="11066" y="3167"/>
                  </a:lnTo>
                  <a:cubicBezTo>
                    <a:pt x="11052" y="3206"/>
                    <a:pt x="11007" y="4038"/>
                    <a:pt x="11007" y="4038"/>
                  </a:cubicBezTo>
                  <a:cubicBezTo>
                    <a:pt x="10971" y="4812"/>
                    <a:pt x="10919" y="6225"/>
                    <a:pt x="10893" y="6819"/>
                  </a:cubicBezTo>
                  <a:cubicBezTo>
                    <a:pt x="10893" y="6888"/>
                    <a:pt x="10886" y="6950"/>
                    <a:pt x="10879" y="7008"/>
                  </a:cubicBezTo>
                  <a:cubicBezTo>
                    <a:pt x="10876" y="7025"/>
                    <a:pt x="10873" y="7041"/>
                    <a:pt x="10873" y="7057"/>
                  </a:cubicBezTo>
                  <a:cubicBezTo>
                    <a:pt x="10866" y="7106"/>
                    <a:pt x="10857" y="7149"/>
                    <a:pt x="10847" y="7191"/>
                  </a:cubicBezTo>
                  <a:cubicBezTo>
                    <a:pt x="10847" y="7204"/>
                    <a:pt x="10844" y="7214"/>
                    <a:pt x="10840" y="7224"/>
                  </a:cubicBezTo>
                  <a:cubicBezTo>
                    <a:pt x="10830" y="7276"/>
                    <a:pt x="10814" y="7325"/>
                    <a:pt x="10801" y="7371"/>
                  </a:cubicBezTo>
                  <a:cubicBezTo>
                    <a:pt x="10798" y="7377"/>
                    <a:pt x="10795" y="7387"/>
                    <a:pt x="10791" y="7394"/>
                  </a:cubicBezTo>
                  <a:cubicBezTo>
                    <a:pt x="10778" y="7429"/>
                    <a:pt x="10762" y="7465"/>
                    <a:pt x="10746" y="7498"/>
                  </a:cubicBezTo>
                  <a:cubicBezTo>
                    <a:pt x="10742" y="7508"/>
                    <a:pt x="10739" y="7518"/>
                    <a:pt x="10733" y="7524"/>
                  </a:cubicBezTo>
                  <a:cubicBezTo>
                    <a:pt x="10697" y="7596"/>
                    <a:pt x="10651" y="7661"/>
                    <a:pt x="10599" y="7720"/>
                  </a:cubicBezTo>
                  <a:lnTo>
                    <a:pt x="10586" y="7733"/>
                  </a:lnTo>
                  <a:cubicBezTo>
                    <a:pt x="10563" y="7756"/>
                    <a:pt x="10537" y="7782"/>
                    <a:pt x="10511" y="7802"/>
                  </a:cubicBezTo>
                  <a:lnTo>
                    <a:pt x="10507" y="7805"/>
                  </a:lnTo>
                  <a:cubicBezTo>
                    <a:pt x="10409" y="7877"/>
                    <a:pt x="10302" y="7926"/>
                    <a:pt x="10181" y="7952"/>
                  </a:cubicBezTo>
                  <a:cubicBezTo>
                    <a:pt x="10108" y="7967"/>
                    <a:pt x="10034" y="7974"/>
                    <a:pt x="9961" y="7974"/>
                  </a:cubicBezTo>
                  <a:cubicBezTo>
                    <a:pt x="9669" y="7974"/>
                    <a:pt x="9402" y="7869"/>
                    <a:pt x="9329" y="7837"/>
                  </a:cubicBezTo>
                  <a:lnTo>
                    <a:pt x="9313" y="7831"/>
                  </a:lnTo>
                  <a:lnTo>
                    <a:pt x="9309" y="7831"/>
                  </a:lnTo>
                  <a:cubicBezTo>
                    <a:pt x="9309" y="7831"/>
                    <a:pt x="4191" y="6943"/>
                    <a:pt x="3415" y="6705"/>
                  </a:cubicBezTo>
                  <a:cubicBezTo>
                    <a:pt x="2765" y="6506"/>
                    <a:pt x="2096" y="6326"/>
                    <a:pt x="1766" y="6032"/>
                  </a:cubicBezTo>
                  <a:cubicBezTo>
                    <a:pt x="1734" y="6006"/>
                    <a:pt x="1701" y="5983"/>
                    <a:pt x="1668" y="5961"/>
                  </a:cubicBezTo>
                  <a:cubicBezTo>
                    <a:pt x="1358" y="5716"/>
                    <a:pt x="1149" y="4479"/>
                    <a:pt x="1466" y="3473"/>
                  </a:cubicBezTo>
                  <a:cubicBezTo>
                    <a:pt x="1466" y="2086"/>
                    <a:pt x="1561" y="542"/>
                    <a:pt x="1805" y="154"/>
                  </a:cubicBezTo>
                  <a:cubicBezTo>
                    <a:pt x="1397" y="147"/>
                    <a:pt x="810" y="118"/>
                    <a:pt x="337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73">
              <a:extLst>
                <a:ext uri="{FF2B5EF4-FFF2-40B4-BE49-F238E27FC236}">
                  <a16:creationId xmlns:a16="http://schemas.microsoft.com/office/drawing/2014/main" id="{C41C05E3-5E75-E490-3A97-B2DAAFFA549A}"/>
                </a:ext>
              </a:extLst>
            </p:cNvPr>
            <p:cNvSpPr/>
            <p:nvPr/>
          </p:nvSpPr>
          <p:spPr>
            <a:xfrm flipH="1">
              <a:off x="-1972395" y="3765404"/>
              <a:ext cx="215027" cy="83363"/>
            </a:xfrm>
            <a:custGeom>
              <a:avLst/>
              <a:gdLst/>
              <a:ahLst/>
              <a:cxnLst/>
              <a:rect l="l" t="t" r="r" b="b"/>
              <a:pathLst>
                <a:path w="1754" h="680" extrusionOk="0">
                  <a:moveTo>
                    <a:pt x="1754" y="1"/>
                  </a:moveTo>
                  <a:lnTo>
                    <a:pt x="1754" y="1"/>
                  </a:lnTo>
                  <a:cubicBezTo>
                    <a:pt x="1084" y="268"/>
                    <a:pt x="467" y="510"/>
                    <a:pt x="1" y="679"/>
                  </a:cubicBezTo>
                  <a:cubicBezTo>
                    <a:pt x="467" y="510"/>
                    <a:pt x="1084" y="271"/>
                    <a:pt x="1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73">
              <a:extLst>
                <a:ext uri="{FF2B5EF4-FFF2-40B4-BE49-F238E27FC236}">
                  <a16:creationId xmlns:a16="http://schemas.microsoft.com/office/drawing/2014/main" id="{80C5778F-C123-266B-C65E-FCF7B3F78535}"/>
                </a:ext>
              </a:extLst>
            </p:cNvPr>
            <p:cNvSpPr/>
            <p:nvPr/>
          </p:nvSpPr>
          <p:spPr>
            <a:xfrm flipH="1">
              <a:off x="-1976440" y="3761481"/>
              <a:ext cx="222996" cy="90841"/>
            </a:xfrm>
            <a:custGeom>
              <a:avLst/>
              <a:gdLst/>
              <a:ahLst/>
              <a:cxnLst/>
              <a:rect l="l" t="t" r="r" b="b"/>
              <a:pathLst>
                <a:path w="1819" h="741" extrusionOk="0">
                  <a:moveTo>
                    <a:pt x="1789" y="1"/>
                  </a:moveTo>
                  <a:cubicBezTo>
                    <a:pt x="1784" y="1"/>
                    <a:pt x="1780" y="1"/>
                    <a:pt x="1776" y="3"/>
                  </a:cubicBezTo>
                  <a:cubicBezTo>
                    <a:pt x="1035" y="300"/>
                    <a:pt x="447" y="529"/>
                    <a:pt x="23" y="682"/>
                  </a:cubicBezTo>
                  <a:cubicBezTo>
                    <a:pt x="10" y="685"/>
                    <a:pt x="0" y="695"/>
                    <a:pt x="0" y="708"/>
                  </a:cubicBezTo>
                  <a:cubicBezTo>
                    <a:pt x="0" y="728"/>
                    <a:pt x="16" y="741"/>
                    <a:pt x="33" y="741"/>
                  </a:cubicBezTo>
                  <a:cubicBezTo>
                    <a:pt x="36" y="741"/>
                    <a:pt x="39" y="741"/>
                    <a:pt x="46" y="738"/>
                  </a:cubicBezTo>
                  <a:cubicBezTo>
                    <a:pt x="470" y="584"/>
                    <a:pt x="1061" y="356"/>
                    <a:pt x="1799" y="62"/>
                  </a:cubicBezTo>
                  <a:cubicBezTo>
                    <a:pt x="1812" y="55"/>
                    <a:pt x="1818" y="46"/>
                    <a:pt x="1818" y="33"/>
                  </a:cubicBezTo>
                  <a:cubicBezTo>
                    <a:pt x="1818" y="29"/>
                    <a:pt x="1818" y="23"/>
                    <a:pt x="1818" y="19"/>
                  </a:cubicBezTo>
                  <a:cubicBezTo>
                    <a:pt x="1813" y="7"/>
                    <a:pt x="1801" y="1"/>
                    <a:pt x="1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73">
              <a:extLst>
                <a:ext uri="{FF2B5EF4-FFF2-40B4-BE49-F238E27FC236}">
                  <a16:creationId xmlns:a16="http://schemas.microsoft.com/office/drawing/2014/main" id="{7F4E6C13-E9F4-2C14-76E6-BC9C05900E93}"/>
                </a:ext>
              </a:extLst>
            </p:cNvPr>
            <p:cNvSpPr/>
            <p:nvPr/>
          </p:nvSpPr>
          <p:spPr>
            <a:xfrm flipH="1">
              <a:off x="-2010766" y="3749835"/>
              <a:ext cx="38494" cy="15692"/>
            </a:xfrm>
            <a:custGeom>
              <a:avLst/>
              <a:gdLst/>
              <a:ahLst/>
              <a:cxnLst/>
              <a:rect l="l" t="t" r="r" b="b"/>
              <a:pathLst>
                <a:path w="314" h="128" extrusionOk="0">
                  <a:moveTo>
                    <a:pt x="314" y="0"/>
                  </a:moveTo>
                  <a:lnTo>
                    <a:pt x="1" y="1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73">
              <a:extLst>
                <a:ext uri="{FF2B5EF4-FFF2-40B4-BE49-F238E27FC236}">
                  <a16:creationId xmlns:a16="http://schemas.microsoft.com/office/drawing/2014/main" id="{8C2B98FD-5606-55D1-C673-32A52FFBDCD2}"/>
                </a:ext>
              </a:extLst>
            </p:cNvPr>
            <p:cNvSpPr/>
            <p:nvPr/>
          </p:nvSpPr>
          <p:spPr>
            <a:xfrm flipH="1">
              <a:off x="-2014444" y="3745912"/>
              <a:ext cx="46585" cy="23170"/>
            </a:xfrm>
            <a:custGeom>
              <a:avLst/>
              <a:gdLst/>
              <a:ahLst/>
              <a:cxnLst/>
              <a:rect l="l" t="t" r="r" b="b"/>
              <a:pathLst>
                <a:path w="380" h="189" extrusionOk="0">
                  <a:moveTo>
                    <a:pt x="347" y="1"/>
                  </a:moveTo>
                  <a:cubicBezTo>
                    <a:pt x="344" y="1"/>
                    <a:pt x="340" y="1"/>
                    <a:pt x="337" y="3"/>
                  </a:cubicBezTo>
                  <a:lnTo>
                    <a:pt x="27" y="130"/>
                  </a:lnTo>
                  <a:cubicBezTo>
                    <a:pt x="7" y="137"/>
                    <a:pt x="1" y="153"/>
                    <a:pt x="7" y="169"/>
                  </a:cubicBezTo>
                  <a:cubicBezTo>
                    <a:pt x="14" y="182"/>
                    <a:pt x="23" y="189"/>
                    <a:pt x="37" y="189"/>
                  </a:cubicBezTo>
                  <a:cubicBezTo>
                    <a:pt x="40" y="189"/>
                    <a:pt x="46" y="189"/>
                    <a:pt x="50" y="186"/>
                  </a:cubicBezTo>
                  <a:lnTo>
                    <a:pt x="360" y="62"/>
                  </a:lnTo>
                  <a:cubicBezTo>
                    <a:pt x="373" y="55"/>
                    <a:pt x="379" y="45"/>
                    <a:pt x="379" y="32"/>
                  </a:cubicBezTo>
                  <a:cubicBezTo>
                    <a:pt x="379" y="29"/>
                    <a:pt x="379" y="26"/>
                    <a:pt x="376" y="22"/>
                  </a:cubicBezTo>
                  <a:cubicBezTo>
                    <a:pt x="371" y="10"/>
                    <a:pt x="360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73">
              <a:extLst>
                <a:ext uri="{FF2B5EF4-FFF2-40B4-BE49-F238E27FC236}">
                  <a16:creationId xmlns:a16="http://schemas.microsoft.com/office/drawing/2014/main" id="{31BBDB87-ED9A-9321-F3F7-29405298321E}"/>
                </a:ext>
              </a:extLst>
            </p:cNvPr>
            <p:cNvSpPr/>
            <p:nvPr/>
          </p:nvSpPr>
          <p:spPr>
            <a:xfrm flipH="1">
              <a:off x="-2166826" y="3686209"/>
              <a:ext cx="156183" cy="63748"/>
            </a:xfrm>
            <a:custGeom>
              <a:avLst/>
              <a:gdLst/>
              <a:ahLst/>
              <a:cxnLst/>
              <a:rect l="l" t="t" r="r" b="b"/>
              <a:pathLst>
                <a:path w="1274" h="520" extrusionOk="0">
                  <a:moveTo>
                    <a:pt x="1274" y="0"/>
                  </a:moveTo>
                  <a:cubicBezTo>
                    <a:pt x="850" y="173"/>
                    <a:pt x="419" y="353"/>
                    <a:pt x="1" y="519"/>
                  </a:cubicBezTo>
                  <a:cubicBezTo>
                    <a:pt x="422" y="353"/>
                    <a:pt x="853" y="173"/>
                    <a:pt x="1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73">
              <a:extLst>
                <a:ext uri="{FF2B5EF4-FFF2-40B4-BE49-F238E27FC236}">
                  <a16:creationId xmlns:a16="http://schemas.microsoft.com/office/drawing/2014/main" id="{60A7F095-E937-2A50-A7BF-6A2972ADFC24}"/>
                </a:ext>
              </a:extLst>
            </p:cNvPr>
            <p:cNvSpPr/>
            <p:nvPr/>
          </p:nvSpPr>
          <p:spPr>
            <a:xfrm flipH="1">
              <a:off x="-2170872" y="3682777"/>
              <a:ext cx="164151" cy="71104"/>
            </a:xfrm>
            <a:custGeom>
              <a:avLst/>
              <a:gdLst/>
              <a:ahLst/>
              <a:cxnLst/>
              <a:rect l="l" t="t" r="r" b="b"/>
              <a:pathLst>
                <a:path w="1339" h="580" extrusionOk="0">
                  <a:moveTo>
                    <a:pt x="1300" y="0"/>
                  </a:moveTo>
                  <a:cubicBezTo>
                    <a:pt x="1296" y="0"/>
                    <a:pt x="1293" y="1"/>
                    <a:pt x="1290" y="2"/>
                  </a:cubicBezTo>
                  <a:lnTo>
                    <a:pt x="1286" y="2"/>
                  </a:lnTo>
                  <a:cubicBezTo>
                    <a:pt x="833" y="195"/>
                    <a:pt x="405" y="364"/>
                    <a:pt x="23" y="521"/>
                  </a:cubicBezTo>
                  <a:lnTo>
                    <a:pt x="20" y="521"/>
                  </a:lnTo>
                  <a:cubicBezTo>
                    <a:pt x="7" y="524"/>
                    <a:pt x="0" y="537"/>
                    <a:pt x="0" y="547"/>
                  </a:cubicBezTo>
                  <a:cubicBezTo>
                    <a:pt x="0" y="554"/>
                    <a:pt x="0" y="557"/>
                    <a:pt x="3" y="560"/>
                  </a:cubicBezTo>
                  <a:cubicBezTo>
                    <a:pt x="7" y="570"/>
                    <a:pt x="20" y="580"/>
                    <a:pt x="33" y="580"/>
                  </a:cubicBezTo>
                  <a:lnTo>
                    <a:pt x="43" y="580"/>
                  </a:lnTo>
                  <a:lnTo>
                    <a:pt x="52" y="577"/>
                  </a:lnTo>
                  <a:lnTo>
                    <a:pt x="56" y="577"/>
                  </a:lnTo>
                  <a:cubicBezTo>
                    <a:pt x="441" y="420"/>
                    <a:pt x="862" y="247"/>
                    <a:pt x="1312" y="61"/>
                  </a:cubicBezTo>
                  <a:cubicBezTo>
                    <a:pt x="1329" y="54"/>
                    <a:pt x="1338" y="35"/>
                    <a:pt x="1332" y="22"/>
                  </a:cubicBezTo>
                  <a:cubicBezTo>
                    <a:pt x="1324" y="9"/>
                    <a:pt x="1313" y="0"/>
                    <a:pt x="1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73">
              <a:extLst>
                <a:ext uri="{FF2B5EF4-FFF2-40B4-BE49-F238E27FC236}">
                  <a16:creationId xmlns:a16="http://schemas.microsoft.com/office/drawing/2014/main" id="{EDB8059A-D6D4-68C6-368C-2ABD71D283E3}"/>
                </a:ext>
              </a:extLst>
            </p:cNvPr>
            <p:cNvSpPr/>
            <p:nvPr/>
          </p:nvSpPr>
          <p:spPr>
            <a:xfrm flipH="1">
              <a:off x="-1488645" y="3847051"/>
              <a:ext cx="13730" cy="2942"/>
            </a:xfrm>
            <a:custGeom>
              <a:avLst/>
              <a:gdLst/>
              <a:ahLst/>
              <a:cxnLst/>
              <a:rect l="l" t="t" r="r" b="b"/>
              <a:pathLst>
                <a:path w="112" h="24" extrusionOk="0">
                  <a:moveTo>
                    <a:pt x="111" y="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73">
              <a:extLst>
                <a:ext uri="{FF2B5EF4-FFF2-40B4-BE49-F238E27FC236}">
                  <a16:creationId xmlns:a16="http://schemas.microsoft.com/office/drawing/2014/main" id="{3ACEE804-67F4-C7F1-B2C5-AFF2E5905D7B}"/>
                </a:ext>
              </a:extLst>
            </p:cNvPr>
            <p:cNvSpPr/>
            <p:nvPr/>
          </p:nvSpPr>
          <p:spPr>
            <a:xfrm flipH="1">
              <a:off x="-1492200" y="3843373"/>
              <a:ext cx="20963" cy="10543"/>
            </a:xfrm>
            <a:custGeom>
              <a:avLst/>
              <a:gdLst/>
              <a:ahLst/>
              <a:cxnLst/>
              <a:rect l="l" t="t" r="r" b="b"/>
              <a:pathLst>
                <a:path w="171" h="86" extrusionOk="0">
                  <a:moveTo>
                    <a:pt x="31" y="0"/>
                  </a:moveTo>
                  <a:cubicBezTo>
                    <a:pt x="17" y="0"/>
                    <a:pt x="4" y="10"/>
                    <a:pt x="1" y="24"/>
                  </a:cubicBezTo>
                  <a:cubicBezTo>
                    <a:pt x="1" y="27"/>
                    <a:pt x="1" y="30"/>
                    <a:pt x="1" y="30"/>
                  </a:cubicBezTo>
                  <a:cubicBezTo>
                    <a:pt x="1" y="47"/>
                    <a:pt x="11" y="57"/>
                    <a:pt x="24" y="60"/>
                  </a:cubicBezTo>
                  <a:cubicBezTo>
                    <a:pt x="60" y="70"/>
                    <a:pt x="92" y="76"/>
                    <a:pt x="135" y="86"/>
                  </a:cubicBezTo>
                  <a:lnTo>
                    <a:pt x="141" y="86"/>
                  </a:lnTo>
                  <a:cubicBezTo>
                    <a:pt x="154" y="86"/>
                    <a:pt x="167" y="76"/>
                    <a:pt x="171" y="63"/>
                  </a:cubicBezTo>
                  <a:cubicBezTo>
                    <a:pt x="171" y="60"/>
                    <a:pt x="171" y="57"/>
                    <a:pt x="171" y="57"/>
                  </a:cubicBezTo>
                  <a:cubicBezTo>
                    <a:pt x="171" y="40"/>
                    <a:pt x="161" y="27"/>
                    <a:pt x="148" y="27"/>
                  </a:cubicBezTo>
                  <a:lnTo>
                    <a:pt x="37" y="1"/>
                  </a:lnTo>
                  <a:cubicBezTo>
                    <a:pt x="35" y="1"/>
                    <a:pt x="33" y="0"/>
                    <a:pt x="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73">
              <a:extLst>
                <a:ext uri="{FF2B5EF4-FFF2-40B4-BE49-F238E27FC236}">
                  <a16:creationId xmlns:a16="http://schemas.microsoft.com/office/drawing/2014/main" id="{B3E676AC-0C80-C8EC-86D7-E87CCD1DFF40}"/>
                </a:ext>
              </a:extLst>
            </p:cNvPr>
            <p:cNvSpPr/>
            <p:nvPr/>
          </p:nvSpPr>
          <p:spPr>
            <a:xfrm flipH="1">
              <a:off x="-1554599" y="3858206"/>
              <a:ext cx="26480" cy="5394"/>
            </a:xfrm>
            <a:custGeom>
              <a:avLst/>
              <a:gdLst/>
              <a:ahLst/>
              <a:cxnLst/>
              <a:rect l="l" t="t" r="r" b="b"/>
              <a:pathLst>
                <a:path w="216" h="44" extrusionOk="0">
                  <a:moveTo>
                    <a:pt x="216" y="43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73">
              <a:extLst>
                <a:ext uri="{FF2B5EF4-FFF2-40B4-BE49-F238E27FC236}">
                  <a16:creationId xmlns:a16="http://schemas.microsoft.com/office/drawing/2014/main" id="{C6ED0D45-CE27-30EA-2549-FF728CBB049C}"/>
                </a:ext>
              </a:extLst>
            </p:cNvPr>
            <p:cNvSpPr/>
            <p:nvPr/>
          </p:nvSpPr>
          <p:spPr>
            <a:xfrm flipH="1">
              <a:off x="-1558277" y="3855019"/>
              <a:ext cx="33713" cy="12504"/>
            </a:xfrm>
            <a:custGeom>
              <a:avLst/>
              <a:gdLst/>
              <a:ahLst/>
              <a:cxnLst/>
              <a:rect l="l" t="t" r="r" b="b"/>
              <a:pathLst>
                <a:path w="275" h="102" extrusionOk="0">
                  <a:moveTo>
                    <a:pt x="30" y="0"/>
                  </a:moveTo>
                  <a:cubicBezTo>
                    <a:pt x="16" y="0"/>
                    <a:pt x="3" y="9"/>
                    <a:pt x="0" y="24"/>
                  </a:cubicBezTo>
                  <a:cubicBezTo>
                    <a:pt x="0" y="27"/>
                    <a:pt x="0" y="27"/>
                    <a:pt x="0" y="30"/>
                  </a:cubicBezTo>
                  <a:cubicBezTo>
                    <a:pt x="0" y="46"/>
                    <a:pt x="10" y="56"/>
                    <a:pt x="23" y="59"/>
                  </a:cubicBezTo>
                  <a:cubicBezTo>
                    <a:pt x="95" y="72"/>
                    <a:pt x="167" y="89"/>
                    <a:pt x="238" y="102"/>
                  </a:cubicBezTo>
                  <a:lnTo>
                    <a:pt x="245" y="102"/>
                  </a:lnTo>
                  <a:cubicBezTo>
                    <a:pt x="261" y="102"/>
                    <a:pt x="271" y="92"/>
                    <a:pt x="274" y="76"/>
                  </a:cubicBezTo>
                  <a:cubicBezTo>
                    <a:pt x="274" y="76"/>
                    <a:pt x="274" y="72"/>
                    <a:pt x="274" y="72"/>
                  </a:cubicBezTo>
                  <a:cubicBezTo>
                    <a:pt x="274" y="56"/>
                    <a:pt x="264" y="43"/>
                    <a:pt x="251" y="40"/>
                  </a:cubicBezTo>
                  <a:cubicBezTo>
                    <a:pt x="176" y="30"/>
                    <a:pt x="105" y="14"/>
                    <a:pt x="36" y="1"/>
                  </a:cubicBezTo>
                  <a:cubicBezTo>
                    <a:pt x="34" y="0"/>
                    <a:pt x="32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73">
              <a:extLst>
                <a:ext uri="{FF2B5EF4-FFF2-40B4-BE49-F238E27FC236}">
                  <a16:creationId xmlns:a16="http://schemas.microsoft.com/office/drawing/2014/main" id="{A1D575AC-EDF0-5377-B97E-B330E07A229B}"/>
                </a:ext>
              </a:extLst>
            </p:cNvPr>
            <p:cNvSpPr/>
            <p:nvPr/>
          </p:nvSpPr>
          <p:spPr>
            <a:xfrm flipH="1">
              <a:off x="-2379769" y="3597697"/>
              <a:ext cx="31751" cy="13363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258" y="1"/>
                  </a:moveTo>
                  <a:lnTo>
                    <a:pt x="0" y="1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73">
              <a:extLst>
                <a:ext uri="{FF2B5EF4-FFF2-40B4-BE49-F238E27FC236}">
                  <a16:creationId xmlns:a16="http://schemas.microsoft.com/office/drawing/2014/main" id="{154F51AD-086F-E9A3-7F96-2BF965074D8D}"/>
                </a:ext>
              </a:extLst>
            </p:cNvPr>
            <p:cNvSpPr/>
            <p:nvPr/>
          </p:nvSpPr>
          <p:spPr>
            <a:xfrm flipH="1">
              <a:off x="-2383325" y="3593897"/>
              <a:ext cx="39352" cy="20718"/>
            </a:xfrm>
            <a:custGeom>
              <a:avLst/>
              <a:gdLst/>
              <a:ahLst/>
              <a:cxnLst/>
              <a:rect l="l" t="t" r="r" b="b"/>
              <a:pathLst>
                <a:path w="321" h="169" extrusionOk="0">
                  <a:moveTo>
                    <a:pt x="291" y="0"/>
                  </a:moveTo>
                  <a:cubicBezTo>
                    <a:pt x="287" y="0"/>
                    <a:pt x="282" y="1"/>
                    <a:pt x="278" y="3"/>
                  </a:cubicBezTo>
                  <a:lnTo>
                    <a:pt x="20" y="110"/>
                  </a:lnTo>
                  <a:cubicBezTo>
                    <a:pt x="7" y="117"/>
                    <a:pt x="1" y="127"/>
                    <a:pt x="1" y="140"/>
                  </a:cubicBezTo>
                  <a:cubicBezTo>
                    <a:pt x="1" y="143"/>
                    <a:pt x="1" y="146"/>
                    <a:pt x="4" y="153"/>
                  </a:cubicBezTo>
                  <a:cubicBezTo>
                    <a:pt x="7" y="162"/>
                    <a:pt x="20" y="169"/>
                    <a:pt x="33" y="169"/>
                  </a:cubicBezTo>
                  <a:lnTo>
                    <a:pt x="43" y="169"/>
                  </a:lnTo>
                  <a:lnTo>
                    <a:pt x="304" y="58"/>
                  </a:lnTo>
                  <a:cubicBezTo>
                    <a:pt x="314" y="55"/>
                    <a:pt x="321" y="45"/>
                    <a:pt x="321" y="32"/>
                  </a:cubicBezTo>
                  <a:cubicBezTo>
                    <a:pt x="321" y="29"/>
                    <a:pt x="321" y="22"/>
                    <a:pt x="321" y="19"/>
                  </a:cubicBezTo>
                  <a:cubicBezTo>
                    <a:pt x="316" y="7"/>
                    <a:pt x="304" y="0"/>
                    <a:pt x="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73">
              <a:extLst>
                <a:ext uri="{FF2B5EF4-FFF2-40B4-BE49-F238E27FC236}">
                  <a16:creationId xmlns:a16="http://schemas.microsoft.com/office/drawing/2014/main" id="{5312A953-CF41-A19C-68AD-7F9044E28826}"/>
                </a:ext>
              </a:extLst>
            </p:cNvPr>
            <p:cNvSpPr/>
            <p:nvPr/>
          </p:nvSpPr>
          <p:spPr>
            <a:xfrm flipH="1">
              <a:off x="-2408946" y="3585316"/>
              <a:ext cx="29300" cy="12504"/>
            </a:xfrm>
            <a:custGeom>
              <a:avLst/>
              <a:gdLst/>
              <a:ahLst/>
              <a:cxnLst/>
              <a:rect l="l" t="t" r="r" b="b"/>
              <a:pathLst>
                <a:path w="239" h="102" extrusionOk="0">
                  <a:moveTo>
                    <a:pt x="239" y="1"/>
                  </a:moveTo>
                  <a:lnTo>
                    <a:pt x="0" y="1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73">
              <a:extLst>
                <a:ext uri="{FF2B5EF4-FFF2-40B4-BE49-F238E27FC236}">
                  <a16:creationId xmlns:a16="http://schemas.microsoft.com/office/drawing/2014/main" id="{3F000C34-935D-EACB-D069-AD1C6017E7E6}"/>
                </a:ext>
              </a:extLst>
            </p:cNvPr>
            <p:cNvSpPr/>
            <p:nvPr/>
          </p:nvSpPr>
          <p:spPr>
            <a:xfrm flipH="1">
              <a:off x="-2412992" y="3581393"/>
              <a:ext cx="37391" cy="20105"/>
            </a:xfrm>
            <a:custGeom>
              <a:avLst/>
              <a:gdLst/>
              <a:ahLst/>
              <a:cxnLst/>
              <a:rect l="l" t="t" r="r" b="b"/>
              <a:pathLst>
                <a:path w="305" h="164" extrusionOk="0">
                  <a:moveTo>
                    <a:pt x="274" y="1"/>
                  </a:moveTo>
                  <a:cubicBezTo>
                    <a:pt x="270" y="1"/>
                    <a:pt x="266" y="2"/>
                    <a:pt x="262" y="3"/>
                  </a:cubicBezTo>
                  <a:lnTo>
                    <a:pt x="20" y="105"/>
                  </a:lnTo>
                  <a:cubicBezTo>
                    <a:pt x="10" y="111"/>
                    <a:pt x="1" y="121"/>
                    <a:pt x="1" y="134"/>
                  </a:cubicBezTo>
                  <a:cubicBezTo>
                    <a:pt x="1" y="137"/>
                    <a:pt x="4" y="140"/>
                    <a:pt x="4" y="144"/>
                  </a:cubicBezTo>
                  <a:cubicBezTo>
                    <a:pt x="10" y="157"/>
                    <a:pt x="20" y="163"/>
                    <a:pt x="33" y="163"/>
                  </a:cubicBezTo>
                  <a:cubicBezTo>
                    <a:pt x="37" y="163"/>
                    <a:pt x="40" y="163"/>
                    <a:pt x="46" y="160"/>
                  </a:cubicBezTo>
                  <a:lnTo>
                    <a:pt x="285" y="59"/>
                  </a:lnTo>
                  <a:cubicBezTo>
                    <a:pt x="298" y="56"/>
                    <a:pt x="304" y="46"/>
                    <a:pt x="304" y="33"/>
                  </a:cubicBezTo>
                  <a:cubicBezTo>
                    <a:pt x="304" y="29"/>
                    <a:pt x="304" y="23"/>
                    <a:pt x="301" y="20"/>
                  </a:cubicBezTo>
                  <a:cubicBezTo>
                    <a:pt x="296" y="8"/>
                    <a:pt x="286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73">
              <a:extLst>
                <a:ext uri="{FF2B5EF4-FFF2-40B4-BE49-F238E27FC236}">
                  <a16:creationId xmlns:a16="http://schemas.microsoft.com/office/drawing/2014/main" id="{35B43EBA-EAEE-287F-3FB5-82D66A44601B}"/>
                </a:ext>
              </a:extLst>
            </p:cNvPr>
            <p:cNvSpPr/>
            <p:nvPr/>
          </p:nvSpPr>
          <p:spPr>
            <a:xfrm flipH="1">
              <a:off x="-1528242" y="3855019"/>
              <a:ext cx="16918" cy="3800"/>
            </a:xfrm>
            <a:custGeom>
              <a:avLst/>
              <a:gdLst/>
              <a:ahLst/>
              <a:cxnLst/>
              <a:rect l="l" t="t" r="r" b="b"/>
              <a:pathLst>
                <a:path w="138" h="31" extrusionOk="0">
                  <a:moveTo>
                    <a:pt x="137" y="30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73">
              <a:extLst>
                <a:ext uri="{FF2B5EF4-FFF2-40B4-BE49-F238E27FC236}">
                  <a16:creationId xmlns:a16="http://schemas.microsoft.com/office/drawing/2014/main" id="{2B6F6B1C-3A37-382F-E495-7093F69098A6}"/>
                </a:ext>
              </a:extLst>
            </p:cNvPr>
            <p:cNvSpPr/>
            <p:nvPr/>
          </p:nvSpPr>
          <p:spPr>
            <a:xfrm flipH="1">
              <a:off x="-1533023" y="3851341"/>
              <a:ext cx="25377" cy="11033"/>
            </a:xfrm>
            <a:custGeom>
              <a:avLst/>
              <a:gdLst/>
              <a:ahLst/>
              <a:cxnLst/>
              <a:rect l="l" t="t" r="r" b="b"/>
              <a:pathLst>
                <a:path w="207" h="90" extrusionOk="0">
                  <a:moveTo>
                    <a:pt x="31" y="1"/>
                  </a:moveTo>
                  <a:cubicBezTo>
                    <a:pt x="17" y="1"/>
                    <a:pt x="4" y="10"/>
                    <a:pt x="1" y="24"/>
                  </a:cubicBezTo>
                  <a:cubicBezTo>
                    <a:pt x="1" y="27"/>
                    <a:pt x="1" y="27"/>
                    <a:pt x="1" y="31"/>
                  </a:cubicBezTo>
                  <a:cubicBezTo>
                    <a:pt x="1" y="44"/>
                    <a:pt x="11" y="57"/>
                    <a:pt x="27" y="60"/>
                  </a:cubicBezTo>
                  <a:lnTo>
                    <a:pt x="161" y="89"/>
                  </a:lnTo>
                  <a:lnTo>
                    <a:pt x="167" y="89"/>
                  </a:lnTo>
                  <a:cubicBezTo>
                    <a:pt x="203" y="89"/>
                    <a:pt x="207" y="37"/>
                    <a:pt x="171" y="27"/>
                  </a:cubicBezTo>
                  <a:lnTo>
                    <a:pt x="37" y="1"/>
                  </a:lnTo>
                  <a:cubicBezTo>
                    <a:pt x="35" y="1"/>
                    <a:pt x="33" y="1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73">
              <a:extLst>
                <a:ext uri="{FF2B5EF4-FFF2-40B4-BE49-F238E27FC236}">
                  <a16:creationId xmlns:a16="http://schemas.microsoft.com/office/drawing/2014/main" id="{B1D147EF-A6C2-0942-E25C-6AD0206D0B52}"/>
                </a:ext>
              </a:extLst>
            </p:cNvPr>
            <p:cNvSpPr/>
            <p:nvPr/>
          </p:nvSpPr>
          <p:spPr>
            <a:xfrm flipH="1">
              <a:off x="-2472204" y="3558958"/>
              <a:ext cx="23415" cy="9685"/>
            </a:xfrm>
            <a:custGeom>
              <a:avLst/>
              <a:gdLst/>
              <a:ahLst/>
              <a:cxnLst/>
              <a:rect l="l" t="t" r="r" b="b"/>
              <a:pathLst>
                <a:path w="191" h="79" extrusionOk="0">
                  <a:moveTo>
                    <a:pt x="190" y="0"/>
                  </a:moveTo>
                  <a:lnTo>
                    <a:pt x="1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73">
              <a:extLst>
                <a:ext uri="{FF2B5EF4-FFF2-40B4-BE49-F238E27FC236}">
                  <a16:creationId xmlns:a16="http://schemas.microsoft.com/office/drawing/2014/main" id="{3CC4E5D3-B65C-4E29-B5EB-355738C696A9}"/>
                </a:ext>
              </a:extLst>
            </p:cNvPr>
            <p:cNvSpPr/>
            <p:nvPr/>
          </p:nvSpPr>
          <p:spPr>
            <a:xfrm flipH="1">
              <a:off x="-2475759" y="3555035"/>
              <a:ext cx="30893" cy="17653"/>
            </a:xfrm>
            <a:custGeom>
              <a:avLst/>
              <a:gdLst/>
              <a:ahLst/>
              <a:cxnLst/>
              <a:rect l="l" t="t" r="r" b="b"/>
              <a:pathLst>
                <a:path w="252" h="144" extrusionOk="0">
                  <a:moveTo>
                    <a:pt x="219" y="0"/>
                  </a:moveTo>
                  <a:cubicBezTo>
                    <a:pt x="215" y="0"/>
                    <a:pt x="210" y="1"/>
                    <a:pt x="206" y="3"/>
                  </a:cubicBezTo>
                  <a:lnTo>
                    <a:pt x="20" y="85"/>
                  </a:lnTo>
                  <a:cubicBezTo>
                    <a:pt x="10" y="88"/>
                    <a:pt x="0" y="98"/>
                    <a:pt x="0" y="111"/>
                  </a:cubicBezTo>
                  <a:cubicBezTo>
                    <a:pt x="0" y="114"/>
                    <a:pt x="4" y="120"/>
                    <a:pt x="4" y="124"/>
                  </a:cubicBezTo>
                  <a:cubicBezTo>
                    <a:pt x="7" y="133"/>
                    <a:pt x="20" y="143"/>
                    <a:pt x="33" y="143"/>
                  </a:cubicBezTo>
                  <a:cubicBezTo>
                    <a:pt x="36" y="143"/>
                    <a:pt x="40" y="140"/>
                    <a:pt x="46" y="140"/>
                  </a:cubicBezTo>
                  <a:lnTo>
                    <a:pt x="232" y="62"/>
                  </a:lnTo>
                  <a:cubicBezTo>
                    <a:pt x="242" y="55"/>
                    <a:pt x="252" y="45"/>
                    <a:pt x="252" y="32"/>
                  </a:cubicBezTo>
                  <a:cubicBezTo>
                    <a:pt x="248" y="29"/>
                    <a:pt x="248" y="26"/>
                    <a:pt x="248" y="19"/>
                  </a:cubicBezTo>
                  <a:cubicBezTo>
                    <a:pt x="244" y="7"/>
                    <a:pt x="232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73">
              <a:extLst>
                <a:ext uri="{FF2B5EF4-FFF2-40B4-BE49-F238E27FC236}">
                  <a16:creationId xmlns:a16="http://schemas.microsoft.com/office/drawing/2014/main" id="{4F9D1AD1-0252-0036-761D-002DA27E5B0E}"/>
                </a:ext>
              </a:extLst>
            </p:cNvPr>
            <p:cNvSpPr/>
            <p:nvPr/>
          </p:nvSpPr>
          <p:spPr>
            <a:xfrm flipH="1">
              <a:off x="-2260855" y="3647347"/>
              <a:ext cx="74904" cy="30893"/>
            </a:xfrm>
            <a:custGeom>
              <a:avLst/>
              <a:gdLst/>
              <a:ahLst/>
              <a:cxnLst/>
              <a:rect l="l" t="t" r="r" b="b"/>
              <a:pathLst>
                <a:path w="611" h="252" extrusionOk="0">
                  <a:moveTo>
                    <a:pt x="611" y="1"/>
                  </a:moveTo>
                  <a:lnTo>
                    <a:pt x="1" y="2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73">
              <a:extLst>
                <a:ext uri="{FF2B5EF4-FFF2-40B4-BE49-F238E27FC236}">
                  <a16:creationId xmlns:a16="http://schemas.microsoft.com/office/drawing/2014/main" id="{FD3D9CCE-B748-18EA-0664-80332FC6B809}"/>
                </a:ext>
              </a:extLst>
            </p:cNvPr>
            <p:cNvSpPr/>
            <p:nvPr/>
          </p:nvSpPr>
          <p:spPr>
            <a:xfrm flipH="1">
              <a:off x="-2266984" y="3643179"/>
              <a:ext cx="85079" cy="39107"/>
            </a:xfrm>
            <a:custGeom>
              <a:avLst/>
              <a:gdLst/>
              <a:ahLst/>
              <a:cxnLst/>
              <a:rect l="l" t="t" r="r" b="b"/>
              <a:pathLst>
                <a:path w="694" h="319" extrusionOk="0">
                  <a:moveTo>
                    <a:pt x="650" y="0"/>
                  </a:moveTo>
                  <a:cubicBezTo>
                    <a:pt x="645" y="0"/>
                    <a:pt x="640" y="2"/>
                    <a:pt x="634" y="5"/>
                  </a:cubicBezTo>
                  <a:lnTo>
                    <a:pt x="20" y="260"/>
                  </a:lnTo>
                  <a:cubicBezTo>
                    <a:pt x="7" y="263"/>
                    <a:pt x="1" y="276"/>
                    <a:pt x="1" y="286"/>
                  </a:cubicBezTo>
                  <a:cubicBezTo>
                    <a:pt x="1" y="293"/>
                    <a:pt x="1" y="296"/>
                    <a:pt x="4" y="299"/>
                  </a:cubicBezTo>
                  <a:cubicBezTo>
                    <a:pt x="7" y="309"/>
                    <a:pt x="20" y="319"/>
                    <a:pt x="34" y="319"/>
                  </a:cubicBezTo>
                  <a:cubicBezTo>
                    <a:pt x="37" y="319"/>
                    <a:pt x="40" y="315"/>
                    <a:pt x="43" y="315"/>
                  </a:cubicBezTo>
                  <a:cubicBezTo>
                    <a:pt x="252" y="230"/>
                    <a:pt x="458" y="142"/>
                    <a:pt x="657" y="61"/>
                  </a:cubicBezTo>
                  <a:cubicBezTo>
                    <a:pt x="693" y="50"/>
                    <a:pt x="679" y="0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73">
              <a:extLst>
                <a:ext uri="{FF2B5EF4-FFF2-40B4-BE49-F238E27FC236}">
                  <a16:creationId xmlns:a16="http://schemas.microsoft.com/office/drawing/2014/main" id="{71C3FB80-0484-EDFE-448D-6EBB994972ED}"/>
                </a:ext>
              </a:extLst>
            </p:cNvPr>
            <p:cNvSpPr/>
            <p:nvPr/>
          </p:nvSpPr>
          <p:spPr>
            <a:xfrm flipH="1">
              <a:off x="-1757490" y="3848644"/>
              <a:ext cx="203013" cy="30526"/>
            </a:xfrm>
            <a:custGeom>
              <a:avLst/>
              <a:gdLst/>
              <a:ahLst/>
              <a:cxnLst/>
              <a:rect l="l" t="t" r="r" b="b"/>
              <a:pathLst>
                <a:path w="1656" h="249" extrusionOk="0">
                  <a:moveTo>
                    <a:pt x="1" y="121"/>
                  </a:moveTo>
                  <a:cubicBezTo>
                    <a:pt x="317" y="183"/>
                    <a:pt x="637" y="235"/>
                    <a:pt x="833" y="245"/>
                  </a:cubicBezTo>
                  <a:cubicBezTo>
                    <a:pt x="925" y="249"/>
                    <a:pt x="1225" y="154"/>
                    <a:pt x="1656" y="0"/>
                  </a:cubicBezTo>
                  <a:cubicBezTo>
                    <a:pt x="1225" y="154"/>
                    <a:pt x="925" y="249"/>
                    <a:pt x="833" y="245"/>
                  </a:cubicBezTo>
                  <a:cubicBezTo>
                    <a:pt x="637" y="235"/>
                    <a:pt x="317" y="183"/>
                    <a:pt x="1" y="1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73">
              <a:extLst>
                <a:ext uri="{FF2B5EF4-FFF2-40B4-BE49-F238E27FC236}">
                  <a16:creationId xmlns:a16="http://schemas.microsoft.com/office/drawing/2014/main" id="{949407AF-17E7-029C-EDA3-FDA43F990244}"/>
                </a:ext>
              </a:extLst>
            </p:cNvPr>
            <p:cNvSpPr/>
            <p:nvPr/>
          </p:nvSpPr>
          <p:spPr>
            <a:xfrm flipH="1">
              <a:off x="-1763007" y="3844353"/>
              <a:ext cx="212085" cy="38004"/>
            </a:xfrm>
            <a:custGeom>
              <a:avLst/>
              <a:gdLst/>
              <a:ahLst/>
              <a:cxnLst/>
              <a:rect l="l" t="t" r="r" b="b"/>
              <a:pathLst>
                <a:path w="1730" h="310" extrusionOk="0">
                  <a:moveTo>
                    <a:pt x="1683" y="1"/>
                  </a:moveTo>
                  <a:cubicBezTo>
                    <a:pt x="1679" y="1"/>
                    <a:pt x="1676" y="2"/>
                    <a:pt x="1672" y="3"/>
                  </a:cubicBezTo>
                  <a:cubicBezTo>
                    <a:pt x="1124" y="204"/>
                    <a:pt x="932" y="248"/>
                    <a:pt x="869" y="248"/>
                  </a:cubicBezTo>
                  <a:cubicBezTo>
                    <a:pt x="866" y="248"/>
                    <a:pt x="864" y="248"/>
                    <a:pt x="862" y="248"/>
                  </a:cubicBezTo>
                  <a:cubicBezTo>
                    <a:pt x="663" y="235"/>
                    <a:pt x="467" y="208"/>
                    <a:pt x="271" y="173"/>
                  </a:cubicBezTo>
                  <a:cubicBezTo>
                    <a:pt x="200" y="159"/>
                    <a:pt x="118" y="143"/>
                    <a:pt x="36" y="127"/>
                  </a:cubicBezTo>
                  <a:cubicBezTo>
                    <a:pt x="35" y="126"/>
                    <a:pt x="33" y="126"/>
                    <a:pt x="31" y="126"/>
                  </a:cubicBezTo>
                  <a:cubicBezTo>
                    <a:pt x="17" y="126"/>
                    <a:pt x="3" y="138"/>
                    <a:pt x="0" y="153"/>
                  </a:cubicBezTo>
                  <a:cubicBezTo>
                    <a:pt x="0" y="153"/>
                    <a:pt x="0" y="156"/>
                    <a:pt x="0" y="159"/>
                  </a:cubicBezTo>
                  <a:cubicBezTo>
                    <a:pt x="0" y="173"/>
                    <a:pt x="10" y="186"/>
                    <a:pt x="27" y="189"/>
                  </a:cubicBezTo>
                  <a:cubicBezTo>
                    <a:pt x="415" y="261"/>
                    <a:pt x="692" y="303"/>
                    <a:pt x="862" y="310"/>
                  </a:cubicBezTo>
                  <a:lnTo>
                    <a:pt x="869" y="310"/>
                  </a:lnTo>
                  <a:cubicBezTo>
                    <a:pt x="963" y="310"/>
                    <a:pt x="1234" y="228"/>
                    <a:pt x="1695" y="62"/>
                  </a:cubicBezTo>
                  <a:cubicBezTo>
                    <a:pt x="1730" y="50"/>
                    <a:pt x="1715" y="1"/>
                    <a:pt x="1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73">
              <a:extLst>
                <a:ext uri="{FF2B5EF4-FFF2-40B4-BE49-F238E27FC236}">
                  <a16:creationId xmlns:a16="http://schemas.microsoft.com/office/drawing/2014/main" id="{800BFB72-9E3F-0D76-4BA1-F1C1E99C9531}"/>
                </a:ext>
              </a:extLst>
            </p:cNvPr>
            <p:cNvSpPr/>
            <p:nvPr/>
          </p:nvSpPr>
          <p:spPr>
            <a:xfrm flipH="1">
              <a:off x="-1637472" y="2865085"/>
              <a:ext cx="1222983" cy="757867"/>
            </a:xfrm>
            <a:custGeom>
              <a:avLst/>
              <a:gdLst/>
              <a:ahLst/>
              <a:cxnLst/>
              <a:rect l="l" t="t" r="r" b="b"/>
              <a:pathLst>
                <a:path w="9976" h="6182" extrusionOk="0">
                  <a:moveTo>
                    <a:pt x="5997" y="0"/>
                  </a:moveTo>
                  <a:cubicBezTo>
                    <a:pt x="5997" y="0"/>
                    <a:pt x="1545" y="428"/>
                    <a:pt x="536" y="1277"/>
                  </a:cubicBezTo>
                  <a:cubicBezTo>
                    <a:pt x="1" y="2324"/>
                    <a:pt x="226" y="3891"/>
                    <a:pt x="575" y="4169"/>
                  </a:cubicBezTo>
                  <a:cubicBezTo>
                    <a:pt x="944" y="4459"/>
                    <a:pt x="1545" y="4678"/>
                    <a:pt x="2321" y="4913"/>
                  </a:cubicBezTo>
                  <a:cubicBezTo>
                    <a:pt x="3098" y="5151"/>
                    <a:pt x="8216" y="6039"/>
                    <a:pt x="8216" y="6039"/>
                  </a:cubicBezTo>
                  <a:cubicBezTo>
                    <a:pt x="8216" y="6039"/>
                    <a:pt x="8526" y="6181"/>
                    <a:pt x="8871" y="6181"/>
                  </a:cubicBezTo>
                  <a:cubicBezTo>
                    <a:pt x="8943" y="6181"/>
                    <a:pt x="9018" y="6175"/>
                    <a:pt x="9091" y="6160"/>
                  </a:cubicBezTo>
                  <a:cubicBezTo>
                    <a:pt x="9166" y="6127"/>
                    <a:pt x="9244" y="6098"/>
                    <a:pt x="9326" y="6072"/>
                  </a:cubicBezTo>
                  <a:cubicBezTo>
                    <a:pt x="9577" y="5931"/>
                    <a:pt x="9780" y="5628"/>
                    <a:pt x="9806" y="5027"/>
                  </a:cubicBezTo>
                  <a:cubicBezTo>
                    <a:pt x="9829" y="4433"/>
                    <a:pt x="9881" y="3023"/>
                    <a:pt x="9917" y="2246"/>
                  </a:cubicBezTo>
                  <a:cubicBezTo>
                    <a:pt x="9917" y="2246"/>
                    <a:pt x="9962" y="1414"/>
                    <a:pt x="9976" y="1375"/>
                  </a:cubicBezTo>
                  <a:lnTo>
                    <a:pt x="8108" y="138"/>
                  </a:lnTo>
                  <a:cubicBezTo>
                    <a:pt x="8050" y="138"/>
                    <a:pt x="6059" y="4"/>
                    <a:pt x="599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73">
              <a:extLst>
                <a:ext uri="{FF2B5EF4-FFF2-40B4-BE49-F238E27FC236}">
                  <a16:creationId xmlns:a16="http://schemas.microsoft.com/office/drawing/2014/main" id="{831A62AC-3852-EB48-2DB3-16DCC326EC29}"/>
                </a:ext>
              </a:extLst>
            </p:cNvPr>
            <p:cNvSpPr/>
            <p:nvPr/>
          </p:nvSpPr>
          <p:spPr>
            <a:xfrm flipH="1">
              <a:off x="-2552993" y="2132717"/>
              <a:ext cx="1169287" cy="585257"/>
            </a:xfrm>
            <a:custGeom>
              <a:avLst/>
              <a:gdLst/>
              <a:ahLst/>
              <a:cxnLst/>
              <a:rect l="l" t="t" r="r" b="b"/>
              <a:pathLst>
                <a:path w="9538" h="4774" extrusionOk="0">
                  <a:moveTo>
                    <a:pt x="143" y="0"/>
                  </a:moveTo>
                  <a:cubicBezTo>
                    <a:pt x="124" y="0"/>
                    <a:pt x="108" y="1"/>
                    <a:pt x="95" y="1"/>
                  </a:cubicBezTo>
                  <a:cubicBezTo>
                    <a:pt x="59" y="5"/>
                    <a:pt x="26" y="18"/>
                    <a:pt x="0" y="44"/>
                  </a:cubicBezTo>
                  <a:cubicBezTo>
                    <a:pt x="2024" y="213"/>
                    <a:pt x="6306" y="687"/>
                    <a:pt x="7139" y="821"/>
                  </a:cubicBezTo>
                  <a:cubicBezTo>
                    <a:pt x="8180" y="987"/>
                    <a:pt x="8431" y="1245"/>
                    <a:pt x="8314" y="1947"/>
                  </a:cubicBezTo>
                  <a:cubicBezTo>
                    <a:pt x="8209" y="2570"/>
                    <a:pt x="8007" y="4382"/>
                    <a:pt x="7964" y="4773"/>
                  </a:cubicBezTo>
                  <a:cubicBezTo>
                    <a:pt x="8356" y="4724"/>
                    <a:pt x="8715" y="4679"/>
                    <a:pt x="9006" y="4643"/>
                  </a:cubicBezTo>
                  <a:lnTo>
                    <a:pt x="9041" y="4649"/>
                  </a:lnTo>
                  <a:lnTo>
                    <a:pt x="9074" y="4636"/>
                  </a:lnTo>
                  <a:cubicBezTo>
                    <a:pt x="9074" y="4636"/>
                    <a:pt x="9306" y="2547"/>
                    <a:pt x="9423" y="1881"/>
                  </a:cubicBezTo>
                  <a:cubicBezTo>
                    <a:pt x="9538" y="1219"/>
                    <a:pt x="9286" y="974"/>
                    <a:pt x="8245" y="814"/>
                  </a:cubicBezTo>
                  <a:cubicBezTo>
                    <a:pt x="7226" y="657"/>
                    <a:pt x="1007" y="0"/>
                    <a:pt x="143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92" name="Google Shape;4792;p73">
              <a:extLst>
                <a:ext uri="{FF2B5EF4-FFF2-40B4-BE49-F238E27FC236}">
                  <a16:creationId xmlns:a16="http://schemas.microsoft.com/office/drawing/2014/main" id="{EE3528D8-4A18-7FE2-D0CE-C2D5837AD3C4}"/>
                </a:ext>
              </a:extLst>
            </p:cNvPr>
            <p:cNvGrpSpPr/>
            <p:nvPr/>
          </p:nvGrpSpPr>
          <p:grpSpPr>
            <a:xfrm>
              <a:off x="-1488639" y="2532127"/>
              <a:ext cx="678594" cy="525732"/>
              <a:chOff x="-1753441" y="823246"/>
              <a:chExt cx="833449" cy="645703"/>
            </a:xfrm>
          </p:grpSpPr>
          <p:sp>
            <p:nvSpPr>
              <p:cNvPr id="4793" name="Google Shape;4793;p73">
                <a:extLst>
                  <a:ext uri="{FF2B5EF4-FFF2-40B4-BE49-F238E27FC236}">
                    <a16:creationId xmlns:a16="http://schemas.microsoft.com/office/drawing/2014/main" id="{35FDE2D6-CC1C-5678-F145-35E8EE5AE193}"/>
                  </a:ext>
                </a:extLst>
              </p:cNvPr>
              <p:cNvSpPr/>
              <p:nvPr/>
            </p:nvSpPr>
            <p:spPr>
              <a:xfrm flipH="1">
                <a:off x="-1750433" y="842870"/>
                <a:ext cx="830442" cy="617498"/>
              </a:xfrm>
              <a:custGeom>
                <a:avLst/>
                <a:gdLst/>
                <a:ahLst/>
                <a:cxnLst/>
                <a:rect l="l" t="t" r="r" b="b"/>
                <a:pathLst>
                  <a:path w="6774" h="5037" extrusionOk="0">
                    <a:moveTo>
                      <a:pt x="6557" y="1"/>
                    </a:moveTo>
                    <a:cubicBezTo>
                      <a:pt x="6466" y="1"/>
                      <a:pt x="6369" y="93"/>
                      <a:pt x="6369" y="93"/>
                    </a:cubicBezTo>
                    <a:cubicBezTo>
                      <a:pt x="6369" y="93"/>
                      <a:pt x="5911" y="71"/>
                      <a:pt x="5245" y="71"/>
                    </a:cubicBezTo>
                    <a:cubicBezTo>
                      <a:pt x="3715" y="71"/>
                      <a:pt x="1082" y="187"/>
                      <a:pt x="343" y="948"/>
                    </a:cubicBezTo>
                    <a:cubicBezTo>
                      <a:pt x="343" y="948"/>
                      <a:pt x="282" y="878"/>
                      <a:pt x="230" y="878"/>
                    </a:cubicBezTo>
                    <a:cubicBezTo>
                      <a:pt x="197" y="878"/>
                      <a:pt x="168" y="906"/>
                      <a:pt x="161" y="997"/>
                    </a:cubicBezTo>
                    <a:cubicBezTo>
                      <a:pt x="151" y="1138"/>
                      <a:pt x="190" y="1278"/>
                      <a:pt x="275" y="1392"/>
                    </a:cubicBezTo>
                    <a:cubicBezTo>
                      <a:pt x="275" y="1392"/>
                      <a:pt x="1" y="3475"/>
                      <a:pt x="595" y="4689"/>
                    </a:cubicBezTo>
                    <a:cubicBezTo>
                      <a:pt x="595" y="4689"/>
                      <a:pt x="530" y="4927"/>
                      <a:pt x="660" y="5015"/>
                    </a:cubicBezTo>
                    <a:cubicBezTo>
                      <a:pt x="682" y="5030"/>
                      <a:pt x="705" y="5037"/>
                      <a:pt x="727" y="5037"/>
                    </a:cubicBezTo>
                    <a:cubicBezTo>
                      <a:pt x="841" y="5037"/>
                      <a:pt x="951" y="4875"/>
                      <a:pt x="951" y="4875"/>
                    </a:cubicBezTo>
                    <a:cubicBezTo>
                      <a:pt x="951" y="4875"/>
                      <a:pt x="3366" y="4735"/>
                      <a:pt x="4518" y="4542"/>
                    </a:cubicBezTo>
                    <a:cubicBezTo>
                      <a:pt x="4518" y="4542"/>
                      <a:pt x="4959" y="4580"/>
                      <a:pt x="5407" y="4580"/>
                    </a:cubicBezTo>
                    <a:cubicBezTo>
                      <a:pt x="5688" y="4580"/>
                      <a:pt x="5973" y="4565"/>
                      <a:pt x="6153" y="4516"/>
                    </a:cubicBezTo>
                    <a:cubicBezTo>
                      <a:pt x="6153" y="4516"/>
                      <a:pt x="6371" y="4664"/>
                      <a:pt x="6504" y="4664"/>
                    </a:cubicBezTo>
                    <a:cubicBezTo>
                      <a:pt x="6566" y="4664"/>
                      <a:pt x="6609" y="4632"/>
                      <a:pt x="6604" y="4539"/>
                    </a:cubicBezTo>
                    <a:cubicBezTo>
                      <a:pt x="6584" y="4245"/>
                      <a:pt x="6424" y="4134"/>
                      <a:pt x="6424" y="4134"/>
                    </a:cubicBezTo>
                    <a:cubicBezTo>
                      <a:pt x="6424" y="4134"/>
                      <a:pt x="6774" y="2747"/>
                      <a:pt x="6620" y="1572"/>
                    </a:cubicBezTo>
                    <a:cubicBezTo>
                      <a:pt x="6480" y="504"/>
                      <a:pt x="6506" y="501"/>
                      <a:pt x="6506" y="501"/>
                    </a:cubicBezTo>
                    <a:cubicBezTo>
                      <a:pt x="6506" y="501"/>
                      <a:pt x="6757" y="233"/>
                      <a:pt x="6663" y="67"/>
                    </a:cubicBezTo>
                    <a:cubicBezTo>
                      <a:pt x="6634" y="18"/>
                      <a:pt x="6596" y="1"/>
                      <a:pt x="65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4" name="Google Shape;4794;p73">
                <a:extLst>
                  <a:ext uri="{FF2B5EF4-FFF2-40B4-BE49-F238E27FC236}">
                    <a16:creationId xmlns:a16="http://schemas.microsoft.com/office/drawing/2014/main" id="{7A26FB5C-E59F-C4B2-D389-47AC3D7B90AA}"/>
                  </a:ext>
                </a:extLst>
              </p:cNvPr>
              <p:cNvSpPr/>
              <p:nvPr/>
            </p:nvSpPr>
            <p:spPr>
              <a:xfrm flipH="1">
                <a:off x="-1750621" y="823246"/>
                <a:ext cx="830442" cy="643978"/>
              </a:xfrm>
              <a:custGeom>
                <a:avLst/>
                <a:gdLst/>
                <a:ahLst/>
                <a:cxnLst/>
                <a:rect l="l" t="t" r="r" b="b"/>
                <a:pathLst>
                  <a:path w="6774" h="5253" extrusionOk="0">
                    <a:moveTo>
                      <a:pt x="6369" y="239"/>
                    </a:moveTo>
                    <a:cubicBezTo>
                      <a:pt x="6369" y="239"/>
                      <a:pt x="1404" y="1"/>
                      <a:pt x="343" y="1094"/>
                    </a:cubicBezTo>
                    <a:cubicBezTo>
                      <a:pt x="343" y="1094"/>
                      <a:pt x="180" y="908"/>
                      <a:pt x="161" y="1143"/>
                    </a:cubicBezTo>
                    <a:cubicBezTo>
                      <a:pt x="151" y="1284"/>
                      <a:pt x="190" y="1424"/>
                      <a:pt x="275" y="1538"/>
                    </a:cubicBezTo>
                    <a:cubicBezTo>
                      <a:pt x="275" y="1538"/>
                      <a:pt x="1" y="3621"/>
                      <a:pt x="595" y="4835"/>
                    </a:cubicBezTo>
                    <a:cubicBezTo>
                      <a:pt x="595" y="4835"/>
                      <a:pt x="530" y="5073"/>
                      <a:pt x="660" y="5161"/>
                    </a:cubicBezTo>
                    <a:cubicBezTo>
                      <a:pt x="794" y="5253"/>
                      <a:pt x="951" y="5021"/>
                      <a:pt x="951" y="5021"/>
                    </a:cubicBezTo>
                    <a:cubicBezTo>
                      <a:pt x="951" y="5021"/>
                      <a:pt x="3366" y="4881"/>
                      <a:pt x="4518" y="4688"/>
                    </a:cubicBezTo>
                    <a:cubicBezTo>
                      <a:pt x="4518" y="4688"/>
                      <a:pt x="5687" y="4789"/>
                      <a:pt x="6153" y="4662"/>
                    </a:cubicBezTo>
                    <a:cubicBezTo>
                      <a:pt x="6153" y="4662"/>
                      <a:pt x="6620" y="4978"/>
                      <a:pt x="6604" y="4685"/>
                    </a:cubicBezTo>
                    <a:cubicBezTo>
                      <a:pt x="6584" y="4391"/>
                      <a:pt x="6424" y="4280"/>
                      <a:pt x="6424" y="4280"/>
                    </a:cubicBezTo>
                    <a:cubicBezTo>
                      <a:pt x="6424" y="4280"/>
                      <a:pt x="6774" y="2893"/>
                      <a:pt x="6620" y="1718"/>
                    </a:cubicBezTo>
                    <a:cubicBezTo>
                      <a:pt x="6480" y="650"/>
                      <a:pt x="6506" y="647"/>
                      <a:pt x="6506" y="647"/>
                    </a:cubicBezTo>
                    <a:cubicBezTo>
                      <a:pt x="6506" y="647"/>
                      <a:pt x="6757" y="379"/>
                      <a:pt x="6663" y="213"/>
                    </a:cubicBezTo>
                    <a:cubicBezTo>
                      <a:pt x="6568" y="50"/>
                      <a:pt x="6369" y="239"/>
                      <a:pt x="6369" y="23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35000">
                    <a:schemeClr val="accent1"/>
                  </a:gs>
                  <a:gs pos="100000">
                    <a:schemeClr val="accent3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5" name="Google Shape;4795;p73">
                <a:extLst>
                  <a:ext uri="{FF2B5EF4-FFF2-40B4-BE49-F238E27FC236}">
                    <a16:creationId xmlns:a16="http://schemas.microsoft.com/office/drawing/2014/main" id="{0137BA17-60B2-27E9-1B4A-FC3CF1A64FF3}"/>
                  </a:ext>
                </a:extLst>
              </p:cNvPr>
              <p:cNvSpPr/>
              <p:nvPr/>
            </p:nvSpPr>
            <p:spPr>
              <a:xfrm flipH="1">
                <a:off x="-1753441" y="837467"/>
                <a:ext cx="833261" cy="624977"/>
              </a:xfrm>
              <a:custGeom>
                <a:avLst/>
                <a:gdLst/>
                <a:ahLst/>
                <a:cxnLst/>
                <a:rect l="l" t="t" r="r" b="b"/>
                <a:pathLst>
                  <a:path w="6797" h="5098" extrusionOk="0">
                    <a:moveTo>
                      <a:pt x="6558" y="63"/>
                    </a:moveTo>
                    <a:cubicBezTo>
                      <a:pt x="6562" y="63"/>
                      <a:pt x="6567" y="64"/>
                      <a:pt x="6571" y="64"/>
                    </a:cubicBezTo>
                    <a:cubicBezTo>
                      <a:pt x="6601" y="68"/>
                      <a:pt x="6623" y="87"/>
                      <a:pt x="6637" y="113"/>
                    </a:cubicBezTo>
                    <a:cubicBezTo>
                      <a:pt x="6705" y="234"/>
                      <a:pt x="6548" y="440"/>
                      <a:pt x="6483" y="511"/>
                    </a:cubicBezTo>
                    <a:lnTo>
                      <a:pt x="6480" y="515"/>
                    </a:lnTo>
                    <a:cubicBezTo>
                      <a:pt x="6470" y="528"/>
                      <a:pt x="6450" y="551"/>
                      <a:pt x="6591" y="1608"/>
                    </a:cubicBezTo>
                    <a:cubicBezTo>
                      <a:pt x="6741" y="2760"/>
                      <a:pt x="6398" y="4141"/>
                      <a:pt x="6395" y="4157"/>
                    </a:cubicBezTo>
                    <a:cubicBezTo>
                      <a:pt x="6392" y="4167"/>
                      <a:pt x="6395" y="4180"/>
                      <a:pt x="6408" y="4190"/>
                    </a:cubicBezTo>
                    <a:cubicBezTo>
                      <a:pt x="6411" y="4193"/>
                      <a:pt x="6558" y="4298"/>
                      <a:pt x="6571" y="4572"/>
                    </a:cubicBezTo>
                    <a:cubicBezTo>
                      <a:pt x="6575" y="4611"/>
                      <a:pt x="6565" y="4640"/>
                      <a:pt x="6545" y="4654"/>
                    </a:cubicBezTo>
                    <a:cubicBezTo>
                      <a:pt x="6534" y="4660"/>
                      <a:pt x="6520" y="4662"/>
                      <a:pt x="6504" y="4662"/>
                    </a:cubicBezTo>
                    <a:cubicBezTo>
                      <a:pt x="6415" y="4662"/>
                      <a:pt x="6261" y="4580"/>
                      <a:pt x="6170" y="4520"/>
                    </a:cubicBezTo>
                    <a:cubicBezTo>
                      <a:pt x="6166" y="4516"/>
                      <a:pt x="6161" y="4514"/>
                      <a:pt x="6156" y="4514"/>
                    </a:cubicBezTo>
                    <a:cubicBezTo>
                      <a:pt x="6153" y="4514"/>
                      <a:pt x="6150" y="4515"/>
                      <a:pt x="6147" y="4516"/>
                    </a:cubicBezTo>
                    <a:cubicBezTo>
                      <a:pt x="5972" y="4564"/>
                      <a:pt x="5697" y="4578"/>
                      <a:pt x="5422" y="4578"/>
                    </a:cubicBezTo>
                    <a:cubicBezTo>
                      <a:pt x="4974" y="4578"/>
                      <a:pt x="4526" y="4539"/>
                      <a:pt x="4518" y="4539"/>
                    </a:cubicBezTo>
                    <a:lnTo>
                      <a:pt x="4512" y="4539"/>
                    </a:lnTo>
                    <a:cubicBezTo>
                      <a:pt x="3376" y="4729"/>
                      <a:pt x="973" y="4872"/>
                      <a:pt x="947" y="4872"/>
                    </a:cubicBezTo>
                    <a:cubicBezTo>
                      <a:pt x="938" y="4875"/>
                      <a:pt x="931" y="4879"/>
                      <a:pt x="924" y="4889"/>
                    </a:cubicBezTo>
                    <a:cubicBezTo>
                      <a:pt x="924" y="4889"/>
                      <a:pt x="821" y="5035"/>
                      <a:pt x="726" y="5035"/>
                    </a:cubicBezTo>
                    <a:cubicBezTo>
                      <a:pt x="709" y="5035"/>
                      <a:pt x="692" y="5030"/>
                      <a:pt x="676" y="5019"/>
                    </a:cubicBezTo>
                    <a:cubicBezTo>
                      <a:pt x="565" y="4944"/>
                      <a:pt x="621" y="4725"/>
                      <a:pt x="621" y="4725"/>
                    </a:cubicBezTo>
                    <a:cubicBezTo>
                      <a:pt x="624" y="4719"/>
                      <a:pt x="624" y="4712"/>
                      <a:pt x="621" y="4706"/>
                    </a:cubicBezTo>
                    <a:cubicBezTo>
                      <a:pt x="40" y="3514"/>
                      <a:pt x="301" y="1448"/>
                      <a:pt x="304" y="1425"/>
                    </a:cubicBezTo>
                    <a:cubicBezTo>
                      <a:pt x="304" y="1419"/>
                      <a:pt x="304" y="1409"/>
                      <a:pt x="298" y="1403"/>
                    </a:cubicBezTo>
                    <a:cubicBezTo>
                      <a:pt x="219" y="1295"/>
                      <a:pt x="184" y="1161"/>
                      <a:pt x="193" y="1027"/>
                    </a:cubicBezTo>
                    <a:cubicBezTo>
                      <a:pt x="197" y="968"/>
                      <a:pt x="213" y="942"/>
                      <a:pt x="223" y="939"/>
                    </a:cubicBezTo>
                    <a:lnTo>
                      <a:pt x="229" y="939"/>
                    </a:lnTo>
                    <a:cubicBezTo>
                      <a:pt x="265" y="949"/>
                      <a:pt x="295" y="972"/>
                      <a:pt x="317" y="1001"/>
                    </a:cubicBezTo>
                    <a:cubicBezTo>
                      <a:pt x="324" y="1008"/>
                      <a:pt x="330" y="1011"/>
                      <a:pt x="340" y="1011"/>
                    </a:cubicBezTo>
                    <a:cubicBezTo>
                      <a:pt x="347" y="1011"/>
                      <a:pt x="357" y="1008"/>
                      <a:pt x="363" y="1001"/>
                    </a:cubicBezTo>
                    <a:cubicBezTo>
                      <a:pt x="1093" y="248"/>
                      <a:pt x="3741" y="135"/>
                      <a:pt x="5265" y="135"/>
                    </a:cubicBezTo>
                    <a:cubicBezTo>
                      <a:pt x="5908" y="135"/>
                      <a:pt x="6351" y="155"/>
                      <a:pt x="6366" y="156"/>
                    </a:cubicBezTo>
                    <a:cubicBezTo>
                      <a:pt x="6375" y="156"/>
                      <a:pt x="6382" y="152"/>
                      <a:pt x="6388" y="149"/>
                    </a:cubicBezTo>
                    <a:cubicBezTo>
                      <a:pt x="6416" y="122"/>
                      <a:pt x="6494" y="63"/>
                      <a:pt x="6558" y="63"/>
                    </a:cubicBezTo>
                    <a:close/>
                    <a:moveTo>
                      <a:pt x="6559" y="1"/>
                    </a:moveTo>
                    <a:cubicBezTo>
                      <a:pt x="6475" y="1"/>
                      <a:pt x="6389" y="67"/>
                      <a:pt x="6359" y="94"/>
                    </a:cubicBezTo>
                    <a:cubicBezTo>
                      <a:pt x="6264" y="89"/>
                      <a:pt x="5820" y="70"/>
                      <a:pt x="5210" y="70"/>
                    </a:cubicBezTo>
                    <a:cubicBezTo>
                      <a:pt x="3684" y="70"/>
                      <a:pt x="1117" y="188"/>
                      <a:pt x="343" y="936"/>
                    </a:cubicBezTo>
                    <a:cubicBezTo>
                      <a:pt x="316" y="911"/>
                      <a:pt x="272" y="877"/>
                      <a:pt x="229" y="877"/>
                    </a:cubicBezTo>
                    <a:cubicBezTo>
                      <a:pt x="222" y="877"/>
                      <a:pt x="214" y="878"/>
                      <a:pt x="206" y="880"/>
                    </a:cubicBezTo>
                    <a:cubicBezTo>
                      <a:pt x="161" y="897"/>
                      <a:pt x="138" y="942"/>
                      <a:pt x="131" y="1024"/>
                    </a:cubicBezTo>
                    <a:cubicBezTo>
                      <a:pt x="122" y="1168"/>
                      <a:pt x="161" y="1311"/>
                      <a:pt x="242" y="1432"/>
                    </a:cubicBezTo>
                    <a:cubicBezTo>
                      <a:pt x="223" y="1608"/>
                      <a:pt x="1" y="3563"/>
                      <a:pt x="562" y="4722"/>
                    </a:cubicBezTo>
                    <a:cubicBezTo>
                      <a:pt x="549" y="4774"/>
                      <a:pt x="513" y="4980"/>
                      <a:pt x="644" y="5071"/>
                    </a:cubicBezTo>
                    <a:cubicBezTo>
                      <a:pt x="667" y="5088"/>
                      <a:pt x="696" y="5097"/>
                      <a:pt x="729" y="5097"/>
                    </a:cubicBezTo>
                    <a:cubicBezTo>
                      <a:pt x="836" y="5097"/>
                      <a:pt x="938" y="4977"/>
                      <a:pt x="970" y="4934"/>
                    </a:cubicBezTo>
                    <a:cubicBezTo>
                      <a:pt x="1173" y="4924"/>
                      <a:pt x="3425" y="4784"/>
                      <a:pt x="4521" y="4601"/>
                    </a:cubicBezTo>
                    <a:cubicBezTo>
                      <a:pt x="4573" y="4607"/>
                      <a:pt x="4983" y="4641"/>
                      <a:pt x="5404" y="4641"/>
                    </a:cubicBezTo>
                    <a:cubicBezTo>
                      <a:pt x="5682" y="4641"/>
                      <a:pt x="5964" y="4627"/>
                      <a:pt x="6150" y="4578"/>
                    </a:cubicBezTo>
                    <a:cubicBezTo>
                      <a:pt x="6201" y="4613"/>
                      <a:pt x="6378" y="4723"/>
                      <a:pt x="6504" y="4723"/>
                    </a:cubicBezTo>
                    <a:cubicBezTo>
                      <a:pt x="6532" y="4723"/>
                      <a:pt x="6557" y="4718"/>
                      <a:pt x="6578" y="4706"/>
                    </a:cubicBezTo>
                    <a:cubicBezTo>
                      <a:pt x="6620" y="4683"/>
                      <a:pt x="6640" y="4634"/>
                      <a:pt x="6637" y="4565"/>
                    </a:cubicBezTo>
                    <a:cubicBezTo>
                      <a:pt x="6620" y="4314"/>
                      <a:pt x="6506" y="4193"/>
                      <a:pt x="6460" y="4151"/>
                    </a:cubicBezTo>
                    <a:cubicBezTo>
                      <a:pt x="6503" y="3981"/>
                      <a:pt x="6796" y="2689"/>
                      <a:pt x="6653" y="1598"/>
                    </a:cubicBezTo>
                    <a:cubicBezTo>
                      <a:pt x="6542" y="746"/>
                      <a:pt x="6535" y="577"/>
                      <a:pt x="6535" y="547"/>
                    </a:cubicBezTo>
                    <a:cubicBezTo>
                      <a:pt x="6578" y="502"/>
                      <a:pt x="6790" y="254"/>
                      <a:pt x="6692" y="84"/>
                    </a:cubicBezTo>
                    <a:cubicBezTo>
                      <a:pt x="6669" y="38"/>
                      <a:pt x="6630" y="9"/>
                      <a:pt x="6581" y="2"/>
                    </a:cubicBezTo>
                    <a:cubicBezTo>
                      <a:pt x="6574" y="1"/>
                      <a:pt x="6567" y="1"/>
                      <a:pt x="6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6" name="Google Shape;4796;p73">
                <a:extLst>
                  <a:ext uri="{FF2B5EF4-FFF2-40B4-BE49-F238E27FC236}">
                    <a16:creationId xmlns:a16="http://schemas.microsoft.com/office/drawing/2014/main" id="{7F17E9E6-180A-4CE4-0113-F177E9796964}"/>
                  </a:ext>
                </a:extLst>
              </p:cNvPr>
              <p:cNvSpPr/>
              <p:nvPr/>
            </p:nvSpPr>
            <p:spPr>
              <a:xfrm flipH="1">
                <a:off x="-1750801" y="830978"/>
                <a:ext cx="788760" cy="637971"/>
              </a:xfrm>
              <a:custGeom>
                <a:avLst/>
                <a:gdLst/>
                <a:ahLst/>
                <a:cxnLst/>
                <a:rect l="l" t="t" r="r" b="b"/>
                <a:pathLst>
                  <a:path w="6434" h="5204" extrusionOk="0">
                    <a:moveTo>
                      <a:pt x="6163" y="601"/>
                    </a:moveTo>
                    <a:cubicBezTo>
                      <a:pt x="6163" y="601"/>
                      <a:pt x="6137" y="601"/>
                      <a:pt x="6280" y="1672"/>
                    </a:cubicBezTo>
                    <a:cubicBezTo>
                      <a:pt x="6434" y="2844"/>
                      <a:pt x="6081" y="4231"/>
                      <a:pt x="6081" y="4231"/>
                    </a:cubicBezTo>
                    <a:cubicBezTo>
                      <a:pt x="6081" y="4231"/>
                      <a:pt x="6245" y="4345"/>
                      <a:pt x="6261" y="4636"/>
                    </a:cubicBezTo>
                    <a:cubicBezTo>
                      <a:pt x="6277" y="4929"/>
                      <a:pt x="5814" y="4616"/>
                      <a:pt x="5814" y="4616"/>
                    </a:cubicBezTo>
                    <a:cubicBezTo>
                      <a:pt x="5344" y="4740"/>
                      <a:pt x="4175" y="4642"/>
                      <a:pt x="4175" y="4642"/>
                    </a:cubicBezTo>
                    <a:cubicBezTo>
                      <a:pt x="3026" y="4832"/>
                      <a:pt x="611" y="4975"/>
                      <a:pt x="611" y="4975"/>
                    </a:cubicBezTo>
                    <a:cubicBezTo>
                      <a:pt x="611" y="4975"/>
                      <a:pt x="451" y="5204"/>
                      <a:pt x="320" y="5115"/>
                    </a:cubicBezTo>
                    <a:cubicBezTo>
                      <a:pt x="187" y="5024"/>
                      <a:pt x="252" y="4789"/>
                      <a:pt x="252" y="4789"/>
                    </a:cubicBezTo>
                    <a:cubicBezTo>
                      <a:pt x="138" y="4544"/>
                      <a:pt x="53" y="4286"/>
                      <a:pt x="0" y="4022"/>
                    </a:cubicBezTo>
                    <a:cubicBezTo>
                      <a:pt x="1770" y="4329"/>
                      <a:pt x="2804" y="4120"/>
                      <a:pt x="3875" y="2889"/>
                    </a:cubicBezTo>
                    <a:cubicBezTo>
                      <a:pt x="4678" y="1962"/>
                      <a:pt x="4270" y="578"/>
                      <a:pt x="3712" y="197"/>
                    </a:cubicBezTo>
                    <a:cubicBezTo>
                      <a:pt x="4962" y="141"/>
                      <a:pt x="6029" y="193"/>
                      <a:pt x="6029" y="193"/>
                    </a:cubicBezTo>
                    <a:cubicBezTo>
                      <a:pt x="6029" y="193"/>
                      <a:pt x="6232" y="1"/>
                      <a:pt x="6326" y="167"/>
                    </a:cubicBezTo>
                    <a:cubicBezTo>
                      <a:pt x="6421" y="334"/>
                      <a:pt x="6163" y="601"/>
                      <a:pt x="6163" y="601"/>
                    </a:cubicBezTo>
                    <a:close/>
                  </a:path>
                </a:pathLst>
              </a:custGeom>
              <a:solidFill>
                <a:srgbClr val="FFFFFF">
                  <a:alpha val="33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97" name="Google Shape;4797;p73">
            <a:extLst>
              <a:ext uri="{FF2B5EF4-FFF2-40B4-BE49-F238E27FC236}">
                <a16:creationId xmlns:a16="http://schemas.microsoft.com/office/drawing/2014/main" id="{39CEF5FF-6EE3-DA03-02AA-93043C7649F2}"/>
              </a:ext>
            </a:extLst>
          </p:cNvPr>
          <p:cNvGrpSpPr/>
          <p:nvPr/>
        </p:nvGrpSpPr>
        <p:grpSpPr>
          <a:xfrm flipH="1">
            <a:off x="7432026" y="1398328"/>
            <a:ext cx="2323087" cy="3263305"/>
            <a:chOff x="7217080" y="1357280"/>
            <a:chExt cx="1963228" cy="2757801"/>
          </a:xfrm>
        </p:grpSpPr>
        <p:grpSp>
          <p:nvGrpSpPr>
            <p:cNvPr id="4798" name="Google Shape;4798;p73">
              <a:extLst>
                <a:ext uri="{FF2B5EF4-FFF2-40B4-BE49-F238E27FC236}">
                  <a16:creationId xmlns:a16="http://schemas.microsoft.com/office/drawing/2014/main" id="{9F85C032-0EA7-C725-E819-1199CACA6DDE}"/>
                </a:ext>
              </a:extLst>
            </p:cNvPr>
            <p:cNvGrpSpPr/>
            <p:nvPr/>
          </p:nvGrpSpPr>
          <p:grpSpPr>
            <a:xfrm flipH="1">
              <a:off x="8742851" y="3467656"/>
              <a:ext cx="213287" cy="647424"/>
              <a:chOff x="751475" y="4048875"/>
              <a:chExt cx="138175" cy="419425"/>
            </a:xfrm>
          </p:grpSpPr>
          <p:sp>
            <p:nvSpPr>
              <p:cNvPr id="4799" name="Google Shape;4799;p73">
                <a:extLst>
                  <a:ext uri="{FF2B5EF4-FFF2-40B4-BE49-F238E27FC236}">
                    <a16:creationId xmlns:a16="http://schemas.microsoft.com/office/drawing/2014/main" id="{DA0084BD-61E6-D903-4CDD-BC81628B836D}"/>
                  </a:ext>
                </a:extLst>
              </p:cNvPr>
              <p:cNvSpPr/>
              <p:nvPr/>
            </p:nvSpPr>
            <p:spPr>
              <a:xfrm>
                <a:off x="776425" y="4073100"/>
                <a:ext cx="75275" cy="33000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13200" extrusionOk="0">
                    <a:moveTo>
                      <a:pt x="1" y="0"/>
                    </a:moveTo>
                    <a:lnTo>
                      <a:pt x="1" y="13200"/>
                    </a:lnTo>
                    <a:lnTo>
                      <a:pt x="1904" y="13200"/>
                    </a:lnTo>
                    <a:lnTo>
                      <a:pt x="30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0" name="Google Shape;4800;p73">
                <a:extLst>
                  <a:ext uri="{FF2B5EF4-FFF2-40B4-BE49-F238E27FC236}">
                    <a16:creationId xmlns:a16="http://schemas.microsoft.com/office/drawing/2014/main" id="{9DCE86EC-E6F1-4C8E-C9BE-CEEA5F2C0C5B}"/>
                  </a:ext>
                </a:extLst>
              </p:cNvPr>
              <p:cNvSpPr/>
              <p:nvPr/>
            </p:nvSpPr>
            <p:spPr>
              <a:xfrm>
                <a:off x="775700" y="4072275"/>
                <a:ext cx="76800" cy="331575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3263" extrusionOk="0">
                    <a:moveTo>
                      <a:pt x="3007" y="63"/>
                    </a:moveTo>
                    <a:lnTo>
                      <a:pt x="1907" y="13204"/>
                    </a:lnTo>
                    <a:lnTo>
                      <a:pt x="62" y="13204"/>
                    </a:lnTo>
                    <a:lnTo>
                      <a:pt x="62" y="63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0" y="14"/>
                      <a:pt x="0" y="33"/>
                    </a:cubicBezTo>
                    <a:lnTo>
                      <a:pt x="0" y="13233"/>
                    </a:lnTo>
                    <a:cubicBezTo>
                      <a:pt x="0" y="13249"/>
                      <a:pt x="14" y="13262"/>
                      <a:pt x="30" y="13262"/>
                    </a:cubicBezTo>
                    <a:lnTo>
                      <a:pt x="1933" y="13262"/>
                    </a:lnTo>
                    <a:cubicBezTo>
                      <a:pt x="1949" y="13262"/>
                      <a:pt x="1962" y="13252"/>
                      <a:pt x="1965" y="13236"/>
                    </a:cubicBezTo>
                    <a:lnTo>
                      <a:pt x="3069" y="33"/>
                    </a:lnTo>
                    <a:cubicBezTo>
                      <a:pt x="3072" y="27"/>
                      <a:pt x="3069" y="17"/>
                      <a:pt x="3062" y="10"/>
                    </a:cubicBezTo>
                    <a:cubicBezTo>
                      <a:pt x="3056" y="4"/>
                      <a:pt x="3049" y="1"/>
                      <a:pt x="3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1" name="Google Shape;4801;p73">
                <a:extLst>
                  <a:ext uri="{FF2B5EF4-FFF2-40B4-BE49-F238E27FC236}">
                    <a16:creationId xmlns:a16="http://schemas.microsoft.com/office/drawing/2014/main" id="{1ED734DF-2F77-5A19-96B3-AEEB91FEE69F}"/>
                  </a:ext>
                </a:extLst>
              </p:cNvPr>
              <p:cNvSpPr/>
              <p:nvPr/>
            </p:nvSpPr>
            <p:spPr>
              <a:xfrm>
                <a:off x="752275" y="4049675"/>
                <a:ext cx="24175" cy="353425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4137" extrusionOk="0">
                    <a:moveTo>
                      <a:pt x="1" y="0"/>
                    </a:moveTo>
                    <a:lnTo>
                      <a:pt x="494" y="13403"/>
                    </a:lnTo>
                    <a:lnTo>
                      <a:pt x="967" y="14137"/>
                    </a:lnTo>
                    <a:lnTo>
                      <a:pt x="967" y="9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2" name="Google Shape;4802;p73">
                <a:extLst>
                  <a:ext uri="{FF2B5EF4-FFF2-40B4-BE49-F238E27FC236}">
                    <a16:creationId xmlns:a16="http://schemas.microsoft.com/office/drawing/2014/main" id="{A5D745CD-775A-B013-70FF-843D1123C3F5}"/>
                  </a:ext>
                </a:extLst>
              </p:cNvPr>
              <p:cNvSpPr/>
              <p:nvPr/>
            </p:nvSpPr>
            <p:spPr>
              <a:xfrm>
                <a:off x="751475" y="4048875"/>
                <a:ext cx="25800" cy="3549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4199" extrusionOk="0">
                    <a:moveTo>
                      <a:pt x="62" y="107"/>
                    </a:moveTo>
                    <a:lnTo>
                      <a:pt x="969" y="982"/>
                    </a:lnTo>
                    <a:lnTo>
                      <a:pt x="969" y="14064"/>
                    </a:lnTo>
                    <a:lnTo>
                      <a:pt x="555" y="13425"/>
                    </a:lnTo>
                    <a:lnTo>
                      <a:pt x="62" y="107"/>
                    </a:lnTo>
                    <a:close/>
                    <a:moveTo>
                      <a:pt x="32" y="1"/>
                    </a:moveTo>
                    <a:cubicBezTo>
                      <a:pt x="16" y="1"/>
                      <a:pt x="0" y="14"/>
                      <a:pt x="0" y="32"/>
                    </a:cubicBezTo>
                    <a:lnTo>
                      <a:pt x="496" y="13435"/>
                    </a:lnTo>
                    <a:cubicBezTo>
                      <a:pt x="496" y="13441"/>
                      <a:pt x="499" y="13448"/>
                      <a:pt x="499" y="13451"/>
                    </a:cubicBezTo>
                    <a:lnTo>
                      <a:pt x="976" y="14185"/>
                    </a:lnTo>
                    <a:cubicBezTo>
                      <a:pt x="979" y="14195"/>
                      <a:pt x="989" y="14198"/>
                      <a:pt x="999" y="14198"/>
                    </a:cubicBezTo>
                    <a:cubicBezTo>
                      <a:pt x="1018" y="14198"/>
                      <a:pt x="1031" y="14185"/>
                      <a:pt x="1031" y="14169"/>
                    </a:cubicBezTo>
                    <a:lnTo>
                      <a:pt x="1031" y="969"/>
                    </a:lnTo>
                    <a:cubicBezTo>
                      <a:pt x="1031" y="959"/>
                      <a:pt x="1028" y="953"/>
                      <a:pt x="1022" y="946"/>
                    </a:cubicBezTo>
                    <a:lnTo>
                      <a:pt x="52" y="10"/>
                    </a:lnTo>
                    <a:cubicBezTo>
                      <a:pt x="46" y="4"/>
                      <a:pt x="39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3" name="Google Shape;4803;p73">
                <a:extLst>
                  <a:ext uri="{FF2B5EF4-FFF2-40B4-BE49-F238E27FC236}">
                    <a16:creationId xmlns:a16="http://schemas.microsoft.com/office/drawing/2014/main" id="{28E6B2FB-D082-6E0F-882F-9860EC9DA434}"/>
                  </a:ext>
                </a:extLst>
              </p:cNvPr>
              <p:cNvSpPr/>
              <p:nvPr/>
            </p:nvSpPr>
            <p:spPr>
              <a:xfrm>
                <a:off x="813550" y="4120250"/>
                <a:ext cx="75275" cy="34725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13890" extrusionOk="0">
                    <a:moveTo>
                      <a:pt x="1" y="1"/>
                    </a:moveTo>
                    <a:lnTo>
                      <a:pt x="1" y="13889"/>
                    </a:lnTo>
                    <a:lnTo>
                      <a:pt x="1904" y="13889"/>
                    </a:lnTo>
                    <a:lnTo>
                      <a:pt x="301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4" name="Google Shape;4804;p73">
                <a:extLst>
                  <a:ext uri="{FF2B5EF4-FFF2-40B4-BE49-F238E27FC236}">
                    <a16:creationId xmlns:a16="http://schemas.microsoft.com/office/drawing/2014/main" id="{9EB6A6C6-218C-2D2E-8086-4FCFA92BDDA6}"/>
                  </a:ext>
                </a:extLst>
              </p:cNvPr>
              <p:cNvSpPr/>
              <p:nvPr/>
            </p:nvSpPr>
            <p:spPr>
              <a:xfrm>
                <a:off x="812825" y="4119450"/>
                <a:ext cx="76825" cy="348850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13954" extrusionOk="0">
                    <a:moveTo>
                      <a:pt x="3007" y="59"/>
                    </a:moveTo>
                    <a:lnTo>
                      <a:pt x="1907" y="13892"/>
                    </a:lnTo>
                    <a:lnTo>
                      <a:pt x="63" y="13892"/>
                    </a:lnTo>
                    <a:lnTo>
                      <a:pt x="59" y="59"/>
                    </a:lnTo>
                    <a:close/>
                    <a:moveTo>
                      <a:pt x="30" y="0"/>
                    </a:moveTo>
                    <a:cubicBezTo>
                      <a:pt x="14" y="0"/>
                      <a:pt x="1" y="13"/>
                      <a:pt x="1" y="33"/>
                    </a:cubicBezTo>
                    <a:lnTo>
                      <a:pt x="1" y="13921"/>
                    </a:lnTo>
                    <a:cubicBezTo>
                      <a:pt x="1" y="13938"/>
                      <a:pt x="14" y="13954"/>
                      <a:pt x="30" y="13954"/>
                    </a:cubicBezTo>
                    <a:lnTo>
                      <a:pt x="1933" y="13954"/>
                    </a:lnTo>
                    <a:cubicBezTo>
                      <a:pt x="1949" y="13954"/>
                      <a:pt x="1962" y="13941"/>
                      <a:pt x="1962" y="13924"/>
                    </a:cubicBezTo>
                    <a:lnTo>
                      <a:pt x="3069" y="33"/>
                    </a:lnTo>
                    <a:cubicBezTo>
                      <a:pt x="3072" y="16"/>
                      <a:pt x="3056" y="0"/>
                      <a:pt x="30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5" name="Google Shape;4805;p73">
                <a:extLst>
                  <a:ext uri="{FF2B5EF4-FFF2-40B4-BE49-F238E27FC236}">
                    <a16:creationId xmlns:a16="http://schemas.microsoft.com/office/drawing/2014/main" id="{341415D4-2885-B278-96A6-F8491745752A}"/>
                  </a:ext>
                </a:extLst>
              </p:cNvPr>
              <p:cNvSpPr/>
              <p:nvPr/>
            </p:nvSpPr>
            <p:spPr>
              <a:xfrm>
                <a:off x="789325" y="4095625"/>
                <a:ext cx="24250" cy="371875"/>
              </a:xfrm>
              <a:custGeom>
                <a:avLst/>
                <a:gdLst/>
                <a:ahLst/>
                <a:cxnLst/>
                <a:rect l="l" t="t" r="r" b="b"/>
                <a:pathLst>
                  <a:path w="970" h="14875" extrusionOk="0">
                    <a:moveTo>
                      <a:pt x="1" y="0"/>
                    </a:moveTo>
                    <a:lnTo>
                      <a:pt x="497" y="14101"/>
                    </a:lnTo>
                    <a:lnTo>
                      <a:pt x="970" y="14874"/>
                    </a:lnTo>
                    <a:lnTo>
                      <a:pt x="970" y="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6" name="Google Shape;4806;p73">
                <a:extLst>
                  <a:ext uri="{FF2B5EF4-FFF2-40B4-BE49-F238E27FC236}">
                    <a16:creationId xmlns:a16="http://schemas.microsoft.com/office/drawing/2014/main" id="{3D396F3C-4A47-2A0E-AA01-AB27D4B9EA57}"/>
                  </a:ext>
                </a:extLst>
              </p:cNvPr>
              <p:cNvSpPr/>
              <p:nvPr/>
            </p:nvSpPr>
            <p:spPr>
              <a:xfrm>
                <a:off x="788600" y="4094800"/>
                <a:ext cx="25800" cy="37350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4940" extrusionOk="0">
                    <a:moveTo>
                      <a:pt x="65" y="111"/>
                    </a:moveTo>
                    <a:lnTo>
                      <a:pt x="970" y="1029"/>
                    </a:lnTo>
                    <a:lnTo>
                      <a:pt x="970" y="14800"/>
                    </a:lnTo>
                    <a:lnTo>
                      <a:pt x="555" y="14124"/>
                    </a:lnTo>
                    <a:lnTo>
                      <a:pt x="65" y="111"/>
                    </a:lnTo>
                    <a:close/>
                    <a:moveTo>
                      <a:pt x="31" y="1"/>
                    </a:moveTo>
                    <a:cubicBezTo>
                      <a:pt x="15" y="1"/>
                      <a:pt x="0" y="13"/>
                      <a:pt x="0" y="33"/>
                    </a:cubicBezTo>
                    <a:lnTo>
                      <a:pt x="496" y="14134"/>
                    </a:lnTo>
                    <a:cubicBezTo>
                      <a:pt x="496" y="14140"/>
                      <a:pt x="496" y="14143"/>
                      <a:pt x="500" y="14150"/>
                    </a:cubicBezTo>
                    <a:lnTo>
                      <a:pt x="973" y="14924"/>
                    </a:lnTo>
                    <a:cubicBezTo>
                      <a:pt x="979" y="14933"/>
                      <a:pt x="989" y="14940"/>
                      <a:pt x="999" y="14940"/>
                    </a:cubicBezTo>
                    <a:lnTo>
                      <a:pt x="1009" y="14940"/>
                    </a:lnTo>
                    <a:cubicBezTo>
                      <a:pt x="1022" y="14937"/>
                      <a:pt x="1032" y="14924"/>
                      <a:pt x="1032" y="14910"/>
                    </a:cubicBezTo>
                    <a:lnTo>
                      <a:pt x="1032" y="1019"/>
                    </a:lnTo>
                    <a:cubicBezTo>
                      <a:pt x="1028" y="1012"/>
                      <a:pt x="1028" y="1002"/>
                      <a:pt x="1022" y="999"/>
                    </a:cubicBezTo>
                    <a:lnTo>
                      <a:pt x="52" y="10"/>
                    </a:lnTo>
                    <a:cubicBezTo>
                      <a:pt x="46" y="4"/>
                      <a:pt x="38" y="1"/>
                      <a:pt x="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07" name="Google Shape;4807;p73">
              <a:extLst>
                <a:ext uri="{FF2B5EF4-FFF2-40B4-BE49-F238E27FC236}">
                  <a16:creationId xmlns:a16="http://schemas.microsoft.com/office/drawing/2014/main" id="{65AF39F7-6BF2-231D-4E33-4EE0041E9153}"/>
                </a:ext>
              </a:extLst>
            </p:cNvPr>
            <p:cNvGrpSpPr/>
            <p:nvPr/>
          </p:nvGrpSpPr>
          <p:grpSpPr>
            <a:xfrm>
              <a:off x="7217080" y="1357280"/>
              <a:ext cx="1963228" cy="2757796"/>
              <a:chOff x="418619" y="2681875"/>
              <a:chExt cx="1271850" cy="1786600"/>
            </a:xfrm>
          </p:grpSpPr>
          <p:sp>
            <p:nvSpPr>
              <p:cNvPr id="4808" name="Google Shape;4808;p73">
                <a:extLst>
                  <a:ext uri="{FF2B5EF4-FFF2-40B4-BE49-F238E27FC236}">
                    <a16:creationId xmlns:a16="http://schemas.microsoft.com/office/drawing/2014/main" id="{8E369EA1-9A68-2F0B-F1D4-3925A4B884F3}"/>
                  </a:ext>
                </a:extLst>
              </p:cNvPr>
              <p:cNvSpPr/>
              <p:nvPr/>
            </p:nvSpPr>
            <p:spPr>
              <a:xfrm>
                <a:off x="418619" y="4362450"/>
                <a:ext cx="1271850" cy="106025"/>
              </a:xfrm>
              <a:custGeom>
                <a:avLst/>
                <a:gdLst/>
                <a:ahLst/>
                <a:cxnLst/>
                <a:rect l="l" t="t" r="r" b="b"/>
                <a:pathLst>
                  <a:path w="50874" h="4241" extrusionOk="0">
                    <a:moveTo>
                      <a:pt x="1" y="0"/>
                    </a:moveTo>
                    <a:lnTo>
                      <a:pt x="2687" y="4240"/>
                    </a:lnTo>
                    <a:lnTo>
                      <a:pt x="50874" y="4240"/>
                    </a:lnTo>
                    <a:lnTo>
                      <a:pt x="47078" y="0"/>
                    </a:lnTo>
                    <a:close/>
                  </a:path>
                </a:pathLst>
              </a:custGeom>
              <a:solidFill>
                <a:schemeClr val="dk1">
                  <a:alpha val="83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9" name="Google Shape;4809;p73">
                <a:extLst>
                  <a:ext uri="{FF2B5EF4-FFF2-40B4-BE49-F238E27FC236}">
                    <a16:creationId xmlns:a16="http://schemas.microsoft.com/office/drawing/2014/main" id="{2C27935C-EAA8-B0EA-34ED-A7F4C8345638}"/>
                  </a:ext>
                </a:extLst>
              </p:cNvPr>
              <p:cNvSpPr/>
              <p:nvPr/>
            </p:nvSpPr>
            <p:spPr>
              <a:xfrm>
                <a:off x="776425" y="4073100"/>
                <a:ext cx="75275" cy="33000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13200" extrusionOk="0">
                    <a:moveTo>
                      <a:pt x="1" y="0"/>
                    </a:moveTo>
                    <a:lnTo>
                      <a:pt x="1" y="13200"/>
                    </a:lnTo>
                    <a:lnTo>
                      <a:pt x="1904" y="13200"/>
                    </a:lnTo>
                    <a:lnTo>
                      <a:pt x="30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0" name="Google Shape;4810;p73">
                <a:extLst>
                  <a:ext uri="{FF2B5EF4-FFF2-40B4-BE49-F238E27FC236}">
                    <a16:creationId xmlns:a16="http://schemas.microsoft.com/office/drawing/2014/main" id="{F28B6B9F-CCD1-CF42-5E36-1AC163FD9F13}"/>
                  </a:ext>
                </a:extLst>
              </p:cNvPr>
              <p:cNvSpPr/>
              <p:nvPr/>
            </p:nvSpPr>
            <p:spPr>
              <a:xfrm>
                <a:off x="775700" y="4072275"/>
                <a:ext cx="76800" cy="331575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3263" extrusionOk="0">
                    <a:moveTo>
                      <a:pt x="3007" y="63"/>
                    </a:moveTo>
                    <a:lnTo>
                      <a:pt x="1907" y="13204"/>
                    </a:lnTo>
                    <a:lnTo>
                      <a:pt x="62" y="13204"/>
                    </a:lnTo>
                    <a:lnTo>
                      <a:pt x="62" y="63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0" y="14"/>
                      <a:pt x="0" y="33"/>
                    </a:cubicBezTo>
                    <a:lnTo>
                      <a:pt x="0" y="13233"/>
                    </a:lnTo>
                    <a:cubicBezTo>
                      <a:pt x="0" y="13249"/>
                      <a:pt x="14" y="13262"/>
                      <a:pt x="30" y="13262"/>
                    </a:cubicBezTo>
                    <a:lnTo>
                      <a:pt x="1933" y="13262"/>
                    </a:lnTo>
                    <a:cubicBezTo>
                      <a:pt x="1949" y="13262"/>
                      <a:pt x="1962" y="13252"/>
                      <a:pt x="1965" y="13236"/>
                    </a:cubicBezTo>
                    <a:lnTo>
                      <a:pt x="3069" y="33"/>
                    </a:lnTo>
                    <a:cubicBezTo>
                      <a:pt x="3072" y="27"/>
                      <a:pt x="3069" y="17"/>
                      <a:pt x="3062" y="10"/>
                    </a:cubicBezTo>
                    <a:cubicBezTo>
                      <a:pt x="3056" y="4"/>
                      <a:pt x="3049" y="1"/>
                      <a:pt x="3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1" name="Google Shape;4811;p73">
                <a:extLst>
                  <a:ext uri="{FF2B5EF4-FFF2-40B4-BE49-F238E27FC236}">
                    <a16:creationId xmlns:a16="http://schemas.microsoft.com/office/drawing/2014/main" id="{2CDCA6BF-0620-609F-1EE2-7E637F2F051A}"/>
                  </a:ext>
                </a:extLst>
              </p:cNvPr>
              <p:cNvSpPr/>
              <p:nvPr/>
            </p:nvSpPr>
            <p:spPr>
              <a:xfrm>
                <a:off x="752275" y="4049675"/>
                <a:ext cx="24175" cy="353425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4137" extrusionOk="0">
                    <a:moveTo>
                      <a:pt x="1" y="0"/>
                    </a:moveTo>
                    <a:lnTo>
                      <a:pt x="494" y="13403"/>
                    </a:lnTo>
                    <a:lnTo>
                      <a:pt x="967" y="14137"/>
                    </a:lnTo>
                    <a:lnTo>
                      <a:pt x="967" y="9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2" name="Google Shape;4812;p73">
                <a:extLst>
                  <a:ext uri="{FF2B5EF4-FFF2-40B4-BE49-F238E27FC236}">
                    <a16:creationId xmlns:a16="http://schemas.microsoft.com/office/drawing/2014/main" id="{4D5C7566-2402-7C00-F2D4-883DFC4FCB42}"/>
                  </a:ext>
                </a:extLst>
              </p:cNvPr>
              <p:cNvSpPr/>
              <p:nvPr/>
            </p:nvSpPr>
            <p:spPr>
              <a:xfrm>
                <a:off x="751475" y="4048875"/>
                <a:ext cx="25800" cy="3549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4199" extrusionOk="0">
                    <a:moveTo>
                      <a:pt x="62" y="107"/>
                    </a:moveTo>
                    <a:lnTo>
                      <a:pt x="969" y="982"/>
                    </a:lnTo>
                    <a:lnTo>
                      <a:pt x="969" y="14064"/>
                    </a:lnTo>
                    <a:lnTo>
                      <a:pt x="555" y="13425"/>
                    </a:lnTo>
                    <a:lnTo>
                      <a:pt x="62" y="107"/>
                    </a:lnTo>
                    <a:close/>
                    <a:moveTo>
                      <a:pt x="32" y="1"/>
                    </a:moveTo>
                    <a:cubicBezTo>
                      <a:pt x="16" y="1"/>
                      <a:pt x="0" y="14"/>
                      <a:pt x="0" y="32"/>
                    </a:cubicBezTo>
                    <a:lnTo>
                      <a:pt x="496" y="13435"/>
                    </a:lnTo>
                    <a:cubicBezTo>
                      <a:pt x="496" y="13441"/>
                      <a:pt x="499" y="13448"/>
                      <a:pt x="499" y="13451"/>
                    </a:cubicBezTo>
                    <a:lnTo>
                      <a:pt x="976" y="14185"/>
                    </a:lnTo>
                    <a:cubicBezTo>
                      <a:pt x="979" y="14195"/>
                      <a:pt x="989" y="14198"/>
                      <a:pt x="999" y="14198"/>
                    </a:cubicBezTo>
                    <a:cubicBezTo>
                      <a:pt x="1018" y="14198"/>
                      <a:pt x="1031" y="14185"/>
                      <a:pt x="1031" y="14169"/>
                    </a:cubicBezTo>
                    <a:lnTo>
                      <a:pt x="1031" y="969"/>
                    </a:lnTo>
                    <a:cubicBezTo>
                      <a:pt x="1031" y="959"/>
                      <a:pt x="1028" y="953"/>
                      <a:pt x="1022" y="946"/>
                    </a:cubicBezTo>
                    <a:lnTo>
                      <a:pt x="52" y="10"/>
                    </a:lnTo>
                    <a:cubicBezTo>
                      <a:pt x="46" y="4"/>
                      <a:pt x="39" y="1"/>
                      <a:pt x="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3" name="Google Shape;4813;p73">
                <a:extLst>
                  <a:ext uri="{FF2B5EF4-FFF2-40B4-BE49-F238E27FC236}">
                    <a16:creationId xmlns:a16="http://schemas.microsoft.com/office/drawing/2014/main" id="{8958D33C-E301-3465-D665-4E71B11C612D}"/>
                  </a:ext>
                </a:extLst>
              </p:cNvPr>
              <p:cNvSpPr/>
              <p:nvPr/>
            </p:nvSpPr>
            <p:spPr>
              <a:xfrm>
                <a:off x="813550" y="3456925"/>
                <a:ext cx="828775" cy="663200"/>
              </a:xfrm>
              <a:custGeom>
                <a:avLst/>
                <a:gdLst/>
                <a:ahLst/>
                <a:cxnLst/>
                <a:rect l="l" t="t" r="r" b="b"/>
                <a:pathLst>
                  <a:path w="33151" h="26528" extrusionOk="0">
                    <a:moveTo>
                      <a:pt x="1" y="1"/>
                    </a:moveTo>
                    <a:lnTo>
                      <a:pt x="1" y="26527"/>
                    </a:lnTo>
                    <a:lnTo>
                      <a:pt x="33151" y="26527"/>
                    </a:lnTo>
                    <a:lnTo>
                      <a:pt x="331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4" name="Google Shape;4814;p73">
                <a:extLst>
                  <a:ext uri="{FF2B5EF4-FFF2-40B4-BE49-F238E27FC236}">
                    <a16:creationId xmlns:a16="http://schemas.microsoft.com/office/drawing/2014/main" id="{17BDF4EE-2771-A2B6-4C44-CC47ED269696}"/>
                  </a:ext>
                </a:extLst>
              </p:cNvPr>
              <p:cNvSpPr/>
              <p:nvPr/>
            </p:nvSpPr>
            <p:spPr>
              <a:xfrm>
                <a:off x="812825" y="3456200"/>
                <a:ext cx="830325" cy="664725"/>
              </a:xfrm>
              <a:custGeom>
                <a:avLst/>
                <a:gdLst/>
                <a:ahLst/>
                <a:cxnLst/>
                <a:rect l="l" t="t" r="r" b="b"/>
                <a:pathLst>
                  <a:path w="33213" h="26589" extrusionOk="0">
                    <a:moveTo>
                      <a:pt x="33150" y="62"/>
                    </a:moveTo>
                    <a:lnTo>
                      <a:pt x="33150" y="26527"/>
                    </a:lnTo>
                    <a:lnTo>
                      <a:pt x="63" y="26527"/>
                    </a:lnTo>
                    <a:lnTo>
                      <a:pt x="63" y="62"/>
                    </a:lnTo>
                    <a:close/>
                    <a:moveTo>
                      <a:pt x="30" y="0"/>
                    </a:moveTo>
                    <a:cubicBezTo>
                      <a:pt x="14" y="0"/>
                      <a:pt x="1" y="13"/>
                      <a:pt x="1" y="33"/>
                    </a:cubicBezTo>
                    <a:lnTo>
                      <a:pt x="1" y="26556"/>
                    </a:lnTo>
                    <a:cubicBezTo>
                      <a:pt x="1" y="26576"/>
                      <a:pt x="14" y="26589"/>
                      <a:pt x="30" y="26589"/>
                    </a:cubicBezTo>
                    <a:lnTo>
                      <a:pt x="33183" y="26589"/>
                    </a:lnTo>
                    <a:cubicBezTo>
                      <a:pt x="33199" y="26589"/>
                      <a:pt x="33212" y="26576"/>
                      <a:pt x="33212" y="26556"/>
                    </a:cubicBezTo>
                    <a:lnTo>
                      <a:pt x="33212" y="33"/>
                    </a:lnTo>
                    <a:cubicBezTo>
                      <a:pt x="33212" y="13"/>
                      <a:pt x="33199" y="0"/>
                      <a:pt x="33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5" name="Google Shape;4815;p73">
                <a:extLst>
                  <a:ext uri="{FF2B5EF4-FFF2-40B4-BE49-F238E27FC236}">
                    <a16:creationId xmlns:a16="http://schemas.microsoft.com/office/drawing/2014/main" id="{44443C51-F1E5-6065-1B62-7D6C0B8488C5}"/>
                  </a:ext>
                </a:extLst>
              </p:cNvPr>
              <p:cNvSpPr/>
              <p:nvPr/>
            </p:nvSpPr>
            <p:spPr>
              <a:xfrm>
                <a:off x="858350" y="3519425"/>
                <a:ext cx="739250" cy="555975"/>
              </a:xfrm>
              <a:custGeom>
                <a:avLst/>
                <a:gdLst/>
                <a:ahLst/>
                <a:cxnLst/>
                <a:rect l="l" t="t" r="r" b="b"/>
                <a:pathLst>
                  <a:path w="29570" h="22239" extrusionOk="0">
                    <a:moveTo>
                      <a:pt x="1" y="1"/>
                    </a:moveTo>
                    <a:lnTo>
                      <a:pt x="1" y="22239"/>
                    </a:lnTo>
                    <a:lnTo>
                      <a:pt x="29570" y="22239"/>
                    </a:lnTo>
                    <a:lnTo>
                      <a:pt x="295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6" name="Google Shape;4816;p73">
                <a:extLst>
                  <a:ext uri="{FF2B5EF4-FFF2-40B4-BE49-F238E27FC236}">
                    <a16:creationId xmlns:a16="http://schemas.microsoft.com/office/drawing/2014/main" id="{AAD005AA-8561-B0C8-F133-18B598002D57}"/>
                  </a:ext>
                </a:extLst>
              </p:cNvPr>
              <p:cNvSpPr/>
              <p:nvPr/>
            </p:nvSpPr>
            <p:spPr>
              <a:xfrm>
                <a:off x="857550" y="3518700"/>
                <a:ext cx="740800" cy="557425"/>
              </a:xfrm>
              <a:custGeom>
                <a:avLst/>
                <a:gdLst/>
                <a:ahLst/>
                <a:cxnLst/>
                <a:rect l="l" t="t" r="r" b="b"/>
                <a:pathLst>
                  <a:path w="29632" h="22297" extrusionOk="0">
                    <a:moveTo>
                      <a:pt x="29569" y="59"/>
                    </a:moveTo>
                    <a:lnTo>
                      <a:pt x="29569" y="22238"/>
                    </a:lnTo>
                    <a:lnTo>
                      <a:pt x="62" y="22238"/>
                    </a:lnTo>
                    <a:lnTo>
                      <a:pt x="62" y="59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30"/>
                    </a:cubicBezTo>
                    <a:lnTo>
                      <a:pt x="0" y="22268"/>
                    </a:lnTo>
                    <a:cubicBezTo>
                      <a:pt x="0" y="22284"/>
                      <a:pt x="17" y="22297"/>
                      <a:pt x="33" y="22297"/>
                    </a:cubicBezTo>
                    <a:lnTo>
                      <a:pt x="29602" y="22297"/>
                    </a:lnTo>
                    <a:cubicBezTo>
                      <a:pt x="29618" y="22297"/>
                      <a:pt x="29631" y="22284"/>
                      <a:pt x="29631" y="22268"/>
                    </a:cubicBezTo>
                    <a:lnTo>
                      <a:pt x="29631" y="30"/>
                    </a:lnTo>
                    <a:cubicBezTo>
                      <a:pt x="29631" y="13"/>
                      <a:pt x="29618" y="0"/>
                      <a:pt x="29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7" name="Google Shape;4817;p73">
                <a:extLst>
                  <a:ext uri="{FF2B5EF4-FFF2-40B4-BE49-F238E27FC236}">
                    <a16:creationId xmlns:a16="http://schemas.microsoft.com/office/drawing/2014/main" id="{E3195FB6-BD12-2A7F-5978-B3D891259B89}"/>
                  </a:ext>
                </a:extLst>
              </p:cNvPr>
              <p:cNvSpPr/>
              <p:nvPr/>
            </p:nvSpPr>
            <p:spPr>
              <a:xfrm>
                <a:off x="858350" y="3519425"/>
                <a:ext cx="739250" cy="555975"/>
              </a:xfrm>
              <a:custGeom>
                <a:avLst/>
                <a:gdLst/>
                <a:ahLst/>
                <a:cxnLst/>
                <a:rect l="l" t="t" r="r" b="b"/>
                <a:pathLst>
                  <a:path w="29570" h="22239" extrusionOk="0">
                    <a:moveTo>
                      <a:pt x="1" y="1"/>
                    </a:moveTo>
                    <a:lnTo>
                      <a:pt x="1" y="22239"/>
                    </a:lnTo>
                    <a:lnTo>
                      <a:pt x="29570" y="22239"/>
                    </a:lnTo>
                    <a:lnTo>
                      <a:pt x="29570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8" name="Google Shape;4818;p73">
                <a:extLst>
                  <a:ext uri="{FF2B5EF4-FFF2-40B4-BE49-F238E27FC236}">
                    <a16:creationId xmlns:a16="http://schemas.microsoft.com/office/drawing/2014/main" id="{77E2BFE3-9491-C35D-EF86-331E239C6820}"/>
                  </a:ext>
                </a:extLst>
              </p:cNvPr>
              <p:cNvSpPr/>
              <p:nvPr/>
            </p:nvSpPr>
            <p:spPr>
              <a:xfrm>
                <a:off x="813550" y="4120250"/>
                <a:ext cx="75275" cy="34725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13890" extrusionOk="0">
                    <a:moveTo>
                      <a:pt x="1" y="1"/>
                    </a:moveTo>
                    <a:lnTo>
                      <a:pt x="1" y="13889"/>
                    </a:lnTo>
                    <a:lnTo>
                      <a:pt x="1904" y="13889"/>
                    </a:lnTo>
                    <a:lnTo>
                      <a:pt x="301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9" name="Google Shape;4819;p73">
                <a:extLst>
                  <a:ext uri="{FF2B5EF4-FFF2-40B4-BE49-F238E27FC236}">
                    <a16:creationId xmlns:a16="http://schemas.microsoft.com/office/drawing/2014/main" id="{47CC4B8A-B855-4707-148A-91750AF3A7C9}"/>
                  </a:ext>
                </a:extLst>
              </p:cNvPr>
              <p:cNvSpPr/>
              <p:nvPr/>
            </p:nvSpPr>
            <p:spPr>
              <a:xfrm>
                <a:off x="812825" y="4119450"/>
                <a:ext cx="76825" cy="348850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13954" extrusionOk="0">
                    <a:moveTo>
                      <a:pt x="3007" y="59"/>
                    </a:moveTo>
                    <a:lnTo>
                      <a:pt x="1907" y="13892"/>
                    </a:lnTo>
                    <a:lnTo>
                      <a:pt x="63" y="13892"/>
                    </a:lnTo>
                    <a:lnTo>
                      <a:pt x="59" y="59"/>
                    </a:lnTo>
                    <a:close/>
                    <a:moveTo>
                      <a:pt x="30" y="0"/>
                    </a:moveTo>
                    <a:cubicBezTo>
                      <a:pt x="14" y="0"/>
                      <a:pt x="1" y="13"/>
                      <a:pt x="1" y="33"/>
                    </a:cubicBezTo>
                    <a:lnTo>
                      <a:pt x="1" y="13921"/>
                    </a:lnTo>
                    <a:cubicBezTo>
                      <a:pt x="1" y="13938"/>
                      <a:pt x="14" y="13954"/>
                      <a:pt x="30" y="13954"/>
                    </a:cubicBezTo>
                    <a:lnTo>
                      <a:pt x="1933" y="13954"/>
                    </a:lnTo>
                    <a:cubicBezTo>
                      <a:pt x="1949" y="13954"/>
                      <a:pt x="1962" y="13941"/>
                      <a:pt x="1962" y="13924"/>
                    </a:cubicBezTo>
                    <a:lnTo>
                      <a:pt x="3069" y="33"/>
                    </a:lnTo>
                    <a:cubicBezTo>
                      <a:pt x="3072" y="16"/>
                      <a:pt x="3056" y="0"/>
                      <a:pt x="30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0" name="Google Shape;4820;p73">
                <a:extLst>
                  <a:ext uri="{FF2B5EF4-FFF2-40B4-BE49-F238E27FC236}">
                    <a16:creationId xmlns:a16="http://schemas.microsoft.com/office/drawing/2014/main" id="{61CBD636-58BD-B2CA-B827-0FCC38CF5D5E}"/>
                  </a:ext>
                </a:extLst>
              </p:cNvPr>
              <p:cNvSpPr/>
              <p:nvPr/>
            </p:nvSpPr>
            <p:spPr>
              <a:xfrm>
                <a:off x="754400" y="3437175"/>
                <a:ext cx="888000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35520" h="794" extrusionOk="0">
                    <a:moveTo>
                      <a:pt x="1" y="1"/>
                    </a:moveTo>
                    <a:lnTo>
                      <a:pt x="2367" y="794"/>
                    </a:lnTo>
                    <a:lnTo>
                      <a:pt x="35520" y="794"/>
                    </a:lnTo>
                    <a:lnTo>
                      <a:pt x="3315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1" name="Google Shape;4821;p73">
                <a:extLst>
                  <a:ext uri="{FF2B5EF4-FFF2-40B4-BE49-F238E27FC236}">
                    <a16:creationId xmlns:a16="http://schemas.microsoft.com/office/drawing/2014/main" id="{1C808814-6553-3660-E457-6D20EF89433C}"/>
                  </a:ext>
                </a:extLst>
              </p:cNvPr>
              <p:cNvSpPr/>
              <p:nvPr/>
            </p:nvSpPr>
            <p:spPr>
              <a:xfrm>
                <a:off x="858350" y="4017450"/>
                <a:ext cx="739250" cy="57950"/>
              </a:xfrm>
              <a:custGeom>
                <a:avLst/>
                <a:gdLst/>
                <a:ahLst/>
                <a:cxnLst/>
                <a:rect l="l" t="t" r="r" b="b"/>
                <a:pathLst>
                  <a:path w="29570" h="2318" extrusionOk="0">
                    <a:moveTo>
                      <a:pt x="1" y="0"/>
                    </a:moveTo>
                    <a:lnTo>
                      <a:pt x="1" y="2318"/>
                    </a:lnTo>
                    <a:lnTo>
                      <a:pt x="29570" y="2318"/>
                    </a:lnTo>
                    <a:lnTo>
                      <a:pt x="259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2" name="Google Shape;4822;p73">
                <a:extLst>
                  <a:ext uri="{FF2B5EF4-FFF2-40B4-BE49-F238E27FC236}">
                    <a16:creationId xmlns:a16="http://schemas.microsoft.com/office/drawing/2014/main" id="{29B882AC-F6AC-4D4C-ACA9-9BDD3817974B}"/>
                  </a:ext>
                </a:extLst>
              </p:cNvPr>
              <p:cNvSpPr/>
              <p:nvPr/>
            </p:nvSpPr>
            <p:spPr>
              <a:xfrm>
                <a:off x="857550" y="4016700"/>
                <a:ext cx="740875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29635" h="2377" extrusionOk="0">
                    <a:moveTo>
                      <a:pt x="25989" y="60"/>
                    </a:moveTo>
                    <a:lnTo>
                      <a:pt x="29497" y="2318"/>
                    </a:lnTo>
                    <a:lnTo>
                      <a:pt x="62" y="2318"/>
                    </a:lnTo>
                    <a:lnTo>
                      <a:pt x="62" y="60"/>
                    </a:lnTo>
                    <a:close/>
                    <a:moveTo>
                      <a:pt x="33" y="1"/>
                    </a:moveTo>
                    <a:cubicBezTo>
                      <a:pt x="17" y="1"/>
                      <a:pt x="0" y="14"/>
                      <a:pt x="0" y="30"/>
                    </a:cubicBezTo>
                    <a:lnTo>
                      <a:pt x="0" y="2348"/>
                    </a:lnTo>
                    <a:cubicBezTo>
                      <a:pt x="0" y="2364"/>
                      <a:pt x="17" y="2377"/>
                      <a:pt x="33" y="2377"/>
                    </a:cubicBezTo>
                    <a:lnTo>
                      <a:pt x="29602" y="2377"/>
                    </a:lnTo>
                    <a:cubicBezTo>
                      <a:pt x="29615" y="2377"/>
                      <a:pt x="29628" y="2370"/>
                      <a:pt x="29631" y="2357"/>
                    </a:cubicBezTo>
                    <a:cubicBezTo>
                      <a:pt x="29634" y="2344"/>
                      <a:pt x="29631" y="2328"/>
                      <a:pt x="29618" y="2321"/>
                    </a:cubicBezTo>
                    <a:lnTo>
                      <a:pt x="26011" y="4"/>
                    </a:lnTo>
                    <a:cubicBezTo>
                      <a:pt x="26008" y="1"/>
                      <a:pt x="26002" y="1"/>
                      <a:pt x="259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3" name="Google Shape;4823;p73">
                <a:extLst>
                  <a:ext uri="{FF2B5EF4-FFF2-40B4-BE49-F238E27FC236}">
                    <a16:creationId xmlns:a16="http://schemas.microsoft.com/office/drawing/2014/main" id="{B6C2CB95-2DB0-77A6-F43A-AE5ABE6763EA}"/>
                  </a:ext>
                </a:extLst>
              </p:cNvPr>
              <p:cNvSpPr/>
              <p:nvPr/>
            </p:nvSpPr>
            <p:spPr>
              <a:xfrm>
                <a:off x="1506675" y="3522125"/>
                <a:ext cx="1575" cy="49535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9814" extrusionOk="0">
                    <a:moveTo>
                      <a:pt x="1" y="0"/>
                    </a:moveTo>
                    <a:lnTo>
                      <a:pt x="1" y="19813"/>
                    </a:lnTo>
                    <a:lnTo>
                      <a:pt x="63" y="19813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4" name="Google Shape;4824;p73">
                <a:extLst>
                  <a:ext uri="{FF2B5EF4-FFF2-40B4-BE49-F238E27FC236}">
                    <a16:creationId xmlns:a16="http://schemas.microsoft.com/office/drawing/2014/main" id="{9F6AE77D-AFBA-04E5-493A-16EC8D1689E1}"/>
                  </a:ext>
                </a:extLst>
              </p:cNvPr>
              <p:cNvSpPr/>
              <p:nvPr/>
            </p:nvSpPr>
            <p:spPr>
              <a:xfrm>
                <a:off x="752350" y="3437175"/>
                <a:ext cx="61225" cy="682950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7318" extrusionOk="0">
                    <a:moveTo>
                      <a:pt x="83" y="1"/>
                    </a:moveTo>
                    <a:lnTo>
                      <a:pt x="1" y="24735"/>
                    </a:lnTo>
                    <a:lnTo>
                      <a:pt x="2449" y="27317"/>
                    </a:lnTo>
                    <a:lnTo>
                      <a:pt x="2449" y="794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5" name="Google Shape;4825;p73">
                <a:extLst>
                  <a:ext uri="{FF2B5EF4-FFF2-40B4-BE49-F238E27FC236}">
                    <a16:creationId xmlns:a16="http://schemas.microsoft.com/office/drawing/2014/main" id="{CEA301BE-AF0E-2384-CF20-77E693D0D121}"/>
                  </a:ext>
                </a:extLst>
              </p:cNvPr>
              <p:cNvSpPr/>
              <p:nvPr/>
            </p:nvSpPr>
            <p:spPr>
              <a:xfrm>
                <a:off x="751625" y="3436400"/>
                <a:ext cx="62775" cy="684525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27381" extrusionOk="0">
                    <a:moveTo>
                      <a:pt x="141" y="74"/>
                    </a:moveTo>
                    <a:lnTo>
                      <a:pt x="2449" y="844"/>
                    </a:lnTo>
                    <a:lnTo>
                      <a:pt x="2449" y="27273"/>
                    </a:lnTo>
                    <a:lnTo>
                      <a:pt x="59" y="24753"/>
                    </a:lnTo>
                    <a:lnTo>
                      <a:pt x="141" y="74"/>
                    </a:lnTo>
                    <a:close/>
                    <a:moveTo>
                      <a:pt x="109" y="0"/>
                    </a:moveTo>
                    <a:cubicBezTo>
                      <a:pt x="104" y="0"/>
                      <a:pt x="99" y="2"/>
                      <a:pt x="95" y="6"/>
                    </a:cubicBezTo>
                    <a:cubicBezTo>
                      <a:pt x="85" y="12"/>
                      <a:pt x="82" y="22"/>
                      <a:pt x="82" y="32"/>
                    </a:cubicBezTo>
                    <a:lnTo>
                      <a:pt x="1" y="24766"/>
                    </a:lnTo>
                    <a:cubicBezTo>
                      <a:pt x="1" y="24773"/>
                      <a:pt x="4" y="24779"/>
                      <a:pt x="7" y="24786"/>
                    </a:cubicBezTo>
                    <a:lnTo>
                      <a:pt x="2455" y="27371"/>
                    </a:lnTo>
                    <a:cubicBezTo>
                      <a:pt x="2462" y="27378"/>
                      <a:pt x="2471" y="27381"/>
                      <a:pt x="2478" y="27381"/>
                    </a:cubicBezTo>
                    <a:cubicBezTo>
                      <a:pt x="2481" y="27381"/>
                      <a:pt x="2488" y="27381"/>
                      <a:pt x="2491" y="27378"/>
                    </a:cubicBezTo>
                    <a:cubicBezTo>
                      <a:pt x="2501" y="27374"/>
                      <a:pt x="2511" y="27361"/>
                      <a:pt x="2511" y="27348"/>
                    </a:cubicBezTo>
                    <a:lnTo>
                      <a:pt x="2511" y="825"/>
                    </a:lnTo>
                    <a:cubicBezTo>
                      <a:pt x="2511" y="808"/>
                      <a:pt x="2501" y="799"/>
                      <a:pt x="2488" y="795"/>
                    </a:cubicBezTo>
                    <a:lnTo>
                      <a:pt x="121" y="2"/>
                    </a:lnTo>
                    <a:cubicBezTo>
                      <a:pt x="117" y="1"/>
                      <a:pt x="113" y="0"/>
                      <a:pt x="1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6" name="Google Shape;4826;p73">
                <a:extLst>
                  <a:ext uri="{FF2B5EF4-FFF2-40B4-BE49-F238E27FC236}">
                    <a16:creationId xmlns:a16="http://schemas.microsoft.com/office/drawing/2014/main" id="{3A7778BE-BFDB-D04A-3385-183C9ACEC1EB}"/>
                  </a:ext>
                </a:extLst>
              </p:cNvPr>
              <p:cNvSpPr/>
              <p:nvPr/>
            </p:nvSpPr>
            <p:spPr>
              <a:xfrm>
                <a:off x="752350" y="3437175"/>
                <a:ext cx="61225" cy="682950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7318" extrusionOk="0">
                    <a:moveTo>
                      <a:pt x="83" y="1"/>
                    </a:moveTo>
                    <a:lnTo>
                      <a:pt x="1" y="24735"/>
                    </a:lnTo>
                    <a:lnTo>
                      <a:pt x="2449" y="27317"/>
                    </a:lnTo>
                    <a:lnTo>
                      <a:pt x="2449" y="794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7" name="Google Shape;4827;p73">
                <a:extLst>
                  <a:ext uri="{FF2B5EF4-FFF2-40B4-BE49-F238E27FC236}">
                    <a16:creationId xmlns:a16="http://schemas.microsoft.com/office/drawing/2014/main" id="{86A93AF6-0099-A041-20F3-A337A5AE0852}"/>
                  </a:ext>
                </a:extLst>
              </p:cNvPr>
              <p:cNvSpPr/>
              <p:nvPr/>
            </p:nvSpPr>
            <p:spPr>
              <a:xfrm>
                <a:off x="789325" y="4095625"/>
                <a:ext cx="24250" cy="371875"/>
              </a:xfrm>
              <a:custGeom>
                <a:avLst/>
                <a:gdLst/>
                <a:ahLst/>
                <a:cxnLst/>
                <a:rect l="l" t="t" r="r" b="b"/>
                <a:pathLst>
                  <a:path w="970" h="14875" extrusionOk="0">
                    <a:moveTo>
                      <a:pt x="1" y="0"/>
                    </a:moveTo>
                    <a:lnTo>
                      <a:pt x="497" y="14101"/>
                    </a:lnTo>
                    <a:lnTo>
                      <a:pt x="970" y="14874"/>
                    </a:lnTo>
                    <a:lnTo>
                      <a:pt x="970" y="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8" name="Google Shape;4828;p73">
                <a:extLst>
                  <a:ext uri="{FF2B5EF4-FFF2-40B4-BE49-F238E27FC236}">
                    <a16:creationId xmlns:a16="http://schemas.microsoft.com/office/drawing/2014/main" id="{F59246B5-78F2-29EE-E3E1-47D3B935D9A2}"/>
                  </a:ext>
                </a:extLst>
              </p:cNvPr>
              <p:cNvSpPr/>
              <p:nvPr/>
            </p:nvSpPr>
            <p:spPr>
              <a:xfrm>
                <a:off x="788600" y="4094800"/>
                <a:ext cx="25800" cy="37350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4940" extrusionOk="0">
                    <a:moveTo>
                      <a:pt x="65" y="111"/>
                    </a:moveTo>
                    <a:lnTo>
                      <a:pt x="970" y="1029"/>
                    </a:lnTo>
                    <a:lnTo>
                      <a:pt x="970" y="14800"/>
                    </a:lnTo>
                    <a:lnTo>
                      <a:pt x="555" y="14124"/>
                    </a:lnTo>
                    <a:lnTo>
                      <a:pt x="65" y="111"/>
                    </a:lnTo>
                    <a:close/>
                    <a:moveTo>
                      <a:pt x="31" y="1"/>
                    </a:moveTo>
                    <a:cubicBezTo>
                      <a:pt x="15" y="1"/>
                      <a:pt x="0" y="13"/>
                      <a:pt x="0" y="33"/>
                    </a:cubicBezTo>
                    <a:lnTo>
                      <a:pt x="496" y="14134"/>
                    </a:lnTo>
                    <a:cubicBezTo>
                      <a:pt x="496" y="14140"/>
                      <a:pt x="496" y="14143"/>
                      <a:pt x="500" y="14150"/>
                    </a:cubicBezTo>
                    <a:lnTo>
                      <a:pt x="973" y="14924"/>
                    </a:lnTo>
                    <a:cubicBezTo>
                      <a:pt x="979" y="14933"/>
                      <a:pt x="989" y="14940"/>
                      <a:pt x="999" y="14940"/>
                    </a:cubicBezTo>
                    <a:lnTo>
                      <a:pt x="1009" y="14940"/>
                    </a:lnTo>
                    <a:cubicBezTo>
                      <a:pt x="1022" y="14937"/>
                      <a:pt x="1032" y="14924"/>
                      <a:pt x="1032" y="14910"/>
                    </a:cubicBezTo>
                    <a:lnTo>
                      <a:pt x="1032" y="1019"/>
                    </a:lnTo>
                    <a:cubicBezTo>
                      <a:pt x="1028" y="1012"/>
                      <a:pt x="1028" y="1002"/>
                      <a:pt x="1022" y="999"/>
                    </a:cubicBezTo>
                    <a:lnTo>
                      <a:pt x="52" y="10"/>
                    </a:lnTo>
                    <a:cubicBezTo>
                      <a:pt x="46" y="4"/>
                      <a:pt x="38" y="1"/>
                      <a:pt x="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9" name="Google Shape;4829;p73">
                <a:extLst>
                  <a:ext uri="{FF2B5EF4-FFF2-40B4-BE49-F238E27FC236}">
                    <a16:creationId xmlns:a16="http://schemas.microsoft.com/office/drawing/2014/main" id="{8FB118B3-BF81-6E39-303F-DF82BDB2D83D}"/>
                  </a:ext>
                </a:extLst>
              </p:cNvPr>
              <p:cNvSpPr/>
              <p:nvPr/>
            </p:nvSpPr>
            <p:spPr>
              <a:xfrm>
                <a:off x="754400" y="3437175"/>
                <a:ext cx="888000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35520" h="794" extrusionOk="0">
                    <a:moveTo>
                      <a:pt x="33150" y="1"/>
                    </a:moveTo>
                    <a:lnTo>
                      <a:pt x="1" y="1"/>
                    </a:lnTo>
                    <a:lnTo>
                      <a:pt x="2367" y="794"/>
                    </a:lnTo>
                    <a:lnTo>
                      <a:pt x="35520" y="794"/>
                    </a:lnTo>
                    <a:close/>
                  </a:path>
                </a:pathLst>
              </a:custGeom>
              <a:gradFill>
                <a:gsLst>
                  <a:gs pos="0">
                    <a:srgbClr val="545791">
                      <a:alpha val="61040"/>
                    </a:srgbClr>
                  </a:gs>
                  <a:gs pos="100000">
                    <a:srgbClr val="D88794">
                      <a:alpha val="6104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0" name="Google Shape;4830;p73">
                <a:extLst>
                  <a:ext uri="{FF2B5EF4-FFF2-40B4-BE49-F238E27FC236}">
                    <a16:creationId xmlns:a16="http://schemas.microsoft.com/office/drawing/2014/main" id="{D2F67D55-404B-4363-DD25-312009ACE19E}"/>
                  </a:ext>
                </a:extLst>
              </p:cNvPr>
              <p:cNvSpPr/>
              <p:nvPr/>
            </p:nvSpPr>
            <p:spPr>
              <a:xfrm>
                <a:off x="753575" y="3436450"/>
                <a:ext cx="889800" cy="21325"/>
              </a:xfrm>
              <a:custGeom>
                <a:avLst/>
                <a:gdLst/>
                <a:ahLst/>
                <a:cxnLst/>
                <a:rect l="l" t="t" r="r" b="b"/>
                <a:pathLst>
                  <a:path w="35592" h="853" extrusionOk="0">
                    <a:moveTo>
                      <a:pt x="33180" y="59"/>
                    </a:moveTo>
                    <a:lnTo>
                      <a:pt x="35363" y="790"/>
                    </a:lnTo>
                    <a:lnTo>
                      <a:pt x="2407" y="790"/>
                    </a:lnTo>
                    <a:lnTo>
                      <a:pt x="220" y="59"/>
                    </a:lnTo>
                    <a:close/>
                    <a:moveTo>
                      <a:pt x="34" y="0"/>
                    </a:moveTo>
                    <a:cubicBezTo>
                      <a:pt x="17" y="0"/>
                      <a:pt x="7" y="10"/>
                      <a:pt x="4" y="26"/>
                    </a:cubicBezTo>
                    <a:cubicBezTo>
                      <a:pt x="1" y="39"/>
                      <a:pt x="11" y="56"/>
                      <a:pt x="24" y="59"/>
                    </a:cubicBezTo>
                    <a:lnTo>
                      <a:pt x="2390" y="852"/>
                    </a:lnTo>
                    <a:lnTo>
                      <a:pt x="35550" y="852"/>
                    </a:lnTo>
                    <a:cubicBezTo>
                      <a:pt x="35585" y="852"/>
                      <a:pt x="35592" y="803"/>
                      <a:pt x="35559" y="793"/>
                    </a:cubicBezTo>
                    <a:lnTo>
                      <a:pt x="331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1" name="Google Shape;4831;p73">
                <a:extLst>
                  <a:ext uri="{FF2B5EF4-FFF2-40B4-BE49-F238E27FC236}">
                    <a16:creationId xmlns:a16="http://schemas.microsoft.com/office/drawing/2014/main" id="{C99FF742-63B1-6BA9-697D-158366DAF349}"/>
                  </a:ext>
                </a:extLst>
              </p:cNvPr>
              <p:cNvSpPr/>
              <p:nvPr/>
            </p:nvSpPr>
            <p:spPr>
              <a:xfrm>
                <a:off x="1492975" y="360112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2" name="Google Shape;4832;p73">
                <a:extLst>
                  <a:ext uri="{FF2B5EF4-FFF2-40B4-BE49-F238E27FC236}">
                    <a16:creationId xmlns:a16="http://schemas.microsoft.com/office/drawing/2014/main" id="{51F152DF-8D93-FA75-FCD5-29E9AA52F3A0}"/>
                  </a:ext>
                </a:extLst>
              </p:cNvPr>
              <p:cNvSpPr/>
              <p:nvPr/>
            </p:nvSpPr>
            <p:spPr>
              <a:xfrm>
                <a:off x="1492150" y="3600350"/>
                <a:ext cx="70700" cy="451300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8052" extrusionOk="0">
                    <a:moveTo>
                      <a:pt x="2762" y="83"/>
                    </a:moveTo>
                    <a:lnTo>
                      <a:pt x="1081" y="17951"/>
                    </a:lnTo>
                    <a:lnTo>
                      <a:pt x="66" y="16880"/>
                    </a:lnTo>
                    <a:lnTo>
                      <a:pt x="1587" y="713"/>
                    </a:lnTo>
                    <a:lnTo>
                      <a:pt x="2762" y="83"/>
                    </a:lnTo>
                    <a:close/>
                    <a:moveTo>
                      <a:pt x="2798" y="0"/>
                    </a:moveTo>
                    <a:cubicBezTo>
                      <a:pt x="2792" y="0"/>
                      <a:pt x="2787" y="2"/>
                      <a:pt x="2782" y="5"/>
                    </a:cubicBezTo>
                    <a:lnTo>
                      <a:pt x="1541" y="668"/>
                    </a:lnTo>
                    <a:cubicBezTo>
                      <a:pt x="1532" y="674"/>
                      <a:pt x="1528" y="681"/>
                      <a:pt x="1525" y="694"/>
                    </a:cubicBezTo>
                    <a:lnTo>
                      <a:pt x="1" y="16886"/>
                    </a:lnTo>
                    <a:cubicBezTo>
                      <a:pt x="1" y="16896"/>
                      <a:pt x="4" y="16906"/>
                      <a:pt x="10" y="16913"/>
                    </a:cubicBezTo>
                    <a:lnTo>
                      <a:pt x="1081" y="18042"/>
                    </a:lnTo>
                    <a:cubicBezTo>
                      <a:pt x="1088" y="18045"/>
                      <a:pt x="1094" y="18048"/>
                      <a:pt x="1104" y="18052"/>
                    </a:cubicBezTo>
                    <a:cubicBezTo>
                      <a:pt x="1107" y="18048"/>
                      <a:pt x="1110" y="18048"/>
                      <a:pt x="1114" y="18045"/>
                    </a:cubicBezTo>
                    <a:cubicBezTo>
                      <a:pt x="1124" y="18042"/>
                      <a:pt x="1133" y="18032"/>
                      <a:pt x="1133" y="18022"/>
                    </a:cubicBezTo>
                    <a:lnTo>
                      <a:pt x="2827" y="31"/>
                    </a:lnTo>
                    <a:cubicBezTo>
                      <a:pt x="2827" y="21"/>
                      <a:pt x="2824" y="11"/>
                      <a:pt x="2814" y="5"/>
                    </a:cubicBezTo>
                    <a:cubicBezTo>
                      <a:pt x="2809" y="2"/>
                      <a:pt x="2804" y="0"/>
                      <a:pt x="2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3" name="Google Shape;4833;p73">
                <a:extLst>
                  <a:ext uri="{FF2B5EF4-FFF2-40B4-BE49-F238E27FC236}">
                    <a16:creationId xmlns:a16="http://schemas.microsoft.com/office/drawing/2014/main" id="{8D3AA250-CC1D-5CA1-4BEB-9B1B3654D322}"/>
                  </a:ext>
                </a:extLst>
              </p:cNvPr>
              <p:cNvSpPr/>
              <p:nvPr/>
            </p:nvSpPr>
            <p:spPr>
              <a:xfrm>
                <a:off x="1492975" y="360112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4" name="Google Shape;4834;p73">
                <a:extLst>
                  <a:ext uri="{FF2B5EF4-FFF2-40B4-BE49-F238E27FC236}">
                    <a16:creationId xmlns:a16="http://schemas.microsoft.com/office/drawing/2014/main" id="{072C88AC-E1B5-0515-3101-58A8319B7572}"/>
                  </a:ext>
                </a:extLst>
              </p:cNvPr>
              <p:cNvSpPr/>
              <p:nvPr/>
            </p:nvSpPr>
            <p:spPr>
              <a:xfrm>
                <a:off x="1519725" y="3601125"/>
                <a:ext cx="48500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18054" extrusionOk="0">
                    <a:moveTo>
                      <a:pt x="1695" y="0"/>
                    </a:moveTo>
                    <a:lnTo>
                      <a:pt x="1" y="17988"/>
                    </a:lnTo>
                    <a:lnTo>
                      <a:pt x="249" y="18053"/>
                    </a:lnTo>
                    <a:lnTo>
                      <a:pt x="1940" y="75"/>
                    </a:lnTo>
                    <a:lnTo>
                      <a:pt x="16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5" name="Google Shape;4835;p73">
                <a:extLst>
                  <a:ext uri="{FF2B5EF4-FFF2-40B4-BE49-F238E27FC236}">
                    <a16:creationId xmlns:a16="http://schemas.microsoft.com/office/drawing/2014/main" id="{8E501B17-0249-269C-6111-5BDEBACA0DFD}"/>
                  </a:ext>
                </a:extLst>
              </p:cNvPr>
              <p:cNvSpPr/>
              <p:nvPr/>
            </p:nvSpPr>
            <p:spPr>
              <a:xfrm>
                <a:off x="1518925" y="3600375"/>
                <a:ext cx="50125" cy="45292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7" extrusionOk="0">
                    <a:moveTo>
                      <a:pt x="1753" y="69"/>
                    </a:moveTo>
                    <a:lnTo>
                      <a:pt x="1939" y="125"/>
                    </a:lnTo>
                    <a:lnTo>
                      <a:pt x="255" y="18044"/>
                    </a:lnTo>
                    <a:lnTo>
                      <a:pt x="66" y="17995"/>
                    </a:lnTo>
                    <a:lnTo>
                      <a:pt x="1753" y="69"/>
                    </a:lnTo>
                    <a:close/>
                    <a:moveTo>
                      <a:pt x="1734" y="1"/>
                    </a:moveTo>
                    <a:cubicBezTo>
                      <a:pt x="1727" y="1"/>
                      <a:pt x="1717" y="1"/>
                      <a:pt x="1707" y="7"/>
                    </a:cubicBezTo>
                    <a:cubicBezTo>
                      <a:pt x="1701" y="10"/>
                      <a:pt x="1694" y="20"/>
                      <a:pt x="1694" y="30"/>
                    </a:cubicBezTo>
                    <a:lnTo>
                      <a:pt x="4" y="18018"/>
                    </a:lnTo>
                    <a:cubicBezTo>
                      <a:pt x="0" y="18031"/>
                      <a:pt x="10" y="18044"/>
                      <a:pt x="26" y="18051"/>
                    </a:cubicBezTo>
                    <a:lnTo>
                      <a:pt x="271" y="18116"/>
                    </a:lnTo>
                    <a:lnTo>
                      <a:pt x="281" y="18116"/>
                    </a:lnTo>
                    <a:cubicBezTo>
                      <a:pt x="288" y="18116"/>
                      <a:pt x="294" y="18113"/>
                      <a:pt x="297" y="18110"/>
                    </a:cubicBezTo>
                    <a:cubicBezTo>
                      <a:pt x="307" y="18106"/>
                      <a:pt x="310" y="18096"/>
                      <a:pt x="310" y="18087"/>
                    </a:cubicBezTo>
                    <a:lnTo>
                      <a:pt x="2004" y="108"/>
                    </a:lnTo>
                    <a:cubicBezTo>
                      <a:pt x="2004" y="92"/>
                      <a:pt x="1995" y="79"/>
                      <a:pt x="1982" y="76"/>
                    </a:cubicBezTo>
                    <a:lnTo>
                      <a:pt x="1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6" name="Google Shape;4836;p73">
                <a:extLst>
                  <a:ext uri="{FF2B5EF4-FFF2-40B4-BE49-F238E27FC236}">
                    <a16:creationId xmlns:a16="http://schemas.microsoft.com/office/drawing/2014/main" id="{01D6CA2A-9636-F9C4-27F4-5EDB7C23D6F0}"/>
                  </a:ext>
                </a:extLst>
              </p:cNvPr>
              <p:cNvSpPr/>
              <p:nvPr/>
            </p:nvSpPr>
            <p:spPr>
              <a:xfrm>
                <a:off x="1472250" y="360127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1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1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7" name="Google Shape;4837;p73">
                <a:extLst>
                  <a:ext uri="{FF2B5EF4-FFF2-40B4-BE49-F238E27FC236}">
                    <a16:creationId xmlns:a16="http://schemas.microsoft.com/office/drawing/2014/main" id="{82977503-D941-EA67-531C-82DA90190D06}"/>
                  </a:ext>
                </a:extLst>
              </p:cNvPr>
              <p:cNvSpPr/>
              <p:nvPr/>
            </p:nvSpPr>
            <p:spPr>
              <a:xfrm>
                <a:off x="1471500" y="3600600"/>
                <a:ext cx="70675" cy="45122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8049" extrusionOk="0">
                    <a:moveTo>
                      <a:pt x="2759" y="83"/>
                    </a:moveTo>
                    <a:lnTo>
                      <a:pt x="1078" y="17947"/>
                    </a:lnTo>
                    <a:lnTo>
                      <a:pt x="63" y="16876"/>
                    </a:lnTo>
                    <a:lnTo>
                      <a:pt x="1584" y="713"/>
                    </a:lnTo>
                    <a:lnTo>
                      <a:pt x="2759" y="83"/>
                    </a:lnTo>
                    <a:close/>
                    <a:moveTo>
                      <a:pt x="2797" y="0"/>
                    </a:moveTo>
                    <a:cubicBezTo>
                      <a:pt x="2792" y="0"/>
                      <a:pt x="2787" y="2"/>
                      <a:pt x="2782" y="5"/>
                    </a:cubicBezTo>
                    <a:lnTo>
                      <a:pt x="1542" y="667"/>
                    </a:lnTo>
                    <a:cubicBezTo>
                      <a:pt x="1532" y="674"/>
                      <a:pt x="1525" y="680"/>
                      <a:pt x="1525" y="693"/>
                    </a:cubicBezTo>
                    <a:lnTo>
                      <a:pt x="1" y="16883"/>
                    </a:lnTo>
                    <a:cubicBezTo>
                      <a:pt x="1" y="16893"/>
                      <a:pt x="1" y="16903"/>
                      <a:pt x="7" y="16909"/>
                    </a:cubicBezTo>
                    <a:lnTo>
                      <a:pt x="1081" y="18038"/>
                    </a:lnTo>
                    <a:cubicBezTo>
                      <a:pt x="1085" y="18045"/>
                      <a:pt x="1094" y="18048"/>
                      <a:pt x="1101" y="18048"/>
                    </a:cubicBezTo>
                    <a:lnTo>
                      <a:pt x="1111" y="18048"/>
                    </a:lnTo>
                    <a:cubicBezTo>
                      <a:pt x="1124" y="18045"/>
                      <a:pt x="1130" y="18035"/>
                      <a:pt x="1134" y="18022"/>
                    </a:cubicBezTo>
                    <a:lnTo>
                      <a:pt x="2824" y="34"/>
                    </a:lnTo>
                    <a:cubicBezTo>
                      <a:pt x="2827" y="14"/>
                      <a:pt x="2812" y="0"/>
                      <a:pt x="27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8" name="Google Shape;4838;p73">
                <a:extLst>
                  <a:ext uri="{FF2B5EF4-FFF2-40B4-BE49-F238E27FC236}">
                    <a16:creationId xmlns:a16="http://schemas.microsoft.com/office/drawing/2014/main" id="{1AFBA6E6-2C05-81A2-E26B-859B59491A98}"/>
                  </a:ext>
                </a:extLst>
              </p:cNvPr>
              <p:cNvSpPr/>
              <p:nvPr/>
            </p:nvSpPr>
            <p:spPr>
              <a:xfrm>
                <a:off x="1472250" y="360127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1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1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9" name="Google Shape;4839;p73">
                <a:extLst>
                  <a:ext uri="{FF2B5EF4-FFF2-40B4-BE49-F238E27FC236}">
                    <a16:creationId xmlns:a16="http://schemas.microsoft.com/office/drawing/2014/main" id="{A444C683-4F7B-12F8-A6D3-D561A4DD553A}"/>
                  </a:ext>
                </a:extLst>
              </p:cNvPr>
              <p:cNvSpPr/>
              <p:nvPr/>
            </p:nvSpPr>
            <p:spPr>
              <a:xfrm>
                <a:off x="1499000" y="3601275"/>
                <a:ext cx="48575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8054" extrusionOk="0">
                    <a:moveTo>
                      <a:pt x="1695" y="1"/>
                    </a:moveTo>
                    <a:lnTo>
                      <a:pt x="1" y="17989"/>
                    </a:lnTo>
                    <a:lnTo>
                      <a:pt x="249" y="18054"/>
                    </a:lnTo>
                    <a:lnTo>
                      <a:pt x="1943" y="76"/>
                    </a:lnTo>
                    <a:lnTo>
                      <a:pt x="16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0" name="Google Shape;4840;p73">
                <a:extLst>
                  <a:ext uri="{FF2B5EF4-FFF2-40B4-BE49-F238E27FC236}">
                    <a16:creationId xmlns:a16="http://schemas.microsoft.com/office/drawing/2014/main" id="{BD32715A-49E8-8A8F-086F-11F601459556}"/>
                  </a:ext>
                </a:extLst>
              </p:cNvPr>
              <p:cNvSpPr/>
              <p:nvPr/>
            </p:nvSpPr>
            <p:spPr>
              <a:xfrm>
                <a:off x="1498275" y="3600575"/>
                <a:ext cx="50125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5" extrusionOk="0">
                    <a:moveTo>
                      <a:pt x="1750" y="71"/>
                    </a:moveTo>
                    <a:lnTo>
                      <a:pt x="1939" y="127"/>
                    </a:lnTo>
                    <a:lnTo>
                      <a:pt x="252" y="18046"/>
                    </a:lnTo>
                    <a:lnTo>
                      <a:pt x="63" y="17997"/>
                    </a:lnTo>
                    <a:lnTo>
                      <a:pt x="1750" y="71"/>
                    </a:lnTo>
                    <a:close/>
                    <a:moveTo>
                      <a:pt x="1722" y="0"/>
                    </a:moveTo>
                    <a:cubicBezTo>
                      <a:pt x="1716" y="0"/>
                      <a:pt x="1711" y="2"/>
                      <a:pt x="1708" y="6"/>
                    </a:cubicBezTo>
                    <a:cubicBezTo>
                      <a:pt x="1698" y="12"/>
                      <a:pt x="1695" y="19"/>
                      <a:pt x="1695" y="29"/>
                    </a:cubicBezTo>
                    <a:lnTo>
                      <a:pt x="1" y="18017"/>
                    </a:lnTo>
                    <a:cubicBezTo>
                      <a:pt x="1" y="18033"/>
                      <a:pt x="7" y="18046"/>
                      <a:pt x="23" y="18049"/>
                    </a:cubicBezTo>
                    <a:lnTo>
                      <a:pt x="271" y="18115"/>
                    </a:lnTo>
                    <a:lnTo>
                      <a:pt x="278" y="18115"/>
                    </a:lnTo>
                    <a:cubicBezTo>
                      <a:pt x="284" y="18115"/>
                      <a:pt x="291" y="18111"/>
                      <a:pt x="298" y="18108"/>
                    </a:cubicBezTo>
                    <a:cubicBezTo>
                      <a:pt x="304" y="18105"/>
                      <a:pt x="307" y="18095"/>
                      <a:pt x="311" y="18085"/>
                    </a:cubicBezTo>
                    <a:lnTo>
                      <a:pt x="2001" y="107"/>
                    </a:lnTo>
                    <a:cubicBezTo>
                      <a:pt x="2005" y="94"/>
                      <a:pt x="1995" y="81"/>
                      <a:pt x="1982" y="74"/>
                    </a:cubicBezTo>
                    <a:lnTo>
                      <a:pt x="1734" y="2"/>
                    </a:lnTo>
                    <a:cubicBezTo>
                      <a:pt x="1730" y="1"/>
                      <a:pt x="1726" y="0"/>
                      <a:pt x="17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1" name="Google Shape;4841;p73">
                <a:extLst>
                  <a:ext uri="{FF2B5EF4-FFF2-40B4-BE49-F238E27FC236}">
                    <a16:creationId xmlns:a16="http://schemas.microsoft.com/office/drawing/2014/main" id="{968E5A4A-C752-4C00-569C-577BA506DD07}"/>
                  </a:ext>
                </a:extLst>
              </p:cNvPr>
              <p:cNvSpPr/>
              <p:nvPr/>
            </p:nvSpPr>
            <p:spPr>
              <a:xfrm>
                <a:off x="1451600" y="3601525"/>
                <a:ext cx="690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2" h="17989" extrusionOk="0">
                    <a:moveTo>
                      <a:pt x="2762" y="0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1" y="17988"/>
                    </a:lnTo>
                    <a:lnTo>
                      <a:pt x="27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2" name="Google Shape;4842;p73">
                <a:extLst>
                  <a:ext uri="{FF2B5EF4-FFF2-40B4-BE49-F238E27FC236}">
                    <a16:creationId xmlns:a16="http://schemas.microsoft.com/office/drawing/2014/main" id="{BE5AEB0C-5EF8-BC5E-6786-EB909F25ABD9}"/>
                  </a:ext>
                </a:extLst>
              </p:cNvPr>
              <p:cNvSpPr/>
              <p:nvPr/>
            </p:nvSpPr>
            <p:spPr>
              <a:xfrm>
                <a:off x="1450775" y="3600725"/>
                <a:ext cx="70775" cy="4512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18050" extrusionOk="0">
                    <a:moveTo>
                      <a:pt x="2759" y="85"/>
                    </a:moveTo>
                    <a:lnTo>
                      <a:pt x="1078" y="17949"/>
                    </a:lnTo>
                    <a:lnTo>
                      <a:pt x="63" y="16878"/>
                    </a:lnTo>
                    <a:lnTo>
                      <a:pt x="1584" y="715"/>
                    </a:lnTo>
                    <a:lnTo>
                      <a:pt x="2759" y="85"/>
                    </a:lnTo>
                    <a:close/>
                    <a:moveTo>
                      <a:pt x="2796" y="0"/>
                    </a:moveTo>
                    <a:cubicBezTo>
                      <a:pt x="2791" y="0"/>
                      <a:pt x="2786" y="1"/>
                      <a:pt x="2782" y="3"/>
                    </a:cubicBezTo>
                    <a:lnTo>
                      <a:pt x="1541" y="669"/>
                    </a:lnTo>
                    <a:cubicBezTo>
                      <a:pt x="1532" y="672"/>
                      <a:pt x="1525" y="682"/>
                      <a:pt x="1525" y="692"/>
                    </a:cubicBezTo>
                    <a:lnTo>
                      <a:pt x="1" y="16888"/>
                    </a:lnTo>
                    <a:cubicBezTo>
                      <a:pt x="1" y="16894"/>
                      <a:pt x="4" y="16904"/>
                      <a:pt x="11" y="16911"/>
                    </a:cubicBezTo>
                    <a:lnTo>
                      <a:pt x="1081" y="18040"/>
                    </a:lnTo>
                    <a:cubicBezTo>
                      <a:pt x="1088" y="18047"/>
                      <a:pt x="1094" y="18050"/>
                      <a:pt x="1104" y="18050"/>
                    </a:cubicBezTo>
                    <a:cubicBezTo>
                      <a:pt x="1107" y="18050"/>
                      <a:pt x="1111" y="18050"/>
                      <a:pt x="1114" y="18047"/>
                    </a:cubicBezTo>
                    <a:cubicBezTo>
                      <a:pt x="1124" y="18043"/>
                      <a:pt x="1133" y="18033"/>
                      <a:pt x="1133" y="18020"/>
                    </a:cubicBezTo>
                    <a:lnTo>
                      <a:pt x="2827" y="32"/>
                    </a:lnTo>
                    <a:cubicBezTo>
                      <a:pt x="2830" y="14"/>
                      <a:pt x="2814" y="0"/>
                      <a:pt x="27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3" name="Google Shape;4843;p73">
                <a:extLst>
                  <a:ext uri="{FF2B5EF4-FFF2-40B4-BE49-F238E27FC236}">
                    <a16:creationId xmlns:a16="http://schemas.microsoft.com/office/drawing/2014/main" id="{B4476462-98F6-7247-DAF7-4A18BB8B8817}"/>
                  </a:ext>
                </a:extLst>
              </p:cNvPr>
              <p:cNvSpPr/>
              <p:nvPr/>
            </p:nvSpPr>
            <p:spPr>
              <a:xfrm>
                <a:off x="1451600" y="3601525"/>
                <a:ext cx="690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2" h="17989" extrusionOk="0">
                    <a:moveTo>
                      <a:pt x="2762" y="0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1" y="17988"/>
                    </a:lnTo>
                    <a:lnTo>
                      <a:pt x="2762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4" name="Google Shape;4844;p73">
                <a:extLst>
                  <a:ext uri="{FF2B5EF4-FFF2-40B4-BE49-F238E27FC236}">
                    <a16:creationId xmlns:a16="http://schemas.microsoft.com/office/drawing/2014/main" id="{64B70819-1E74-B574-0C97-625AACF959E3}"/>
                  </a:ext>
                </a:extLst>
              </p:cNvPr>
              <p:cNvSpPr/>
              <p:nvPr/>
            </p:nvSpPr>
            <p:spPr>
              <a:xfrm>
                <a:off x="1478375" y="3601525"/>
                <a:ext cx="48475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18054" extrusionOk="0">
                    <a:moveTo>
                      <a:pt x="1691" y="0"/>
                    </a:moveTo>
                    <a:lnTo>
                      <a:pt x="0" y="17988"/>
                    </a:lnTo>
                    <a:lnTo>
                      <a:pt x="248" y="18054"/>
                    </a:lnTo>
                    <a:lnTo>
                      <a:pt x="1939" y="72"/>
                    </a:lnTo>
                    <a:lnTo>
                      <a:pt x="16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5" name="Google Shape;4845;p73">
                <a:extLst>
                  <a:ext uri="{FF2B5EF4-FFF2-40B4-BE49-F238E27FC236}">
                    <a16:creationId xmlns:a16="http://schemas.microsoft.com/office/drawing/2014/main" id="{34A2E9E7-E64B-B681-407C-04FCF0CEE46E}"/>
                  </a:ext>
                </a:extLst>
              </p:cNvPr>
              <p:cNvSpPr/>
              <p:nvPr/>
            </p:nvSpPr>
            <p:spPr>
              <a:xfrm>
                <a:off x="1477550" y="3600750"/>
                <a:ext cx="50125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5" extrusionOk="0">
                    <a:moveTo>
                      <a:pt x="1753" y="71"/>
                    </a:moveTo>
                    <a:lnTo>
                      <a:pt x="1939" y="126"/>
                    </a:lnTo>
                    <a:lnTo>
                      <a:pt x="255" y="18046"/>
                    </a:lnTo>
                    <a:lnTo>
                      <a:pt x="66" y="17997"/>
                    </a:lnTo>
                    <a:lnTo>
                      <a:pt x="1753" y="71"/>
                    </a:lnTo>
                    <a:close/>
                    <a:moveTo>
                      <a:pt x="1727" y="1"/>
                    </a:moveTo>
                    <a:cubicBezTo>
                      <a:pt x="1721" y="1"/>
                      <a:pt x="1714" y="3"/>
                      <a:pt x="1708" y="5"/>
                    </a:cubicBezTo>
                    <a:cubicBezTo>
                      <a:pt x="1701" y="12"/>
                      <a:pt x="1698" y="18"/>
                      <a:pt x="1694" y="28"/>
                    </a:cubicBezTo>
                    <a:lnTo>
                      <a:pt x="4" y="18016"/>
                    </a:lnTo>
                    <a:cubicBezTo>
                      <a:pt x="0" y="18032"/>
                      <a:pt x="10" y="18046"/>
                      <a:pt x="27" y="18049"/>
                    </a:cubicBezTo>
                    <a:lnTo>
                      <a:pt x="275" y="18114"/>
                    </a:lnTo>
                    <a:lnTo>
                      <a:pt x="281" y="18114"/>
                    </a:lnTo>
                    <a:cubicBezTo>
                      <a:pt x="288" y="18114"/>
                      <a:pt x="294" y="18114"/>
                      <a:pt x="297" y="18111"/>
                    </a:cubicBezTo>
                    <a:cubicBezTo>
                      <a:pt x="307" y="18104"/>
                      <a:pt x="311" y="18098"/>
                      <a:pt x="311" y="18088"/>
                    </a:cubicBezTo>
                    <a:lnTo>
                      <a:pt x="2005" y="106"/>
                    </a:lnTo>
                    <a:cubicBezTo>
                      <a:pt x="2005" y="93"/>
                      <a:pt x="1995" y="80"/>
                      <a:pt x="1982" y="77"/>
                    </a:cubicBezTo>
                    <a:lnTo>
                      <a:pt x="1734" y="2"/>
                    </a:lnTo>
                    <a:cubicBezTo>
                      <a:pt x="1732" y="1"/>
                      <a:pt x="1730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6" name="Google Shape;4846;p73">
                <a:extLst>
                  <a:ext uri="{FF2B5EF4-FFF2-40B4-BE49-F238E27FC236}">
                    <a16:creationId xmlns:a16="http://schemas.microsoft.com/office/drawing/2014/main" id="{DA8B95FE-9D8B-325A-F16A-95A8E1A6988C}"/>
                  </a:ext>
                </a:extLst>
              </p:cNvPr>
              <p:cNvSpPr/>
              <p:nvPr/>
            </p:nvSpPr>
            <p:spPr>
              <a:xfrm>
                <a:off x="1430875" y="3601675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1"/>
                    </a:moveTo>
                    <a:lnTo>
                      <a:pt x="1525" y="664"/>
                    </a:lnTo>
                    <a:lnTo>
                      <a:pt x="0" y="16860"/>
                    </a:lnTo>
                    <a:lnTo>
                      <a:pt x="1071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7" name="Google Shape;4847;p73">
                <a:extLst>
                  <a:ext uri="{FF2B5EF4-FFF2-40B4-BE49-F238E27FC236}">
                    <a16:creationId xmlns:a16="http://schemas.microsoft.com/office/drawing/2014/main" id="{23D08603-8767-A3B2-E39F-2385BEE98C5A}"/>
                  </a:ext>
                </a:extLst>
              </p:cNvPr>
              <p:cNvSpPr/>
              <p:nvPr/>
            </p:nvSpPr>
            <p:spPr>
              <a:xfrm>
                <a:off x="1430050" y="3600925"/>
                <a:ext cx="70775" cy="4512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18049" extrusionOk="0">
                    <a:moveTo>
                      <a:pt x="2762" y="83"/>
                    </a:moveTo>
                    <a:lnTo>
                      <a:pt x="1081" y="17947"/>
                    </a:lnTo>
                    <a:lnTo>
                      <a:pt x="66" y="16877"/>
                    </a:lnTo>
                    <a:lnTo>
                      <a:pt x="1587" y="713"/>
                    </a:lnTo>
                    <a:lnTo>
                      <a:pt x="2762" y="83"/>
                    </a:lnTo>
                    <a:close/>
                    <a:moveTo>
                      <a:pt x="2800" y="0"/>
                    </a:moveTo>
                    <a:cubicBezTo>
                      <a:pt x="2795" y="0"/>
                      <a:pt x="2790" y="2"/>
                      <a:pt x="2785" y="5"/>
                    </a:cubicBezTo>
                    <a:lnTo>
                      <a:pt x="1545" y="667"/>
                    </a:lnTo>
                    <a:cubicBezTo>
                      <a:pt x="1535" y="674"/>
                      <a:pt x="1528" y="680"/>
                      <a:pt x="1528" y="694"/>
                    </a:cubicBezTo>
                    <a:lnTo>
                      <a:pt x="4" y="16886"/>
                    </a:lnTo>
                    <a:cubicBezTo>
                      <a:pt x="1" y="16896"/>
                      <a:pt x="4" y="16903"/>
                      <a:pt x="11" y="16909"/>
                    </a:cubicBezTo>
                    <a:lnTo>
                      <a:pt x="1081" y="18039"/>
                    </a:lnTo>
                    <a:cubicBezTo>
                      <a:pt x="1088" y="18045"/>
                      <a:pt x="1097" y="18048"/>
                      <a:pt x="1104" y="18048"/>
                    </a:cubicBezTo>
                    <a:lnTo>
                      <a:pt x="1117" y="18048"/>
                    </a:lnTo>
                    <a:cubicBezTo>
                      <a:pt x="1127" y="18045"/>
                      <a:pt x="1133" y="18035"/>
                      <a:pt x="1137" y="18022"/>
                    </a:cubicBezTo>
                    <a:lnTo>
                      <a:pt x="2831" y="34"/>
                    </a:lnTo>
                    <a:cubicBezTo>
                      <a:pt x="2831" y="14"/>
                      <a:pt x="2816" y="0"/>
                      <a:pt x="28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8" name="Google Shape;4848;p73">
                <a:extLst>
                  <a:ext uri="{FF2B5EF4-FFF2-40B4-BE49-F238E27FC236}">
                    <a16:creationId xmlns:a16="http://schemas.microsoft.com/office/drawing/2014/main" id="{B773873A-951A-C8DA-F4CA-0C3BFBA927B7}"/>
                  </a:ext>
                </a:extLst>
              </p:cNvPr>
              <p:cNvSpPr/>
              <p:nvPr/>
            </p:nvSpPr>
            <p:spPr>
              <a:xfrm>
                <a:off x="1430875" y="3601675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1"/>
                    </a:moveTo>
                    <a:lnTo>
                      <a:pt x="1525" y="664"/>
                    </a:lnTo>
                    <a:lnTo>
                      <a:pt x="0" y="16860"/>
                    </a:lnTo>
                    <a:lnTo>
                      <a:pt x="1071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9" name="Google Shape;4849;p73">
                <a:extLst>
                  <a:ext uri="{FF2B5EF4-FFF2-40B4-BE49-F238E27FC236}">
                    <a16:creationId xmlns:a16="http://schemas.microsoft.com/office/drawing/2014/main" id="{72BE46E3-F5F2-A8DF-7BBE-EF80B2A60E88}"/>
                  </a:ext>
                </a:extLst>
              </p:cNvPr>
              <p:cNvSpPr/>
              <p:nvPr/>
            </p:nvSpPr>
            <p:spPr>
              <a:xfrm>
                <a:off x="1457650" y="3601675"/>
                <a:ext cx="48575" cy="45137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8055" extrusionOk="0">
                    <a:moveTo>
                      <a:pt x="1694" y="1"/>
                    </a:moveTo>
                    <a:lnTo>
                      <a:pt x="0" y="17989"/>
                    </a:lnTo>
                    <a:lnTo>
                      <a:pt x="248" y="18054"/>
                    </a:lnTo>
                    <a:lnTo>
                      <a:pt x="1942" y="76"/>
                    </a:lnTo>
                    <a:lnTo>
                      <a:pt x="16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0" name="Google Shape;4850;p73">
                <a:extLst>
                  <a:ext uri="{FF2B5EF4-FFF2-40B4-BE49-F238E27FC236}">
                    <a16:creationId xmlns:a16="http://schemas.microsoft.com/office/drawing/2014/main" id="{6A080B1D-4BC8-A377-7496-42B3785A71E4}"/>
                  </a:ext>
                </a:extLst>
              </p:cNvPr>
              <p:cNvSpPr/>
              <p:nvPr/>
            </p:nvSpPr>
            <p:spPr>
              <a:xfrm>
                <a:off x="1456825" y="3600925"/>
                <a:ext cx="50125" cy="45292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7" extrusionOk="0">
                    <a:moveTo>
                      <a:pt x="1753" y="70"/>
                    </a:moveTo>
                    <a:lnTo>
                      <a:pt x="1942" y="126"/>
                    </a:lnTo>
                    <a:lnTo>
                      <a:pt x="255" y="18045"/>
                    </a:lnTo>
                    <a:lnTo>
                      <a:pt x="66" y="17996"/>
                    </a:lnTo>
                    <a:lnTo>
                      <a:pt x="1753" y="70"/>
                    </a:lnTo>
                    <a:close/>
                    <a:moveTo>
                      <a:pt x="1729" y="0"/>
                    </a:moveTo>
                    <a:cubicBezTo>
                      <a:pt x="1722" y="0"/>
                      <a:pt x="1716" y="3"/>
                      <a:pt x="1711" y="8"/>
                    </a:cubicBezTo>
                    <a:cubicBezTo>
                      <a:pt x="1701" y="11"/>
                      <a:pt x="1698" y="21"/>
                      <a:pt x="1698" y="28"/>
                    </a:cubicBezTo>
                    <a:lnTo>
                      <a:pt x="4" y="18019"/>
                    </a:lnTo>
                    <a:cubicBezTo>
                      <a:pt x="0" y="18032"/>
                      <a:pt x="10" y="18045"/>
                      <a:pt x="26" y="18048"/>
                    </a:cubicBezTo>
                    <a:lnTo>
                      <a:pt x="275" y="18114"/>
                    </a:lnTo>
                    <a:cubicBezTo>
                      <a:pt x="276" y="18115"/>
                      <a:pt x="277" y="18116"/>
                      <a:pt x="278" y="18116"/>
                    </a:cubicBezTo>
                    <a:cubicBezTo>
                      <a:pt x="279" y="18116"/>
                      <a:pt x="279" y="18115"/>
                      <a:pt x="281" y="18114"/>
                    </a:cubicBezTo>
                    <a:cubicBezTo>
                      <a:pt x="288" y="18114"/>
                      <a:pt x="294" y="18114"/>
                      <a:pt x="301" y="18110"/>
                    </a:cubicBezTo>
                    <a:cubicBezTo>
                      <a:pt x="307" y="18104"/>
                      <a:pt x="310" y="18097"/>
                      <a:pt x="314" y="18088"/>
                    </a:cubicBezTo>
                    <a:lnTo>
                      <a:pt x="2004" y="109"/>
                    </a:lnTo>
                    <a:cubicBezTo>
                      <a:pt x="2004" y="93"/>
                      <a:pt x="1998" y="80"/>
                      <a:pt x="1982" y="77"/>
                    </a:cubicBezTo>
                    <a:lnTo>
                      <a:pt x="1737" y="2"/>
                    </a:lnTo>
                    <a:cubicBezTo>
                      <a:pt x="1734" y="1"/>
                      <a:pt x="1732" y="0"/>
                      <a:pt x="17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1" name="Google Shape;4851;p73">
                <a:extLst>
                  <a:ext uri="{FF2B5EF4-FFF2-40B4-BE49-F238E27FC236}">
                    <a16:creationId xmlns:a16="http://schemas.microsoft.com/office/drawing/2014/main" id="{1E2C68CB-B3F4-509F-CC4D-FBCBC6FF426B}"/>
                  </a:ext>
                </a:extLst>
              </p:cNvPr>
              <p:cNvSpPr/>
              <p:nvPr/>
            </p:nvSpPr>
            <p:spPr>
              <a:xfrm>
                <a:off x="1410150" y="3601850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4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2" name="Google Shape;4852;p73">
                <a:extLst>
                  <a:ext uri="{FF2B5EF4-FFF2-40B4-BE49-F238E27FC236}">
                    <a16:creationId xmlns:a16="http://schemas.microsoft.com/office/drawing/2014/main" id="{94936ACF-BD61-E5FA-DD06-423860E7C2F8}"/>
                  </a:ext>
                </a:extLst>
              </p:cNvPr>
              <p:cNvSpPr/>
              <p:nvPr/>
            </p:nvSpPr>
            <p:spPr>
              <a:xfrm>
                <a:off x="1409400" y="3601075"/>
                <a:ext cx="70700" cy="4513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8053" extrusionOk="0">
                    <a:moveTo>
                      <a:pt x="2759" y="87"/>
                    </a:moveTo>
                    <a:lnTo>
                      <a:pt x="1078" y="17951"/>
                    </a:lnTo>
                    <a:lnTo>
                      <a:pt x="63" y="16880"/>
                    </a:lnTo>
                    <a:lnTo>
                      <a:pt x="1584" y="717"/>
                    </a:lnTo>
                    <a:lnTo>
                      <a:pt x="2759" y="87"/>
                    </a:lnTo>
                    <a:close/>
                    <a:moveTo>
                      <a:pt x="2798" y="0"/>
                    </a:moveTo>
                    <a:cubicBezTo>
                      <a:pt x="2793" y="0"/>
                      <a:pt x="2787" y="2"/>
                      <a:pt x="2782" y="5"/>
                    </a:cubicBezTo>
                    <a:lnTo>
                      <a:pt x="1542" y="668"/>
                    </a:lnTo>
                    <a:cubicBezTo>
                      <a:pt x="1532" y="674"/>
                      <a:pt x="1525" y="681"/>
                      <a:pt x="1525" y="694"/>
                    </a:cubicBezTo>
                    <a:lnTo>
                      <a:pt x="1" y="16887"/>
                    </a:lnTo>
                    <a:cubicBezTo>
                      <a:pt x="1" y="16897"/>
                      <a:pt x="4" y="16906"/>
                      <a:pt x="11" y="16913"/>
                    </a:cubicBezTo>
                    <a:lnTo>
                      <a:pt x="1081" y="18042"/>
                    </a:lnTo>
                    <a:cubicBezTo>
                      <a:pt x="1088" y="18049"/>
                      <a:pt x="1094" y="18052"/>
                      <a:pt x="1104" y="18052"/>
                    </a:cubicBezTo>
                    <a:cubicBezTo>
                      <a:pt x="1107" y="18049"/>
                      <a:pt x="1111" y="18049"/>
                      <a:pt x="1114" y="18046"/>
                    </a:cubicBezTo>
                    <a:cubicBezTo>
                      <a:pt x="1124" y="18042"/>
                      <a:pt x="1134" y="18033"/>
                      <a:pt x="1134" y="18023"/>
                    </a:cubicBezTo>
                    <a:lnTo>
                      <a:pt x="2828" y="31"/>
                    </a:lnTo>
                    <a:cubicBezTo>
                      <a:pt x="2828" y="22"/>
                      <a:pt x="2821" y="12"/>
                      <a:pt x="2815" y="5"/>
                    </a:cubicBezTo>
                    <a:cubicBezTo>
                      <a:pt x="2810" y="2"/>
                      <a:pt x="2804" y="0"/>
                      <a:pt x="2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3" name="Google Shape;4853;p73">
                <a:extLst>
                  <a:ext uri="{FF2B5EF4-FFF2-40B4-BE49-F238E27FC236}">
                    <a16:creationId xmlns:a16="http://schemas.microsoft.com/office/drawing/2014/main" id="{DEF2A5DD-7C88-FF1B-A383-B51B959C33C7}"/>
                  </a:ext>
                </a:extLst>
              </p:cNvPr>
              <p:cNvSpPr/>
              <p:nvPr/>
            </p:nvSpPr>
            <p:spPr>
              <a:xfrm>
                <a:off x="1410150" y="3601850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0" y="16859"/>
                    </a:lnTo>
                    <a:lnTo>
                      <a:pt x="1074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4" name="Google Shape;4854;p73">
                <a:extLst>
                  <a:ext uri="{FF2B5EF4-FFF2-40B4-BE49-F238E27FC236}">
                    <a16:creationId xmlns:a16="http://schemas.microsoft.com/office/drawing/2014/main" id="{150EEBE2-77BB-E7A4-B125-9F14EE846DFC}"/>
                  </a:ext>
                </a:extLst>
              </p:cNvPr>
              <p:cNvSpPr/>
              <p:nvPr/>
            </p:nvSpPr>
            <p:spPr>
              <a:xfrm>
                <a:off x="1437000" y="3601850"/>
                <a:ext cx="48500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18054" extrusionOk="0">
                    <a:moveTo>
                      <a:pt x="1691" y="0"/>
                    </a:moveTo>
                    <a:lnTo>
                      <a:pt x="0" y="17988"/>
                    </a:lnTo>
                    <a:lnTo>
                      <a:pt x="248" y="18054"/>
                    </a:lnTo>
                    <a:lnTo>
                      <a:pt x="1939" y="76"/>
                    </a:lnTo>
                    <a:lnTo>
                      <a:pt x="16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5" name="Google Shape;4855;p73">
                <a:extLst>
                  <a:ext uri="{FF2B5EF4-FFF2-40B4-BE49-F238E27FC236}">
                    <a16:creationId xmlns:a16="http://schemas.microsoft.com/office/drawing/2014/main" id="{BC878C63-B613-C4DA-9E75-C7180F485C3D}"/>
                  </a:ext>
                </a:extLst>
              </p:cNvPr>
              <p:cNvSpPr/>
              <p:nvPr/>
            </p:nvSpPr>
            <p:spPr>
              <a:xfrm>
                <a:off x="1436175" y="3601125"/>
                <a:ext cx="50125" cy="45290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6" extrusionOk="0">
                    <a:moveTo>
                      <a:pt x="1753" y="69"/>
                    </a:moveTo>
                    <a:lnTo>
                      <a:pt x="1939" y="127"/>
                    </a:lnTo>
                    <a:lnTo>
                      <a:pt x="252" y="18044"/>
                    </a:lnTo>
                    <a:lnTo>
                      <a:pt x="66" y="17995"/>
                    </a:lnTo>
                    <a:lnTo>
                      <a:pt x="1753" y="69"/>
                    </a:lnTo>
                    <a:close/>
                    <a:moveTo>
                      <a:pt x="1734" y="0"/>
                    </a:moveTo>
                    <a:cubicBezTo>
                      <a:pt x="1724" y="0"/>
                      <a:pt x="1714" y="0"/>
                      <a:pt x="1708" y="7"/>
                    </a:cubicBezTo>
                    <a:cubicBezTo>
                      <a:pt x="1701" y="10"/>
                      <a:pt x="1695" y="20"/>
                      <a:pt x="1695" y="29"/>
                    </a:cubicBezTo>
                    <a:lnTo>
                      <a:pt x="1" y="18017"/>
                    </a:lnTo>
                    <a:cubicBezTo>
                      <a:pt x="1" y="18031"/>
                      <a:pt x="10" y="18044"/>
                      <a:pt x="23" y="18050"/>
                    </a:cubicBezTo>
                    <a:lnTo>
                      <a:pt x="271" y="18115"/>
                    </a:lnTo>
                    <a:lnTo>
                      <a:pt x="281" y="18115"/>
                    </a:lnTo>
                    <a:cubicBezTo>
                      <a:pt x="288" y="18115"/>
                      <a:pt x="291" y="18112"/>
                      <a:pt x="298" y="18109"/>
                    </a:cubicBezTo>
                    <a:cubicBezTo>
                      <a:pt x="304" y="18106"/>
                      <a:pt x="311" y="18096"/>
                      <a:pt x="311" y="18086"/>
                    </a:cubicBezTo>
                    <a:lnTo>
                      <a:pt x="2001" y="108"/>
                    </a:lnTo>
                    <a:cubicBezTo>
                      <a:pt x="2005" y="91"/>
                      <a:pt x="1995" y="78"/>
                      <a:pt x="1982" y="75"/>
                    </a:cubicBezTo>
                    <a:lnTo>
                      <a:pt x="17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6" name="Google Shape;4856;p73">
                <a:extLst>
                  <a:ext uri="{FF2B5EF4-FFF2-40B4-BE49-F238E27FC236}">
                    <a16:creationId xmlns:a16="http://schemas.microsoft.com/office/drawing/2014/main" id="{40BC7ECB-6989-DDD7-F16B-3674C16B3232}"/>
                  </a:ext>
                </a:extLst>
              </p:cNvPr>
              <p:cNvSpPr/>
              <p:nvPr/>
            </p:nvSpPr>
            <p:spPr>
              <a:xfrm>
                <a:off x="1389500" y="3602100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0"/>
                    </a:moveTo>
                    <a:lnTo>
                      <a:pt x="1525" y="663"/>
                    </a:lnTo>
                    <a:lnTo>
                      <a:pt x="1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7" name="Google Shape;4857;p73">
                <a:extLst>
                  <a:ext uri="{FF2B5EF4-FFF2-40B4-BE49-F238E27FC236}">
                    <a16:creationId xmlns:a16="http://schemas.microsoft.com/office/drawing/2014/main" id="{48805D30-A58D-F6F2-C075-FD4FC8FE58ED}"/>
                  </a:ext>
                </a:extLst>
              </p:cNvPr>
              <p:cNvSpPr/>
              <p:nvPr/>
            </p:nvSpPr>
            <p:spPr>
              <a:xfrm>
                <a:off x="1388675" y="3601275"/>
                <a:ext cx="70700" cy="45127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8051" extrusionOk="0">
                    <a:moveTo>
                      <a:pt x="2759" y="85"/>
                    </a:moveTo>
                    <a:lnTo>
                      <a:pt x="1078" y="17949"/>
                    </a:lnTo>
                    <a:lnTo>
                      <a:pt x="63" y="16879"/>
                    </a:lnTo>
                    <a:lnTo>
                      <a:pt x="1584" y="715"/>
                    </a:lnTo>
                    <a:lnTo>
                      <a:pt x="2759" y="85"/>
                    </a:lnTo>
                    <a:close/>
                    <a:moveTo>
                      <a:pt x="2794" y="1"/>
                    </a:moveTo>
                    <a:cubicBezTo>
                      <a:pt x="2790" y="1"/>
                      <a:pt x="2786" y="2"/>
                      <a:pt x="2782" y="4"/>
                    </a:cubicBezTo>
                    <a:lnTo>
                      <a:pt x="1542" y="670"/>
                    </a:lnTo>
                    <a:cubicBezTo>
                      <a:pt x="1532" y="673"/>
                      <a:pt x="1525" y="683"/>
                      <a:pt x="1525" y="693"/>
                    </a:cubicBezTo>
                    <a:lnTo>
                      <a:pt x="1" y="16889"/>
                    </a:lnTo>
                    <a:cubicBezTo>
                      <a:pt x="1" y="16895"/>
                      <a:pt x="4" y="16905"/>
                      <a:pt x="11" y="16912"/>
                    </a:cubicBezTo>
                    <a:lnTo>
                      <a:pt x="1081" y="18041"/>
                    </a:lnTo>
                    <a:cubicBezTo>
                      <a:pt x="1088" y="18047"/>
                      <a:pt x="1094" y="18051"/>
                      <a:pt x="1104" y="18051"/>
                    </a:cubicBezTo>
                    <a:cubicBezTo>
                      <a:pt x="1107" y="18051"/>
                      <a:pt x="1111" y="18051"/>
                      <a:pt x="1114" y="18047"/>
                    </a:cubicBezTo>
                    <a:cubicBezTo>
                      <a:pt x="1124" y="18044"/>
                      <a:pt x="1134" y="18034"/>
                      <a:pt x="1134" y="18021"/>
                    </a:cubicBezTo>
                    <a:lnTo>
                      <a:pt x="2828" y="33"/>
                    </a:lnTo>
                    <a:cubicBezTo>
                      <a:pt x="2828" y="15"/>
                      <a:pt x="2811" y="1"/>
                      <a:pt x="27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8" name="Google Shape;4858;p73">
                <a:extLst>
                  <a:ext uri="{FF2B5EF4-FFF2-40B4-BE49-F238E27FC236}">
                    <a16:creationId xmlns:a16="http://schemas.microsoft.com/office/drawing/2014/main" id="{B1D61F25-05DD-786A-4411-7287D0A67C9A}"/>
                  </a:ext>
                </a:extLst>
              </p:cNvPr>
              <p:cNvSpPr/>
              <p:nvPr/>
            </p:nvSpPr>
            <p:spPr>
              <a:xfrm>
                <a:off x="1389500" y="3602100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0"/>
                    </a:moveTo>
                    <a:lnTo>
                      <a:pt x="1525" y="663"/>
                    </a:lnTo>
                    <a:lnTo>
                      <a:pt x="1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9" name="Google Shape;4859;p73">
                <a:extLst>
                  <a:ext uri="{FF2B5EF4-FFF2-40B4-BE49-F238E27FC236}">
                    <a16:creationId xmlns:a16="http://schemas.microsoft.com/office/drawing/2014/main" id="{E65D3413-ADD1-23F5-B595-CFE92FC8EA9A}"/>
                  </a:ext>
                </a:extLst>
              </p:cNvPr>
              <p:cNvSpPr/>
              <p:nvPr/>
            </p:nvSpPr>
            <p:spPr>
              <a:xfrm>
                <a:off x="1416275" y="3602100"/>
                <a:ext cx="48475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18054" extrusionOk="0">
                    <a:moveTo>
                      <a:pt x="1694" y="0"/>
                    </a:moveTo>
                    <a:lnTo>
                      <a:pt x="0" y="17988"/>
                    </a:lnTo>
                    <a:lnTo>
                      <a:pt x="248" y="18054"/>
                    </a:lnTo>
                    <a:lnTo>
                      <a:pt x="1939" y="72"/>
                    </a:lnTo>
                    <a:lnTo>
                      <a:pt x="1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0" name="Google Shape;4860;p73">
                <a:extLst>
                  <a:ext uri="{FF2B5EF4-FFF2-40B4-BE49-F238E27FC236}">
                    <a16:creationId xmlns:a16="http://schemas.microsoft.com/office/drawing/2014/main" id="{CB917AF8-1D00-F6B3-0AC9-5C85DB84BDF2}"/>
                  </a:ext>
                </a:extLst>
              </p:cNvPr>
              <p:cNvSpPr/>
              <p:nvPr/>
            </p:nvSpPr>
            <p:spPr>
              <a:xfrm>
                <a:off x="1415450" y="3601300"/>
                <a:ext cx="50125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5" extrusionOk="0">
                    <a:moveTo>
                      <a:pt x="1753" y="71"/>
                    </a:moveTo>
                    <a:lnTo>
                      <a:pt x="1943" y="127"/>
                    </a:lnTo>
                    <a:lnTo>
                      <a:pt x="255" y="18046"/>
                    </a:lnTo>
                    <a:lnTo>
                      <a:pt x="66" y="17997"/>
                    </a:lnTo>
                    <a:lnTo>
                      <a:pt x="1753" y="71"/>
                    </a:lnTo>
                    <a:close/>
                    <a:moveTo>
                      <a:pt x="1724" y="1"/>
                    </a:moveTo>
                    <a:cubicBezTo>
                      <a:pt x="1720" y="1"/>
                      <a:pt x="1715" y="2"/>
                      <a:pt x="1711" y="6"/>
                    </a:cubicBezTo>
                    <a:cubicBezTo>
                      <a:pt x="1701" y="13"/>
                      <a:pt x="1698" y="19"/>
                      <a:pt x="1695" y="29"/>
                    </a:cubicBezTo>
                    <a:lnTo>
                      <a:pt x="4" y="18017"/>
                    </a:lnTo>
                    <a:cubicBezTo>
                      <a:pt x="1" y="18033"/>
                      <a:pt x="10" y="18046"/>
                      <a:pt x="27" y="18050"/>
                    </a:cubicBezTo>
                    <a:lnTo>
                      <a:pt x="275" y="18115"/>
                    </a:lnTo>
                    <a:lnTo>
                      <a:pt x="281" y="18115"/>
                    </a:lnTo>
                    <a:cubicBezTo>
                      <a:pt x="288" y="18115"/>
                      <a:pt x="294" y="18112"/>
                      <a:pt x="301" y="18108"/>
                    </a:cubicBezTo>
                    <a:cubicBezTo>
                      <a:pt x="307" y="18102"/>
                      <a:pt x="311" y="18095"/>
                      <a:pt x="311" y="18086"/>
                    </a:cubicBezTo>
                    <a:lnTo>
                      <a:pt x="2005" y="107"/>
                    </a:lnTo>
                    <a:cubicBezTo>
                      <a:pt x="2005" y="94"/>
                      <a:pt x="1995" y="81"/>
                      <a:pt x="1982" y="75"/>
                    </a:cubicBezTo>
                    <a:lnTo>
                      <a:pt x="1734" y="3"/>
                    </a:lnTo>
                    <a:cubicBezTo>
                      <a:pt x="1731" y="2"/>
                      <a:pt x="1728" y="1"/>
                      <a:pt x="17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1" name="Google Shape;4861;p73">
                <a:extLst>
                  <a:ext uri="{FF2B5EF4-FFF2-40B4-BE49-F238E27FC236}">
                    <a16:creationId xmlns:a16="http://schemas.microsoft.com/office/drawing/2014/main" id="{CF02A6FC-79D2-04AE-91AF-9DE136FF2B0F}"/>
                  </a:ext>
                </a:extLst>
              </p:cNvPr>
              <p:cNvSpPr/>
              <p:nvPr/>
            </p:nvSpPr>
            <p:spPr>
              <a:xfrm>
                <a:off x="1368775" y="3602250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1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4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2" name="Google Shape;4862;p73">
                <a:extLst>
                  <a:ext uri="{FF2B5EF4-FFF2-40B4-BE49-F238E27FC236}">
                    <a16:creationId xmlns:a16="http://schemas.microsoft.com/office/drawing/2014/main" id="{A31F4D8E-9250-4E61-DAD4-793E94FAD6E4}"/>
                  </a:ext>
                </a:extLst>
              </p:cNvPr>
              <p:cNvSpPr/>
              <p:nvPr/>
            </p:nvSpPr>
            <p:spPr>
              <a:xfrm>
                <a:off x="1368050" y="3601475"/>
                <a:ext cx="70675" cy="451250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8050" extrusionOk="0">
                    <a:moveTo>
                      <a:pt x="2758" y="87"/>
                    </a:moveTo>
                    <a:lnTo>
                      <a:pt x="1077" y="17948"/>
                    </a:lnTo>
                    <a:lnTo>
                      <a:pt x="62" y="16881"/>
                    </a:lnTo>
                    <a:lnTo>
                      <a:pt x="1583" y="714"/>
                    </a:lnTo>
                    <a:lnTo>
                      <a:pt x="2758" y="87"/>
                    </a:lnTo>
                    <a:close/>
                    <a:moveTo>
                      <a:pt x="2796" y="1"/>
                    </a:moveTo>
                    <a:cubicBezTo>
                      <a:pt x="2791" y="1"/>
                      <a:pt x="2786" y="2"/>
                      <a:pt x="2781" y="6"/>
                    </a:cubicBezTo>
                    <a:lnTo>
                      <a:pt x="1541" y="668"/>
                    </a:lnTo>
                    <a:cubicBezTo>
                      <a:pt x="1534" y="672"/>
                      <a:pt x="1528" y="681"/>
                      <a:pt x="1524" y="691"/>
                    </a:cubicBezTo>
                    <a:lnTo>
                      <a:pt x="3" y="16887"/>
                    </a:lnTo>
                    <a:cubicBezTo>
                      <a:pt x="0" y="16897"/>
                      <a:pt x="3" y="16904"/>
                      <a:pt x="10" y="16910"/>
                    </a:cubicBezTo>
                    <a:lnTo>
                      <a:pt x="1080" y="18039"/>
                    </a:lnTo>
                    <a:cubicBezTo>
                      <a:pt x="1084" y="18046"/>
                      <a:pt x="1094" y="18049"/>
                      <a:pt x="1103" y="18049"/>
                    </a:cubicBezTo>
                    <a:cubicBezTo>
                      <a:pt x="1107" y="18049"/>
                      <a:pt x="1110" y="18049"/>
                      <a:pt x="1113" y="18046"/>
                    </a:cubicBezTo>
                    <a:cubicBezTo>
                      <a:pt x="1123" y="18043"/>
                      <a:pt x="1129" y="18033"/>
                      <a:pt x="1133" y="18020"/>
                    </a:cubicBezTo>
                    <a:lnTo>
                      <a:pt x="2827" y="32"/>
                    </a:lnTo>
                    <a:cubicBezTo>
                      <a:pt x="2827" y="22"/>
                      <a:pt x="2820" y="9"/>
                      <a:pt x="2810" y="6"/>
                    </a:cubicBezTo>
                    <a:cubicBezTo>
                      <a:pt x="2806" y="2"/>
                      <a:pt x="2801" y="1"/>
                      <a:pt x="27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3" name="Google Shape;4863;p73">
                <a:extLst>
                  <a:ext uri="{FF2B5EF4-FFF2-40B4-BE49-F238E27FC236}">
                    <a16:creationId xmlns:a16="http://schemas.microsoft.com/office/drawing/2014/main" id="{1FF3DCDA-4C7D-3149-B726-CF0D985B4A08}"/>
                  </a:ext>
                </a:extLst>
              </p:cNvPr>
              <p:cNvSpPr/>
              <p:nvPr/>
            </p:nvSpPr>
            <p:spPr>
              <a:xfrm>
                <a:off x="1368775" y="3602250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1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4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4" name="Google Shape;4864;p73">
                <a:extLst>
                  <a:ext uri="{FF2B5EF4-FFF2-40B4-BE49-F238E27FC236}">
                    <a16:creationId xmlns:a16="http://schemas.microsoft.com/office/drawing/2014/main" id="{D955D1AC-ACD5-F865-1B31-9587BB984003}"/>
                  </a:ext>
                </a:extLst>
              </p:cNvPr>
              <p:cNvSpPr/>
              <p:nvPr/>
            </p:nvSpPr>
            <p:spPr>
              <a:xfrm>
                <a:off x="1395625" y="3602250"/>
                <a:ext cx="48500" cy="451375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18055" extrusionOk="0">
                    <a:moveTo>
                      <a:pt x="1691" y="1"/>
                    </a:moveTo>
                    <a:lnTo>
                      <a:pt x="0" y="17989"/>
                    </a:lnTo>
                    <a:lnTo>
                      <a:pt x="245" y="18054"/>
                    </a:lnTo>
                    <a:lnTo>
                      <a:pt x="1939" y="73"/>
                    </a:lnTo>
                    <a:lnTo>
                      <a:pt x="16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5" name="Google Shape;4865;p73">
                <a:extLst>
                  <a:ext uri="{FF2B5EF4-FFF2-40B4-BE49-F238E27FC236}">
                    <a16:creationId xmlns:a16="http://schemas.microsoft.com/office/drawing/2014/main" id="{64253AFF-7ADA-CA01-66B8-9968FD785D18}"/>
                  </a:ext>
                </a:extLst>
              </p:cNvPr>
              <p:cNvSpPr/>
              <p:nvPr/>
            </p:nvSpPr>
            <p:spPr>
              <a:xfrm>
                <a:off x="1394800" y="3601500"/>
                <a:ext cx="50125" cy="45285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4" extrusionOk="0">
                    <a:moveTo>
                      <a:pt x="1750" y="70"/>
                    </a:moveTo>
                    <a:lnTo>
                      <a:pt x="1940" y="125"/>
                    </a:lnTo>
                    <a:lnTo>
                      <a:pt x="252" y="18045"/>
                    </a:lnTo>
                    <a:lnTo>
                      <a:pt x="66" y="17996"/>
                    </a:lnTo>
                    <a:lnTo>
                      <a:pt x="1750" y="70"/>
                    </a:lnTo>
                    <a:close/>
                    <a:moveTo>
                      <a:pt x="1725" y="0"/>
                    </a:moveTo>
                    <a:cubicBezTo>
                      <a:pt x="1719" y="0"/>
                      <a:pt x="1712" y="2"/>
                      <a:pt x="1708" y="5"/>
                    </a:cubicBezTo>
                    <a:cubicBezTo>
                      <a:pt x="1701" y="11"/>
                      <a:pt x="1695" y="18"/>
                      <a:pt x="1695" y="28"/>
                    </a:cubicBezTo>
                    <a:lnTo>
                      <a:pt x="1" y="18016"/>
                    </a:lnTo>
                    <a:cubicBezTo>
                      <a:pt x="1" y="18032"/>
                      <a:pt x="10" y="18045"/>
                      <a:pt x="24" y="18048"/>
                    </a:cubicBezTo>
                    <a:lnTo>
                      <a:pt x="272" y="18113"/>
                    </a:lnTo>
                    <a:lnTo>
                      <a:pt x="278" y="18113"/>
                    </a:lnTo>
                    <a:cubicBezTo>
                      <a:pt x="285" y="18113"/>
                      <a:pt x="291" y="18113"/>
                      <a:pt x="298" y="18110"/>
                    </a:cubicBezTo>
                    <a:cubicBezTo>
                      <a:pt x="304" y="18104"/>
                      <a:pt x="311" y="18097"/>
                      <a:pt x="311" y="18087"/>
                    </a:cubicBezTo>
                    <a:lnTo>
                      <a:pt x="2002" y="109"/>
                    </a:lnTo>
                    <a:cubicBezTo>
                      <a:pt x="2005" y="93"/>
                      <a:pt x="1995" y="80"/>
                      <a:pt x="1982" y="76"/>
                    </a:cubicBezTo>
                    <a:lnTo>
                      <a:pt x="1734" y="1"/>
                    </a:lnTo>
                    <a:cubicBezTo>
                      <a:pt x="1731" y="0"/>
                      <a:pt x="1728" y="0"/>
                      <a:pt x="1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6" name="Google Shape;4866;p73">
                <a:extLst>
                  <a:ext uri="{FF2B5EF4-FFF2-40B4-BE49-F238E27FC236}">
                    <a16:creationId xmlns:a16="http://schemas.microsoft.com/office/drawing/2014/main" id="{8A2A8602-DFD7-3E9E-3B4B-8FDC1F2BB1C8}"/>
                  </a:ext>
                </a:extLst>
              </p:cNvPr>
              <p:cNvSpPr/>
              <p:nvPr/>
            </p:nvSpPr>
            <p:spPr>
              <a:xfrm>
                <a:off x="1348125" y="3602425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1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7" name="Google Shape;4867;p73">
                <a:extLst>
                  <a:ext uri="{FF2B5EF4-FFF2-40B4-BE49-F238E27FC236}">
                    <a16:creationId xmlns:a16="http://schemas.microsoft.com/office/drawing/2014/main" id="{885B1D44-3241-7837-9A06-7AC03DBD85E8}"/>
                  </a:ext>
                </a:extLst>
              </p:cNvPr>
              <p:cNvSpPr/>
              <p:nvPr/>
            </p:nvSpPr>
            <p:spPr>
              <a:xfrm>
                <a:off x="1347325" y="3601650"/>
                <a:ext cx="70675" cy="451300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8052" extrusionOk="0">
                    <a:moveTo>
                      <a:pt x="2761" y="87"/>
                    </a:moveTo>
                    <a:lnTo>
                      <a:pt x="1080" y="17951"/>
                    </a:lnTo>
                    <a:lnTo>
                      <a:pt x="65" y="16880"/>
                    </a:lnTo>
                    <a:lnTo>
                      <a:pt x="1586" y="717"/>
                    </a:lnTo>
                    <a:lnTo>
                      <a:pt x="2761" y="87"/>
                    </a:lnTo>
                    <a:close/>
                    <a:moveTo>
                      <a:pt x="2797" y="0"/>
                    </a:moveTo>
                    <a:cubicBezTo>
                      <a:pt x="2792" y="0"/>
                      <a:pt x="2786" y="2"/>
                      <a:pt x="2781" y="5"/>
                    </a:cubicBezTo>
                    <a:lnTo>
                      <a:pt x="1541" y="668"/>
                    </a:lnTo>
                    <a:cubicBezTo>
                      <a:pt x="1531" y="674"/>
                      <a:pt x="1528" y="684"/>
                      <a:pt x="1524" y="694"/>
                    </a:cubicBezTo>
                    <a:lnTo>
                      <a:pt x="0" y="16887"/>
                    </a:lnTo>
                    <a:cubicBezTo>
                      <a:pt x="0" y="16897"/>
                      <a:pt x="3" y="16906"/>
                      <a:pt x="10" y="16913"/>
                    </a:cubicBezTo>
                    <a:lnTo>
                      <a:pt x="1080" y="18042"/>
                    </a:lnTo>
                    <a:cubicBezTo>
                      <a:pt x="1087" y="18045"/>
                      <a:pt x="1093" y="18049"/>
                      <a:pt x="1103" y="18052"/>
                    </a:cubicBezTo>
                    <a:cubicBezTo>
                      <a:pt x="1107" y="18049"/>
                      <a:pt x="1110" y="18049"/>
                      <a:pt x="1113" y="18045"/>
                    </a:cubicBezTo>
                    <a:cubicBezTo>
                      <a:pt x="1123" y="18042"/>
                      <a:pt x="1133" y="18032"/>
                      <a:pt x="1133" y="18023"/>
                    </a:cubicBezTo>
                    <a:lnTo>
                      <a:pt x="2827" y="31"/>
                    </a:lnTo>
                    <a:cubicBezTo>
                      <a:pt x="2827" y="22"/>
                      <a:pt x="2823" y="12"/>
                      <a:pt x="2814" y="5"/>
                    </a:cubicBezTo>
                    <a:cubicBezTo>
                      <a:pt x="2809" y="2"/>
                      <a:pt x="2803" y="0"/>
                      <a:pt x="27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8" name="Google Shape;4868;p73">
                <a:extLst>
                  <a:ext uri="{FF2B5EF4-FFF2-40B4-BE49-F238E27FC236}">
                    <a16:creationId xmlns:a16="http://schemas.microsoft.com/office/drawing/2014/main" id="{244011C0-FDFC-FA7D-505C-1C75006216CA}"/>
                  </a:ext>
                </a:extLst>
              </p:cNvPr>
              <p:cNvSpPr/>
              <p:nvPr/>
            </p:nvSpPr>
            <p:spPr>
              <a:xfrm>
                <a:off x="1348125" y="3602425"/>
                <a:ext cx="69150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89" extrusionOk="0">
                    <a:moveTo>
                      <a:pt x="2765" y="0"/>
                    </a:moveTo>
                    <a:lnTo>
                      <a:pt x="1525" y="666"/>
                    </a:lnTo>
                    <a:lnTo>
                      <a:pt x="1" y="16859"/>
                    </a:lnTo>
                    <a:lnTo>
                      <a:pt x="1071" y="17988"/>
                    </a:lnTo>
                    <a:lnTo>
                      <a:pt x="2765" y="0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9" name="Google Shape;4869;p73">
                <a:extLst>
                  <a:ext uri="{FF2B5EF4-FFF2-40B4-BE49-F238E27FC236}">
                    <a16:creationId xmlns:a16="http://schemas.microsoft.com/office/drawing/2014/main" id="{C639CEE9-ED4E-00B7-7A3B-A0F84CFF9A3E}"/>
                  </a:ext>
                </a:extLst>
              </p:cNvPr>
              <p:cNvSpPr/>
              <p:nvPr/>
            </p:nvSpPr>
            <p:spPr>
              <a:xfrm>
                <a:off x="1374900" y="3602425"/>
                <a:ext cx="48500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18054" extrusionOk="0">
                    <a:moveTo>
                      <a:pt x="1694" y="0"/>
                    </a:moveTo>
                    <a:lnTo>
                      <a:pt x="0" y="17988"/>
                    </a:lnTo>
                    <a:lnTo>
                      <a:pt x="248" y="18054"/>
                    </a:lnTo>
                    <a:lnTo>
                      <a:pt x="1939" y="75"/>
                    </a:lnTo>
                    <a:lnTo>
                      <a:pt x="1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0" name="Google Shape;4870;p73">
                <a:extLst>
                  <a:ext uri="{FF2B5EF4-FFF2-40B4-BE49-F238E27FC236}">
                    <a16:creationId xmlns:a16="http://schemas.microsoft.com/office/drawing/2014/main" id="{834508ED-BF28-A7AB-4582-7CC0DBD6B155}"/>
                  </a:ext>
                </a:extLst>
              </p:cNvPr>
              <p:cNvSpPr/>
              <p:nvPr/>
            </p:nvSpPr>
            <p:spPr>
              <a:xfrm>
                <a:off x="1374075" y="3601725"/>
                <a:ext cx="50125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5" extrusionOk="0">
                    <a:moveTo>
                      <a:pt x="1753" y="67"/>
                    </a:moveTo>
                    <a:lnTo>
                      <a:pt x="1939" y="123"/>
                    </a:lnTo>
                    <a:lnTo>
                      <a:pt x="255" y="18042"/>
                    </a:lnTo>
                    <a:lnTo>
                      <a:pt x="66" y="17993"/>
                    </a:lnTo>
                    <a:lnTo>
                      <a:pt x="1753" y="67"/>
                    </a:lnTo>
                    <a:close/>
                    <a:moveTo>
                      <a:pt x="1724" y="0"/>
                    </a:moveTo>
                    <a:cubicBezTo>
                      <a:pt x="1719" y="0"/>
                      <a:pt x="1713" y="2"/>
                      <a:pt x="1708" y="5"/>
                    </a:cubicBezTo>
                    <a:cubicBezTo>
                      <a:pt x="1701" y="9"/>
                      <a:pt x="1698" y="19"/>
                      <a:pt x="1695" y="28"/>
                    </a:cubicBezTo>
                    <a:lnTo>
                      <a:pt x="4" y="18016"/>
                    </a:lnTo>
                    <a:cubicBezTo>
                      <a:pt x="1" y="18029"/>
                      <a:pt x="10" y="18042"/>
                      <a:pt x="27" y="18049"/>
                    </a:cubicBezTo>
                    <a:lnTo>
                      <a:pt x="272" y="18114"/>
                    </a:lnTo>
                    <a:lnTo>
                      <a:pt x="281" y="18114"/>
                    </a:lnTo>
                    <a:cubicBezTo>
                      <a:pt x="288" y="18114"/>
                      <a:pt x="294" y="18111"/>
                      <a:pt x="298" y="18108"/>
                    </a:cubicBezTo>
                    <a:cubicBezTo>
                      <a:pt x="307" y="18104"/>
                      <a:pt x="311" y="18095"/>
                      <a:pt x="311" y="18088"/>
                    </a:cubicBezTo>
                    <a:lnTo>
                      <a:pt x="2005" y="107"/>
                    </a:lnTo>
                    <a:cubicBezTo>
                      <a:pt x="2005" y="90"/>
                      <a:pt x="1995" y="77"/>
                      <a:pt x="1982" y="74"/>
                    </a:cubicBezTo>
                    <a:lnTo>
                      <a:pt x="1734" y="2"/>
                    </a:lnTo>
                    <a:cubicBezTo>
                      <a:pt x="1731" y="1"/>
                      <a:pt x="1728" y="0"/>
                      <a:pt x="17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1" name="Google Shape;4871;p73">
                <a:extLst>
                  <a:ext uri="{FF2B5EF4-FFF2-40B4-BE49-F238E27FC236}">
                    <a16:creationId xmlns:a16="http://schemas.microsoft.com/office/drawing/2014/main" id="{87FD75EB-66BD-2A65-D602-EA3C97B12002}"/>
                  </a:ext>
                </a:extLst>
              </p:cNvPr>
              <p:cNvSpPr/>
              <p:nvPr/>
            </p:nvSpPr>
            <p:spPr>
              <a:xfrm>
                <a:off x="1327400" y="3602575"/>
                <a:ext cx="69150" cy="4498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93" extrusionOk="0">
                    <a:moveTo>
                      <a:pt x="2765" y="1"/>
                    </a:moveTo>
                    <a:lnTo>
                      <a:pt x="1525" y="667"/>
                    </a:lnTo>
                    <a:lnTo>
                      <a:pt x="1" y="16860"/>
                    </a:lnTo>
                    <a:lnTo>
                      <a:pt x="1071" y="17992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2" name="Google Shape;4872;p73">
                <a:extLst>
                  <a:ext uri="{FF2B5EF4-FFF2-40B4-BE49-F238E27FC236}">
                    <a16:creationId xmlns:a16="http://schemas.microsoft.com/office/drawing/2014/main" id="{D1169EF0-1EBA-0A79-6B68-1D95F7E9D879}"/>
                  </a:ext>
                </a:extLst>
              </p:cNvPr>
              <p:cNvSpPr/>
              <p:nvPr/>
            </p:nvSpPr>
            <p:spPr>
              <a:xfrm>
                <a:off x="1326675" y="3601800"/>
                <a:ext cx="70675" cy="45132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8053" extrusionOk="0">
                    <a:moveTo>
                      <a:pt x="2758" y="87"/>
                    </a:moveTo>
                    <a:lnTo>
                      <a:pt x="1077" y="17955"/>
                    </a:lnTo>
                    <a:lnTo>
                      <a:pt x="62" y="16884"/>
                    </a:lnTo>
                    <a:lnTo>
                      <a:pt x="1583" y="717"/>
                    </a:lnTo>
                    <a:lnTo>
                      <a:pt x="2758" y="87"/>
                    </a:lnTo>
                    <a:close/>
                    <a:moveTo>
                      <a:pt x="2795" y="1"/>
                    </a:moveTo>
                    <a:cubicBezTo>
                      <a:pt x="2789" y="1"/>
                      <a:pt x="2784" y="2"/>
                      <a:pt x="2781" y="6"/>
                    </a:cubicBezTo>
                    <a:lnTo>
                      <a:pt x="1541" y="672"/>
                    </a:lnTo>
                    <a:cubicBezTo>
                      <a:pt x="1531" y="675"/>
                      <a:pt x="1525" y="685"/>
                      <a:pt x="1525" y="694"/>
                    </a:cubicBezTo>
                    <a:lnTo>
                      <a:pt x="0" y="16891"/>
                    </a:lnTo>
                    <a:cubicBezTo>
                      <a:pt x="0" y="16897"/>
                      <a:pt x="4" y="16907"/>
                      <a:pt x="7" y="16913"/>
                    </a:cubicBezTo>
                    <a:lnTo>
                      <a:pt x="1081" y="18043"/>
                    </a:lnTo>
                    <a:cubicBezTo>
                      <a:pt x="1084" y="18049"/>
                      <a:pt x="1094" y="18053"/>
                      <a:pt x="1100" y="18053"/>
                    </a:cubicBezTo>
                    <a:lnTo>
                      <a:pt x="1110" y="18053"/>
                    </a:lnTo>
                    <a:cubicBezTo>
                      <a:pt x="1123" y="18046"/>
                      <a:pt x="1130" y="18036"/>
                      <a:pt x="1133" y="18026"/>
                    </a:cubicBezTo>
                    <a:lnTo>
                      <a:pt x="2824" y="35"/>
                    </a:lnTo>
                    <a:cubicBezTo>
                      <a:pt x="2827" y="22"/>
                      <a:pt x="2820" y="12"/>
                      <a:pt x="2811" y="6"/>
                    </a:cubicBezTo>
                    <a:cubicBezTo>
                      <a:pt x="2806" y="2"/>
                      <a:pt x="2800" y="1"/>
                      <a:pt x="27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3" name="Google Shape;4873;p73">
                <a:extLst>
                  <a:ext uri="{FF2B5EF4-FFF2-40B4-BE49-F238E27FC236}">
                    <a16:creationId xmlns:a16="http://schemas.microsoft.com/office/drawing/2014/main" id="{212441A4-942E-CAD4-E102-2A25D52F15DF}"/>
                  </a:ext>
                </a:extLst>
              </p:cNvPr>
              <p:cNvSpPr/>
              <p:nvPr/>
            </p:nvSpPr>
            <p:spPr>
              <a:xfrm>
                <a:off x="1327400" y="3602575"/>
                <a:ext cx="69150" cy="44982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7993" extrusionOk="0">
                    <a:moveTo>
                      <a:pt x="2765" y="1"/>
                    </a:moveTo>
                    <a:lnTo>
                      <a:pt x="1525" y="667"/>
                    </a:lnTo>
                    <a:lnTo>
                      <a:pt x="1" y="16860"/>
                    </a:lnTo>
                    <a:lnTo>
                      <a:pt x="1071" y="17992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4" name="Google Shape;4874;p73">
                <a:extLst>
                  <a:ext uri="{FF2B5EF4-FFF2-40B4-BE49-F238E27FC236}">
                    <a16:creationId xmlns:a16="http://schemas.microsoft.com/office/drawing/2014/main" id="{E6BBE26B-3F20-539D-7952-56025A3B462C}"/>
                  </a:ext>
                </a:extLst>
              </p:cNvPr>
              <p:cNvSpPr/>
              <p:nvPr/>
            </p:nvSpPr>
            <p:spPr>
              <a:xfrm>
                <a:off x="1354175" y="3602575"/>
                <a:ext cx="48575" cy="4514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8058" extrusionOk="0">
                    <a:moveTo>
                      <a:pt x="1694" y="1"/>
                    </a:moveTo>
                    <a:lnTo>
                      <a:pt x="0" y="17992"/>
                    </a:lnTo>
                    <a:lnTo>
                      <a:pt x="248" y="18057"/>
                    </a:lnTo>
                    <a:lnTo>
                      <a:pt x="1942" y="76"/>
                    </a:lnTo>
                    <a:lnTo>
                      <a:pt x="16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5" name="Google Shape;4875;p73">
                <a:extLst>
                  <a:ext uri="{FF2B5EF4-FFF2-40B4-BE49-F238E27FC236}">
                    <a16:creationId xmlns:a16="http://schemas.microsoft.com/office/drawing/2014/main" id="{8F1A0238-1E14-6E2E-9B06-A353A66D1938}"/>
                  </a:ext>
                </a:extLst>
              </p:cNvPr>
              <p:cNvSpPr/>
              <p:nvPr/>
            </p:nvSpPr>
            <p:spPr>
              <a:xfrm>
                <a:off x="1353425" y="3601900"/>
                <a:ext cx="50125" cy="45285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8114" extrusionOk="0">
                    <a:moveTo>
                      <a:pt x="1750" y="70"/>
                    </a:moveTo>
                    <a:lnTo>
                      <a:pt x="1940" y="126"/>
                    </a:lnTo>
                    <a:lnTo>
                      <a:pt x="252" y="18045"/>
                    </a:lnTo>
                    <a:lnTo>
                      <a:pt x="63" y="17993"/>
                    </a:lnTo>
                    <a:lnTo>
                      <a:pt x="1750" y="70"/>
                    </a:lnTo>
                    <a:close/>
                    <a:moveTo>
                      <a:pt x="1724" y="0"/>
                    </a:moveTo>
                    <a:cubicBezTo>
                      <a:pt x="1708" y="0"/>
                      <a:pt x="1695" y="12"/>
                      <a:pt x="1695" y="28"/>
                    </a:cubicBezTo>
                    <a:lnTo>
                      <a:pt x="1" y="18016"/>
                    </a:lnTo>
                    <a:cubicBezTo>
                      <a:pt x="1" y="18032"/>
                      <a:pt x="7" y="18045"/>
                      <a:pt x="24" y="18049"/>
                    </a:cubicBezTo>
                    <a:lnTo>
                      <a:pt x="272" y="18114"/>
                    </a:lnTo>
                    <a:lnTo>
                      <a:pt x="278" y="18114"/>
                    </a:lnTo>
                    <a:cubicBezTo>
                      <a:pt x="285" y="18114"/>
                      <a:pt x="291" y="18111"/>
                      <a:pt x="298" y="18107"/>
                    </a:cubicBezTo>
                    <a:cubicBezTo>
                      <a:pt x="304" y="18104"/>
                      <a:pt x="308" y="18094"/>
                      <a:pt x="311" y="18084"/>
                    </a:cubicBezTo>
                    <a:lnTo>
                      <a:pt x="2005" y="106"/>
                    </a:lnTo>
                    <a:cubicBezTo>
                      <a:pt x="2005" y="93"/>
                      <a:pt x="1995" y="80"/>
                      <a:pt x="1982" y="77"/>
                    </a:cubicBezTo>
                    <a:lnTo>
                      <a:pt x="1734" y="2"/>
                    </a:lnTo>
                    <a:cubicBezTo>
                      <a:pt x="1731" y="1"/>
                      <a:pt x="1727" y="0"/>
                      <a:pt x="17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6" name="Google Shape;4876;p73">
                <a:extLst>
                  <a:ext uri="{FF2B5EF4-FFF2-40B4-BE49-F238E27FC236}">
                    <a16:creationId xmlns:a16="http://schemas.microsoft.com/office/drawing/2014/main" id="{B7571CF2-0D18-30A6-D5B5-7926B454593F}"/>
                  </a:ext>
                </a:extLst>
              </p:cNvPr>
              <p:cNvSpPr/>
              <p:nvPr/>
            </p:nvSpPr>
            <p:spPr>
              <a:xfrm>
                <a:off x="1305050" y="360282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1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4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7" name="Google Shape;4877;p73">
                <a:extLst>
                  <a:ext uri="{FF2B5EF4-FFF2-40B4-BE49-F238E27FC236}">
                    <a16:creationId xmlns:a16="http://schemas.microsoft.com/office/drawing/2014/main" id="{B9A32FFB-46BE-5964-094D-7A9E41B85CCA}"/>
                  </a:ext>
                </a:extLst>
              </p:cNvPr>
              <p:cNvSpPr/>
              <p:nvPr/>
            </p:nvSpPr>
            <p:spPr>
              <a:xfrm>
                <a:off x="1304300" y="3602050"/>
                <a:ext cx="70700" cy="451250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8050" extrusionOk="0">
                    <a:moveTo>
                      <a:pt x="2759" y="84"/>
                    </a:moveTo>
                    <a:lnTo>
                      <a:pt x="1078" y="17951"/>
                    </a:lnTo>
                    <a:lnTo>
                      <a:pt x="63" y="16881"/>
                    </a:lnTo>
                    <a:lnTo>
                      <a:pt x="1584" y="714"/>
                    </a:lnTo>
                    <a:lnTo>
                      <a:pt x="2759" y="84"/>
                    </a:lnTo>
                    <a:close/>
                    <a:moveTo>
                      <a:pt x="2797" y="1"/>
                    </a:moveTo>
                    <a:cubicBezTo>
                      <a:pt x="2792" y="1"/>
                      <a:pt x="2787" y="2"/>
                      <a:pt x="2782" y="6"/>
                    </a:cubicBezTo>
                    <a:lnTo>
                      <a:pt x="1542" y="671"/>
                    </a:lnTo>
                    <a:cubicBezTo>
                      <a:pt x="1532" y="675"/>
                      <a:pt x="1525" y="684"/>
                      <a:pt x="1525" y="694"/>
                    </a:cubicBezTo>
                    <a:lnTo>
                      <a:pt x="1" y="16890"/>
                    </a:lnTo>
                    <a:cubicBezTo>
                      <a:pt x="1" y="16897"/>
                      <a:pt x="4" y="16907"/>
                      <a:pt x="11" y="16913"/>
                    </a:cubicBezTo>
                    <a:lnTo>
                      <a:pt x="1081" y="18039"/>
                    </a:lnTo>
                    <a:cubicBezTo>
                      <a:pt x="1085" y="18046"/>
                      <a:pt x="1094" y="18049"/>
                      <a:pt x="1104" y="18049"/>
                    </a:cubicBezTo>
                    <a:lnTo>
                      <a:pt x="1111" y="18049"/>
                    </a:lnTo>
                    <a:cubicBezTo>
                      <a:pt x="1124" y="18046"/>
                      <a:pt x="1130" y="18033"/>
                      <a:pt x="1134" y="18023"/>
                    </a:cubicBezTo>
                    <a:lnTo>
                      <a:pt x="2828" y="35"/>
                    </a:lnTo>
                    <a:cubicBezTo>
                      <a:pt x="2828" y="25"/>
                      <a:pt x="2821" y="12"/>
                      <a:pt x="2811" y="6"/>
                    </a:cubicBezTo>
                    <a:cubicBezTo>
                      <a:pt x="2806" y="2"/>
                      <a:pt x="2801" y="1"/>
                      <a:pt x="2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8" name="Google Shape;4878;p73">
                <a:extLst>
                  <a:ext uri="{FF2B5EF4-FFF2-40B4-BE49-F238E27FC236}">
                    <a16:creationId xmlns:a16="http://schemas.microsoft.com/office/drawing/2014/main" id="{006DA811-E395-2B1A-DED5-A2AA18DC9709}"/>
                  </a:ext>
                </a:extLst>
              </p:cNvPr>
              <p:cNvSpPr/>
              <p:nvPr/>
            </p:nvSpPr>
            <p:spPr>
              <a:xfrm>
                <a:off x="1305050" y="3602825"/>
                <a:ext cx="691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17989" extrusionOk="0">
                    <a:moveTo>
                      <a:pt x="2765" y="1"/>
                    </a:moveTo>
                    <a:lnTo>
                      <a:pt x="1525" y="663"/>
                    </a:lnTo>
                    <a:lnTo>
                      <a:pt x="0" y="16859"/>
                    </a:lnTo>
                    <a:lnTo>
                      <a:pt x="1074" y="1798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9" name="Google Shape;4879;p73">
                <a:extLst>
                  <a:ext uri="{FF2B5EF4-FFF2-40B4-BE49-F238E27FC236}">
                    <a16:creationId xmlns:a16="http://schemas.microsoft.com/office/drawing/2014/main" id="{9CB9CBD1-77C2-2586-9617-3A8E58CA3ACB}"/>
                  </a:ext>
                </a:extLst>
              </p:cNvPr>
              <p:cNvSpPr/>
              <p:nvPr/>
            </p:nvSpPr>
            <p:spPr>
              <a:xfrm>
                <a:off x="1331900" y="3602825"/>
                <a:ext cx="48475" cy="451350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18054" extrusionOk="0">
                    <a:moveTo>
                      <a:pt x="1691" y="1"/>
                    </a:moveTo>
                    <a:lnTo>
                      <a:pt x="0" y="17989"/>
                    </a:lnTo>
                    <a:lnTo>
                      <a:pt x="245" y="18054"/>
                    </a:lnTo>
                    <a:lnTo>
                      <a:pt x="1939" y="72"/>
                    </a:lnTo>
                    <a:lnTo>
                      <a:pt x="16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0" name="Google Shape;4880;p73">
                <a:extLst>
                  <a:ext uri="{FF2B5EF4-FFF2-40B4-BE49-F238E27FC236}">
                    <a16:creationId xmlns:a16="http://schemas.microsoft.com/office/drawing/2014/main" id="{C08DF4A1-D49A-C757-41DD-33330BE1BACE}"/>
                  </a:ext>
                </a:extLst>
              </p:cNvPr>
              <p:cNvSpPr/>
              <p:nvPr/>
            </p:nvSpPr>
            <p:spPr>
              <a:xfrm>
                <a:off x="1331075" y="3602050"/>
                <a:ext cx="50050" cy="4528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8115" extrusionOk="0">
                    <a:moveTo>
                      <a:pt x="1750" y="71"/>
                    </a:moveTo>
                    <a:lnTo>
                      <a:pt x="1939" y="126"/>
                    </a:lnTo>
                    <a:lnTo>
                      <a:pt x="252" y="18046"/>
                    </a:lnTo>
                    <a:lnTo>
                      <a:pt x="66" y="17997"/>
                    </a:lnTo>
                    <a:lnTo>
                      <a:pt x="1750" y="71"/>
                    </a:lnTo>
                    <a:close/>
                    <a:moveTo>
                      <a:pt x="1722" y="0"/>
                    </a:moveTo>
                    <a:cubicBezTo>
                      <a:pt x="1716" y="0"/>
                      <a:pt x="1711" y="2"/>
                      <a:pt x="1708" y="6"/>
                    </a:cubicBezTo>
                    <a:cubicBezTo>
                      <a:pt x="1698" y="12"/>
                      <a:pt x="1695" y="19"/>
                      <a:pt x="1695" y="28"/>
                    </a:cubicBezTo>
                    <a:lnTo>
                      <a:pt x="0" y="18016"/>
                    </a:lnTo>
                    <a:cubicBezTo>
                      <a:pt x="0" y="18033"/>
                      <a:pt x="10" y="18046"/>
                      <a:pt x="23" y="18049"/>
                    </a:cubicBezTo>
                    <a:lnTo>
                      <a:pt x="271" y="18114"/>
                    </a:lnTo>
                    <a:lnTo>
                      <a:pt x="278" y="18114"/>
                    </a:lnTo>
                    <a:cubicBezTo>
                      <a:pt x="294" y="18114"/>
                      <a:pt x="307" y="18105"/>
                      <a:pt x="311" y="18088"/>
                    </a:cubicBezTo>
                    <a:lnTo>
                      <a:pt x="2001" y="107"/>
                    </a:lnTo>
                    <a:cubicBezTo>
                      <a:pt x="2001" y="94"/>
                      <a:pt x="1995" y="81"/>
                      <a:pt x="1979" y="74"/>
                    </a:cubicBezTo>
                    <a:lnTo>
                      <a:pt x="1734" y="2"/>
                    </a:lnTo>
                    <a:cubicBezTo>
                      <a:pt x="1730" y="1"/>
                      <a:pt x="1726" y="0"/>
                      <a:pt x="17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1" name="Google Shape;4881;p73">
                <a:extLst>
                  <a:ext uri="{FF2B5EF4-FFF2-40B4-BE49-F238E27FC236}">
                    <a16:creationId xmlns:a16="http://schemas.microsoft.com/office/drawing/2014/main" id="{59C532BD-5607-6308-66E2-E2AC1829C68A}"/>
                  </a:ext>
                </a:extLst>
              </p:cNvPr>
              <p:cNvSpPr/>
              <p:nvPr/>
            </p:nvSpPr>
            <p:spPr>
              <a:xfrm>
                <a:off x="1275100" y="3599725"/>
                <a:ext cx="44900" cy="453475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18139" extrusionOk="0">
                    <a:moveTo>
                      <a:pt x="1796" y="1"/>
                    </a:moveTo>
                    <a:lnTo>
                      <a:pt x="523" y="820"/>
                    </a:lnTo>
                    <a:lnTo>
                      <a:pt x="0" y="17150"/>
                    </a:lnTo>
                    <a:lnTo>
                      <a:pt x="1218" y="18139"/>
                    </a:lnTo>
                    <a:lnTo>
                      <a:pt x="17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2" name="Google Shape;4882;p73">
                <a:extLst>
                  <a:ext uri="{FF2B5EF4-FFF2-40B4-BE49-F238E27FC236}">
                    <a16:creationId xmlns:a16="http://schemas.microsoft.com/office/drawing/2014/main" id="{52DFB3F6-E449-A7F6-779D-7C65F6B1B290}"/>
                  </a:ext>
                </a:extLst>
              </p:cNvPr>
              <p:cNvSpPr/>
              <p:nvPr/>
            </p:nvSpPr>
            <p:spPr>
              <a:xfrm>
                <a:off x="1274350" y="3599025"/>
                <a:ext cx="46375" cy="45492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197" extrusionOk="0">
                    <a:moveTo>
                      <a:pt x="1790" y="87"/>
                    </a:moveTo>
                    <a:lnTo>
                      <a:pt x="1218" y="18105"/>
                    </a:lnTo>
                    <a:lnTo>
                      <a:pt x="63" y="17161"/>
                    </a:lnTo>
                    <a:lnTo>
                      <a:pt x="579" y="867"/>
                    </a:lnTo>
                    <a:lnTo>
                      <a:pt x="1790" y="87"/>
                    </a:lnTo>
                    <a:close/>
                    <a:moveTo>
                      <a:pt x="1825" y="0"/>
                    </a:moveTo>
                    <a:cubicBezTo>
                      <a:pt x="1820" y="0"/>
                      <a:pt x="1814" y="1"/>
                      <a:pt x="1809" y="2"/>
                    </a:cubicBezTo>
                    <a:lnTo>
                      <a:pt x="533" y="822"/>
                    </a:lnTo>
                    <a:cubicBezTo>
                      <a:pt x="527" y="828"/>
                      <a:pt x="520" y="838"/>
                      <a:pt x="520" y="848"/>
                    </a:cubicBezTo>
                    <a:lnTo>
                      <a:pt x="1" y="17175"/>
                    </a:lnTo>
                    <a:cubicBezTo>
                      <a:pt x="1" y="17184"/>
                      <a:pt x="4" y="17194"/>
                      <a:pt x="11" y="17201"/>
                    </a:cubicBezTo>
                    <a:lnTo>
                      <a:pt x="1228" y="18190"/>
                    </a:lnTo>
                    <a:cubicBezTo>
                      <a:pt x="1235" y="18193"/>
                      <a:pt x="1241" y="18196"/>
                      <a:pt x="1248" y="18196"/>
                    </a:cubicBezTo>
                    <a:lnTo>
                      <a:pt x="1261" y="18196"/>
                    </a:lnTo>
                    <a:cubicBezTo>
                      <a:pt x="1271" y="18190"/>
                      <a:pt x="1277" y="18180"/>
                      <a:pt x="1277" y="18167"/>
                    </a:cubicBezTo>
                    <a:lnTo>
                      <a:pt x="1855" y="32"/>
                    </a:lnTo>
                    <a:cubicBezTo>
                      <a:pt x="1855" y="19"/>
                      <a:pt x="1852" y="9"/>
                      <a:pt x="1839" y="2"/>
                    </a:cubicBezTo>
                    <a:cubicBezTo>
                      <a:pt x="1835" y="1"/>
                      <a:pt x="1830" y="0"/>
                      <a:pt x="18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3" name="Google Shape;4883;p73">
                <a:extLst>
                  <a:ext uri="{FF2B5EF4-FFF2-40B4-BE49-F238E27FC236}">
                    <a16:creationId xmlns:a16="http://schemas.microsoft.com/office/drawing/2014/main" id="{C11A074F-E1C2-11E9-4549-5501F031F9E1}"/>
                  </a:ext>
                </a:extLst>
              </p:cNvPr>
              <p:cNvSpPr/>
              <p:nvPr/>
            </p:nvSpPr>
            <p:spPr>
              <a:xfrm>
                <a:off x="1275100" y="3599725"/>
                <a:ext cx="44900" cy="453475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18139" extrusionOk="0">
                    <a:moveTo>
                      <a:pt x="1796" y="1"/>
                    </a:moveTo>
                    <a:lnTo>
                      <a:pt x="523" y="820"/>
                    </a:lnTo>
                    <a:lnTo>
                      <a:pt x="0" y="17150"/>
                    </a:lnTo>
                    <a:lnTo>
                      <a:pt x="1218" y="18139"/>
                    </a:lnTo>
                    <a:lnTo>
                      <a:pt x="1796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4" name="Google Shape;4884;p73">
                <a:extLst>
                  <a:ext uri="{FF2B5EF4-FFF2-40B4-BE49-F238E27FC236}">
                    <a16:creationId xmlns:a16="http://schemas.microsoft.com/office/drawing/2014/main" id="{1212C851-5F3A-4ABB-64C4-479C4EF94D7E}"/>
                  </a:ext>
                </a:extLst>
              </p:cNvPr>
              <p:cNvSpPr/>
              <p:nvPr/>
            </p:nvSpPr>
            <p:spPr>
              <a:xfrm>
                <a:off x="1305525" y="3599725"/>
                <a:ext cx="21175" cy="45430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18172" extrusionOk="0">
                    <a:moveTo>
                      <a:pt x="579" y="1"/>
                    </a:moveTo>
                    <a:lnTo>
                      <a:pt x="1" y="18139"/>
                    </a:lnTo>
                    <a:lnTo>
                      <a:pt x="269" y="18171"/>
                    </a:lnTo>
                    <a:lnTo>
                      <a:pt x="846" y="43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5" name="Google Shape;4885;p73">
                <a:extLst>
                  <a:ext uri="{FF2B5EF4-FFF2-40B4-BE49-F238E27FC236}">
                    <a16:creationId xmlns:a16="http://schemas.microsoft.com/office/drawing/2014/main" id="{E1B74808-2254-DFF2-FC2C-B396BDCDFF34}"/>
                  </a:ext>
                </a:extLst>
              </p:cNvPr>
              <p:cNvSpPr/>
              <p:nvPr/>
            </p:nvSpPr>
            <p:spPr>
              <a:xfrm>
                <a:off x="1304800" y="3599000"/>
                <a:ext cx="22700" cy="455850"/>
              </a:xfrm>
              <a:custGeom>
                <a:avLst/>
                <a:gdLst/>
                <a:ahLst/>
                <a:cxnLst/>
                <a:rect l="l" t="t" r="r" b="b"/>
                <a:pathLst>
                  <a:path w="908" h="18234" extrusionOk="0">
                    <a:moveTo>
                      <a:pt x="637" y="65"/>
                    </a:moveTo>
                    <a:lnTo>
                      <a:pt x="843" y="98"/>
                    </a:lnTo>
                    <a:lnTo>
                      <a:pt x="268" y="18168"/>
                    </a:lnTo>
                    <a:lnTo>
                      <a:pt x="62" y="18142"/>
                    </a:lnTo>
                    <a:lnTo>
                      <a:pt x="637" y="65"/>
                    </a:lnTo>
                    <a:close/>
                    <a:moveTo>
                      <a:pt x="614" y="0"/>
                    </a:moveTo>
                    <a:cubicBezTo>
                      <a:pt x="604" y="0"/>
                      <a:pt x="595" y="0"/>
                      <a:pt x="588" y="7"/>
                    </a:cubicBezTo>
                    <a:cubicBezTo>
                      <a:pt x="581" y="13"/>
                      <a:pt x="578" y="23"/>
                      <a:pt x="578" y="30"/>
                    </a:cubicBezTo>
                    <a:lnTo>
                      <a:pt x="0" y="18168"/>
                    </a:lnTo>
                    <a:cubicBezTo>
                      <a:pt x="0" y="18181"/>
                      <a:pt x="10" y="18197"/>
                      <a:pt x="27" y="18197"/>
                    </a:cubicBezTo>
                    <a:lnTo>
                      <a:pt x="298" y="18233"/>
                    </a:lnTo>
                    <a:cubicBezTo>
                      <a:pt x="307" y="18233"/>
                      <a:pt x="314" y="18230"/>
                      <a:pt x="320" y="18223"/>
                    </a:cubicBezTo>
                    <a:cubicBezTo>
                      <a:pt x="327" y="18217"/>
                      <a:pt x="330" y="18210"/>
                      <a:pt x="330" y="18200"/>
                    </a:cubicBezTo>
                    <a:lnTo>
                      <a:pt x="908" y="72"/>
                    </a:lnTo>
                    <a:cubicBezTo>
                      <a:pt x="908" y="59"/>
                      <a:pt x="895" y="46"/>
                      <a:pt x="882" y="43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6" name="Google Shape;4886;p73">
                <a:extLst>
                  <a:ext uri="{FF2B5EF4-FFF2-40B4-BE49-F238E27FC236}">
                    <a16:creationId xmlns:a16="http://schemas.microsoft.com/office/drawing/2014/main" id="{5DBB5B28-B5E2-B524-3AED-EEC42DB662E2}"/>
                  </a:ext>
                </a:extLst>
              </p:cNvPr>
              <p:cNvSpPr/>
              <p:nvPr/>
            </p:nvSpPr>
            <p:spPr>
              <a:xfrm>
                <a:off x="1095075" y="3685725"/>
                <a:ext cx="196600" cy="377100"/>
              </a:xfrm>
              <a:custGeom>
                <a:avLst/>
                <a:gdLst/>
                <a:ahLst/>
                <a:cxnLst/>
                <a:rect l="l" t="t" r="r" b="b"/>
                <a:pathLst>
                  <a:path w="7864" h="15084" extrusionOk="0">
                    <a:moveTo>
                      <a:pt x="6490" y="1"/>
                    </a:moveTo>
                    <a:lnTo>
                      <a:pt x="1" y="13282"/>
                    </a:lnTo>
                    <a:lnTo>
                      <a:pt x="654" y="15084"/>
                    </a:lnTo>
                    <a:lnTo>
                      <a:pt x="7864" y="331"/>
                    </a:lnTo>
                    <a:lnTo>
                      <a:pt x="64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7" name="Google Shape;4887;p73">
                <a:extLst>
                  <a:ext uri="{FF2B5EF4-FFF2-40B4-BE49-F238E27FC236}">
                    <a16:creationId xmlns:a16="http://schemas.microsoft.com/office/drawing/2014/main" id="{2095051A-C670-4FEF-4F77-C48C615D6366}"/>
                  </a:ext>
                </a:extLst>
              </p:cNvPr>
              <p:cNvSpPr/>
              <p:nvPr/>
            </p:nvSpPr>
            <p:spPr>
              <a:xfrm>
                <a:off x="1094350" y="3684950"/>
                <a:ext cx="198150" cy="378625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5145" extrusionOk="0">
                    <a:moveTo>
                      <a:pt x="6538" y="65"/>
                    </a:moveTo>
                    <a:lnTo>
                      <a:pt x="7851" y="384"/>
                    </a:lnTo>
                    <a:lnTo>
                      <a:pt x="689" y="15037"/>
                    </a:lnTo>
                    <a:lnTo>
                      <a:pt x="66" y="13313"/>
                    </a:lnTo>
                    <a:lnTo>
                      <a:pt x="6538" y="65"/>
                    </a:lnTo>
                    <a:close/>
                    <a:moveTo>
                      <a:pt x="6518" y="0"/>
                    </a:moveTo>
                    <a:cubicBezTo>
                      <a:pt x="6507" y="0"/>
                      <a:pt x="6498" y="9"/>
                      <a:pt x="6493" y="19"/>
                    </a:cubicBezTo>
                    <a:lnTo>
                      <a:pt x="4" y="13300"/>
                    </a:lnTo>
                    <a:cubicBezTo>
                      <a:pt x="1" y="13307"/>
                      <a:pt x="1" y="13316"/>
                      <a:pt x="4" y="13323"/>
                    </a:cubicBezTo>
                    <a:lnTo>
                      <a:pt x="657" y="15125"/>
                    </a:lnTo>
                    <a:cubicBezTo>
                      <a:pt x="660" y="15138"/>
                      <a:pt x="670" y="15144"/>
                      <a:pt x="683" y="15144"/>
                    </a:cubicBezTo>
                    <a:cubicBezTo>
                      <a:pt x="696" y="15144"/>
                      <a:pt x="706" y="15138"/>
                      <a:pt x="712" y="15128"/>
                    </a:cubicBezTo>
                    <a:lnTo>
                      <a:pt x="7919" y="375"/>
                    </a:lnTo>
                    <a:cubicBezTo>
                      <a:pt x="7926" y="368"/>
                      <a:pt x="7926" y="358"/>
                      <a:pt x="7919" y="348"/>
                    </a:cubicBezTo>
                    <a:cubicBezTo>
                      <a:pt x="7916" y="342"/>
                      <a:pt x="7909" y="335"/>
                      <a:pt x="7899" y="332"/>
                    </a:cubicBezTo>
                    <a:lnTo>
                      <a:pt x="6529" y="2"/>
                    </a:lnTo>
                    <a:cubicBezTo>
                      <a:pt x="6525" y="1"/>
                      <a:pt x="6522" y="0"/>
                      <a:pt x="65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8" name="Google Shape;4888;p73">
                <a:extLst>
                  <a:ext uri="{FF2B5EF4-FFF2-40B4-BE49-F238E27FC236}">
                    <a16:creationId xmlns:a16="http://schemas.microsoft.com/office/drawing/2014/main" id="{9437EDAE-92B8-AEF1-7B75-5E1A76D7EF00}"/>
                  </a:ext>
                </a:extLst>
              </p:cNvPr>
              <p:cNvSpPr/>
              <p:nvPr/>
            </p:nvSpPr>
            <p:spPr>
              <a:xfrm>
                <a:off x="1111400" y="3693975"/>
                <a:ext cx="185500" cy="374900"/>
              </a:xfrm>
              <a:custGeom>
                <a:avLst/>
                <a:gdLst/>
                <a:ahLst/>
                <a:cxnLst/>
                <a:rect l="l" t="t" r="r" b="b"/>
                <a:pathLst>
                  <a:path w="7420" h="14996" extrusionOk="0">
                    <a:moveTo>
                      <a:pt x="7211" y="1"/>
                    </a:moveTo>
                    <a:lnTo>
                      <a:pt x="1" y="14754"/>
                    </a:lnTo>
                    <a:lnTo>
                      <a:pt x="213" y="14995"/>
                    </a:lnTo>
                    <a:lnTo>
                      <a:pt x="7420" y="252"/>
                    </a:lnTo>
                    <a:lnTo>
                      <a:pt x="72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9" name="Google Shape;4889;p73">
                <a:extLst>
                  <a:ext uri="{FF2B5EF4-FFF2-40B4-BE49-F238E27FC236}">
                    <a16:creationId xmlns:a16="http://schemas.microsoft.com/office/drawing/2014/main" id="{592D7028-7B27-9713-09A4-F34A90381C2C}"/>
                  </a:ext>
                </a:extLst>
              </p:cNvPr>
              <p:cNvSpPr/>
              <p:nvPr/>
            </p:nvSpPr>
            <p:spPr>
              <a:xfrm>
                <a:off x="1110600" y="3693225"/>
                <a:ext cx="187125" cy="376475"/>
              </a:xfrm>
              <a:custGeom>
                <a:avLst/>
                <a:gdLst/>
                <a:ahLst/>
                <a:cxnLst/>
                <a:rect l="l" t="t" r="r" b="b"/>
                <a:pathLst>
                  <a:path w="7485" h="15059" extrusionOk="0">
                    <a:moveTo>
                      <a:pt x="7249" y="89"/>
                    </a:moveTo>
                    <a:lnTo>
                      <a:pt x="7416" y="285"/>
                    </a:lnTo>
                    <a:lnTo>
                      <a:pt x="238" y="14973"/>
                    </a:lnTo>
                    <a:lnTo>
                      <a:pt x="69" y="14781"/>
                    </a:lnTo>
                    <a:lnTo>
                      <a:pt x="7249" y="89"/>
                    </a:lnTo>
                    <a:close/>
                    <a:moveTo>
                      <a:pt x="7241" y="0"/>
                    </a:moveTo>
                    <a:cubicBezTo>
                      <a:pt x="7230" y="0"/>
                      <a:pt x="7219" y="6"/>
                      <a:pt x="7214" y="17"/>
                    </a:cubicBezTo>
                    <a:lnTo>
                      <a:pt x="7" y="14771"/>
                    </a:lnTo>
                    <a:cubicBezTo>
                      <a:pt x="0" y="14781"/>
                      <a:pt x="3" y="14794"/>
                      <a:pt x="10" y="14804"/>
                    </a:cubicBezTo>
                    <a:lnTo>
                      <a:pt x="222" y="15048"/>
                    </a:lnTo>
                    <a:cubicBezTo>
                      <a:pt x="229" y="15055"/>
                      <a:pt x="238" y="15058"/>
                      <a:pt x="245" y="15058"/>
                    </a:cubicBezTo>
                    <a:lnTo>
                      <a:pt x="251" y="15058"/>
                    </a:lnTo>
                    <a:cubicBezTo>
                      <a:pt x="261" y="15055"/>
                      <a:pt x="268" y="15048"/>
                      <a:pt x="274" y="15039"/>
                    </a:cubicBezTo>
                    <a:lnTo>
                      <a:pt x="7478" y="295"/>
                    </a:lnTo>
                    <a:cubicBezTo>
                      <a:pt x="7485" y="282"/>
                      <a:pt x="7481" y="269"/>
                      <a:pt x="7475" y="262"/>
                    </a:cubicBezTo>
                    <a:lnTo>
                      <a:pt x="7266" y="11"/>
                    </a:lnTo>
                    <a:cubicBezTo>
                      <a:pt x="7259" y="4"/>
                      <a:pt x="7250" y="0"/>
                      <a:pt x="7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0" name="Google Shape;4890;p73">
                <a:extLst>
                  <a:ext uri="{FF2B5EF4-FFF2-40B4-BE49-F238E27FC236}">
                    <a16:creationId xmlns:a16="http://schemas.microsoft.com/office/drawing/2014/main" id="{569CA327-B5FE-2427-17A1-F6D25C7A4513}"/>
                  </a:ext>
                </a:extLst>
              </p:cNvPr>
              <p:cNvSpPr/>
              <p:nvPr/>
            </p:nvSpPr>
            <p:spPr>
              <a:xfrm>
                <a:off x="941925" y="4036700"/>
                <a:ext cx="9972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850" extrusionOk="0">
                    <a:moveTo>
                      <a:pt x="1995" y="0"/>
                    </a:moveTo>
                    <a:cubicBezTo>
                      <a:pt x="895" y="0"/>
                      <a:pt x="0" y="190"/>
                      <a:pt x="0" y="425"/>
                    </a:cubicBezTo>
                    <a:cubicBezTo>
                      <a:pt x="0" y="660"/>
                      <a:pt x="891" y="849"/>
                      <a:pt x="1995" y="849"/>
                    </a:cubicBezTo>
                    <a:cubicBezTo>
                      <a:pt x="3095" y="849"/>
                      <a:pt x="3989" y="660"/>
                      <a:pt x="3989" y="425"/>
                    </a:cubicBezTo>
                    <a:cubicBezTo>
                      <a:pt x="3989" y="193"/>
                      <a:pt x="3098" y="0"/>
                      <a:pt x="1995" y="0"/>
                    </a:cubicBez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1" name="Google Shape;4891;p73">
                <a:extLst>
                  <a:ext uri="{FF2B5EF4-FFF2-40B4-BE49-F238E27FC236}">
                    <a16:creationId xmlns:a16="http://schemas.microsoft.com/office/drawing/2014/main" id="{B484BFFA-96B6-E2D2-C2AB-EA3F0E83DBC8}"/>
                  </a:ext>
                </a:extLst>
              </p:cNvPr>
              <p:cNvSpPr/>
              <p:nvPr/>
            </p:nvSpPr>
            <p:spPr>
              <a:xfrm>
                <a:off x="926250" y="3954275"/>
                <a:ext cx="12880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5152" h="4081" extrusionOk="0">
                    <a:moveTo>
                      <a:pt x="2573" y="1"/>
                    </a:moveTo>
                    <a:cubicBezTo>
                      <a:pt x="1153" y="1"/>
                      <a:pt x="1" y="141"/>
                      <a:pt x="1" y="314"/>
                    </a:cubicBezTo>
                    <a:cubicBezTo>
                      <a:pt x="4" y="334"/>
                      <a:pt x="17" y="353"/>
                      <a:pt x="33" y="363"/>
                    </a:cubicBezTo>
                    <a:lnTo>
                      <a:pt x="784" y="3412"/>
                    </a:lnTo>
                    <a:cubicBezTo>
                      <a:pt x="784" y="3565"/>
                      <a:pt x="1590" y="4081"/>
                      <a:pt x="2586" y="4081"/>
                    </a:cubicBezTo>
                    <a:cubicBezTo>
                      <a:pt x="3581" y="4081"/>
                      <a:pt x="4391" y="3565"/>
                      <a:pt x="4391" y="3412"/>
                    </a:cubicBezTo>
                    <a:lnTo>
                      <a:pt x="5151" y="321"/>
                    </a:lnTo>
                    <a:lnTo>
                      <a:pt x="5148" y="321"/>
                    </a:lnTo>
                    <a:cubicBezTo>
                      <a:pt x="5148" y="317"/>
                      <a:pt x="5148" y="314"/>
                      <a:pt x="5148" y="314"/>
                    </a:cubicBezTo>
                    <a:cubicBezTo>
                      <a:pt x="5148" y="141"/>
                      <a:pt x="3996" y="1"/>
                      <a:pt x="25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2" name="Google Shape;4892;p73">
                <a:extLst>
                  <a:ext uri="{FF2B5EF4-FFF2-40B4-BE49-F238E27FC236}">
                    <a16:creationId xmlns:a16="http://schemas.microsoft.com/office/drawing/2014/main" id="{7A461C2C-57DE-F69E-DD3F-C7CBD1C3A08F}"/>
                  </a:ext>
                </a:extLst>
              </p:cNvPr>
              <p:cNvSpPr/>
              <p:nvPr/>
            </p:nvSpPr>
            <p:spPr>
              <a:xfrm>
                <a:off x="925525" y="3953550"/>
                <a:ext cx="130325" cy="103575"/>
              </a:xfrm>
              <a:custGeom>
                <a:avLst/>
                <a:gdLst/>
                <a:ahLst/>
                <a:cxnLst/>
                <a:rect l="l" t="t" r="r" b="b"/>
                <a:pathLst>
                  <a:path w="5213" h="4143" extrusionOk="0">
                    <a:moveTo>
                      <a:pt x="2688" y="59"/>
                    </a:moveTo>
                    <a:cubicBezTo>
                      <a:pt x="3264" y="59"/>
                      <a:pt x="3843" y="91"/>
                      <a:pt x="4420" y="151"/>
                    </a:cubicBezTo>
                    <a:cubicBezTo>
                      <a:pt x="5089" y="232"/>
                      <a:pt x="5141" y="327"/>
                      <a:pt x="5144" y="340"/>
                    </a:cubicBezTo>
                    <a:lnTo>
                      <a:pt x="5144" y="343"/>
                    </a:lnTo>
                    <a:cubicBezTo>
                      <a:pt x="5144" y="350"/>
                      <a:pt x="5144" y="353"/>
                      <a:pt x="5144" y="356"/>
                    </a:cubicBezTo>
                    <a:lnTo>
                      <a:pt x="4390" y="3434"/>
                    </a:lnTo>
                    <a:cubicBezTo>
                      <a:pt x="4390" y="3437"/>
                      <a:pt x="4390" y="3441"/>
                      <a:pt x="4390" y="3441"/>
                    </a:cubicBezTo>
                    <a:cubicBezTo>
                      <a:pt x="4390" y="3568"/>
                      <a:pt x="3594" y="4080"/>
                      <a:pt x="2615" y="4080"/>
                    </a:cubicBezTo>
                    <a:cubicBezTo>
                      <a:pt x="1639" y="4080"/>
                      <a:pt x="842" y="3568"/>
                      <a:pt x="842" y="3441"/>
                    </a:cubicBezTo>
                    <a:cubicBezTo>
                      <a:pt x="842" y="3441"/>
                      <a:pt x="842" y="3437"/>
                      <a:pt x="842" y="3434"/>
                    </a:cubicBezTo>
                    <a:lnTo>
                      <a:pt x="95" y="386"/>
                    </a:lnTo>
                    <a:cubicBezTo>
                      <a:pt x="92" y="379"/>
                      <a:pt x="88" y="372"/>
                      <a:pt x="82" y="369"/>
                    </a:cubicBezTo>
                    <a:cubicBezTo>
                      <a:pt x="66" y="356"/>
                      <a:pt x="62" y="343"/>
                      <a:pt x="62" y="343"/>
                    </a:cubicBezTo>
                    <a:cubicBezTo>
                      <a:pt x="62" y="340"/>
                      <a:pt x="69" y="239"/>
                      <a:pt x="787" y="154"/>
                    </a:cubicBezTo>
                    <a:cubicBezTo>
                      <a:pt x="1340" y="94"/>
                      <a:pt x="1896" y="62"/>
                      <a:pt x="2452" y="62"/>
                    </a:cubicBezTo>
                    <a:cubicBezTo>
                      <a:pt x="2503" y="62"/>
                      <a:pt x="2554" y="62"/>
                      <a:pt x="2605" y="62"/>
                    </a:cubicBezTo>
                    <a:lnTo>
                      <a:pt x="2605" y="59"/>
                    </a:lnTo>
                    <a:cubicBezTo>
                      <a:pt x="2633" y="59"/>
                      <a:pt x="2660" y="59"/>
                      <a:pt x="2688" y="59"/>
                    </a:cubicBezTo>
                    <a:close/>
                    <a:moveTo>
                      <a:pt x="2605" y="0"/>
                    </a:moveTo>
                    <a:cubicBezTo>
                      <a:pt x="1557" y="0"/>
                      <a:pt x="0" y="92"/>
                      <a:pt x="0" y="343"/>
                    </a:cubicBezTo>
                    <a:cubicBezTo>
                      <a:pt x="0" y="369"/>
                      <a:pt x="13" y="395"/>
                      <a:pt x="36" y="412"/>
                    </a:cubicBezTo>
                    <a:lnTo>
                      <a:pt x="784" y="3447"/>
                    </a:lnTo>
                    <a:cubicBezTo>
                      <a:pt x="797" y="3620"/>
                      <a:pt x="1616" y="4142"/>
                      <a:pt x="2618" y="4142"/>
                    </a:cubicBezTo>
                    <a:cubicBezTo>
                      <a:pt x="3617" y="4142"/>
                      <a:pt x="4436" y="3620"/>
                      <a:pt x="4452" y="3447"/>
                    </a:cubicBezTo>
                    <a:lnTo>
                      <a:pt x="5210" y="356"/>
                    </a:lnTo>
                    <a:cubicBezTo>
                      <a:pt x="5213" y="350"/>
                      <a:pt x="5210" y="343"/>
                      <a:pt x="5206" y="337"/>
                    </a:cubicBezTo>
                    <a:cubicBezTo>
                      <a:pt x="5180" y="92"/>
                      <a:pt x="3640" y="0"/>
                      <a:pt x="26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3" name="Google Shape;4893;p73">
                <a:extLst>
                  <a:ext uri="{FF2B5EF4-FFF2-40B4-BE49-F238E27FC236}">
                    <a16:creationId xmlns:a16="http://schemas.microsoft.com/office/drawing/2014/main" id="{B8D768C2-C369-8CA6-7062-EB4C7CB6AA0A}"/>
                  </a:ext>
                </a:extLst>
              </p:cNvPr>
              <p:cNvSpPr/>
              <p:nvPr/>
            </p:nvSpPr>
            <p:spPr>
              <a:xfrm>
                <a:off x="924550" y="3954275"/>
                <a:ext cx="132200" cy="43700"/>
              </a:xfrm>
              <a:custGeom>
                <a:avLst/>
                <a:gdLst/>
                <a:ahLst/>
                <a:cxnLst/>
                <a:rect l="l" t="t" r="r" b="b"/>
                <a:pathLst>
                  <a:path w="5288" h="1748" extrusionOk="0">
                    <a:moveTo>
                      <a:pt x="2641" y="1"/>
                    </a:moveTo>
                    <a:cubicBezTo>
                      <a:pt x="1182" y="1"/>
                      <a:pt x="0" y="157"/>
                      <a:pt x="0" y="350"/>
                    </a:cubicBezTo>
                    <a:cubicBezTo>
                      <a:pt x="3" y="373"/>
                      <a:pt x="16" y="392"/>
                      <a:pt x="36" y="406"/>
                    </a:cubicBezTo>
                    <a:lnTo>
                      <a:pt x="189" y="1094"/>
                    </a:lnTo>
                    <a:cubicBezTo>
                      <a:pt x="242" y="1326"/>
                      <a:pt x="313" y="1388"/>
                      <a:pt x="480" y="1443"/>
                    </a:cubicBezTo>
                    <a:cubicBezTo>
                      <a:pt x="480" y="1443"/>
                      <a:pt x="1335" y="1727"/>
                      <a:pt x="2569" y="1747"/>
                    </a:cubicBezTo>
                    <a:cubicBezTo>
                      <a:pt x="2592" y="1747"/>
                      <a:pt x="2615" y="1747"/>
                      <a:pt x="2639" y="1747"/>
                    </a:cubicBezTo>
                    <a:cubicBezTo>
                      <a:pt x="3382" y="1747"/>
                      <a:pt x="4125" y="1646"/>
                      <a:pt x="4841" y="1447"/>
                    </a:cubicBezTo>
                    <a:cubicBezTo>
                      <a:pt x="4981" y="1398"/>
                      <a:pt x="5069" y="1329"/>
                      <a:pt x="5118" y="1101"/>
                    </a:cubicBezTo>
                    <a:lnTo>
                      <a:pt x="5288" y="357"/>
                    </a:lnTo>
                    <a:lnTo>
                      <a:pt x="5281" y="357"/>
                    </a:lnTo>
                    <a:cubicBezTo>
                      <a:pt x="5281" y="357"/>
                      <a:pt x="5281" y="353"/>
                      <a:pt x="5281" y="350"/>
                    </a:cubicBezTo>
                    <a:cubicBezTo>
                      <a:pt x="5281" y="157"/>
                      <a:pt x="4100" y="1"/>
                      <a:pt x="26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4" name="Google Shape;4894;p73">
                <a:extLst>
                  <a:ext uri="{FF2B5EF4-FFF2-40B4-BE49-F238E27FC236}">
                    <a16:creationId xmlns:a16="http://schemas.microsoft.com/office/drawing/2014/main" id="{7910CDCB-E66B-00A4-3164-0B896BF27BC0}"/>
                  </a:ext>
                </a:extLst>
              </p:cNvPr>
              <p:cNvSpPr/>
              <p:nvPr/>
            </p:nvSpPr>
            <p:spPr>
              <a:xfrm>
                <a:off x="923800" y="3953550"/>
                <a:ext cx="133700" cy="45225"/>
              </a:xfrm>
              <a:custGeom>
                <a:avLst/>
                <a:gdLst/>
                <a:ahLst/>
                <a:cxnLst/>
                <a:rect l="l" t="t" r="r" b="b"/>
                <a:pathLst>
                  <a:path w="5348" h="1809" extrusionOk="0">
                    <a:moveTo>
                      <a:pt x="2671" y="59"/>
                    </a:moveTo>
                    <a:cubicBezTo>
                      <a:pt x="4290" y="59"/>
                      <a:pt x="5282" y="245"/>
                      <a:pt x="5282" y="376"/>
                    </a:cubicBezTo>
                    <a:cubicBezTo>
                      <a:pt x="5282" y="379"/>
                      <a:pt x="5282" y="379"/>
                      <a:pt x="5282" y="382"/>
                    </a:cubicBezTo>
                    <a:cubicBezTo>
                      <a:pt x="5282" y="386"/>
                      <a:pt x="5282" y="392"/>
                      <a:pt x="5282" y="395"/>
                    </a:cubicBezTo>
                    <a:lnTo>
                      <a:pt x="5119" y="1123"/>
                    </a:lnTo>
                    <a:cubicBezTo>
                      <a:pt x="5070" y="1339"/>
                      <a:pt x="4995" y="1401"/>
                      <a:pt x="4861" y="1450"/>
                    </a:cubicBezTo>
                    <a:cubicBezTo>
                      <a:pt x="4146" y="1646"/>
                      <a:pt x="3409" y="1747"/>
                      <a:pt x="2668" y="1747"/>
                    </a:cubicBezTo>
                    <a:cubicBezTo>
                      <a:pt x="2645" y="1747"/>
                      <a:pt x="2622" y="1747"/>
                      <a:pt x="2599" y="1747"/>
                    </a:cubicBezTo>
                    <a:cubicBezTo>
                      <a:pt x="1385" y="1727"/>
                      <a:pt x="529" y="1446"/>
                      <a:pt x="520" y="1443"/>
                    </a:cubicBezTo>
                    <a:cubicBezTo>
                      <a:pt x="363" y="1391"/>
                      <a:pt x="298" y="1335"/>
                      <a:pt x="249" y="1117"/>
                    </a:cubicBezTo>
                    <a:lnTo>
                      <a:pt x="95" y="428"/>
                    </a:lnTo>
                    <a:cubicBezTo>
                      <a:pt x="92" y="421"/>
                      <a:pt x="89" y="415"/>
                      <a:pt x="86" y="412"/>
                    </a:cubicBezTo>
                    <a:cubicBezTo>
                      <a:pt x="69" y="399"/>
                      <a:pt x="59" y="389"/>
                      <a:pt x="59" y="379"/>
                    </a:cubicBezTo>
                    <a:cubicBezTo>
                      <a:pt x="59" y="245"/>
                      <a:pt x="1055" y="59"/>
                      <a:pt x="2671" y="59"/>
                    </a:cubicBezTo>
                    <a:close/>
                    <a:moveTo>
                      <a:pt x="2671" y="0"/>
                    </a:moveTo>
                    <a:cubicBezTo>
                      <a:pt x="1597" y="0"/>
                      <a:pt x="1" y="102"/>
                      <a:pt x="1" y="379"/>
                    </a:cubicBezTo>
                    <a:cubicBezTo>
                      <a:pt x="1" y="408"/>
                      <a:pt x="17" y="435"/>
                      <a:pt x="37" y="454"/>
                    </a:cubicBezTo>
                    <a:lnTo>
                      <a:pt x="190" y="1133"/>
                    </a:lnTo>
                    <a:cubicBezTo>
                      <a:pt x="245" y="1378"/>
                      <a:pt x="330" y="1446"/>
                      <a:pt x="500" y="1502"/>
                    </a:cubicBezTo>
                    <a:cubicBezTo>
                      <a:pt x="510" y="1505"/>
                      <a:pt x="1372" y="1789"/>
                      <a:pt x="2596" y="1809"/>
                    </a:cubicBezTo>
                    <a:lnTo>
                      <a:pt x="2707" y="1809"/>
                    </a:lnTo>
                    <a:cubicBezTo>
                      <a:pt x="3441" y="1802"/>
                      <a:pt x="4172" y="1701"/>
                      <a:pt x="4884" y="1505"/>
                    </a:cubicBezTo>
                    <a:cubicBezTo>
                      <a:pt x="5034" y="1450"/>
                      <a:pt x="5125" y="1375"/>
                      <a:pt x="5181" y="1136"/>
                    </a:cubicBezTo>
                    <a:lnTo>
                      <a:pt x="5347" y="395"/>
                    </a:lnTo>
                    <a:cubicBezTo>
                      <a:pt x="5347" y="389"/>
                      <a:pt x="5347" y="379"/>
                      <a:pt x="5344" y="372"/>
                    </a:cubicBezTo>
                    <a:cubicBezTo>
                      <a:pt x="5321" y="98"/>
                      <a:pt x="3738" y="0"/>
                      <a:pt x="2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5" name="Google Shape;4895;p73">
                <a:extLst>
                  <a:ext uri="{FF2B5EF4-FFF2-40B4-BE49-F238E27FC236}">
                    <a16:creationId xmlns:a16="http://schemas.microsoft.com/office/drawing/2014/main" id="{95B43A75-7593-BD1E-B56A-CCBC6F274E4C}"/>
                  </a:ext>
                </a:extLst>
              </p:cNvPr>
              <p:cNvSpPr/>
              <p:nvPr/>
            </p:nvSpPr>
            <p:spPr>
              <a:xfrm>
                <a:off x="924125" y="3945150"/>
                <a:ext cx="132625" cy="316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1267" extrusionOk="0">
                    <a:moveTo>
                      <a:pt x="2651" y="0"/>
                    </a:moveTo>
                    <a:cubicBezTo>
                      <a:pt x="1186" y="0"/>
                      <a:pt x="1" y="284"/>
                      <a:pt x="1" y="633"/>
                    </a:cubicBezTo>
                    <a:cubicBezTo>
                      <a:pt x="1" y="983"/>
                      <a:pt x="1186" y="1267"/>
                      <a:pt x="2651" y="1267"/>
                    </a:cubicBezTo>
                    <a:cubicBezTo>
                      <a:pt x="4117" y="1267"/>
                      <a:pt x="5305" y="983"/>
                      <a:pt x="5305" y="633"/>
                    </a:cubicBezTo>
                    <a:cubicBezTo>
                      <a:pt x="5305" y="284"/>
                      <a:pt x="4117" y="0"/>
                      <a:pt x="26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6" name="Google Shape;4896;p73">
                <a:extLst>
                  <a:ext uri="{FF2B5EF4-FFF2-40B4-BE49-F238E27FC236}">
                    <a16:creationId xmlns:a16="http://schemas.microsoft.com/office/drawing/2014/main" id="{4EDC7CAF-974B-4317-89CC-7BA41A06B554}"/>
                  </a:ext>
                </a:extLst>
              </p:cNvPr>
              <p:cNvSpPr/>
              <p:nvPr/>
            </p:nvSpPr>
            <p:spPr>
              <a:xfrm>
                <a:off x="923325" y="3944400"/>
                <a:ext cx="1341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367" h="1330" extrusionOk="0">
                    <a:moveTo>
                      <a:pt x="2683" y="60"/>
                    </a:moveTo>
                    <a:cubicBezTo>
                      <a:pt x="4253" y="60"/>
                      <a:pt x="5304" y="373"/>
                      <a:pt x="5304" y="663"/>
                    </a:cubicBezTo>
                    <a:cubicBezTo>
                      <a:pt x="5304" y="954"/>
                      <a:pt x="4250" y="1267"/>
                      <a:pt x="2683" y="1267"/>
                    </a:cubicBezTo>
                    <a:cubicBezTo>
                      <a:pt x="1116" y="1267"/>
                      <a:pt x="62" y="954"/>
                      <a:pt x="62" y="663"/>
                    </a:cubicBezTo>
                    <a:cubicBezTo>
                      <a:pt x="62" y="373"/>
                      <a:pt x="1116" y="60"/>
                      <a:pt x="2683" y="60"/>
                    </a:cubicBezTo>
                    <a:close/>
                    <a:moveTo>
                      <a:pt x="2683" y="1"/>
                    </a:moveTo>
                    <a:cubicBezTo>
                      <a:pt x="1364" y="1"/>
                      <a:pt x="0" y="249"/>
                      <a:pt x="0" y="663"/>
                    </a:cubicBezTo>
                    <a:cubicBezTo>
                      <a:pt x="0" y="1081"/>
                      <a:pt x="1364" y="1329"/>
                      <a:pt x="2683" y="1329"/>
                    </a:cubicBezTo>
                    <a:cubicBezTo>
                      <a:pt x="4002" y="1329"/>
                      <a:pt x="5366" y="1081"/>
                      <a:pt x="5366" y="663"/>
                    </a:cubicBezTo>
                    <a:cubicBezTo>
                      <a:pt x="5366" y="249"/>
                      <a:pt x="4002" y="1"/>
                      <a:pt x="26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7" name="Google Shape;4897;p73">
                <a:extLst>
                  <a:ext uri="{FF2B5EF4-FFF2-40B4-BE49-F238E27FC236}">
                    <a16:creationId xmlns:a16="http://schemas.microsoft.com/office/drawing/2014/main" id="{1D9AAB87-9AB9-8228-05AA-D32479E6FA91}"/>
                  </a:ext>
                </a:extLst>
              </p:cNvPr>
              <p:cNvSpPr/>
              <p:nvPr/>
            </p:nvSpPr>
            <p:spPr>
              <a:xfrm>
                <a:off x="926250" y="3954275"/>
                <a:ext cx="12880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5152" h="4081" extrusionOk="0">
                    <a:moveTo>
                      <a:pt x="2573" y="1"/>
                    </a:moveTo>
                    <a:cubicBezTo>
                      <a:pt x="1153" y="1"/>
                      <a:pt x="1" y="141"/>
                      <a:pt x="1" y="314"/>
                    </a:cubicBezTo>
                    <a:cubicBezTo>
                      <a:pt x="4" y="334"/>
                      <a:pt x="17" y="353"/>
                      <a:pt x="33" y="363"/>
                    </a:cubicBezTo>
                    <a:lnTo>
                      <a:pt x="784" y="3412"/>
                    </a:lnTo>
                    <a:cubicBezTo>
                      <a:pt x="784" y="3565"/>
                      <a:pt x="1590" y="4081"/>
                      <a:pt x="2586" y="4081"/>
                    </a:cubicBezTo>
                    <a:cubicBezTo>
                      <a:pt x="3581" y="4081"/>
                      <a:pt x="4391" y="3565"/>
                      <a:pt x="4391" y="3412"/>
                    </a:cubicBezTo>
                    <a:lnTo>
                      <a:pt x="5151" y="321"/>
                    </a:lnTo>
                    <a:lnTo>
                      <a:pt x="5148" y="321"/>
                    </a:lnTo>
                    <a:cubicBezTo>
                      <a:pt x="5148" y="317"/>
                      <a:pt x="5148" y="314"/>
                      <a:pt x="5148" y="314"/>
                    </a:cubicBezTo>
                    <a:cubicBezTo>
                      <a:pt x="5148" y="141"/>
                      <a:pt x="3996" y="1"/>
                      <a:pt x="25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8" name="Google Shape;4898;p73">
                <a:extLst>
                  <a:ext uri="{FF2B5EF4-FFF2-40B4-BE49-F238E27FC236}">
                    <a16:creationId xmlns:a16="http://schemas.microsoft.com/office/drawing/2014/main" id="{B58E8294-0D2C-CDE7-B4DF-6E689449DE16}"/>
                  </a:ext>
                </a:extLst>
              </p:cNvPr>
              <p:cNvSpPr/>
              <p:nvPr/>
            </p:nvSpPr>
            <p:spPr>
              <a:xfrm>
                <a:off x="925525" y="3953550"/>
                <a:ext cx="130325" cy="103575"/>
              </a:xfrm>
              <a:custGeom>
                <a:avLst/>
                <a:gdLst/>
                <a:ahLst/>
                <a:cxnLst/>
                <a:rect l="l" t="t" r="r" b="b"/>
                <a:pathLst>
                  <a:path w="5213" h="4143" extrusionOk="0">
                    <a:moveTo>
                      <a:pt x="2688" y="59"/>
                    </a:moveTo>
                    <a:cubicBezTo>
                      <a:pt x="3264" y="59"/>
                      <a:pt x="3843" y="91"/>
                      <a:pt x="4420" y="151"/>
                    </a:cubicBezTo>
                    <a:cubicBezTo>
                      <a:pt x="5089" y="232"/>
                      <a:pt x="5141" y="327"/>
                      <a:pt x="5144" y="340"/>
                    </a:cubicBezTo>
                    <a:lnTo>
                      <a:pt x="5144" y="343"/>
                    </a:lnTo>
                    <a:cubicBezTo>
                      <a:pt x="5144" y="350"/>
                      <a:pt x="5144" y="353"/>
                      <a:pt x="5144" y="356"/>
                    </a:cubicBezTo>
                    <a:lnTo>
                      <a:pt x="4390" y="3434"/>
                    </a:lnTo>
                    <a:cubicBezTo>
                      <a:pt x="4390" y="3437"/>
                      <a:pt x="4390" y="3441"/>
                      <a:pt x="4390" y="3441"/>
                    </a:cubicBezTo>
                    <a:cubicBezTo>
                      <a:pt x="4390" y="3568"/>
                      <a:pt x="3594" y="4080"/>
                      <a:pt x="2615" y="4080"/>
                    </a:cubicBezTo>
                    <a:cubicBezTo>
                      <a:pt x="1639" y="4080"/>
                      <a:pt x="842" y="3568"/>
                      <a:pt x="842" y="3441"/>
                    </a:cubicBezTo>
                    <a:cubicBezTo>
                      <a:pt x="842" y="3441"/>
                      <a:pt x="842" y="3437"/>
                      <a:pt x="842" y="3434"/>
                    </a:cubicBezTo>
                    <a:lnTo>
                      <a:pt x="95" y="386"/>
                    </a:lnTo>
                    <a:cubicBezTo>
                      <a:pt x="92" y="379"/>
                      <a:pt x="88" y="372"/>
                      <a:pt x="82" y="369"/>
                    </a:cubicBezTo>
                    <a:cubicBezTo>
                      <a:pt x="66" y="356"/>
                      <a:pt x="62" y="343"/>
                      <a:pt x="62" y="343"/>
                    </a:cubicBezTo>
                    <a:cubicBezTo>
                      <a:pt x="62" y="340"/>
                      <a:pt x="69" y="239"/>
                      <a:pt x="787" y="154"/>
                    </a:cubicBezTo>
                    <a:cubicBezTo>
                      <a:pt x="1340" y="94"/>
                      <a:pt x="1896" y="62"/>
                      <a:pt x="2452" y="62"/>
                    </a:cubicBezTo>
                    <a:cubicBezTo>
                      <a:pt x="2503" y="62"/>
                      <a:pt x="2554" y="62"/>
                      <a:pt x="2605" y="62"/>
                    </a:cubicBezTo>
                    <a:lnTo>
                      <a:pt x="2605" y="59"/>
                    </a:lnTo>
                    <a:cubicBezTo>
                      <a:pt x="2633" y="59"/>
                      <a:pt x="2660" y="59"/>
                      <a:pt x="2688" y="59"/>
                    </a:cubicBezTo>
                    <a:close/>
                    <a:moveTo>
                      <a:pt x="2605" y="0"/>
                    </a:moveTo>
                    <a:cubicBezTo>
                      <a:pt x="1557" y="0"/>
                      <a:pt x="0" y="92"/>
                      <a:pt x="0" y="343"/>
                    </a:cubicBezTo>
                    <a:cubicBezTo>
                      <a:pt x="0" y="369"/>
                      <a:pt x="13" y="395"/>
                      <a:pt x="36" y="412"/>
                    </a:cubicBezTo>
                    <a:lnTo>
                      <a:pt x="784" y="3447"/>
                    </a:lnTo>
                    <a:cubicBezTo>
                      <a:pt x="797" y="3620"/>
                      <a:pt x="1616" y="4142"/>
                      <a:pt x="2618" y="4142"/>
                    </a:cubicBezTo>
                    <a:cubicBezTo>
                      <a:pt x="3617" y="4142"/>
                      <a:pt x="4436" y="3620"/>
                      <a:pt x="4452" y="3447"/>
                    </a:cubicBezTo>
                    <a:lnTo>
                      <a:pt x="5210" y="356"/>
                    </a:lnTo>
                    <a:cubicBezTo>
                      <a:pt x="5213" y="350"/>
                      <a:pt x="5210" y="343"/>
                      <a:pt x="5206" y="337"/>
                    </a:cubicBezTo>
                    <a:cubicBezTo>
                      <a:pt x="5180" y="92"/>
                      <a:pt x="3640" y="0"/>
                      <a:pt x="26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9" name="Google Shape;4899;p73">
                <a:extLst>
                  <a:ext uri="{FF2B5EF4-FFF2-40B4-BE49-F238E27FC236}">
                    <a16:creationId xmlns:a16="http://schemas.microsoft.com/office/drawing/2014/main" id="{9BD0B5AB-D99F-0753-D7E9-246EA7905AEF}"/>
                  </a:ext>
                </a:extLst>
              </p:cNvPr>
              <p:cNvSpPr/>
              <p:nvPr/>
            </p:nvSpPr>
            <p:spPr>
              <a:xfrm>
                <a:off x="926250" y="3954275"/>
                <a:ext cx="10055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4022" h="4081" extrusionOk="0">
                    <a:moveTo>
                      <a:pt x="2576" y="1"/>
                    </a:moveTo>
                    <a:cubicBezTo>
                      <a:pt x="1153" y="1"/>
                      <a:pt x="1" y="141"/>
                      <a:pt x="1" y="314"/>
                    </a:cubicBezTo>
                    <a:cubicBezTo>
                      <a:pt x="4" y="334"/>
                      <a:pt x="17" y="353"/>
                      <a:pt x="33" y="363"/>
                    </a:cubicBezTo>
                    <a:lnTo>
                      <a:pt x="784" y="3412"/>
                    </a:lnTo>
                    <a:cubicBezTo>
                      <a:pt x="784" y="3565"/>
                      <a:pt x="1590" y="4081"/>
                      <a:pt x="2589" y="4081"/>
                    </a:cubicBezTo>
                    <a:cubicBezTo>
                      <a:pt x="2759" y="4081"/>
                      <a:pt x="2932" y="4064"/>
                      <a:pt x="3101" y="4035"/>
                    </a:cubicBezTo>
                    <a:cubicBezTo>
                      <a:pt x="2485" y="3878"/>
                      <a:pt x="2057" y="3575"/>
                      <a:pt x="2057" y="3464"/>
                    </a:cubicBezTo>
                    <a:lnTo>
                      <a:pt x="1306" y="419"/>
                    </a:lnTo>
                    <a:cubicBezTo>
                      <a:pt x="1290" y="406"/>
                      <a:pt x="1277" y="389"/>
                      <a:pt x="1274" y="366"/>
                    </a:cubicBezTo>
                    <a:cubicBezTo>
                      <a:pt x="1274" y="193"/>
                      <a:pt x="2426" y="56"/>
                      <a:pt x="3849" y="56"/>
                    </a:cubicBezTo>
                    <a:lnTo>
                      <a:pt x="4022" y="56"/>
                    </a:lnTo>
                    <a:cubicBezTo>
                      <a:pt x="3611" y="20"/>
                      <a:pt x="3111" y="1"/>
                      <a:pt x="2576" y="1"/>
                    </a:cubicBez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0" name="Google Shape;4900;p73">
                <a:extLst>
                  <a:ext uri="{FF2B5EF4-FFF2-40B4-BE49-F238E27FC236}">
                    <a16:creationId xmlns:a16="http://schemas.microsoft.com/office/drawing/2014/main" id="{40453ED8-6A42-8077-9AAA-6637915254BC}"/>
                  </a:ext>
                </a:extLst>
              </p:cNvPr>
              <p:cNvSpPr/>
              <p:nvPr/>
            </p:nvSpPr>
            <p:spPr>
              <a:xfrm>
                <a:off x="924550" y="3954275"/>
                <a:ext cx="132200" cy="43700"/>
              </a:xfrm>
              <a:custGeom>
                <a:avLst/>
                <a:gdLst/>
                <a:ahLst/>
                <a:cxnLst/>
                <a:rect l="l" t="t" r="r" b="b"/>
                <a:pathLst>
                  <a:path w="5288" h="1748" extrusionOk="0">
                    <a:moveTo>
                      <a:pt x="2641" y="1"/>
                    </a:moveTo>
                    <a:cubicBezTo>
                      <a:pt x="1182" y="1"/>
                      <a:pt x="0" y="157"/>
                      <a:pt x="0" y="350"/>
                    </a:cubicBezTo>
                    <a:cubicBezTo>
                      <a:pt x="3" y="373"/>
                      <a:pt x="16" y="392"/>
                      <a:pt x="36" y="406"/>
                    </a:cubicBezTo>
                    <a:lnTo>
                      <a:pt x="189" y="1094"/>
                    </a:lnTo>
                    <a:cubicBezTo>
                      <a:pt x="242" y="1326"/>
                      <a:pt x="313" y="1388"/>
                      <a:pt x="480" y="1443"/>
                    </a:cubicBezTo>
                    <a:cubicBezTo>
                      <a:pt x="480" y="1443"/>
                      <a:pt x="1335" y="1727"/>
                      <a:pt x="2569" y="1747"/>
                    </a:cubicBezTo>
                    <a:cubicBezTo>
                      <a:pt x="2592" y="1747"/>
                      <a:pt x="2615" y="1747"/>
                      <a:pt x="2639" y="1747"/>
                    </a:cubicBezTo>
                    <a:cubicBezTo>
                      <a:pt x="3382" y="1747"/>
                      <a:pt x="4125" y="1646"/>
                      <a:pt x="4841" y="1447"/>
                    </a:cubicBezTo>
                    <a:cubicBezTo>
                      <a:pt x="4981" y="1398"/>
                      <a:pt x="5069" y="1329"/>
                      <a:pt x="5118" y="1101"/>
                    </a:cubicBezTo>
                    <a:lnTo>
                      <a:pt x="5288" y="357"/>
                    </a:lnTo>
                    <a:lnTo>
                      <a:pt x="5281" y="357"/>
                    </a:lnTo>
                    <a:cubicBezTo>
                      <a:pt x="5281" y="357"/>
                      <a:pt x="5281" y="353"/>
                      <a:pt x="5281" y="350"/>
                    </a:cubicBezTo>
                    <a:cubicBezTo>
                      <a:pt x="5281" y="157"/>
                      <a:pt x="4100" y="1"/>
                      <a:pt x="26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1" name="Google Shape;4901;p73">
                <a:extLst>
                  <a:ext uri="{FF2B5EF4-FFF2-40B4-BE49-F238E27FC236}">
                    <a16:creationId xmlns:a16="http://schemas.microsoft.com/office/drawing/2014/main" id="{7BF4CD8F-212B-01B6-5899-FAED08FCAE87}"/>
                  </a:ext>
                </a:extLst>
              </p:cNvPr>
              <p:cNvSpPr/>
              <p:nvPr/>
            </p:nvSpPr>
            <p:spPr>
              <a:xfrm>
                <a:off x="923800" y="3953550"/>
                <a:ext cx="133700" cy="45225"/>
              </a:xfrm>
              <a:custGeom>
                <a:avLst/>
                <a:gdLst/>
                <a:ahLst/>
                <a:cxnLst/>
                <a:rect l="l" t="t" r="r" b="b"/>
                <a:pathLst>
                  <a:path w="5348" h="1809" extrusionOk="0">
                    <a:moveTo>
                      <a:pt x="2671" y="59"/>
                    </a:moveTo>
                    <a:cubicBezTo>
                      <a:pt x="4290" y="59"/>
                      <a:pt x="5282" y="245"/>
                      <a:pt x="5282" y="376"/>
                    </a:cubicBezTo>
                    <a:cubicBezTo>
                      <a:pt x="5282" y="379"/>
                      <a:pt x="5282" y="379"/>
                      <a:pt x="5282" y="382"/>
                    </a:cubicBezTo>
                    <a:cubicBezTo>
                      <a:pt x="5282" y="386"/>
                      <a:pt x="5282" y="392"/>
                      <a:pt x="5282" y="395"/>
                    </a:cubicBezTo>
                    <a:lnTo>
                      <a:pt x="5119" y="1123"/>
                    </a:lnTo>
                    <a:cubicBezTo>
                      <a:pt x="5070" y="1339"/>
                      <a:pt x="4995" y="1401"/>
                      <a:pt x="4861" y="1450"/>
                    </a:cubicBezTo>
                    <a:cubicBezTo>
                      <a:pt x="4146" y="1646"/>
                      <a:pt x="3409" y="1747"/>
                      <a:pt x="2668" y="1747"/>
                    </a:cubicBezTo>
                    <a:cubicBezTo>
                      <a:pt x="2645" y="1747"/>
                      <a:pt x="2622" y="1747"/>
                      <a:pt x="2599" y="1747"/>
                    </a:cubicBezTo>
                    <a:cubicBezTo>
                      <a:pt x="1385" y="1727"/>
                      <a:pt x="529" y="1446"/>
                      <a:pt x="520" y="1443"/>
                    </a:cubicBezTo>
                    <a:cubicBezTo>
                      <a:pt x="363" y="1391"/>
                      <a:pt x="298" y="1335"/>
                      <a:pt x="249" y="1117"/>
                    </a:cubicBezTo>
                    <a:lnTo>
                      <a:pt x="95" y="428"/>
                    </a:lnTo>
                    <a:cubicBezTo>
                      <a:pt x="92" y="421"/>
                      <a:pt x="89" y="415"/>
                      <a:pt x="86" y="412"/>
                    </a:cubicBezTo>
                    <a:cubicBezTo>
                      <a:pt x="69" y="399"/>
                      <a:pt x="59" y="389"/>
                      <a:pt x="59" y="379"/>
                    </a:cubicBezTo>
                    <a:cubicBezTo>
                      <a:pt x="59" y="245"/>
                      <a:pt x="1055" y="59"/>
                      <a:pt x="2671" y="59"/>
                    </a:cubicBezTo>
                    <a:close/>
                    <a:moveTo>
                      <a:pt x="2671" y="0"/>
                    </a:moveTo>
                    <a:cubicBezTo>
                      <a:pt x="1597" y="0"/>
                      <a:pt x="1" y="102"/>
                      <a:pt x="1" y="379"/>
                    </a:cubicBezTo>
                    <a:cubicBezTo>
                      <a:pt x="1" y="408"/>
                      <a:pt x="17" y="435"/>
                      <a:pt x="37" y="454"/>
                    </a:cubicBezTo>
                    <a:lnTo>
                      <a:pt x="190" y="1133"/>
                    </a:lnTo>
                    <a:cubicBezTo>
                      <a:pt x="245" y="1378"/>
                      <a:pt x="330" y="1446"/>
                      <a:pt x="500" y="1502"/>
                    </a:cubicBezTo>
                    <a:cubicBezTo>
                      <a:pt x="510" y="1505"/>
                      <a:pt x="1372" y="1789"/>
                      <a:pt x="2596" y="1809"/>
                    </a:cubicBezTo>
                    <a:lnTo>
                      <a:pt x="2707" y="1809"/>
                    </a:lnTo>
                    <a:cubicBezTo>
                      <a:pt x="3441" y="1802"/>
                      <a:pt x="4172" y="1701"/>
                      <a:pt x="4884" y="1505"/>
                    </a:cubicBezTo>
                    <a:cubicBezTo>
                      <a:pt x="5034" y="1450"/>
                      <a:pt x="5125" y="1375"/>
                      <a:pt x="5181" y="1136"/>
                    </a:cubicBezTo>
                    <a:lnTo>
                      <a:pt x="5347" y="395"/>
                    </a:lnTo>
                    <a:cubicBezTo>
                      <a:pt x="5347" y="389"/>
                      <a:pt x="5347" y="379"/>
                      <a:pt x="5344" y="372"/>
                    </a:cubicBezTo>
                    <a:cubicBezTo>
                      <a:pt x="5321" y="98"/>
                      <a:pt x="3738" y="0"/>
                      <a:pt x="2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2" name="Google Shape;4902;p73">
                <a:extLst>
                  <a:ext uri="{FF2B5EF4-FFF2-40B4-BE49-F238E27FC236}">
                    <a16:creationId xmlns:a16="http://schemas.microsoft.com/office/drawing/2014/main" id="{231855D5-1075-823F-E741-D5A32FF4EC0D}"/>
                  </a:ext>
                </a:extLst>
              </p:cNvPr>
              <p:cNvSpPr/>
              <p:nvPr/>
            </p:nvSpPr>
            <p:spPr>
              <a:xfrm>
                <a:off x="924550" y="3955350"/>
                <a:ext cx="48575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672" extrusionOk="0">
                    <a:moveTo>
                      <a:pt x="1364" y="0"/>
                    </a:moveTo>
                    <a:lnTo>
                      <a:pt x="1364" y="0"/>
                    </a:lnTo>
                    <a:cubicBezTo>
                      <a:pt x="552" y="62"/>
                      <a:pt x="0" y="176"/>
                      <a:pt x="0" y="307"/>
                    </a:cubicBezTo>
                    <a:cubicBezTo>
                      <a:pt x="3" y="330"/>
                      <a:pt x="16" y="349"/>
                      <a:pt x="36" y="363"/>
                    </a:cubicBezTo>
                    <a:lnTo>
                      <a:pt x="189" y="1051"/>
                    </a:lnTo>
                    <a:cubicBezTo>
                      <a:pt x="242" y="1283"/>
                      <a:pt x="313" y="1345"/>
                      <a:pt x="480" y="1400"/>
                    </a:cubicBezTo>
                    <a:cubicBezTo>
                      <a:pt x="480" y="1400"/>
                      <a:pt x="1054" y="1590"/>
                      <a:pt x="1942" y="1671"/>
                    </a:cubicBezTo>
                    <a:cubicBezTo>
                      <a:pt x="1753" y="1629"/>
                      <a:pt x="1564" y="1573"/>
                      <a:pt x="1381" y="1508"/>
                    </a:cubicBezTo>
                    <a:cubicBezTo>
                      <a:pt x="1214" y="1443"/>
                      <a:pt x="1142" y="1368"/>
                      <a:pt x="1090" y="1103"/>
                    </a:cubicBezTo>
                    <a:lnTo>
                      <a:pt x="937" y="297"/>
                    </a:lnTo>
                    <a:cubicBezTo>
                      <a:pt x="917" y="281"/>
                      <a:pt x="904" y="258"/>
                      <a:pt x="901" y="232"/>
                    </a:cubicBezTo>
                    <a:cubicBezTo>
                      <a:pt x="901" y="147"/>
                      <a:pt x="1074" y="65"/>
                      <a:pt x="1364" y="0"/>
                    </a:cubicBez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3" name="Google Shape;4903;p73">
                <a:extLst>
                  <a:ext uri="{FF2B5EF4-FFF2-40B4-BE49-F238E27FC236}">
                    <a16:creationId xmlns:a16="http://schemas.microsoft.com/office/drawing/2014/main" id="{D2DDD757-44C9-D4A2-3346-B3BE93F2838C}"/>
                  </a:ext>
                </a:extLst>
              </p:cNvPr>
              <p:cNvSpPr/>
              <p:nvPr/>
            </p:nvSpPr>
            <p:spPr>
              <a:xfrm>
                <a:off x="924125" y="3945150"/>
                <a:ext cx="132625" cy="316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1267" extrusionOk="0">
                    <a:moveTo>
                      <a:pt x="2651" y="0"/>
                    </a:moveTo>
                    <a:cubicBezTo>
                      <a:pt x="1186" y="0"/>
                      <a:pt x="1" y="284"/>
                      <a:pt x="1" y="633"/>
                    </a:cubicBezTo>
                    <a:cubicBezTo>
                      <a:pt x="1" y="983"/>
                      <a:pt x="1186" y="1267"/>
                      <a:pt x="2651" y="1267"/>
                    </a:cubicBezTo>
                    <a:cubicBezTo>
                      <a:pt x="4117" y="1267"/>
                      <a:pt x="5305" y="983"/>
                      <a:pt x="5305" y="633"/>
                    </a:cubicBezTo>
                    <a:cubicBezTo>
                      <a:pt x="5305" y="284"/>
                      <a:pt x="4117" y="0"/>
                      <a:pt x="26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4" name="Google Shape;4904;p73">
                <a:extLst>
                  <a:ext uri="{FF2B5EF4-FFF2-40B4-BE49-F238E27FC236}">
                    <a16:creationId xmlns:a16="http://schemas.microsoft.com/office/drawing/2014/main" id="{CED7B95C-1EA3-66BC-CA98-6E5D3D178AFD}"/>
                  </a:ext>
                </a:extLst>
              </p:cNvPr>
              <p:cNvSpPr/>
              <p:nvPr/>
            </p:nvSpPr>
            <p:spPr>
              <a:xfrm>
                <a:off x="923325" y="3944400"/>
                <a:ext cx="1341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367" h="1330" extrusionOk="0">
                    <a:moveTo>
                      <a:pt x="2683" y="60"/>
                    </a:moveTo>
                    <a:cubicBezTo>
                      <a:pt x="4253" y="60"/>
                      <a:pt x="5304" y="373"/>
                      <a:pt x="5304" y="663"/>
                    </a:cubicBezTo>
                    <a:cubicBezTo>
                      <a:pt x="5304" y="954"/>
                      <a:pt x="4250" y="1267"/>
                      <a:pt x="2683" y="1267"/>
                    </a:cubicBezTo>
                    <a:cubicBezTo>
                      <a:pt x="1116" y="1267"/>
                      <a:pt x="62" y="954"/>
                      <a:pt x="62" y="663"/>
                    </a:cubicBezTo>
                    <a:cubicBezTo>
                      <a:pt x="62" y="373"/>
                      <a:pt x="1116" y="60"/>
                      <a:pt x="2683" y="60"/>
                    </a:cubicBezTo>
                    <a:close/>
                    <a:moveTo>
                      <a:pt x="2683" y="1"/>
                    </a:moveTo>
                    <a:cubicBezTo>
                      <a:pt x="1364" y="1"/>
                      <a:pt x="0" y="249"/>
                      <a:pt x="0" y="663"/>
                    </a:cubicBezTo>
                    <a:cubicBezTo>
                      <a:pt x="0" y="1081"/>
                      <a:pt x="1364" y="1329"/>
                      <a:pt x="2683" y="1329"/>
                    </a:cubicBezTo>
                    <a:cubicBezTo>
                      <a:pt x="4002" y="1329"/>
                      <a:pt x="5366" y="1081"/>
                      <a:pt x="5366" y="663"/>
                    </a:cubicBezTo>
                    <a:cubicBezTo>
                      <a:pt x="5366" y="249"/>
                      <a:pt x="4002" y="1"/>
                      <a:pt x="26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5" name="Google Shape;4905;p73">
                <a:extLst>
                  <a:ext uri="{FF2B5EF4-FFF2-40B4-BE49-F238E27FC236}">
                    <a16:creationId xmlns:a16="http://schemas.microsoft.com/office/drawing/2014/main" id="{AF803E4E-35E7-A046-B5D5-821B62B0096D}"/>
                  </a:ext>
                </a:extLst>
              </p:cNvPr>
              <p:cNvSpPr/>
              <p:nvPr/>
            </p:nvSpPr>
            <p:spPr>
              <a:xfrm>
                <a:off x="926825" y="3821950"/>
                <a:ext cx="116300" cy="154450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6178" extrusionOk="0">
                    <a:moveTo>
                      <a:pt x="2511" y="1"/>
                    </a:moveTo>
                    <a:cubicBezTo>
                      <a:pt x="1656" y="1"/>
                      <a:pt x="770" y="395"/>
                      <a:pt x="506" y="1233"/>
                    </a:cubicBezTo>
                    <a:cubicBezTo>
                      <a:pt x="0" y="2856"/>
                      <a:pt x="1375" y="6100"/>
                      <a:pt x="1375" y="6100"/>
                    </a:cubicBezTo>
                    <a:cubicBezTo>
                      <a:pt x="1656" y="6158"/>
                      <a:pt x="1988" y="6178"/>
                      <a:pt x="2310" y="6178"/>
                    </a:cubicBezTo>
                    <a:cubicBezTo>
                      <a:pt x="3024" y="6178"/>
                      <a:pt x="3695" y="6080"/>
                      <a:pt x="3695" y="6080"/>
                    </a:cubicBezTo>
                    <a:cubicBezTo>
                      <a:pt x="3695" y="6080"/>
                      <a:pt x="4652" y="2043"/>
                      <a:pt x="4296" y="989"/>
                    </a:cubicBezTo>
                    <a:cubicBezTo>
                      <a:pt x="4079" y="343"/>
                      <a:pt x="3308" y="1"/>
                      <a:pt x="25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6" name="Google Shape;4906;p73">
                <a:extLst>
                  <a:ext uri="{FF2B5EF4-FFF2-40B4-BE49-F238E27FC236}">
                    <a16:creationId xmlns:a16="http://schemas.microsoft.com/office/drawing/2014/main" id="{01071F7E-AA3D-E433-A833-8D426799C943}"/>
                  </a:ext>
                </a:extLst>
              </p:cNvPr>
              <p:cNvSpPr/>
              <p:nvPr/>
            </p:nvSpPr>
            <p:spPr>
              <a:xfrm>
                <a:off x="926100" y="3821200"/>
                <a:ext cx="117775" cy="155950"/>
              </a:xfrm>
              <a:custGeom>
                <a:avLst/>
                <a:gdLst/>
                <a:ahLst/>
                <a:cxnLst/>
                <a:rect l="l" t="t" r="r" b="b"/>
                <a:pathLst>
                  <a:path w="4711" h="6238" extrusionOk="0">
                    <a:moveTo>
                      <a:pt x="2534" y="62"/>
                    </a:moveTo>
                    <a:cubicBezTo>
                      <a:pt x="3253" y="62"/>
                      <a:pt x="4070" y="357"/>
                      <a:pt x="4296" y="1028"/>
                    </a:cubicBezTo>
                    <a:cubicBezTo>
                      <a:pt x="4632" y="2024"/>
                      <a:pt x="3770" y="5771"/>
                      <a:pt x="3698" y="6081"/>
                    </a:cubicBezTo>
                    <a:cubicBezTo>
                      <a:pt x="3581" y="6098"/>
                      <a:pt x="2979" y="6177"/>
                      <a:pt x="2345" y="6177"/>
                    </a:cubicBezTo>
                    <a:cubicBezTo>
                      <a:pt x="2028" y="6177"/>
                      <a:pt x="1703" y="6157"/>
                      <a:pt x="1426" y="6101"/>
                    </a:cubicBezTo>
                    <a:cubicBezTo>
                      <a:pt x="1329" y="5862"/>
                      <a:pt x="85" y="2810"/>
                      <a:pt x="565" y="1273"/>
                    </a:cubicBezTo>
                    <a:cubicBezTo>
                      <a:pt x="842" y="392"/>
                      <a:pt x="1782" y="69"/>
                      <a:pt x="2510" y="62"/>
                    </a:cubicBezTo>
                    <a:cubicBezTo>
                      <a:pt x="2518" y="62"/>
                      <a:pt x="2526" y="62"/>
                      <a:pt x="2534" y="62"/>
                    </a:cubicBezTo>
                    <a:close/>
                    <a:moveTo>
                      <a:pt x="2533" y="0"/>
                    </a:moveTo>
                    <a:cubicBezTo>
                      <a:pt x="2526" y="0"/>
                      <a:pt x="2518" y="0"/>
                      <a:pt x="2510" y="0"/>
                    </a:cubicBezTo>
                    <a:cubicBezTo>
                      <a:pt x="1766" y="10"/>
                      <a:pt x="793" y="343"/>
                      <a:pt x="509" y="1257"/>
                    </a:cubicBezTo>
                    <a:cubicBezTo>
                      <a:pt x="0" y="2869"/>
                      <a:pt x="1361" y="6107"/>
                      <a:pt x="1378" y="6140"/>
                    </a:cubicBezTo>
                    <a:cubicBezTo>
                      <a:pt x="1381" y="6150"/>
                      <a:pt x="1387" y="6156"/>
                      <a:pt x="1397" y="6159"/>
                    </a:cubicBezTo>
                    <a:cubicBezTo>
                      <a:pt x="1690" y="6212"/>
                      <a:pt x="1989" y="6238"/>
                      <a:pt x="2288" y="6238"/>
                    </a:cubicBezTo>
                    <a:cubicBezTo>
                      <a:pt x="2305" y="6238"/>
                      <a:pt x="2323" y="6238"/>
                      <a:pt x="2340" y="6238"/>
                    </a:cubicBezTo>
                    <a:cubicBezTo>
                      <a:pt x="2804" y="6234"/>
                      <a:pt x="3267" y="6202"/>
                      <a:pt x="3728" y="6140"/>
                    </a:cubicBezTo>
                    <a:cubicBezTo>
                      <a:pt x="3741" y="6137"/>
                      <a:pt x="3750" y="6130"/>
                      <a:pt x="3754" y="6117"/>
                    </a:cubicBezTo>
                    <a:cubicBezTo>
                      <a:pt x="3793" y="5950"/>
                      <a:pt x="4710" y="2056"/>
                      <a:pt x="4354" y="1009"/>
                    </a:cubicBezTo>
                    <a:cubicBezTo>
                      <a:pt x="4119" y="308"/>
                      <a:pt x="3272" y="0"/>
                      <a:pt x="25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7" name="Google Shape;4907;p73">
                <a:extLst>
                  <a:ext uri="{FF2B5EF4-FFF2-40B4-BE49-F238E27FC236}">
                    <a16:creationId xmlns:a16="http://schemas.microsoft.com/office/drawing/2014/main" id="{1ADA5EFB-4443-A4BE-578F-59166419E7E1}"/>
                  </a:ext>
                </a:extLst>
              </p:cNvPr>
              <p:cNvSpPr/>
              <p:nvPr/>
            </p:nvSpPr>
            <p:spPr>
              <a:xfrm>
                <a:off x="926750" y="3822075"/>
                <a:ext cx="94850" cy="154325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6173" extrusionOk="0">
                    <a:moveTo>
                      <a:pt x="2505" y="1"/>
                    </a:moveTo>
                    <a:cubicBezTo>
                      <a:pt x="1654" y="1"/>
                      <a:pt x="772" y="393"/>
                      <a:pt x="509" y="1228"/>
                    </a:cubicBezTo>
                    <a:cubicBezTo>
                      <a:pt x="0" y="2851"/>
                      <a:pt x="1378" y="6095"/>
                      <a:pt x="1378" y="6095"/>
                    </a:cubicBezTo>
                    <a:cubicBezTo>
                      <a:pt x="1659" y="6153"/>
                      <a:pt x="1990" y="6173"/>
                      <a:pt x="2313" y="6173"/>
                    </a:cubicBezTo>
                    <a:cubicBezTo>
                      <a:pt x="3025" y="6173"/>
                      <a:pt x="3695" y="6075"/>
                      <a:pt x="3695" y="6075"/>
                    </a:cubicBezTo>
                    <a:cubicBezTo>
                      <a:pt x="3695" y="6075"/>
                      <a:pt x="3734" y="5912"/>
                      <a:pt x="3793" y="5641"/>
                    </a:cubicBezTo>
                    <a:cubicBezTo>
                      <a:pt x="3506" y="5641"/>
                      <a:pt x="3215" y="5615"/>
                      <a:pt x="2935" y="5563"/>
                    </a:cubicBezTo>
                    <a:cubicBezTo>
                      <a:pt x="2935" y="5563"/>
                      <a:pt x="1557" y="2322"/>
                      <a:pt x="2066" y="700"/>
                    </a:cubicBezTo>
                    <a:cubicBezTo>
                      <a:pt x="2151" y="429"/>
                      <a:pt x="2311" y="187"/>
                      <a:pt x="2527" y="1"/>
                    </a:cubicBezTo>
                    <a:cubicBezTo>
                      <a:pt x="2520" y="1"/>
                      <a:pt x="2512" y="1"/>
                      <a:pt x="2505" y="1"/>
                    </a:cubicBez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8" name="Google Shape;4908;p73">
                <a:extLst>
                  <a:ext uri="{FF2B5EF4-FFF2-40B4-BE49-F238E27FC236}">
                    <a16:creationId xmlns:a16="http://schemas.microsoft.com/office/drawing/2014/main" id="{3DC62C0B-E506-13CB-2C7D-651C181B262D}"/>
                  </a:ext>
                </a:extLst>
              </p:cNvPr>
              <p:cNvSpPr/>
              <p:nvPr/>
            </p:nvSpPr>
            <p:spPr>
              <a:xfrm>
                <a:off x="928200" y="3883125"/>
                <a:ext cx="19875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795" h="63" extrusionOk="0">
                    <a:moveTo>
                      <a:pt x="43" y="1"/>
                    </a:moveTo>
                    <a:cubicBezTo>
                      <a:pt x="1" y="1"/>
                      <a:pt x="1" y="63"/>
                      <a:pt x="43" y="63"/>
                    </a:cubicBezTo>
                    <a:lnTo>
                      <a:pt x="755" y="63"/>
                    </a:lnTo>
                    <a:cubicBezTo>
                      <a:pt x="794" y="63"/>
                      <a:pt x="794" y="1"/>
                      <a:pt x="7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9" name="Google Shape;4909;p73">
                <a:extLst>
                  <a:ext uri="{FF2B5EF4-FFF2-40B4-BE49-F238E27FC236}">
                    <a16:creationId xmlns:a16="http://schemas.microsoft.com/office/drawing/2014/main" id="{77E785D3-A987-D7A2-C0E2-E4B2AD155EB5}"/>
                  </a:ext>
                </a:extLst>
              </p:cNvPr>
              <p:cNvSpPr/>
              <p:nvPr/>
            </p:nvSpPr>
            <p:spPr>
              <a:xfrm>
                <a:off x="931875" y="3876750"/>
                <a:ext cx="126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76" extrusionOk="0">
                    <a:moveTo>
                      <a:pt x="503" y="1"/>
                    </a:moveTo>
                    <a:lnTo>
                      <a:pt x="1" y="57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0" name="Google Shape;4910;p73">
                <a:extLst>
                  <a:ext uri="{FF2B5EF4-FFF2-40B4-BE49-F238E27FC236}">
                    <a16:creationId xmlns:a16="http://schemas.microsoft.com/office/drawing/2014/main" id="{FAAB77F9-AC0B-3197-F77B-E5B2D074A76B}"/>
                  </a:ext>
                </a:extLst>
              </p:cNvPr>
              <p:cNvSpPr/>
              <p:nvPr/>
            </p:nvSpPr>
            <p:spPr>
              <a:xfrm>
                <a:off x="930975" y="3875925"/>
                <a:ext cx="1432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573" h="642" extrusionOk="0">
                    <a:moveTo>
                      <a:pt x="538" y="1"/>
                    </a:moveTo>
                    <a:cubicBezTo>
                      <a:pt x="530" y="1"/>
                      <a:pt x="522" y="4"/>
                      <a:pt x="517" y="11"/>
                    </a:cubicBezTo>
                    <a:lnTo>
                      <a:pt x="14" y="589"/>
                    </a:lnTo>
                    <a:cubicBezTo>
                      <a:pt x="1" y="602"/>
                      <a:pt x="4" y="621"/>
                      <a:pt x="14" y="631"/>
                    </a:cubicBezTo>
                    <a:cubicBezTo>
                      <a:pt x="21" y="638"/>
                      <a:pt x="27" y="638"/>
                      <a:pt x="37" y="641"/>
                    </a:cubicBezTo>
                    <a:cubicBezTo>
                      <a:pt x="43" y="638"/>
                      <a:pt x="53" y="635"/>
                      <a:pt x="60" y="628"/>
                    </a:cubicBezTo>
                    <a:lnTo>
                      <a:pt x="562" y="54"/>
                    </a:lnTo>
                    <a:cubicBezTo>
                      <a:pt x="572" y="40"/>
                      <a:pt x="572" y="21"/>
                      <a:pt x="559" y="8"/>
                    </a:cubicBezTo>
                    <a:cubicBezTo>
                      <a:pt x="553" y="3"/>
                      <a:pt x="546" y="1"/>
                      <a:pt x="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1" name="Google Shape;4911;p73">
                <a:extLst>
                  <a:ext uri="{FF2B5EF4-FFF2-40B4-BE49-F238E27FC236}">
                    <a16:creationId xmlns:a16="http://schemas.microsoft.com/office/drawing/2014/main" id="{1102903C-CD44-0DB6-491E-2CC4B92CAEED}"/>
                  </a:ext>
                </a:extLst>
              </p:cNvPr>
              <p:cNvSpPr/>
              <p:nvPr/>
            </p:nvSpPr>
            <p:spPr>
              <a:xfrm>
                <a:off x="931875" y="3876750"/>
                <a:ext cx="126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76" extrusionOk="0">
                    <a:moveTo>
                      <a:pt x="503" y="57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2" name="Google Shape;4912;p73">
                <a:extLst>
                  <a:ext uri="{FF2B5EF4-FFF2-40B4-BE49-F238E27FC236}">
                    <a16:creationId xmlns:a16="http://schemas.microsoft.com/office/drawing/2014/main" id="{BA72B947-0009-4236-B2DE-9507BDF62DBC}"/>
                  </a:ext>
                </a:extLst>
              </p:cNvPr>
              <p:cNvSpPr/>
              <p:nvPr/>
            </p:nvSpPr>
            <p:spPr>
              <a:xfrm>
                <a:off x="930975" y="3875925"/>
                <a:ext cx="1432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573" h="642" extrusionOk="0">
                    <a:moveTo>
                      <a:pt x="35" y="1"/>
                    </a:moveTo>
                    <a:cubicBezTo>
                      <a:pt x="28" y="1"/>
                      <a:pt x="20" y="3"/>
                      <a:pt x="14" y="8"/>
                    </a:cubicBezTo>
                    <a:cubicBezTo>
                      <a:pt x="4" y="21"/>
                      <a:pt x="1" y="40"/>
                      <a:pt x="14" y="54"/>
                    </a:cubicBezTo>
                    <a:lnTo>
                      <a:pt x="517" y="628"/>
                    </a:lnTo>
                    <a:cubicBezTo>
                      <a:pt x="520" y="635"/>
                      <a:pt x="530" y="638"/>
                      <a:pt x="539" y="641"/>
                    </a:cubicBezTo>
                    <a:cubicBezTo>
                      <a:pt x="546" y="638"/>
                      <a:pt x="553" y="638"/>
                      <a:pt x="559" y="631"/>
                    </a:cubicBezTo>
                    <a:cubicBezTo>
                      <a:pt x="569" y="621"/>
                      <a:pt x="572" y="602"/>
                      <a:pt x="562" y="589"/>
                    </a:cubicBezTo>
                    <a:lnTo>
                      <a:pt x="60" y="11"/>
                    </a:lnTo>
                    <a:cubicBezTo>
                      <a:pt x="53" y="4"/>
                      <a:pt x="44" y="1"/>
                      <a:pt x="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3" name="Google Shape;4913;p73">
                <a:extLst>
                  <a:ext uri="{FF2B5EF4-FFF2-40B4-BE49-F238E27FC236}">
                    <a16:creationId xmlns:a16="http://schemas.microsoft.com/office/drawing/2014/main" id="{D11A355B-7BD5-7DA2-DD35-186ECFC587FA}"/>
                  </a:ext>
                </a:extLst>
              </p:cNvPr>
              <p:cNvSpPr/>
              <p:nvPr/>
            </p:nvSpPr>
            <p:spPr>
              <a:xfrm>
                <a:off x="1017900" y="3930525"/>
                <a:ext cx="19850" cy="1575"/>
              </a:xfrm>
              <a:custGeom>
                <a:avLst/>
                <a:gdLst/>
                <a:ahLst/>
                <a:cxnLst/>
                <a:rect l="l" t="t" r="r" b="b"/>
                <a:pathLst>
                  <a:path w="794" h="63" extrusionOk="0">
                    <a:moveTo>
                      <a:pt x="39" y="1"/>
                    </a:moveTo>
                    <a:cubicBezTo>
                      <a:pt x="0" y="1"/>
                      <a:pt x="0" y="63"/>
                      <a:pt x="39" y="63"/>
                    </a:cubicBezTo>
                    <a:lnTo>
                      <a:pt x="751" y="63"/>
                    </a:lnTo>
                    <a:cubicBezTo>
                      <a:pt x="793" y="63"/>
                      <a:pt x="793" y="1"/>
                      <a:pt x="7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4" name="Google Shape;4914;p73">
                <a:extLst>
                  <a:ext uri="{FF2B5EF4-FFF2-40B4-BE49-F238E27FC236}">
                    <a16:creationId xmlns:a16="http://schemas.microsoft.com/office/drawing/2014/main" id="{FCB25DF5-9DCF-5CFB-A59A-7CE9EA07280E}"/>
                  </a:ext>
                </a:extLst>
              </p:cNvPr>
              <p:cNvSpPr/>
              <p:nvPr/>
            </p:nvSpPr>
            <p:spPr>
              <a:xfrm>
                <a:off x="1021475" y="3924000"/>
                <a:ext cx="1260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79" extrusionOk="0">
                    <a:moveTo>
                      <a:pt x="503" y="1"/>
                    </a:moveTo>
                    <a:lnTo>
                      <a:pt x="1" y="579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5" name="Google Shape;4915;p73">
                <a:extLst>
                  <a:ext uri="{FF2B5EF4-FFF2-40B4-BE49-F238E27FC236}">
                    <a16:creationId xmlns:a16="http://schemas.microsoft.com/office/drawing/2014/main" id="{57EEE1EC-5EE0-4275-C80A-096F4D94A13F}"/>
                  </a:ext>
                </a:extLst>
              </p:cNvPr>
              <p:cNvSpPr/>
              <p:nvPr/>
            </p:nvSpPr>
            <p:spPr>
              <a:xfrm>
                <a:off x="1020675" y="3923225"/>
                <a:ext cx="14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639" extrusionOk="0">
                    <a:moveTo>
                      <a:pt x="535" y="0"/>
                    </a:moveTo>
                    <a:cubicBezTo>
                      <a:pt x="527" y="0"/>
                      <a:pt x="519" y="4"/>
                      <a:pt x="513" y="12"/>
                    </a:cubicBezTo>
                    <a:lnTo>
                      <a:pt x="10" y="587"/>
                    </a:lnTo>
                    <a:cubicBezTo>
                      <a:pt x="0" y="600"/>
                      <a:pt x="0" y="619"/>
                      <a:pt x="13" y="632"/>
                    </a:cubicBezTo>
                    <a:cubicBezTo>
                      <a:pt x="20" y="636"/>
                      <a:pt x="26" y="639"/>
                      <a:pt x="33" y="639"/>
                    </a:cubicBezTo>
                    <a:cubicBezTo>
                      <a:pt x="43" y="639"/>
                      <a:pt x="49" y="636"/>
                      <a:pt x="56" y="629"/>
                    </a:cubicBezTo>
                    <a:lnTo>
                      <a:pt x="558" y="51"/>
                    </a:lnTo>
                    <a:cubicBezTo>
                      <a:pt x="580" y="30"/>
                      <a:pt x="559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6" name="Google Shape;4916;p73">
                <a:extLst>
                  <a:ext uri="{FF2B5EF4-FFF2-40B4-BE49-F238E27FC236}">
                    <a16:creationId xmlns:a16="http://schemas.microsoft.com/office/drawing/2014/main" id="{64402F99-861E-60C6-A842-F380998FD851}"/>
                  </a:ext>
                </a:extLst>
              </p:cNvPr>
              <p:cNvSpPr/>
              <p:nvPr/>
            </p:nvSpPr>
            <p:spPr>
              <a:xfrm>
                <a:off x="1021475" y="3924000"/>
                <a:ext cx="1260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79" extrusionOk="0">
                    <a:moveTo>
                      <a:pt x="503" y="579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7" name="Google Shape;4917;p73">
                <a:extLst>
                  <a:ext uri="{FF2B5EF4-FFF2-40B4-BE49-F238E27FC236}">
                    <a16:creationId xmlns:a16="http://schemas.microsoft.com/office/drawing/2014/main" id="{DC7B4DBB-34D9-0B02-C0CC-2C9262EA4320}"/>
                  </a:ext>
                </a:extLst>
              </p:cNvPr>
              <p:cNvSpPr/>
              <p:nvPr/>
            </p:nvSpPr>
            <p:spPr>
              <a:xfrm>
                <a:off x="1020675" y="3923250"/>
                <a:ext cx="14300" cy="1595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638" extrusionOk="0">
                    <a:moveTo>
                      <a:pt x="34" y="1"/>
                    </a:moveTo>
                    <a:cubicBezTo>
                      <a:pt x="27" y="1"/>
                      <a:pt x="19" y="3"/>
                      <a:pt x="13" y="8"/>
                    </a:cubicBezTo>
                    <a:cubicBezTo>
                      <a:pt x="0" y="18"/>
                      <a:pt x="0" y="37"/>
                      <a:pt x="10" y="50"/>
                    </a:cubicBezTo>
                    <a:lnTo>
                      <a:pt x="513" y="628"/>
                    </a:lnTo>
                    <a:cubicBezTo>
                      <a:pt x="519" y="635"/>
                      <a:pt x="529" y="638"/>
                      <a:pt x="535" y="638"/>
                    </a:cubicBezTo>
                    <a:cubicBezTo>
                      <a:pt x="545" y="638"/>
                      <a:pt x="552" y="635"/>
                      <a:pt x="558" y="631"/>
                    </a:cubicBezTo>
                    <a:cubicBezTo>
                      <a:pt x="568" y="618"/>
                      <a:pt x="571" y="599"/>
                      <a:pt x="562" y="586"/>
                    </a:cubicBezTo>
                    <a:lnTo>
                      <a:pt x="56" y="11"/>
                    </a:lnTo>
                    <a:cubicBezTo>
                      <a:pt x="50" y="4"/>
                      <a:pt x="42" y="1"/>
                      <a:pt x="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8" name="Google Shape;4918;p73">
                <a:extLst>
                  <a:ext uri="{FF2B5EF4-FFF2-40B4-BE49-F238E27FC236}">
                    <a16:creationId xmlns:a16="http://schemas.microsoft.com/office/drawing/2014/main" id="{EFF6EF73-3DBB-5213-2FD2-E9C1889F3AD4}"/>
                  </a:ext>
                </a:extLst>
              </p:cNvPr>
              <p:cNvSpPr/>
              <p:nvPr/>
            </p:nvSpPr>
            <p:spPr>
              <a:xfrm>
                <a:off x="949500" y="3921875"/>
                <a:ext cx="157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631" h="334" extrusionOk="0">
                    <a:moveTo>
                      <a:pt x="631" y="334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9" name="Google Shape;4919;p73">
                <a:extLst>
                  <a:ext uri="{FF2B5EF4-FFF2-40B4-BE49-F238E27FC236}">
                    <a16:creationId xmlns:a16="http://schemas.microsoft.com/office/drawing/2014/main" id="{FE92210A-DC91-D126-B8F6-A8C8FDC23145}"/>
                  </a:ext>
                </a:extLst>
              </p:cNvPr>
              <p:cNvSpPr/>
              <p:nvPr/>
            </p:nvSpPr>
            <p:spPr>
              <a:xfrm>
                <a:off x="948425" y="3921125"/>
                <a:ext cx="1792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397" extrusionOk="0">
                    <a:moveTo>
                      <a:pt x="44" y="1"/>
                    </a:moveTo>
                    <a:cubicBezTo>
                      <a:pt x="17" y="1"/>
                      <a:pt x="0" y="40"/>
                      <a:pt x="31" y="57"/>
                    </a:cubicBezTo>
                    <a:lnTo>
                      <a:pt x="661" y="393"/>
                    </a:lnTo>
                    <a:cubicBezTo>
                      <a:pt x="664" y="397"/>
                      <a:pt x="667" y="397"/>
                      <a:pt x="674" y="397"/>
                    </a:cubicBezTo>
                    <a:cubicBezTo>
                      <a:pt x="706" y="397"/>
                      <a:pt x="716" y="354"/>
                      <a:pt x="687" y="338"/>
                    </a:cubicBezTo>
                    <a:lnTo>
                      <a:pt x="60" y="5"/>
                    </a:lnTo>
                    <a:cubicBezTo>
                      <a:pt x="55" y="2"/>
                      <a:pt x="4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0" name="Google Shape;4920;p73">
                <a:extLst>
                  <a:ext uri="{FF2B5EF4-FFF2-40B4-BE49-F238E27FC236}">
                    <a16:creationId xmlns:a16="http://schemas.microsoft.com/office/drawing/2014/main" id="{2AC63117-122D-0B03-1D81-A035061F7A94}"/>
                  </a:ext>
                </a:extLst>
              </p:cNvPr>
              <p:cNvSpPr/>
              <p:nvPr/>
            </p:nvSpPr>
            <p:spPr>
              <a:xfrm>
                <a:off x="948450" y="3922700"/>
                <a:ext cx="17900" cy="680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272" extrusionOk="0">
                    <a:moveTo>
                      <a:pt x="715" y="1"/>
                    </a:moveTo>
                    <a:lnTo>
                      <a:pt x="0" y="272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1" name="Google Shape;4921;p73">
                <a:extLst>
                  <a:ext uri="{FF2B5EF4-FFF2-40B4-BE49-F238E27FC236}">
                    <a16:creationId xmlns:a16="http://schemas.microsoft.com/office/drawing/2014/main" id="{FD76F43E-0249-7064-0649-807369F0AA5A}"/>
                  </a:ext>
                </a:extLst>
              </p:cNvPr>
              <p:cNvSpPr/>
              <p:nvPr/>
            </p:nvSpPr>
            <p:spPr>
              <a:xfrm>
                <a:off x="947375" y="3921900"/>
                <a:ext cx="19875" cy="8325"/>
              </a:xfrm>
              <a:custGeom>
                <a:avLst/>
                <a:gdLst/>
                <a:ahLst/>
                <a:cxnLst/>
                <a:rect l="l" t="t" r="r" b="b"/>
                <a:pathLst>
                  <a:path w="795" h="333" extrusionOk="0">
                    <a:moveTo>
                      <a:pt x="761" y="1"/>
                    </a:moveTo>
                    <a:cubicBezTo>
                      <a:pt x="757" y="1"/>
                      <a:pt x="753" y="2"/>
                      <a:pt x="748" y="3"/>
                    </a:cubicBezTo>
                    <a:lnTo>
                      <a:pt x="34" y="274"/>
                    </a:lnTo>
                    <a:cubicBezTo>
                      <a:pt x="1" y="287"/>
                      <a:pt x="11" y="333"/>
                      <a:pt x="43" y="333"/>
                    </a:cubicBezTo>
                    <a:lnTo>
                      <a:pt x="56" y="333"/>
                    </a:lnTo>
                    <a:lnTo>
                      <a:pt x="771" y="62"/>
                    </a:lnTo>
                    <a:cubicBezTo>
                      <a:pt x="788" y="55"/>
                      <a:pt x="794" y="36"/>
                      <a:pt x="788" y="20"/>
                    </a:cubicBezTo>
                    <a:cubicBezTo>
                      <a:pt x="785" y="7"/>
                      <a:pt x="774" y="1"/>
                      <a:pt x="7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2" name="Google Shape;4922;p73">
                <a:extLst>
                  <a:ext uri="{FF2B5EF4-FFF2-40B4-BE49-F238E27FC236}">
                    <a16:creationId xmlns:a16="http://schemas.microsoft.com/office/drawing/2014/main" id="{0FF2559F-704A-A142-1157-2621FADF41CB}"/>
                  </a:ext>
                </a:extLst>
              </p:cNvPr>
              <p:cNvSpPr/>
              <p:nvPr/>
            </p:nvSpPr>
            <p:spPr>
              <a:xfrm>
                <a:off x="955225" y="3916750"/>
                <a:ext cx="4350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174" h="745" extrusionOk="0">
                    <a:moveTo>
                      <a:pt x="173" y="74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3" name="Google Shape;4923;p73">
                <a:extLst>
                  <a:ext uri="{FF2B5EF4-FFF2-40B4-BE49-F238E27FC236}">
                    <a16:creationId xmlns:a16="http://schemas.microsoft.com/office/drawing/2014/main" id="{B4DBF550-E4D5-B48C-A8C8-A73BDCADB8B3}"/>
                  </a:ext>
                </a:extLst>
              </p:cNvPr>
              <p:cNvSpPr/>
              <p:nvPr/>
            </p:nvSpPr>
            <p:spPr>
              <a:xfrm>
                <a:off x="954400" y="3916000"/>
                <a:ext cx="5975" cy="2020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808" extrusionOk="0">
                    <a:moveTo>
                      <a:pt x="33" y="0"/>
                    </a:moveTo>
                    <a:cubicBezTo>
                      <a:pt x="31" y="0"/>
                      <a:pt x="29" y="1"/>
                      <a:pt x="27" y="1"/>
                    </a:cubicBezTo>
                    <a:cubicBezTo>
                      <a:pt x="10" y="4"/>
                      <a:pt x="1" y="21"/>
                      <a:pt x="4" y="37"/>
                    </a:cubicBezTo>
                    <a:lnTo>
                      <a:pt x="177" y="781"/>
                    </a:lnTo>
                    <a:cubicBezTo>
                      <a:pt x="180" y="794"/>
                      <a:pt x="193" y="804"/>
                      <a:pt x="206" y="807"/>
                    </a:cubicBezTo>
                    <a:lnTo>
                      <a:pt x="213" y="807"/>
                    </a:lnTo>
                    <a:cubicBezTo>
                      <a:pt x="229" y="801"/>
                      <a:pt x="239" y="784"/>
                      <a:pt x="236" y="768"/>
                    </a:cubicBezTo>
                    <a:lnTo>
                      <a:pt x="63" y="24"/>
                    </a:lnTo>
                    <a:cubicBezTo>
                      <a:pt x="60" y="10"/>
                      <a:pt x="47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73">
                <a:extLst>
                  <a:ext uri="{FF2B5EF4-FFF2-40B4-BE49-F238E27FC236}">
                    <a16:creationId xmlns:a16="http://schemas.microsoft.com/office/drawing/2014/main" id="{6E11DF2F-CE87-3856-CEC6-A1AA13696061}"/>
                  </a:ext>
                </a:extLst>
              </p:cNvPr>
              <p:cNvSpPr/>
              <p:nvPr/>
            </p:nvSpPr>
            <p:spPr>
              <a:xfrm>
                <a:off x="980750" y="3857500"/>
                <a:ext cx="110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44" h="713" extrusionOk="0">
                    <a:moveTo>
                      <a:pt x="1" y="712"/>
                    </a:moveTo>
                    <a:lnTo>
                      <a:pt x="43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73">
                <a:extLst>
                  <a:ext uri="{FF2B5EF4-FFF2-40B4-BE49-F238E27FC236}">
                    <a16:creationId xmlns:a16="http://schemas.microsoft.com/office/drawing/2014/main" id="{9E87C603-4BDA-F6D7-4528-F6236AEC957F}"/>
                  </a:ext>
                </a:extLst>
              </p:cNvPr>
              <p:cNvSpPr/>
              <p:nvPr/>
            </p:nvSpPr>
            <p:spPr>
              <a:xfrm>
                <a:off x="980025" y="3856750"/>
                <a:ext cx="2650" cy="1932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73" extrusionOk="0">
                    <a:moveTo>
                      <a:pt x="74" y="0"/>
                    </a:moveTo>
                    <a:cubicBezTo>
                      <a:pt x="59" y="0"/>
                      <a:pt x="45" y="10"/>
                      <a:pt x="43" y="31"/>
                    </a:cubicBezTo>
                    <a:lnTo>
                      <a:pt x="1" y="739"/>
                    </a:lnTo>
                    <a:cubicBezTo>
                      <a:pt x="1" y="755"/>
                      <a:pt x="14" y="772"/>
                      <a:pt x="30" y="772"/>
                    </a:cubicBezTo>
                    <a:cubicBezTo>
                      <a:pt x="32" y="772"/>
                      <a:pt x="33" y="772"/>
                      <a:pt x="35" y="772"/>
                    </a:cubicBezTo>
                    <a:cubicBezTo>
                      <a:pt x="50" y="772"/>
                      <a:pt x="63" y="760"/>
                      <a:pt x="63" y="742"/>
                    </a:cubicBezTo>
                    <a:lnTo>
                      <a:pt x="105" y="34"/>
                    </a:lnTo>
                    <a:cubicBezTo>
                      <a:pt x="105" y="12"/>
                      <a:pt x="89" y="0"/>
                      <a:pt x="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73">
                <a:extLst>
                  <a:ext uri="{FF2B5EF4-FFF2-40B4-BE49-F238E27FC236}">
                    <a16:creationId xmlns:a16="http://schemas.microsoft.com/office/drawing/2014/main" id="{D3AB33D5-74AB-51E9-E8A1-F64F64B3AB3D}"/>
                  </a:ext>
                </a:extLst>
              </p:cNvPr>
              <p:cNvSpPr/>
              <p:nvPr/>
            </p:nvSpPr>
            <p:spPr>
              <a:xfrm>
                <a:off x="974475" y="3859700"/>
                <a:ext cx="136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546" h="537" extrusionOk="0">
                    <a:moveTo>
                      <a:pt x="546" y="536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73">
                <a:extLst>
                  <a:ext uri="{FF2B5EF4-FFF2-40B4-BE49-F238E27FC236}">
                    <a16:creationId xmlns:a16="http://schemas.microsoft.com/office/drawing/2014/main" id="{1AE481F0-FBE1-89D3-1E0C-CAC1A33A8D46}"/>
                  </a:ext>
                </a:extLst>
              </p:cNvPr>
              <p:cNvSpPr/>
              <p:nvPr/>
            </p:nvSpPr>
            <p:spPr>
              <a:xfrm>
                <a:off x="973675" y="3858975"/>
                <a:ext cx="155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98" extrusionOk="0">
                    <a:moveTo>
                      <a:pt x="33" y="0"/>
                    </a:moveTo>
                    <a:cubicBezTo>
                      <a:pt x="25" y="0"/>
                      <a:pt x="18" y="4"/>
                      <a:pt x="13" y="10"/>
                    </a:cubicBezTo>
                    <a:cubicBezTo>
                      <a:pt x="0" y="20"/>
                      <a:pt x="0" y="40"/>
                      <a:pt x="13" y="53"/>
                    </a:cubicBezTo>
                    <a:lnTo>
                      <a:pt x="558" y="588"/>
                    </a:lnTo>
                    <a:cubicBezTo>
                      <a:pt x="565" y="594"/>
                      <a:pt x="571" y="598"/>
                      <a:pt x="578" y="598"/>
                    </a:cubicBezTo>
                    <a:lnTo>
                      <a:pt x="581" y="598"/>
                    </a:lnTo>
                    <a:cubicBezTo>
                      <a:pt x="607" y="598"/>
                      <a:pt x="620" y="565"/>
                      <a:pt x="601" y="545"/>
                    </a:cubicBezTo>
                    <a:lnTo>
                      <a:pt x="56" y="10"/>
                    </a:lnTo>
                    <a:cubicBezTo>
                      <a:pt x="49" y="4"/>
                      <a:pt x="41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73">
                <a:extLst>
                  <a:ext uri="{FF2B5EF4-FFF2-40B4-BE49-F238E27FC236}">
                    <a16:creationId xmlns:a16="http://schemas.microsoft.com/office/drawing/2014/main" id="{4F7CAE25-A7EA-164B-5104-55E5E979A93D}"/>
                  </a:ext>
                </a:extLst>
              </p:cNvPr>
              <p:cNvSpPr/>
              <p:nvPr/>
            </p:nvSpPr>
            <p:spPr>
              <a:xfrm>
                <a:off x="973750" y="3860525"/>
                <a:ext cx="15200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71" extrusionOk="0">
                    <a:moveTo>
                      <a:pt x="0" y="470"/>
                    </a:moveTo>
                    <a:lnTo>
                      <a:pt x="607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4929;p73">
                <a:extLst>
                  <a:ext uri="{FF2B5EF4-FFF2-40B4-BE49-F238E27FC236}">
                    <a16:creationId xmlns:a16="http://schemas.microsoft.com/office/drawing/2014/main" id="{DB0830D9-DD99-7530-FA0F-B018C9A319E7}"/>
                  </a:ext>
                </a:extLst>
              </p:cNvPr>
              <p:cNvSpPr/>
              <p:nvPr/>
            </p:nvSpPr>
            <p:spPr>
              <a:xfrm>
                <a:off x="972925" y="3859875"/>
                <a:ext cx="17025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681" h="526" extrusionOk="0">
                    <a:moveTo>
                      <a:pt x="639" y="1"/>
                    </a:moveTo>
                    <a:cubicBezTo>
                      <a:pt x="633" y="1"/>
                      <a:pt x="627" y="2"/>
                      <a:pt x="621" y="7"/>
                    </a:cubicBezTo>
                    <a:lnTo>
                      <a:pt x="14" y="474"/>
                    </a:lnTo>
                    <a:cubicBezTo>
                      <a:pt x="4" y="483"/>
                      <a:pt x="1" y="500"/>
                      <a:pt x="10" y="513"/>
                    </a:cubicBezTo>
                    <a:cubicBezTo>
                      <a:pt x="14" y="523"/>
                      <a:pt x="23" y="526"/>
                      <a:pt x="33" y="526"/>
                    </a:cubicBezTo>
                    <a:cubicBezTo>
                      <a:pt x="40" y="526"/>
                      <a:pt x="46" y="526"/>
                      <a:pt x="53" y="523"/>
                    </a:cubicBezTo>
                    <a:lnTo>
                      <a:pt x="657" y="56"/>
                    </a:lnTo>
                    <a:cubicBezTo>
                      <a:pt x="681" y="35"/>
                      <a:pt x="664" y="1"/>
                      <a:pt x="6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0" name="Google Shape;4930;p73">
                <a:extLst>
                  <a:ext uri="{FF2B5EF4-FFF2-40B4-BE49-F238E27FC236}">
                    <a16:creationId xmlns:a16="http://schemas.microsoft.com/office/drawing/2014/main" id="{05A0A7FB-79DE-F8B0-17A1-CB57C3FA2A74}"/>
                  </a:ext>
                </a:extLst>
              </p:cNvPr>
              <p:cNvSpPr/>
              <p:nvPr/>
            </p:nvSpPr>
            <p:spPr>
              <a:xfrm>
                <a:off x="996675" y="3896100"/>
                <a:ext cx="13400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1" extrusionOk="0">
                    <a:moveTo>
                      <a:pt x="0" y="471"/>
                    </a:moveTo>
                    <a:lnTo>
                      <a:pt x="536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4931;p73">
                <a:extLst>
                  <a:ext uri="{FF2B5EF4-FFF2-40B4-BE49-F238E27FC236}">
                    <a16:creationId xmlns:a16="http://schemas.microsoft.com/office/drawing/2014/main" id="{F9877506-5373-D1EA-8810-766FAC894DA3}"/>
                  </a:ext>
                </a:extLst>
              </p:cNvPr>
              <p:cNvSpPr/>
              <p:nvPr/>
            </p:nvSpPr>
            <p:spPr>
              <a:xfrm>
                <a:off x="995775" y="3895350"/>
                <a:ext cx="15125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605" h="530" extrusionOk="0">
                    <a:moveTo>
                      <a:pt x="571" y="1"/>
                    </a:moveTo>
                    <a:cubicBezTo>
                      <a:pt x="563" y="1"/>
                      <a:pt x="557" y="3"/>
                      <a:pt x="552" y="8"/>
                    </a:cubicBezTo>
                    <a:lnTo>
                      <a:pt x="17" y="478"/>
                    </a:lnTo>
                    <a:cubicBezTo>
                      <a:pt x="4" y="487"/>
                      <a:pt x="1" y="507"/>
                      <a:pt x="14" y="520"/>
                    </a:cubicBezTo>
                    <a:cubicBezTo>
                      <a:pt x="17" y="527"/>
                      <a:pt x="27" y="530"/>
                      <a:pt x="36" y="530"/>
                    </a:cubicBezTo>
                    <a:cubicBezTo>
                      <a:pt x="43" y="530"/>
                      <a:pt x="50" y="527"/>
                      <a:pt x="56" y="523"/>
                    </a:cubicBezTo>
                    <a:lnTo>
                      <a:pt x="591" y="53"/>
                    </a:lnTo>
                    <a:cubicBezTo>
                      <a:pt x="604" y="44"/>
                      <a:pt x="604" y="24"/>
                      <a:pt x="595" y="11"/>
                    </a:cubicBezTo>
                    <a:cubicBezTo>
                      <a:pt x="588" y="4"/>
                      <a:pt x="579" y="1"/>
                      <a:pt x="5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73">
                <a:extLst>
                  <a:ext uri="{FF2B5EF4-FFF2-40B4-BE49-F238E27FC236}">
                    <a16:creationId xmlns:a16="http://schemas.microsoft.com/office/drawing/2014/main" id="{07EA714D-9CDA-4CAC-4B1F-AD91EC57CCB4}"/>
                  </a:ext>
                </a:extLst>
              </p:cNvPr>
              <p:cNvSpPr/>
              <p:nvPr/>
            </p:nvSpPr>
            <p:spPr>
              <a:xfrm>
                <a:off x="1003375" y="3892425"/>
                <a:ext cx="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765" extrusionOk="0">
                    <a:moveTo>
                      <a:pt x="0" y="764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73">
                <a:extLst>
                  <a:ext uri="{FF2B5EF4-FFF2-40B4-BE49-F238E27FC236}">
                    <a16:creationId xmlns:a16="http://schemas.microsoft.com/office/drawing/2014/main" id="{111E7EC6-9A09-9B64-2CB8-F0A11B4A0524}"/>
                  </a:ext>
                </a:extLst>
              </p:cNvPr>
              <p:cNvSpPr/>
              <p:nvPr/>
            </p:nvSpPr>
            <p:spPr>
              <a:xfrm>
                <a:off x="1002550" y="3891700"/>
                <a:ext cx="1575" cy="20675"/>
              </a:xfrm>
              <a:custGeom>
                <a:avLst/>
                <a:gdLst/>
                <a:ahLst/>
                <a:cxnLst/>
                <a:rect l="l" t="t" r="r" b="b"/>
                <a:pathLst>
                  <a:path w="63" h="827" extrusionOk="0">
                    <a:moveTo>
                      <a:pt x="33" y="0"/>
                    </a:moveTo>
                    <a:cubicBezTo>
                      <a:pt x="14" y="0"/>
                      <a:pt x="0" y="13"/>
                      <a:pt x="0" y="30"/>
                    </a:cubicBezTo>
                    <a:lnTo>
                      <a:pt x="0" y="793"/>
                    </a:lnTo>
                    <a:cubicBezTo>
                      <a:pt x="0" y="813"/>
                      <a:pt x="14" y="826"/>
                      <a:pt x="33" y="826"/>
                    </a:cubicBezTo>
                    <a:cubicBezTo>
                      <a:pt x="49" y="826"/>
                      <a:pt x="63" y="813"/>
                      <a:pt x="63" y="793"/>
                    </a:cubicBezTo>
                    <a:lnTo>
                      <a:pt x="63" y="30"/>
                    </a:lnTo>
                    <a:cubicBezTo>
                      <a:pt x="63" y="13"/>
                      <a:pt x="49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73">
                <a:extLst>
                  <a:ext uri="{FF2B5EF4-FFF2-40B4-BE49-F238E27FC236}">
                    <a16:creationId xmlns:a16="http://schemas.microsoft.com/office/drawing/2014/main" id="{F6A67898-E42E-262C-5895-A6A8778329D5}"/>
                  </a:ext>
                </a:extLst>
              </p:cNvPr>
              <p:cNvSpPr/>
              <p:nvPr/>
            </p:nvSpPr>
            <p:spPr>
              <a:xfrm>
                <a:off x="993900" y="3900675"/>
                <a:ext cx="18950" cy="262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05" extrusionOk="0">
                    <a:moveTo>
                      <a:pt x="1" y="0"/>
                    </a:moveTo>
                    <a:lnTo>
                      <a:pt x="758" y="1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73">
                <a:extLst>
                  <a:ext uri="{FF2B5EF4-FFF2-40B4-BE49-F238E27FC236}">
                    <a16:creationId xmlns:a16="http://schemas.microsoft.com/office/drawing/2014/main" id="{51A642DF-BEDD-9B44-8FFB-A8F7D269D35A}"/>
                  </a:ext>
                </a:extLst>
              </p:cNvPr>
              <p:cNvSpPr/>
              <p:nvPr/>
            </p:nvSpPr>
            <p:spPr>
              <a:xfrm>
                <a:off x="992750" y="3899900"/>
                <a:ext cx="21075" cy="4150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66" extrusionOk="0">
                    <a:moveTo>
                      <a:pt x="42" y="1"/>
                    </a:moveTo>
                    <a:cubicBezTo>
                      <a:pt x="6" y="1"/>
                      <a:pt x="0" y="61"/>
                      <a:pt x="40" y="64"/>
                    </a:cubicBezTo>
                    <a:lnTo>
                      <a:pt x="800" y="165"/>
                    </a:lnTo>
                    <a:lnTo>
                      <a:pt x="804" y="165"/>
                    </a:lnTo>
                    <a:cubicBezTo>
                      <a:pt x="840" y="165"/>
                      <a:pt x="843" y="110"/>
                      <a:pt x="807" y="106"/>
                    </a:cubicBezTo>
                    <a:lnTo>
                      <a:pt x="50" y="2"/>
                    </a:lnTo>
                    <a:cubicBezTo>
                      <a:pt x="47" y="1"/>
                      <a:pt x="44" y="1"/>
                      <a:pt x="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73">
                <a:extLst>
                  <a:ext uri="{FF2B5EF4-FFF2-40B4-BE49-F238E27FC236}">
                    <a16:creationId xmlns:a16="http://schemas.microsoft.com/office/drawing/2014/main" id="{9A4B7E2B-E060-0CB3-973B-AFCB075249CB}"/>
                  </a:ext>
                </a:extLst>
              </p:cNvPr>
              <p:cNvSpPr/>
              <p:nvPr/>
            </p:nvSpPr>
            <p:spPr>
              <a:xfrm>
                <a:off x="1010700" y="3844600"/>
                <a:ext cx="13425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471" extrusionOk="0">
                    <a:moveTo>
                      <a:pt x="1" y="471"/>
                    </a:moveTo>
                    <a:lnTo>
                      <a:pt x="536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73">
                <a:extLst>
                  <a:ext uri="{FF2B5EF4-FFF2-40B4-BE49-F238E27FC236}">
                    <a16:creationId xmlns:a16="http://schemas.microsoft.com/office/drawing/2014/main" id="{F5CAAB3A-EB41-95F9-FE16-5D485E050E1A}"/>
                  </a:ext>
                </a:extLst>
              </p:cNvPr>
              <p:cNvSpPr/>
              <p:nvPr/>
            </p:nvSpPr>
            <p:spPr>
              <a:xfrm>
                <a:off x="1009900" y="3843850"/>
                <a:ext cx="1537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31" extrusionOk="0">
                    <a:moveTo>
                      <a:pt x="569" y="0"/>
                    </a:moveTo>
                    <a:cubicBezTo>
                      <a:pt x="563" y="0"/>
                      <a:pt x="555" y="3"/>
                      <a:pt x="549" y="8"/>
                    </a:cubicBezTo>
                    <a:lnTo>
                      <a:pt x="13" y="478"/>
                    </a:lnTo>
                    <a:cubicBezTo>
                      <a:pt x="0" y="488"/>
                      <a:pt x="0" y="507"/>
                      <a:pt x="10" y="521"/>
                    </a:cubicBezTo>
                    <a:cubicBezTo>
                      <a:pt x="17" y="527"/>
                      <a:pt x="23" y="530"/>
                      <a:pt x="33" y="530"/>
                    </a:cubicBezTo>
                    <a:cubicBezTo>
                      <a:pt x="43" y="530"/>
                      <a:pt x="49" y="527"/>
                      <a:pt x="56" y="524"/>
                    </a:cubicBezTo>
                    <a:lnTo>
                      <a:pt x="591" y="54"/>
                    </a:lnTo>
                    <a:cubicBezTo>
                      <a:pt x="614" y="33"/>
                      <a:pt x="595" y="0"/>
                      <a:pt x="5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4938;p73">
                <a:extLst>
                  <a:ext uri="{FF2B5EF4-FFF2-40B4-BE49-F238E27FC236}">
                    <a16:creationId xmlns:a16="http://schemas.microsoft.com/office/drawing/2014/main" id="{ABE97FB6-7B56-6E81-9120-464E81480DB9}"/>
                  </a:ext>
                </a:extLst>
              </p:cNvPr>
              <p:cNvSpPr/>
              <p:nvPr/>
            </p:nvSpPr>
            <p:spPr>
              <a:xfrm>
                <a:off x="1017400" y="3840950"/>
                <a:ext cx="25" cy="19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764" extrusionOk="0">
                    <a:moveTo>
                      <a:pt x="1" y="764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4939;p73">
                <a:extLst>
                  <a:ext uri="{FF2B5EF4-FFF2-40B4-BE49-F238E27FC236}">
                    <a16:creationId xmlns:a16="http://schemas.microsoft.com/office/drawing/2014/main" id="{DCD35651-AB87-DF54-992D-26FD90FE0283}"/>
                  </a:ext>
                </a:extLst>
              </p:cNvPr>
              <p:cNvSpPr/>
              <p:nvPr/>
            </p:nvSpPr>
            <p:spPr>
              <a:xfrm>
                <a:off x="1016675" y="3840125"/>
                <a:ext cx="1575" cy="2075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0" extrusionOk="0">
                    <a:moveTo>
                      <a:pt x="30" y="0"/>
                    </a:moveTo>
                    <a:cubicBezTo>
                      <a:pt x="13" y="0"/>
                      <a:pt x="0" y="17"/>
                      <a:pt x="0" y="33"/>
                    </a:cubicBezTo>
                    <a:lnTo>
                      <a:pt x="0" y="797"/>
                    </a:lnTo>
                    <a:cubicBezTo>
                      <a:pt x="0" y="813"/>
                      <a:pt x="13" y="829"/>
                      <a:pt x="30" y="829"/>
                    </a:cubicBezTo>
                    <a:cubicBezTo>
                      <a:pt x="46" y="829"/>
                      <a:pt x="62" y="813"/>
                      <a:pt x="62" y="797"/>
                    </a:cubicBezTo>
                    <a:lnTo>
                      <a:pt x="62" y="33"/>
                    </a:lnTo>
                    <a:cubicBezTo>
                      <a:pt x="62" y="17"/>
                      <a:pt x="46" y="0"/>
                      <a:pt x="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73">
                <a:extLst>
                  <a:ext uri="{FF2B5EF4-FFF2-40B4-BE49-F238E27FC236}">
                    <a16:creationId xmlns:a16="http://schemas.microsoft.com/office/drawing/2014/main" id="{4243F98B-B753-8E26-89B3-E1FBE1B8A96B}"/>
                  </a:ext>
                </a:extLst>
              </p:cNvPr>
              <p:cNvSpPr/>
              <p:nvPr/>
            </p:nvSpPr>
            <p:spPr>
              <a:xfrm>
                <a:off x="1007925" y="3849175"/>
                <a:ext cx="18975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06" extrusionOk="0">
                    <a:moveTo>
                      <a:pt x="1" y="1"/>
                    </a:moveTo>
                    <a:lnTo>
                      <a:pt x="758" y="1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73">
                <a:extLst>
                  <a:ext uri="{FF2B5EF4-FFF2-40B4-BE49-F238E27FC236}">
                    <a16:creationId xmlns:a16="http://schemas.microsoft.com/office/drawing/2014/main" id="{7B1F8D6E-72BB-3D8A-25E5-9413CC00865F}"/>
                  </a:ext>
                </a:extLst>
              </p:cNvPr>
              <p:cNvSpPr/>
              <p:nvPr/>
            </p:nvSpPr>
            <p:spPr>
              <a:xfrm>
                <a:off x="1007125" y="3848425"/>
                <a:ext cx="20825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833" h="165" extrusionOk="0">
                    <a:moveTo>
                      <a:pt x="31" y="1"/>
                    </a:moveTo>
                    <a:cubicBezTo>
                      <a:pt x="17" y="1"/>
                      <a:pt x="4" y="13"/>
                      <a:pt x="4" y="27"/>
                    </a:cubicBezTo>
                    <a:cubicBezTo>
                      <a:pt x="0" y="44"/>
                      <a:pt x="13" y="60"/>
                      <a:pt x="30" y="63"/>
                    </a:cubicBezTo>
                    <a:lnTo>
                      <a:pt x="787" y="165"/>
                    </a:lnTo>
                    <a:lnTo>
                      <a:pt x="790" y="165"/>
                    </a:lnTo>
                    <a:cubicBezTo>
                      <a:pt x="829" y="165"/>
                      <a:pt x="833" y="109"/>
                      <a:pt x="797" y="106"/>
                    </a:cubicBezTo>
                    <a:lnTo>
                      <a:pt x="36" y="1"/>
                    </a:lnTo>
                    <a:cubicBezTo>
                      <a:pt x="34" y="1"/>
                      <a:pt x="33" y="1"/>
                      <a:pt x="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73">
                <a:extLst>
                  <a:ext uri="{FF2B5EF4-FFF2-40B4-BE49-F238E27FC236}">
                    <a16:creationId xmlns:a16="http://schemas.microsoft.com/office/drawing/2014/main" id="{A64C8D85-D709-757C-E167-FB8AAD8F7BC1}"/>
                  </a:ext>
                </a:extLst>
              </p:cNvPr>
              <p:cNvSpPr/>
              <p:nvPr/>
            </p:nvSpPr>
            <p:spPr>
              <a:xfrm>
                <a:off x="987775" y="3946850"/>
                <a:ext cx="13400" cy="117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1" extrusionOk="0">
                    <a:moveTo>
                      <a:pt x="1" y="471"/>
                    </a:moveTo>
                    <a:lnTo>
                      <a:pt x="536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73">
                <a:extLst>
                  <a:ext uri="{FF2B5EF4-FFF2-40B4-BE49-F238E27FC236}">
                    <a16:creationId xmlns:a16="http://schemas.microsoft.com/office/drawing/2014/main" id="{6CE28D8A-C9AF-864F-8A6A-9C7FB614E254}"/>
                  </a:ext>
                </a:extLst>
              </p:cNvPr>
              <p:cNvSpPr/>
              <p:nvPr/>
            </p:nvSpPr>
            <p:spPr>
              <a:xfrm>
                <a:off x="986725" y="3946150"/>
                <a:ext cx="1527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529" extrusionOk="0">
                    <a:moveTo>
                      <a:pt x="578" y="1"/>
                    </a:moveTo>
                    <a:cubicBezTo>
                      <a:pt x="571" y="1"/>
                      <a:pt x="564" y="3"/>
                      <a:pt x="558" y="9"/>
                    </a:cubicBezTo>
                    <a:lnTo>
                      <a:pt x="23" y="476"/>
                    </a:lnTo>
                    <a:cubicBezTo>
                      <a:pt x="0" y="492"/>
                      <a:pt x="13" y="528"/>
                      <a:pt x="43" y="528"/>
                    </a:cubicBezTo>
                    <a:cubicBezTo>
                      <a:pt x="49" y="528"/>
                      <a:pt x="56" y="528"/>
                      <a:pt x="62" y="522"/>
                    </a:cubicBezTo>
                    <a:lnTo>
                      <a:pt x="598" y="55"/>
                    </a:lnTo>
                    <a:cubicBezTo>
                      <a:pt x="611" y="42"/>
                      <a:pt x="611" y="22"/>
                      <a:pt x="601" y="9"/>
                    </a:cubicBezTo>
                    <a:cubicBezTo>
                      <a:pt x="594" y="4"/>
                      <a:pt x="586" y="1"/>
                      <a:pt x="5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73">
                <a:extLst>
                  <a:ext uri="{FF2B5EF4-FFF2-40B4-BE49-F238E27FC236}">
                    <a16:creationId xmlns:a16="http://schemas.microsoft.com/office/drawing/2014/main" id="{5EC4A72E-15BE-000A-D9E0-08D91925847D}"/>
                  </a:ext>
                </a:extLst>
              </p:cNvPr>
              <p:cNvSpPr/>
              <p:nvPr/>
            </p:nvSpPr>
            <p:spPr>
              <a:xfrm>
                <a:off x="994475" y="3943175"/>
                <a:ext cx="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765" extrusionOk="0">
                    <a:moveTo>
                      <a:pt x="0" y="765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73">
                <a:extLst>
                  <a:ext uri="{FF2B5EF4-FFF2-40B4-BE49-F238E27FC236}">
                    <a16:creationId xmlns:a16="http://schemas.microsoft.com/office/drawing/2014/main" id="{F0B79568-8CAE-0917-CE6A-E02173B8093C}"/>
                  </a:ext>
                </a:extLst>
              </p:cNvPr>
              <p:cNvSpPr/>
              <p:nvPr/>
            </p:nvSpPr>
            <p:spPr>
              <a:xfrm>
                <a:off x="993650" y="3942450"/>
                <a:ext cx="1575" cy="20675"/>
              </a:xfrm>
              <a:custGeom>
                <a:avLst/>
                <a:gdLst/>
                <a:ahLst/>
                <a:cxnLst/>
                <a:rect l="l" t="t" r="r" b="b"/>
                <a:pathLst>
                  <a:path w="63" h="827" extrusionOk="0">
                    <a:moveTo>
                      <a:pt x="33" y="0"/>
                    </a:moveTo>
                    <a:cubicBezTo>
                      <a:pt x="17" y="0"/>
                      <a:pt x="1" y="14"/>
                      <a:pt x="1" y="30"/>
                    </a:cubicBezTo>
                    <a:lnTo>
                      <a:pt x="1" y="794"/>
                    </a:lnTo>
                    <a:cubicBezTo>
                      <a:pt x="1" y="813"/>
                      <a:pt x="17" y="826"/>
                      <a:pt x="33" y="826"/>
                    </a:cubicBezTo>
                    <a:cubicBezTo>
                      <a:pt x="50" y="826"/>
                      <a:pt x="63" y="813"/>
                      <a:pt x="63" y="794"/>
                    </a:cubicBezTo>
                    <a:lnTo>
                      <a:pt x="63" y="30"/>
                    </a:lnTo>
                    <a:cubicBezTo>
                      <a:pt x="63" y="14"/>
                      <a:pt x="5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73">
                <a:extLst>
                  <a:ext uri="{FF2B5EF4-FFF2-40B4-BE49-F238E27FC236}">
                    <a16:creationId xmlns:a16="http://schemas.microsoft.com/office/drawing/2014/main" id="{E79879D3-E8A2-BAF7-0D4D-485525255E6F}"/>
                  </a:ext>
                </a:extLst>
              </p:cNvPr>
              <p:cNvSpPr/>
              <p:nvPr/>
            </p:nvSpPr>
            <p:spPr>
              <a:xfrm>
                <a:off x="985000" y="3951425"/>
                <a:ext cx="18950" cy="262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05" extrusionOk="0">
                    <a:moveTo>
                      <a:pt x="1" y="1"/>
                    </a:moveTo>
                    <a:lnTo>
                      <a:pt x="758" y="1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73">
                <a:extLst>
                  <a:ext uri="{FF2B5EF4-FFF2-40B4-BE49-F238E27FC236}">
                    <a16:creationId xmlns:a16="http://schemas.microsoft.com/office/drawing/2014/main" id="{6D9D5E6B-8269-D357-B7F6-F425EFCB272C}"/>
                  </a:ext>
                </a:extLst>
              </p:cNvPr>
              <p:cNvSpPr/>
              <p:nvPr/>
            </p:nvSpPr>
            <p:spPr>
              <a:xfrm>
                <a:off x="983850" y="3950675"/>
                <a:ext cx="211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844" h="165" extrusionOk="0">
                    <a:moveTo>
                      <a:pt x="42" y="0"/>
                    </a:moveTo>
                    <a:cubicBezTo>
                      <a:pt x="6" y="0"/>
                      <a:pt x="1" y="60"/>
                      <a:pt x="40" y="63"/>
                    </a:cubicBezTo>
                    <a:lnTo>
                      <a:pt x="801" y="164"/>
                    </a:lnTo>
                    <a:lnTo>
                      <a:pt x="804" y="164"/>
                    </a:lnTo>
                    <a:cubicBezTo>
                      <a:pt x="840" y="164"/>
                      <a:pt x="843" y="112"/>
                      <a:pt x="807" y="106"/>
                    </a:cubicBezTo>
                    <a:lnTo>
                      <a:pt x="50" y="1"/>
                    </a:lnTo>
                    <a:cubicBezTo>
                      <a:pt x="47" y="1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8" name="Google Shape;4948;p73">
                <a:extLst>
                  <a:ext uri="{FF2B5EF4-FFF2-40B4-BE49-F238E27FC236}">
                    <a16:creationId xmlns:a16="http://schemas.microsoft.com/office/drawing/2014/main" id="{D4B25969-2C3B-3EDB-56E1-11B6914E3474}"/>
                  </a:ext>
                </a:extLst>
              </p:cNvPr>
              <p:cNvSpPr/>
              <p:nvPr/>
            </p:nvSpPr>
            <p:spPr>
              <a:xfrm>
                <a:off x="951625" y="3826075"/>
                <a:ext cx="14550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413" extrusionOk="0">
                    <a:moveTo>
                      <a:pt x="1" y="1"/>
                    </a:moveTo>
                    <a:lnTo>
                      <a:pt x="582" y="412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9" name="Google Shape;4949;p73">
                <a:extLst>
                  <a:ext uri="{FF2B5EF4-FFF2-40B4-BE49-F238E27FC236}">
                    <a16:creationId xmlns:a16="http://schemas.microsoft.com/office/drawing/2014/main" id="{5D8CD1E5-722D-7FBB-2DD0-C2F758C9A9F7}"/>
                  </a:ext>
                </a:extLst>
              </p:cNvPr>
              <p:cNvSpPr/>
              <p:nvPr/>
            </p:nvSpPr>
            <p:spPr>
              <a:xfrm>
                <a:off x="950500" y="3825275"/>
                <a:ext cx="1675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474" extrusionOk="0">
                    <a:moveTo>
                      <a:pt x="44" y="0"/>
                    </a:moveTo>
                    <a:cubicBezTo>
                      <a:pt x="19" y="0"/>
                      <a:pt x="0" y="40"/>
                      <a:pt x="29" y="59"/>
                    </a:cubicBezTo>
                    <a:lnTo>
                      <a:pt x="607" y="470"/>
                    </a:lnTo>
                    <a:cubicBezTo>
                      <a:pt x="614" y="474"/>
                      <a:pt x="620" y="474"/>
                      <a:pt x="627" y="474"/>
                    </a:cubicBezTo>
                    <a:cubicBezTo>
                      <a:pt x="656" y="474"/>
                      <a:pt x="669" y="438"/>
                      <a:pt x="643" y="418"/>
                    </a:cubicBezTo>
                    <a:lnTo>
                      <a:pt x="62" y="7"/>
                    </a:lnTo>
                    <a:cubicBezTo>
                      <a:pt x="56" y="2"/>
                      <a:pt x="50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73">
                <a:extLst>
                  <a:ext uri="{FF2B5EF4-FFF2-40B4-BE49-F238E27FC236}">
                    <a16:creationId xmlns:a16="http://schemas.microsoft.com/office/drawing/2014/main" id="{C8BC0734-8647-4D92-614E-A224D45949EF}"/>
                  </a:ext>
                </a:extLst>
              </p:cNvPr>
              <p:cNvSpPr/>
              <p:nvPr/>
            </p:nvSpPr>
            <p:spPr>
              <a:xfrm>
                <a:off x="949600" y="3828950"/>
                <a:ext cx="186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183" extrusionOk="0">
                    <a:moveTo>
                      <a:pt x="0" y="183"/>
                    </a:moveTo>
                    <a:lnTo>
                      <a:pt x="744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73">
                <a:extLst>
                  <a:ext uri="{FF2B5EF4-FFF2-40B4-BE49-F238E27FC236}">
                    <a16:creationId xmlns:a16="http://schemas.microsoft.com/office/drawing/2014/main" id="{EFBCC325-1EAF-A027-254B-FE8B8CC22F26}"/>
                  </a:ext>
                </a:extLst>
              </p:cNvPr>
              <p:cNvSpPr/>
              <p:nvPr/>
            </p:nvSpPr>
            <p:spPr>
              <a:xfrm>
                <a:off x="948525" y="3828200"/>
                <a:ext cx="205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243" extrusionOk="0">
                    <a:moveTo>
                      <a:pt x="787" y="0"/>
                    </a:moveTo>
                    <a:cubicBezTo>
                      <a:pt x="785" y="0"/>
                      <a:pt x="783" y="0"/>
                      <a:pt x="781" y="1"/>
                    </a:cubicBezTo>
                    <a:lnTo>
                      <a:pt x="37" y="180"/>
                    </a:lnTo>
                    <a:cubicBezTo>
                      <a:pt x="1" y="190"/>
                      <a:pt x="7" y="242"/>
                      <a:pt x="43" y="242"/>
                    </a:cubicBezTo>
                    <a:lnTo>
                      <a:pt x="50" y="242"/>
                    </a:lnTo>
                    <a:lnTo>
                      <a:pt x="794" y="63"/>
                    </a:lnTo>
                    <a:cubicBezTo>
                      <a:pt x="810" y="56"/>
                      <a:pt x="820" y="40"/>
                      <a:pt x="817" y="24"/>
                    </a:cubicBezTo>
                    <a:cubicBezTo>
                      <a:pt x="814" y="9"/>
                      <a:pt x="801" y="0"/>
                      <a:pt x="7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73">
                <a:extLst>
                  <a:ext uri="{FF2B5EF4-FFF2-40B4-BE49-F238E27FC236}">
                    <a16:creationId xmlns:a16="http://schemas.microsoft.com/office/drawing/2014/main" id="{04764B0F-0B65-E091-9E4B-B82FCAAC8F1E}"/>
                  </a:ext>
                </a:extLst>
              </p:cNvPr>
              <p:cNvSpPr/>
              <p:nvPr/>
            </p:nvSpPr>
            <p:spPr>
              <a:xfrm>
                <a:off x="957925" y="3821675"/>
                <a:ext cx="19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79" h="762" extrusionOk="0">
                    <a:moveTo>
                      <a:pt x="0" y="1"/>
                    </a:moveTo>
                    <a:lnTo>
                      <a:pt x="78" y="76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73">
                <a:extLst>
                  <a:ext uri="{FF2B5EF4-FFF2-40B4-BE49-F238E27FC236}">
                    <a16:creationId xmlns:a16="http://schemas.microsoft.com/office/drawing/2014/main" id="{15D4A5D9-EDC4-007B-51B6-2D511E309334}"/>
                  </a:ext>
                </a:extLst>
              </p:cNvPr>
              <p:cNvSpPr/>
              <p:nvPr/>
            </p:nvSpPr>
            <p:spPr>
              <a:xfrm>
                <a:off x="957100" y="3820875"/>
                <a:ext cx="3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826" extrusionOk="0">
                    <a:moveTo>
                      <a:pt x="34" y="1"/>
                    </a:moveTo>
                    <a:cubicBezTo>
                      <a:pt x="17" y="1"/>
                      <a:pt x="0" y="13"/>
                      <a:pt x="4" y="36"/>
                    </a:cubicBezTo>
                    <a:lnTo>
                      <a:pt x="79" y="800"/>
                    </a:lnTo>
                    <a:cubicBezTo>
                      <a:pt x="82" y="813"/>
                      <a:pt x="95" y="826"/>
                      <a:pt x="111" y="826"/>
                    </a:cubicBezTo>
                    <a:lnTo>
                      <a:pt x="115" y="826"/>
                    </a:lnTo>
                    <a:cubicBezTo>
                      <a:pt x="131" y="823"/>
                      <a:pt x="144" y="810"/>
                      <a:pt x="141" y="793"/>
                    </a:cubicBezTo>
                    <a:lnTo>
                      <a:pt x="62" y="29"/>
                    </a:lnTo>
                    <a:cubicBezTo>
                      <a:pt x="62" y="10"/>
                      <a:pt x="49" y="1"/>
                      <a:pt x="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4954;p73">
                <a:extLst>
                  <a:ext uri="{FF2B5EF4-FFF2-40B4-BE49-F238E27FC236}">
                    <a16:creationId xmlns:a16="http://schemas.microsoft.com/office/drawing/2014/main" id="{11101DB7-0FE9-1710-A5DE-2F2DA94D5A7B}"/>
                  </a:ext>
                </a:extLst>
              </p:cNvPr>
              <p:cNvSpPr/>
              <p:nvPr/>
            </p:nvSpPr>
            <p:spPr>
              <a:xfrm>
                <a:off x="1095075" y="3685725"/>
                <a:ext cx="196600" cy="377100"/>
              </a:xfrm>
              <a:custGeom>
                <a:avLst/>
                <a:gdLst/>
                <a:ahLst/>
                <a:cxnLst/>
                <a:rect l="l" t="t" r="r" b="b"/>
                <a:pathLst>
                  <a:path w="7864" h="15084" extrusionOk="0">
                    <a:moveTo>
                      <a:pt x="6490" y="1"/>
                    </a:moveTo>
                    <a:lnTo>
                      <a:pt x="1" y="13282"/>
                    </a:lnTo>
                    <a:lnTo>
                      <a:pt x="654" y="15084"/>
                    </a:lnTo>
                    <a:lnTo>
                      <a:pt x="7864" y="331"/>
                    </a:lnTo>
                    <a:lnTo>
                      <a:pt x="6490" y="1"/>
                    </a:lnTo>
                    <a:close/>
                  </a:path>
                </a:pathLst>
              </a:custGeom>
              <a:solidFill>
                <a:schemeClr val="dk1">
                  <a:alpha val="296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4955;p73">
                <a:extLst>
                  <a:ext uri="{FF2B5EF4-FFF2-40B4-BE49-F238E27FC236}">
                    <a16:creationId xmlns:a16="http://schemas.microsoft.com/office/drawing/2014/main" id="{ECB6949D-563E-0C57-AA06-2289D4F806F6}"/>
                  </a:ext>
                </a:extLst>
              </p:cNvPr>
              <p:cNvSpPr/>
              <p:nvPr/>
            </p:nvSpPr>
            <p:spPr>
              <a:xfrm>
                <a:off x="717775" y="3407150"/>
                <a:ext cx="357600" cy="39025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4956;p73">
                <a:extLst>
                  <a:ext uri="{FF2B5EF4-FFF2-40B4-BE49-F238E27FC236}">
                    <a16:creationId xmlns:a16="http://schemas.microsoft.com/office/drawing/2014/main" id="{50FB64B4-A0B6-B87D-E56B-36EF3FA0E5E8}"/>
                  </a:ext>
                </a:extLst>
              </p:cNvPr>
              <p:cNvSpPr/>
              <p:nvPr/>
            </p:nvSpPr>
            <p:spPr>
              <a:xfrm>
                <a:off x="717775" y="3407150"/>
                <a:ext cx="357600" cy="39025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4957;p73">
                <a:extLst>
                  <a:ext uri="{FF2B5EF4-FFF2-40B4-BE49-F238E27FC236}">
                    <a16:creationId xmlns:a16="http://schemas.microsoft.com/office/drawing/2014/main" id="{9C24111C-C67C-270B-3075-BB8026C5C877}"/>
                  </a:ext>
                </a:extLst>
              </p:cNvPr>
              <p:cNvSpPr/>
              <p:nvPr/>
            </p:nvSpPr>
            <p:spPr>
              <a:xfrm>
                <a:off x="716950" y="3406425"/>
                <a:ext cx="359225" cy="40575"/>
              </a:xfrm>
              <a:custGeom>
                <a:avLst/>
                <a:gdLst/>
                <a:ahLst/>
                <a:cxnLst/>
                <a:rect l="l" t="t" r="r" b="b"/>
                <a:pathLst>
                  <a:path w="14369" h="1623" extrusionOk="0">
                    <a:moveTo>
                      <a:pt x="14310" y="62"/>
                    </a:moveTo>
                    <a:lnTo>
                      <a:pt x="14310" y="1218"/>
                    </a:lnTo>
                    <a:cubicBezTo>
                      <a:pt x="14300" y="1224"/>
                      <a:pt x="14294" y="1231"/>
                      <a:pt x="14290" y="1244"/>
                    </a:cubicBezTo>
                    <a:cubicBezTo>
                      <a:pt x="14166" y="1397"/>
                      <a:pt x="11287" y="1560"/>
                      <a:pt x="7181" y="1560"/>
                    </a:cubicBezTo>
                    <a:cubicBezTo>
                      <a:pt x="3072" y="1560"/>
                      <a:pt x="193" y="1397"/>
                      <a:pt x="69" y="1244"/>
                    </a:cubicBezTo>
                    <a:cubicBezTo>
                      <a:pt x="69" y="1237"/>
                      <a:pt x="66" y="1234"/>
                      <a:pt x="66" y="1227"/>
                    </a:cubicBezTo>
                    <a:lnTo>
                      <a:pt x="66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1247"/>
                    </a:lnTo>
                    <a:cubicBezTo>
                      <a:pt x="0" y="1253"/>
                      <a:pt x="4" y="1263"/>
                      <a:pt x="10" y="1270"/>
                    </a:cubicBezTo>
                    <a:cubicBezTo>
                      <a:pt x="40" y="1329"/>
                      <a:pt x="275" y="1430"/>
                      <a:pt x="2129" y="1521"/>
                    </a:cubicBezTo>
                    <a:cubicBezTo>
                      <a:pt x="3477" y="1586"/>
                      <a:pt x="5272" y="1622"/>
                      <a:pt x="7181" y="1622"/>
                    </a:cubicBezTo>
                    <a:cubicBezTo>
                      <a:pt x="9087" y="1622"/>
                      <a:pt x="10883" y="1586"/>
                      <a:pt x="12231" y="1521"/>
                    </a:cubicBezTo>
                    <a:cubicBezTo>
                      <a:pt x="14006" y="1433"/>
                      <a:pt x="14297" y="1335"/>
                      <a:pt x="14343" y="1276"/>
                    </a:cubicBezTo>
                    <a:cubicBezTo>
                      <a:pt x="14359" y="1276"/>
                      <a:pt x="14369" y="1263"/>
                      <a:pt x="14369" y="1247"/>
                    </a:cubicBezTo>
                    <a:lnTo>
                      <a:pt x="14369" y="29"/>
                    </a:lnTo>
                    <a:cubicBezTo>
                      <a:pt x="14369" y="13"/>
                      <a:pt x="14356" y="0"/>
                      <a:pt x="143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73">
                <a:extLst>
                  <a:ext uri="{FF2B5EF4-FFF2-40B4-BE49-F238E27FC236}">
                    <a16:creationId xmlns:a16="http://schemas.microsoft.com/office/drawing/2014/main" id="{45D438F8-2C5D-8CC3-D41A-CB0B4452A032}"/>
                  </a:ext>
                </a:extLst>
              </p:cNvPr>
              <p:cNvSpPr/>
              <p:nvPr/>
            </p:nvSpPr>
            <p:spPr>
              <a:xfrm>
                <a:off x="717850" y="3398750"/>
                <a:ext cx="357175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7145" y="0"/>
                    </a:moveTo>
                    <a:cubicBezTo>
                      <a:pt x="3199" y="0"/>
                      <a:pt x="0" y="154"/>
                      <a:pt x="0" y="343"/>
                    </a:cubicBezTo>
                    <a:cubicBezTo>
                      <a:pt x="0" y="532"/>
                      <a:pt x="3199" y="689"/>
                      <a:pt x="7145" y="689"/>
                    </a:cubicBezTo>
                    <a:cubicBezTo>
                      <a:pt x="11088" y="689"/>
                      <a:pt x="14287" y="532"/>
                      <a:pt x="14287" y="343"/>
                    </a:cubicBezTo>
                    <a:cubicBezTo>
                      <a:pt x="14287" y="154"/>
                      <a:pt x="11088" y="0"/>
                      <a:pt x="71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73">
                <a:extLst>
                  <a:ext uri="{FF2B5EF4-FFF2-40B4-BE49-F238E27FC236}">
                    <a16:creationId xmlns:a16="http://schemas.microsoft.com/office/drawing/2014/main" id="{81F9B8F4-A8D4-FB0A-DE15-CC47510B7759}"/>
                  </a:ext>
                </a:extLst>
              </p:cNvPr>
              <p:cNvSpPr/>
              <p:nvPr/>
            </p:nvSpPr>
            <p:spPr>
              <a:xfrm>
                <a:off x="717850" y="3398750"/>
                <a:ext cx="357175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14287" y="343"/>
                    </a:moveTo>
                    <a:cubicBezTo>
                      <a:pt x="14287" y="532"/>
                      <a:pt x="11088" y="689"/>
                      <a:pt x="7145" y="689"/>
                    </a:cubicBezTo>
                    <a:cubicBezTo>
                      <a:pt x="3199" y="689"/>
                      <a:pt x="0" y="532"/>
                      <a:pt x="0" y="343"/>
                    </a:cubicBezTo>
                    <a:cubicBezTo>
                      <a:pt x="0" y="154"/>
                      <a:pt x="3199" y="0"/>
                      <a:pt x="7145" y="0"/>
                    </a:cubicBezTo>
                    <a:cubicBezTo>
                      <a:pt x="11088" y="0"/>
                      <a:pt x="14287" y="154"/>
                      <a:pt x="14287" y="343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73">
                <a:extLst>
                  <a:ext uri="{FF2B5EF4-FFF2-40B4-BE49-F238E27FC236}">
                    <a16:creationId xmlns:a16="http://schemas.microsoft.com/office/drawing/2014/main" id="{7A9D4906-9E8C-1DCA-6570-E0CBBCA00186}"/>
                  </a:ext>
                </a:extLst>
              </p:cNvPr>
              <p:cNvSpPr/>
              <p:nvPr/>
            </p:nvSpPr>
            <p:spPr>
              <a:xfrm>
                <a:off x="717100" y="3397925"/>
                <a:ext cx="358675" cy="18800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752" extrusionOk="0">
                    <a:moveTo>
                      <a:pt x="7175" y="63"/>
                    </a:moveTo>
                    <a:cubicBezTo>
                      <a:pt x="11242" y="63"/>
                      <a:pt x="14108" y="223"/>
                      <a:pt x="14281" y="376"/>
                    </a:cubicBezTo>
                    <a:cubicBezTo>
                      <a:pt x="14108" y="529"/>
                      <a:pt x="11245" y="689"/>
                      <a:pt x="7175" y="689"/>
                    </a:cubicBezTo>
                    <a:cubicBezTo>
                      <a:pt x="3105" y="689"/>
                      <a:pt x="239" y="529"/>
                      <a:pt x="66" y="376"/>
                    </a:cubicBezTo>
                    <a:cubicBezTo>
                      <a:pt x="242" y="223"/>
                      <a:pt x="3105" y="63"/>
                      <a:pt x="7175" y="63"/>
                    </a:cubicBezTo>
                    <a:close/>
                    <a:moveTo>
                      <a:pt x="7175" y="1"/>
                    </a:moveTo>
                    <a:cubicBezTo>
                      <a:pt x="5263" y="1"/>
                      <a:pt x="3471" y="37"/>
                      <a:pt x="2123" y="102"/>
                    </a:cubicBezTo>
                    <a:cubicBezTo>
                      <a:pt x="1" y="203"/>
                      <a:pt x="1" y="324"/>
                      <a:pt x="1" y="376"/>
                    </a:cubicBezTo>
                    <a:cubicBezTo>
                      <a:pt x="1" y="428"/>
                      <a:pt x="1" y="549"/>
                      <a:pt x="2123" y="650"/>
                    </a:cubicBezTo>
                    <a:cubicBezTo>
                      <a:pt x="3471" y="715"/>
                      <a:pt x="5266" y="751"/>
                      <a:pt x="7175" y="751"/>
                    </a:cubicBezTo>
                    <a:cubicBezTo>
                      <a:pt x="9081" y="751"/>
                      <a:pt x="10877" y="715"/>
                      <a:pt x="12225" y="650"/>
                    </a:cubicBezTo>
                    <a:cubicBezTo>
                      <a:pt x="14346" y="549"/>
                      <a:pt x="14346" y="428"/>
                      <a:pt x="14346" y="376"/>
                    </a:cubicBezTo>
                    <a:cubicBezTo>
                      <a:pt x="14346" y="324"/>
                      <a:pt x="14346" y="203"/>
                      <a:pt x="12225" y="102"/>
                    </a:cubicBezTo>
                    <a:cubicBezTo>
                      <a:pt x="10877" y="37"/>
                      <a:pt x="9085" y="1"/>
                      <a:pt x="7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73">
                <a:extLst>
                  <a:ext uri="{FF2B5EF4-FFF2-40B4-BE49-F238E27FC236}">
                    <a16:creationId xmlns:a16="http://schemas.microsoft.com/office/drawing/2014/main" id="{6C5615C2-C9FF-6B8A-A786-23919FF16EC1}"/>
                  </a:ext>
                </a:extLst>
              </p:cNvPr>
              <p:cNvSpPr/>
              <p:nvPr/>
            </p:nvSpPr>
            <p:spPr>
              <a:xfrm>
                <a:off x="613975" y="2693900"/>
                <a:ext cx="284475" cy="716625"/>
              </a:xfrm>
              <a:custGeom>
                <a:avLst/>
                <a:gdLst/>
                <a:ahLst/>
                <a:cxnLst/>
                <a:rect l="l" t="t" r="r" b="b"/>
                <a:pathLst>
                  <a:path w="11379" h="28665" extrusionOk="0">
                    <a:moveTo>
                      <a:pt x="10655" y="0"/>
                    </a:moveTo>
                    <a:cubicBezTo>
                      <a:pt x="10647" y="0"/>
                      <a:pt x="10638" y="4"/>
                      <a:pt x="10631" y="13"/>
                    </a:cubicBezTo>
                    <a:lnTo>
                      <a:pt x="10" y="14355"/>
                    </a:lnTo>
                    <a:cubicBezTo>
                      <a:pt x="0" y="14365"/>
                      <a:pt x="0" y="14381"/>
                      <a:pt x="10" y="14394"/>
                    </a:cubicBezTo>
                    <a:lnTo>
                      <a:pt x="11313" y="28655"/>
                    </a:lnTo>
                    <a:cubicBezTo>
                      <a:pt x="11320" y="28661"/>
                      <a:pt x="11330" y="28664"/>
                      <a:pt x="11339" y="28664"/>
                    </a:cubicBezTo>
                    <a:cubicBezTo>
                      <a:pt x="11366" y="28664"/>
                      <a:pt x="11379" y="28635"/>
                      <a:pt x="11366" y="28615"/>
                    </a:cubicBezTo>
                    <a:lnTo>
                      <a:pt x="75" y="14371"/>
                    </a:lnTo>
                    <a:lnTo>
                      <a:pt x="10683" y="52"/>
                    </a:lnTo>
                    <a:cubicBezTo>
                      <a:pt x="10700" y="28"/>
                      <a:pt x="10678" y="0"/>
                      <a:pt x="10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4962;p73">
                <a:extLst>
                  <a:ext uri="{FF2B5EF4-FFF2-40B4-BE49-F238E27FC236}">
                    <a16:creationId xmlns:a16="http://schemas.microsoft.com/office/drawing/2014/main" id="{6082F160-1B13-4029-1B83-83DB3EB06015}"/>
                  </a:ext>
                </a:extLst>
              </p:cNvPr>
              <p:cNvSpPr/>
              <p:nvPr/>
            </p:nvSpPr>
            <p:spPr>
              <a:xfrm>
                <a:off x="878200" y="2682700"/>
                <a:ext cx="241300" cy="236750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551" y="0"/>
                    </a:moveTo>
                    <a:cubicBezTo>
                      <a:pt x="1551" y="0"/>
                      <a:pt x="206" y="82"/>
                      <a:pt x="0" y="1482"/>
                    </a:cubicBezTo>
                    <a:lnTo>
                      <a:pt x="1675" y="9469"/>
                    </a:lnTo>
                    <a:lnTo>
                      <a:pt x="9652" y="3043"/>
                    </a:lnTo>
                    <a:lnTo>
                      <a:pt x="15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4963;p73">
                <a:extLst>
                  <a:ext uri="{FF2B5EF4-FFF2-40B4-BE49-F238E27FC236}">
                    <a16:creationId xmlns:a16="http://schemas.microsoft.com/office/drawing/2014/main" id="{04E17CBD-CD92-C65A-9ADE-5356C3F87236}"/>
                  </a:ext>
                </a:extLst>
              </p:cNvPr>
              <p:cNvSpPr/>
              <p:nvPr/>
            </p:nvSpPr>
            <p:spPr>
              <a:xfrm>
                <a:off x="878200" y="2682700"/>
                <a:ext cx="241300" cy="236750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675" y="9469"/>
                    </a:moveTo>
                    <a:lnTo>
                      <a:pt x="0" y="1482"/>
                    </a:lnTo>
                    <a:lnTo>
                      <a:pt x="0" y="1482"/>
                    </a:lnTo>
                    <a:cubicBezTo>
                      <a:pt x="206" y="82"/>
                      <a:pt x="1551" y="0"/>
                      <a:pt x="1551" y="0"/>
                    </a:cubicBezTo>
                    <a:lnTo>
                      <a:pt x="1551" y="0"/>
                    </a:lnTo>
                    <a:lnTo>
                      <a:pt x="9652" y="3043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73">
                <a:extLst>
                  <a:ext uri="{FF2B5EF4-FFF2-40B4-BE49-F238E27FC236}">
                    <a16:creationId xmlns:a16="http://schemas.microsoft.com/office/drawing/2014/main" id="{215DCC1A-3CBB-2712-D743-EE4322FCAD5E}"/>
                  </a:ext>
                </a:extLst>
              </p:cNvPr>
              <p:cNvSpPr/>
              <p:nvPr/>
            </p:nvSpPr>
            <p:spPr>
              <a:xfrm>
                <a:off x="877450" y="2681875"/>
                <a:ext cx="242800" cy="238400"/>
              </a:xfrm>
              <a:custGeom>
                <a:avLst/>
                <a:gdLst/>
                <a:ahLst/>
                <a:cxnLst/>
                <a:rect l="l" t="t" r="r" b="b"/>
                <a:pathLst>
                  <a:path w="9712" h="9536" extrusionOk="0">
                    <a:moveTo>
                      <a:pt x="1574" y="63"/>
                    </a:moveTo>
                    <a:lnTo>
                      <a:pt x="9620" y="3082"/>
                    </a:lnTo>
                    <a:lnTo>
                      <a:pt x="1724" y="9447"/>
                    </a:lnTo>
                    <a:lnTo>
                      <a:pt x="63" y="1515"/>
                    </a:lnTo>
                    <a:cubicBezTo>
                      <a:pt x="259" y="210"/>
                      <a:pt x="1479" y="73"/>
                      <a:pt x="1574" y="63"/>
                    </a:cubicBezTo>
                    <a:close/>
                    <a:moveTo>
                      <a:pt x="1577" y="1"/>
                    </a:moveTo>
                    <a:cubicBezTo>
                      <a:pt x="1564" y="1"/>
                      <a:pt x="210" y="102"/>
                      <a:pt x="1" y="1512"/>
                    </a:cubicBezTo>
                    <a:cubicBezTo>
                      <a:pt x="1" y="1515"/>
                      <a:pt x="1" y="1519"/>
                      <a:pt x="1" y="1522"/>
                    </a:cubicBezTo>
                    <a:lnTo>
                      <a:pt x="1675" y="9509"/>
                    </a:lnTo>
                    <a:cubicBezTo>
                      <a:pt x="1678" y="9519"/>
                      <a:pt x="1685" y="9529"/>
                      <a:pt x="1695" y="9532"/>
                    </a:cubicBezTo>
                    <a:cubicBezTo>
                      <a:pt x="1698" y="9532"/>
                      <a:pt x="1701" y="9532"/>
                      <a:pt x="1705" y="9535"/>
                    </a:cubicBezTo>
                    <a:cubicBezTo>
                      <a:pt x="1711" y="9532"/>
                      <a:pt x="1718" y="9532"/>
                      <a:pt x="1724" y="9525"/>
                    </a:cubicBezTo>
                    <a:lnTo>
                      <a:pt x="9701" y="3098"/>
                    </a:lnTo>
                    <a:cubicBezTo>
                      <a:pt x="9708" y="3092"/>
                      <a:pt x="9711" y="3082"/>
                      <a:pt x="9711" y="3069"/>
                    </a:cubicBezTo>
                    <a:cubicBezTo>
                      <a:pt x="9708" y="3059"/>
                      <a:pt x="9701" y="3049"/>
                      <a:pt x="9692" y="3046"/>
                    </a:cubicBezTo>
                    <a:lnTo>
                      <a:pt x="15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4965;p73">
                <a:extLst>
                  <a:ext uri="{FF2B5EF4-FFF2-40B4-BE49-F238E27FC236}">
                    <a16:creationId xmlns:a16="http://schemas.microsoft.com/office/drawing/2014/main" id="{B1B758E0-B99D-9AA6-6B2F-763CD6BF1A05}"/>
                  </a:ext>
                </a:extLst>
              </p:cNvPr>
              <p:cNvSpPr/>
              <p:nvPr/>
            </p:nvSpPr>
            <p:spPr>
              <a:xfrm>
                <a:off x="906825" y="2754925"/>
                <a:ext cx="233075" cy="175725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4966;p73">
                <a:extLst>
                  <a:ext uri="{FF2B5EF4-FFF2-40B4-BE49-F238E27FC236}">
                    <a16:creationId xmlns:a16="http://schemas.microsoft.com/office/drawing/2014/main" id="{816ED898-0307-614A-A38D-DF1C11C9FC9D}"/>
                  </a:ext>
                </a:extLst>
              </p:cNvPr>
              <p:cNvSpPr/>
              <p:nvPr/>
            </p:nvSpPr>
            <p:spPr>
              <a:xfrm>
                <a:off x="907800" y="2754050"/>
                <a:ext cx="225250" cy="177300"/>
              </a:xfrm>
              <a:custGeom>
                <a:avLst/>
                <a:gdLst/>
                <a:ahLst/>
                <a:cxnLst/>
                <a:rect l="l" t="t" r="r" b="b"/>
                <a:pathLst>
                  <a:path w="9010" h="7092" extrusionOk="0">
                    <a:moveTo>
                      <a:pt x="7946" y="61"/>
                    </a:moveTo>
                    <a:cubicBezTo>
                      <a:pt x="8275" y="61"/>
                      <a:pt x="8520" y="149"/>
                      <a:pt x="8660" y="329"/>
                    </a:cubicBezTo>
                    <a:cubicBezTo>
                      <a:pt x="8944" y="681"/>
                      <a:pt x="8794" y="1351"/>
                      <a:pt x="8243" y="2209"/>
                    </a:cubicBezTo>
                    <a:cubicBezTo>
                      <a:pt x="7684" y="3074"/>
                      <a:pt x="6780" y="4027"/>
                      <a:pt x="5697" y="4889"/>
                    </a:cubicBezTo>
                    <a:cubicBezTo>
                      <a:pt x="4616" y="5754"/>
                      <a:pt x="3484" y="6420"/>
                      <a:pt x="2514" y="6772"/>
                    </a:cubicBezTo>
                    <a:cubicBezTo>
                      <a:pt x="2039" y="6945"/>
                      <a:pt x="1632" y="7032"/>
                      <a:pt x="1307" y="7032"/>
                    </a:cubicBezTo>
                    <a:cubicBezTo>
                      <a:pt x="976" y="7032"/>
                      <a:pt x="732" y="6942"/>
                      <a:pt x="588" y="6762"/>
                    </a:cubicBezTo>
                    <a:cubicBezTo>
                      <a:pt x="1" y="6021"/>
                      <a:pt x="1329" y="3975"/>
                      <a:pt x="3555" y="2202"/>
                    </a:cubicBezTo>
                    <a:cubicBezTo>
                      <a:pt x="4639" y="1341"/>
                      <a:pt x="5768" y="672"/>
                      <a:pt x="6738" y="319"/>
                    </a:cubicBezTo>
                    <a:cubicBezTo>
                      <a:pt x="7211" y="146"/>
                      <a:pt x="7619" y="61"/>
                      <a:pt x="7946" y="61"/>
                    </a:cubicBezTo>
                    <a:close/>
                    <a:moveTo>
                      <a:pt x="7942" y="1"/>
                    </a:moveTo>
                    <a:cubicBezTo>
                      <a:pt x="7609" y="1"/>
                      <a:pt x="7195" y="87"/>
                      <a:pt x="6715" y="260"/>
                    </a:cubicBezTo>
                    <a:cubicBezTo>
                      <a:pt x="5739" y="616"/>
                      <a:pt x="4603" y="1289"/>
                      <a:pt x="3516" y="2153"/>
                    </a:cubicBezTo>
                    <a:cubicBezTo>
                      <a:pt x="2429" y="3022"/>
                      <a:pt x="1522" y="3978"/>
                      <a:pt x="961" y="4850"/>
                    </a:cubicBezTo>
                    <a:cubicBezTo>
                      <a:pt x="393" y="5731"/>
                      <a:pt x="242" y="6426"/>
                      <a:pt x="543" y="6801"/>
                    </a:cubicBezTo>
                    <a:cubicBezTo>
                      <a:pt x="699" y="6994"/>
                      <a:pt x="961" y="7092"/>
                      <a:pt x="1310" y="7092"/>
                    </a:cubicBezTo>
                    <a:cubicBezTo>
                      <a:pt x="1643" y="7092"/>
                      <a:pt x="2061" y="7004"/>
                      <a:pt x="2537" y="6831"/>
                    </a:cubicBezTo>
                    <a:cubicBezTo>
                      <a:pt x="3513" y="6475"/>
                      <a:pt x="4649" y="5803"/>
                      <a:pt x="5736" y="4938"/>
                    </a:cubicBezTo>
                    <a:cubicBezTo>
                      <a:pt x="6826" y="4069"/>
                      <a:pt x="7730" y="3113"/>
                      <a:pt x="8295" y="2242"/>
                    </a:cubicBezTo>
                    <a:cubicBezTo>
                      <a:pt x="8863" y="1360"/>
                      <a:pt x="9010" y="665"/>
                      <a:pt x="8709" y="290"/>
                    </a:cubicBezTo>
                    <a:cubicBezTo>
                      <a:pt x="8555" y="97"/>
                      <a:pt x="8294" y="1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4967;p73">
                <a:extLst>
                  <a:ext uri="{FF2B5EF4-FFF2-40B4-BE49-F238E27FC236}">
                    <a16:creationId xmlns:a16="http://schemas.microsoft.com/office/drawing/2014/main" id="{460EDE45-9350-65B6-6648-8E579180507F}"/>
                  </a:ext>
                </a:extLst>
              </p:cNvPr>
              <p:cNvSpPr/>
              <p:nvPr/>
            </p:nvSpPr>
            <p:spPr>
              <a:xfrm>
                <a:off x="906825" y="2754925"/>
                <a:ext cx="233075" cy="175725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4968;p73">
                <a:extLst>
                  <a:ext uri="{FF2B5EF4-FFF2-40B4-BE49-F238E27FC236}">
                    <a16:creationId xmlns:a16="http://schemas.microsoft.com/office/drawing/2014/main" id="{9E6F4734-9305-8617-BC43-36A4B80ABE5C}"/>
                  </a:ext>
                </a:extLst>
              </p:cNvPr>
              <p:cNvSpPr/>
              <p:nvPr/>
            </p:nvSpPr>
            <p:spPr>
              <a:xfrm>
                <a:off x="966800" y="2788125"/>
                <a:ext cx="90850" cy="79500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180" extrusionOk="0">
                    <a:moveTo>
                      <a:pt x="2371" y="1"/>
                    </a:moveTo>
                    <a:cubicBezTo>
                      <a:pt x="2002" y="252"/>
                      <a:pt x="1623" y="526"/>
                      <a:pt x="1244" y="830"/>
                    </a:cubicBezTo>
                    <a:cubicBezTo>
                      <a:pt x="794" y="1189"/>
                      <a:pt x="376" y="1554"/>
                      <a:pt x="1" y="1917"/>
                    </a:cubicBezTo>
                    <a:cubicBezTo>
                      <a:pt x="203" y="2706"/>
                      <a:pt x="904" y="3180"/>
                      <a:pt x="1631" y="3180"/>
                    </a:cubicBezTo>
                    <a:cubicBezTo>
                      <a:pt x="1994" y="3180"/>
                      <a:pt x="2364" y="3061"/>
                      <a:pt x="2681" y="2804"/>
                    </a:cubicBezTo>
                    <a:cubicBezTo>
                      <a:pt x="3634" y="2037"/>
                      <a:pt x="3467" y="542"/>
                      <a:pt x="23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73">
                <a:extLst>
                  <a:ext uri="{FF2B5EF4-FFF2-40B4-BE49-F238E27FC236}">
                    <a16:creationId xmlns:a16="http://schemas.microsoft.com/office/drawing/2014/main" id="{D397EFDD-E223-FB08-1264-278D06FC1A31}"/>
                  </a:ext>
                </a:extLst>
              </p:cNvPr>
              <p:cNvSpPr/>
              <p:nvPr/>
            </p:nvSpPr>
            <p:spPr>
              <a:xfrm>
                <a:off x="966800" y="2788125"/>
                <a:ext cx="908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575" extrusionOk="0">
                    <a:moveTo>
                      <a:pt x="2371" y="1"/>
                    </a:moveTo>
                    <a:cubicBezTo>
                      <a:pt x="2002" y="252"/>
                      <a:pt x="1623" y="526"/>
                      <a:pt x="1244" y="830"/>
                    </a:cubicBezTo>
                    <a:cubicBezTo>
                      <a:pt x="794" y="1189"/>
                      <a:pt x="376" y="1554"/>
                      <a:pt x="1" y="1917"/>
                    </a:cubicBezTo>
                    <a:cubicBezTo>
                      <a:pt x="304" y="3101"/>
                      <a:pt x="1731" y="3575"/>
                      <a:pt x="2681" y="2804"/>
                    </a:cubicBezTo>
                    <a:cubicBezTo>
                      <a:pt x="3634" y="2037"/>
                      <a:pt x="3467" y="542"/>
                      <a:pt x="237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A65A">
                      <a:alpha val="60392"/>
                    </a:srgbClr>
                  </a:gs>
                  <a:gs pos="100000">
                    <a:srgbClr val="D88794">
                      <a:alpha val="6117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0" name="Google Shape;4970;p73">
                <a:extLst>
                  <a:ext uri="{FF2B5EF4-FFF2-40B4-BE49-F238E27FC236}">
                    <a16:creationId xmlns:a16="http://schemas.microsoft.com/office/drawing/2014/main" id="{7A85DF03-C691-F6E2-125B-0640241EDD97}"/>
                  </a:ext>
                </a:extLst>
              </p:cNvPr>
              <p:cNvSpPr/>
              <p:nvPr/>
            </p:nvSpPr>
            <p:spPr>
              <a:xfrm>
                <a:off x="966000" y="2787350"/>
                <a:ext cx="90525" cy="8117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3247" extrusionOk="0">
                    <a:moveTo>
                      <a:pt x="2403" y="67"/>
                    </a:moveTo>
                    <a:cubicBezTo>
                      <a:pt x="3467" y="606"/>
                      <a:pt x="3620" y="2065"/>
                      <a:pt x="2693" y="2816"/>
                    </a:cubicBezTo>
                    <a:cubicBezTo>
                      <a:pt x="2383" y="3067"/>
                      <a:pt x="2021" y="3183"/>
                      <a:pt x="1664" y="3183"/>
                    </a:cubicBezTo>
                    <a:cubicBezTo>
                      <a:pt x="955" y="3183"/>
                      <a:pt x="270" y="2724"/>
                      <a:pt x="65" y="1957"/>
                    </a:cubicBezTo>
                    <a:lnTo>
                      <a:pt x="69" y="1957"/>
                    </a:lnTo>
                    <a:cubicBezTo>
                      <a:pt x="454" y="1589"/>
                      <a:pt x="865" y="1226"/>
                      <a:pt x="1293" y="883"/>
                    </a:cubicBezTo>
                    <a:cubicBezTo>
                      <a:pt x="1649" y="600"/>
                      <a:pt x="2024" y="325"/>
                      <a:pt x="2403" y="67"/>
                    </a:cubicBezTo>
                    <a:close/>
                    <a:moveTo>
                      <a:pt x="2401" y="1"/>
                    </a:moveTo>
                    <a:cubicBezTo>
                      <a:pt x="2396" y="1"/>
                      <a:pt x="2391" y="2"/>
                      <a:pt x="2386" y="5"/>
                    </a:cubicBezTo>
                    <a:cubicBezTo>
                      <a:pt x="1998" y="267"/>
                      <a:pt x="1619" y="547"/>
                      <a:pt x="1257" y="835"/>
                    </a:cubicBezTo>
                    <a:cubicBezTo>
                      <a:pt x="819" y="1184"/>
                      <a:pt x="402" y="1549"/>
                      <a:pt x="13" y="1925"/>
                    </a:cubicBezTo>
                    <a:cubicBezTo>
                      <a:pt x="3" y="1935"/>
                      <a:pt x="0" y="1944"/>
                      <a:pt x="3" y="1954"/>
                    </a:cubicBezTo>
                    <a:cubicBezTo>
                      <a:pt x="154" y="2538"/>
                      <a:pt x="598" y="3002"/>
                      <a:pt x="1175" y="3172"/>
                    </a:cubicBezTo>
                    <a:cubicBezTo>
                      <a:pt x="1332" y="3221"/>
                      <a:pt x="1495" y="3243"/>
                      <a:pt x="1658" y="3243"/>
                    </a:cubicBezTo>
                    <a:lnTo>
                      <a:pt x="1658" y="3247"/>
                    </a:lnTo>
                    <a:cubicBezTo>
                      <a:pt x="2451" y="3247"/>
                      <a:pt x="3140" y="2698"/>
                      <a:pt x="3323" y="1928"/>
                    </a:cubicBezTo>
                    <a:cubicBezTo>
                      <a:pt x="3503" y="1154"/>
                      <a:pt x="3127" y="358"/>
                      <a:pt x="2416" y="5"/>
                    </a:cubicBezTo>
                    <a:cubicBezTo>
                      <a:pt x="2411" y="2"/>
                      <a:pt x="2406" y="1"/>
                      <a:pt x="24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1" name="Google Shape;4971;p73">
                <a:extLst>
                  <a:ext uri="{FF2B5EF4-FFF2-40B4-BE49-F238E27FC236}">
                    <a16:creationId xmlns:a16="http://schemas.microsoft.com/office/drawing/2014/main" id="{EF1AAA3F-F38B-E022-0C58-FA5C5F428DFF}"/>
                  </a:ext>
                </a:extLst>
              </p:cNvPr>
              <p:cNvSpPr/>
              <p:nvPr/>
            </p:nvSpPr>
            <p:spPr>
              <a:xfrm>
                <a:off x="795125" y="3441825"/>
                <a:ext cx="7921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31685" h="468" extrusionOk="0">
                    <a:moveTo>
                      <a:pt x="0" y="1"/>
                    </a:moveTo>
                    <a:lnTo>
                      <a:pt x="1208" y="467"/>
                    </a:lnTo>
                    <a:lnTo>
                      <a:pt x="31684" y="467"/>
                    </a:lnTo>
                    <a:lnTo>
                      <a:pt x="297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73">
                <a:extLst>
                  <a:ext uri="{FF2B5EF4-FFF2-40B4-BE49-F238E27FC236}">
                    <a16:creationId xmlns:a16="http://schemas.microsoft.com/office/drawing/2014/main" id="{92E07B8F-A5CE-A05E-9AE3-91223457092A}"/>
                  </a:ext>
                </a:extLst>
              </p:cNvPr>
              <p:cNvSpPr/>
              <p:nvPr/>
            </p:nvSpPr>
            <p:spPr>
              <a:xfrm>
                <a:off x="841550" y="3429100"/>
                <a:ext cx="1527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11" extrusionOk="0">
                    <a:moveTo>
                      <a:pt x="1" y="1"/>
                    </a:moveTo>
                    <a:lnTo>
                      <a:pt x="1" y="611"/>
                    </a:lnTo>
                    <a:lnTo>
                      <a:pt x="611" y="611"/>
                    </a:lnTo>
                    <a:lnTo>
                      <a:pt x="6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4973;p73">
                <a:extLst>
                  <a:ext uri="{FF2B5EF4-FFF2-40B4-BE49-F238E27FC236}">
                    <a16:creationId xmlns:a16="http://schemas.microsoft.com/office/drawing/2014/main" id="{102C3842-CFC7-D68C-3C23-B32C0072E5B0}"/>
                  </a:ext>
                </a:extLst>
              </p:cNvPr>
              <p:cNvSpPr/>
              <p:nvPr/>
            </p:nvSpPr>
            <p:spPr>
              <a:xfrm>
                <a:off x="840825" y="3428450"/>
                <a:ext cx="16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67" extrusionOk="0">
                    <a:moveTo>
                      <a:pt x="607" y="59"/>
                    </a:moveTo>
                    <a:lnTo>
                      <a:pt x="607" y="604"/>
                    </a:lnTo>
                    <a:lnTo>
                      <a:pt x="62" y="604"/>
                    </a:lnTo>
                    <a:lnTo>
                      <a:pt x="62" y="59"/>
                    </a:lnTo>
                    <a:close/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lnTo>
                      <a:pt x="0" y="637"/>
                    </a:lnTo>
                    <a:cubicBezTo>
                      <a:pt x="0" y="653"/>
                      <a:pt x="13" y="666"/>
                      <a:pt x="30" y="666"/>
                    </a:cubicBezTo>
                    <a:lnTo>
                      <a:pt x="640" y="666"/>
                    </a:lnTo>
                    <a:cubicBezTo>
                      <a:pt x="656" y="666"/>
                      <a:pt x="669" y="653"/>
                      <a:pt x="669" y="637"/>
                    </a:cubicBezTo>
                    <a:lnTo>
                      <a:pt x="669" y="30"/>
                    </a:lnTo>
                    <a:cubicBezTo>
                      <a:pt x="669" y="13"/>
                      <a:pt x="656" y="0"/>
                      <a:pt x="6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4" name="Google Shape;4974;p73">
                <a:extLst>
                  <a:ext uri="{FF2B5EF4-FFF2-40B4-BE49-F238E27FC236}">
                    <a16:creationId xmlns:a16="http://schemas.microsoft.com/office/drawing/2014/main" id="{6CF888DB-2A16-ACBD-E9C5-18C36CC64FB2}"/>
                  </a:ext>
                </a:extLst>
              </p:cNvPr>
              <p:cNvSpPr/>
              <p:nvPr/>
            </p:nvSpPr>
            <p:spPr>
              <a:xfrm>
                <a:off x="833950" y="3426500"/>
                <a:ext cx="7625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715" extrusionOk="0">
                    <a:moveTo>
                      <a:pt x="1" y="0"/>
                    </a:moveTo>
                    <a:lnTo>
                      <a:pt x="1" y="607"/>
                    </a:lnTo>
                    <a:lnTo>
                      <a:pt x="305" y="715"/>
                    </a:lnTo>
                    <a:lnTo>
                      <a:pt x="305" y="10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4975;p73">
                <a:extLst>
                  <a:ext uri="{FF2B5EF4-FFF2-40B4-BE49-F238E27FC236}">
                    <a16:creationId xmlns:a16="http://schemas.microsoft.com/office/drawing/2014/main" id="{91E369AB-C981-1D4E-728B-283FE70C8F34}"/>
                  </a:ext>
                </a:extLst>
              </p:cNvPr>
              <p:cNvSpPr/>
              <p:nvPr/>
            </p:nvSpPr>
            <p:spPr>
              <a:xfrm>
                <a:off x="833225" y="3425700"/>
                <a:ext cx="91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77" extrusionOk="0">
                    <a:moveTo>
                      <a:pt x="63" y="74"/>
                    </a:moveTo>
                    <a:lnTo>
                      <a:pt x="307" y="159"/>
                    </a:lnTo>
                    <a:lnTo>
                      <a:pt x="307" y="704"/>
                    </a:lnTo>
                    <a:lnTo>
                      <a:pt x="63" y="620"/>
                    </a:lnTo>
                    <a:lnTo>
                      <a:pt x="63" y="74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1" y="13"/>
                      <a:pt x="1" y="32"/>
                    </a:cubicBezTo>
                    <a:lnTo>
                      <a:pt x="1" y="639"/>
                    </a:lnTo>
                    <a:cubicBezTo>
                      <a:pt x="1" y="652"/>
                      <a:pt x="7" y="665"/>
                      <a:pt x="20" y="669"/>
                    </a:cubicBezTo>
                    <a:lnTo>
                      <a:pt x="324" y="776"/>
                    </a:lnTo>
                    <a:lnTo>
                      <a:pt x="334" y="776"/>
                    </a:lnTo>
                    <a:cubicBezTo>
                      <a:pt x="340" y="776"/>
                      <a:pt x="347" y="776"/>
                      <a:pt x="353" y="770"/>
                    </a:cubicBezTo>
                    <a:cubicBezTo>
                      <a:pt x="360" y="766"/>
                      <a:pt x="366" y="757"/>
                      <a:pt x="366" y="747"/>
                    </a:cubicBezTo>
                    <a:lnTo>
                      <a:pt x="366" y="137"/>
                    </a:lnTo>
                    <a:cubicBezTo>
                      <a:pt x="366" y="123"/>
                      <a:pt x="356" y="114"/>
                      <a:pt x="347" y="110"/>
                    </a:cubicBezTo>
                    <a:lnTo>
                      <a:pt x="40" y="3"/>
                    </a:lnTo>
                    <a:cubicBezTo>
                      <a:pt x="36" y="2"/>
                      <a:pt x="33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6" name="Google Shape;4976;p73">
                <a:extLst>
                  <a:ext uri="{FF2B5EF4-FFF2-40B4-BE49-F238E27FC236}">
                    <a16:creationId xmlns:a16="http://schemas.microsoft.com/office/drawing/2014/main" id="{3C8CE465-6992-31D3-2CC2-7DE13811205F}"/>
                  </a:ext>
                </a:extLst>
              </p:cNvPr>
              <p:cNvSpPr/>
              <p:nvPr/>
            </p:nvSpPr>
            <p:spPr>
              <a:xfrm>
                <a:off x="841550" y="3429100"/>
                <a:ext cx="1527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11" extrusionOk="0">
                    <a:moveTo>
                      <a:pt x="1" y="1"/>
                    </a:moveTo>
                    <a:lnTo>
                      <a:pt x="1" y="611"/>
                    </a:lnTo>
                    <a:lnTo>
                      <a:pt x="611" y="611"/>
                    </a:lnTo>
                    <a:lnTo>
                      <a:pt x="6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7" name="Google Shape;4977;p73">
                <a:extLst>
                  <a:ext uri="{FF2B5EF4-FFF2-40B4-BE49-F238E27FC236}">
                    <a16:creationId xmlns:a16="http://schemas.microsoft.com/office/drawing/2014/main" id="{62615294-AD42-EAC5-CEE1-3ACCF5AEB5EC}"/>
                  </a:ext>
                </a:extLst>
              </p:cNvPr>
              <p:cNvSpPr/>
              <p:nvPr/>
            </p:nvSpPr>
            <p:spPr>
              <a:xfrm>
                <a:off x="833950" y="3426500"/>
                <a:ext cx="7625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715" extrusionOk="0">
                    <a:moveTo>
                      <a:pt x="1" y="0"/>
                    </a:moveTo>
                    <a:lnTo>
                      <a:pt x="1" y="607"/>
                    </a:lnTo>
                    <a:lnTo>
                      <a:pt x="305" y="715"/>
                    </a:lnTo>
                    <a:lnTo>
                      <a:pt x="305" y="10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73">
                <a:extLst>
                  <a:ext uri="{FF2B5EF4-FFF2-40B4-BE49-F238E27FC236}">
                    <a16:creationId xmlns:a16="http://schemas.microsoft.com/office/drawing/2014/main" id="{B32B8173-7931-87FA-9F2C-AF88A69FCC5F}"/>
                  </a:ext>
                </a:extLst>
              </p:cNvPr>
              <p:cNvSpPr/>
              <p:nvPr/>
            </p:nvSpPr>
            <p:spPr>
              <a:xfrm>
                <a:off x="866125" y="3328000"/>
                <a:ext cx="720700" cy="109525"/>
              </a:xfrm>
              <a:custGeom>
                <a:avLst/>
                <a:gdLst/>
                <a:ahLst/>
                <a:cxnLst/>
                <a:rect l="l" t="t" r="r" b="b"/>
                <a:pathLst>
                  <a:path w="28828" h="4381" extrusionOk="0">
                    <a:moveTo>
                      <a:pt x="0" y="0"/>
                    </a:moveTo>
                    <a:lnTo>
                      <a:pt x="0" y="4381"/>
                    </a:lnTo>
                    <a:lnTo>
                      <a:pt x="28828" y="4381"/>
                    </a:lnTo>
                    <a:lnTo>
                      <a:pt x="28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4979;p73">
                <a:extLst>
                  <a:ext uri="{FF2B5EF4-FFF2-40B4-BE49-F238E27FC236}">
                    <a16:creationId xmlns:a16="http://schemas.microsoft.com/office/drawing/2014/main" id="{CAB5DC8C-09FD-03DE-6F09-B79F5AD46A4A}"/>
                  </a:ext>
                </a:extLst>
              </p:cNvPr>
              <p:cNvSpPr/>
              <p:nvPr/>
            </p:nvSpPr>
            <p:spPr>
              <a:xfrm>
                <a:off x="865300" y="3327275"/>
                <a:ext cx="722275" cy="111000"/>
              </a:xfrm>
              <a:custGeom>
                <a:avLst/>
                <a:gdLst/>
                <a:ahLst/>
                <a:cxnLst/>
                <a:rect l="l" t="t" r="r" b="b"/>
                <a:pathLst>
                  <a:path w="28891" h="4440" extrusionOk="0">
                    <a:moveTo>
                      <a:pt x="28828" y="62"/>
                    </a:moveTo>
                    <a:lnTo>
                      <a:pt x="28828" y="4380"/>
                    </a:lnTo>
                    <a:lnTo>
                      <a:pt x="62" y="4380"/>
                    </a:lnTo>
                    <a:lnTo>
                      <a:pt x="62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4410"/>
                    </a:lnTo>
                    <a:cubicBezTo>
                      <a:pt x="0" y="4426"/>
                      <a:pt x="17" y="4439"/>
                      <a:pt x="33" y="4439"/>
                    </a:cubicBezTo>
                    <a:lnTo>
                      <a:pt x="28858" y="4439"/>
                    </a:lnTo>
                    <a:cubicBezTo>
                      <a:pt x="28877" y="4439"/>
                      <a:pt x="28890" y="4426"/>
                      <a:pt x="28890" y="4410"/>
                    </a:cubicBezTo>
                    <a:lnTo>
                      <a:pt x="28890" y="29"/>
                    </a:lnTo>
                    <a:cubicBezTo>
                      <a:pt x="28890" y="13"/>
                      <a:pt x="28877" y="0"/>
                      <a:pt x="288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4980;p73">
                <a:extLst>
                  <a:ext uri="{FF2B5EF4-FFF2-40B4-BE49-F238E27FC236}">
                    <a16:creationId xmlns:a16="http://schemas.microsoft.com/office/drawing/2014/main" id="{720E7E17-1823-DEFD-C447-DF110F407E40}"/>
                  </a:ext>
                </a:extLst>
              </p:cNvPr>
              <p:cNvSpPr/>
              <p:nvPr/>
            </p:nvSpPr>
            <p:spPr>
              <a:xfrm>
                <a:off x="866125" y="3328000"/>
                <a:ext cx="720700" cy="109525"/>
              </a:xfrm>
              <a:custGeom>
                <a:avLst/>
                <a:gdLst/>
                <a:ahLst/>
                <a:cxnLst/>
                <a:rect l="l" t="t" r="r" b="b"/>
                <a:pathLst>
                  <a:path w="28828" h="4381" extrusionOk="0">
                    <a:moveTo>
                      <a:pt x="0" y="0"/>
                    </a:moveTo>
                    <a:lnTo>
                      <a:pt x="28828" y="0"/>
                    </a:lnTo>
                    <a:lnTo>
                      <a:pt x="28828" y="4381"/>
                    </a:lnTo>
                    <a:lnTo>
                      <a:pt x="0" y="4381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4981;p73">
                <a:extLst>
                  <a:ext uri="{FF2B5EF4-FFF2-40B4-BE49-F238E27FC236}">
                    <a16:creationId xmlns:a16="http://schemas.microsoft.com/office/drawing/2014/main" id="{D2611002-1D80-A8FF-DBBE-21094372EC31}"/>
                  </a:ext>
                </a:extLst>
              </p:cNvPr>
              <p:cNvSpPr/>
              <p:nvPr/>
            </p:nvSpPr>
            <p:spPr>
              <a:xfrm>
                <a:off x="865300" y="3327275"/>
                <a:ext cx="722275" cy="111000"/>
              </a:xfrm>
              <a:custGeom>
                <a:avLst/>
                <a:gdLst/>
                <a:ahLst/>
                <a:cxnLst/>
                <a:rect l="l" t="t" r="r" b="b"/>
                <a:pathLst>
                  <a:path w="28891" h="4440" extrusionOk="0">
                    <a:moveTo>
                      <a:pt x="28828" y="62"/>
                    </a:moveTo>
                    <a:lnTo>
                      <a:pt x="28828" y="4380"/>
                    </a:lnTo>
                    <a:lnTo>
                      <a:pt x="62" y="4380"/>
                    </a:lnTo>
                    <a:lnTo>
                      <a:pt x="62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4410"/>
                    </a:lnTo>
                    <a:cubicBezTo>
                      <a:pt x="0" y="4426"/>
                      <a:pt x="17" y="4439"/>
                      <a:pt x="33" y="4439"/>
                    </a:cubicBezTo>
                    <a:lnTo>
                      <a:pt x="28858" y="4439"/>
                    </a:lnTo>
                    <a:cubicBezTo>
                      <a:pt x="28877" y="4439"/>
                      <a:pt x="28890" y="4426"/>
                      <a:pt x="28890" y="4410"/>
                    </a:cubicBezTo>
                    <a:lnTo>
                      <a:pt x="28890" y="29"/>
                    </a:lnTo>
                    <a:cubicBezTo>
                      <a:pt x="28890" y="13"/>
                      <a:pt x="28877" y="0"/>
                      <a:pt x="288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4982;p73">
                <a:extLst>
                  <a:ext uri="{FF2B5EF4-FFF2-40B4-BE49-F238E27FC236}">
                    <a16:creationId xmlns:a16="http://schemas.microsoft.com/office/drawing/2014/main" id="{DBA4CA8A-A57A-BA35-778F-B3F735C2CB3F}"/>
                  </a:ext>
                </a:extLst>
              </p:cNvPr>
              <p:cNvSpPr/>
              <p:nvPr/>
            </p:nvSpPr>
            <p:spPr>
              <a:xfrm>
                <a:off x="836725" y="3314375"/>
                <a:ext cx="750025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30001" h="546" extrusionOk="0">
                    <a:moveTo>
                      <a:pt x="1" y="0"/>
                    </a:moveTo>
                    <a:lnTo>
                      <a:pt x="1176" y="545"/>
                    </a:lnTo>
                    <a:lnTo>
                      <a:pt x="30001" y="545"/>
                    </a:lnTo>
                    <a:lnTo>
                      <a:pt x="277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73">
                <a:extLst>
                  <a:ext uri="{FF2B5EF4-FFF2-40B4-BE49-F238E27FC236}">
                    <a16:creationId xmlns:a16="http://schemas.microsoft.com/office/drawing/2014/main" id="{4253D7A1-C36A-D9A8-164A-801483D6ACC7}"/>
                  </a:ext>
                </a:extLst>
              </p:cNvPr>
              <p:cNvSpPr/>
              <p:nvPr/>
            </p:nvSpPr>
            <p:spPr>
              <a:xfrm>
                <a:off x="835925" y="3313550"/>
                <a:ext cx="751650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30066" h="612" extrusionOk="0">
                    <a:moveTo>
                      <a:pt x="27781" y="63"/>
                    </a:moveTo>
                    <a:lnTo>
                      <a:pt x="29778" y="549"/>
                    </a:lnTo>
                    <a:lnTo>
                      <a:pt x="1215" y="549"/>
                    </a:lnTo>
                    <a:lnTo>
                      <a:pt x="170" y="63"/>
                    </a:lnTo>
                    <a:close/>
                    <a:moveTo>
                      <a:pt x="33" y="1"/>
                    </a:moveTo>
                    <a:cubicBezTo>
                      <a:pt x="17" y="1"/>
                      <a:pt x="4" y="10"/>
                      <a:pt x="0" y="27"/>
                    </a:cubicBezTo>
                    <a:cubicBezTo>
                      <a:pt x="0" y="40"/>
                      <a:pt x="7" y="53"/>
                      <a:pt x="20" y="59"/>
                    </a:cubicBezTo>
                    <a:lnTo>
                      <a:pt x="1195" y="608"/>
                    </a:lnTo>
                    <a:cubicBezTo>
                      <a:pt x="1198" y="608"/>
                      <a:pt x="1201" y="611"/>
                      <a:pt x="1208" y="611"/>
                    </a:cubicBezTo>
                    <a:lnTo>
                      <a:pt x="30033" y="611"/>
                    </a:lnTo>
                    <a:cubicBezTo>
                      <a:pt x="30049" y="608"/>
                      <a:pt x="30062" y="598"/>
                      <a:pt x="30062" y="582"/>
                    </a:cubicBezTo>
                    <a:cubicBezTo>
                      <a:pt x="30065" y="569"/>
                      <a:pt x="30056" y="552"/>
                      <a:pt x="30039" y="549"/>
                    </a:cubicBezTo>
                    <a:lnTo>
                      <a:pt x="277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4984;p73">
                <a:extLst>
                  <a:ext uri="{FF2B5EF4-FFF2-40B4-BE49-F238E27FC236}">
                    <a16:creationId xmlns:a16="http://schemas.microsoft.com/office/drawing/2014/main" id="{F42AE441-4047-E34F-0D05-B8F193FF412E}"/>
                  </a:ext>
                </a:extLst>
              </p:cNvPr>
              <p:cNvSpPr/>
              <p:nvPr/>
            </p:nvSpPr>
            <p:spPr>
              <a:xfrm>
                <a:off x="834200" y="3314375"/>
                <a:ext cx="31950" cy="123150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4926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1277" y="4926"/>
                    </a:lnTo>
                    <a:lnTo>
                      <a:pt x="1277" y="5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5" name="Google Shape;4985;p73">
                <a:extLst>
                  <a:ext uri="{FF2B5EF4-FFF2-40B4-BE49-F238E27FC236}">
                    <a16:creationId xmlns:a16="http://schemas.microsoft.com/office/drawing/2014/main" id="{8B0A5E3B-D3F8-04BC-3B2B-B15BD40B8C5C}"/>
                  </a:ext>
                </a:extLst>
              </p:cNvPr>
              <p:cNvSpPr/>
              <p:nvPr/>
            </p:nvSpPr>
            <p:spPr>
              <a:xfrm>
                <a:off x="833400" y="3313650"/>
                <a:ext cx="33475" cy="124625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4985" extrusionOk="0">
                    <a:moveTo>
                      <a:pt x="62" y="75"/>
                    </a:moveTo>
                    <a:lnTo>
                      <a:pt x="1276" y="597"/>
                    </a:lnTo>
                    <a:lnTo>
                      <a:pt x="1276" y="4912"/>
                    </a:lnTo>
                    <a:lnTo>
                      <a:pt x="62" y="4508"/>
                    </a:lnTo>
                    <a:lnTo>
                      <a:pt x="62" y="75"/>
                    </a:lnTo>
                    <a:close/>
                    <a:moveTo>
                      <a:pt x="30" y="0"/>
                    </a:moveTo>
                    <a:cubicBezTo>
                      <a:pt x="15" y="0"/>
                      <a:pt x="0" y="14"/>
                      <a:pt x="0" y="29"/>
                    </a:cubicBezTo>
                    <a:lnTo>
                      <a:pt x="0" y="4530"/>
                    </a:lnTo>
                    <a:cubicBezTo>
                      <a:pt x="0" y="4543"/>
                      <a:pt x="10" y="4556"/>
                      <a:pt x="23" y="4560"/>
                    </a:cubicBezTo>
                    <a:lnTo>
                      <a:pt x="1299" y="4984"/>
                    </a:lnTo>
                    <a:lnTo>
                      <a:pt x="1309" y="4984"/>
                    </a:lnTo>
                    <a:cubicBezTo>
                      <a:pt x="1316" y="4984"/>
                      <a:pt x="1319" y="4984"/>
                      <a:pt x="1325" y="4981"/>
                    </a:cubicBezTo>
                    <a:cubicBezTo>
                      <a:pt x="1332" y="4974"/>
                      <a:pt x="1338" y="4964"/>
                      <a:pt x="1338" y="4955"/>
                    </a:cubicBezTo>
                    <a:lnTo>
                      <a:pt x="1338" y="578"/>
                    </a:lnTo>
                    <a:cubicBezTo>
                      <a:pt x="1338" y="565"/>
                      <a:pt x="1329" y="555"/>
                      <a:pt x="1319" y="548"/>
                    </a:cubicBezTo>
                    <a:lnTo>
                      <a:pt x="43" y="3"/>
                    </a:lnTo>
                    <a:cubicBezTo>
                      <a:pt x="39" y="1"/>
                      <a:pt x="34" y="0"/>
                      <a:pt x="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4986;p73">
                <a:extLst>
                  <a:ext uri="{FF2B5EF4-FFF2-40B4-BE49-F238E27FC236}">
                    <a16:creationId xmlns:a16="http://schemas.microsoft.com/office/drawing/2014/main" id="{2CF30FD5-3DDD-E34C-E0ED-72F86C175742}"/>
                  </a:ext>
                </a:extLst>
              </p:cNvPr>
              <p:cNvSpPr/>
              <p:nvPr/>
            </p:nvSpPr>
            <p:spPr>
              <a:xfrm>
                <a:off x="1467925" y="3291850"/>
                <a:ext cx="47100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1036" extrusionOk="0">
                    <a:moveTo>
                      <a:pt x="0" y="0"/>
                    </a:moveTo>
                    <a:lnTo>
                      <a:pt x="0" y="1035"/>
                    </a:lnTo>
                    <a:lnTo>
                      <a:pt x="1884" y="1035"/>
                    </a:lnTo>
                    <a:lnTo>
                      <a:pt x="1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4987;p73">
                <a:extLst>
                  <a:ext uri="{FF2B5EF4-FFF2-40B4-BE49-F238E27FC236}">
                    <a16:creationId xmlns:a16="http://schemas.microsoft.com/office/drawing/2014/main" id="{CFA711A9-B5C3-B39F-F79D-308331D4EF6A}"/>
                  </a:ext>
                </a:extLst>
              </p:cNvPr>
              <p:cNvSpPr/>
              <p:nvPr/>
            </p:nvSpPr>
            <p:spPr>
              <a:xfrm>
                <a:off x="1467925" y="3291850"/>
                <a:ext cx="47100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1036" extrusionOk="0">
                    <a:moveTo>
                      <a:pt x="0" y="0"/>
                    </a:moveTo>
                    <a:lnTo>
                      <a:pt x="1884" y="0"/>
                    </a:lnTo>
                    <a:lnTo>
                      <a:pt x="1884" y="1035"/>
                    </a:lnTo>
                    <a:lnTo>
                      <a:pt x="0" y="1035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4988;p73">
                <a:extLst>
                  <a:ext uri="{FF2B5EF4-FFF2-40B4-BE49-F238E27FC236}">
                    <a16:creationId xmlns:a16="http://schemas.microsoft.com/office/drawing/2014/main" id="{A5268713-83B0-CC95-419D-A4CF4840F860}"/>
                  </a:ext>
                </a:extLst>
              </p:cNvPr>
              <p:cNvSpPr/>
              <p:nvPr/>
            </p:nvSpPr>
            <p:spPr>
              <a:xfrm>
                <a:off x="1467100" y="3291125"/>
                <a:ext cx="4875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094" extrusionOk="0">
                    <a:moveTo>
                      <a:pt x="1887" y="59"/>
                    </a:moveTo>
                    <a:lnTo>
                      <a:pt x="1887" y="1031"/>
                    </a:lnTo>
                    <a:lnTo>
                      <a:pt x="63" y="1031"/>
                    </a:lnTo>
                    <a:lnTo>
                      <a:pt x="63" y="59"/>
                    </a:lnTo>
                    <a:close/>
                    <a:moveTo>
                      <a:pt x="33" y="0"/>
                    </a:moveTo>
                    <a:cubicBezTo>
                      <a:pt x="14" y="0"/>
                      <a:pt x="1" y="13"/>
                      <a:pt x="1" y="29"/>
                    </a:cubicBezTo>
                    <a:lnTo>
                      <a:pt x="1" y="1064"/>
                    </a:lnTo>
                    <a:cubicBezTo>
                      <a:pt x="1" y="1080"/>
                      <a:pt x="14" y="1093"/>
                      <a:pt x="33" y="1093"/>
                    </a:cubicBezTo>
                    <a:lnTo>
                      <a:pt x="1917" y="1093"/>
                    </a:lnTo>
                    <a:cubicBezTo>
                      <a:pt x="1933" y="1093"/>
                      <a:pt x="1949" y="1080"/>
                      <a:pt x="1949" y="1064"/>
                    </a:cubicBezTo>
                    <a:lnTo>
                      <a:pt x="1949" y="29"/>
                    </a:lnTo>
                    <a:cubicBezTo>
                      <a:pt x="1949" y="13"/>
                      <a:pt x="1933" y="0"/>
                      <a:pt x="1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73">
                <a:extLst>
                  <a:ext uri="{FF2B5EF4-FFF2-40B4-BE49-F238E27FC236}">
                    <a16:creationId xmlns:a16="http://schemas.microsoft.com/office/drawing/2014/main" id="{94531CA7-4C65-2000-3424-968751C14CEE}"/>
                  </a:ext>
                </a:extLst>
              </p:cNvPr>
              <p:cNvSpPr/>
              <p:nvPr/>
            </p:nvSpPr>
            <p:spPr>
              <a:xfrm>
                <a:off x="1491250" y="3297150"/>
                <a:ext cx="47200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036" extrusionOk="0">
                    <a:moveTo>
                      <a:pt x="1" y="1"/>
                    </a:moveTo>
                    <a:lnTo>
                      <a:pt x="1" y="1035"/>
                    </a:lnTo>
                    <a:lnTo>
                      <a:pt x="1887" y="1035"/>
                    </a:lnTo>
                    <a:lnTo>
                      <a:pt x="188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4990;p73">
                <a:extLst>
                  <a:ext uri="{FF2B5EF4-FFF2-40B4-BE49-F238E27FC236}">
                    <a16:creationId xmlns:a16="http://schemas.microsoft.com/office/drawing/2014/main" id="{FA3F9B2C-4ECF-C301-8FCD-EBCE07BDD384}"/>
                  </a:ext>
                </a:extLst>
              </p:cNvPr>
              <p:cNvSpPr/>
              <p:nvPr/>
            </p:nvSpPr>
            <p:spPr>
              <a:xfrm>
                <a:off x="1491250" y="3297150"/>
                <a:ext cx="47200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036" extrusionOk="0">
                    <a:moveTo>
                      <a:pt x="1" y="1"/>
                    </a:moveTo>
                    <a:lnTo>
                      <a:pt x="1887" y="1"/>
                    </a:lnTo>
                    <a:lnTo>
                      <a:pt x="1887" y="1035"/>
                    </a:lnTo>
                    <a:lnTo>
                      <a:pt x="1" y="1035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4991;p73">
                <a:extLst>
                  <a:ext uri="{FF2B5EF4-FFF2-40B4-BE49-F238E27FC236}">
                    <a16:creationId xmlns:a16="http://schemas.microsoft.com/office/drawing/2014/main" id="{BC1306F2-A454-A647-E93E-A1A66A1A95BF}"/>
                  </a:ext>
                </a:extLst>
              </p:cNvPr>
              <p:cNvSpPr/>
              <p:nvPr/>
            </p:nvSpPr>
            <p:spPr>
              <a:xfrm>
                <a:off x="1490525" y="3296425"/>
                <a:ext cx="4875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094" extrusionOk="0">
                    <a:moveTo>
                      <a:pt x="1887" y="59"/>
                    </a:moveTo>
                    <a:lnTo>
                      <a:pt x="1887" y="1032"/>
                    </a:lnTo>
                    <a:lnTo>
                      <a:pt x="62" y="1032"/>
                    </a:lnTo>
                    <a:lnTo>
                      <a:pt x="62" y="59"/>
                    </a:lnTo>
                    <a:close/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lnTo>
                      <a:pt x="0" y="1064"/>
                    </a:lnTo>
                    <a:cubicBezTo>
                      <a:pt x="0" y="1081"/>
                      <a:pt x="13" y="1094"/>
                      <a:pt x="30" y="1094"/>
                    </a:cubicBezTo>
                    <a:lnTo>
                      <a:pt x="1916" y="1094"/>
                    </a:lnTo>
                    <a:cubicBezTo>
                      <a:pt x="1933" y="1094"/>
                      <a:pt x="1946" y="1081"/>
                      <a:pt x="1949" y="1064"/>
                    </a:cubicBezTo>
                    <a:lnTo>
                      <a:pt x="1949" y="30"/>
                    </a:lnTo>
                    <a:cubicBezTo>
                      <a:pt x="1946" y="13"/>
                      <a:pt x="1933" y="0"/>
                      <a:pt x="1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73">
                <a:extLst>
                  <a:ext uri="{FF2B5EF4-FFF2-40B4-BE49-F238E27FC236}">
                    <a16:creationId xmlns:a16="http://schemas.microsoft.com/office/drawing/2014/main" id="{A540F726-88D4-CBD7-2B96-F01F8CC6B081}"/>
                  </a:ext>
                </a:extLst>
              </p:cNvPr>
              <p:cNvSpPr/>
              <p:nvPr/>
            </p:nvSpPr>
            <p:spPr>
              <a:xfrm>
                <a:off x="1148125" y="3282625"/>
                <a:ext cx="9175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12" extrusionOk="0">
                    <a:moveTo>
                      <a:pt x="1" y="1"/>
                    </a:moveTo>
                    <a:lnTo>
                      <a:pt x="1" y="1512"/>
                    </a:lnTo>
                    <a:lnTo>
                      <a:pt x="366" y="1512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3" name="Google Shape;4993;p73">
                <a:extLst>
                  <a:ext uri="{FF2B5EF4-FFF2-40B4-BE49-F238E27FC236}">
                    <a16:creationId xmlns:a16="http://schemas.microsoft.com/office/drawing/2014/main" id="{B4428B47-B61C-0048-109C-367DB686C86D}"/>
                  </a:ext>
                </a:extLst>
              </p:cNvPr>
              <p:cNvSpPr/>
              <p:nvPr/>
            </p:nvSpPr>
            <p:spPr>
              <a:xfrm>
                <a:off x="878275" y="3294875"/>
                <a:ext cx="548875" cy="11450"/>
              </a:xfrm>
              <a:custGeom>
                <a:avLst/>
                <a:gdLst/>
                <a:ahLst/>
                <a:cxnLst/>
                <a:rect l="l" t="t" r="r" b="b"/>
                <a:pathLst>
                  <a:path w="21955" h="458" extrusionOk="0">
                    <a:moveTo>
                      <a:pt x="10977" y="0"/>
                    </a:moveTo>
                    <a:cubicBezTo>
                      <a:pt x="4916" y="0"/>
                      <a:pt x="0" y="101"/>
                      <a:pt x="0" y="229"/>
                    </a:cubicBezTo>
                    <a:cubicBezTo>
                      <a:pt x="0" y="353"/>
                      <a:pt x="4916" y="457"/>
                      <a:pt x="10977" y="457"/>
                    </a:cubicBezTo>
                    <a:cubicBezTo>
                      <a:pt x="17039" y="457"/>
                      <a:pt x="21954" y="353"/>
                      <a:pt x="21954" y="229"/>
                    </a:cubicBezTo>
                    <a:cubicBezTo>
                      <a:pt x="21954" y="101"/>
                      <a:pt x="17039" y="0"/>
                      <a:pt x="109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4" name="Google Shape;4994;p73">
                <a:extLst>
                  <a:ext uri="{FF2B5EF4-FFF2-40B4-BE49-F238E27FC236}">
                    <a16:creationId xmlns:a16="http://schemas.microsoft.com/office/drawing/2014/main" id="{85F2CB30-A77C-1A9E-CF29-247E0C763D77}"/>
                  </a:ext>
                </a:extLst>
              </p:cNvPr>
              <p:cNvSpPr/>
              <p:nvPr/>
            </p:nvSpPr>
            <p:spPr>
              <a:xfrm>
                <a:off x="878275" y="3294875"/>
                <a:ext cx="548875" cy="11450"/>
              </a:xfrm>
              <a:custGeom>
                <a:avLst/>
                <a:gdLst/>
                <a:ahLst/>
                <a:cxnLst/>
                <a:rect l="l" t="t" r="r" b="b"/>
                <a:pathLst>
                  <a:path w="21955" h="458" extrusionOk="0">
                    <a:moveTo>
                      <a:pt x="21954" y="229"/>
                    </a:moveTo>
                    <a:cubicBezTo>
                      <a:pt x="21954" y="353"/>
                      <a:pt x="17039" y="457"/>
                      <a:pt x="10977" y="457"/>
                    </a:cubicBezTo>
                    <a:cubicBezTo>
                      <a:pt x="4916" y="457"/>
                      <a:pt x="0" y="353"/>
                      <a:pt x="0" y="229"/>
                    </a:cubicBezTo>
                    <a:cubicBezTo>
                      <a:pt x="0" y="101"/>
                      <a:pt x="4916" y="0"/>
                      <a:pt x="10977" y="0"/>
                    </a:cubicBezTo>
                    <a:cubicBezTo>
                      <a:pt x="17039" y="0"/>
                      <a:pt x="21954" y="101"/>
                      <a:pt x="21954" y="2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A65A">
                      <a:alpha val="60392"/>
                    </a:srgbClr>
                  </a:gs>
                  <a:gs pos="100000">
                    <a:srgbClr val="D88794">
                      <a:alpha val="6117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5" name="Google Shape;4995;p73">
                <a:extLst>
                  <a:ext uri="{FF2B5EF4-FFF2-40B4-BE49-F238E27FC236}">
                    <a16:creationId xmlns:a16="http://schemas.microsoft.com/office/drawing/2014/main" id="{2A9E2151-1518-BF5A-D2BC-A5D1068982AB}"/>
                  </a:ext>
                </a:extLst>
              </p:cNvPr>
              <p:cNvSpPr/>
              <p:nvPr/>
            </p:nvSpPr>
            <p:spPr>
              <a:xfrm>
                <a:off x="877525" y="3294125"/>
                <a:ext cx="55035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22014" h="517" extrusionOk="0">
                    <a:moveTo>
                      <a:pt x="11007" y="60"/>
                    </a:moveTo>
                    <a:cubicBezTo>
                      <a:pt x="17183" y="60"/>
                      <a:pt x="21299" y="161"/>
                      <a:pt x="21893" y="259"/>
                    </a:cubicBezTo>
                    <a:cubicBezTo>
                      <a:pt x="21299" y="357"/>
                      <a:pt x="17183" y="455"/>
                      <a:pt x="11007" y="455"/>
                    </a:cubicBezTo>
                    <a:cubicBezTo>
                      <a:pt x="4832" y="455"/>
                      <a:pt x="716" y="357"/>
                      <a:pt x="122" y="259"/>
                    </a:cubicBezTo>
                    <a:cubicBezTo>
                      <a:pt x="716" y="161"/>
                      <a:pt x="4832" y="60"/>
                      <a:pt x="11007" y="60"/>
                    </a:cubicBezTo>
                    <a:close/>
                    <a:moveTo>
                      <a:pt x="11007" y="1"/>
                    </a:moveTo>
                    <a:cubicBezTo>
                      <a:pt x="8076" y="1"/>
                      <a:pt x="5318" y="27"/>
                      <a:pt x="3245" y="66"/>
                    </a:cubicBezTo>
                    <a:cubicBezTo>
                      <a:pt x="2237" y="89"/>
                      <a:pt x="1444" y="112"/>
                      <a:pt x="892" y="138"/>
                    </a:cubicBezTo>
                    <a:cubicBezTo>
                      <a:pt x="1" y="184"/>
                      <a:pt x="1" y="216"/>
                      <a:pt x="1" y="259"/>
                    </a:cubicBezTo>
                    <a:cubicBezTo>
                      <a:pt x="1" y="298"/>
                      <a:pt x="1" y="334"/>
                      <a:pt x="892" y="376"/>
                    </a:cubicBezTo>
                    <a:cubicBezTo>
                      <a:pt x="1444" y="406"/>
                      <a:pt x="2237" y="428"/>
                      <a:pt x="3245" y="451"/>
                    </a:cubicBezTo>
                    <a:cubicBezTo>
                      <a:pt x="5318" y="494"/>
                      <a:pt x="8076" y="517"/>
                      <a:pt x="11007" y="517"/>
                    </a:cubicBezTo>
                    <a:cubicBezTo>
                      <a:pt x="13938" y="517"/>
                      <a:pt x="16697" y="494"/>
                      <a:pt x="18769" y="451"/>
                    </a:cubicBezTo>
                    <a:cubicBezTo>
                      <a:pt x="19778" y="428"/>
                      <a:pt x="20571" y="406"/>
                      <a:pt x="21123" y="376"/>
                    </a:cubicBezTo>
                    <a:cubicBezTo>
                      <a:pt x="22014" y="334"/>
                      <a:pt x="22014" y="298"/>
                      <a:pt x="22014" y="259"/>
                    </a:cubicBezTo>
                    <a:cubicBezTo>
                      <a:pt x="22014" y="216"/>
                      <a:pt x="22014" y="184"/>
                      <a:pt x="21123" y="138"/>
                    </a:cubicBezTo>
                    <a:cubicBezTo>
                      <a:pt x="20571" y="112"/>
                      <a:pt x="19778" y="89"/>
                      <a:pt x="18769" y="66"/>
                    </a:cubicBezTo>
                    <a:cubicBezTo>
                      <a:pt x="16697" y="24"/>
                      <a:pt x="13938" y="1"/>
                      <a:pt x="110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6" name="Google Shape;4996;p73">
                <a:extLst>
                  <a:ext uri="{FF2B5EF4-FFF2-40B4-BE49-F238E27FC236}">
                    <a16:creationId xmlns:a16="http://schemas.microsoft.com/office/drawing/2014/main" id="{1315445F-D0D5-F763-E4A3-A0EFA72BB45C}"/>
                  </a:ext>
                </a:extLst>
              </p:cNvPr>
              <p:cNvSpPr/>
              <p:nvPr/>
            </p:nvSpPr>
            <p:spPr>
              <a:xfrm>
                <a:off x="900875" y="3351325"/>
                <a:ext cx="65275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6110" h="2515" extrusionOk="0">
                    <a:moveTo>
                      <a:pt x="173" y="1"/>
                    </a:moveTo>
                    <a:cubicBezTo>
                      <a:pt x="76" y="1"/>
                      <a:pt x="0" y="79"/>
                      <a:pt x="0" y="174"/>
                    </a:cubicBezTo>
                    <a:lnTo>
                      <a:pt x="0" y="2341"/>
                    </a:lnTo>
                    <a:cubicBezTo>
                      <a:pt x="0" y="2436"/>
                      <a:pt x="76" y="2514"/>
                      <a:pt x="173" y="2514"/>
                    </a:cubicBezTo>
                    <a:lnTo>
                      <a:pt x="25937" y="2514"/>
                    </a:lnTo>
                    <a:cubicBezTo>
                      <a:pt x="26034" y="2514"/>
                      <a:pt x="26110" y="2436"/>
                      <a:pt x="26110" y="2341"/>
                    </a:cubicBezTo>
                    <a:lnTo>
                      <a:pt x="26110" y="174"/>
                    </a:lnTo>
                    <a:cubicBezTo>
                      <a:pt x="26110" y="79"/>
                      <a:pt x="26034" y="1"/>
                      <a:pt x="259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7" name="Google Shape;4997;p73">
                <a:extLst>
                  <a:ext uri="{FF2B5EF4-FFF2-40B4-BE49-F238E27FC236}">
                    <a16:creationId xmlns:a16="http://schemas.microsoft.com/office/drawing/2014/main" id="{79A10EEF-9779-F2F6-DA5B-09C15950ED87}"/>
                  </a:ext>
                </a:extLst>
              </p:cNvPr>
              <p:cNvSpPr/>
              <p:nvPr/>
            </p:nvSpPr>
            <p:spPr>
              <a:xfrm>
                <a:off x="900150" y="3350675"/>
                <a:ext cx="654300" cy="64250"/>
              </a:xfrm>
              <a:custGeom>
                <a:avLst/>
                <a:gdLst/>
                <a:ahLst/>
                <a:cxnLst/>
                <a:rect l="l" t="t" r="r" b="b"/>
                <a:pathLst>
                  <a:path w="26172" h="2570" extrusionOk="0">
                    <a:moveTo>
                      <a:pt x="202" y="56"/>
                    </a:moveTo>
                    <a:lnTo>
                      <a:pt x="25969" y="60"/>
                    </a:lnTo>
                    <a:cubicBezTo>
                      <a:pt x="26047" y="60"/>
                      <a:pt x="26109" y="125"/>
                      <a:pt x="26112" y="203"/>
                    </a:cubicBezTo>
                    <a:lnTo>
                      <a:pt x="26112" y="2367"/>
                    </a:lnTo>
                    <a:cubicBezTo>
                      <a:pt x="26109" y="2444"/>
                      <a:pt x="26050" y="2508"/>
                      <a:pt x="25971" y="2508"/>
                    </a:cubicBezTo>
                    <a:cubicBezTo>
                      <a:pt x="25969" y="2508"/>
                      <a:pt x="25967" y="2508"/>
                      <a:pt x="25966" y="2508"/>
                    </a:cubicBezTo>
                    <a:lnTo>
                      <a:pt x="202" y="2508"/>
                    </a:lnTo>
                    <a:cubicBezTo>
                      <a:pt x="124" y="2508"/>
                      <a:pt x="59" y="2446"/>
                      <a:pt x="59" y="2367"/>
                    </a:cubicBezTo>
                    <a:lnTo>
                      <a:pt x="59" y="200"/>
                    </a:lnTo>
                    <a:cubicBezTo>
                      <a:pt x="59" y="122"/>
                      <a:pt x="124" y="56"/>
                      <a:pt x="202" y="56"/>
                    </a:cubicBezTo>
                    <a:close/>
                    <a:moveTo>
                      <a:pt x="202" y="1"/>
                    </a:moveTo>
                    <a:cubicBezTo>
                      <a:pt x="88" y="1"/>
                      <a:pt x="0" y="89"/>
                      <a:pt x="0" y="203"/>
                    </a:cubicBezTo>
                    <a:lnTo>
                      <a:pt x="0" y="2367"/>
                    </a:lnTo>
                    <a:cubicBezTo>
                      <a:pt x="0" y="2478"/>
                      <a:pt x="88" y="2570"/>
                      <a:pt x="202" y="2570"/>
                    </a:cubicBezTo>
                    <a:lnTo>
                      <a:pt x="25966" y="2570"/>
                    </a:lnTo>
                    <a:cubicBezTo>
                      <a:pt x="26080" y="2570"/>
                      <a:pt x="26171" y="2478"/>
                      <a:pt x="26171" y="2367"/>
                    </a:cubicBezTo>
                    <a:lnTo>
                      <a:pt x="26171" y="203"/>
                    </a:lnTo>
                    <a:cubicBezTo>
                      <a:pt x="26171" y="89"/>
                      <a:pt x="26080" y="1"/>
                      <a:pt x="259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8" name="Google Shape;4998;p73">
                <a:extLst>
                  <a:ext uri="{FF2B5EF4-FFF2-40B4-BE49-F238E27FC236}">
                    <a16:creationId xmlns:a16="http://schemas.microsoft.com/office/drawing/2014/main" id="{E9F9FF0D-5DE2-434B-F4CD-D8C5735CE676}"/>
                  </a:ext>
                </a:extLst>
              </p:cNvPr>
              <p:cNvSpPr/>
              <p:nvPr/>
            </p:nvSpPr>
            <p:spPr>
              <a:xfrm>
                <a:off x="1255750" y="3266800"/>
                <a:ext cx="26400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781" extrusionOk="0">
                    <a:moveTo>
                      <a:pt x="1055" y="0"/>
                    </a:moveTo>
                    <a:lnTo>
                      <a:pt x="1" y="30"/>
                    </a:lnTo>
                    <a:lnTo>
                      <a:pt x="1" y="780"/>
                    </a:lnTo>
                    <a:lnTo>
                      <a:pt x="1055" y="751"/>
                    </a:lnTo>
                    <a:lnTo>
                      <a:pt x="105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9" name="Google Shape;4999;p73">
                <a:extLst>
                  <a:ext uri="{FF2B5EF4-FFF2-40B4-BE49-F238E27FC236}">
                    <a16:creationId xmlns:a16="http://schemas.microsoft.com/office/drawing/2014/main" id="{1B9F1BA2-FFA4-BB63-8829-A511B648F3DE}"/>
                  </a:ext>
                </a:extLst>
              </p:cNvPr>
              <p:cNvSpPr/>
              <p:nvPr/>
            </p:nvSpPr>
            <p:spPr>
              <a:xfrm>
                <a:off x="1254950" y="3266050"/>
                <a:ext cx="27925" cy="21100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844" extrusionOk="0">
                    <a:moveTo>
                      <a:pt x="1058" y="63"/>
                    </a:moveTo>
                    <a:lnTo>
                      <a:pt x="1058" y="752"/>
                    </a:lnTo>
                    <a:lnTo>
                      <a:pt x="62" y="781"/>
                    </a:lnTo>
                    <a:lnTo>
                      <a:pt x="62" y="92"/>
                    </a:lnTo>
                    <a:lnTo>
                      <a:pt x="1058" y="63"/>
                    </a:lnTo>
                    <a:close/>
                    <a:moveTo>
                      <a:pt x="1087" y="1"/>
                    </a:moveTo>
                    <a:lnTo>
                      <a:pt x="33" y="30"/>
                    </a:lnTo>
                    <a:cubicBezTo>
                      <a:pt x="16" y="30"/>
                      <a:pt x="0" y="43"/>
                      <a:pt x="3" y="60"/>
                    </a:cubicBezTo>
                    <a:lnTo>
                      <a:pt x="3" y="810"/>
                    </a:lnTo>
                    <a:cubicBezTo>
                      <a:pt x="0" y="820"/>
                      <a:pt x="7" y="827"/>
                      <a:pt x="10" y="833"/>
                    </a:cubicBezTo>
                    <a:cubicBezTo>
                      <a:pt x="16" y="840"/>
                      <a:pt x="23" y="843"/>
                      <a:pt x="33" y="843"/>
                    </a:cubicBezTo>
                    <a:lnTo>
                      <a:pt x="1087" y="810"/>
                    </a:lnTo>
                    <a:cubicBezTo>
                      <a:pt x="1103" y="810"/>
                      <a:pt x="1116" y="797"/>
                      <a:pt x="1116" y="781"/>
                    </a:cubicBezTo>
                    <a:lnTo>
                      <a:pt x="1116" y="30"/>
                    </a:lnTo>
                    <a:cubicBezTo>
                      <a:pt x="1116" y="24"/>
                      <a:pt x="1113" y="14"/>
                      <a:pt x="1107" y="8"/>
                    </a:cubicBezTo>
                    <a:cubicBezTo>
                      <a:pt x="1103" y="4"/>
                      <a:pt x="1094" y="1"/>
                      <a:pt x="10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0" name="Google Shape;5000;p73">
                <a:extLst>
                  <a:ext uri="{FF2B5EF4-FFF2-40B4-BE49-F238E27FC236}">
                    <a16:creationId xmlns:a16="http://schemas.microsoft.com/office/drawing/2014/main" id="{42A9A393-016B-8B5E-9ECE-89A729D01F8B}"/>
                  </a:ext>
                </a:extLst>
              </p:cNvPr>
              <p:cNvSpPr/>
              <p:nvPr/>
            </p:nvSpPr>
            <p:spPr>
              <a:xfrm>
                <a:off x="1429800" y="3268175"/>
                <a:ext cx="28425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690" extrusionOk="0">
                    <a:moveTo>
                      <a:pt x="1" y="1"/>
                    </a:moveTo>
                    <a:lnTo>
                      <a:pt x="1" y="690"/>
                    </a:lnTo>
                    <a:lnTo>
                      <a:pt x="1137" y="690"/>
                    </a:lnTo>
                    <a:lnTo>
                      <a:pt x="1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1" name="Google Shape;5001;p73">
                <a:extLst>
                  <a:ext uri="{FF2B5EF4-FFF2-40B4-BE49-F238E27FC236}">
                    <a16:creationId xmlns:a16="http://schemas.microsoft.com/office/drawing/2014/main" id="{121F0204-0D0A-F40D-F4F4-5AB5F7EDD416}"/>
                  </a:ext>
                </a:extLst>
              </p:cNvPr>
              <p:cNvSpPr/>
              <p:nvPr/>
            </p:nvSpPr>
            <p:spPr>
              <a:xfrm>
                <a:off x="1429800" y="3268175"/>
                <a:ext cx="28425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690" extrusionOk="0">
                    <a:moveTo>
                      <a:pt x="1" y="1"/>
                    </a:moveTo>
                    <a:lnTo>
                      <a:pt x="1137" y="1"/>
                    </a:lnTo>
                    <a:lnTo>
                      <a:pt x="1137" y="690"/>
                    </a:lnTo>
                    <a:lnTo>
                      <a:pt x="1" y="690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2" name="Google Shape;5002;p73">
                <a:extLst>
                  <a:ext uri="{FF2B5EF4-FFF2-40B4-BE49-F238E27FC236}">
                    <a16:creationId xmlns:a16="http://schemas.microsoft.com/office/drawing/2014/main" id="{593D1DEC-C131-DE18-A597-864927051F2C}"/>
                  </a:ext>
                </a:extLst>
              </p:cNvPr>
              <p:cNvSpPr/>
              <p:nvPr/>
            </p:nvSpPr>
            <p:spPr>
              <a:xfrm>
                <a:off x="1429000" y="3267450"/>
                <a:ext cx="3005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748" extrusionOk="0">
                    <a:moveTo>
                      <a:pt x="1139" y="59"/>
                    </a:moveTo>
                    <a:lnTo>
                      <a:pt x="1139" y="689"/>
                    </a:lnTo>
                    <a:lnTo>
                      <a:pt x="62" y="689"/>
                    </a:lnTo>
                    <a:lnTo>
                      <a:pt x="62" y="59"/>
                    </a:lnTo>
                    <a:close/>
                    <a:moveTo>
                      <a:pt x="33" y="0"/>
                    </a:moveTo>
                    <a:cubicBezTo>
                      <a:pt x="13" y="0"/>
                      <a:pt x="0" y="14"/>
                      <a:pt x="0" y="30"/>
                    </a:cubicBezTo>
                    <a:lnTo>
                      <a:pt x="0" y="719"/>
                    </a:lnTo>
                    <a:cubicBezTo>
                      <a:pt x="0" y="735"/>
                      <a:pt x="13" y="748"/>
                      <a:pt x="33" y="748"/>
                    </a:cubicBezTo>
                    <a:lnTo>
                      <a:pt x="1169" y="748"/>
                    </a:lnTo>
                    <a:cubicBezTo>
                      <a:pt x="1185" y="748"/>
                      <a:pt x="1202" y="735"/>
                      <a:pt x="1198" y="719"/>
                    </a:cubicBezTo>
                    <a:lnTo>
                      <a:pt x="1198" y="30"/>
                    </a:lnTo>
                    <a:cubicBezTo>
                      <a:pt x="1198" y="14"/>
                      <a:pt x="1185" y="0"/>
                      <a:pt x="1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73">
                <a:extLst>
                  <a:ext uri="{FF2B5EF4-FFF2-40B4-BE49-F238E27FC236}">
                    <a16:creationId xmlns:a16="http://schemas.microsoft.com/office/drawing/2014/main" id="{69934B05-9A01-FCD3-D242-2F1B4DA75860}"/>
                  </a:ext>
                </a:extLst>
              </p:cNvPr>
              <p:cNvSpPr/>
              <p:nvPr/>
            </p:nvSpPr>
            <p:spPr>
              <a:xfrm>
                <a:off x="1434125" y="3285650"/>
                <a:ext cx="20775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342" extrusionOk="0">
                    <a:moveTo>
                      <a:pt x="1" y="0"/>
                    </a:moveTo>
                    <a:lnTo>
                      <a:pt x="1" y="1342"/>
                    </a:lnTo>
                    <a:lnTo>
                      <a:pt x="830" y="1342"/>
                    </a:ln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4" name="Google Shape;5004;p73">
                <a:extLst>
                  <a:ext uri="{FF2B5EF4-FFF2-40B4-BE49-F238E27FC236}">
                    <a16:creationId xmlns:a16="http://schemas.microsoft.com/office/drawing/2014/main" id="{4074E4CE-6D41-5AE4-BDAC-1B0B5DF16651}"/>
                  </a:ext>
                </a:extLst>
              </p:cNvPr>
              <p:cNvSpPr/>
              <p:nvPr/>
            </p:nvSpPr>
            <p:spPr>
              <a:xfrm>
                <a:off x="1434125" y="3285650"/>
                <a:ext cx="20775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342" extrusionOk="0">
                    <a:moveTo>
                      <a:pt x="1" y="0"/>
                    </a:moveTo>
                    <a:lnTo>
                      <a:pt x="830" y="0"/>
                    </a:lnTo>
                    <a:lnTo>
                      <a:pt x="830" y="1342"/>
                    </a:lnTo>
                    <a:lnTo>
                      <a:pt x="1" y="1342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73">
                <a:extLst>
                  <a:ext uri="{FF2B5EF4-FFF2-40B4-BE49-F238E27FC236}">
                    <a16:creationId xmlns:a16="http://schemas.microsoft.com/office/drawing/2014/main" id="{57C977D2-E3DF-4551-0D4C-FCD28689F368}"/>
                  </a:ext>
                </a:extLst>
              </p:cNvPr>
              <p:cNvSpPr/>
              <p:nvPr/>
            </p:nvSpPr>
            <p:spPr>
              <a:xfrm>
                <a:off x="1433400" y="3284825"/>
                <a:ext cx="223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892" h="1408" extrusionOk="0">
                    <a:moveTo>
                      <a:pt x="830" y="63"/>
                    </a:moveTo>
                    <a:lnTo>
                      <a:pt x="830" y="1345"/>
                    </a:lnTo>
                    <a:lnTo>
                      <a:pt x="59" y="1345"/>
                    </a:lnTo>
                    <a:lnTo>
                      <a:pt x="59" y="63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1" y="14"/>
                      <a:pt x="1" y="33"/>
                    </a:cubicBezTo>
                    <a:lnTo>
                      <a:pt x="1" y="1375"/>
                    </a:lnTo>
                    <a:cubicBezTo>
                      <a:pt x="1" y="1391"/>
                      <a:pt x="14" y="1404"/>
                      <a:pt x="30" y="1408"/>
                    </a:cubicBezTo>
                    <a:lnTo>
                      <a:pt x="859" y="1408"/>
                    </a:lnTo>
                    <a:cubicBezTo>
                      <a:pt x="879" y="1404"/>
                      <a:pt x="892" y="1391"/>
                      <a:pt x="892" y="1375"/>
                    </a:cubicBezTo>
                    <a:lnTo>
                      <a:pt x="892" y="33"/>
                    </a:lnTo>
                    <a:cubicBezTo>
                      <a:pt x="892" y="14"/>
                      <a:pt x="879" y="1"/>
                      <a:pt x="8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73">
                <a:extLst>
                  <a:ext uri="{FF2B5EF4-FFF2-40B4-BE49-F238E27FC236}">
                    <a16:creationId xmlns:a16="http://schemas.microsoft.com/office/drawing/2014/main" id="{7B87505D-B6A2-B734-D95C-92723FD9440A}"/>
                  </a:ext>
                </a:extLst>
              </p:cNvPr>
              <p:cNvSpPr/>
              <p:nvPr/>
            </p:nvSpPr>
            <p:spPr>
              <a:xfrm>
                <a:off x="1282350" y="3270875"/>
                <a:ext cx="15712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6285" h="445" extrusionOk="0">
                    <a:moveTo>
                      <a:pt x="1" y="1"/>
                    </a:moveTo>
                    <a:lnTo>
                      <a:pt x="1" y="425"/>
                    </a:lnTo>
                    <a:lnTo>
                      <a:pt x="6284" y="444"/>
                    </a:lnTo>
                    <a:lnTo>
                      <a:pt x="6284" y="2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73">
                <a:extLst>
                  <a:ext uri="{FF2B5EF4-FFF2-40B4-BE49-F238E27FC236}">
                    <a16:creationId xmlns:a16="http://schemas.microsoft.com/office/drawing/2014/main" id="{30DACE36-1E83-F8F0-8394-179489D78D51}"/>
                  </a:ext>
                </a:extLst>
              </p:cNvPr>
              <p:cNvSpPr/>
              <p:nvPr/>
            </p:nvSpPr>
            <p:spPr>
              <a:xfrm>
                <a:off x="1281625" y="3270050"/>
                <a:ext cx="158650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6346" h="511" extrusionOk="0">
                    <a:moveTo>
                      <a:pt x="59" y="63"/>
                    </a:moveTo>
                    <a:lnTo>
                      <a:pt x="6284" y="83"/>
                    </a:lnTo>
                    <a:lnTo>
                      <a:pt x="6284" y="445"/>
                    </a:lnTo>
                    <a:lnTo>
                      <a:pt x="59" y="429"/>
                    </a:lnTo>
                    <a:lnTo>
                      <a:pt x="59" y="63"/>
                    </a:lnTo>
                    <a:close/>
                    <a:moveTo>
                      <a:pt x="30" y="1"/>
                    </a:moveTo>
                    <a:cubicBezTo>
                      <a:pt x="14" y="1"/>
                      <a:pt x="0" y="17"/>
                      <a:pt x="0" y="34"/>
                    </a:cubicBezTo>
                    <a:lnTo>
                      <a:pt x="0" y="458"/>
                    </a:lnTo>
                    <a:cubicBezTo>
                      <a:pt x="0" y="474"/>
                      <a:pt x="14" y="491"/>
                      <a:pt x="30" y="491"/>
                    </a:cubicBezTo>
                    <a:lnTo>
                      <a:pt x="6313" y="510"/>
                    </a:lnTo>
                    <a:cubicBezTo>
                      <a:pt x="6333" y="510"/>
                      <a:pt x="6346" y="494"/>
                      <a:pt x="6346" y="477"/>
                    </a:cubicBezTo>
                    <a:lnTo>
                      <a:pt x="6346" y="53"/>
                    </a:lnTo>
                    <a:cubicBezTo>
                      <a:pt x="6346" y="37"/>
                      <a:pt x="6333" y="21"/>
                      <a:pt x="6313" y="21"/>
                    </a:cubicBez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73">
                <a:extLst>
                  <a:ext uri="{FF2B5EF4-FFF2-40B4-BE49-F238E27FC236}">
                    <a16:creationId xmlns:a16="http://schemas.microsoft.com/office/drawing/2014/main" id="{29C8FACC-BA59-4EF0-A169-E525F0E70AFE}"/>
                  </a:ext>
                </a:extLst>
              </p:cNvPr>
              <p:cNvSpPr/>
              <p:nvPr/>
            </p:nvSpPr>
            <p:spPr>
              <a:xfrm>
                <a:off x="1258775" y="3286300"/>
                <a:ext cx="2875" cy="1577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631" extrusionOk="0">
                    <a:moveTo>
                      <a:pt x="1" y="0"/>
                    </a:moveTo>
                    <a:lnTo>
                      <a:pt x="1" y="630"/>
                    </a:lnTo>
                    <a:lnTo>
                      <a:pt x="115" y="63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73">
                <a:extLst>
                  <a:ext uri="{FF2B5EF4-FFF2-40B4-BE49-F238E27FC236}">
                    <a16:creationId xmlns:a16="http://schemas.microsoft.com/office/drawing/2014/main" id="{1DFBB602-004C-7F4E-FA5D-EEC022B45B2C}"/>
                  </a:ext>
                </a:extLst>
              </p:cNvPr>
              <p:cNvSpPr/>
              <p:nvPr/>
            </p:nvSpPr>
            <p:spPr>
              <a:xfrm>
                <a:off x="866125" y="3437500"/>
                <a:ext cx="15200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608" extrusionOk="0">
                    <a:moveTo>
                      <a:pt x="0" y="1"/>
                    </a:moveTo>
                    <a:lnTo>
                      <a:pt x="0" y="608"/>
                    </a:lnTo>
                    <a:lnTo>
                      <a:pt x="607" y="608"/>
                    </a:lnTo>
                    <a:lnTo>
                      <a:pt x="6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73">
                <a:extLst>
                  <a:ext uri="{FF2B5EF4-FFF2-40B4-BE49-F238E27FC236}">
                    <a16:creationId xmlns:a16="http://schemas.microsoft.com/office/drawing/2014/main" id="{2F48FD50-6523-9EAF-6992-641031C68A09}"/>
                  </a:ext>
                </a:extLst>
              </p:cNvPr>
              <p:cNvSpPr/>
              <p:nvPr/>
            </p:nvSpPr>
            <p:spPr>
              <a:xfrm>
                <a:off x="865300" y="3436750"/>
                <a:ext cx="16825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71" extrusionOk="0">
                    <a:moveTo>
                      <a:pt x="611" y="60"/>
                    </a:moveTo>
                    <a:lnTo>
                      <a:pt x="611" y="608"/>
                    </a:lnTo>
                    <a:lnTo>
                      <a:pt x="62" y="608"/>
                    </a:lnTo>
                    <a:lnTo>
                      <a:pt x="62" y="60"/>
                    </a:lnTo>
                    <a:close/>
                    <a:moveTo>
                      <a:pt x="29" y="1"/>
                    </a:moveTo>
                    <a:cubicBezTo>
                      <a:pt x="14" y="1"/>
                      <a:pt x="1" y="16"/>
                      <a:pt x="4" y="31"/>
                    </a:cubicBezTo>
                    <a:lnTo>
                      <a:pt x="4" y="638"/>
                    </a:lnTo>
                    <a:cubicBezTo>
                      <a:pt x="0" y="654"/>
                      <a:pt x="17" y="670"/>
                      <a:pt x="33" y="670"/>
                    </a:cubicBezTo>
                    <a:lnTo>
                      <a:pt x="640" y="670"/>
                    </a:lnTo>
                    <a:cubicBezTo>
                      <a:pt x="656" y="670"/>
                      <a:pt x="673" y="654"/>
                      <a:pt x="673" y="638"/>
                    </a:cubicBezTo>
                    <a:lnTo>
                      <a:pt x="673" y="31"/>
                    </a:lnTo>
                    <a:cubicBezTo>
                      <a:pt x="673" y="16"/>
                      <a:pt x="659" y="1"/>
                      <a:pt x="644" y="1"/>
                    </a:cubicBezTo>
                    <a:cubicBezTo>
                      <a:pt x="643" y="1"/>
                      <a:pt x="642" y="1"/>
                      <a:pt x="640" y="1"/>
                    </a:cubicBezTo>
                    <a:lnTo>
                      <a:pt x="33" y="1"/>
                    </a:lnTo>
                    <a:cubicBezTo>
                      <a:pt x="32" y="1"/>
                      <a:pt x="30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1" name="Google Shape;5011;p73">
                <a:extLst>
                  <a:ext uri="{FF2B5EF4-FFF2-40B4-BE49-F238E27FC236}">
                    <a16:creationId xmlns:a16="http://schemas.microsoft.com/office/drawing/2014/main" id="{A2CF93F3-C09F-F900-8900-7E1A1740F8C3}"/>
                  </a:ext>
                </a:extLst>
              </p:cNvPr>
              <p:cNvSpPr/>
              <p:nvPr/>
            </p:nvSpPr>
            <p:spPr>
              <a:xfrm>
                <a:off x="858525" y="3434800"/>
                <a:ext cx="76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716" extrusionOk="0">
                    <a:moveTo>
                      <a:pt x="0" y="1"/>
                    </a:moveTo>
                    <a:lnTo>
                      <a:pt x="0" y="611"/>
                    </a:lnTo>
                    <a:lnTo>
                      <a:pt x="304" y="716"/>
                    </a:lnTo>
                    <a:lnTo>
                      <a:pt x="304" y="10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73">
                <a:extLst>
                  <a:ext uri="{FF2B5EF4-FFF2-40B4-BE49-F238E27FC236}">
                    <a16:creationId xmlns:a16="http://schemas.microsoft.com/office/drawing/2014/main" id="{4349EBC7-81B6-2BFE-4546-BF68606287DB}"/>
                  </a:ext>
                </a:extLst>
              </p:cNvPr>
              <p:cNvSpPr/>
              <p:nvPr/>
            </p:nvSpPr>
            <p:spPr>
              <a:xfrm>
                <a:off x="857700" y="3434125"/>
                <a:ext cx="9175" cy="194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76" extrusionOk="0">
                    <a:moveTo>
                      <a:pt x="63" y="74"/>
                    </a:moveTo>
                    <a:lnTo>
                      <a:pt x="308" y="159"/>
                    </a:lnTo>
                    <a:lnTo>
                      <a:pt x="308" y="700"/>
                    </a:lnTo>
                    <a:lnTo>
                      <a:pt x="63" y="616"/>
                    </a:lnTo>
                    <a:lnTo>
                      <a:pt x="63" y="74"/>
                    </a:lnTo>
                    <a:close/>
                    <a:moveTo>
                      <a:pt x="33" y="0"/>
                    </a:moveTo>
                    <a:cubicBezTo>
                      <a:pt x="16" y="0"/>
                      <a:pt x="1" y="12"/>
                      <a:pt x="1" y="31"/>
                    </a:cubicBezTo>
                    <a:lnTo>
                      <a:pt x="1" y="638"/>
                    </a:lnTo>
                    <a:cubicBezTo>
                      <a:pt x="1" y="651"/>
                      <a:pt x="11" y="664"/>
                      <a:pt x="24" y="668"/>
                    </a:cubicBezTo>
                    <a:lnTo>
                      <a:pt x="327" y="775"/>
                    </a:lnTo>
                    <a:lnTo>
                      <a:pt x="337" y="775"/>
                    </a:lnTo>
                    <a:cubicBezTo>
                      <a:pt x="353" y="775"/>
                      <a:pt x="366" y="762"/>
                      <a:pt x="366" y="746"/>
                    </a:cubicBezTo>
                    <a:lnTo>
                      <a:pt x="366" y="136"/>
                    </a:lnTo>
                    <a:cubicBezTo>
                      <a:pt x="366" y="123"/>
                      <a:pt x="360" y="113"/>
                      <a:pt x="347" y="110"/>
                    </a:cubicBezTo>
                    <a:lnTo>
                      <a:pt x="43" y="2"/>
                    </a:lnTo>
                    <a:cubicBezTo>
                      <a:pt x="40" y="1"/>
                      <a:pt x="36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73">
                <a:extLst>
                  <a:ext uri="{FF2B5EF4-FFF2-40B4-BE49-F238E27FC236}">
                    <a16:creationId xmlns:a16="http://schemas.microsoft.com/office/drawing/2014/main" id="{9BEF66A9-1C53-EC2A-F680-83EF1F7F47A2}"/>
                  </a:ext>
                </a:extLst>
              </p:cNvPr>
              <p:cNvSpPr/>
              <p:nvPr/>
            </p:nvSpPr>
            <p:spPr>
              <a:xfrm>
                <a:off x="1488000" y="3363975"/>
                <a:ext cx="4270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1402" extrusionOk="0">
                    <a:moveTo>
                      <a:pt x="855" y="1"/>
                    </a:moveTo>
                    <a:cubicBezTo>
                      <a:pt x="382" y="1"/>
                      <a:pt x="0" y="314"/>
                      <a:pt x="0" y="699"/>
                    </a:cubicBezTo>
                    <a:cubicBezTo>
                      <a:pt x="0" y="1088"/>
                      <a:pt x="382" y="1401"/>
                      <a:pt x="855" y="1401"/>
                    </a:cubicBezTo>
                    <a:cubicBezTo>
                      <a:pt x="1325" y="1401"/>
                      <a:pt x="1707" y="1088"/>
                      <a:pt x="1707" y="699"/>
                    </a:cubicBezTo>
                    <a:cubicBezTo>
                      <a:pt x="1707" y="314"/>
                      <a:pt x="1325" y="1"/>
                      <a:pt x="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4" name="Google Shape;5014;p73">
                <a:extLst>
                  <a:ext uri="{FF2B5EF4-FFF2-40B4-BE49-F238E27FC236}">
                    <a16:creationId xmlns:a16="http://schemas.microsoft.com/office/drawing/2014/main" id="{28D6B734-5579-AD55-4B3E-957981B048C4}"/>
                  </a:ext>
                </a:extLst>
              </p:cNvPr>
              <p:cNvSpPr/>
              <p:nvPr/>
            </p:nvSpPr>
            <p:spPr>
              <a:xfrm>
                <a:off x="1487250" y="3363250"/>
                <a:ext cx="44175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1460" extrusionOk="0">
                    <a:moveTo>
                      <a:pt x="885" y="59"/>
                    </a:moveTo>
                    <a:cubicBezTo>
                      <a:pt x="1339" y="59"/>
                      <a:pt x="1708" y="359"/>
                      <a:pt x="1708" y="732"/>
                    </a:cubicBezTo>
                    <a:cubicBezTo>
                      <a:pt x="1708" y="1100"/>
                      <a:pt x="1336" y="1401"/>
                      <a:pt x="885" y="1401"/>
                    </a:cubicBezTo>
                    <a:cubicBezTo>
                      <a:pt x="161" y="1401"/>
                      <a:pt x="63" y="1078"/>
                      <a:pt x="63" y="732"/>
                    </a:cubicBezTo>
                    <a:cubicBezTo>
                      <a:pt x="63" y="418"/>
                      <a:pt x="154" y="59"/>
                      <a:pt x="885" y="59"/>
                    </a:cubicBezTo>
                    <a:close/>
                    <a:moveTo>
                      <a:pt x="885" y="0"/>
                    </a:moveTo>
                    <a:cubicBezTo>
                      <a:pt x="282" y="0"/>
                      <a:pt x="1" y="232"/>
                      <a:pt x="1" y="732"/>
                    </a:cubicBezTo>
                    <a:cubicBezTo>
                      <a:pt x="1" y="1091"/>
                      <a:pt x="105" y="1459"/>
                      <a:pt x="885" y="1459"/>
                    </a:cubicBezTo>
                    <a:cubicBezTo>
                      <a:pt x="1372" y="1459"/>
                      <a:pt x="1767" y="1133"/>
                      <a:pt x="1767" y="732"/>
                    </a:cubicBezTo>
                    <a:cubicBezTo>
                      <a:pt x="1767" y="327"/>
                      <a:pt x="1372" y="0"/>
                      <a:pt x="8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5" name="Google Shape;5015;p73">
                <a:extLst>
                  <a:ext uri="{FF2B5EF4-FFF2-40B4-BE49-F238E27FC236}">
                    <a16:creationId xmlns:a16="http://schemas.microsoft.com/office/drawing/2014/main" id="{3B8CBC6D-096D-30FA-9955-6AE1B31903A3}"/>
                  </a:ext>
                </a:extLst>
              </p:cNvPr>
              <p:cNvSpPr/>
              <p:nvPr/>
            </p:nvSpPr>
            <p:spPr>
              <a:xfrm>
                <a:off x="1496900" y="3364550"/>
                <a:ext cx="3380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6" extrusionOk="0">
                    <a:moveTo>
                      <a:pt x="676" y="1"/>
                    </a:moveTo>
                    <a:cubicBezTo>
                      <a:pt x="300" y="1"/>
                      <a:pt x="0" y="304"/>
                      <a:pt x="0" y="676"/>
                    </a:cubicBezTo>
                    <a:cubicBezTo>
                      <a:pt x="0" y="1052"/>
                      <a:pt x="300" y="1355"/>
                      <a:pt x="676" y="1355"/>
                    </a:cubicBezTo>
                    <a:cubicBezTo>
                      <a:pt x="1048" y="1355"/>
                      <a:pt x="1351" y="1052"/>
                      <a:pt x="1351" y="676"/>
                    </a:cubicBezTo>
                    <a:cubicBezTo>
                      <a:pt x="1351" y="304"/>
                      <a:pt x="1048" y="1"/>
                      <a:pt x="6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6" name="Google Shape;5016;p73">
                <a:extLst>
                  <a:ext uri="{FF2B5EF4-FFF2-40B4-BE49-F238E27FC236}">
                    <a16:creationId xmlns:a16="http://schemas.microsoft.com/office/drawing/2014/main" id="{85FD91CC-19B7-8D57-E8C2-F57DF59F19B7}"/>
                  </a:ext>
                </a:extLst>
              </p:cNvPr>
              <p:cNvSpPr/>
              <p:nvPr/>
            </p:nvSpPr>
            <p:spPr>
              <a:xfrm>
                <a:off x="1490125" y="3363775"/>
                <a:ext cx="41300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416" extrusionOk="0">
                    <a:moveTo>
                      <a:pt x="947" y="64"/>
                    </a:moveTo>
                    <a:cubicBezTo>
                      <a:pt x="1302" y="64"/>
                      <a:pt x="1590" y="352"/>
                      <a:pt x="1590" y="711"/>
                    </a:cubicBezTo>
                    <a:cubicBezTo>
                      <a:pt x="1590" y="1099"/>
                      <a:pt x="1272" y="1356"/>
                      <a:pt x="941" y="1356"/>
                    </a:cubicBezTo>
                    <a:cubicBezTo>
                      <a:pt x="783" y="1356"/>
                      <a:pt x="621" y="1297"/>
                      <a:pt x="490" y="1164"/>
                    </a:cubicBezTo>
                    <a:cubicBezTo>
                      <a:pt x="82" y="760"/>
                      <a:pt x="372" y="64"/>
                      <a:pt x="947" y="64"/>
                    </a:cubicBezTo>
                    <a:close/>
                    <a:moveTo>
                      <a:pt x="939" y="1"/>
                    </a:moveTo>
                    <a:cubicBezTo>
                      <a:pt x="766" y="1"/>
                      <a:pt x="590" y="65"/>
                      <a:pt x="447" y="208"/>
                    </a:cubicBezTo>
                    <a:cubicBezTo>
                      <a:pt x="0" y="655"/>
                      <a:pt x="317" y="1416"/>
                      <a:pt x="947" y="1416"/>
                    </a:cubicBezTo>
                    <a:cubicBezTo>
                      <a:pt x="1335" y="1416"/>
                      <a:pt x="1652" y="1099"/>
                      <a:pt x="1652" y="711"/>
                    </a:cubicBezTo>
                    <a:cubicBezTo>
                      <a:pt x="1652" y="284"/>
                      <a:pt x="1303" y="1"/>
                      <a:pt x="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7" name="Google Shape;5017;p73">
                <a:extLst>
                  <a:ext uri="{FF2B5EF4-FFF2-40B4-BE49-F238E27FC236}">
                    <a16:creationId xmlns:a16="http://schemas.microsoft.com/office/drawing/2014/main" id="{6E18192E-AB32-3D85-A973-F1A40A307698}"/>
                  </a:ext>
                </a:extLst>
              </p:cNvPr>
              <p:cNvSpPr/>
              <p:nvPr/>
            </p:nvSpPr>
            <p:spPr>
              <a:xfrm>
                <a:off x="1440500" y="3367575"/>
                <a:ext cx="33900" cy="27775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111" extrusionOk="0">
                    <a:moveTo>
                      <a:pt x="679" y="0"/>
                    </a:moveTo>
                    <a:cubicBezTo>
                      <a:pt x="304" y="0"/>
                      <a:pt x="1" y="252"/>
                      <a:pt x="1" y="555"/>
                    </a:cubicBezTo>
                    <a:cubicBezTo>
                      <a:pt x="1" y="862"/>
                      <a:pt x="304" y="1110"/>
                      <a:pt x="679" y="1110"/>
                    </a:cubicBezTo>
                    <a:cubicBezTo>
                      <a:pt x="1052" y="1110"/>
                      <a:pt x="1355" y="862"/>
                      <a:pt x="1355" y="555"/>
                    </a:cubicBezTo>
                    <a:cubicBezTo>
                      <a:pt x="1355" y="252"/>
                      <a:pt x="1052" y="0"/>
                      <a:pt x="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8" name="Google Shape;5018;p73">
                <a:extLst>
                  <a:ext uri="{FF2B5EF4-FFF2-40B4-BE49-F238E27FC236}">
                    <a16:creationId xmlns:a16="http://schemas.microsoft.com/office/drawing/2014/main" id="{8554AE55-B33A-8355-1D06-D1257E154BFF}"/>
                  </a:ext>
                </a:extLst>
              </p:cNvPr>
              <p:cNvSpPr/>
              <p:nvPr/>
            </p:nvSpPr>
            <p:spPr>
              <a:xfrm>
                <a:off x="1439775" y="3366850"/>
                <a:ext cx="35350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172" extrusionOk="0">
                    <a:moveTo>
                      <a:pt x="708" y="62"/>
                    </a:moveTo>
                    <a:cubicBezTo>
                      <a:pt x="1061" y="62"/>
                      <a:pt x="1352" y="297"/>
                      <a:pt x="1352" y="588"/>
                    </a:cubicBezTo>
                    <a:cubicBezTo>
                      <a:pt x="1352" y="875"/>
                      <a:pt x="1064" y="1110"/>
                      <a:pt x="708" y="1110"/>
                    </a:cubicBezTo>
                    <a:cubicBezTo>
                      <a:pt x="141" y="1110"/>
                      <a:pt x="62" y="858"/>
                      <a:pt x="62" y="588"/>
                    </a:cubicBezTo>
                    <a:cubicBezTo>
                      <a:pt x="62" y="343"/>
                      <a:pt x="137" y="62"/>
                      <a:pt x="708" y="62"/>
                    </a:cubicBezTo>
                    <a:close/>
                    <a:moveTo>
                      <a:pt x="708" y="0"/>
                    </a:moveTo>
                    <a:cubicBezTo>
                      <a:pt x="232" y="0"/>
                      <a:pt x="0" y="193"/>
                      <a:pt x="0" y="588"/>
                    </a:cubicBezTo>
                    <a:cubicBezTo>
                      <a:pt x="0" y="875"/>
                      <a:pt x="85" y="1172"/>
                      <a:pt x="708" y="1172"/>
                    </a:cubicBezTo>
                    <a:cubicBezTo>
                      <a:pt x="1100" y="1172"/>
                      <a:pt x="1414" y="907"/>
                      <a:pt x="1414" y="588"/>
                    </a:cubicBezTo>
                    <a:cubicBezTo>
                      <a:pt x="1414" y="264"/>
                      <a:pt x="1097" y="0"/>
                      <a:pt x="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9" name="Google Shape;5019;p73">
                <a:extLst>
                  <a:ext uri="{FF2B5EF4-FFF2-40B4-BE49-F238E27FC236}">
                    <a16:creationId xmlns:a16="http://schemas.microsoft.com/office/drawing/2014/main" id="{7517A0E7-B029-ECE9-3DBF-37C5931881A3}"/>
                  </a:ext>
                </a:extLst>
              </p:cNvPr>
              <p:cNvSpPr/>
              <p:nvPr/>
            </p:nvSpPr>
            <p:spPr>
              <a:xfrm>
                <a:off x="1447525" y="3368075"/>
                <a:ext cx="26875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074" extrusionOk="0">
                    <a:moveTo>
                      <a:pt x="536" y="0"/>
                    </a:moveTo>
                    <a:cubicBezTo>
                      <a:pt x="242" y="0"/>
                      <a:pt x="0" y="242"/>
                      <a:pt x="0" y="535"/>
                    </a:cubicBezTo>
                    <a:cubicBezTo>
                      <a:pt x="0" y="832"/>
                      <a:pt x="242" y="1074"/>
                      <a:pt x="536" y="1074"/>
                    </a:cubicBezTo>
                    <a:cubicBezTo>
                      <a:pt x="833" y="1074"/>
                      <a:pt x="1074" y="832"/>
                      <a:pt x="1074" y="535"/>
                    </a:cubicBezTo>
                    <a:cubicBezTo>
                      <a:pt x="1074" y="242"/>
                      <a:pt x="833" y="0"/>
                      <a:pt x="5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0" name="Google Shape;5020;p73">
                <a:extLst>
                  <a:ext uri="{FF2B5EF4-FFF2-40B4-BE49-F238E27FC236}">
                    <a16:creationId xmlns:a16="http://schemas.microsoft.com/office/drawing/2014/main" id="{8ABA3034-CBDA-4E90-8E2E-9C3CF08509DD}"/>
                  </a:ext>
                </a:extLst>
              </p:cNvPr>
              <p:cNvSpPr/>
              <p:nvPr/>
            </p:nvSpPr>
            <p:spPr>
              <a:xfrm>
                <a:off x="1442050" y="3367325"/>
                <a:ext cx="33075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1134" extrusionOk="0">
                    <a:moveTo>
                      <a:pt x="755" y="63"/>
                    </a:moveTo>
                    <a:cubicBezTo>
                      <a:pt x="1035" y="63"/>
                      <a:pt x="1261" y="288"/>
                      <a:pt x="1261" y="569"/>
                    </a:cubicBezTo>
                    <a:cubicBezTo>
                      <a:pt x="1261" y="871"/>
                      <a:pt x="1012" y="1072"/>
                      <a:pt x="752" y="1072"/>
                    </a:cubicBezTo>
                    <a:cubicBezTo>
                      <a:pt x="629" y="1072"/>
                      <a:pt x="502" y="1027"/>
                      <a:pt x="399" y="924"/>
                    </a:cubicBezTo>
                    <a:cubicBezTo>
                      <a:pt x="82" y="604"/>
                      <a:pt x="307" y="63"/>
                      <a:pt x="755" y="63"/>
                    </a:cubicBezTo>
                    <a:close/>
                    <a:moveTo>
                      <a:pt x="752" y="0"/>
                    </a:moveTo>
                    <a:cubicBezTo>
                      <a:pt x="613" y="0"/>
                      <a:pt x="471" y="52"/>
                      <a:pt x="356" y="167"/>
                    </a:cubicBezTo>
                    <a:cubicBezTo>
                      <a:pt x="1" y="523"/>
                      <a:pt x="252" y="1133"/>
                      <a:pt x="755" y="1133"/>
                    </a:cubicBezTo>
                    <a:cubicBezTo>
                      <a:pt x="1068" y="1133"/>
                      <a:pt x="1323" y="879"/>
                      <a:pt x="1323" y="569"/>
                    </a:cubicBezTo>
                    <a:cubicBezTo>
                      <a:pt x="1323" y="226"/>
                      <a:pt x="1043" y="0"/>
                      <a:pt x="7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1" name="Google Shape;5021;p73">
                <a:extLst>
                  <a:ext uri="{FF2B5EF4-FFF2-40B4-BE49-F238E27FC236}">
                    <a16:creationId xmlns:a16="http://schemas.microsoft.com/office/drawing/2014/main" id="{B9CC147A-4F6D-1E16-144C-B223F95200CC}"/>
                  </a:ext>
                </a:extLst>
              </p:cNvPr>
              <p:cNvSpPr/>
              <p:nvPr/>
            </p:nvSpPr>
            <p:spPr>
              <a:xfrm>
                <a:off x="927225" y="3377525"/>
                <a:ext cx="15050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02" extrusionOk="0">
                    <a:moveTo>
                      <a:pt x="301" y="1"/>
                    </a:moveTo>
                    <a:cubicBezTo>
                      <a:pt x="135" y="1"/>
                      <a:pt x="1" y="134"/>
                      <a:pt x="1" y="301"/>
                    </a:cubicBezTo>
                    <a:cubicBezTo>
                      <a:pt x="1" y="467"/>
                      <a:pt x="135" y="601"/>
                      <a:pt x="301" y="601"/>
                    </a:cubicBezTo>
                    <a:cubicBezTo>
                      <a:pt x="464" y="601"/>
                      <a:pt x="601" y="467"/>
                      <a:pt x="601" y="301"/>
                    </a:cubicBezTo>
                    <a:cubicBezTo>
                      <a:pt x="601" y="134"/>
                      <a:pt x="464" y="1"/>
                      <a:pt x="3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2" name="Google Shape;5022;p73">
                <a:extLst>
                  <a:ext uri="{FF2B5EF4-FFF2-40B4-BE49-F238E27FC236}">
                    <a16:creationId xmlns:a16="http://schemas.microsoft.com/office/drawing/2014/main" id="{86C6216A-F2AD-664C-6CF9-575D424BCC42}"/>
                  </a:ext>
                </a:extLst>
              </p:cNvPr>
              <p:cNvSpPr/>
              <p:nvPr/>
            </p:nvSpPr>
            <p:spPr>
              <a:xfrm>
                <a:off x="923650" y="3376700"/>
                <a:ext cx="19350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774" h="664" extrusionOk="0">
                    <a:moveTo>
                      <a:pt x="444" y="63"/>
                    </a:moveTo>
                    <a:cubicBezTo>
                      <a:pt x="591" y="63"/>
                      <a:pt x="712" y="184"/>
                      <a:pt x="712" y="334"/>
                    </a:cubicBezTo>
                    <a:cubicBezTo>
                      <a:pt x="712" y="497"/>
                      <a:pt x="580" y="605"/>
                      <a:pt x="442" y="605"/>
                    </a:cubicBezTo>
                    <a:cubicBezTo>
                      <a:pt x="375" y="605"/>
                      <a:pt x="307" y="580"/>
                      <a:pt x="251" y="523"/>
                    </a:cubicBezTo>
                    <a:cubicBezTo>
                      <a:pt x="82" y="354"/>
                      <a:pt x="203" y="63"/>
                      <a:pt x="444" y="63"/>
                    </a:cubicBezTo>
                    <a:close/>
                    <a:moveTo>
                      <a:pt x="441" y="1"/>
                    </a:moveTo>
                    <a:cubicBezTo>
                      <a:pt x="360" y="1"/>
                      <a:pt x="277" y="31"/>
                      <a:pt x="209" y="99"/>
                    </a:cubicBezTo>
                    <a:cubicBezTo>
                      <a:pt x="0" y="308"/>
                      <a:pt x="147" y="664"/>
                      <a:pt x="444" y="664"/>
                    </a:cubicBezTo>
                    <a:cubicBezTo>
                      <a:pt x="627" y="664"/>
                      <a:pt x="774" y="517"/>
                      <a:pt x="774" y="334"/>
                    </a:cubicBezTo>
                    <a:cubicBezTo>
                      <a:pt x="774" y="133"/>
                      <a:pt x="611" y="1"/>
                      <a:pt x="4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3" name="Google Shape;5023;p73">
                <a:extLst>
                  <a:ext uri="{FF2B5EF4-FFF2-40B4-BE49-F238E27FC236}">
                    <a16:creationId xmlns:a16="http://schemas.microsoft.com/office/drawing/2014/main" id="{C67B9DA4-4350-E6DD-6AEE-7AA0BDBD8259}"/>
                  </a:ext>
                </a:extLst>
              </p:cNvPr>
              <p:cNvSpPr/>
              <p:nvPr/>
            </p:nvSpPr>
            <p:spPr>
              <a:xfrm>
                <a:off x="958575" y="3377525"/>
                <a:ext cx="1502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02" extrusionOk="0">
                    <a:moveTo>
                      <a:pt x="300" y="1"/>
                    </a:moveTo>
                    <a:cubicBezTo>
                      <a:pt x="134" y="1"/>
                      <a:pt x="0" y="134"/>
                      <a:pt x="0" y="301"/>
                    </a:cubicBezTo>
                    <a:cubicBezTo>
                      <a:pt x="0" y="467"/>
                      <a:pt x="134" y="601"/>
                      <a:pt x="300" y="601"/>
                    </a:cubicBezTo>
                    <a:cubicBezTo>
                      <a:pt x="467" y="601"/>
                      <a:pt x="601" y="467"/>
                      <a:pt x="601" y="301"/>
                    </a:cubicBezTo>
                    <a:cubicBezTo>
                      <a:pt x="601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4" name="Google Shape;5024;p73">
                <a:extLst>
                  <a:ext uri="{FF2B5EF4-FFF2-40B4-BE49-F238E27FC236}">
                    <a16:creationId xmlns:a16="http://schemas.microsoft.com/office/drawing/2014/main" id="{AA963678-D5E4-9356-6780-2E406279A211}"/>
                  </a:ext>
                </a:extLst>
              </p:cNvPr>
              <p:cNvSpPr/>
              <p:nvPr/>
            </p:nvSpPr>
            <p:spPr>
              <a:xfrm>
                <a:off x="954975" y="3376700"/>
                <a:ext cx="1937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775" h="664" extrusionOk="0">
                    <a:moveTo>
                      <a:pt x="444" y="63"/>
                    </a:moveTo>
                    <a:cubicBezTo>
                      <a:pt x="595" y="63"/>
                      <a:pt x="712" y="184"/>
                      <a:pt x="715" y="334"/>
                    </a:cubicBezTo>
                    <a:cubicBezTo>
                      <a:pt x="715" y="497"/>
                      <a:pt x="583" y="605"/>
                      <a:pt x="444" y="605"/>
                    </a:cubicBezTo>
                    <a:cubicBezTo>
                      <a:pt x="377" y="605"/>
                      <a:pt x="308" y="580"/>
                      <a:pt x="252" y="523"/>
                    </a:cubicBezTo>
                    <a:cubicBezTo>
                      <a:pt x="82" y="354"/>
                      <a:pt x="203" y="63"/>
                      <a:pt x="444" y="63"/>
                    </a:cubicBezTo>
                    <a:close/>
                    <a:moveTo>
                      <a:pt x="442" y="1"/>
                    </a:moveTo>
                    <a:cubicBezTo>
                      <a:pt x="360" y="1"/>
                      <a:pt x="277" y="31"/>
                      <a:pt x="209" y="99"/>
                    </a:cubicBezTo>
                    <a:cubicBezTo>
                      <a:pt x="1" y="308"/>
                      <a:pt x="151" y="664"/>
                      <a:pt x="444" y="664"/>
                    </a:cubicBezTo>
                    <a:cubicBezTo>
                      <a:pt x="627" y="664"/>
                      <a:pt x="774" y="517"/>
                      <a:pt x="774" y="334"/>
                    </a:cubicBezTo>
                    <a:cubicBezTo>
                      <a:pt x="774" y="133"/>
                      <a:pt x="611" y="1"/>
                      <a:pt x="4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5" name="Google Shape;5025;p73">
                <a:extLst>
                  <a:ext uri="{FF2B5EF4-FFF2-40B4-BE49-F238E27FC236}">
                    <a16:creationId xmlns:a16="http://schemas.microsoft.com/office/drawing/2014/main" id="{F9479CB7-EE5E-659A-0DDE-9E02BEE40619}"/>
                  </a:ext>
                </a:extLst>
              </p:cNvPr>
              <p:cNvSpPr/>
              <p:nvPr/>
            </p:nvSpPr>
            <p:spPr>
              <a:xfrm>
                <a:off x="987375" y="3377525"/>
                <a:ext cx="1757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02" extrusionOk="0">
                    <a:moveTo>
                      <a:pt x="402" y="1"/>
                    </a:moveTo>
                    <a:cubicBezTo>
                      <a:pt x="134" y="1"/>
                      <a:pt x="0" y="324"/>
                      <a:pt x="190" y="513"/>
                    </a:cubicBezTo>
                    <a:cubicBezTo>
                      <a:pt x="251" y="574"/>
                      <a:pt x="326" y="602"/>
                      <a:pt x="400" y="602"/>
                    </a:cubicBezTo>
                    <a:cubicBezTo>
                      <a:pt x="554" y="602"/>
                      <a:pt x="702" y="482"/>
                      <a:pt x="702" y="301"/>
                    </a:cubicBezTo>
                    <a:cubicBezTo>
                      <a:pt x="702" y="134"/>
                      <a:pt x="568" y="1"/>
                      <a:pt x="4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6" name="Google Shape;5026;p73">
                <a:extLst>
                  <a:ext uri="{FF2B5EF4-FFF2-40B4-BE49-F238E27FC236}">
                    <a16:creationId xmlns:a16="http://schemas.microsoft.com/office/drawing/2014/main" id="{1780CF64-1E82-9210-9DC2-DAD28A2651AB}"/>
                  </a:ext>
                </a:extLst>
              </p:cNvPr>
              <p:cNvSpPr/>
              <p:nvPr/>
            </p:nvSpPr>
            <p:spPr>
              <a:xfrm>
                <a:off x="986400" y="3376700"/>
                <a:ext cx="19350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774" h="664" extrusionOk="0">
                    <a:moveTo>
                      <a:pt x="441" y="63"/>
                    </a:moveTo>
                    <a:cubicBezTo>
                      <a:pt x="591" y="63"/>
                      <a:pt x="712" y="184"/>
                      <a:pt x="712" y="334"/>
                    </a:cubicBezTo>
                    <a:cubicBezTo>
                      <a:pt x="712" y="497"/>
                      <a:pt x="580" y="605"/>
                      <a:pt x="442" y="605"/>
                    </a:cubicBezTo>
                    <a:cubicBezTo>
                      <a:pt x="375" y="605"/>
                      <a:pt x="307" y="580"/>
                      <a:pt x="252" y="523"/>
                    </a:cubicBezTo>
                    <a:cubicBezTo>
                      <a:pt x="82" y="354"/>
                      <a:pt x="203" y="63"/>
                      <a:pt x="441" y="63"/>
                    </a:cubicBezTo>
                    <a:close/>
                    <a:moveTo>
                      <a:pt x="439" y="1"/>
                    </a:moveTo>
                    <a:cubicBezTo>
                      <a:pt x="357" y="1"/>
                      <a:pt x="274" y="31"/>
                      <a:pt x="206" y="99"/>
                    </a:cubicBezTo>
                    <a:cubicBezTo>
                      <a:pt x="0" y="308"/>
                      <a:pt x="147" y="664"/>
                      <a:pt x="441" y="664"/>
                    </a:cubicBezTo>
                    <a:cubicBezTo>
                      <a:pt x="624" y="664"/>
                      <a:pt x="774" y="517"/>
                      <a:pt x="774" y="334"/>
                    </a:cubicBezTo>
                    <a:cubicBezTo>
                      <a:pt x="774" y="133"/>
                      <a:pt x="610" y="1"/>
                      <a:pt x="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7" name="Google Shape;5027;p73">
                <a:extLst>
                  <a:ext uri="{FF2B5EF4-FFF2-40B4-BE49-F238E27FC236}">
                    <a16:creationId xmlns:a16="http://schemas.microsoft.com/office/drawing/2014/main" id="{D3EE2D1D-23EA-B394-0324-A3D9AACC7411}"/>
                  </a:ext>
                </a:extLst>
              </p:cNvPr>
              <p:cNvSpPr/>
              <p:nvPr/>
            </p:nvSpPr>
            <p:spPr>
              <a:xfrm>
                <a:off x="1021325" y="3377525"/>
                <a:ext cx="1502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02" extrusionOk="0">
                    <a:moveTo>
                      <a:pt x="301" y="1"/>
                    </a:moveTo>
                    <a:cubicBezTo>
                      <a:pt x="134" y="1"/>
                      <a:pt x="0" y="134"/>
                      <a:pt x="0" y="301"/>
                    </a:cubicBezTo>
                    <a:cubicBezTo>
                      <a:pt x="0" y="467"/>
                      <a:pt x="134" y="601"/>
                      <a:pt x="301" y="601"/>
                    </a:cubicBezTo>
                    <a:cubicBezTo>
                      <a:pt x="467" y="601"/>
                      <a:pt x="601" y="467"/>
                      <a:pt x="601" y="301"/>
                    </a:cubicBezTo>
                    <a:cubicBezTo>
                      <a:pt x="601" y="134"/>
                      <a:pt x="467" y="1"/>
                      <a:pt x="3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8" name="Google Shape;5028;p73">
                <a:extLst>
                  <a:ext uri="{FF2B5EF4-FFF2-40B4-BE49-F238E27FC236}">
                    <a16:creationId xmlns:a16="http://schemas.microsoft.com/office/drawing/2014/main" id="{A4A4E688-DDE1-DCB6-76B7-E994EFD0A3AA}"/>
                  </a:ext>
                </a:extLst>
              </p:cNvPr>
              <p:cNvSpPr/>
              <p:nvPr/>
            </p:nvSpPr>
            <p:spPr>
              <a:xfrm>
                <a:off x="1017725" y="3376700"/>
                <a:ext cx="1937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775" h="664" extrusionOk="0">
                    <a:moveTo>
                      <a:pt x="445" y="63"/>
                    </a:moveTo>
                    <a:cubicBezTo>
                      <a:pt x="591" y="63"/>
                      <a:pt x="712" y="184"/>
                      <a:pt x="712" y="334"/>
                    </a:cubicBezTo>
                    <a:cubicBezTo>
                      <a:pt x="712" y="497"/>
                      <a:pt x="580" y="605"/>
                      <a:pt x="442" y="605"/>
                    </a:cubicBezTo>
                    <a:cubicBezTo>
                      <a:pt x="375" y="605"/>
                      <a:pt x="307" y="580"/>
                      <a:pt x="252" y="523"/>
                    </a:cubicBezTo>
                    <a:cubicBezTo>
                      <a:pt x="82" y="354"/>
                      <a:pt x="203" y="63"/>
                      <a:pt x="445" y="63"/>
                    </a:cubicBezTo>
                    <a:close/>
                    <a:moveTo>
                      <a:pt x="442" y="1"/>
                    </a:moveTo>
                    <a:cubicBezTo>
                      <a:pt x="360" y="1"/>
                      <a:pt x="277" y="31"/>
                      <a:pt x="209" y="99"/>
                    </a:cubicBezTo>
                    <a:cubicBezTo>
                      <a:pt x="1" y="308"/>
                      <a:pt x="147" y="664"/>
                      <a:pt x="445" y="664"/>
                    </a:cubicBezTo>
                    <a:cubicBezTo>
                      <a:pt x="627" y="664"/>
                      <a:pt x="774" y="517"/>
                      <a:pt x="774" y="334"/>
                    </a:cubicBezTo>
                    <a:cubicBezTo>
                      <a:pt x="774" y="133"/>
                      <a:pt x="612" y="1"/>
                      <a:pt x="4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9" name="Google Shape;5029;p73">
                <a:extLst>
                  <a:ext uri="{FF2B5EF4-FFF2-40B4-BE49-F238E27FC236}">
                    <a16:creationId xmlns:a16="http://schemas.microsoft.com/office/drawing/2014/main" id="{0C8466D2-108F-2FC4-BFD5-75A423C28111}"/>
                  </a:ext>
                </a:extLst>
              </p:cNvPr>
              <p:cNvSpPr/>
              <p:nvPr/>
            </p:nvSpPr>
            <p:spPr>
              <a:xfrm>
                <a:off x="834200" y="3314375"/>
                <a:ext cx="31950" cy="123150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4926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1277" y="4926"/>
                    </a:lnTo>
                    <a:lnTo>
                      <a:pt x="1277" y="5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0" name="Google Shape;5030;p73">
                <a:extLst>
                  <a:ext uri="{FF2B5EF4-FFF2-40B4-BE49-F238E27FC236}">
                    <a16:creationId xmlns:a16="http://schemas.microsoft.com/office/drawing/2014/main" id="{781C4E36-A26C-9000-F8FD-FE24390EBCB3}"/>
                  </a:ext>
                </a:extLst>
              </p:cNvPr>
              <p:cNvSpPr/>
              <p:nvPr/>
            </p:nvSpPr>
            <p:spPr>
              <a:xfrm>
                <a:off x="866125" y="3437500"/>
                <a:ext cx="15200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608" extrusionOk="0">
                    <a:moveTo>
                      <a:pt x="0" y="1"/>
                    </a:moveTo>
                    <a:lnTo>
                      <a:pt x="0" y="608"/>
                    </a:lnTo>
                    <a:lnTo>
                      <a:pt x="607" y="608"/>
                    </a:lnTo>
                    <a:lnTo>
                      <a:pt x="6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1" name="Google Shape;5031;p73">
                <a:extLst>
                  <a:ext uri="{FF2B5EF4-FFF2-40B4-BE49-F238E27FC236}">
                    <a16:creationId xmlns:a16="http://schemas.microsoft.com/office/drawing/2014/main" id="{64C108C9-6AAC-DE9F-31AD-C640A4607B2A}"/>
                  </a:ext>
                </a:extLst>
              </p:cNvPr>
              <p:cNvSpPr/>
              <p:nvPr/>
            </p:nvSpPr>
            <p:spPr>
              <a:xfrm>
                <a:off x="858525" y="3434800"/>
                <a:ext cx="76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716" extrusionOk="0">
                    <a:moveTo>
                      <a:pt x="0" y="1"/>
                    </a:moveTo>
                    <a:lnTo>
                      <a:pt x="0" y="611"/>
                    </a:lnTo>
                    <a:lnTo>
                      <a:pt x="304" y="716"/>
                    </a:lnTo>
                    <a:lnTo>
                      <a:pt x="304" y="10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32" name="Google Shape;5032;p73">
            <a:extLst>
              <a:ext uri="{FF2B5EF4-FFF2-40B4-BE49-F238E27FC236}">
                <a16:creationId xmlns:a16="http://schemas.microsoft.com/office/drawing/2014/main" id="{687F0026-0369-F9A4-9087-17F37726EB7B}"/>
              </a:ext>
            </a:extLst>
          </p:cNvPr>
          <p:cNvGrpSpPr/>
          <p:nvPr/>
        </p:nvGrpSpPr>
        <p:grpSpPr>
          <a:xfrm>
            <a:off x="3592388" y="4818548"/>
            <a:ext cx="880740" cy="303823"/>
            <a:chOff x="3010500" y="4887550"/>
            <a:chExt cx="636925" cy="219700"/>
          </a:xfrm>
        </p:grpSpPr>
        <p:sp>
          <p:nvSpPr>
            <p:cNvPr id="5033" name="Google Shape;5033;p73">
              <a:extLst>
                <a:ext uri="{FF2B5EF4-FFF2-40B4-BE49-F238E27FC236}">
                  <a16:creationId xmlns:a16="http://schemas.microsoft.com/office/drawing/2014/main" id="{05E60C6C-20AA-2EBF-C91E-FEDD80441F4E}"/>
                </a:ext>
              </a:extLst>
            </p:cNvPr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73">
              <a:extLst>
                <a:ext uri="{FF2B5EF4-FFF2-40B4-BE49-F238E27FC236}">
                  <a16:creationId xmlns:a16="http://schemas.microsoft.com/office/drawing/2014/main" id="{4D844B68-8B79-1D9F-11A6-415DFB34C94A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73">
              <a:extLst>
                <a:ext uri="{FF2B5EF4-FFF2-40B4-BE49-F238E27FC236}">
                  <a16:creationId xmlns:a16="http://schemas.microsoft.com/office/drawing/2014/main" id="{FD5E9178-14B7-7580-7373-ED74ADAD1249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73">
              <a:extLst>
                <a:ext uri="{FF2B5EF4-FFF2-40B4-BE49-F238E27FC236}">
                  <a16:creationId xmlns:a16="http://schemas.microsoft.com/office/drawing/2014/main" id="{A7309220-01A9-00A1-10AC-6C520FE55121}"/>
                </a:ext>
              </a:extLst>
            </p:cNvPr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73">
              <a:extLst>
                <a:ext uri="{FF2B5EF4-FFF2-40B4-BE49-F238E27FC236}">
                  <a16:creationId xmlns:a16="http://schemas.microsoft.com/office/drawing/2014/main" id="{ED58E7A1-6023-104E-5542-6CCDAF81D6D8}"/>
                </a:ext>
              </a:extLst>
            </p:cNvPr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73">
              <a:extLst>
                <a:ext uri="{FF2B5EF4-FFF2-40B4-BE49-F238E27FC236}">
                  <a16:creationId xmlns:a16="http://schemas.microsoft.com/office/drawing/2014/main" id="{86FD9CF4-D975-D91F-9186-E7A03827CCE6}"/>
                </a:ext>
              </a:extLst>
            </p:cNvPr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73">
              <a:extLst>
                <a:ext uri="{FF2B5EF4-FFF2-40B4-BE49-F238E27FC236}">
                  <a16:creationId xmlns:a16="http://schemas.microsoft.com/office/drawing/2014/main" id="{8E08DCDE-6ACB-8D10-1759-E420C0741FBE}"/>
                </a:ext>
              </a:extLst>
            </p:cNvPr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73">
              <a:extLst>
                <a:ext uri="{FF2B5EF4-FFF2-40B4-BE49-F238E27FC236}">
                  <a16:creationId xmlns:a16="http://schemas.microsoft.com/office/drawing/2014/main" id="{F4D01010-5B9D-6B58-7CD7-904386F78B85}"/>
                </a:ext>
              </a:extLst>
            </p:cNvPr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73">
              <a:extLst>
                <a:ext uri="{FF2B5EF4-FFF2-40B4-BE49-F238E27FC236}">
                  <a16:creationId xmlns:a16="http://schemas.microsoft.com/office/drawing/2014/main" id="{1A206D38-5D0A-0378-C25F-FA8DCE34A140}"/>
                </a:ext>
              </a:extLst>
            </p:cNvPr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73">
              <a:extLst>
                <a:ext uri="{FF2B5EF4-FFF2-40B4-BE49-F238E27FC236}">
                  <a16:creationId xmlns:a16="http://schemas.microsoft.com/office/drawing/2014/main" id="{16DB874B-36F1-4B26-7AB8-2FB118CE0D28}"/>
                </a:ext>
              </a:extLst>
            </p:cNvPr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73">
              <a:extLst>
                <a:ext uri="{FF2B5EF4-FFF2-40B4-BE49-F238E27FC236}">
                  <a16:creationId xmlns:a16="http://schemas.microsoft.com/office/drawing/2014/main" id="{159F3302-ACF4-2588-C6AC-AD34C565FF94}"/>
                </a:ext>
              </a:extLst>
            </p:cNvPr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73">
              <a:extLst>
                <a:ext uri="{FF2B5EF4-FFF2-40B4-BE49-F238E27FC236}">
                  <a16:creationId xmlns:a16="http://schemas.microsoft.com/office/drawing/2014/main" id="{995BA0D5-EBC0-0088-941F-F981BC9D0D4F}"/>
                </a:ext>
              </a:extLst>
            </p:cNvPr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73">
              <a:extLst>
                <a:ext uri="{FF2B5EF4-FFF2-40B4-BE49-F238E27FC236}">
                  <a16:creationId xmlns:a16="http://schemas.microsoft.com/office/drawing/2014/main" id="{FF167935-8BA0-E600-F5A4-951868D3D7A0}"/>
                </a:ext>
              </a:extLst>
            </p:cNvPr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73">
              <a:extLst>
                <a:ext uri="{FF2B5EF4-FFF2-40B4-BE49-F238E27FC236}">
                  <a16:creationId xmlns:a16="http://schemas.microsoft.com/office/drawing/2014/main" id="{50449FB0-FE0C-2DED-5276-1972361AEFB1}"/>
                </a:ext>
              </a:extLst>
            </p:cNvPr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73">
              <a:extLst>
                <a:ext uri="{FF2B5EF4-FFF2-40B4-BE49-F238E27FC236}">
                  <a16:creationId xmlns:a16="http://schemas.microsoft.com/office/drawing/2014/main" id="{F94FF4AC-DFB0-856E-6359-6FDE6D7EA748}"/>
                </a:ext>
              </a:extLst>
            </p:cNvPr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73">
              <a:extLst>
                <a:ext uri="{FF2B5EF4-FFF2-40B4-BE49-F238E27FC236}">
                  <a16:creationId xmlns:a16="http://schemas.microsoft.com/office/drawing/2014/main" id="{C6F7C1A9-0B54-3011-ED0E-ECF488F32810}"/>
                </a:ext>
              </a:extLst>
            </p:cNvPr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49" name="Google Shape;5049;p73">
            <a:extLst>
              <a:ext uri="{FF2B5EF4-FFF2-40B4-BE49-F238E27FC236}">
                <a16:creationId xmlns:a16="http://schemas.microsoft.com/office/drawing/2014/main" id="{DC6F6BA0-0F51-3274-C50D-BF383E2FDB0D}"/>
              </a:ext>
            </a:extLst>
          </p:cNvPr>
          <p:cNvGrpSpPr/>
          <p:nvPr/>
        </p:nvGrpSpPr>
        <p:grpSpPr>
          <a:xfrm flipH="1">
            <a:off x="89542" y="154656"/>
            <a:ext cx="651035" cy="1600924"/>
            <a:chOff x="4511300" y="4003475"/>
            <a:chExt cx="351000" cy="863125"/>
          </a:xfrm>
        </p:grpSpPr>
        <p:sp>
          <p:nvSpPr>
            <p:cNvPr id="5050" name="Google Shape;5050;p73">
              <a:extLst>
                <a:ext uri="{FF2B5EF4-FFF2-40B4-BE49-F238E27FC236}">
                  <a16:creationId xmlns:a16="http://schemas.microsoft.com/office/drawing/2014/main" id="{88F7F348-AF30-321A-2E80-DCCE89E5BA80}"/>
                </a:ext>
              </a:extLst>
            </p:cNvPr>
            <p:cNvSpPr/>
            <p:nvPr/>
          </p:nvSpPr>
          <p:spPr>
            <a:xfrm>
              <a:off x="4511300" y="4003475"/>
              <a:ext cx="294200" cy="517475"/>
            </a:xfrm>
            <a:custGeom>
              <a:avLst/>
              <a:gdLst/>
              <a:ahLst/>
              <a:cxnLst/>
              <a:rect l="l" t="t" r="r" b="b"/>
              <a:pathLst>
                <a:path w="11768" h="20699" extrusionOk="0">
                  <a:moveTo>
                    <a:pt x="11706" y="63"/>
                  </a:moveTo>
                  <a:lnTo>
                    <a:pt x="11706" y="20636"/>
                  </a:lnTo>
                  <a:lnTo>
                    <a:pt x="63" y="20636"/>
                  </a:lnTo>
                  <a:lnTo>
                    <a:pt x="60" y="63"/>
                  </a:lnTo>
                  <a:close/>
                  <a:moveTo>
                    <a:pt x="30" y="1"/>
                  </a:moveTo>
                  <a:cubicBezTo>
                    <a:pt x="14" y="1"/>
                    <a:pt x="1" y="14"/>
                    <a:pt x="1" y="30"/>
                  </a:cubicBezTo>
                  <a:lnTo>
                    <a:pt x="1" y="20666"/>
                  </a:lnTo>
                  <a:cubicBezTo>
                    <a:pt x="1" y="20682"/>
                    <a:pt x="14" y="20698"/>
                    <a:pt x="30" y="20698"/>
                  </a:cubicBezTo>
                  <a:lnTo>
                    <a:pt x="11738" y="20698"/>
                  </a:lnTo>
                  <a:cubicBezTo>
                    <a:pt x="11755" y="20698"/>
                    <a:pt x="11768" y="20682"/>
                    <a:pt x="11768" y="20666"/>
                  </a:cubicBezTo>
                  <a:lnTo>
                    <a:pt x="11768" y="30"/>
                  </a:lnTo>
                  <a:cubicBezTo>
                    <a:pt x="11768" y="14"/>
                    <a:pt x="11755" y="1"/>
                    <a:pt x="117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73">
              <a:extLst>
                <a:ext uri="{FF2B5EF4-FFF2-40B4-BE49-F238E27FC236}">
                  <a16:creationId xmlns:a16="http://schemas.microsoft.com/office/drawing/2014/main" id="{AD97CF6D-0A50-A667-92F9-27E6694B9BC2}"/>
                </a:ext>
              </a:extLst>
            </p:cNvPr>
            <p:cNvSpPr/>
            <p:nvPr/>
          </p:nvSpPr>
          <p:spPr>
            <a:xfrm>
              <a:off x="4712950" y="4604475"/>
              <a:ext cx="149350" cy="262125"/>
            </a:xfrm>
            <a:custGeom>
              <a:avLst/>
              <a:gdLst/>
              <a:ahLst/>
              <a:cxnLst/>
              <a:rect l="l" t="t" r="r" b="b"/>
              <a:pathLst>
                <a:path w="5974" h="10485" extrusionOk="0">
                  <a:moveTo>
                    <a:pt x="5915" y="59"/>
                  </a:moveTo>
                  <a:lnTo>
                    <a:pt x="5915" y="10423"/>
                  </a:lnTo>
                  <a:lnTo>
                    <a:pt x="62" y="10423"/>
                  </a:lnTo>
                  <a:lnTo>
                    <a:pt x="62" y="59"/>
                  </a:lnTo>
                  <a:close/>
                  <a:moveTo>
                    <a:pt x="30" y="1"/>
                  </a:moveTo>
                  <a:cubicBezTo>
                    <a:pt x="13" y="1"/>
                    <a:pt x="0" y="14"/>
                    <a:pt x="0" y="33"/>
                  </a:cubicBezTo>
                  <a:lnTo>
                    <a:pt x="0" y="10452"/>
                  </a:lnTo>
                  <a:cubicBezTo>
                    <a:pt x="0" y="10472"/>
                    <a:pt x="13" y="10485"/>
                    <a:pt x="30" y="10485"/>
                  </a:cubicBezTo>
                  <a:lnTo>
                    <a:pt x="5944" y="10485"/>
                  </a:lnTo>
                  <a:cubicBezTo>
                    <a:pt x="5960" y="10485"/>
                    <a:pt x="5973" y="10472"/>
                    <a:pt x="5973" y="10455"/>
                  </a:cubicBezTo>
                  <a:lnTo>
                    <a:pt x="5973" y="33"/>
                  </a:lnTo>
                  <a:cubicBezTo>
                    <a:pt x="5973" y="14"/>
                    <a:pt x="5960" y="1"/>
                    <a:pt x="5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73">
              <a:extLst>
                <a:ext uri="{FF2B5EF4-FFF2-40B4-BE49-F238E27FC236}">
                  <a16:creationId xmlns:a16="http://schemas.microsoft.com/office/drawing/2014/main" id="{3129BB31-8C91-C251-56DD-ACC31EF4B253}"/>
                </a:ext>
              </a:extLst>
            </p:cNvPr>
            <p:cNvSpPr/>
            <p:nvPr/>
          </p:nvSpPr>
          <p:spPr>
            <a:xfrm>
              <a:off x="4728775" y="4620225"/>
              <a:ext cx="117700" cy="230550"/>
            </a:xfrm>
            <a:custGeom>
              <a:avLst/>
              <a:gdLst/>
              <a:ahLst/>
              <a:cxnLst/>
              <a:rect l="l" t="t" r="r" b="b"/>
              <a:pathLst>
                <a:path w="4708" h="9222" extrusionOk="0">
                  <a:moveTo>
                    <a:pt x="4648" y="62"/>
                  </a:moveTo>
                  <a:lnTo>
                    <a:pt x="4648" y="9159"/>
                  </a:lnTo>
                  <a:lnTo>
                    <a:pt x="62" y="9159"/>
                  </a:lnTo>
                  <a:lnTo>
                    <a:pt x="62" y="62"/>
                  </a:lnTo>
                  <a:close/>
                  <a:moveTo>
                    <a:pt x="30" y="0"/>
                  </a:moveTo>
                  <a:cubicBezTo>
                    <a:pt x="13" y="0"/>
                    <a:pt x="0" y="17"/>
                    <a:pt x="0" y="33"/>
                  </a:cubicBezTo>
                  <a:lnTo>
                    <a:pt x="0" y="9192"/>
                  </a:lnTo>
                  <a:cubicBezTo>
                    <a:pt x="0" y="9208"/>
                    <a:pt x="13" y="9221"/>
                    <a:pt x="30" y="9221"/>
                  </a:cubicBezTo>
                  <a:lnTo>
                    <a:pt x="4678" y="9221"/>
                  </a:lnTo>
                  <a:cubicBezTo>
                    <a:pt x="4694" y="9221"/>
                    <a:pt x="4707" y="9208"/>
                    <a:pt x="4707" y="9192"/>
                  </a:cubicBezTo>
                  <a:lnTo>
                    <a:pt x="4707" y="33"/>
                  </a:lnTo>
                  <a:cubicBezTo>
                    <a:pt x="4707" y="17"/>
                    <a:pt x="4694" y="0"/>
                    <a:pt x="4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73">
              <a:extLst>
                <a:ext uri="{FF2B5EF4-FFF2-40B4-BE49-F238E27FC236}">
                  <a16:creationId xmlns:a16="http://schemas.microsoft.com/office/drawing/2014/main" id="{7E7FE7E9-8CBA-834D-F9F5-C73B9872249F}"/>
                </a:ext>
              </a:extLst>
            </p:cNvPr>
            <p:cNvSpPr/>
            <p:nvPr/>
          </p:nvSpPr>
          <p:spPr>
            <a:xfrm>
              <a:off x="4594625" y="4160725"/>
              <a:ext cx="107000" cy="165925"/>
            </a:xfrm>
            <a:custGeom>
              <a:avLst/>
              <a:gdLst/>
              <a:ahLst/>
              <a:cxnLst/>
              <a:rect l="l" t="t" r="r" b="b"/>
              <a:pathLst>
                <a:path w="4280" h="6637" extrusionOk="0">
                  <a:moveTo>
                    <a:pt x="4227" y="1"/>
                  </a:moveTo>
                  <a:lnTo>
                    <a:pt x="0" y="6604"/>
                  </a:lnTo>
                  <a:lnTo>
                    <a:pt x="53" y="6637"/>
                  </a:lnTo>
                  <a:lnTo>
                    <a:pt x="4279" y="33"/>
                  </a:lnTo>
                  <a:lnTo>
                    <a:pt x="42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73">
              <a:extLst>
                <a:ext uri="{FF2B5EF4-FFF2-40B4-BE49-F238E27FC236}">
                  <a16:creationId xmlns:a16="http://schemas.microsoft.com/office/drawing/2014/main" id="{F9E39B87-9C43-9BA3-232C-83F6F87E0A70}"/>
                </a:ext>
              </a:extLst>
            </p:cNvPr>
            <p:cNvSpPr/>
            <p:nvPr/>
          </p:nvSpPr>
          <p:spPr>
            <a:xfrm>
              <a:off x="4631675" y="4246000"/>
              <a:ext cx="64400" cy="102850"/>
            </a:xfrm>
            <a:custGeom>
              <a:avLst/>
              <a:gdLst/>
              <a:ahLst/>
              <a:cxnLst/>
              <a:rect l="l" t="t" r="r" b="b"/>
              <a:pathLst>
                <a:path w="2576" h="4114" extrusionOk="0">
                  <a:moveTo>
                    <a:pt x="2523" y="1"/>
                  </a:moveTo>
                  <a:lnTo>
                    <a:pt x="0" y="4081"/>
                  </a:lnTo>
                  <a:lnTo>
                    <a:pt x="52" y="4113"/>
                  </a:lnTo>
                  <a:lnTo>
                    <a:pt x="2576" y="33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55" name="Google Shape;5055;p73">
            <a:extLst>
              <a:ext uri="{FF2B5EF4-FFF2-40B4-BE49-F238E27FC236}">
                <a16:creationId xmlns:a16="http://schemas.microsoft.com/office/drawing/2014/main" id="{232A46A0-0AB7-0853-19EA-8B4F1A939521}"/>
              </a:ext>
            </a:extLst>
          </p:cNvPr>
          <p:cNvGrpSpPr/>
          <p:nvPr/>
        </p:nvGrpSpPr>
        <p:grpSpPr>
          <a:xfrm rot="-5400000">
            <a:off x="5977609" y="673827"/>
            <a:ext cx="2228408" cy="880754"/>
            <a:chOff x="3085325" y="2284150"/>
            <a:chExt cx="1168725" cy="461950"/>
          </a:xfrm>
        </p:grpSpPr>
        <p:sp>
          <p:nvSpPr>
            <p:cNvPr id="5056" name="Google Shape;5056;p73">
              <a:extLst>
                <a:ext uri="{FF2B5EF4-FFF2-40B4-BE49-F238E27FC236}">
                  <a16:creationId xmlns:a16="http://schemas.microsoft.com/office/drawing/2014/main" id="{7C0F4AFB-4993-4A2C-D6FC-F2A9FCDFC26B}"/>
                </a:ext>
              </a:extLst>
            </p:cNvPr>
            <p:cNvSpPr/>
            <p:nvPr/>
          </p:nvSpPr>
          <p:spPr>
            <a:xfrm>
              <a:off x="3300600" y="2335425"/>
              <a:ext cx="239750" cy="369475"/>
            </a:xfrm>
            <a:custGeom>
              <a:avLst/>
              <a:gdLst/>
              <a:ahLst/>
              <a:cxnLst/>
              <a:rect l="l" t="t" r="r" b="b"/>
              <a:pathLst>
                <a:path w="9590" h="14779" extrusionOk="0">
                  <a:moveTo>
                    <a:pt x="3094" y="1"/>
                  </a:moveTo>
                  <a:cubicBezTo>
                    <a:pt x="2488" y="1"/>
                    <a:pt x="2025" y="500"/>
                    <a:pt x="1858" y="1185"/>
                  </a:cubicBezTo>
                  <a:cubicBezTo>
                    <a:pt x="1685" y="1893"/>
                    <a:pt x="1730" y="2582"/>
                    <a:pt x="1880" y="2993"/>
                  </a:cubicBezTo>
                  <a:cubicBezTo>
                    <a:pt x="1766" y="2957"/>
                    <a:pt x="1640" y="2934"/>
                    <a:pt x="1515" y="2934"/>
                  </a:cubicBezTo>
                  <a:cubicBezTo>
                    <a:pt x="1164" y="2934"/>
                    <a:pt x="824" y="3118"/>
                    <a:pt x="774" y="3727"/>
                  </a:cubicBezTo>
                  <a:cubicBezTo>
                    <a:pt x="702" y="4582"/>
                    <a:pt x="1234" y="5310"/>
                    <a:pt x="1678" y="5643"/>
                  </a:cubicBezTo>
                  <a:cubicBezTo>
                    <a:pt x="1368" y="5898"/>
                    <a:pt x="1094" y="6417"/>
                    <a:pt x="1378" y="7014"/>
                  </a:cubicBezTo>
                  <a:cubicBezTo>
                    <a:pt x="1508" y="7285"/>
                    <a:pt x="1662" y="7458"/>
                    <a:pt x="1809" y="7566"/>
                  </a:cubicBezTo>
                  <a:cubicBezTo>
                    <a:pt x="1146" y="8085"/>
                    <a:pt x="0" y="10412"/>
                    <a:pt x="852" y="11430"/>
                  </a:cubicBezTo>
                  <a:cubicBezTo>
                    <a:pt x="941" y="11535"/>
                    <a:pt x="1072" y="11568"/>
                    <a:pt x="1213" y="11568"/>
                  </a:cubicBezTo>
                  <a:cubicBezTo>
                    <a:pt x="1461" y="11568"/>
                    <a:pt x="1743" y="11465"/>
                    <a:pt x="1890" y="11456"/>
                  </a:cubicBezTo>
                  <a:lnTo>
                    <a:pt x="1890" y="11456"/>
                  </a:lnTo>
                  <a:cubicBezTo>
                    <a:pt x="562" y="11966"/>
                    <a:pt x="640" y="12964"/>
                    <a:pt x="872" y="13448"/>
                  </a:cubicBezTo>
                  <a:cubicBezTo>
                    <a:pt x="1132" y="13985"/>
                    <a:pt x="1505" y="14147"/>
                    <a:pt x="1814" y="14147"/>
                  </a:cubicBezTo>
                  <a:cubicBezTo>
                    <a:pt x="2116" y="14147"/>
                    <a:pt x="2357" y="13992"/>
                    <a:pt x="2370" y="13882"/>
                  </a:cubicBezTo>
                  <a:cubicBezTo>
                    <a:pt x="2428" y="14235"/>
                    <a:pt x="2572" y="14675"/>
                    <a:pt x="2931" y="14675"/>
                  </a:cubicBezTo>
                  <a:cubicBezTo>
                    <a:pt x="3036" y="14675"/>
                    <a:pt x="3161" y="14637"/>
                    <a:pt x="3307" y="14548"/>
                  </a:cubicBezTo>
                  <a:cubicBezTo>
                    <a:pt x="3424" y="14479"/>
                    <a:pt x="3519" y="14375"/>
                    <a:pt x="3574" y="14254"/>
                  </a:cubicBezTo>
                  <a:cubicBezTo>
                    <a:pt x="3769" y="14538"/>
                    <a:pt x="3967" y="14743"/>
                    <a:pt x="4112" y="14743"/>
                  </a:cubicBezTo>
                  <a:cubicBezTo>
                    <a:pt x="4173" y="14743"/>
                    <a:pt x="4225" y="14706"/>
                    <a:pt x="4263" y="14623"/>
                  </a:cubicBezTo>
                  <a:cubicBezTo>
                    <a:pt x="4364" y="14401"/>
                    <a:pt x="4270" y="14058"/>
                    <a:pt x="4139" y="13758"/>
                  </a:cubicBezTo>
                  <a:lnTo>
                    <a:pt x="4139" y="13758"/>
                  </a:lnTo>
                  <a:cubicBezTo>
                    <a:pt x="4651" y="14438"/>
                    <a:pt x="5290" y="14778"/>
                    <a:pt x="5814" y="14778"/>
                  </a:cubicBezTo>
                  <a:cubicBezTo>
                    <a:pt x="6175" y="14778"/>
                    <a:pt x="6481" y="14617"/>
                    <a:pt x="6652" y="14293"/>
                  </a:cubicBezTo>
                  <a:cubicBezTo>
                    <a:pt x="6933" y="13764"/>
                    <a:pt x="7005" y="13183"/>
                    <a:pt x="6933" y="12795"/>
                  </a:cubicBezTo>
                  <a:lnTo>
                    <a:pt x="6933" y="12795"/>
                  </a:lnTo>
                  <a:cubicBezTo>
                    <a:pt x="7117" y="12915"/>
                    <a:pt x="7342" y="13013"/>
                    <a:pt x="7549" y="13013"/>
                  </a:cubicBezTo>
                  <a:cubicBezTo>
                    <a:pt x="7780" y="13013"/>
                    <a:pt x="7989" y="12892"/>
                    <a:pt x="8095" y="12547"/>
                  </a:cubicBezTo>
                  <a:cubicBezTo>
                    <a:pt x="8307" y="11861"/>
                    <a:pt x="7929" y="11091"/>
                    <a:pt x="7570" y="10673"/>
                  </a:cubicBezTo>
                  <a:cubicBezTo>
                    <a:pt x="7902" y="10565"/>
                    <a:pt x="8245" y="10226"/>
                    <a:pt x="8079" y="9642"/>
                  </a:cubicBezTo>
                  <a:cubicBezTo>
                    <a:pt x="8023" y="9423"/>
                    <a:pt x="7916" y="9221"/>
                    <a:pt x="7769" y="9048"/>
                  </a:cubicBezTo>
                  <a:cubicBezTo>
                    <a:pt x="8477" y="8832"/>
                    <a:pt x="9590" y="7465"/>
                    <a:pt x="8960" y="6352"/>
                  </a:cubicBezTo>
                  <a:cubicBezTo>
                    <a:pt x="8717" y="5919"/>
                    <a:pt x="8402" y="5779"/>
                    <a:pt x="8102" y="5779"/>
                  </a:cubicBezTo>
                  <a:cubicBezTo>
                    <a:pt x="7943" y="5779"/>
                    <a:pt x="7788" y="5818"/>
                    <a:pt x="7651" y="5875"/>
                  </a:cubicBezTo>
                  <a:cubicBezTo>
                    <a:pt x="8066" y="5382"/>
                    <a:pt x="8425" y="4586"/>
                    <a:pt x="7922" y="4534"/>
                  </a:cubicBezTo>
                  <a:cubicBezTo>
                    <a:pt x="7902" y="4531"/>
                    <a:pt x="7882" y="4530"/>
                    <a:pt x="7861" y="4530"/>
                  </a:cubicBezTo>
                  <a:cubicBezTo>
                    <a:pt x="7738" y="4530"/>
                    <a:pt x="7616" y="4572"/>
                    <a:pt x="7521" y="4651"/>
                  </a:cubicBezTo>
                  <a:cubicBezTo>
                    <a:pt x="7678" y="3987"/>
                    <a:pt x="7779" y="2973"/>
                    <a:pt x="7371" y="2973"/>
                  </a:cubicBezTo>
                  <a:cubicBezTo>
                    <a:pt x="7303" y="2973"/>
                    <a:pt x="7222" y="3001"/>
                    <a:pt x="7126" y="3061"/>
                  </a:cubicBezTo>
                  <a:cubicBezTo>
                    <a:pt x="6976" y="3156"/>
                    <a:pt x="6838" y="3274"/>
                    <a:pt x="6724" y="3411"/>
                  </a:cubicBezTo>
                  <a:cubicBezTo>
                    <a:pt x="6730" y="2629"/>
                    <a:pt x="6571" y="1561"/>
                    <a:pt x="6059" y="1561"/>
                  </a:cubicBezTo>
                  <a:cubicBezTo>
                    <a:pt x="5994" y="1561"/>
                    <a:pt x="5923" y="1578"/>
                    <a:pt x="5846" y="1615"/>
                  </a:cubicBezTo>
                  <a:cubicBezTo>
                    <a:pt x="5631" y="1720"/>
                    <a:pt x="5497" y="1837"/>
                    <a:pt x="5415" y="1952"/>
                  </a:cubicBezTo>
                  <a:cubicBezTo>
                    <a:pt x="5327" y="1633"/>
                    <a:pt x="5168" y="1295"/>
                    <a:pt x="4972" y="1295"/>
                  </a:cubicBezTo>
                  <a:cubicBezTo>
                    <a:pt x="4901" y="1295"/>
                    <a:pt x="4825" y="1340"/>
                    <a:pt x="4746" y="1446"/>
                  </a:cubicBezTo>
                  <a:cubicBezTo>
                    <a:pt x="4622" y="1002"/>
                    <a:pt x="4368" y="587"/>
                    <a:pt x="4005" y="346"/>
                  </a:cubicBezTo>
                  <a:cubicBezTo>
                    <a:pt x="3681" y="106"/>
                    <a:pt x="3373" y="1"/>
                    <a:pt x="30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73">
              <a:extLst>
                <a:ext uri="{FF2B5EF4-FFF2-40B4-BE49-F238E27FC236}">
                  <a16:creationId xmlns:a16="http://schemas.microsoft.com/office/drawing/2014/main" id="{428B510C-EEDC-C646-39BC-400D48DAB50B}"/>
                </a:ext>
              </a:extLst>
            </p:cNvPr>
            <p:cNvSpPr/>
            <p:nvPr/>
          </p:nvSpPr>
          <p:spPr>
            <a:xfrm>
              <a:off x="3318625" y="2480075"/>
              <a:ext cx="221725" cy="232525"/>
            </a:xfrm>
            <a:custGeom>
              <a:avLst/>
              <a:gdLst/>
              <a:ahLst/>
              <a:cxnLst/>
              <a:rect l="l" t="t" r="r" b="b"/>
              <a:pathLst>
                <a:path w="8869" h="9301" extrusionOk="0">
                  <a:moveTo>
                    <a:pt x="3542" y="8837"/>
                  </a:moveTo>
                  <a:cubicBezTo>
                    <a:pt x="3643" y="8615"/>
                    <a:pt x="3549" y="8272"/>
                    <a:pt x="3418" y="7972"/>
                  </a:cubicBezTo>
                  <a:cubicBezTo>
                    <a:pt x="4283" y="9121"/>
                    <a:pt x="5510" y="9300"/>
                    <a:pt x="5931" y="8507"/>
                  </a:cubicBezTo>
                  <a:cubicBezTo>
                    <a:pt x="6212" y="7978"/>
                    <a:pt x="6284" y="7397"/>
                    <a:pt x="6212" y="7009"/>
                  </a:cubicBezTo>
                  <a:cubicBezTo>
                    <a:pt x="6600" y="7263"/>
                    <a:pt x="7172" y="7417"/>
                    <a:pt x="7374" y="6761"/>
                  </a:cubicBezTo>
                  <a:cubicBezTo>
                    <a:pt x="7586" y="6075"/>
                    <a:pt x="7208" y="5305"/>
                    <a:pt x="6849" y="4887"/>
                  </a:cubicBezTo>
                  <a:cubicBezTo>
                    <a:pt x="7181" y="4779"/>
                    <a:pt x="7524" y="4440"/>
                    <a:pt x="7358" y="3856"/>
                  </a:cubicBezTo>
                  <a:cubicBezTo>
                    <a:pt x="7302" y="3637"/>
                    <a:pt x="7195" y="3435"/>
                    <a:pt x="7048" y="3262"/>
                  </a:cubicBezTo>
                  <a:cubicBezTo>
                    <a:pt x="7756" y="3046"/>
                    <a:pt x="8869" y="1679"/>
                    <a:pt x="8239" y="566"/>
                  </a:cubicBezTo>
                  <a:cubicBezTo>
                    <a:pt x="8020" y="180"/>
                    <a:pt x="7746" y="30"/>
                    <a:pt x="7475" y="1"/>
                  </a:cubicBezTo>
                  <a:cubicBezTo>
                    <a:pt x="7400" y="869"/>
                    <a:pt x="6640" y="1685"/>
                    <a:pt x="6108" y="1848"/>
                  </a:cubicBezTo>
                  <a:cubicBezTo>
                    <a:pt x="6255" y="2021"/>
                    <a:pt x="6359" y="2224"/>
                    <a:pt x="6418" y="2439"/>
                  </a:cubicBezTo>
                  <a:cubicBezTo>
                    <a:pt x="6584" y="3023"/>
                    <a:pt x="6241" y="3366"/>
                    <a:pt x="5905" y="3474"/>
                  </a:cubicBezTo>
                  <a:cubicBezTo>
                    <a:pt x="6264" y="3892"/>
                    <a:pt x="6643" y="4659"/>
                    <a:pt x="6434" y="5344"/>
                  </a:cubicBezTo>
                  <a:cubicBezTo>
                    <a:pt x="6228" y="6003"/>
                    <a:pt x="5657" y="5850"/>
                    <a:pt x="5269" y="5595"/>
                  </a:cubicBezTo>
                  <a:cubicBezTo>
                    <a:pt x="5341" y="5984"/>
                    <a:pt x="5269" y="6565"/>
                    <a:pt x="4991" y="7094"/>
                  </a:cubicBezTo>
                  <a:cubicBezTo>
                    <a:pt x="4570" y="7884"/>
                    <a:pt x="3578" y="7756"/>
                    <a:pt x="2713" y="6607"/>
                  </a:cubicBezTo>
                  <a:cubicBezTo>
                    <a:pt x="2844" y="6904"/>
                    <a:pt x="2876" y="7391"/>
                    <a:pt x="2775" y="7613"/>
                  </a:cubicBezTo>
                  <a:cubicBezTo>
                    <a:pt x="2648" y="7890"/>
                    <a:pt x="2188" y="7456"/>
                    <a:pt x="1913" y="7051"/>
                  </a:cubicBezTo>
                  <a:cubicBezTo>
                    <a:pt x="1855" y="7175"/>
                    <a:pt x="1763" y="7280"/>
                    <a:pt x="1646" y="7348"/>
                  </a:cubicBezTo>
                  <a:cubicBezTo>
                    <a:pt x="1003" y="7743"/>
                    <a:pt x="781" y="7139"/>
                    <a:pt x="706" y="6682"/>
                  </a:cubicBezTo>
                  <a:cubicBezTo>
                    <a:pt x="693" y="6806"/>
                    <a:pt x="383" y="6989"/>
                    <a:pt x="23" y="6937"/>
                  </a:cubicBezTo>
                  <a:cubicBezTo>
                    <a:pt x="1" y="7185"/>
                    <a:pt x="46" y="7436"/>
                    <a:pt x="154" y="7662"/>
                  </a:cubicBezTo>
                  <a:cubicBezTo>
                    <a:pt x="670" y="8726"/>
                    <a:pt x="1626" y="8318"/>
                    <a:pt x="1649" y="8096"/>
                  </a:cubicBezTo>
                  <a:cubicBezTo>
                    <a:pt x="1727" y="8553"/>
                    <a:pt x="1946" y="9156"/>
                    <a:pt x="2589" y="8762"/>
                  </a:cubicBezTo>
                  <a:cubicBezTo>
                    <a:pt x="2703" y="8693"/>
                    <a:pt x="2798" y="8589"/>
                    <a:pt x="2853" y="8468"/>
                  </a:cubicBezTo>
                  <a:cubicBezTo>
                    <a:pt x="3131" y="8873"/>
                    <a:pt x="3415" y="9117"/>
                    <a:pt x="3542" y="8837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73">
              <a:extLst>
                <a:ext uri="{FF2B5EF4-FFF2-40B4-BE49-F238E27FC236}">
                  <a16:creationId xmlns:a16="http://schemas.microsoft.com/office/drawing/2014/main" id="{0E42874A-F8EC-7CF8-016B-1970EA2F7192}"/>
                </a:ext>
              </a:extLst>
            </p:cNvPr>
            <p:cNvSpPr/>
            <p:nvPr/>
          </p:nvSpPr>
          <p:spPr>
            <a:xfrm>
              <a:off x="3312500" y="2334700"/>
              <a:ext cx="220200" cy="370950"/>
            </a:xfrm>
            <a:custGeom>
              <a:avLst/>
              <a:gdLst/>
              <a:ahLst/>
              <a:cxnLst/>
              <a:rect l="l" t="t" r="r" b="b"/>
              <a:pathLst>
                <a:path w="8808" h="14838" extrusionOk="0">
                  <a:moveTo>
                    <a:pt x="2615" y="62"/>
                  </a:moveTo>
                  <a:cubicBezTo>
                    <a:pt x="2901" y="62"/>
                    <a:pt x="3204" y="176"/>
                    <a:pt x="3510" y="401"/>
                  </a:cubicBezTo>
                  <a:cubicBezTo>
                    <a:pt x="3839" y="626"/>
                    <a:pt x="4104" y="1018"/>
                    <a:pt x="4234" y="1481"/>
                  </a:cubicBezTo>
                  <a:cubicBezTo>
                    <a:pt x="4238" y="1494"/>
                    <a:pt x="4247" y="1501"/>
                    <a:pt x="4260" y="1504"/>
                  </a:cubicBezTo>
                  <a:cubicBezTo>
                    <a:pt x="4270" y="1504"/>
                    <a:pt x="4283" y="1501"/>
                    <a:pt x="4290" y="1491"/>
                  </a:cubicBezTo>
                  <a:cubicBezTo>
                    <a:pt x="4359" y="1401"/>
                    <a:pt x="4426" y="1355"/>
                    <a:pt x="4493" y="1355"/>
                  </a:cubicBezTo>
                  <a:cubicBezTo>
                    <a:pt x="4502" y="1355"/>
                    <a:pt x="4510" y="1356"/>
                    <a:pt x="4518" y="1357"/>
                  </a:cubicBezTo>
                  <a:cubicBezTo>
                    <a:pt x="4655" y="1383"/>
                    <a:pt x="4802" y="1618"/>
                    <a:pt x="4907" y="1987"/>
                  </a:cubicBezTo>
                  <a:cubicBezTo>
                    <a:pt x="4910" y="2000"/>
                    <a:pt x="4920" y="2007"/>
                    <a:pt x="4930" y="2010"/>
                  </a:cubicBezTo>
                  <a:cubicBezTo>
                    <a:pt x="4932" y="2011"/>
                    <a:pt x="4934" y="2011"/>
                    <a:pt x="4936" y="2011"/>
                  </a:cubicBezTo>
                  <a:cubicBezTo>
                    <a:pt x="4946" y="2011"/>
                    <a:pt x="4954" y="2005"/>
                    <a:pt x="4962" y="1997"/>
                  </a:cubicBezTo>
                  <a:cubicBezTo>
                    <a:pt x="5047" y="1876"/>
                    <a:pt x="5191" y="1765"/>
                    <a:pt x="5380" y="1671"/>
                  </a:cubicBezTo>
                  <a:cubicBezTo>
                    <a:pt x="5452" y="1636"/>
                    <a:pt x="5518" y="1619"/>
                    <a:pt x="5579" y="1619"/>
                  </a:cubicBezTo>
                  <a:cubicBezTo>
                    <a:pt x="5641" y="1619"/>
                    <a:pt x="5698" y="1636"/>
                    <a:pt x="5752" y="1671"/>
                  </a:cubicBezTo>
                  <a:cubicBezTo>
                    <a:pt x="6101" y="1893"/>
                    <a:pt x="6219" y="2761"/>
                    <a:pt x="6216" y="3440"/>
                  </a:cubicBezTo>
                  <a:cubicBezTo>
                    <a:pt x="6216" y="3453"/>
                    <a:pt x="6222" y="3463"/>
                    <a:pt x="6235" y="3469"/>
                  </a:cubicBezTo>
                  <a:cubicBezTo>
                    <a:pt x="6238" y="3470"/>
                    <a:pt x="6242" y="3470"/>
                    <a:pt x="6245" y="3470"/>
                  </a:cubicBezTo>
                  <a:cubicBezTo>
                    <a:pt x="6254" y="3470"/>
                    <a:pt x="6263" y="3467"/>
                    <a:pt x="6268" y="3459"/>
                  </a:cubicBezTo>
                  <a:cubicBezTo>
                    <a:pt x="6379" y="3322"/>
                    <a:pt x="6513" y="3208"/>
                    <a:pt x="6663" y="3117"/>
                  </a:cubicBezTo>
                  <a:cubicBezTo>
                    <a:pt x="6751" y="3060"/>
                    <a:pt x="6828" y="3032"/>
                    <a:pt x="6891" y="3032"/>
                  </a:cubicBezTo>
                  <a:cubicBezTo>
                    <a:pt x="6931" y="3032"/>
                    <a:pt x="6966" y="3043"/>
                    <a:pt x="6996" y="3064"/>
                  </a:cubicBezTo>
                  <a:cubicBezTo>
                    <a:pt x="7227" y="3231"/>
                    <a:pt x="7165" y="4017"/>
                    <a:pt x="7009" y="4677"/>
                  </a:cubicBezTo>
                  <a:cubicBezTo>
                    <a:pt x="7004" y="4696"/>
                    <a:pt x="7020" y="4713"/>
                    <a:pt x="7039" y="4713"/>
                  </a:cubicBezTo>
                  <a:cubicBezTo>
                    <a:pt x="7045" y="4713"/>
                    <a:pt x="7052" y="4711"/>
                    <a:pt x="7058" y="4706"/>
                  </a:cubicBezTo>
                  <a:cubicBezTo>
                    <a:pt x="7149" y="4631"/>
                    <a:pt x="7262" y="4592"/>
                    <a:pt x="7379" y="4592"/>
                  </a:cubicBezTo>
                  <a:cubicBezTo>
                    <a:pt x="7399" y="4592"/>
                    <a:pt x="7419" y="4593"/>
                    <a:pt x="7440" y="4595"/>
                  </a:cubicBezTo>
                  <a:cubicBezTo>
                    <a:pt x="7541" y="4605"/>
                    <a:pt x="7606" y="4647"/>
                    <a:pt x="7635" y="4722"/>
                  </a:cubicBezTo>
                  <a:cubicBezTo>
                    <a:pt x="7737" y="4967"/>
                    <a:pt x="7466" y="5506"/>
                    <a:pt x="7149" y="5884"/>
                  </a:cubicBezTo>
                  <a:cubicBezTo>
                    <a:pt x="7139" y="5894"/>
                    <a:pt x="7139" y="5911"/>
                    <a:pt x="7149" y="5924"/>
                  </a:cubicBezTo>
                  <a:cubicBezTo>
                    <a:pt x="7154" y="5931"/>
                    <a:pt x="7164" y="5935"/>
                    <a:pt x="7175" y="5935"/>
                  </a:cubicBezTo>
                  <a:cubicBezTo>
                    <a:pt x="7178" y="5935"/>
                    <a:pt x="7182" y="5934"/>
                    <a:pt x="7185" y="5933"/>
                  </a:cubicBezTo>
                  <a:cubicBezTo>
                    <a:pt x="7300" y="5885"/>
                    <a:pt x="7453" y="5840"/>
                    <a:pt x="7620" y="5840"/>
                  </a:cubicBezTo>
                  <a:cubicBezTo>
                    <a:pt x="7895" y="5840"/>
                    <a:pt x="8209" y="5963"/>
                    <a:pt x="8455" y="6397"/>
                  </a:cubicBezTo>
                  <a:cubicBezTo>
                    <a:pt x="8742" y="6900"/>
                    <a:pt x="8637" y="7415"/>
                    <a:pt x="8500" y="7758"/>
                  </a:cubicBezTo>
                  <a:cubicBezTo>
                    <a:pt x="8243" y="8411"/>
                    <a:pt x="7678" y="8927"/>
                    <a:pt x="7283" y="9051"/>
                  </a:cubicBezTo>
                  <a:cubicBezTo>
                    <a:pt x="7273" y="9051"/>
                    <a:pt x="7263" y="9060"/>
                    <a:pt x="7263" y="9070"/>
                  </a:cubicBezTo>
                  <a:cubicBezTo>
                    <a:pt x="7260" y="9080"/>
                    <a:pt x="7260" y="9090"/>
                    <a:pt x="7270" y="9099"/>
                  </a:cubicBezTo>
                  <a:cubicBezTo>
                    <a:pt x="7410" y="9266"/>
                    <a:pt x="7515" y="9465"/>
                    <a:pt x="7570" y="9677"/>
                  </a:cubicBezTo>
                  <a:cubicBezTo>
                    <a:pt x="7733" y="10245"/>
                    <a:pt x="7407" y="10568"/>
                    <a:pt x="7081" y="10676"/>
                  </a:cubicBezTo>
                  <a:cubicBezTo>
                    <a:pt x="7061" y="10683"/>
                    <a:pt x="7054" y="10705"/>
                    <a:pt x="7067" y="10725"/>
                  </a:cubicBezTo>
                  <a:cubicBezTo>
                    <a:pt x="7466" y="11185"/>
                    <a:pt x="7782" y="11936"/>
                    <a:pt x="7590" y="12566"/>
                  </a:cubicBezTo>
                  <a:cubicBezTo>
                    <a:pt x="7521" y="12788"/>
                    <a:pt x="7407" y="12928"/>
                    <a:pt x="7247" y="12984"/>
                  </a:cubicBezTo>
                  <a:cubicBezTo>
                    <a:pt x="7190" y="13004"/>
                    <a:pt x="7131" y="13013"/>
                    <a:pt x="7071" y="13013"/>
                  </a:cubicBezTo>
                  <a:cubicBezTo>
                    <a:pt x="6831" y="13013"/>
                    <a:pt x="6583" y="12871"/>
                    <a:pt x="6473" y="12801"/>
                  </a:cubicBezTo>
                  <a:cubicBezTo>
                    <a:pt x="6469" y="12796"/>
                    <a:pt x="6463" y="12794"/>
                    <a:pt x="6457" y="12794"/>
                  </a:cubicBezTo>
                  <a:cubicBezTo>
                    <a:pt x="6451" y="12794"/>
                    <a:pt x="6444" y="12796"/>
                    <a:pt x="6437" y="12801"/>
                  </a:cubicBezTo>
                  <a:cubicBezTo>
                    <a:pt x="6428" y="12807"/>
                    <a:pt x="6424" y="12817"/>
                    <a:pt x="6424" y="12830"/>
                  </a:cubicBezTo>
                  <a:cubicBezTo>
                    <a:pt x="6486" y="13157"/>
                    <a:pt x="6451" y="13741"/>
                    <a:pt x="6150" y="14309"/>
                  </a:cubicBezTo>
                  <a:cubicBezTo>
                    <a:pt x="6007" y="14580"/>
                    <a:pt x="5732" y="14759"/>
                    <a:pt x="5426" y="14772"/>
                  </a:cubicBezTo>
                  <a:cubicBezTo>
                    <a:pt x="5395" y="14775"/>
                    <a:pt x="5364" y="14776"/>
                    <a:pt x="5333" y="14776"/>
                  </a:cubicBezTo>
                  <a:cubicBezTo>
                    <a:pt x="4780" y="14776"/>
                    <a:pt x="4159" y="14397"/>
                    <a:pt x="3686" y="13770"/>
                  </a:cubicBezTo>
                  <a:cubicBezTo>
                    <a:pt x="3679" y="13761"/>
                    <a:pt x="3673" y="13757"/>
                    <a:pt x="3663" y="13757"/>
                  </a:cubicBezTo>
                  <a:lnTo>
                    <a:pt x="3660" y="13757"/>
                  </a:lnTo>
                  <a:cubicBezTo>
                    <a:pt x="3637" y="13757"/>
                    <a:pt x="3621" y="13780"/>
                    <a:pt x="3630" y="13803"/>
                  </a:cubicBezTo>
                  <a:cubicBezTo>
                    <a:pt x="3745" y="14061"/>
                    <a:pt x="3859" y="14417"/>
                    <a:pt x="3754" y="14642"/>
                  </a:cubicBezTo>
                  <a:cubicBezTo>
                    <a:pt x="3722" y="14704"/>
                    <a:pt x="3686" y="14736"/>
                    <a:pt x="3640" y="14743"/>
                  </a:cubicBezTo>
                  <a:cubicBezTo>
                    <a:pt x="3637" y="14743"/>
                    <a:pt x="3634" y="14743"/>
                    <a:pt x="3631" y="14743"/>
                  </a:cubicBezTo>
                  <a:cubicBezTo>
                    <a:pt x="3513" y="14743"/>
                    <a:pt x="3328" y="14568"/>
                    <a:pt x="3121" y="14266"/>
                  </a:cubicBezTo>
                  <a:cubicBezTo>
                    <a:pt x="3113" y="14257"/>
                    <a:pt x="3103" y="14252"/>
                    <a:pt x="3092" y="14252"/>
                  </a:cubicBezTo>
                  <a:cubicBezTo>
                    <a:pt x="3081" y="14252"/>
                    <a:pt x="3071" y="14258"/>
                    <a:pt x="3066" y="14270"/>
                  </a:cubicBezTo>
                  <a:cubicBezTo>
                    <a:pt x="3014" y="14387"/>
                    <a:pt x="2922" y="14485"/>
                    <a:pt x="2811" y="14554"/>
                  </a:cubicBezTo>
                  <a:cubicBezTo>
                    <a:pt x="2679" y="14636"/>
                    <a:pt x="2559" y="14677"/>
                    <a:pt x="2453" y="14677"/>
                  </a:cubicBezTo>
                  <a:cubicBezTo>
                    <a:pt x="2399" y="14677"/>
                    <a:pt x="2348" y="14666"/>
                    <a:pt x="2302" y="14645"/>
                  </a:cubicBezTo>
                  <a:cubicBezTo>
                    <a:pt x="2067" y="14537"/>
                    <a:pt x="1966" y="14185"/>
                    <a:pt x="1917" y="13907"/>
                  </a:cubicBezTo>
                  <a:cubicBezTo>
                    <a:pt x="1917" y="13891"/>
                    <a:pt x="1904" y="13881"/>
                    <a:pt x="1887" y="13881"/>
                  </a:cubicBezTo>
                  <a:cubicBezTo>
                    <a:pt x="1871" y="13881"/>
                    <a:pt x="1858" y="13894"/>
                    <a:pt x="1858" y="13907"/>
                  </a:cubicBezTo>
                  <a:cubicBezTo>
                    <a:pt x="1848" y="13979"/>
                    <a:pt x="1701" y="14097"/>
                    <a:pt x="1476" y="14136"/>
                  </a:cubicBezTo>
                  <a:cubicBezTo>
                    <a:pt x="1439" y="14142"/>
                    <a:pt x="1392" y="14147"/>
                    <a:pt x="1338" y="14147"/>
                  </a:cubicBezTo>
                  <a:cubicBezTo>
                    <a:pt x="1093" y="14147"/>
                    <a:pt x="700" y="14044"/>
                    <a:pt x="419" y="13463"/>
                  </a:cubicBezTo>
                  <a:cubicBezTo>
                    <a:pt x="360" y="13343"/>
                    <a:pt x="180" y="12905"/>
                    <a:pt x="373" y="12419"/>
                  </a:cubicBezTo>
                  <a:cubicBezTo>
                    <a:pt x="530" y="12027"/>
                    <a:pt x="882" y="11721"/>
                    <a:pt x="1421" y="11515"/>
                  </a:cubicBezTo>
                  <a:cubicBezTo>
                    <a:pt x="1434" y="11508"/>
                    <a:pt x="1444" y="11495"/>
                    <a:pt x="1440" y="11479"/>
                  </a:cubicBezTo>
                  <a:cubicBezTo>
                    <a:pt x="1437" y="11467"/>
                    <a:pt x="1427" y="11456"/>
                    <a:pt x="1413" y="11456"/>
                  </a:cubicBezTo>
                  <a:cubicBezTo>
                    <a:pt x="1411" y="11456"/>
                    <a:pt x="1409" y="11456"/>
                    <a:pt x="1408" y="11456"/>
                  </a:cubicBezTo>
                  <a:cubicBezTo>
                    <a:pt x="1329" y="11463"/>
                    <a:pt x="1248" y="11479"/>
                    <a:pt x="1173" y="11499"/>
                  </a:cubicBezTo>
                  <a:cubicBezTo>
                    <a:pt x="1038" y="11531"/>
                    <a:pt x="879" y="11569"/>
                    <a:pt x="733" y="11569"/>
                  </a:cubicBezTo>
                  <a:cubicBezTo>
                    <a:pt x="600" y="11569"/>
                    <a:pt x="477" y="11537"/>
                    <a:pt x="396" y="11440"/>
                  </a:cubicBezTo>
                  <a:cubicBezTo>
                    <a:pt x="154" y="11149"/>
                    <a:pt x="60" y="10738"/>
                    <a:pt x="115" y="10213"/>
                  </a:cubicBezTo>
                  <a:cubicBezTo>
                    <a:pt x="226" y="9135"/>
                    <a:pt x="918" y="7957"/>
                    <a:pt x="1346" y="7621"/>
                  </a:cubicBezTo>
                  <a:cubicBezTo>
                    <a:pt x="1355" y="7614"/>
                    <a:pt x="1359" y="7605"/>
                    <a:pt x="1359" y="7595"/>
                  </a:cubicBezTo>
                  <a:cubicBezTo>
                    <a:pt x="1359" y="7585"/>
                    <a:pt x="1352" y="7575"/>
                    <a:pt x="1346" y="7572"/>
                  </a:cubicBezTo>
                  <a:cubicBezTo>
                    <a:pt x="1182" y="7454"/>
                    <a:pt x="1042" y="7272"/>
                    <a:pt x="928" y="7033"/>
                  </a:cubicBezTo>
                  <a:cubicBezTo>
                    <a:pt x="696" y="6573"/>
                    <a:pt x="817" y="6018"/>
                    <a:pt x="1218" y="5698"/>
                  </a:cubicBezTo>
                  <a:cubicBezTo>
                    <a:pt x="1225" y="5692"/>
                    <a:pt x="1228" y="5685"/>
                    <a:pt x="1228" y="5676"/>
                  </a:cubicBezTo>
                  <a:cubicBezTo>
                    <a:pt x="1228" y="5666"/>
                    <a:pt x="1225" y="5656"/>
                    <a:pt x="1215" y="5653"/>
                  </a:cubicBezTo>
                  <a:cubicBezTo>
                    <a:pt x="725" y="5281"/>
                    <a:pt x="259" y="4553"/>
                    <a:pt x="324" y="3760"/>
                  </a:cubicBezTo>
                  <a:cubicBezTo>
                    <a:pt x="350" y="3446"/>
                    <a:pt x="451" y="3231"/>
                    <a:pt x="637" y="3103"/>
                  </a:cubicBezTo>
                  <a:cubicBezTo>
                    <a:pt x="743" y="3032"/>
                    <a:pt x="880" y="2995"/>
                    <a:pt x="1034" y="2995"/>
                  </a:cubicBezTo>
                  <a:cubicBezTo>
                    <a:pt x="1146" y="2995"/>
                    <a:pt x="1267" y="3015"/>
                    <a:pt x="1391" y="3055"/>
                  </a:cubicBezTo>
                  <a:cubicBezTo>
                    <a:pt x="1395" y="3055"/>
                    <a:pt x="1398" y="3056"/>
                    <a:pt x="1401" y="3056"/>
                  </a:cubicBezTo>
                  <a:cubicBezTo>
                    <a:pt x="1409" y="3056"/>
                    <a:pt x="1417" y="3052"/>
                    <a:pt x="1424" y="3045"/>
                  </a:cubicBezTo>
                  <a:cubicBezTo>
                    <a:pt x="1430" y="3035"/>
                    <a:pt x="1434" y="3025"/>
                    <a:pt x="1430" y="3012"/>
                  </a:cubicBezTo>
                  <a:cubicBezTo>
                    <a:pt x="1303" y="2666"/>
                    <a:pt x="1222" y="1987"/>
                    <a:pt x="1408" y="1223"/>
                  </a:cubicBezTo>
                  <a:cubicBezTo>
                    <a:pt x="1538" y="682"/>
                    <a:pt x="1861" y="270"/>
                    <a:pt x="2263" y="123"/>
                  </a:cubicBezTo>
                  <a:cubicBezTo>
                    <a:pt x="2376" y="83"/>
                    <a:pt x="2494" y="62"/>
                    <a:pt x="2615" y="62"/>
                  </a:cubicBezTo>
                  <a:close/>
                  <a:moveTo>
                    <a:pt x="2618" y="0"/>
                  </a:moveTo>
                  <a:cubicBezTo>
                    <a:pt x="2491" y="0"/>
                    <a:pt x="2366" y="22"/>
                    <a:pt x="2246" y="65"/>
                  </a:cubicBezTo>
                  <a:cubicBezTo>
                    <a:pt x="1822" y="218"/>
                    <a:pt x="1486" y="646"/>
                    <a:pt x="1349" y="1207"/>
                  </a:cubicBezTo>
                  <a:cubicBezTo>
                    <a:pt x="1199" y="1821"/>
                    <a:pt x="1202" y="2506"/>
                    <a:pt x="1355" y="2976"/>
                  </a:cubicBezTo>
                  <a:cubicBezTo>
                    <a:pt x="1246" y="2947"/>
                    <a:pt x="1139" y="2932"/>
                    <a:pt x="1038" y="2932"/>
                  </a:cubicBezTo>
                  <a:cubicBezTo>
                    <a:pt x="872" y="2932"/>
                    <a:pt x="723" y="2972"/>
                    <a:pt x="605" y="3051"/>
                  </a:cubicBezTo>
                  <a:cubicBezTo>
                    <a:pt x="406" y="3185"/>
                    <a:pt x="291" y="3420"/>
                    <a:pt x="265" y="3753"/>
                  </a:cubicBezTo>
                  <a:cubicBezTo>
                    <a:pt x="197" y="4553"/>
                    <a:pt x="657" y="5287"/>
                    <a:pt x="1150" y="5676"/>
                  </a:cubicBezTo>
                  <a:cubicBezTo>
                    <a:pt x="752" y="6015"/>
                    <a:pt x="637" y="6586"/>
                    <a:pt x="872" y="7056"/>
                  </a:cubicBezTo>
                  <a:cubicBezTo>
                    <a:pt x="967" y="7265"/>
                    <a:pt x="1104" y="7448"/>
                    <a:pt x="1280" y="7595"/>
                  </a:cubicBezTo>
                  <a:cubicBezTo>
                    <a:pt x="843" y="7970"/>
                    <a:pt x="167" y="9135"/>
                    <a:pt x="56" y="10206"/>
                  </a:cubicBezTo>
                  <a:cubicBezTo>
                    <a:pt x="1" y="10748"/>
                    <a:pt x="102" y="11179"/>
                    <a:pt x="353" y="11479"/>
                  </a:cubicBezTo>
                  <a:cubicBezTo>
                    <a:pt x="450" y="11592"/>
                    <a:pt x="588" y="11628"/>
                    <a:pt x="736" y="11628"/>
                  </a:cubicBezTo>
                  <a:cubicBezTo>
                    <a:pt x="874" y="11628"/>
                    <a:pt x="1021" y="11597"/>
                    <a:pt x="1150" y="11567"/>
                  </a:cubicBezTo>
                  <a:lnTo>
                    <a:pt x="1150" y="11567"/>
                  </a:lnTo>
                  <a:cubicBezTo>
                    <a:pt x="735" y="11773"/>
                    <a:pt x="458" y="12053"/>
                    <a:pt x="321" y="12396"/>
                  </a:cubicBezTo>
                  <a:cubicBezTo>
                    <a:pt x="122" y="12905"/>
                    <a:pt x="308" y="13362"/>
                    <a:pt x="370" y="13490"/>
                  </a:cubicBezTo>
                  <a:cubicBezTo>
                    <a:pt x="663" y="14098"/>
                    <a:pt x="1080" y="14207"/>
                    <a:pt x="1341" y="14207"/>
                  </a:cubicBezTo>
                  <a:cubicBezTo>
                    <a:pt x="1399" y="14207"/>
                    <a:pt x="1450" y="14201"/>
                    <a:pt x="1489" y="14195"/>
                  </a:cubicBezTo>
                  <a:cubicBezTo>
                    <a:pt x="1659" y="14165"/>
                    <a:pt x="1809" y="14090"/>
                    <a:pt x="1881" y="14005"/>
                  </a:cubicBezTo>
                  <a:cubicBezTo>
                    <a:pt x="1936" y="14280"/>
                    <a:pt x="2051" y="14593"/>
                    <a:pt x="2282" y="14697"/>
                  </a:cubicBezTo>
                  <a:cubicBezTo>
                    <a:pt x="2337" y="14722"/>
                    <a:pt x="2396" y="14735"/>
                    <a:pt x="2459" y="14735"/>
                  </a:cubicBezTo>
                  <a:cubicBezTo>
                    <a:pt x="2576" y="14735"/>
                    <a:pt x="2706" y="14692"/>
                    <a:pt x="2850" y="14603"/>
                  </a:cubicBezTo>
                  <a:cubicBezTo>
                    <a:pt x="2955" y="14541"/>
                    <a:pt x="3043" y="14449"/>
                    <a:pt x="3105" y="14342"/>
                  </a:cubicBezTo>
                  <a:cubicBezTo>
                    <a:pt x="3261" y="14564"/>
                    <a:pt x="3466" y="14802"/>
                    <a:pt x="3637" y="14802"/>
                  </a:cubicBezTo>
                  <a:cubicBezTo>
                    <a:pt x="3641" y="14802"/>
                    <a:pt x="3646" y="14802"/>
                    <a:pt x="3650" y="14802"/>
                  </a:cubicBezTo>
                  <a:cubicBezTo>
                    <a:pt x="3719" y="14795"/>
                    <a:pt x="3774" y="14750"/>
                    <a:pt x="3813" y="14665"/>
                  </a:cubicBezTo>
                  <a:cubicBezTo>
                    <a:pt x="3901" y="14472"/>
                    <a:pt x="3849" y="14204"/>
                    <a:pt x="3768" y="13966"/>
                  </a:cubicBezTo>
                  <a:lnTo>
                    <a:pt x="3768" y="13966"/>
                  </a:lnTo>
                  <a:cubicBezTo>
                    <a:pt x="4234" y="14515"/>
                    <a:pt x="4812" y="14838"/>
                    <a:pt x="5334" y="14838"/>
                  </a:cubicBezTo>
                  <a:cubicBezTo>
                    <a:pt x="5367" y="14838"/>
                    <a:pt x="5400" y="14838"/>
                    <a:pt x="5429" y="14834"/>
                  </a:cubicBezTo>
                  <a:cubicBezTo>
                    <a:pt x="5755" y="14818"/>
                    <a:pt x="6052" y="14629"/>
                    <a:pt x="6202" y="14335"/>
                  </a:cubicBezTo>
                  <a:cubicBezTo>
                    <a:pt x="6444" y="13881"/>
                    <a:pt x="6558" y="13320"/>
                    <a:pt x="6496" y="12886"/>
                  </a:cubicBezTo>
                  <a:lnTo>
                    <a:pt x="6496" y="12886"/>
                  </a:lnTo>
                  <a:cubicBezTo>
                    <a:pt x="6629" y="12964"/>
                    <a:pt x="6851" y="13072"/>
                    <a:pt x="7073" y="13072"/>
                  </a:cubicBezTo>
                  <a:cubicBezTo>
                    <a:pt x="7139" y="13072"/>
                    <a:pt x="7206" y="13063"/>
                    <a:pt x="7270" y="13039"/>
                  </a:cubicBezTo>
                  <a:cubicBezTo>
                    <a:pt x="7446" y="12977"/>
                    <a:pt x="7573" y="12824"/>
                    <a:pt x="7648" y="12582"/>
                  </a:cubicBezTo>
                  <a:cubicBezTo>
                    <a:pt x="7844" y="11946"/>
                    <a:pt x="7541" y="11195"/>
                    <a:pt x="7146" y="10715"/>
                  </a:cubicBezTo>
                  <a:cubicBezTo>
                    <a:pt x="7505" y="10578"/>
                    <a:pt x="7789" y="10209"/>
                    <a:pt x="7632" y="9661"/>
                  </a:cubicBezTo>
                  <a:cubicBezTo>
                    <a:pt x="7577" y="9452"/>
                    <a:pt x="7479" y="9259"/>
                    <a:pt x="7345" y="9093"/>
                  </a:cubicBezTo>
                  <a:cubicBezTo>
                    <a:pt x="7753" y="8943"/>
                    <a:pt x="8305" y="8427"/>
                    <a:pt x="8562" y="7781"/>
                  </a:cubicBezTo>
                  <a:cubicBezTo>
                    <a:pt x="8703" y="7425"/>
                    <a:pt x="8807" y="6890"/>
                    <a:pt x="8510" y="6364"/>
                  </a:cubicBezTo>
                  <a:cubicBezTo>
                    <a:pt x="8250" y="5906"/>
                    <a:pt x="7917" y="5777"/>
                    <a:pt x="7625" y="5777"/>
                  </a:cubicBezTo>
                  <a:cubicBezTo>
                    <a:pt x="7495" y="5777"/>
                    <a:pt x="7373" y="5802"/>
                    <a:pt x="7270" y="5835"/>
                  </a:cubicBezTo>
                  <a:cubicBezTo>
                    <a:pt x="7564" y="5454"/>
                    <a:pt x="7802" y="4954"/>
                    <a:pt x="7697" y="4700"/>
                  </a:cubicBezTo>
                  <a:cubicBezTo>
                    <a:pt x="7655" y="4602"/>
                    <a:pt x="7573" y="4546"/>
                    <a:pt x="7449" y="4533"/>
                  </a:cubicBezTo>
                  <a:cubicBezTo>
                    <a:pt x="7426" y="4530"/>
                    <a:pt x="7403" y="4529"/>
                    <a:pt x="7380" y="4529"/>
                  </a:cubicBezTo>
                  <a:cubicBezTo>
                    <a:pt x="7277" y="4529"/>
                    <a:pt x="7178" y="4558"/>
                    <a:pt x="7090" y="4611"/>
                  </a:cubicBezTo>
                  <a:cubicBezTo>
                    <a:pt x="7208" y="4076"/>
                    <a:pt x="7312" y="3214"/>
                    <a:pt x="7035" y="3012"/>
                  </a:cubicBezTo>
                  <a:cubicBezTo>
                    <a:pt x="6994" y="2983"/>
                    <a:pt x="6949" y="2969"/>
                    <a:pt x="6898" y="2969"/>
                  </a:cubicBezTo>
                  <a:cubicBezTo>
                    <a:pt x="6822" y="2969"/>
                    <a:pt x="6733" y="3001"/>
                    <a:pt x="6633" y="3064"/>
                  </a:cubicBezTo>
                  <a:cubicBezTo>
                    <a:pt x="6503" y="3143"/>
                    <a:pt x="6382" y="3244"/>
                    <a:pt x="6281" y="3355"/>
                  </a:cubicBezTo>
                  <a:cubicBezTo>
                    <a:pt x="6274" y="2676"/>
                    <a:pt x="6144" y="1844"/>
                    <a:pt x="5791" y="1618"/>
                  </a:cubicBezTo>
                  <a:cubicBezTo>
                    <a:pt x="5726" y="1578"/>
                    <a:pt x="5656" y="1558"/>
                    <a:pt x="5582" y="1558"/>
                  </a:cubicBezTo>
                  <a:cubicBezTo>
                    <a:pt x="5511" y="1558"/>
                    <a:pt x="5435" y="1577"/>
                    <a:pt x="5357" y="1615"/>
                  </a:cubicBezTo>
                  <a:cubicBezTo>
                    <a:pt x="5204" y="1687"/>
                    <a:pt x="5063" y="1788"/>
                    <a:pt x="4952" y="1912"/>
                  </a:cubicBezTo>
                  <a:cubicBezTo>
                    <a:pt x="4877" y="1677"/>
                    <a:pt x="4737" y="1334"/>
                    <a:pt x="4531" y="1295"/>
                  </a:cubicBezTo>
                  <a:cubicBezTo>
                    <a:pt x="4519" y="1293"/>
                    <a:pt x="4506" y="1292"/>
                    <a:pt x="4494" y="1292"/>
                  </a:cubicBezTo>
                  <a:cubicBezTo>
                    <a:pt x="4422" y="1292"/>
                    <a:pt x="4353" y="1332"/>
                    <a:pt x="4283" y="1409"/>
                  </a:cubicBezTo>
                  <a:cubicBezTo>
                    <a:pt x="4143" y="956"/>
                    <a:pt x="3875" y="571"/>
                    <a:pt x="3549" y="352"/>
                  </a:cubicBezTo>
                  <a:cubicBezTo>
                    <a:pt x="3233" y="118"/>
                    <a:pt x="2917" y="0"/>
                    <a:pt x="2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73">
              <a:extLst>
                <a:ext uri="{FF2B5EF4-FFF2-40B4-BE49-F238E27FC236}">
                  <a16:creationId xmlns:a16="http://schemas.microsoft.com/office/drawing/2014/main" id="{9424732B-4A41-BB50-7BBA-C4C8F39D889C}"/>
                </a:ext>
              </a:extLst>
            </p:cNvPr>
            <p:cNvSpPr/>
            <p:nvPr/>
          </p:nvSpPr>
          <p:spPr>
            <a:xfrm>
              <a:off x="3628975" y="2404150"/>
              <a:ext cx="337825" cy="118400"/>
            </a:xfrm>
            <a:custGeom>
              <a:avLst/>
              <a:gdLst/>
              <a:ahLst/>
              <a:cxnLst/>
              <a:rect l="l" t="t" r="r" b="b"/>
              <a:pathLst>
                <a:path w="13513" h="4736" extrusionOk="0">
                  <a:moveTo>
                    <a:pt x="44" y="0"/>
                  </a:moveTo>
                  <a:cubicBezTo>
                    <a:pt x="13" y="0"/>
                    <a:pt x="0" y="49"/>
                    <a:pt x="36" y="61"/>
                  </a:cubicBezTo>
                  <a:lnTo>
                    <a:pt x="13461" y="4732"/>
                  </a:lnTo>
                  <a:cubicBezTo>
                    <a:pt x="13462" y="4734"/>
                    <a:pt x="13464" y="4734"/>
                    <a:pt x="13466" y="4734"/>
                  </a:cubicBezTo>
                  <a:cubicBezTo>
                    <a:pt x="13467" y="4734"/>
                    <a:pt x="13469" y="4734"/>
                    <a:pt x="13470" y="4732"/>
                  </a:cubicBezTo>
                  <a:lnTo>
                    <a:pt x="13470" y="4735"/>
                  </a:lnTo>
                  <a:cubicBezTo>
                    <a:pt x="13506" y="4735"/>
                    <a:pt x="13513" y="4686"/>
                    <a:pt x="13480" y="4676"/>
                  </a:cubicBezTo>
                  <a:lnTo>
                    <a:pt x="55" y="2"/>
                  </a:lnTo>
                  <a:cubicBezTo>
                    <a:pt x="51" y="1"/>
                    <a:pt x="48" y="0"/>
                    <a:pt x="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73">
              <a:extLst>
                <a:ext uri="{FF2B5EF4-FFF2-40B4-BE49-F238E27FC236}">
                  <a16:creationId xmlns:a16="http://schemas.microsoft.com/office/drawing/2014/main" id="{76E797B4-7B88-1336-2F66-B57EF441644D}"/>
                </a:ext>
              </a:extLst>
            </p:cNvPr>
            <p:cNvSpPr/>
            <p:nvPr/>
          </p:nvSpPr>
          <p:spPr>
            <a:xfrm>
              <a:off x="3355675" y="2308900"/>
              <a:ext cx="274700" cy="96700"/>
            </a:xfrm>
            <a:custGeom>
              <a:avLst/>
              <a:gdLst/>
              <a:ahLst/>
              <a:cxnLst/>
              <a:rect l="l" t="t" r="r" b="b"/>
              <a:pathLst>
                <a:path w="10988" h="3868" extrusionOk="0">
                  <a:moveTo>
                    <a:pt x="44" y="1"/>
                  </a:moveTo>
                  <a:cubicBezTo>
                    <a:pt x="18" y="1"/>
                    <a:pt x="1" y="38"/>
                    <a:pt x="27" y="55"/>
                  </a:cubicBezTo>
                  <a:lnTo>
                    <a:pt x="3627" y="2905"/>
                  </a:lnTo>
                  <a:lnTo>
                    <a:pt x="3663" y="2856"/>
                  </a:lnTo>
                  <a:lnTo>
                    <a:pt x="206" y="124"/>
                  </a:lnTo>
                  <a:lnTo>
                    <a:pt x="10968" y="3868"/>
                  </a:lnTo>
                  <a:lnTo>
                    <a:pt x="10987" y="3809"/>
                  </a:lnTo>
                  <a:lnTo>
                    <a:pt x="56" y="3"/>
                  </a:lnTo>
                  <a:cubicBezTo>
                    <a:pt x="52" y="2"/>
                    <a:pt x="48" y="1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73">
              <a:extLst>
                <a:ext uri="{FF2B5EF4-FFF2-40B4-BE49-F238E27FC236}">
                  <a16:creationId xmlns:a16="http://schemas.microsoft.com/office/drawing/2014/main" id="{55FB20E4-EDEC-6818-B5C0-FFE2F416F02B}"/>
                </a:ext>
              </a:extLst>
            </p:cNvPr>
            <p:cNvSpPr/>
            <p:nvPr/>
          </p:nvSpPr>
          <p:spPr>
            <a:xfrm>
              <a:off x="3956000" y="2495150"/>
              <a:ext cx="61975" cy="53100"/>
            </a:xfrm>
            <a:custGeom>
              <a:avLst/>
              <a:gdLst/>
              <a:ahLst/>
              <a:cxnLst/>
              <a:rect l="l" t="t" r="r" b="b"/>
              <a:pathLst>
                <a:path w="2479" h="2124" extrusionOk="0">
                  <a:moveTo>
                    <a:pt x="1418" y="64"/>
                  </a:moveTo>
                  <a:cubicBezTo>
                    <a:pt x="1969" y="64"/>
                    <a:pt x="2420" y="511"/>
                    <a:pt x="2420" y="1063"/>
                  </a:cubicBezTo>
                  <a:cubicBezTo>
                    <a:pt x="2420" y="1666"/>
                    <a:pt x="1926" y="2065"/>
                    <a:pt x="1412" y="2065"/>
                  </a:cubicBezTo>
                  <a:cubicBezTo>
                    <a:pt x="1166" y="2065"/>
                    <a:pt x="916" y="1974"/>
                    <a:pt x="713" y="1771"/>
                  </a:cubicBezTo>
                  <a:cubicBezTo>
                    <a:pt x="83" y="1141"/>
                    <a:pt x="527" y="64"/>
                    <a:pt x="1418" y="64"/>
                  </a:cubicBezTo>
                  <a:close/>
                  <a:moveTo>
                    <a:pt x="1410" y="1"/>
                  </a:moveTo>
                  <a:cubicBezTo>
                    <a:pt x="1150" y="1"/>
                    <a:pt x="885" y="97"/>
                    <a:pt x="670" y="312"/>
                  </a:cubicBezTo>
                  <a:cubicBezTo>
                    <a:pt x="1" y="981"/>
                    <a:pt x="474" y="2123"/>
                    <a:pt x="1418" y="2123"/>
                  </a:cubicBezTo>
                  <a:cubicBezTo>
                    <a:pt x="2005" y="2123"/>
                    <a:pt x="2478" y="1650"/>
                    <a:pt x="2478" y="1063"/>
                  </a:cubicBezTo>
                  <a:cubicBezTo>
                    <a:pt x="2478" y="424"/>
                    <a:pt x="1955" y="1"/>
                    <a:pt x="14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73">
              <a:extLst>
                <a:ext uri="{FF2B5EF4-FFF2-40B4-BE49-F238E27FC236}">
                  <a16:creationId xmlns:a16="http://schemas.microsoft.com/office/drawing/2014/main" id="{8F9177C8-2714-BBA6-004A-719C4ACFF0F7}"/>
                </a:ext>
              </a:extLst>
            </p:cNvPr>
            <p:cNvSpPr/>
            <p:nvPr/>
          </p:nvSpPr>
          <p:spPr>
            <a:xfrm>
              <a:off x="4017225" y="2520975"/>
              <a:ext cx="236825" cy="1475"/>
            </a:xfrm>
            <a:custGeom>
              <a:avLst/>
              <a:gdLst/>
              <a:ahLst/>
              <a:cxnLst/>
              <a:rect l="l" t="t" r="r" b="b"/>
              <a:pathLst>
                <a:path w="9473" h="59" extrusionOk="0">
                  <a:moveTo>
                    <a:pt x="0" y="0"/>
                  </a:moveTo>
                  <a:lnTo>
                    <a:pt x="0" y="59"/>
                  </a:lnTo>
                  <a:lnTo>
                    <a:pt x="9472" y="59"/>
                  </a:lnTo>
                  <a:lnTo>
                    <a:pt x="94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73">
              <a:extLst>
                <a:ext uri="{FF2B5EF4-FFF2-40B4-BE49-F238E27FC236}">
                  <a16:creationId xmlns:a16="http://schemas.microsoft.com/office/drawing/2014/main" id="{82B23141-C6E2-3213-8E99-72CDD25257BF}"/>
                </a:ext>
              </a:extLst>
            </p:cNvPr>
            <p:cNvSpPr/>
            <p:nvPr/>
          </p:nvSpPr>
          <p:spPr>
            <a:xfrm>
              <a:off x="3159750" y="2309775"/>
              <a:ext cx="215300" cy="410650"/>
            </a:xfrm>
            <a:custGeom>
              <a:avLst/>
              <a:gdLst/>
              <a:ahLst/>
              <a:cxnLst/>
              <a:rect l="l" t="t" r="r" b="b"/>
              <a:pathLst>
                <a:path w="8612" h="16426" extrusionOk="0">
                  <a:moveTo>
                    <a:pt x="7883" y="1"/>
                  </a:moveTo>
                  <a:cubicBezTo>
                    <a:pt x="7841" y="1"/>
                    <a:pt x="7805" y="37"/>
                    <a:pt x="7766" y="105"/>
                  </a:cubicBezTo>
                  <a:lnTo>
                    <a:pt x="640" y="2498"/>
                  </a:lnTo>
                  <a:cubicBezTo>
                    <a:pt x="288" y="2498"/>
                    <a:pt x="1" y="5073"/>
                    <a:pt x="1" y="8249"/>
                  </a:cubicBezTo>
                  <a:cubicBezTo>
                    <a:pt x="1" y="11425"/>
                    <a:pt x="285" y="14004"/>
                    <a:pt x="640" y="14004"/>
                  </a:cubicBezTo>
                  <a:lnTo>
                    <a:pt x="7867" y="16425"/>
                  </a:lnTo>
                  <a:lnTo>
                    <a:pt x="7867" y="16412"/>
                  </a:lnTo>
                  <a:cubicBezTo>
                    <a:pt x="7873" y="16416"/>
                    <a:pt x="7877" y="16416"/>
                    <a:pt x="7883" y="16419"/>
                  </a:cubicBezTo>
                  <a:cubicBezTo>
                    <a:pt x="8285" y="16419"/>
                    <a:pt x="8611" y="12744"/>
                    <a:pt x="8611" y="8210"/>
                  </a:cubicBezTo>
                  <a:cubicBezTo>
                    <a:pt x="8611" y="3676"/>
                    <a:pt x="8285" y="1"/>
                    <a:pt x="78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73">
              <a:extLst>
                <a:ext uri="{FF2B5EF4-FFF2-40B4-BE49-F238E27FC236}">
                  <a16:creationId xmlns:a16="http://schemas.microsoft.com/office/drawing/2014/main" id="{4C0FB63F-5DFA-D774-1160-F25A2AA7FA56}"/>
                </a:ext>
              </a:extLst>
            </p:cNvPr>
            <p:cNvSpPr/>
            <p:nvPr/>
          </p:nvSpPr>
          <p:spPr>
            <a:xfrm>
              <a:off x="3158925" y="2309050"/>
              <a:ext cx="216850" cy="412200"/>
            </a:xfrm>
            <a:custGeom>
              <a:avLst/>
              <a:gdLst/>
              <a:ahLst/>
              <a:cxnLst/>
              <a:rect l="l" t="t" r="r" b="b"/>
              <a:pathLst>
                <a:path w="8674" h="16488" extrusionOk="0">
                  <a:moveTo>
                    <a:pt x="7916" y="59"/>
                  </a:moveTo>
                  <a:cubicBezTo>
                    <a:pt x="8047" y="59"/>
                    <a:pt x="8246" y="683"/>
                    <a:pt x="8399" y="2432"/>
                  </a:cubicBezTo>
                  <a:cubicBezTo>
                    <a:pt x="8536" y="3983"/>
                    <a:pt x="8615" y="6042"/>
                    <a:pt x="8615" y="8236"/>
                  </a:cubicBezTo>
                  <a:cubicBezTo>
                    <a:pt x="8615" y="10426"/>
                    <a:pt x="8536" y="12485"/>
                    <a:pt x="8399" y="14036"/>
                  </a:cubicBezTo>
                  <a:cubicBezTo>
                    <a:pt x="8243" y="15789"/>
                    <a:pt x="8047" y="16412"/>
                    <a:pt x="7916" y="16412"/>
                  </a:cubicBezTo>
                  <a:cubicBezTo>
                    <a:pt x="7913" y="16412"/>
                    <a:pt x="7910" y="16409"/>
                    <a:pt x="7906" y="16409"/>
                  </a:cubicBezTo>
                  <a:cubicBezTo>
                    <a:pt x="7900" y="16409"/>
                    <a:pt x="7890" y="16409"/>
                    <a:pt x="7884" y="16415"/>
                  </a:cubicBezTo>
                  <a:lnTo>
                    <a:pt x="683" y="14000"/>
                  </a:lnTo>
                  <a:lnTo>
                    <a:pt x="673" y="14000"/>
                  </a:lnTo>
                  <a:cubicBezTo>
                    <a:pt x="559" y="14000"/>
                    <a:pt x="386" y="13566"/>
                    <a:pt x="252" y="12342"/>
                  </a:cubicBezTo>
                  <a:cubicBezTo>
                    <a:pt x="131" y="11255"/>
                    <a:pt x="63" y="9812"/>
                    <a:pt x="63" y="8278"/>
                  </a:cubicBezTo>
                  <a:cubicBezTo>
                    <a:pt x="63" y="6741"/>
                    <a:pt x="128" y="5298"/>
                    <a:pt x="252" y="4211"/>
                  </a:cubicBezTo>
                  <a:cubicBezTo>
                    <a:pt x="389" y="2990"/>
                    <a:pt x="559" y="2553"/>
                    <a:pt x="673" y="2553"/>
                  </a:cubicBezTo>
                  <a:lnTo>
                    <a:pt x="683" y="2553"/>
                  </a:lnTo>
                  <a:lnTo>
                    <a:pt x="7808" y="164"/>
                  </a:lnTo>
                  <a:cubicBezTo>
                    <a:pt x="7815" y="160"/>
                    <a:pt x="7822" y="157"/>
                    <a:pt x="7825" y="151"/>
                  </a:cubicBezTo>
                  <a:cubicBezTo>
                    <a:pt x="7857" y="92"/>
                    <a:pt x="7890" y="59"/>
                    <a:pt x="7916" y="59"/>
                  </a:cubicBezTo>
                  <a:close/>
                  <a:moveTo>
                    <a:pt x="7916" y="0"/>
                  </a:moveTo>
                  <a:cubicBezTo>
                    <a:pt x="7867" y="0"/>
                    <a:pt x="7822" y="36"/>
                    <a:pt x="7779" y="111"/>
                  </a:cubicBezTo>
                  <a:lnTo>
                    <a:pt x="670" y="2497"/>
                  </a:lnTo>
                  <a:cubicBezTo>
                    <a:pt x="236" y="2520"/>
                    <a:pt x="1" y="5487"/>
                    <a:pt x="1" y="8281"/>
                  </a:cubicBezTo>
                  <a:cubicBezTo>
                    <a:pt x="1" y="11072"/>
                    <a:pt x="236" y="14039"/>
                    <a:pt x="670" y="14065"/>
                  </a:cubicBezTo>
                  <a:lnTo>
                    <a:pt x="7890" y="16487"/>
                  </a:lnTo>
                  <a:lnTo>
                    <a:pt x="7900" y="16487"/>
                  </a:lnTo>
                  <a:cubicBezTo>
                    <a:pt x="7906" y="16487"/>
                    <a:pt x="7913" y="16487"/>
                    <a:pt x="7919" y="16484"/>
                  </a:cubicBezTo>
                  <a:lnTo>
                    <a:pt x="7923" y="16477"/>
                  </a:lnTo>
                  <a:cubicBezTo>
                    <a:pt x="8138" y="16464"/>
                    <a:pt x="8321" y="15645"/>
                    <a:pt x="8461" y="14046"/>
                  </a:cubicBezTo>
                  <a:cubicBezTo>
                    <a:pt x="8598" y="12495"/>
                    <a:pt x="8673" y="10432"/>
                    <a:pt x="8673" y="8239"/>
                  </a:cubicBezTo>
                  <a:cubicBezTo>
                    <a:pt x="8673" y="6045"/>
                    <a:pt x="8598" y="3983"/>
                    <a:pt x="8461" y="2432"/>
                  </a:cubicBezTo>
                  <a:cubicBezTo>
                    <a:pt x="8318" y="816"/>
                    <a:pt x="8135" y="0"/>
                    <a:pt x="79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73">
              <a:extLst>
                <a:ext uri="{FF2B5EF4-FFF2-40B4-BE49-F238E27FC236}">
                  <a16:creationId xmlns:a16="http://schemas.microsoft.com/office/drawing/2014/main" id="{9295AA5A-3B51-F713-4DEB-E6E2A6DD0837}"/>
                </a:ext>
              </a:extLst>
            </p:cNvPr>
            <p:cNvSpPr/>
            <p:nvPr/>
          </p:nvSpPr>
          <p:spPr>
            <a:xfrm>
              <a:off x="3288925" y="2284900"/>
              <a:ext cx="86125" cy="460400"/>
            </a:xfrm>
            <a:custGeom>
              <a:avLst/>
              <a:gdLst/>
              <a:ahLst/>
              <a:cxnLst/>
              <a:rect l="l" t="t" r="r" b="b"/>
              <a:pathLst>
                <a:path w="3445" h="18416" extrusionOk="0">
                  <a:moveTo>
                    <a:pt x="2628" y="0"/>
                  </a:moveTo>
                  <a:cubicBezTo>
                    <a:pt x="2582" y="0"/>
                    <a:pt x="2540" y="43"/>
                    <a:pt x="2497" y="121"/>
                  </a:cubicBezTo>
                  <a:lnTo>
                    <a:pt x="888" y="660"/>
                  </a:lnTo>
                  <a:cubicBezTo>
                    <a:pt x="350" y="839"/>
                    <a:pt x="14" y="1365"/>
                    <a:pt x="76" y="1926"/>
                  </a:cubicBezTo>
                  <a:cubicBezTo>
                    <a:pt x="268" y="3610"/>
                    <a:pt x="392" y="6244"/>
                    <a:pt x="392" y="9202"/>
                  </a:cubicBezTo>
                  <a:cubicBezTo>
                    <a:pt x="392" y="12211"/>
                    <a:pt x="265" y="14884"/>
                    <a:pt x="66" y="16562"/>
                  </a:cubicBezTo>
                  <a:cubicBezTo>
                    <a:pt x="1" y="17127"/>
                    <a:pt x="340" y="17655"/>
                    <a:pt x="879" y="17835"/>
                  </a:cubicBezTo>
                  <a:lnTo>
                    <a:pt x="2608" y="18416"/>
                  </a:lnTo>
                  <a:lnTo>
                    <a:pt x="2608" y="18400"/>
                  </a:lnTo>
                  <a:cubicBezTo>
                    <a:pt x="2615" y="18403"/>
                    <a:pt x="2622" y="18406"/>
                    <a:pt x="2628" y="18406"/>
                  </a:cubicBezTo>
                  <a:cubicBezTo>
                    <a:pt x="3078" y="18406"/>
                    <a:pt x="3444" y="14284"/>
                    <a:pt x="3444" y="9202"/>
                  </a:cubicBezTo>
                  <a:cubicBezTo>
                    <a:pt x="3444" y="4120"/>
                    <a:pt x="3075" y="0"/>
                    <a:pt x="26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73">
              <a:extLst>
                <a:ext uri="{FF2B5EF4-FFF2-40B4-BE49-F238E27FC236}">
                  <a16:creationId xmlns:a16="http://schemas.microsoft.com/office/drawing/2014/main" id="{D1C2B3CA-0595-A556-37C6-53ADB64A978C}"/>
                </a:ext>
              </a:extLst>
            </p:cNvPr>
            <p:cNvSpPr/>
            <p:nvPr/>
          </p:nvSpPr>
          <p:spPr>
            <a:xfrm>
              <a:off x="3288200" y="2284150"/>
              <a:ext cx="87575" cy="461950"/>
            </a:xfrm>
            <a:custGeom>
              <a:avLst/>
              <a:gdLst/>
              <a:ahLst/>
              <a:cxnLst/>
              <a:rect l="l" t="t" r="r" b="b"/>
              <a:pathLst>
                <a:path w="3503" h="18478" extrusionOk="0">
                  <a:moveTo>
                    <a:pt x="2657" y="60"/>
                  </a:moveTo>
                  <a:cubicBezTo>
                    <a:pt x="2729" y="60"/>
                    <a:pt x="2983" y="252"/>
                    <a:pt x="3202" y="2726"/>
                  </a:cubicBezTo>
                  <a:cubicBezTo>
                    <a:pt x="3359" y="4463"/>
                    <a:pt x="3444" y="6774"/>
                    <a:pt x="3444" y="9232"/>
                  </a:cubicBezTo>
                  <a:cubicBezTo>
                    <a:pt x="3444" y="11689"/>
                    <a:pt x="3359" y="14000"/>
                    <a:pt x="3202" y="15737"/>
                  </a:cubicBezTo>
                  <a:cubicBezTo>
                    <a:pt x="2983" y="18208"/>
                    <a:pt x="2729" y="18404"/>
                    <a:pt x="2657" y="18404"/>
                  </a:cubicBezTo>
                  <a:lnTo>
                    <a:pt x="2647" y="18400"/>
                  </a:lnTo>
                  <a:cubicBezTo>
                    <a:pt x="2645" y="18399"/>
                    <a:pt x="2642" y="18399"/>
                    <a:pt x="2639" y="18399"/>
                  </a:cubicBezTo>
                  <a:cubicBezTo>
                    <a:pt x="2632" y="18399"/>
                    <a:pt x="2626" y="18402"/>
                    <a:pt x="2621" y="18407"/>
                  </a:cubicBezTo>
                  <a:lnTo>
                    <a:pt x="917" y="17836"/>
                  </a:lnTo>
                  <a:cubicBezTo>
                    <a:pt x="395" y="17659"/>
                    <a:pt x="65" y="17144"/>
                    <a:pt x="127" y="16595"/>
                  </a:cubicBezTo>
                  <a:cubicBezTo>
                    <a:pt x="333" y="14836"/>
                    <a:pt x="454" y="12153"/>
                    <a:pt x="454" y="9232"/>
                  </a:cubicBezTo>
                  <a:cubicBezTo>
                    <a:pt x="454" y="6366"/>
                    <a:pt x="336" y="3712"/>
                    <a:pt x="134" y="1953"/>
                  </a:cubicBezTo>
                  <a:cubicBezTo>
                    <a:pt x="75" y="1408"/>
                    <a:pt x="405" y="892"/>
                    <a:pt x="927" y="719"/>
                  </a:cubicBezTo>
                  <a:lnTo>
                    <a:pt x="2533" y="180"/>
                  </a:lnTo>
                  <a:cubicBezTo>
                    <a:pt x="2543" y="177"/>
                    <a:pt x="2549" y="171"/>
                    <a:pt x="2553" y="164"/>
                  </a:cubicBezTo>
                  <a:cubicBezTo>
                    <a:pt x="2589" y="99"/>
                    <a:pt x="2628" y="60"/>
                    <a:pt x="2657" y="60"/>
                  </a:cubicBezTo>
                  <a:close/>
                  <a:moveTo>
                    <a:pt x="2657" y="1"/>
                  </a:moveTo>
                  <a:cubicBezTo>
                    <a:pt x="2602" y="1"/>
                    <a:pt x="2553" y="40"/>
                    <a:pt x="2504" y="125"/>
                  </a:cubicBezTo>
                  <a:lnTo>
                    <a:pt x="908" y="660"/>
                  </a:lnTo>
                  <a:cubicBezTo>
                    <a:pt x="359" y="846"/>
                    <a:pt x="13" y="1385"/>
                    <a:pt x="75" y="1959"/>
                  </a:cubicBezTo>
                  <a:cubicBezTo>
                    <a:pt x="274" y="3719"/>
                    <a:pt x="392" y="6369"/>
                    <a:pt x="392" y="9232"/>
                  </a:cubicBezTo>
                  <a:cubicBezTo>
                    <a:pt x="392" y="12153"/>
                    <a:pt x="271" y="14836"/>
                    <a:pt x="65" y="16589"/>
                  </a:cubicBezTo>
                  <a:cubicBezTo>
                    <a:pt x="0" y="17166"/>
                    <a:pt x="346" y="17708"/>
                    <a:pt x="898" y="17894"/>
                  </a:cubicBezTo>
                  <a:lnTo>
                    <a:pt x="2631" y="18475"/>
                  </a:lnTo>
                  <a:cubicBezTo>
                    <a:pt x="2631" y="18477"/>
                    <a:pt x="2633" y="18478"/>
                    <a:pt x="2635" y="18478"/>
                  </a:cubicBezTo>
                  <a:cubicBezTo>
                    <a:pt x="2637" y="18478"/>
                    <a:pt x="2639" y="18477"/>
                    <a:pt x="2641" y="18475"/>
                  </a:cubicBezTo>
                  <a:cubicBezTo>
                    <a:pt x="2644" y="18475"/>
                    <a:pt x="2651" y="18475"/>
                    <a:pt x="2657" y="18472"/>
                  </a:cubicBezTo>
                  <a:lnTo>
                    <a:pt x="2660" y="18466"/>
                  </a:lnTo>
                  <a:cubicBezTo>
                    <a:pt x="2902" y="18452"/>
                    <a:pt x="3104" y="17539"/>
                    <a:pt x="3264" y="15743"/>
                  </a:cubicBezTo>
                  <a:cubicBezTo>
                    <a:pt x="3418" y="14004"/>
                    <a:pt x="3502" y="11693"/>
                    <a:pt x="3502" y="9232"/>
                  </a:cubicBezTo>
                  <a:cubicBezTo>
                    <a:pt x="3502" y="6774"/>
                    <a:pt x="3418" y="4463"/>
                    <a:pt x="3264" y="2723"/>
                  </a:cubicBezTo>
                  <a:cubicBezTo>
                    <a:pt x="3104" y="915"/>
                    <a:pt x="2902" y="1"/>
                    <a:pt x="2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73">
              <a:extLst>
                <a:ext uri="{FF2B5EF4-FFF2-40B4-BE49-F238E27FC236}">
                  <a16:creationId xmlns:a16="http://schemas.microsoft.com/office/drawing/2014/main" id="{CFFDB1F5-E0D4-C15B-69D7-EB5DB2263FDB}"/>
                </a:ext>
              </a:extLst>
            </p:cNvPr>
            <p:cNvSpPr/>
            <p:nvPr/>
          </p:nvSpPr>
          <p:spPr>
            <a:xfrm>
              <a:off x="3355925" y="2520975"/>
              <a:ext cx="610075" cy="200025"/>
            </a:xfrm>
            <a:custGeom>
              <a:avLst/>
              <a:gdLst/>
              <a:ahLst/>
              <a:cxnLst/>
              <a:rect l="l" t="t" r="r" b="b"/>
              <a:pathLst>
                <a:path w="24403" h="8001" extrusionOk="0">
                  <a:moveTo>
                    <a:pt x="24383" y="0"/>
                  </a:moveTo>
                  <a:lnTo>
                    <a:pt x="307" y="7850"/>
                  </a:lnTo>
                  <a:lnTo>
                    <a:pt x="3871" y="5797"/>
                  </a:lnTo>
                  <a:lnTo>
                    <a:pt x="3842" y="5745"/>
                  </a:lnTo>
                  <a:lnTo>
                    <a:pt x="20" y="7945"/>
                  </a:lnTo>
                  <a:cubicBezTo>
                    <a:pt x="7" y="7951"/>
                    <a:pt x="0" y="7968"/>
                    <a:pt x="7" y="7984"/>
                  </a:cubicBezTo>
                  <a:cubicBezTo>
                    <a:pt x="13" y="7994"/>
                    <a:pt x="23" y="8000"/>
                    <a:pt x="36" y="8000"/>
                  </a:cubicBezTo>
                  <a:lnTo>
                    <a:pt x="43" y="8000"/>
                  </a:lnTo>
                  <a:lnTo>
                    <a:pt x="24402" y="59"/>
                  </a:lnTo>
                  <a:lnTo>
                    <a:pt x="243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73">
              <a:extLst>
                <a:ext uri="{FF2B5EF4-FFF2-40B4-BE49-F238E27FC236}">
                  <a16:creationId xmlns:a16="http://schemas.microsoft.com/office/drawing/2014/main" id="{63B977AF-A026-DF77-CCA7-B389F72E69B7}"/>
                </a:ext>
              </a:extLst>
            </p:cNvPr>
            <p:cNvSpPr/>
            <p:nvPr/>
          </p:nvSpPr>
          <p:spPr>
            <a:xfrm>
              <a:off x="3170775" y="2311500"/>
              <a:ext cx="193975" cy="63500"/>
            </a:xfrm>
            <a:custGeom>
              <a:avLst/>
              <a:gdLst/>
              <a:ahLst/>
              <a:cxnLst/>
              <a:rect l="l" t="t" r="r" b="b"/>
              <a:pathLst>
                <a:path w="7759" h="2540" extrusionOk="0">
                  <a:moveTo>
                    <a:pt x="7733" y="0"/>
                  </a:moveTo>
                  <a:lnTo>
                    <a:pt x="4906" y="1241"/>
                  </a:lnTo>
                  <a:cubicBezTo>
                    <a:pt x="4903" y="1241"/>
                    <a:pt x="4900" y="1244"/>
                    <a:pt x="4896" y="1244"/>
                  </a:cubicBezTo>
                  <a:lnTo>
                    <a:pt x="4456" y="1636"/>
                  </a:lnTo>
                  <a:lnTo>
                    <a:pt x="0" y="2478"/>
                  </a:lnTo>
                  <a:lnTo>
                    <a:pt x="10" y="2540"/>
                  </a:lnTo>
                  <a:lnTo>
                    <a:pt x="4478" y="1694"/>
                  </a:lnTo>
                  <a:cubicBezTo>
                    <a:pt x="4482" y="1694"/>
                    <a:pt x="4488" y="1691"/>
                    <a:pt x="4491" y="1688"/>
                  </a:cubicBezTo>
                  <a:lnTo>
                    <a:pt x="4935" y="1293"/>
                  </a:lnTo>
                  <a:lnTo>
                    <a:pt x="7759" y="56"/>
                  </a:lnTo>
                  <a:lnTo>
                    <a:pt x="7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73">
              <a:extLst>
                <a:ext uri="{FF2B5EF4-FFF2-40B4-BE49-F238E27FC236}">
                  <a16:creationId xmlns:a16="http://schemas.microsoft.com/office/drawing/2014/main" id="{AC6F73AA-629D-FA00-7A7C-A10AF7D0DA44}"/>
                </a:ext>
              </a:extLst>
            </p:cNvPr>
            <p:cNvSpPr/>
            <p:nvPr/>
          </p:nvSpPr>
          <p:spPr>
            <a:xfrm>
              <a:off x="3158925" y="2450450"/>
              <a:ext cx="198575" cy="270800"/>
            </a:xfrm>
            <a:custGeom>
              <a:avLst/>
              <a:gdLst/>
              <a:ahLst/>
              <a:cxnLst/>
              <a:rect l="l" t="t" r="r" b="b"/>
              <a:pathLst>
                <a:path w="7943" h="10832" extrusionOk="0">
                  <a:moveTo>
                    <a:pt x="97" y="1"/>
                  </a:moveTo>
                  <a:cubicBezTo>
                    <a:pt x="83" y="1"/>
                    <a:pt x="73" y="13"/>
                    <a:pt x="73" y="27"/>
                  </a:cubicBezTo>
                  <a:cubicBezTo>
                    <a:pt x="27" y="840"/>
                    <a:pt x="1" y="1711"/>
                    <a:pt x="1" y="2625"/>
                  </a:cubicBezTo>
                  <a:cubicBezTo>
                    <a:pt x="1" y="5419"/>
                    <a:pt x="236" y="8386"/>
                    <a:pt x="670" y="8409"/>
                  </a:cubicBezTo>
                  <a:lnTo>
                    <a:pt x="4375" y="9571"/>
                  </a:lnTo>
                  <a:lnTo>
                    <a:pt x="5249" y="10103"/>
                  </a:lnTo>
                  <a:lnTo>
                    <a:pt x="5259" y="10106"/>
                  </a:lnTo>
                  <a:lnTo>
                    <a:pt x="7893" y="10831"/>
                  </a:lnTo>
                  <a:lnTo>
                    <a:pt x="7900" y="10831"/>
                  </a:lnTo>
                  <a:cubicBezTo>
                    <a:pt x="7936" y="10831"/>
                    <a:pt x="7942" y="10779"/>
                    <a:pt x="7906" y="10772"/>
                  </a:cubicBezTo>
                  <a:lnTo>
                    <a:pt x="5279" y="10048"/>
                  </a:lnTo>
                  <a:lnTo>
                    <a:pt x="4404" y="9516"/>
                  </a:lnTo>
                  <a:cubicBezTo>
                    <a:pt x="4401" y="9516"/>
                    <a:pt x="4398" y="9516"/>
                    <a:pt x="4398" y="9512"/>
                  </a:cubicBezTo>
                  <a:lnTo>
                    <a:pt x="683" y="8347"/>
                  </a:lnTo>
                  <a:lnTo>
                    <a:pt x="673" y="8347"/>
                  </a:lnTo>
                  <a:cubicBezTo>
                    <a:pt x="559" y="8347"/>
                    <a:pt x="386" y="7913"/>
                    <a:pt x="252" y="6689"/>
                  </a:cubicBezTo>
                  <a:cubicBezTo>
                    <a:pt x="131" y="5602"/>
                    <a:pt x="63" y="4159"/>
                    <a:pt x="63" y="2625"/>
                  </a:cubicBezTo>
                  <a:cubicBezTo>
                    <a:pt x="63" y="1715"/>
                    <a:pt x="86" y="840"/>
                    <a:pt x="131" y="34"/>
                  </a:cubicBezTo>
                  <a:cubicBezTo>
                    <a:pt x="131" y="14"/>
                    <a:pt x="122" y="1"/>
                    <a:pt x="102" y="1"/>
                  </a:cubicBezTo>
                  <a:cubicBezTo>
                    <a:pt x="100" y="1"/>
                    <a:pt x="99" y="1"/>
                    <a:pt x="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73">
              <a:extLst>
                <a:ext uri="{FF2B5EF4-FFF2-40B4-BE49-F238E27FC236}">
                  <a16:creationId xmlns:a16="http://schemas.microsoft.com/office/drawing/2014/main" id="{53CDF8A5-15FA-F351-5B23-CCF2FF0D0ED6}"/>
                </a:ext>
              </a:extLst>
            </p:cNvPr>
            <p:cNvSpPr/>
            <p:nvPr/>
          </p:nvSpPr>
          <p:spPr>
            <a:xfrm>
              <a:off x="3085325" y="2517250"/>
              <a:ext cx="301475" cy="140225"/>
            </a:xfrm>
            <a:custGeom>
              <a:avLst/>
              <a:gdLst/>
              <a:ahLst/>
              <a:cxnLst/>
              <a:rect l="l" t="t" r="r" b="b"/>
              <a:pathLst>
                <a:path w="12059" h="5609" extrusionOk="0">
                  <a:moveTo>
                    <a:pt x="11191" y="1"/>
                  </a:moveTo>
                  <a:cubicBezTo>
                    <a:pt x="11071" y="1"/>
                    <a:pt x="10943" y="55"/>
                    <a:pt x="10814" y="192"/>
                  </a:cubicBezTo>
                  <a:cubicBezTo>
                    <a:pt x="10171" y="877"/>
                    <a:pt x="10171" y="1125"/>
                    <a:pt x="10171" y="1125"/>
                  </a:cubicBezTo>
                  <a:cubicBezTo>
                    <a:pt x="10171" y="1125"/>
                    <a:pt x="10059" y="266"/>
                    <a:pt x="9705" y="266"/>
                  </a:cubicBezTo>
                  <a:cubicBezTo>
                    <a:pt x="9651" y="266"/>
                    <a:pt x="9591" y="286"/>
                    <a:pt x="9525" y="332"/>
                  </a:cubicBezTo>
                  <a:cubicBezTo>
                    <a:pt x="9032" y="681"/>
                    <a:pt x="9130" y="978"/>
                    <a:pt x="9130" y="978"/>
                  </a:cubicBezTo>
                  <a:cubicBezTo>
                    <a:pt x="9130" y="978"/>
                    <a:pt x="8370" y="99"/>
                    <a:pt x="7540" y="99"/>
                  </a:cubicBezTo>
                  <a:cubicBezTo>
                    <a:pt x="7170" y="99"/>
                    <a:pt x="6787" y="274"/>
                    <a:pt x="6450" y="779"/>
                  </a:cubicBezTo>
                  <a:cubicBezTo>
                    <a:pt x="6450" y="779"/>
                    <a:pt x="6398" y="775"/>
                    <a:pt x="6321" y="775"/>
                  </a:cubicBezTo>
                  <a:cubicBezTo>
                    <a:pt x="6026" y="775"/>
                    <a:pt x="5363" y="836"/>
                    <a:pt x="5755" y="1422"/>
                  </a:cubicBezTo>
                  <a:cubicBezTo>
                    <a:pt x="5755" y="1422"/>
                    <a:pt x="5603" y="1406"/>
                    <a:pt x="5405" y="1406"/>
                  </a:cubicBezTo>
                  <a:cubicBezTo>
                    <a:pt x="5005" y="1406"/>
                    <a:pt x="4417" y="1472"/>
                    <a:pt x="4515" y="1869"/>
                  </a:cubicBezTo>
                  <a:cubicBezTo>
                    <a:pt x="4569" y="2085"/>
                    <a:pt x="4630" y="2216"/>
                    <a:pt x="4685" y="2295"/>
                  </a:cubicBezTo>
                  <a:lnTo>
                    <a:pt x="4685" y="2295"/>
                  </a:lnTo>
                  <a:cubicBezTo>
                    <a:pt x="4424" y="2134"/>
                    <a:pt x="3917" y="1868"/>
                    <a:pt x="3413" y="1868"/>
                  </a:cubicBezTo>
                  <a:cubicBezTo>
                    <a:pt x="3138" y="1868"/>
                    <a:pt x="2864" y="1948"/>
                    <a:pt x="2632" y="2166"/>
                  </a:cubicBezTo>
                  <a:cubicBezTo>
                    <a:pt x="2632" y="2166"/>
                    <a:pt x="2137" y="2029"/>
                    <a:pt x="1574" y="2029"/>
                  </a:cubicBezTo>
                  <a:cubicBezTo>
                    <a:pt x="1067" y="2029"/>
                    <a:pt x="505" y="2141"/>
                    <a:pt x="200" y="2565"/>
                  </a:cubicBezTo>
                  <a:cubicBezTo>
                    <a:pt x="200" y="2565"/>
                    <a:pt x="1" y="3358"/>
                    <a:pt x="944" y="3459"/>
                  </a:cubicBezTo>
                  <a:cubicBezTo>
                    <a:pt x="1130" y="3478"/>
                    <a:pt x="1301" y="3486"/>
                    <a:pt x="1455" y="3486"/>
                  </a:cubicBezTo>
                  <a:cubicBezTo>
                    <a:pt x="2081" y="3486"/>
                    <a:pt x="2432" y="3358"/>
                    <a:pt x="2432" y="3358"/>
                  </a:cubicBezTo>
                  <a:lnTo>
                    <a:pt x="2432" y="3358"/>
                  </a:lnTo>
                  <a:cubicBezTo>
                    <a:pt x="2432" y="3358"/>
                    <a:pt x="2396" y="3904"/>
                    <a:pt x="2635" y="3904"/>
                  </a:cubicBezTo>
                  <a:cubicBezTo>
                    <a:pt x="2675" y="3904"/>
                    <a:pt x="2722" y="3889"/>
                    <a:pt x="2778" y="3854"/>
                  </a:cubicBezTo>
                  <a:cubicBezTo>
                    <a:pt x="2994" y="3727"/>
                    <a:pt x="3193" y="3576"/>
                    <a:pt x="3376" y="3407"/>
                  </a:cubicBezTo>
                  <a:cubicBezTo>
                    <a:pt x="3376" y="3407"/>
                    <a:pt x="3376" y="3952"/>
                    <a:pt x="4417" y="4151"/>
                  </a:cubicBezTo>
                  <a:cubicBezTo>
                    <a:pt x="4521" y="4171"/>
                    <a:pt x="4622" y="4180"/>
                    <a:pt x="4718" y="4180"/>
                  </a:cubicBezTo>
                  <a:cubicBezTo>
                    <a:pt x="5581" y="4180"/>
                    <a:pt x="6104" y="3456"/>
                    <a:pt x="6104" y="3456"/>
                  </a:cubicBezTo>
                  <a:lnTo>
                    <a:pt x="6104" y="3456"/>
                  </a:lnTo>
                  <a:cubicBezTo>
                    <a:pt x="6104" y="3456"/>
                    <a:pt x="5458" y="4598"/>
                    <a:pt x="6849" y="4947"/>
                  </a:cubicBezTo>
                  <a:cubicBezTo>
                    <a:pt x="7013" y="4988"/>
                    <a:pt x="7165" y="5006"/>
                    <a:pt x="7305" y="5006"/>
                  </a:cubicBezTo>
                  <a:cubicBezTo>
                    <a:pt x="8350" y="5006"/>
                    <a:pt x="8735" y="4004"/>
                    <a:pt x="8735" y="4004"/>
                  </a:cubicBezTo>
                  <a:cubicBezTo>
                    <a:pt x="8735" y="4004"/>
                    <a:pt x="9051" y="4677"/>
                    <a:pt x="9295" y="4677"/>
                  </a:cubicBezTo>
                  <a:cubicBezTo>
                    <a:pt x="9324" y="4677"/>
                    <a:pt x="9352" y="4668"/>
                    <a:pt x="9378" y="4647"/>
                  </a:cubicBezTo>
                  <a:cubicBezTo>
                    <a:pt x="9626" y="4448"/>
                    <a:pt x="9861" y="4056"/>
                    <a:pt x="9861" y="4056"/>
                  </a:cubicBezTo>
                  <a:cubicBezTo>
                    <a:pt x="9861" y="4056"/>
                    <a:pt x="10430" y="5608"/>
                    <a:pt x="11479" y="5608"/>
                  </a:cubicBezTo>
                  <a:cubicBezTo>
                    <a:pt x="11600" y="5608"/>
                    <a:pt x="11728" y="5588"/>
                    <a:pt x="11862" y="5541"/>
                  </a:cubicBezTo>
                  <a:lnTo>
                    <a:pt x="12058" y="877"/>
                  </a:lnTo>
                  <a:cubicBezTo>
                    <a:pt x="12058" y="877"/>
                    <a:pt x="11675" y="1"/>
                    <a:pt x="111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73">
              <a:extLst>
                <a:ext uri="{FF2B5EF4-FFF2-40B4-BE49-F238E27FC236}">
                  <a16:creationId xmlns:a16="http://schemas.microsoft.com/office/drawing/2014/main" id="{F1F23512-B160-2878-9679-F12F2BBD6632}"/>
                </a:ext>
              </a:extLst>
            </p:cNvPr>
            <p:cNvSpPr/>
            <p:nvPr/>
          </p:nvSpPr>
          <p:spPr>
            <a:xfrm>
              <a:off x="3085325" y="2576625"/>
              <a:ext cx="152625" cy="48500"/>
            </a:xfrm>
            <a:custGeom>
              <a:avLst/>
              <a:gdLst/>
              <a:ahLst/>
              <a:cxnLst/>
              <a:rect l="l" t="t" r="r" b="b"/>
              <a:pathLst>
                <a:path w="6105" h="1940" extrusionOk="0">
                  <a:moveTo>
                    <a:pt x="6036" y="1165"/>
                  </a:moveTo>
                  <a:cubicBezTo>
                    <a:pt x="5824" y="728"/>
                    <a:pt x="6104" y="229"/>
                    <a:pt x="6104" y="229"/>
                  </a:cubicBezTo>
                  <a:cubicBezTo>
                    <a:pt x="6104" y="229"/>
                    <a:pt x="5458" y="1120"/>
                    <a:pt x="4417" y="921"/>
                  </a:cubicBezTo>
                  <a:cubicBezTo>
                    <a:pt x="3372" y="722"/>
                    <a:pt x="3372" y="176"/>
                    <a:pt x="3372" y="176"/>
                  </a:cubicBezTo>
                  <a:cubicBezTo>
                    <a:pt x="3190" y="346"/>
                    <a:pt x="2991" y="496"/>
                    <a:pt x="2778" y="624"/>
                  </a:cubicBezTo>
                  <a:cubicBezTo>
                    <a:pt x="2380" y="872"/>
                    <a:pt x="2432" y="128"/>
                    <a:pt x="2432" y="128"/>
                  </a:cubicBezTo>
                  <a:cubicBezTo>
                    <a:pt x="2432" y="128"/>
                    <a:pt x="1884" y="327"/>
                    <a:pt x="944" y="225"/>
                  </a:cubicBezTo>
                  <a:cubicBezTo>
                    <a:pt x="670" y="199"/>
                    <a:pt x="494" y="108"/>
                    <a:pt x="379" y="0"/>
                  </a:cubicBezTo>
                  <a:cubicBezTo>
                    <a:pt x="311" y="56"/>
                    <a:pt x="249" y="118"/>
                    <a:pt x="197" y="190"/>
                  </a:cubicBezTo>
                  <a:cubicBezTo>
                    <a:pt x="197" y="190"/>
                    <a:pt x="1" y="983"/>
                    <a:pt x="944" y="1084"/>
                  </a:cubicBezTo>
                  <a:cubicBezTo>
                    <a:pt x="1884" y="1182"/>
                    <a:pt x="2432" y="983"/>
                    <a:pt x="2432" y="983"/>
                  </a:cubicBezTo>
                  <a:cubicBezTo>
                    <a:pt x="2432" y="983"/>
                    <a:pt x="2380" y="1727"/>
                    <a:pt x="2778" y="1479"/>
                  </a:cubicBezTo>
                  <a:cubicBezTo>
                    <a:pt x="2991" y="1352"/>
                    <a:pt x="3190" y="1201"/>
                    <a:pt x="3372" y="1032"/>
                  </a:cubicBezTo>
                  <a:cubicBezTo>
                    <a:pt x="3372" y="1032"/>
                    <a:pt x="3372" y="1577"/>
                    <a:pt x="4417" y="1776"/>
                  </a:cubicBezTo>
                  <a:cubicBezTo>
                    <a:pt x="5262" y="1939"/>
                    <a:pt x="5843" y="1381"/>
                    <a:pt x="6036" y="1165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73">
              <a:extLst>
                <a:ext uri="{FF2B5EF4-FFF2-40B4-BE49-F238E27FC236}">
                  <a16:creationId xmlns:a16="http://schemas.microsoft.com/office/drawing/2014/main" id="{42C3CD95-9D33-561E-B883-CE5A9CBC8F03}"/>
                </a:ext>
              </a:extLst>
            </p:cNvPr>
            <p:cNvSpPr/>
            <p:nvPr/>
          </p:nvSpPr>
          <p:spPr>
            <a:xfrm>
              <a:off x="3228375" y="2595950"/>
              <a:ext cx="154000" cy="71025"/>
            </a:xfrm>
            <a:custGeom>
              <a:avLst/>
              <a:gdLst/>
              <a:ahLst/>
              <a:cxnLst/>
              <a:rect l="l" t="t" r="r" b="b"/>
              <a:pathLst>
                <a:path w="6160" h="2841" extrusionOk="0">
                  <a:moveTo>
                    <a:pt x="6137" y="2393"/>
                  </a:moveTo>
                  <a:lnTo>
                    <a:pt x="6160" y="2364"/>
                  </a:lnTo>
                  <a:cubicBezTo>
                    <a:pt x="4867" y="2811"/>
                    <a:pt x="4139" y="53"/>
                    <a:pt x="4139" y="53"/>
                  </a:cubicBezTo>
                  <a:cubicBezTo>
                    <a:pt x="4139" y="53"/>
                    <a:pt x="3904" y="448"/>
                    <a:pt x="3656" y="644"/>
                  </a:cubicBezTo>
                  <a:cubicBezTo>
                    <a:pt x="3408" y="843"/>
                    <a:pt x="3010" y="1"/>
                    <a:pt x="3010" y="1"/>
                  </a:cubicBezTo>
                  <a:cubicBezTo>
                    <a:pt x="3010" y="1"/>
                    <a:pt x="2514" y="1290"/>
                    <a:pt x="1123" y="944"/>
                  </a:cubicBezTo>
                  <a:cubicBezTo>
                    <a:pt x="676" y="830"/>
                    <a:pt x="441" y="637"/>
                    <a:pt x="327" y="425"/>
                  </a:cubicBezTo>
                  <a:cubicBezTo>
                    <a:pt x="206" y="722"/>
                    <a:pt x="1" y="1519"/>
                    <a:pt x="1123" y="1799"/>
                  </a:cubicBezTo>
                  <a:cubicBezTo>
                    <a:pt x="2511" y="2145"/>
                    <a:pt x="3010" y="856"/>
                    <a:pt x="3010" y="856"/>
                  </a:cubicBezTo>
                  <a:cubicBezTo>
                    <a:pt x="3010" y="856"/>
                    <a:pt x="3408" y="1701"/>
                    <a:pt x="3656" y="1502"/>
                  </a:cubicBezTo>
                  <a:cubicBezTo>
                    <a:pt x="3904" y="1303"/>
                    <a:pt x="4139" y="908"/>
                    <a:pt x="4139" y="908"/>
                  </a:cubicBezTo>
                  <a:cubicBezTo>
                    <a:pt x="4139" y="908"/>
                    <a:pt x="4848" y="2841"/>
                    <a:pt x="6137" y="2393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73">
              <a:extLst>
                <a:ext uri="{FF2B5EF4-FFF2-40B4-BE49-F238E27FC236}">
                  <a16:creationId xmlns:a16="http://schemas.microsoft.com/office/drawing/2014/main" id="{B0BCF755-75E7-1436-F7F4-EE0E58EE7636}"/>
                </a:ext>
              </a:extLst>
            </p:cNvPr>
            <p:cNvSpPr/>
            <p:nvPr/>
          </p:nvSpPr>
          <p:spPr>
            <a:xfrm>
              <a:off x="3087525" y="2516475"/>
              <a:ext cx="300150" cy="141775"/>
            </a:xfrm>
            <a:custGeom>
              <a:avLst/>
              <a:gdLst/>
              <a:ahLst/>
              <a:cxnLst/>
              <a:rect l="l" t="t" r="r" b="b"/>
              <a:pathLst>
                <a:path w="12006" h="5671" extrusionOk="0">
                  <a:moveTo>
                    <a:pt x="11103" y="0"/>
                  </a:moveTo>
                  <a:cubicBezTo>
                    <a:pt x="10965" y="0"/>
                    <a:pt x="10834" y="68"/>
                    <a:pt x="10707" y="203"/>
                  </a:cubicBezTo>
                  <a:cubicBezTo>
                    <a:pt x="10312" y="624"/>
                    <a:pt x="10155" y="882"/>
                    <a:pt x="10093" y="1022"/>
                  </a:cubicBezTo>
                  <a:cubicBezTo>
                    <a:pt x="10051" y="807"/>
                    <a:pt x="9943" y="386"/>
                    <a:pt x="9721" y="288"/>
                  </a:cubicBezTo>
                  <a:cubicBezTo>
                    <a:pt x="9687" y="273"/>
                    <a:pt x="9652" y="265"/>
                    <a:pt x="9617" y="265"/>
                  </a:cubicBezTo>
                  <a:cubicBezTo>
                    <a:pt x="9555" y="265"/>
                    <a:pt x="9491" y="289"/>
                    <a:pt x="9424" y="337"/>
                  </a:cubicBezTo>
                  <a:cubicBezTo>
                    <a:pt x="9078" y="578"/>
                    <a:pt x="9013" y="797"/>
                    <a:pt x="9006" y="918"/>
                  </a:cubicBezTo>
                  <a:cubicBezTo>
                    <a:pt x="8808" y="710"/>
                    <a:pt x="8164" y="99"/>
                    <a:pt x="7460" y="99"/>
                  </a:cubicBezTo>
                  <a:cubicBezTo>
                    <a:pt x="7434" y="99"/>
                    <a:pt x="7407" y="100"/>
                    <a:pt x="7381" y="102"/>
                  </a:cubicBezTo>
                  <a:cubicBezTo>
                    <a:pt x="6983" y="125"/>
                    <a:pt x="6633" y="353"/>
                    <a:pt x="6349" y="777"/>
                  </a:cubicBezTo>
                  <a:cubicBezTo>
                    <a:pt x="6326" y="776"/>
                    <a:pt x="6283" y="774"/>
                    <a:pt x="6227" y="774"/>
                  </a:cubicBezTo>
                  <a:cubicBezTo>
                    <a:pt x="6027" y="774"/>
                    <a:pt x="5671" y="802"/>
                    <a:pt x="5556" y="999"/>
                  </a:cubicBezTo>
                  <a:cubicBezTo>
                    <a:pt x="5491" y="1107"/>
                    <a:pt x="5511" y="1247"/>
                    <a:pt x="5612" y="1417"/>
                  </a:cubicBezTo>
                  <a:cubicBezTo>
                    <a:pt x="5547" y="1412"/>
                    <a:pt x="5439" y="1406"/>
                    <a:pt x="5313" y="1406"/>
                  </a:cubicBezTo>
                  <a:cubicBezTo>
                    <a:pt x="5014" y="1406"/>
                    <a:pt x="4617" y="1443"/>
                    <a:pt x="4456" y="1626"/>
                  </a:cubicBezTo>
                  <a:cubicBezTo>
                    <a:pt x="4391" y="1704"/>
                    <a:pt x="4368" y="1809"/>
                    <a:pt x="4401" y="1907"/>
                  </a:cubicBezTo>
                  <a:cubicBezTo>
                    <a:pt x="4427" y="2024"/>
                    <a:pt x="4466" y="2135"/>
                    <a:pt x="4515" y="2243"/>
                  </a:cubicBezTo>
                  <a:cubicBezTo>
                    <a:pt x="4233" y="2083"/>
                    <a:pt x="3775" y="1872"/>
                    <a:pt x="3321" y="1872"/>
                  </a:cubicBezTo>
                  <a:cubicBezTo>
                    <a:pt x="3044" y="1872"/>
                    <a:pt x="2768" y="1950"/>
                    <a:pt x="2534" y="2165"/>
                  </a:cubicBezTo>
                  <a:cubicBezTo>
                    <a:pt x="2438" y="2139"/>
                    <a:pt x="1987" y="2026"/>
                    <a:pt x="1481" y="2026"/>
                  </a:cubicBezTo>
                  <a:cubicBezTo>
                    <a:pt x="969" y="2026"/>
                    <a:pt x="401" y="2141"/>
                    <a:pt x="86" y="2576"/>
                  </a:cubicBezTo>
                  <a:cubicBezTo>
                    <a:pt x="86" y="2579"/>
                    <a:pt x="82" y="2582"/>
                    <a:pt x="82" y="2586"/>
                  </a:cubicBezTo>
                  <a:cubicBezTo>
                    <a:pt x="79" y="2602"/>
                    <a:pt x="1" y="2922"/>
                    <a:pt x="187" y="3190"/>
                  </a:cubicBezTo>
                  <a:cubicBezTo>
                    <a:pt x="317" y="3376"/>
                    <a:pt x="543" y="3487"/>
                    <a:pt x="853" y="3519"/>
                  </a:cubicBezTo>
                  <a:cubicBezTo>
                    <a:pt x="1045" y="3540"/>
                    <a:pt x="1221" y="3548"/>
                    <a:pt x="1379" y="3548"/>
                  </a:cubicBezTo>
                  <a:cubicBezTo>
                    <a:pt x="1879" y="3548"/>
                    <a:pt x="2200" y="3466"/>
                    <a:pt x="2312" y="3431"/>
                  </a:cubicBezTo>
                  <a:lnTo>
                    <a:pt x="2312" y="3431"/>
                  </a:lnTo>
                  <a:cubicBezTo>
                    <a:pt x="2309" y="3549"/>
                    <a:pt x="2318" y="3855"/>
                    <a:pt x="2462" y="3944"/>
                  </a:cubicBezTo>
                  <a:cubicBezTo>
                    <a:pt x="2488" y="3959"/>
                    <a:pt x="2516" y="3967"/>
                    <a:pt x="2547" y="3967"/>
                  </a:cubicBezTo>
                  <a:cubicBezTo>
                    <a:pt x="2594" y="3967"/>
                    <a:pt x="2647" y="3948"/>
                    <a:pt x="2707" y="3911"/>
                  </a:cubicBezTo>
                  <a:cubicBezTo>
                    <a:pt x="2903" y="3790"/>
                    <a:pt x="3089" y="3653"/>
                    <a:pt x="3265" y="3503"/>
                  </a:cubicBezTo>
                  <a:cubicBezTo>
                    <a:pt x="3298" y="3656"/>
                    <a:pt x="3464" y="4051"/>
                    <a:pt x="4322" y="4214"/>
                  </a:cubicBezTo>
                  <a:cubicBezTo>
                    <a:pt x="4427" y="4234"/>
                    <a:pt x="4527" y="4243"/>
                    <a:pt x="4624" y="4243"/>
                  </a:cubicBezTo>
                  <a:cubicBezTo>
                    <a:pt x="5245" y="4243"/>
                    <a:pt x="5697" y="3874"/>
                    <a:pt x="5909" y="3660"/>
                  </a:cubicBezTo>
                  <a:lnTo>
                    <a:pt x="5909" y="3660"/>
                  </a:lnTo>
                  <a:cubicBezTo>
                    <a:pt x="5843" y="3839"/>
                    <a:pt x="5785" y="4133"/>
                    <a:pt x="5902" y="4410"/>
                  </a:cubicBezTo>
                  <a:cubicBezTo>
                    <a:pt x="6026" y="4698"/>
                    <a:pt x="6310" y="4897"/>
                    <a:pt x="6751" y="5008"/>
                  </a:cubicBezTo>
                  <a:cubicBezTo>
                    <a:pt x="6901" y="5047"/>
                    <a:pt x="7058" y="5066"/>
                    <a:pt x="7214" y="5066"/>
                  </a:cubicBezTo>
                  <a:cubicBezTo>
                    <a:pt x="8115" y="5066"/>
                    <a:pt x="8540" y="4325"/>
                    <a:pt x="8647" y="4107"/>
                  </a:cubicBezTo>
                  <a:cubicBezTo>
                    <a:pt x="8726" y="4263"/>
                    <a:pt x="8961" y="4688"/>
                    <a:pt x="9166" y="4737"/>
                  </a:cubicBezTo>
                  <a:cubicBezTo>
                    <a:pt x="9179" y="4740"/>
                    <a:pt x="9192" y="4742"/>
                    <a:pt x="9205" y="4742"/>
                  </a:cubicBezTo>
                  <a:cubicBezTo>
                    <a:pt x="9243" y="4742"/>
                    <a:pt x="9281" y="4728"/>
                    <a:pt x="9310" y="4704"/>
                  </a:cubicBezTo>
                  <a:cubicBezTo>
                    <a:pt x="9509" y="4544"/>
                    <a:pt x="9695" y="4270"/>
                    <a:pt x="9767" y="4156"/>
                  </a:cubicBezTo>
                  <a:cubicBezTo>
                    <a:pt x="9881" y="4440"/>
                    <a:pt x="10449" y="5670"/>
                    <a:pt x="11392" y="5670"/>
                  </a:cubicBezTo>
                  <a:cubicBezTo>
                    <a:pt x="11523" y="5670"/>
                    <a:pt x="11657" y="5647"/>
                    <a:pt x="11781" y="5605"/>
                  </a:cubicBezTo>
                  <a:cubicBezTo>
                    <a:pt x="11797" y="5602"/>
                    <a:pt x="11807" y="5582"/>
                    <a:pt x="11800" y="5566"/>
                  </a:cubicBezTo>
                  <a:cubicBezTo>
                    <a:pt x="11795" y="5553"/>
                    <a:pt x="11784" y="5544"/>
                    <a:pt x="11772" y="5544"/>
                  </a:cubicBezTo>
                  <a:cubicBezTo>
                    <a:pt x="11768" y="5544"/>
                    <a:pt x="11765" y="5545"/>
                    <a:pt x="11761" y="5546"/>
                  </a:cubicBezTo>
                  <a:cubicBezTo>
                    <a:pt x="11633" y="5590"/>
                    <a:pt x="11511" y="5610"/>
                    <a:pt x="11394" y="5610"/>
                  </a:cubicBezTo>
                  <a:cubicBezTo>
                    <a:pt x="10377" y="5610"/>
                    <a:pt x="9809" y="4095"/>
                    <a:pt x="9803" y="4081"/>
                  </a:cubicBezTo>
                  <a:cubicBezTo>
                    <a:pt x="9800" y="4068"/>
                    <a:pt x="9790" y="4061"/>
                    <a:pt x="9777" y="4061"/>
                  </a:cubicBezTo>
                  <a:cubicBezTo>
                    <a:pt x="9774" y="4061"/>
                    <a:pt x="9772" y="4060"/>
                    <a:pt x="9770" y="4060"/>
                  </a:cubicBezTo>
                  <a:cubicBezTo>
                    <a:pt x="9760" y="4060"/>
                    <a:pt x="9753" y="4066"/>
                    <a:pt x="9747" y="4074"/>
                  </a:cubicBezTo>
                  <a:cubicBezTo>
                    <a:pt x="9744" y="4077"/>
                    <a:pt x="9512" y="4466"/>
                    <a:pt x="9271" y="4658"/>
                  </a:cubicBezTo>
                  <a:cubicBezTo>
                    <a:pt x="9254" y="4673"/>
                    <a:pt x="9232" y="4682"/>
                    <a:pt x="9209" y="4682"/>
                  </a:cubicBezTo>
                  <a:cubicBezTo>
                    <a:pt x="9200" y="4682"/>
                    <a:pt x="9191" y="4681"/>
                    <a:pt x="9183" y="4678"/>
                  </a:cubicBezTo>
                  <a:cubicBezTo>
                    <a:pt x="8997" y="4639"/>
                    <a:pt x="8752" y="4195"/>
                    <a:pt x="8673" y="4025"/>
                  </a:cubicBezTo>
                  <a:cubicBezTo>
                    <a:pt x="8669" y="4014"/>
                    <a:pt x="8657" y="4008"/>
                    <a:pt x="8646" y="4008"/>
                  </a:cubicBezTo>
                  <a:cubicBezTo>
                    <a:pt x="8634" y="4008"/>
                    <a:pt x="8623" y="4014"/>
                    <a:pt x="8618" y="4025"/>
                  </a:cubicBezTo>
                  <a:cubicBezTo>
                    <a:pt x="8612" y="4037"/>
                    <a:pt x="8227" y="5007"/>
                    <a:pt x="7214" y="5007"/>
                  </a:cubicBezTo>
                  <a:cubicBezTo>
                    <a:pt x="7077" y="5007"/>
                    <a:pt x="6928" y="4989"/>
                    <a:pt x="6767" y="4949"/>
                  </a:cubicBezTo>
                  <a:cubicBezTo>
                    <a:pt x="6346" y="4844"/>
                    <a:pt x="6075" y="4655"/>
                    <a:pt x="5961" y="4387"/>
                  </a:cubicBezTo>
                  <a:cubicBezTo>
                    <a:pt x="5781" y="3976"/>
                    <a:pt x="6039" y="3509"/>
                    <a:pt x="6043" y="3506"/>
                  </a:cubicBezTo>
                  <a:cubicBezTo>
                    <a:pt x="6049" y="3493"/>
                    <a:pt x="6046" y="3474"/>
                    <a:pt x="6033" y="3464"/>
                  </a:cubicBezTo>
                  <a:cubicBezTo>
                    <a:pt x="6027" y="3462"/>
                    <a:pt x="6022" y="3461"/>
                    <a:pt x="6017" y="3461"/>
                  </a:cubicBezTo>
                  <a:cubicBezTo>
                    <a:pt x="6006" y="3461"/>
                    <a:pt x="5997" y="3465"/>
                    <a:pt x="5990" y="3474"/>
                  </a:cubicBezTo>
                  <a:cubicBezTo>
                    <a:pt x="5984" y="3482"/>
                    <a:pt x="5466" y="4184"/>
                    <a:pt x="4625" y="4184"/>
                  </a:cubicBezTo>
                  <a:cubicBezTo>
                    <a:pt x="4531" y="4184"/>
                    <a:pt x="4434" y="4175"/>
                    <a:pt x="4332" y="4156"/>
                  </a:cubicBezTo>
                  <a:cubicBezTo>
                    <a:pt x="3333" y="3966"/>
                    <a:pt x="3317" y="3447"/>
                    <a:pt x="3317" y="3441"/>
                  </a:cubicBezTo>
                  <a:cubicBezTo>
                    <a:pt x="3317" y="3424"/>
                    <a:pt x="3303" y="3412"/>
                    <a:pt x="3287" y="3412"/>
                  </a:cubicBezTo>
                  <a:cubicBezTo>
                    <a:pt x="3279" y="3412"/>
                    <a:pt x="3271" y="3415"/>
                    <a:pt x="3265" y="3421"/>
                  </a:cubicBezTo>
                  <a:cubicBezTo>
                    <a:pt x="3082" y="3588"/>
                    <a:pt x="2886" y="3735"/>
                    <a:pt x="2674" y="3865"/>
                  </a:cubicBezTo>
                  <a:cubicBezTo>
                    <a:pt x="2626" y="3894"/>
                    <a:pt x="2584" y="3910"/>
                    <a:pt x="2547" y="3910"/>
                  </a:cubicBezTo>
                  <a:cubicBezTo>
                    <a:pt x="2526" y="3910"/>
                    <a:pt x="2508" y="3905"/>
                    <a:pt x="2491" y="3895"/>
                  </a:cubicBezTo>
                  <a:cubicBezTo>
                    <a:pt x="2374" y="3823"/>
                    <a:pt x="2367" y="3509"/>
                    <a:pt x="2374" y="3395"/>
                  </a:cubicBezTo>
                  <a:cubicBezTo>
                    <a:pt x="2376" y="3377"/>
                    <a:pt x="2362" y="3363"/>
                    <a:pt x="2347" y="3363"/>
                  </a:cubicBezTo>
                  <a:cubicBezTo>
                    <a:pt x="2343" y="3363"/>
                    <a:pt x="2339" y="3364"/>
                    <a:pt x="2335" y="3366"/>
                  </a:cubicBezTo>
                  <a:cubicBezTo>
                    <a:pt x="2329" y="3366"/>
                    <a:pt x="1977" y="3490"/>
                    <a:pt x="1361" y="3490"/>
                  </a:cubicBezTo>
                  <a:cubicBezTo>
                    <a:pt x="1209" y="3490"/>
                    <a:pt x="1042" y="3482"/>
                    <a:pt x="859" y="3464"/>
                  </a:cubicBezTo>
                  <a:cubicBezTo>
                    <a:pt x="566" y="3431"/>
                    <a:pt x="357" y="3330"/>
                    <a:pt x="239" y="3160"/>
                  </a:cubicBezTo>
                  <a:cubicBezTo>
                    <a:pt x="79" y="2935"/>
                    <a:pt x="131" y="2654"/>
                    <a:pt x="138" y="2612"/>
                  </a:cubicBezTo>
                  <a:cubicBezTo>
                    <a:pt x="437" y="2205"/>
                    <a:pt x="987" y="2097"/>
                    <a:pt x="1485" y="2097"/>
                  </a:cubicBezTo>
                  <a:cubicBezTo>
                    <a:pt x="2037" y="2097"/>
                    <a:pt x="2525" y="2230"/>
                    <a:pt x="2534" y="2233"/>
                  </a:cubicBezTo>
                  <a:cubicBezTo>
                    <a:pt x="2536" y="2234"/>
                    <a:pt x="2539" y="2235"/>
                    <a:pt x="2542" y="2235"/>
                  </a:cubicBezTo>
                  <a:cubicBezTo>
                    <a:pt x="2550" y="2235"/>
                    <a:pt x="2558" y="2231"/>
                    <a:pt x="2563" y="2227"/>
                  </a:cubicBezTo>
                  <a:cubicBezTo>
                    <a:pt x="2788" y="2014"/>
                    <a:pt x="3055" y="1937"/>
                    <a:pt x="3324" y="1937"/>
                  </a:cubicBezTo>
                  <a:cubicBezTo>
                    <a:pt x="3818" y="1937"/>
                    <a:pt x="4319" y="2199"/>
                    <a:pt x="4577" y="2357"/>
                  </a:cubicBezTo>
                  <a:cubicBezTo>
                    <a:pt x="4653" y="2463"/>
                    <a:pt x="4722" y="2482"/>
                    <a:pt x="4758" y="2482"/>
                  </a:cubicBezTo>
                  <a:cubicBezTo>
                    <a:pt x="4770" y="2482"/>
                    <a:pt x="4779" y="2480"/>
                    <a:pt x="4783" y="2478"/>
                  </a:cubicBezTo>
                  <a:cubicBezTo>
                    <a:pt x="4792" y="2478"/>
                    <a:pt x="4802" y="2468"/>
                    <a:pt x="4806" y="2455"/>
                  </a:cubicBezTo>
                  <a:cubicBezTo>
                    <a:pt x="4806" y="2445"/>
                    <a:pt x="4802" y="2432"/>
                    <a:pt x="4792" y="2426"/>
                  </a:cubicBezTo>
                  <a:cubicBezTo>
                    <a:pt x="4789" y="2423"/>
                    <a:pt x="4727" y="2377"/>
                    <a:pt x="4619" y="2312"/>
                  </a:cubicBezTo>
                  <a:cubicBezTo>
                    <a:pt x="4567" y="2236"/>
                    <a:pt x="4508" y="2109"/>
                    <a:pt x="4456" y="1897"/>
                  </a:cubicBezTo>
                  <a:cubicBezTo>
                    <a:pt x="4430" y="1819"/>
                    <a:pt x="4450" y="1731"/>
                    <a:pt x="4502" y="1669"/>
                  </a:cubicBezTo>
                  <a:cubicBezTo>
                    <a:pt x="4645" y="1506"/>
                    <a:pt x="5022" y="1473"/>
                    <a:pt x="5308" y="1473"/>
                  </a:cubicBezTo>
                  <a:cubicBezTo>
                    <a:pt x="5506" y="1473"/>
                    <a:pt x="5660" y="1489"/>
                    <a:pt x="5664" y="1489"/>
                  </a:cubicBezTo>
                  <a:cubicBezTo>
                    <a:pt x="5677" y="1489"/>
                    <a:pt x="5687" y="1483"/>
                    <a:pt x="5693" y="1473"/>
                  </a:cubicBezTo>
                  <a:cubicBezTo>
                    <a:pt x="5700" y="1463"/>
                    <a:pt x="5700" y="1450"/>
                    <a:pt x="5693" y="1440"/>
                  </a:cubicBezTo>
                  <a:cubicBezTo>
                    <a:pt x="5579" y="1267"/>
                    <a:pt x="5550" y="1130"/>
                    <a:pt x="5605" y="1032"/>
                  </a:cubicBezTo>
                  <a:cubicBezTo>
                    <a:pt x="5707" y="863"/>
                    <a:pt x="6042" y="839"/>
                    <a:pt x="6229" y="839"/>
                  </a:cubicBezTo>
                  <a:cubicBezTo>
                    <a:pt x="6306" y="839"/>
                    <a:pt x="6358" y="843"/>
                    <a:pt x="6359" y="843"/>
                  </a:cubicBezTo>
                  <a:cubicBezTo>
                    <a:pt x="6372" y="843"/>
                    <a:pt x="6382" y="836"/>
                    <a:pt x="6389" y="826"/>
                  </a:cubicBezTo>
                  <a:cubicBezTo>
                    <a:pt x="6666" y="412"/>
                    <a:pt x="7002" y="187"/>
                    <a:pt x="7384" y="164"/>
                  </a:cubicBezTo>
                  <a:cubicBezTo>
                    <a:pt x="7407" y="162"/>
                    <a:pt x="7431" y="162"/>
                    <a:pt x="7454" y="162"/>
                  </a:cubicBezTo>
                  <a:cubicBezTo>
                    <a:pt x="8260" y="162"/>
                    <a:pt x="9013" y="1019"/>
                    <a:pt x="9019" y="1029"/>
                  </a:cubicBezTo>
                  <a:cubicBezTo>
                    <a:pt x="9026" y="1035"/>
                    <a:pt x="9035" y="1039"/>
                    <a:pt x="9044" y="1039"/>
                  </a:cubicBezTo>
                  <a:cubicBezTo>
                    <a:pt x="9049" y="1039"/>
                    <a:pt x="9054" y="1038"/>
                    <a:pt x="9059" y="1035"/>
                  </a:cubicBezTo>
                  <a:cubicBezTo>
                    <a:pt x="9072" y="1029"/>
                    <a:pt x="9075" y="1012"/>
                    <a:pt x="9072" y="999"/>
                  </a:cubicBezTo>
                  <a:cubicBezTo>
                    <a:pt x="9072" y="996"/>
                    <a:pt x="8990" y="715"/>
                    <a:pt x="9457" y="389"/>
                  </a:cubicBezTo>
                  <a:cubicBezTo>
                    <a:pt x="9515" y="348"/>
                    <a:pt x="9569" y="327"/>
                    <a:pt x="9620" y="327"/>
                  </a:cubicBezTo>
                  <a:cubicBezTo>
                    <a:pt x="9646" y="327"/>
                    <a:pt x="9671" y="332"/>
                    <a:pt x="9695" y="343"/>
                  </a:cubicBezTo>
                  <a:cubicBezTo>
                    <a:pt x="9959" y="461"/>
                    <a:pt x="10054" y="1153"/>
                    <a:pt x="10054" y="1159"/>
                  </a:cubicBezTo>
                  <a:cubicBezTo>
                    <a:pt x="10057" y="1177"/>
                    <a:pt x="10071" y="1185"/>
                    <a:pt x="10084" y="1185"/>
                  </a:cubicBezTo>
                  <a:cubicBezTo>
                    <a:pt x="10099" y="1185"/>
                    <a:pt x="10114" y="1175"/>
                    <a:pt x="10116" y="1156"/>
                  </a:cubicBezTo>
                  <a:cubicBezTo>
                    <a:pt x="10116" y="1153"/>
                    <a:pt x="10132" y="905"/>
                    <a:pt x="10753" y="245"/>
                  </a:cubicBezTo>
                  <a:cubicBezTo>
                    <a:pt x="10863" y="124"/>
                    <a:pt x="10983" y="63"/>
                    <a:pt x="11104" y="63"/>
                  </a:cubicBezTo>
                  <a:cubicBezTo>
                    <a:pt x="11126" y="63"/>
                    <a:pt x="11148" y="65"/>
                    <a:pt x="11170" y="69"/>
                  </a:cubicBezTo>
                  <a:cubicBezTo>
                    <a:pt x="11598" y="141"/>
                    <a:pt x="11941" y="911"/>
                    <a:pt x="11944" y="921"/>
                  </a:cubicBezTo>
                  <a:cubicBezTo>
                    <a:pt x="11949" y="931"/>
                    <a:pt x="11960" y="939"/>
                    <a:pt x="11973" y="939"/>
                  </a:cubicBezTo>
                  <a:cubicBezTo>
                    <a:pt x="11976" y="939"/>
                    <a:pt x="11980" y="939"/>
                    <a:pt x="11983" y="937"/>
                  </a:cubicBezTo>
                  <a:cubicBezTo>
                    <a:pt x="11999" y="928"/>
                    <a:pt x="12006" y="911"/>
                    <a:pt x="11999" y="895"/>
                  </a:cubicBezTo>
                  <a:cubicBezTo>
                    <a:pt x="11983" y="862"/>
                    <a:pt x="11640" y="86"/>
                    <a:pt x="11180" y="7"/>
                  </a:cubicBezTo>
                  <a:cubicBezTo>
                    <a:pt x="11154" y="3"/>
                    <a:pt x="11129" y="0"/>
                    <a:pt x="111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73">
              <a:extLst>
                <a:ext uri="{FF2B5EF4-FFF2-40B4-BE49-F238E27FC236}">
                  <a16:creationId xmlns:a16="http://schemas.microsoft.com/office/drawing/2014/main" id="{0426729B-A9B7-C38F-AD3D-CB380937B0C2}"/>
                </a:ext>
              </a:extLst>
            </p:cNvPr>
            <p:cNvSpPr/>
            <p:nvPr/>
          </p:nvSpPr>
          <p:spPr>
            <a:xfrm>
              <a:off x="3261425" y="2380175"/>
              <a:ext cx="294775" cy="142200"/>
            </a:xfrm>
            <a:custGeom>
              <a:avLst/>
              <a:gdLst/>
              <a:ahLst/>
              <a:cxnLst/>
              <a:rect l="l" t="t" r="r" b="b"/>
              <a:pathLst>
                <a:path w="11791" h="5688" extrusionOk="0">
                  <a:moveTo>
                    <a:pt x="7415" y="0"/>
                  </a:moveTo>
                  <a:cubicBezTo>
                    <a:pt x="7408" y="0"/>
                    <a:pt x="7402" y="3"/>
                    <a:pt x="7397" y="8"/>
                  </a:cubicBezTo>
                  <a:lnTo>
                    <a:pt x="1" y="5639"/>
                  </a:lnTo>
                  <a:lnTo>
                    <a:pt x="36" y="5688"/>
                  </a:lnTo>
                  <a:lnTo>
                    <a:pt x="7423" y="64"/>
                  </a:lnTo>
                  <a:lnTo>
                    <a:pt x="11774" y="1245"/>
                  </a:lnTo>
                  <a:lnTo>
                    <a:pt x="11790" y="1187"/>
                  </a:lnTo>
                  <a:lnTo>
                    <a:pt x="7423" y="2"/>
                  </a:lnTo>
                  <a:cubicBezTo>
                    <a:pt x="7420" y="1"/>
                    <a:pt x="7418" y="0"/>
                    <a:pt x="7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73">
              <a:extLst>
                <a:ext uri="{FF2B5EF4-FFF2-40B4-BE49-F238E27FC236}">
                  <a16:creationId xmlns:a16="http://schemas.microsoft.com/office/drawing/2014/main" id="{C77EF069-906F-2F15-4444-B58639E4A7BB}"/>
                </a:ext>
              </a:extLst>
            </p:cNvPr>
            <p:cNvSpPr/>
            <p:nvPr/>
          </p:nvSpPr>
          <p:spPr>
            <a:xfrm>
              <a:off x="3555100" y="2409775"/>
              <a:ext cx="411625" cy="112775"/>
            </a:xfrm>
            <a:custGeom>
              <a:avLst/>
              <a:gdLst/>
              <a:ahLst/>
              <a:cxnLst/>
              <a:rect l="l" t="t" r="r" b="b"/>
              <a:pathLst>
                <a:path w="16465" h="4511" extrusionOk="0">
                  <a:moveTo>
                    <a:pt x="33" y="1"/>
                  </a:moveTo>
                  <a:cubicBezTo>
                    <a:pt x="19" y="1"/>
                    <a:pt x="7" y="9"/>
                    <a:pt x="4" y="22"/>
                  </a:cubicBezTo>
                  <a:cubicBezTo>
                    <a:pt x="1" y="38"/>
                    <a:pt x="11" y="55"/>
                    <a:pt x="27" y="61"/>
                  </a:cubicBezTo>
                  <a:lnTo>
                    <a:pt x="16416" y="4507"/>
                  </a:lnTo>
                  <a:lnTo>
                    <a:pt x="16425" y="4507"/>
                  </a:lnTo>
                  <a:lnTo>
                    <a:pt x="16425" y="4510"/>
                  </a:lnTo>
                  <a:cubicBezTo>
                    <a:pt x="16458" y="4507"/>
                    <a:pt x="16465" y="4458"/>
                    <a:pt x="16432" y="4448"/>
                  </a:cubicBezTo>
                  <a:lnTo>
                    <a:pt x="43" y="3"/>
                  </a:lnTo>
                  <a:cubicBezTo>
                    <a:pt x="40" y="1"/>
                    <a:pt x="36" y="1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73">
              <a:extLst>
                <a:ext uri="{FF2B5EF4-FFF2-40B4-BE49-F238E27FC236}">
                  <a16:creationId xmlns:a16="http://schemas.microsoft.com/office/drawing/2014/main" id="{63CD2078-63CB-3F39-F3BC-F8324A580588}"/>
                </a:ext>
              </a:extLst>
            </p:cNvPr>
            <p:cNvSpPr/>
            <p:nvPr/>
          </p:nvSpPr>
          <p:spPr>
            <a:xfrm>
              <a:off x="3260650" y="2520875"/>
              <a:ext cx="706250" cy="145125"/>
            </a:xfrm>
            <a:custGeom>
              <a:avLst/>
              <a:gdLst/>
              <a:ahLst/>
              <a:cxnLst/>
              <a:rect l="l" t="t" r="r" b="b"/>
              <a:pathLst>
                <a:path w="28250" h="5805" extrusionOk="0">
                  <a:moveTo>
                    <a:pt x="46" y="1"/>
                  </a:moveTo>
                  <a:cubicBezTo>
                    <a:pt x="20" y="1"/>
                    <a:pt x="1" y="39"/>
                    <a:pt x="32" y="60"/>
                  </a:cubicBezTo>
                  <a:lnTo>
                    <a:pt x="7650" y="5801"/>
                  </a:lnTo>
                  <a:cubicBezTo>
                    <a:pt x="7653" y="5804"/>
                    <a:pt x="7660" y="5804"/>
                    <a:pt x="7666" y="5804"/>
                  </a:cubicBezTo>
                  <a:lnTo>
                    <a:pt x="7679" y="5804"/>
                  </a:lnTo>
                  <a:lnTo>
                    <a:pt x="28213" y="63"/>
                  </a:lnTo>
                  <a:cubicBezTo>
                    <a:pt x="28249" y="54"/>
                    <a:pt x="28238" y="3"/>
                    <a:pt x="28205" y="3"/>
                  </a:cubicBezTo>
                  <a:cubicBezTo>
                    <a:pt x="28203" y="3"/>
                    <a:pt x="28200" y="3"/>
                    <a:pt x="28197" y="4"/>
                  </a:cubicBezTo>
                  <a:lnTo>
                    <a:pt x="7676" y="5742"/>
                  </a:lnTo>
                  <a:lnTo>
                    <a:pt x="67" y="11"/>
                  </a:lnTo>
                  <a:cubicBezTo>
                    <a:pt x="60" y="4"/>
                    <a:pt x="53" y="1"/>
                    <a:pt x="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73">
              <a:extLst>
                <a:ext uri="{FF2B5EF4-FFF2-40B4-BE49-F238E27FC236}">
                  <a16:creationId xmlns:a16="http://schemas.microsoft.com/office/drawing/2014/main" id="{6C4711DF-9791-CCB8-D491-DBEFBA5F384E}"/>
                </a:ext>
              </a:extLst>
            </p:cNvPr>
            <p:cNvSpPr/>
            <p:nvPr/>
          </p:nvSpPr>
          <p:spPr>
            <a:xfrm>
              <a:off x="3158725" y="2515250"/>
              <a:ext cx="104125" cy="7200"/>
            </a:xfrm>
            <a:custGeom>
              <a:avLst/>
              <a:gdLst/>
              <a:ahLst/>
              <a:cxnLst/>
              <a:rect l="l" t="t" r="r" b="b"/>
              <a:pathLst>
                <a:path w="4165" h="288" extrusionOk="0">
                  <a:moveTo>
                    <a:pt x="42" y="1"/>
                  </a:moveTo>
                  <a:cubicBezTo>
                    <a:pt x="2" y="1"/>
                    <a:pt x="0" y="60"/>
                    <a:pt x="42" y="63"/>
                  </a:cubicBezTo>
                  <a:lnTo>
                    <a:pt x="4125" y="288"/>
                  </a:lnTo>
                  <a:lnTo>
                    <a:pt x="4128" y="288"/>
                  </a:lnTo>
                  <a:cubicBezTo>
                    <a:pt x="4164" y="285"/>
                    <a:pt x="4164" y="232"/>
                    <a:pt x="4128" y="229"/>
                  </a:cubicBezTo>
                  <a:lnTo>
                    <a:pt x="45" y="1"/>
                  </a:lnTo>
                  <a:cubicBezTo>
                    <a:pt x="44" y="1"/>
                    <a:pt x="43" y="1"/>
                    <a:pt x="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73">
              <a:extLst>
                <a:ext uri="{FF2B5EF4-FFF2-40B4-BE49-F238E27FC236}">
                  <a16:creationId xmlns:a16="http://schemas.microsoft.com/office/drawing/2014/main" id="{AEABAC83-3581-44A3-A49B-AEE1D70F4C7E}"/>
                </a:ext>
              </a:extLst>
            </p:cNvPr>
            <p:cNvSpPr/>
            <p:nvPr/>
          </p:nvSpPr>
          <p:spPr>
            <a:xfrm>
              <a:off x="3399175" y="2582575"/>
              <a:ext cx="52725" cy="36600"/>
            </a:xfrm>
            <a:custGeom>
              <a:avLst/>
              <a:gdLst/>
              <a:ahLst/>
              <a:cxnLst/>
              <a:rect l="l" t="t" r="r" b="b"/>
              <a:pathLst>
                <a:path w="2109" h="1464" extrusionOk="0">
                  <a:moveTo>
                    <a:pt x="1613" y="1"/>
                  </a:moveTo>
                  <a:lnTo>
                    <a:pt x="0" y="497"/>
                  </a:lnTo>
                  <a:cubicBezTo>
                    <a:pt x="0" y="497"/>
                    <a:pt x="150" y="1117"/>
                    <a:pt x="643" y="1414"/>
                  </a:cubicBezTo>
                  <a:cubicBezTo>
                    <a:pt x="700" y="1448"/>
                    <a:pt x="749" y="1463"/>
                    <a:pt x="793" y="1463"/>
                  </a:cubicBezTo>
                  <a:cubicBezTo>
                    <a:pt x="1134" y="1463"/>
                    <a:pt x="1117" y="546"/>
                    <a:pt x="1117" y="546"/>
                  </a:cubicBezTo>
                  <a:lnTo>
                    <a:pt x="1117" y="546"/>
                  </a:lnTo>
                  <a:cubicBezTo>
                    <a:pt x="1117" y="546"/>
                    <a:pt x="1476" y="738"/>
                    <a:pt x="1737" y="738"/>
                  </a:cubicBezTo>
                  <a:cubicBezTo>
                    <a:pt x="1852" y="738"/>
                    <a:pt x="1947" y="701"/>
                    <a:pt x="1985" y="595"/>
                  </a:cubicBezTo>
                  <a:cubicBezTo>
                    <a:pt x="2109" y="249"/>
                    <a:pt x="1613" y="1"/>
                    <a:pt x="16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73">
              <a:extLst>
                <a:ext uri="{FF2B5EF4-FFF2-40B4-BE49-F238E27FC236}">
                  <a16:creationId xmlns:a16="http://schemas.microsoft.com/office/drawing/2014/main" id="{F7B8F4A6-1639-871B-4326-58766D95B255}"/>
                </a:ext>
              </a:extLst>
            </p:cNvPr>
            <p:cNvSpPr/>
            <p:nvPr/>
          </p:nvSpPr>
          <p:spPr>
            <a:xfrm>
              <a:off x="3398350" y="2581750"/>
              <a:ext cx="54450" cy="38225"/>
            </a:xfrm>
            <a:custGeom>
              <a:avLst/>
              <a:gdLst/>
              <a:ahLst/>
              <a:cxnLst/>
              <a:rect l="l" t="t" r="r" b="b"/>
              <a:pathLst>
                <a:path w="2178" h="1529" extrusionOk="0">
                  <a:moveTo>
                    <a:pt x="1644" y="0"/>
                  </a:moveTo>
                  <a:cubicBezTo>
                    <a:pt x="1616" y="0"/>
                    <a:pt x="1602" y="43"/>
                    <a:pt x="1633" y="60"/>
                  </a:cubicBezTo>
                  <a:cubicBezTo>
                    <a:pt x="1636" y="63"/>
                    <a:pt x="2103" y="298"/>
                    <a:pt x="1988" y="618"/>
                  </a:cubicBezTo>
                  <a:cubicBezTo>
                    <a:pt x="1972" y="667"/>
                    <a:pt x="1936" y="703"/>
                    <a:pt x="1887" y="719"/>
                  </a:cubicBezTo>
                  <a:cubicBezTo>
                    <a:pt x="1852" y="733"/>
                    <a:pt x="1812" y="739"/>
                    <a:pt x="1768" y="739"/>
                  </a:cubicBezTo>
                  <a:cubicBezTo>
                    <a:pt x="1520" y="739"/>
                    <a:pt x="1168" y="552"/>
                    <a:pt x="1163" y="549"/>
                  </a:cubicBezTo>
                  <a:cubicBezTo>
                    <a:pt x="1159" y="547"/>
                    <a:pt x="1154" y="546"/>
                    <a:pt x="1150" y="546"/>
                  </a:cubicBezTo>
                  <a:cubicBezTo>
                    <a:pt x="1134" y="546"/>
                    <a:pt x="1118" y="560"/>
                    <a:pt x="1120" y="579"/>
                  </a:cubicBezTo>
                  <a:cubicBezTo>
                    <a:pt x="1123" y="781"/>
                    <a:pt x="1094" y="1333"/>
                    <a:pt x="901" y="1444"/>
                  </a:cubicBezTo>
                  <a:cubicBezTo>
                    <a:pt x="877" y="1457"/>
                    <a:pt x="852" y="1464"/>
                    <a:pt x="824" y="1464"/>
                  </a:cubicBezTo>
                  <a:cubicBezTo>
                    <a:pt x="784" y="1464"/>
                    <a:pt x="741" y="1450"/>
                    <a:pt x="693" y="1421"/>
                  </a:cubicBezTo>
                  <a:cubicBezTo>
                    <a:pt x="216" y="1133"/>
                    <a:pt x="63" y="530"/>
                    <a:pt x="63" y="523"/>
                  </a:cubicBezTo>
                  <a:cubicBezTo>
                    <a:pt x="60" y="509"/>
                    <a:pt x="47" y="500"/>
                    <a:pt x="33" y="500"/>
                  </a:cubicBezTo>
                  <a:cubicBezTo>
                    <a:pt x="31" y="500"/>
                    <a:pt x="29" y="500"/>
                    <a:pt x="27" y="500"/>
                  </a:cubicBezTo>
                  <a:cubicBezTo>
                    <a:pt x="10" y="504"/>
                    <a:pt x="1" y="520"/>
                    <a:pt x="4" y="536"/>
                  </a:cubicBezTo>
                  <a:cubicBezTo>
                    <a:pt x="10" y="566"/>
                    <a:pt x="161" y="1176"/>
                    <a:pt x="663" y="1476"/>
                  </a:cubicBezTo>
                  <a:cubicBezTo>
                    <a:pt x="712" y="1509"/>
                    <a:pt x="768" y="1525"/>
                    <a:pt x="826" y="1528"/>
                  </a:cubicBezTo>
                  <a:cubicBezTo>
                    <a:pt x="866" y="1528"/>
                    <a:pt x="901" y="1515"/>
                    <a:pt x="931" y="1496"/>
                  </a:cubicBezTo>
                  <a:cubicBezTo>
                    <a:pt x="1156" y="1365"/>
                    <a:pt x="1179" y="801"/>
                    <a:pt x="1179" y="628"/>
                  </a:cubicBezTo>
                  <a:cubicBezTo>
                    <a:pt x="1287" y="680"/>
                    <a:pt x="1557" y="801"/>
                    <a:pt x="1770" y="801"/>
                  </a:cubicBezTo>
                  <a:cubicBezTo>
                    <a:pt x="1821" y="801"/>
                    <a:pt x="1868" y="794"/>
                    <a:pt x="1910" y="778"/>
                  </a:cubicBezTo>
                  <a:cubicBezTo>
                    <a:pt x="1975" y="755"/>
                    <a:pt x="2024" y="703"/>
                    <a:pt x="2047" y="637"/>
                  </a:cubicBezTo>
                  <a:cubicBezTo>
                    <a:pt x="2178" y="269"/>
                    <a:pt x="1682" y="14"/>
                    <a:pt x="1659" y="4"/>
                  </a:cubicBezTo>
                  <a:cubicBezTo>
                    <a:pt x="1653" y="1"/>
                    <a:pt x="1648" y="0"/>
                    <a:pt x="1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73">
              <a:extLst>
                <a:ext uri="{FF2B5EF4-FFF2-40B4-BE49-F238E27FC236}">
                  <a16:creationId xmlns:a16="http://schemas.microsoft.com/office/drawing/2014/main" id="{54699EFB-AA6B-F2A9-6687-000E167D2CD9}"/>
                </a:ext>
              </a:extLst>
            </p:cNvPr>
            <p:cNvSpPr/>
            <p:nvPr/>
          </p:nvSpPr>
          <p:spPr>
            <a:xfrm>
              <a:off x="3262075" y="2593175"/>
              <a:ext cx="16750" cy="17000"/>
            </a:xfrm>
            <a:custGeom>
              <a:avLst/>
              <a:gdLst/>
              <a:ahLst/>
              <a:cxnLst/>
              <a:rect l="l" t="t" r="r" b="b"/>
              <a:pathLst>
                <a:path w="670" h="680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99" y="572"/>
                    <a:pt x="324" y="670"/>
                  </a:cubicBezTo>
                  <a:cubicBezTo>
                    <a:pt x="338" y="676"/>
                    <a:pt x="352" y="679"/>
                    <a:pt x="366" y="679"/>
                  </a:cubicBezTo>
                  <a:cubicBezTo>
                    <a:pt x="564" y="679"/>
                    <a:pt x="670" y="50"/>
                    <a:pt x="670" y="5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73">
              <a:extLst>
                <a:ext uri="{FF2B5EF4-FFF2-40B4-BE49-F238E27FC236}">
                  <a16:creationId xmlns:a16="http://schemas.microsoft.com/office/drawing/2014/main" id="{5492F4B0-0742-2E6D-5506-62B21CE7738B}"/>
                </a:ext>
              </a:extLst>
            </p:cNvPr>
            <p:cNvSpPr/>
            <p:nvPr/>
          </p:nvSpPr>
          <p:spPr>
            <a:xfrm>
              <a:off x="3261250" y="2592375"/>
              <a:ext cx="18500" cy="18550"/>
            </a:xfrm>
            <a:custGeom>
              <a:avLst/>
              <a:gdLst/>
              <a:ahLst/>
              <a:cxnLst/>
              <a:rect l="l" t="t" r="r" b="b"/>
              <a:pathLst>
                <a:path w="740" h="742" extrusionOk="0">
                  <a:moveTo>
                    <a:pt x="35" y="0"/>
                  </a:moveTo>
                  <a:cubicBezTo>
                    <a:pt x="18" y="0"/>
                    <a:pt x="1" y="14"/>
                    <a:pt x="4" y="36"/>
                  </a:cubicBezTo>
                  <a:cubicBezTo>
                    <a:pt x="8" y="62"/>
                    <a:pt x="109" y="624"/>
                    <a:pt x="344" y="728"/>
                  </a:cubicBezTo>
                  <a:cubicBezTo>
                    <a:pt x="360" y="738"/>
                    <a:pt x="380" y="741"/>
                    <a:pt x="399" y="741"/>
                  </a:cubicBezTo>
                  <a:cubicBezTo>
                    <a:pt x="419" y="741"/>
                    <a:pt x="442" y="738"/>
                    <a:pt x="461" y="728"/>
                  </a:cubicBezTo>
                  <a:cubicBezTo>
                    <a:pt x="634" y="633"/>
                    <a:pt x="726" y="144"/>
                    <a:pt x="735" y="88"/>
                  </a:cubicBezTo>
                  <a:cubicBezTo>
                    <a:pt x="739" y="65"/>
                    <a:pt x="721" y="51"/>
                    <a:pt x="704" y="51"/>
                  </a:cubicBezTo>
                  <a:cubicBezTo>
                    <a:pt x="690" y="51"/>
                    <a:pt x="676" y="60"/>
                    <a:pt x="673" y="79"/>
                  </a:cubicBezTo>
                  <a:cubicBezTo>
                    <a:pt x="647" y="219"/>
                    <a:pt x="556" y="604"/>
                    <a:pt x="432" y="673"/>
                  </a:cubicBezTo>
                  <a:cubicBezTo>
                    <a:pt x="422" y="677"/>
                    <a:pt x="411" y="680"/>
                    <a:pt x="401" y="680"/>
                  </a:cubicBezTo>
                  <a:cubicBezTo>
                    <a:pt x="390" y="680"/>
                    <a:pt x="380" y="677"/>
                    <a:pt x="370" y="673"/>
                  </a:cubicBezTo>
                  <a:cubicBezTo>
                    <a:pt x="197" y="598"/>
                    <a:pt x="92" y="180"/>
                    <a:pt x="63" y="26"/>
                  </a:cubicBezTo>
                  <a:cubicBezTo>
                    <a:pt x="60" y="8"/>
                    <a:pt x="48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73">
              <a:extLst>
                <a:ext uri="{FF2B5EF4-FFF2-40B4-BE49-F238E27FC236}">
                  <a16:creationId xmlns:a16="http://schemas.microsoft.com/office/drawing/2014/main" id="{01CFEFE1-BD96-8604-4BBA-3F9AC9F1739D}"/>
                </a:ext>
              </a:extLst>
            </p:cNvPr>
            <p:cNvSpPr/>
            <p:nvPr/>
          </p:nvSpPr>
          <p:spPr>
            <a:xfrm>
              <a:off x="3406025" y="2462475"/>
              <a:ext cx="24825" cy="40150"/>
            </a:xfrm>
            <a:custGeom>
              <a:avLst/>
              <a:gdLst/>
              <a:ahLst/>
              <a:cxnLst/>
              <a:rect l="l" t="t" r="r" b="b"/>
              <a:pathLst>
                <a:path w="993" h="1606" extrusionOk="0">
                  <a:moveTo>
                    <a:pt x="706" y="0"/>
                  </a:moveTo>
                  <a:cubicBezTo>
                    <a:pt x="521" y="0"/>
                    <a:pt x="0" y="414"/>
                    <a:pt x="0" y="414"/>
                  </a:cubicBezTo>
                  <a:lnTo>
                    <a:pt x="493" y="1606"/>
                  </a:lnTo>
                  <a:cubicBezTo>
                    <a:pt x="493" y="1606"/>
                    <a:pt x="741" y="1456"/>
                    <a:pt x="865" y="1084"/>
                  </a:cubicBezTo>
                  <a:cubicBezTo>
                    <a:pt x="993" y="711"/>
                    <a:pt x="421" y="711"/>
                    <a:pt x="421" y="711"/>
                  </a:cubicBezTo>
                  <a:cubicBezTo>
                    <a:pt x="421" y="711"/>
                    <a:pt x="816" y="241"/>
                    <a:pt x="767" y="42"/>
                  </a:cubicBezTo>
                  <a:cubicBezTo>
                    <a:pt x="760" y="13"/>
                    <a:pt x="738" y="0"/>
                    <a:pt x="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73">
              <a:extLst>
                <a:ext uri="{FF2B5EF4-FFF2-40B4-BE49-F238E27FC236}">
                  <a16:creationId xmlns:a16="http://schemas.microsoft.com/office/drawing/2014/main" id="{9C467825-1497-134D-8925-48242086F75B}"/>
                </a:ext>
              </a:extLst>
            </p:cNvPr>
            <p:cNvSpPr/>
            <p:nvPr/>
          </p:nvSpPr>
          <p:spPr>
            <a:xfrm>
              <a:off x="3405125" y="2461675"/>
              <a:ext cx="24175" cy="41700"/>
            </a:xfrm>
            <a:custGeom>
              <a:avLst/>
              <a:gdLst/>
              <a:ahLst/>
              <a:cxnLst/>
              <a:rect l="l" t="t" r="r" b="b"/>
              <a:pathLst>
                <a:path w="967" h="1668" extrusionOk="0">
                  <a:moveTo>
                    <a:pt x="747" y="1"/>
                  </a:moveTo>
                  <a:cubicBezTo>
                    <a:pt x="559" y="1"/>
                    <a:pt x="109" y="347"/>
                    <a:pt x="17" y="424"/>
                  </a:cubicBezTo>
                  <a:cubicBezTo>
                    <a:pt x="4" y="433"/>
                    <a:pt x="0" y="453"/>
                    <a:pt x="10" y="466"/>
                  </a:cubicBezTo>
                  <a:cubicBezTo>
                    <a:pt x="16" y="473"/>
                    <a:pt x="24" y="476"/>
                    <a:pt x="32" y="476"/>
                  </a:cubicBezTo>
                  <a:cubicBezTo>
                    <a:pt x="39" y="476"/>
                    <a:pt x="47" y="474"/>
                    <a:pt x="53" y="469"/>
                  </a:cubicBezTo>
                  <a:cubicBezTo>
                    <a:pt x="262" y="306"/>
                    <a:pt x="616" y="62"/>
                    <a:pt x="741" y="62"/>
                  </a:cubicBezTo>
                  <a:cubicBezTo>
                    <a:pt x="749" y="62"/>
                    <a:pt x="755" y="63"/>
                    <a:pt x="761" y="64"/>
                  </a:cubicBezTo>
                  <a:cubicBezTo>
                    <a:pt x="768" y="68"/>
                    <a:pt x="774" y="74"/>
                    <a:pt x="774" y="81"/>
                  </a:cubicBezTo>
                  <a:cubicBezTo>
                    <a:pt x="813" y="231"/>
                    <a:pt x="542" y="597"/>
                    <a:pt x="435" y="724"/>
                  </a:cubicBezTo>
                  <a:cubicBezTo>
                    <a:pt x="415" y="743"/>
                    <a:pt x="431" y="776"/>
                    <a:pt x="457" y="776"/>
                  </a:cubicBezTo>
                  <a:cubicBezTo>
                    <a:pt x="461" y="776"/>
                    <a:pt x="758" y="776"/>
                    <a:pt x="859" y="916"/>
                  </a:cubicBezTo>
                  <a:cubicBezTo>
                    <a:pt x="895" y="972"/>
                    <a:pt x="901" y="1044"/>
                    <a:pt x="875" y="1106"/>
                  </a:cubicBezTo>
                  <a:cubicBezTo>
                    <a:pt x="754" y="1462"/>
                    <a:pt x="519" y="1612"/>
                    <a:pt x="516" y="1612"/>
                  </a:cubicBezTo>
                  <a:cubicBezTo>
                    <a:pt x="490" y="1628"/>
                    <a:pt x="500" y="1667"/>
                    <a:pt x="533" y="1667"/>
                  </a:cubicBezTo>
                  <a:cubicBezTo>
                    <a:pt x="536" y="1667"/>
                    <a:pt x="542" y="1664"/>
                    <a:pt x="546" y="1661"/>
                  </a:cubicBezTo>
                  <a:cubicBezTo>
                    <a:pt x="559" y="1654"/>
                    <a:pt x="807" y="1504"/>
                    <a:pt x="934" y="1125"/>
                  </a:cubicBezTo>
                  <a:cubicBezTo>
                    <a:pt x="967" y="1044"/>
                    <a:pt x="957" y="952"/>
                    <a:pt x="908" y="881"/>
                  </a:cubicBezTo>
                  <a:cubicBezTo>
                    <a:pt x="820" y="756"/>
                    <a:pt x="621" y="724"/>
                    <a:pt x="519" y="717"/>
                  </a:cubicBezTo>
                  <a:cubicBezTo>
                    <a:pt x="624" y="587"/>
                    <a:pt x="879" y="244"/>
                    <a:pt x="833" y="68"/>
                  </a:cubicBezTo>
                  <a:cubicBezTo>
                    <a:pt x="826" y="38"/>
                    <a:pt x="807" y="16"/>
                    <a:pt x="781" y="6"/>
                  </a:cubicBezTo>
                  <a:cubicBezTo>
                    <a:pt x="771" y="2"/>
                    <a:pt x="759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73">
              <a:extLst>
                <a:ext uri="{FF2B5EF4-FFF2-40B4-BE49-F238E27FC236}">
                  <a16:creationId xmlns:a16="http://schemas.microsoft.com/office/drawing/2014/main" id="{14A294E5-E648-39C6-D34A-772D73138DD1}"/>
                </a:ext>
              </a:extLst>
            </p:cNvPr>
            <p:cNvSpPr/>
            <p:nvPr/>
          </p:nvSpPr>
          <p:spPr>
            <a:xfrm>
              <a:off x="3463950" y="2554425"/>
              <a:ext cx="19300" cy="22950"/>
            </a:xfrm>
            <a:custGeom>
              <a:avLst/>
              <a:gdLst/>
              <a:ahLst/>
              <a:cxnLst/>
              <a:rect l="l" t="t" r="r" b="b"/>
              <a:pathLst>
                <a:path w="772" h="918" extrusionOk="0">
                  <a:moveTo>
                    <a:pt x="102" y="0"/>
                  </a:moveTo>
                  <a:lnTo>
                    <a:pt x="1" y="918"/>
                  </a:lnTo>
                  <a:cubicBezTo>
                    <a:pt x="771" y="843"/>
                    <a:pt x="102" y="1"/>
                    <a:pt x="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73">
              <a:extLst>
                <a:ext uri="{FF2B5EF4-FFF2-40B4-BE49-F238E27FC236}">
                  <a16:creationId xmlns:a16="http://schemas.microsoft.com/office/drawing/2014/main" id="{F5BC4D33-BE16-4108-324B-40125D4C3234}"/>
                </a:ext>
              </a:extLst>
            </p:cNvPr>
            <p:cNvSpPr/>
            <p:nvPr/>
          </p:nvSpPr>
          <p:spPr>
            <a:xfrm>
              <a:off x="3462925" y="2553625"/>
              <a:ext cx="13450" cy="24500"/>
            </a:xfrm>
            <a:custGeom>
              <a:avLst/>
              <a:gdLst/>
              <a:ahLst/>
              <a:cxnLst/>
              <a:rect l="l" t="t" r="r" b="b"/>
              <a:pathLst>
                <a:path w="538" h="980" extrusionOk="0">
                  <a:moveTo>
                    <a:pt x="142" y="0"/>
                  </a:moveTo>
                  <a:cubicBezTo>
                    <a:pt x="119" y="0"/>
                    <a:pt x="98" y="27"/>
                    <a:pt x="117" y="49"/>
                  </a:cubicBezTo>
                  <a:cubicBezTo>
                    <a:pt x="120" y="52"/>
                    <a:pt x="469" y="496"/>
                    <a:pt x="362" y="747"/>
                  </a:cubicBezTo>
                  <a:cubicBezTo>
                    <a:pt x="319" y="845"/>
                    <a:pt x="212" y="901"/>
                    <a:pt x="39" y="917"/>
                  </a:cubicBezTo>
                  <a:cubicBezTo>
                    <a:pt x="0" y="920"/>
                    <a:pt x="3" y="979"/>
                    <a:pt x="39" y="979"/>
                  </a:cubicBezTo>
                  <a:cubicBezTo>
                    <a:pt x="40" y="979"/>
                    <a:pt x="41" y="979"/>
                    <a:pt x="42" y="979"/>
                  </a:cubicBezTo>
                  <a:lnTo>
                    <a:pt x="45" y="979"/>
                  </a:lnTo>
                  <a:cubicBezTo>
                    <a:pt x="241" y="959"/>
                    <a:pt x="365" y="891"/>
                    <a:pt x="417" y="770"/>
                  </a:cubicBezTo>
                  <a:cubicBezTo>
                    <a:pt x="538" y="486"/>
                    <a:pt x="179" y="32"/>
                    <a:pt x="166" y="13"/>
                  </a:cubicBezTo>
                  <a:cubicBezTo>
                    <a:pt x="159" y="4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6" name="Google Shape;5086;p73">
            <a:extLst>
              <a:ext uri="{FF2B5EF4-FFF2-40B4-BE49-F238E27FC236}">
                <a16:creationId xmlns:a16="http://schemas.microsoft.com/office/drawing/2014/main" id="{4D963E49-E702-B61F-E0F6-17FBC462196E}"/>
              </a:ext>
            </a:extLst>
          </p:cNvPr>
          <p:cNvGrpSpPr/>
          <p:nvPr/>
        </p:nvGrpSpPr>
        <p:grpSpPr>
          <a:xfrm>
            <a:off x="1161488" y="4734006"/>
            <a:ext cx="1260939" cy="409494"/>
            <a:chOff x="3099775" y="2031950"/>
            <a:chExt cx="513600" cy="166800"/>
          </a:xfrm>
        </p:grpSpPr>
        <p:sp>
          <p:nvSpPr>
            <p:cNvPr id="5087" name="Google Shape;5087;p73">
              <a:extLst>
                <a:ext uri="{FF2B5EF4-FFF2-40B4-BE49-F238E27FC236}">
                  <a16:creationId xmlns:a16="http://schemas.microsoft.com/office/drawing/2014/main" id="{58B467D1-9FF7-2B6E-33CF-91FCC1A82C48}"/>
                </a:ext>
              </a:extLst>
            </p:cNvPr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73">
              <a:extLst>
                <a:ext uri="{FF2B5EF4-FFF2-40B4-BE49-F238E27FC236}">
                  <a16:creationId xmlns:a16="http://schemas.microsoft.com/office/drawing/2014/main" id="{1673F1D9-6FC1-FF38-71AD-3AC31FCAFB80}"/>
                </a:ext>
              </a:extLst>
            </p:cNvPr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73">
              <a:extLst>
                <a:ext uri="{FF2B5EF4-FFF2-40B4-BE49-F238E27FC236}">
                  <a16:creationId xmlns:a16="http://schemas.microsoft.com/office/drawing/2014/main" id="{9326084E-558D-5E82-601C-D533962F0189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73">
              <a:extLst>
                <a:ext uri="{FF2B5EF4-FFF2-40B4-BE49-F238E27FC236}">
                  <a16:creationId xmlns:a16="http://schemas.microsoft.com/office/drawing/2014/main" id="{1717AF5A-7FDF-0605-DBB2-9110F8971896}"/>
                </a:ext>
              </a:extLst>
            </p:cNvPr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73">
              <a:extLst>
                <a:ext uri="{FF2B5EF4-FFF2-40B4-BE49-F238E27FC236}">
                  <a16:creationId xmlns:a16="http://schemas.microsoft.com/office/drawing/2014/main" id="{72C8C169-719E-913A-FC7C-C54980222BC1}"/>
                </a:ext>
              </a:extLst>
            </p:cNvPr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73">
              <a:extLst>
                <a:ext uri="{FF2B5EF4-FFF2-40B4-BE49-F238E27FC236}">
                  <a16:creationId xmlns:a16="http://schemas.microsoft.com/office/drawing/2014/main" id="{F4D89589-1B9E-369F-6622-E67A7FB83AA4}"/>
                </a:ext>
              </a:extLst>
            </p:cNvPr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73">
              <a:extLst>
                <a:ext uri="{FF2B5EF4-FFF2-40B4-BE49-F238E27FC236}">
                  <a16:creationId xmlns:a16="http://schemas.microsoft.com/office/drawing/2014/main" id="{71985CD7-1A17-58F5-52AA-0FFCCACB21C4}"/>
                </a:ext>
              </a:extLst>
            </p:cNvPr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73">
              <a:extLst>
                <a:ext uri="{FF2B5EF4-FFF2-40B4-BE49-F238E27FC236}">
                  <a16:creationId xmlns:a16="http://schemas.microsoft.com/office/drawing/2014/main" id="{2F2CA925-0EC1-75B5-AC58-F713A16C5FA8}"/>
                </a:ext>
              </a:extLst>
            </p:cNvPr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73">
              <a:extLst>
                <a:ext uri="{FF2B5EF4-FFF2-40B4-BE49-F238E27FC236}">
                  <a16:creationId xmlns:a16="http://schemas.microsoft.com/office/drawing/2014/main" id="{170F118F-5CB7-93F1-D210-36654AB28403}"/>
                </a:ext>
              </a:extLst>
            </p:cNvPr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73">
              <a:extLst>
                <a:ext uri="{FF2B5EF4-FFF2-40B4-BE49-F238E27FC236}">
                  <a16:creationId xmlns:a16="http://schemas.microsoft.com/office/drawing/2014/main" id="{E7A6A1CB-C088-69C4-0EAC-61E7757B8AA0}"/>
                </a:ext>
              </a:extLst>
            </p:cNvPr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73">
              <a:extLst>
                <a:ext uri="{FF2B5EF4-FFF2-40B4-BE49-F238E27FC236}">
                  <a16:creationId xmlns:a16="http://schemas.microsoft.com/office/drawing/2014/main" id="{58BF3AF2-7B1B-E1C6-E49B-D6FCA6DEF9BA}"/>
                </a:ext>
              </a:extLst>
            </p:cNvPr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73">
              <a:extLst>
                <a:ext uri="{FF2B5EF4-FFF2-40B4-BE49-F238E27FC236}">
                  <a16:creationId xmlns:a16="http://schemas.microsoft.com/office/drawing/2014/main" id="{795FA12F-FCA9-D1E3-DA18-0451F69D35C5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73">
              <a:extLst>
                <a:ext uri="{FF2B5EF4-FFF2-40B4-BE49-F238E27FC236}">
                  <a16:creationId xmlns:a16="http://schemas.microsoft.com/office/drawing/2014/main" id="{78AAD883-CE45-4C3B-BAB2-A2BE114B9494}"/>
                </a:ext>
              </a:extLst>
            </p:cNvPr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73">
              <a:extLst>
                <a:ext uri="{FF2B5EF4-FFF2-40B4-BE49-F238E27FC236}">
                  <a16:creationId xmlns:a16="http://schemas.microsoft.com/office/drawing/2014/main" id="{1AC76713-660D-DE6C-D916-E3B64ADBC159}"/>
                </a:ext>
              </a:extLst>
            </p:cNvPr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73">
              <a:extLst>
                <a:ext uri="{FF2B5EF4-FFF2-40B4-BE49-F238E27FC236}">
                  <a16:creationId xmlns:a16="http://schemas.microsoft.com/office/drawing/2014/main" id="{14221D25-0EAE-D6E9-B275-A9CFCA628F2A}"/>
                </a:ext>
              </a:extLst>
            </p:cNvPr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73">
              <a:extLst>
                <a:ext uri="{FF2B5EF4-FFF2-40B4-BE49-F238E27FC236}">
                  <a16:creationId xmlns:a16="http://schemas.microsoft.com/office/drawing/2014/main" id="{88DF8C9F-A702-2EB4-EB4C-6A7199DD9A64}"/>
                </a:ext>
              </a:extLst>
            </p:cNvPr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73">
              <a:extLst>
                <a:ext uri="{FF2B5EF4-FFF2-40B4-BE49-F238E27FC236}">
                  <a16:creationId xmlns:a16="http://schemas.microsoft.com/office/drawing/2014/main" id="{BA0F0D91-A1B6-B97B-AF3B-B88FE67353B7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73">
              <a:extLst>
                <a:ext uri="{FF2B5EF4-FFF2-40B4-BE49-F238E27FC236}">
                  <a16:creationId xmlns:a16="http://schemas.microsoft.com/office/drawing/2014/main" id="{09EE71A8-720E-C2DB-7618-00805C71E3E3}"/>
                </a:ext>
              </a:extLst>
            </p:cNvPr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73">
              <a:extLst>
                <a:ext uri="{FF2B5EF4-FFF2-40B4-BE49-F238E27FC236}">
                  <a16:creationId xmlns:a16="http://schemas.microsoft.com/office/drawing/2014/main" id="{46F74231-288A-CD60-73B2-53221EEB4FBD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73">
              <a:extLst>
                <a:ext uri="{FF2B5EF4-FFF2-40B4-BE49-F238E27FC236}">
                  <a16:creationId xmlns:a16="http://schemas.microsoft.com/office/drawing/2014/main" id="{53453990-F581-80B7-AA9E-9B01FE6B8A44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73">
              <a:extLst>
                <a:ext uri="{FF2B5EF4-FFF2-40B4-BE49-F238E27FC236}">
                  <a16:creationId xmlns:a16="http://schemas.microsoft.com/office/drawing/2014/main" id="{A2083F3A-2120-C5AF-EDED-7AEC03DE6122}"/>
                </a:ext>
              </a:extLst>
            </p:cNvPr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73">
              <a:extLst>
                <a:ext uri="{FF2B5EF4-FFF2-40B4-BE49-F238E27FC236}">
                  <a16:creationId xmlns:a16="http://schemas.microsoft.com/office/drawing/2014/main" id="{BEC342EB-0B70-B22B-7F6A-D009D8775221}"/>
                </a:ext>
              </a:extLst>
            </p:cNvPr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73">
              <a:extLst>
                <a:ext uri="{FF2B5EF4-FFF2-40B4-BE49-F238E27FC236}">
                  <a16:creationId xmlns:a16="http://schemas.microsoft.com/office/drawing/2014/main" id="{4BBB4C07-032B-7B4D-0E7B-811EB4F5E5F9}"/>
                </a:ext>
              </a:extLst>
            </p:cNvPr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73">
              <a:extLst>
                <a:ext uri="{FF2B5EF4-FFF2-40B4-BE49-F238E27FC236}">
                  <a16:creationId xmlns:a16="http://schemas.microsoft.com/office/drawing/2014/main" id="{2DAC3DD9-F162-30DD-4893-C681BA6E7950}"/>
                </a:ext>
              </a:extLst>
            </p:cNvPr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73">
              <a:extLst>
                <a:ext uri="{FF2B5EF4-FFF2-40B4-BE49-F238E27FC236}">
                  <a16:creationId xmlns:a16="http://schemas.microsoft.com/office/drawing/2014/main" id="{2C6BC4CD-66BF-CC5A-42EA-CE22225CE85F}"/>
                </a:ext>
              </a:extLst>
            </p:cNvPr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73">
              <a:extLst>
                <a:ext uri="{FF2B5EF4-FFF2-40B4-BE49-F238E27FC236}">
                  <a16:creationId xmlns:a16="http://schemas.microsoft.com/office/drawing/2014/main" id="{CFD9BD4D-A6C3-A55B-FA50-32D991A6D237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73">
              <a:extLst>
                <a:ext uri="{FF2B5EF4-FFF2-40B4-BE49-F238E27FC236}">
                  <a16:creationId xmlns:a16="http://schemas.microsoft.com/office/drawing/2014/main" id="{72CE8A39-D9B2-5475-CA74-E09180F172B9}"/>
                </a:ext>
              </a:extLst>
            </p:cNvPr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73">
              <a:extLst>
                <a:ext uri="{FF2B5EF4-FFF2-40B4-BE49-F238E27FC236}">
                  <a16:creationId xmlns:a16="http://schemas.microsoft.com/office/drawing/2014/main" id="{A98D716C-E0D0-2BE7-C707-B380D8336903}"/>
                </a:ext>
              </a:extLst>
            </p:cNvPr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73">
              <a:extLst>
                <a:ext uri="{FF2B5EF4-FFF2-40B4-BE49-F238E27FC236}">
                  <a16:creationId xmlns:a16="http://schemas.microsoft.com/office/drawing/2014/main" id="{BC2FB1FB-B94C-54DF-7307-17B7331A94B6}"/>
                </a:ext>
              </a:extLst>
            </p:cNvPr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6" name="Google Shape;5116;p73">
            <a:extLst>
              <a:ext uri="{FF2B5EF4-FFF2-40B4-BE49-F238E27FC236}">
                <a16:creationId xmlns:a16="http://schemas.microsoft.com/office/drawing/2014/main" id="{F01E0507-611B-7EE3-9D23-F3D49C6B6B3C}"/>
              </a:ext>
            </a:extLst>
          </p:cNvPr>
          <p:cNvSpPr/>
          <p:nvPr/>
        </p:nvSpPr>
        <p:spPr>
          <a:xfrm rot="-1130306" flipH="1">
            <a:off x="8309113" y="2043045"/>
            <a:ext cx="26943" cy="2694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7" name="Google Shape;5117;p73">
            <a:extLst>
              <a:ext uri="{FF2B5EF4-FFF2-40B4-BE49-F238E27FC236}">
                <a16:creationId xmlns:a16="http://schemas.microsoft.com/office/drawing/2014/main" id="{413395AB-DDB4-BFB7-7F90-7B7D505E062A}"/>
              </a:ext>
            </a:extLst>
          </p:cNvPr>
          <p:cNvSpPr/>
          <p:nvPr/>
        </p:nvSpPr>
        <p:spPr>
          <a:xfrm rot="3364212" flipH="1">
            <a:off x="8436608" y="2306957"/>
            <a:ext cx="39772" cy="3977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8" name="Google Shape;5118;p73">
            <a:extLst>
              <a:ext uri="{FF2B5EF4-FFF2-40B4-BE49-F238E27FC236}">
                <a16:creationId xmlns:a16="http://schemas.microsoft.com/office/drawing/2014/main" id="{FED096B3-678F-7FDC-E678-ACF459789F63}"/>
              </a:ext>
            </a:extLst>
          </p:cNvPr>
          <p:cNvSpPr/>
          <p:nvPr/>
        </p:nvSpPr>
        <p:spPr>
          <a:xfrm rot="3378596" flipH="1">
            <a:off x="8624584" y="2128755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9" name="Google Shape;5119;p73">
            <a:extLst>
              <a:ext uri="{FF2B5EF4-FFF2-40B4-BE49-F238E27FC236}">
                <a16:creationId xmlns:a16="http://schemas.microsoft.com/office/drawing/2014/main" id="{D6DF98CD-5BA0-5663-909D-A0E176F4A41B}"/>
              </a:ext>
            </a:extLst>
          </p:cNvPr>
          <p:cNvSpPr/>
          <p:nvPr/>
        </p:nvSpPr>
        <p:spPr>
          <a:xfrm rot="-1154972" flipH="1">
            <a:off x="8163363" y="2226656"/>
            <a:ext cx="40038" cy="3984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0" name="Google Shape;5120;p73">
            <a:extLst>
              <a:ext uri="{FF2B5EF4-FFF2-40B4-BE49-F238E27FC236}">
                <a16:creationId xmlns:a16="http://schemas.microsoft.com/office/drawing/2014/main" id="{03B78834-5A2C-0B1F-D9A1-34BCD57E3B38}"/>
              </a:ext>
            </a:extLst>
          </p:cNvPr>
          <p:cNvSpPr/>
          <p:nvPr/>
        </p:nvSpPr>
        <p:spPr>
          <a:xfrm rot="3378596" flipH="1">
            <a:off x="8309054" y="1816418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1" name="Google Shape;5121;p73">
            <a:extLst>
              <a:ext uri="{FF2B5EF4-FFF2-40B4-BE49-F238E27FC236}">
                <a16:creationId xmlns:a16="http://schemas.microsoft.com/office/drawing/2014/main" id="{A7698F21-32AC-E7B9-907C-1A3CEC19901C}"/>
              </a:ext>
            </a:extLst>
          </p:cNvPr>
          <p:cNvSpPr/>
          <p:nvPr/>
        </p:nvSpPr>
        <p:spPr>
          <a:xfrm rot="3378596" flipH="1">
            <a:off x="8125909" y="1816430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2" name="Google Shape;5122;p73">
            <a:extLst>
              <a:ext uri="{FF2B5EF4-FFF2-40B4-BE49-F238E27FC236}">
                <a16:creationId xmlns:a16="http://schemas.microsoft.com/office/drawing/2014/main" id="{A68A37A7-7113-D202-B5FC-A5B32854DA4E}"/>
              </a:ext>
            </a:extLst>
          </p:cNvPr>
          <p:cNvSpPr/>
          <p:nvPr/>
        </p:nvSpPr>
        <p:spPr>
          <a:xfrm rot="-1154972" flipH="1">
            <a:off x="8119413" y="1568981"/>
            <a:ext cx="40038" cy="3984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3" name="Google Shape;5123;p73">
            <a:extLst>
              <a:ext uri="{FF2B5EF4-FFF2-40B4-BE49-F238E27FC236}">
                <a16:creationId xmlns:a16="http://schemas.microsoft.com/office/drawing/2014/main" id="{E5BC8981-EB50-6AC3-F2CB-D84D9C1FA043}"/>
              </a:ext>
            </a:extLst>
          </p:cNvPr>
          <p:cNvSpPr/>
          <p:nvPr/>
        </p:nvSpPr>
        <p:spPr>
          <a:xfrm rot="3378596" flipH="1">
            <a:off x="8442979" y="1321743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4" name="Google Shape;5124;p73">
            <a:extLst>
              <a:ext uri="{FF2B5EF4-FFF2-40B4-BE49-F238E27FC236}">
                <a16:creationId xmlns:a16="http://schemas.microsoft.com/office/drawing/2014/main" id="{E62285EF-300D-F47E-D749-01F1B504A740}"/>
              </a:ext>
            </a:extLst>
          </p:cNvPr>
          <p:cNvSpPr/>
          <p:nvPr/>
        </p:nvSpPr>
        <p:spPr>
          <a:xfrm rot="-1154972" flipH="1">
            <a:off x="8759213" y="1051806"/>
            <a:ext cx="40038" cy="3984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5" name="Google Shape;5125;p73">
            <a:extLst>
              <a:ext uri="{FF2B5EF4-FFF2-40B4-BE49-F238E27FC236}">
                <a16:creationId xmlns:a16="http://schemas.microsoft.com/office/drawing/2014/main" id="{A343E744-E98F-F688-2F03-C0152BFC9EC3}"/>
              </a:ext>
            </a:extLst>
          </p:cNvPr>
          <p:cNvSpPr/>
          <p:nvPr/>
        </p:nvSpPr>
        <p:spPr>
          <a:xfrm rot="3378596" flipH="1">
            <a:off x="8580054" y="748368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6" name="Google Shape;5126;p73">
            <a:extLst>
              <a:ext uri="{FF2B5EF4-FFF2-40B4-BE49-F238E27FC236}">
                <a16:creationId xmlns:a16="http://schemas.microsoft.com/office/drawing/2014/main" id="{2176ACF1-4FDA-D46C-5943-1138180ACC34}"/>
              </a:ext>
            </a:extLst>
          </p:cNvPr>
          <p:cNvSpPr/>
          <p:nvPr/>
        </p:nvSpPr>
        <p:spPr>
          <a:xfrm rot="-1130306" flipH="1">
            <a:off x="7865038" y="2128795"/>
            <a:ext cx="26943" cy="2694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7" name="Google Shape;5127;p73">
            <a:extLst>
              <a:ext uri="{FF2B5EF4-FFF2-40B4-BE49-F238E27FC236}">
                <a16:creationId xmlns:a16="http://schemas.microsoft.com/office/drawing/2014/main" id="{3AB97B0B-1C9F-EF31-FFE0-E2480571621D}"/>
              </a:ext>
            </a:extLst>
          </p:cNvPr>
          <p:cNvSpPr/>
          <p:nvPr/>
        </p:nvSpPr>
        <p:spPr>
          <a:xfrm rot="3364212" flipH="1">
            <a:off x="797127" y="877185"/>
            <a:ext cx="39772" cy="3977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8" name="Google Shape;5128;p73">
            <a:extLst>
              <a:ext uri="{FF2B5EF4-FFF2-40B4-BE49-F238E27FC236}">
                <a16:creationId xmlns:a16="http://schemas.microsoft.com/office/drawing/2014/main" id="{8E1D8E4E-ACCE-B78C-B35A-1D361ECDCA16}"/>
              </a:ext>
            </a:extLst>
          </p:cNvPr>
          <p:cNvSpPr/>
          <p:nvPr/>
        </p:nvSpPr>
        <p:spPr>
          <a:xfrm rot="3378596" flipH="1">
            <a:off x="911323" y="622896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9" name="Google Shape;5129;p73">
            <a:extLst>
              <a:ext uri="{FF2B5EF4-FFF2-40B4-BE49-F238E27FC236}">
                <a16:creationId xmlns:a16="http://schemas.microsoft.com/office/drawing/2014/main" id="{CF1BA411-AF2C-28AD-072C-3D308346C6A5}"/>
              </a:ext>
            </a:extLst>
          </p:cNvPr>
          <p:cNvSpPr/>
          <p:nvPr/>
        </p:nvSpPr>
        <p:spPr>
          <a:xfrm rot="3378596" flipH="1">
            <a:off x="1000398" y="1149446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0" name="Google Shape;5130;p73">
            <a:extLst>
              <a:ext uri="{FF2B5EF4-FFF2-40B4-BE49-F238E27FC236}">
                <a16:creationId xmlns:a16="http://schemas.microsoft.com/office/drawing/2014/main" id="{00AFA312-ED45-A9A7-6310-A05BA5CC16AB}"/>
              </a:ext>
            </a:extLst>
          </p:cNvPr>
          <p:cNvSpPr/>
          <p:nvPr/>
        </p:nvSpPr>
        <p:spPr>
          <a:xfrm rot="3378596" flipH="1">
            <a:off x="725823" y="431771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1" name="Google Shape;5131;p73">
            <a:extLst>
              <a:ext uri="{FF2B5EF4-FFF2-40B4-BE49-F238E27FC236}">
                <a16:creationId xmlns:a16="http://schemas.microsoft.com/office/drawing/2014/main" id="{5C90ACC7-7106-F31B-5AB1-F5A01CB901F3}"/>
              </a:ext>
            </a:extLst>
          </p:cNvPr>
          <p:cNvSpPr/>
          <p:nvPr/>
        </p:nvSpPr>
        <p:spPr>
          <a:xfrm rot="3378596" flipH="1">
            <a:off x="911323" y="216321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2" name="Google Shape;5132;p73">
            <a:extLst>
              <a:ext uri="{FF2B5EF4-FFF2-40B4-BE49-F238E27FC236}">
                <a16:creationId xmlns:a16="http://schemas.microsoft.com/office/drawing/2014/main" id="{E4251869-D78D-E15B-3E18-250712968510}"/>
              </a:ext>
            </a:extLst>
          </p:cNvPr>
          <p:cNvSpPr/>
          <p:nvPr/>
        </p:nvSpPr>
        <p:spPr>
          <a:xfrm rot="3378596" flipH="1">
            <a:off x="1000398" y="1020071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3" name="Google Shape;5133;p73">
            <a:extLst>
              <a:ext uri="{FF2B5EF4-FFF2-40B4-BE49-F238E27FC236}">
                <a16:creationId xmlns:a16="http://schemas.microsoft.com/office/drawing/2014/main" id="{24D6600B-CC7E-BE33-08BD-C88DB6E7B2FD}"/>
              </a:ext>
            </a:extLst>
          </p:cNvPr>
          <p:cNvSpPr/>
          <p:nvPr/>
        </p:nvSpPr>
        <p:spPr>
          <a:xfrm rot="3378596" flipH="1">
            <a:off x="503516" y="1904518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4" name="Google Shape;5134;p73">
            <a:extLst>
              <a:ext uri="{FF2B5EF4-FFF2-40B4-BE49-F238E27FC236}">
                <a16:creationId xmlns:a16="http://schemas.microsoft.com/office/drawing/2014/main" id="{71C0F4C1-31D1-4FC3-B4A4-98AD5979F95C}"/>
              </a:ext>
            </a:extLst>
          </p:cNvPr>
          <p:cNvSpPr/>
          <p:nvPr/>
        </p:nvSpPr>
        <p:spPr>
          <a:xfrm rot="3378596" flipH="1">
            <a:off x="597554" y="2078843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5" name="Google Shape;5135;p73">
            <a:extLst>
              <a:ext uri="{FF2B5EF4-FFF2-40B4-BE49-F238E27FC236}">
                <a16:creationId xmlns:a16="http://schemas.microsoft.com/office/drawing/2014/main" id="{333EF883-4EDC-D858-30B7-20F036636CFC}"/>
              </a:ext>
            </a:extLst>
          </p:cNvPr>
          <p:cNvSpPr/>
          <p:nvPr/>
        </p:nvSpPr>
        <p:spPr>
          <a:xfrm rot="3378596" flipH="1">
            <a:off x="401541" y="2042993"/>
            <a:ext cx="27042" cy="270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20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5639;p76">
            <a:extLst>
              <a:ext uri="{FF2B5EF4-FFF2-40B4-BE49-F238E27FC236}">
                <a16:creationId xmlns:a16="http://schemas.microsoft.com/office/drawing/2014/main" id="{9B629150-8330-B278-F6B9-B9E8949F9334}"/>
              </a:ext>
            </a:extLst>
          </p:cNvPr>
          <p:cNvSpPr/>
          <p:nvPr/>
        </p:nvSpPr>
        <p:spPr>
          <a:xfrm>
            <a:off x="2828128" y="1428425"/>
            <a:ext cx="3713700" cy="860700"/>
          </a:xfrm>
          <a:prstGeom prst="roundRect">
            <a:avLst>
              <a:gd name="adj" fmla="val 16218"/>
            </a:avLst>
          </a:prstGeom>
          <a:gradFill>
            <a:gsLst>
              <a:gs pos="0">
                <a:srgbClr val="545791"/>
              </a:gs>
              <a:gs pos="100000">
                <a:srgbClr val="D8879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0" name="Google Shape;2910;p66"/>
          <p:cNvSpPr txBox="1">
            <a:spLocks noGrp="1"/>
          </p:cNvSpPr>
          <p:nvPr>
            <p:ph type="title"/>
          </p:nvPr>
        </p:nvSpPr>
        <p:spPr>
          <a:xfrm>
            <a:off x="568981" y="1340853"/>
            <a:ext cx="8231994" cy="11156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CONCEPTION</a:t>
            </a:r>
            <a:endParaRPr dirty="0"/>
          </a:p>
        </p:txBody>
      </p:sp>
      <p:grpSp>
        <p:nvGrpSpPr>
          <p:cNvPr id="2915" name="Google Shape;2915;p66"/>
          <p:cNvGrpSpPr/>
          <p:nvPr/>
        </p:nvGrpSpPr>
        <p:grpSpPr>
          <a:xfrm>
            <a:off x="8096097" y="-33717"/>
            <a:ext cx="837834" cy="2550831"/>
            <a:chOff x="973775" y="2233375"/>
            <a:chExt cx="404575" cy="1231750"/>
          </a:xfrm>
        </p:grpSpPr>
        <p:sp>
          <p:nvSpPr>
            <p:cNvPr id="2916" name="Google Shape;2916;p66"/>
            <p:cNvSpPr/>
            <p:nvPr/>
          </p:nvSpPr>
          <p:spPr>
            <a:xfrm>
              <a:off x="1223875" y="2922850"/>
              <a:ext cx="58575" cy="27925"/>
            </a:xfrm>
            <a:custGeom>
              <a:avLst/>
              <a:gdLst/>
              <a:ahLst/>
              <a:cxnLst/>
              <a:rect l="l" t="t" r="r" b="b"/>
              <a:pathLst>
                <a:path w="2343" h="1117" extrusionOk="0">
                  <a:moveTo>
                    <a:pt x="2332" y="0"/>
                  </a:moveTo>
                  <a:cubicBezTo>
                    <a:pt x="2254" y="5"/>
                    <a:pt x="328" y="151"/>
                    <a:pt x="1" y="1085"/>
                  </a:cubicBezTo>
                  <a:lnTo>
                    <a:pt x="94" y="1116"/>
                  </a:lnTo>
                  <a:cubicBezTo>
                    <a:pt x="401" y="239"/>
                    <a:pt x="2321" y="99"/>
                    <a:pt x="2342" y="99"/>
                  </a:cubicBezTo>
                  <a:lnTo>
                    <a:pt x="23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6"/>
            <p:cNvSpPr/>
            <p:nvPr/>
          </p:nvSpPr>
          <p:spPr>
            <a:xfrm>
              <a:off x="1042425" y="2920900"/>
              <a:ext cx="73225" cy="72050"/>
            </a:xfrm>
            <a:custGeom>
              <a:avLst/>
              <a:gdLst/>
              <a:ahLst/>
              <a:cxnLst/>
              <a:rect l="l" t="t" r="r" b="b"/>
              <a:pathLst>
                <a:path w="2929" h="2882" extrusionOk="0">
                  <a:moveTo>
                    <a:pt x="1" y="0"/>
                  </a:moveTo>
                  <a:lnTo>
                    <a:pt x="1" y="94"/>
                  </a:lnTo>
                  <a:cubicBezTo>
                    <a:pt x="2566" y="120"/>
                    <a:pt x="2835" y="2856"/>
                    <a:pt x="2835" y="2882"/>
                  </a:cubicBezTo>
                  <a:lnTo>
                    <a:pt x="2929" y="2871"/>
                  </a:lnTo>
                  <a:cubicBezTo>
                    <a:pt x="2929" y="2845"/>
                    <a:pt x="2654" y="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6"/>
            <p:cNvSpPr/>
            <p:nvPr/>
          </p:nvSpPr>
          <p:spPr>
            <a:xfrm>
              <a:off x="975075" y="2993325"/>
              <a:ext cx="102825" cy="45950"/>
            </a:xfrm>
            <a:custGeom>
              <a:avLst/>
              <a:gdLst/>
              <a:ahLst/>
              <a:cxnLst/>
              <a:rect l="l" t="t" r="r" b="b"/>
              <a:pathLst>
                <a:path w="4113" h="1838" extrusionOk="0">
                  <a:moveTo>
                    <a:pt x="2697" y="1"/>
                  </a:moveTo>
                  <a:cubicBezTo>
                    <a:pt x="2373" y="1"/>
                    <a:pt x="2050" y="74"/>
                    <a:pt x="1760" y="208"/>
                  </a:cubicBezTo>
                  <a:cubicBezTo>
                    <a:pt x="1501" y="327"/>
                    <a:pt x="1231" y="478"/>
                    <a:pt x="1059" y="654"/>
                  </a:cubicBezTo>
                  <a:cubicBezTo>
                    <a:pt x="1059" y="654"/>
                    <a:pt x="130" y="789"/>
                    <a:pt x="0" y="1838"/>
                  </a:cubicBezTo>
                  <a:cubicBezTo>
                    <a:pt x="0" y="1838"/>
                    <a:pt x="514" y="1329"/>
                    <a:pt x="1096" y="1329"/>
                  </a:cubicBezTo>
                  <a:cubicBezTo>
                    <a:pt x="1468" y="1329"/>
                    <a:pt x="2219" y="1576"/>
                    <a:pt x="2851" y="1576"/>
                  </a:cubicBezTo>
                  <a:cubicBezTo>
                    <a:pt x="3198" y="1576"/>
                    <a:pt x="3509" y="1502"/>
                    <a:pt x="3702" y="1272"/>
                  </a:cubicBezTo>
                  <a:cubicBezTo>
                    <a:pt x="4112" y="789"/>
                    <a:pt x="4071" y="379"/>
                    <a:pt x="3401" y="125"/>
                  </a:cubicBezTo>
                  <a:cubicBezTo>
                    <a:pt x="3176" y="41"/>
                    <a:pt x="2936" y="1"/>
                    <a:pt x="2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6"/>
            <p:cNvSpPr/>
            <p:nvPr/>
          </p:nvSpPr>
          <p:spPr>
            <a:xfrm>
              <a:off x="973775" y="2992150"/>
              <a:ext cx="102700" cy="48425"/>
            </a:xfrm>
            <a:custGeom>
              <a:avLst/>
              <a:gdLst/>
              <a:ahLst/>
              <a:cxnLst/>
              <a:rect l="l" t="t" r="r" b="b"/>
              <a:pathLst>
                <a:path w="4108" h="1937" extrusionOk="0">
                  <a:moveTo>
                    <a:pt x="2791" y="99"/>
                  </a:moveTo>
                  <a:cubicBezTo>
                    <a:pt x="3011" y="99"/>
                    <a:pt x="3226" y="140"/>
                    <a:pt x="3432" y="218"/>
                  </a:cubicBezTo>
                  <a:cubicBezTo>
                    <a:pt x="3733" y="333"/>
                    <a:pt x="3910" y="478"/>
                    <a:pt x="3956" y="655"/>
                  </a:cubicBezTo>
                  <a:cubicBezTo>
                    <a:pt x="4003" y="836"/>
                    <a:pt x="3920" y="1044"/>
                    <a:pt x="3718" y="1288"/>
                  </a:cubicBezTo>
                  <a:cubicBezTo>
                    <a:pt x="3535" y="1504"/>
                    <a:pt x="3239" y="1574"/>
                    <a:pt x="2905" y="1574"/>
                  </a:cubicBezTo>
                  <a:cubicBezTo>
                    <a:pt x="2556" y="1574"/>
                    <a:pt x="2165" y="1497"/>
                    <a:pt x="1818" y="1428"/>
                  </a:cubicBezTo>
                  <a:cubicBezTo>
                    <a:pt x="1594" y="1376"/>
                    <a:pt x="1371" y="1340"/>
                    <a:pt x="1148" y="1324"/>
                  </a:cubicBezTo>
                  <a:cubicBezTo>
                    <a:pt x="707" y="1324"/>
                    <a:pt x="302" y="1610"/>
                    <a:pt x="120" y="1760"/>
                  </a:cubicBezTo>
                  <a:cubicBezTo>
                    <a:pt x="213" y="1246"/>
                    <a:pt x="608" y="847"/>
                    <a:pt x="1122" y="748"/>
                  </a:cubicBezTo>
                  <a:cubicBezTo>
                    <a:pt x="1132" y="748"/>
                    <a:pt x="1143" y="743"/>
                    <a:pt x="1148" y="732"/>
                  </a:cubicBezTo>
                  <a:cubicBezTo>
                    <a:pt x="1288" y="587"/>
                    <a:pt x="1522" y="442"/>
                    <a:pt x="1833" y="296"/>
                  </a:cubicBezTo>
                  <a:cubicBezTo>
                    <a:pt x="2119" y="166"/>
                    <a:pt x="2435" y="99"/>
                    <a:pt x="2752" y="99"/>
                  </a:cubicBezTo>
                  <a:cubicBezTo>
                    <a:pt x="2765" y="99"/>
                    <a:pt x="2778" y="99"/>
                    <a:pt x="2791" y="99"/>
                  </a:cubicBezTo>
                  <a:close/>
                  <a:moveTo>
                    <a:pt x="2752" y="0"/>
                  </a:moveTo>
                  <a:cubicBezTo>
                    <a:pt x="2429" y="0"/>
                    <a:pt x="2097" y="70"/>
                    <a:pt x="1792" y="208"/>
                  </a:cubicBezTo>
                  <a:cubicBezTo>
                    <a:pt x="1480" y="353"/>
                    <a:pt x="1241" y="504"/>
                    <a:pt x="1091" y="655"/>
                  </a:cubicBezTo>
                  <a:cubicBezTo>
                    <a:pt x="961" y="680"/>
                    <a:pt x="125" y="883"/>
                    <a:pt x="0" y="1880"/>
                  </a:cubicBezTo>
                  <a:cubicBezTo>
                    <a:pt x="0" y="1901"/>
                    <a:pt x="11" y="1921"/>
                    <a:pt x="32" y="1932"/>
                  </a:cubicBezTo>
                  <a:cubicBezTo>
                    <a:pt x="37" y="1932"/>
                    <a:pt x="42" y="1937"/>
                    <a:pt x="52" y="1937"/>
                  </a:cubicBezTo>
                  <a:cubicBezTo>
                    <a:pt x="63" y="1937"/>
                    <a:pt x="78" y="1932"/>
                    <a:pt x="84" y="1921"/>
                  </a:cubicBezTo>
                  <a:cubicBezTo>
                    <a:pt x="89" y="1916"/>
                    <a:pt x="592" y="1423"/>
                    <a:pt x="1148" y="1423"/>
                  </a:cubicBezTo>
                  <a:cubicBezTo>
                    <a:pt x="1366" y="1438"/>
                    <a:pt x="1584" y="1470"/>
                    <a:pt x="1802" y="1522"/>
                  </a:cubicBezTo>
                  <a:cubicBezTo>
                    <a:pt x="2154" y="1592"/>
                    <a:pt x="2550" y="1671"/>
                    <a:pt x="2910" y="1671"/>
                  </a:cubicBezTo>
                  <a:cubicBezTo>
                    <a:pt x="3266" y="1671"/>
                    <a:pt x="3586" y="1593"/>
                    <a:pt x="3790" y="1350"/>
                  </a:cubicBezTo>
                  <a:cubicBezTo>
                    <a:pt x="4019" y="1085"/>
                    <a:pt x="4107" y="841"/>
                    <a:pt x="4050" y="634"/>
                  </a:cubicBezTo>
                  <a:cubicBezTo>
                    <a:pt x="3998" y="421"/>
                    <a:pt x="3801" y="255"/>
                    <a:pt x="3468" y="125"/>
                  </a:cubicBezTo>
                  <a:cubicBezTo>
                    <a:pt x="3245" y="41"/>
                    <a:pt x="3001" y="0"/>
                    <a:pt x="27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6"/>
            <p:cNvSpPr/>
            <p:nvPr/>
          </p:nvSpPr>
          <p:spPr>
            <a:xfrm>
              <a:off x="1001300" y="3004475"/>
              <a:ext cx="47900" cy="8075"/>
            </a:xfrm>
            <a:custGeom>
              <a:avLst/>
              <a:gdLst/>
              <a:ahLst/>
              <a:cxnLst/>
              <a:rect l="l" t="t" r="r" b="b"/>
              <a:pathLst>
                <a:path w="1916" h="323" extrusionOk="0">
                  <a:moveTo>
                    <a:pt x="1023" y="0"/>
                  </a:moveTo>
                  <a:cubicBezTo>
                    <a:pt x="756" y="0"/>
                    <a:pt x="419" y="43"/>
                    <a:pt x="0" y="162"/>
                  </a:cubicBezTo>
                  <a:lnTo>
                    <a:pt x="26" y="255"/>
                  </a:lnTo>
                  <a:cubicBezTo>
                    <a:pt x="437" y="138"/>
                    <a:pt x="764" y="97"/>
                    <a:pt x="1021" y="97"/>
                  </a:cubicBezTo>
                  <a:cubicBezTo>
                    <a:pt x="1620" y="97"/>
                    <a:pt x="1839" y="319"/>
                    <a:pt x="1843" y="322"/>
                  </a:cubicBezTo>
                  <a:lnTo>
                    <a:pt x="1871" y="302"/>
                  </a:lnTo>
                  <a:lnTo>
                    <a:pt x="1871" y="302"/>
                  </a:lnTo>
                  <a:lnTo>
                    <a:pt x="1916" y="260"/>
                  </a:lnTo>
                  <a:cubicBezTo>
                    <a:pt x="1905" y="245"/>
                    <a:pt x="1666" y="0"/>
                    <a:pt x="1023" y="0"/>
                  </a:cubicBezTo>
                  <a:close/>
                  <a:moveTo>
                    <a:pt x="1885" y="291"/>
                  </a:moveTo>
                  <a:lnTo>
                    <a:pt x="1871" y="302"/>
                  </a:lnTo>
                  <a:lnTo>
                    <a:pt x="1871" y="302"/>
                  </a:lnTo>
                  <a:lnTo>
                    <a:pt x="1848" y="322"/>
                  </a:lnTo>
                  <a:lnTo>
                    <a:pt x="1885" y="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6"/>
            <p:cNvSpPr/>
            <p:nvPr/>
          </p:nvSpPr>
          <p:spPr>
            <a:xfrm>
              <a:off x="1125375" y="2910025"/>
              <a:ext cx="98400" cy="66400"/>
            </a:xfrm>
            <a:custGeom>
              <a:avLst/>
              <a:gdLst/>
              <a:ahLst/>
              <a:cxnLst/>
              <a:rect l="l" t="t" r="r" b="b"/>
              <a:pathLst>
                <a:path w="3936" h="2656" extrusionOk="0">
                  <a:moveTo>
                    <a:pt x="2517" y="1"/>
                  </a:moveTo>
                  <a:cubicBezTo>
                    <a:pt x="2208" y="1"/>
                    <a:pt x="1858" y="77"/>
                    <a:pt x="1475" y="285"/>
                  </a:cubicBezTo>
                  <a:cubicBezTo>
                    <a:pt x="0" y="1084"/>
                    <a:pt x="1651" y="1655"/>
                    <a:pt x="1651" y="1655"/>
                  </a:cubicBezTo>
                  <a:cubicBezTo>
                    <a:pt x="1651" y="1655"/>
                    <a:pt x="1366" y="1941"/>
                    <a:pt x="1932" y="2559"/>
                  </a:cubicBezTo>
                  <a:cubicBezTo>
                    <a:pt x="1993" y="2625"/>
                    <a:pt x="2064" y="2655"/>
                    <a:pt x="2143" y="2655"/>
                  </a:cubicBezTo>
                  <a:cubicBezTo>
                    <a:pt x="2792" y="2655"/>
                    <a:pt x="3936" y="627"/>
                    <a:pt x="3936" y="627"/>
                  </a:cubicBezTo>
                  <a:cubicBezTo>
                    <a:pt x="3936" y="627"/>
                    <a:pt x="3397" y="1"/>
                    <a:pt x="2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6"/>
            <p:cNvSpPr/>
            <p:nvPr/>
          </p:nvSpPr>
          <p:spPr>
            <a:xfrm>
              <a:off x="1145225" y="2908850"/>
              <a:ext cx="79850" cy="68775"/>
            </a:xfrm>
            <a:custGeom>
              <a:avLst/>
              <a:gdLst/>
              <a:ahLst/>
              <a:cxnLst/>
              <a:rect l="l" t="t" r="r" b="b"/>
              <a:pathLst>
                <a:path w="3194" h="2751" extrusionOk="0">
                  <a:moveTo>
                    <a:pt x="1730" y="91"/>
                  </a:moveTo>
                  <a:cubicBezTo>
                    <a:pt x="2480" y="91"/>
                    <a:pt x="2968" y="561"/>
                    <a:pt x="3079" y="679"/>
                  </a:cubicBezTo>
                  <a:cubicBezTo>
                    <a:pt x="2939" y="923"/>
                    <a:pt x="1958" y="2585"/>
                    <a:pt x="1382" y="2652"/>
                  </a:cubicBezTo>
                  <a:cubicBezTo>
                    <a:pt x="1371" y="2654"/>
                    <a:pt x="1361" y="2654"/>
                    <a:pt x="1350" y="2654"/>
                  </a:cubicBezTo>
                  <a:cubicBezTo>
                    <a:pt x="1279" y="2654"/>
                    <a:pt x="1215" y="2624"/>
                    <a:pt x="1174" y="2569"/>
                  </a:cubicBezTo>
                  <a:cubicBezTo>
                    <a:pt x="650" y="2003"/>
                    <a:pt x="888" y="1739"/>
                    <a:pt x="894" y="1733"/>
                  </a:cubicBezTo>
                  <a:cubicBezTo>
                    <a:pt x="904" y="1723"/>
                    <a:pt x="909" y="1707"/>
                    <a:pt x="909" y="1692"/>
                  </a:cubicBezTo>
                  <a:cubicBezTo>
                    <a:pt x="904" y="1671"/>
                    <a:pt x="894" y="1661"/>
                    <a:pt x="878" y="1655"/>
                  </a:cubicBezTo>
                  <a:cubicBezTo>
                    <a:pt x="868" y="1650"/>
                    <a:pt x="151" y="1401"/>
                    <a:pt x="120" y="1022"/>
                  </a:cubicBezTo>
                  <a:cubicBezTo>
                    <a:pt x="104" y="814"/>
                    <a:pt x="302" y="596"/>
                    <a:pt x="707" y="373"/>
                  </a:cubicBezTo>
                  <a:cubicBezTo>
                    <a:pt x="1085" y="168"/>
                    <a:pt x="1429" y="91"/>
                    <a:pt x="1730" y="91"/>
                  </a:cubicBezTo>
                  <a:close/>
                  <a:moveTo>
                    <a:pt x="1719" y="1"/>
                  </a:moveTo>
                  <a:cubicBezTo>
                    <a:pt x="1404" y="1"/>
                    <a:pt x="1048" y="79"/>
                    <a:pt x="660" y="290"/>
                  </a:cubicBezTo>
                  <a:cubicBezTo>
                    <a:pt x="219" y="529"/>
                    <a:pt x="1" y="778"/>
                    <a:pt x="21" y="1032"/>
                  </a:cubicBezTo>
                  <a:cubicBezTo>
                    <a:pt x="53" y="1406"/>
                    <a:pt x="598" y="1650"/>
                    <a:pt x="779" y="1723"/>
                  </a:cubicBezTo>
                  <a:cubicBezTo>
                    <a:pt x="717" y="1842"/>
                    <a:pt x="644" y="2143"/>
                    <a:pt x="1101" y="2637"/>
                  </a:cubicBezTo>
                  <a:cubicBezTo>
                    <a:pt x="1164" y="2709"/>
                    <a:pt x="1252" y="2751"/>
                    <a:pt x="1345" y="2751"/>
                  </a:cubicBezTo>
                  <a:cubicBezTo>
                    <a:pt x="1361" y="2751"/>
                    <a:pt x="1376" y="2751"/>
                    <a:pt x="1392" y="2746"/>
                  </a:cubicBezTo>
                  <a:cubicBezTo>
                    <a:pt x="2062" y="2673"/>
                    <a:pt x="3136" y="778"/>
                    <a:pt x="3183" y="695"/>
                  </a:cubicBezTo>
                  <a:cubicBezTo>
                    <a:pt x="3194" y="679"/>
                    <a:pt x="3188" y="659"/>
                    <a:pt x="3178" y="638"/>
                  </a:cubicBezTo>
                  <a:cubicBezTo>
                    <a:pt x="3170" y="630"/>
                    <a:pt x="2612" y="1"/>
                    <a:pt x="1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6"/>
            <p:cNvSpPr/>
            <p:nvPr/>
          </p:nvSpPr>
          <p:spPr>
            <a:xfrm>
              <a:off x="1166650" y="2928425"/>
              <a:ext cx="37650" cy="23000"/>
            </a:xfrm>
            <a:custGeom>
              <a:avLst/>
              <a:gdLst/>
              <a:ahLst/>
              <a:cxnLst/>
              <a:rect l="l" t="t" r="r" b="b"/>
              <a:pathLst>
                <a:path w="1506" h="920" extrusionOk="0">
                  <a:moveTo>
                    <a:pt x="1506" y="0"/>
                  </a:moveTo>
                  <a:cubicBezTo>
                    <a:pt x="1506" y="0"/>
                    <a:pt x="561" y="218"/>
                    <a:pt x="0" y="919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6"/>
            <p:cNvSpPr/>
            <p:nvPr/>
          </p:nvSpPr>
          <p:spPr>
            <a:xfrm>
              <a:off x="1165725" y="2927250"/>
              <a:ext cx="38725" cy="24950"/>
            </a:xfrm>
            <a:custGeom>
              <a:avLst/>
              <a:gdLst/>
              <a:ahLst/>
              <a:cxnLst/>
              <a:rect l="l" t="t" r="r" b="b"/>
              <a:pathLst>
                <a:path w="1549" h="998" extrusionOk="0">
                  <a:moveTo>
                    <a:pt x="1527" y="1"/>
                  </a:moveTo>
                  <a:cubicBezTo>
                    <a:pt x="1491" y="11"/>
                    <a:pt x="562" y="229"/>
                    <a:pt x="1" y="935"/>
                  </a:cubicBezTo>
                  <a:lnTo>
                    <a:pt x="74" y="997"/>
                  </a:lnTo>
                  <a:cubicBezTo>
                    <a:pt x="619" y="317"/>
                    <a:pt x="1543" y="94"/>
                    <a:pt x="1548" y="94"/>
                  </a:cubicBezTo>
                  <a:lnTo>
                    <a:pt x="15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66"/>
            <p:cNvSpPr/>
            <p:nvPr/>
          </p:nvSpPr>
          <p:spPr>
            <a:xfrm>
              <a:off x="1208575" y="2934025"/>
              <a:ext cx="102800" cy="46075"/>
            </a:xfrm>
            <a:custGeom>
              <a:avLst/>
              <a:gdLst/>
              <a:ahLst/>
              <a:cxnLst/>
              <a:rect l="l" t="t" r="r" b="b"/>
              <a:pathLst>
                <a:path w="4112" h="1843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9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9"/>
                    <a:pt x="3017" y="1329"/>
                  </a:cubicBezTo>
                  <a:cubicBezTo>
                    <a:pt x="3598" y="1329"/>
                    <a:pt x="4112" y="1843"/>
                    <a:pt x="4112" y="1843"/>
                  </a:cubicBezTo>
                  <a:cubicBezTo>
                    <a:pt x="3987" y="789"/>
                    <a:pt x="3053" y="654"/>
                    <a:pt x="3053" y="654"/>
                  </a:cubicBezTo>
                  <a:cubicBezTo>
                    <a:pt x="2882" y="477"/>
                    <a:pt x="2612" y="327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6"/>
            <p:cNvSpPr/>
            <p:nvPr/>
          </p:nvSpPr>
          <p:spPr>
            <a:xfrm>
              <a:off x="1210000" y="2932850"/>
              <a:ext cx="102675" cy="48425"/>
            </a:xfrm>
            <a:custGeom>
              <a:avLst/>
              <a:gdLst/>
              <a:ahLst/>
              <a:cxnLst/>
              <a:rect l="l" t="t" r="r" b="b"/>
              <a:pathLst>
                <a:path w="4107" h="1937" extrusionOk="0">
                  <a:moveTo>
                    <a:pt x="1355" y="97"/>
                  </a:moveTo>
                  <a:cubicBezTo>
                    <a:pt x="1665" y="97"/>
                    <a:pt x="1983" y="165"/>
                    <a:pt x="2274" y="301"/>
                  </a:cubicBezTo>
                  <a:cubicBezTo>
                    <a:pt x="2586" y="441"/>
                    <a:pt x="2819" y="586"/>
                    <a:pt x="2960" y="737"/>
                  </a:cubicBezTo>
                  <a:cubicBezTo>
                    <a:pt x="2965" y="742"/>
                    <a:pt x="2975" y="747"/>
                    <a:pt x="2986" y="747"/>
                  </a:cubicBezTo>
                  <a:cubicBezTo>
                    <a:pt x="3494" y="851"/>
                    <a:pt x="3889" y="1251"/>
                    <a:pt x="3988" y="1760"/>
                  </a:cubicBezTo>
                  <a:cubicBezTo>
                    <a:pt x="3806" y="1609"/>
                    <a:pt x="3406" y="1324"/>
                    <a:pt x="2960" y="1324"/>
                  </a:cubicBezTo>
                  <a:cubicBezTo>
                    <a:pt x="2736" y="1339"/>
                    <a:pt x="2508" y="1376"/>
                    <a:pt x="2290" y="1427"/>
                  </a:cubicBezTo>
                  <a:cubicBezTo>
                    <a:pt x="1941" y="1497"/>
                    <a:pt x="1548" y="1576"/>
                    <a:pt x="1198" y="1576"/>
                  </a:cubicBezTo>
                  <a:cubicBezTo>
                    <a:pt x="866" y="1576"/>
                    <a:pt x="572" y="1505"/>
                    <a:pt x="390" y="1287"/>
                  </a:cubicBezTo>
                  <a:cubicBezTo>
                    <a:pt x="187" y="1048"/>
                    <a:pt x="104" y="836"/>
                    <a:pt x="151" y="659"/>
                  </a:cubicBezTo>
                  <a:cubicBezTo>
                    <a:pt x="198" y="477"/>
                    <a:pt x="374" y="332"/>
                    <a:pt x="675" y="218"/>
                  </a:cubicBezTo>
                  <a:cubicBezTo>
                    <a:pt x="887" y="137"/>
                    <a:pt x="1118" y="97"/>
                    <a:pt x="1355" y="97"/>
                  </a:cubicBezTo>
                  <a:close/>
                  <a:moveTo>
                    <a:pt x="1359" y="1"/>
                  </a:moveTo>
                  <a:cubicBezTo>
                    <a:pt x="1109" y="1"/>
                    <a:pt x="863" y="44"/>
                    <a:pt x="639" y="130"/>
                  </a:cubicBezTo>
                  <a:cubicBezTo>
                    <a:pt x="307" y="254"/>
                    <a:pt x="115" y="425"/>
                    <a:pt x="57" y="633"/>
                  </a:cubicBezTo>
                  <a:cubicBezTo>
                    <a:pt x="0" y="841"/>
                    <a:pt x="89" y="1085"/>
                    <a:pt x="317" y="1350"/>
                  </a:cubicBezTo>
                  <a:cubicBezTo>
                    <a:pt x="521" y="1593"/>
                    <a:pt x="841" y="1671"/>
                    <a:pt x="1198" y="1671"/>
                  </a:cubicBezTo>
                  <a:cubicBezTo>
                    <a:pt x="1558" y="1671"/>
                    <a:pt x="1956" y="1591"/>
                    <a:pt x="2311" y="1521"/>
                  </a:cubicBezTo>
                  <a:cubicBezTo>
                    <a:pt x="2523" y="1469"/>
                    <a:pt x="2741" y="1438"/>
                    <a:pt x="2960" y="1422"/>
                  </a:cubicBezTo>
                  <a:cubicBezTo>
                    <a:pt x="3515" y="1422"/>
                    <a:pt x="4019" y="1915"/>
                    <a:pt x="4024" y="1921"/>
                  </a:cubicBezTo>
                  <a:cubicBezTo>
                    <a:pt x="4029" y="1931"/>
                    <a:pt x="4045" y="1936"/>
                    <a:pt x="4055" y="1936"/>
                  </a:cubicBezTo>
                  <a:cubicBezTo>
                    <a:pt x="4065" y="1936"/>
                    <a:pt x="4071" y="1936"/>
                    <a:pt x="4081" y="1931"/>
                  </a:cubicBezTo>
                  <a:cubicBezTo>
                    <a:pt x="4097" y="1921"/>
                    <a:pt x="4107" y="1900"/>
                    <a:pt x="4107" y="1879"/>
                  </a:cubicBezTo>
                  <a:cubicBezTo>
                    <a:pt x="3982" y="882"/>
                    <a:pt x="3146" y="680"/>
                    <a:pt x="3017" y="654"/>
                  </a:cubicBezTo>
                  <a:cubicBezTo>
                    <a:pt x="2866" y="503"/>
                    <a:pt x="2632" y="353"/>
                    <a:pt x="2316" y="213"/>
                  </a:cubicBezTo>
                  <a:cubicBezTo>
                    <a:pt x="2014" y="72"/>
                    <a:pt x="1683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6"/>
            <p:cNvSpPr/>
            <p:nvPr/>
          </p:nvSpPr>
          <p:spPr>
            <a:xfrm>
              <a:off x="1238150" y="2946325"/>
              <a:ext cx="46750" cy="6125"/>
            </a:xfrm>
            <a:custGeom>
              <a:avLst/>
              <a:gdLst/>
              <a:ahLst/>
              <a:cxnLst/>
              <a:rect l="l" t="t" r="r" b="b"/>
              <a:pathLst>
                <a:path w="1870" h="245" extrusionOk="0">
                  <a:moveTo>
                    <a:pt x="859" y="1"/>
                  </a:moveTo>
                  <a:cubicBezTo>
                    <a:pt x="227" y="1"/>
                    <a:pt x="1" y="245"/>
                    <a:pt x="1" y="245"/>
                  </a:cubicBezTo>
                  <a:lnTo>
                    <a:pt x="1870" y="162"/>
                  </a:lnTo>
                  <a:cubicBezTo>
                    <a:pt x="1454" y="43"/>
                    <a:pt x="1122" y="1"/>
                    <a:pt x="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66"/>
            <p:cNvSpPr/>
            <p:nvPr/>
          </p:nvSpPr>
          <p:spPr>
            <a:xfrm>
              <a:off x="1237250" y="2945150"/>
              <a:ext cx="47925" cy="8075"/>
            </a:xfrm>
            <a:custGeom>
              <a:avLst/>
              <a:gdLst/>
              <a:ahLst/>
              <a:cxnLst/>
              <a:rect l="l" t="t" r="r" b="b"/>
              <a:pathLst>
                <a:path w="1917" h="323" extrusionOk="0">
                  <a:moveTo>
                    <a:pt x="893" y="1"/>
                  </a:moveTo>
                  <a:cubicBezTo>
                    <a:pt x="252" y="1"/>
                    <a:pt x="15" y="244"/>
                    <a:pt x="1" y="255"/>
                  </a:cubicBezTo>
                  <a:lnTo>
                    <a:pt x="73" y="323"/>
                  </a:lnTo>
                  <a:cubicBezTo>
                    <a:pt x="77" y="319"/>
                    <a:pt x="296" y="97"/>
                    <a:pt x="895" y="97"/>
                  </a:cubicBezTo>
                  <a:cubicBezTo>
                    <a:pt x="1152" y="97"/>
                    <a:pt x="1480" y="138"/>
                    <a:pt x="1890" y="255"/>
                  </a:cubicBezTo>
                  <a:lnTo>
                    <a:pt x="1916" y="162"/>
                  </a:lnTo>
                  <a:cubicBezTo>
                    <a:pt x="1496" y="43"/>
                    <a:pt x="1160" y="1"/>
                    <a:pt x="8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66"/>
            <p:cNvSpPr/>
            <p:nvPr/>
          </p:nvSpPr>
          <p:spPr>
            <a:xfrm>
              <a:off x="1274250" y="2896000"/>
              <a:ext cx="102800" cy="45950"/>
            </a:xfrm>
            <a:custGeom>
              <a:avLst/>
              <a:gdLst/>
              <a:ahLst/>
              <a:cxnLst/>
              <a:rect l="l" t="t" r="r" b="b"/>
              <a:pathLst>
                <a:path w="4112" h="1838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8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8"/>
                    <a:pt x="3017" y="1328"/>
                  </a:cubicBezTo>
                  <a:cubicBezTo>
                    <a:pt x="3598" y="1328"/>
                    <a:pt x="4112" y="1837"/>
                    <a:pt x="4112" y="1837"/>
                  </a:cubicBezTo>
                  <a:cubicBezTo>
                    <a:pt x="3982" y="788"/>
                    <a:pt x="3053" y="653"/>
                    <a:pt x="3053" y="653"/>
                  </a:cubicBezTo>
                  <a:cubicBezTo>
                    <a:pt x="2882" y="477"/>
                    <a:pt x="2612" y="326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6"/>
            <p:cNvSpPr/>
            <p:nvPr/>
          </p:nvSpPr>
          <p:spPr>
            <a:xfrm>
              <a:off x="1275675" y="2894800"/>
              <a:ext cx="102675" cy="48300"/>
            </a:xfrm>
            <a:custGeom>
              <a:avLst/>
              <a:gdLst/>
              <a:ahLst/>
              <a:cxnLst/>
              <a:rect l="l" t="t" r="r" b="b"/>
              <a:pathLst>
                <a:path w="4107" h="1932" extrusionOk="0">
                  <a:moveTo>
                    <a:pt x="1359" y="97"/>
                  </a:moveTo>
                  <a:cubicBezTo>
                    <a:pt x="1667" y="97"/>
                    <a:pt x="1984" y="165"/>
                    <a:pt x="2274" y="297"/>
                  </a:cubicBezTo>
                  <a:cubicBezTo>
                    <a:pt x="2586" y="442"/>
                    <a:pt x="2819" y="587"/>
                    <a:pt x="2960" y="733"/>
                  </a:cubicBezTo>
                  <a:cubicBezTo>
                    <a:pt x="2965" y="743"/>
                    <a:pt x="2975" y="748"/>
                    <a:pt x="2985" y="748"/>
                  </a:cubicBezTo>
                  <a:cubicBezTo>
                    <a:pt x="3494" y="847"/>
                    <a:pt x="3889" y="1247"/>
                    <a:pt x="3987" y="1755"/>
                  </a:cubicBezTo>
                  <a:cubicBezTo>
                    <a:pt x="3806" y="1605"/>
                    <a:pt x="3406" y="1324"/>
                    <a:pt x="2960" y="1324"/>
                  </a:cubicBezTo>
                  <a:cubicBezTo>
                    <a:pt x="2736" y="1340"/>
                    <a:pt x="2508" y="1371"/>
                    <a:pt x="2290" y="1423"/>
                  </a:cubicBezTo>
                  <a:cubicBezTo>
                    <a:pt x="1941" y="1495"/>
                    <a:pt x="1548" y="1574"/>
                    <a:pt x="1198" y="1574"/>
                  </a:cubicBezTo>
                  <a:cubicBezTo>
                    <a:pt x="866" y="1574"/>
                    <a:pt x="572" y="1503"/>
                    <a:pt x="390" y="1288"/>
                  </a:cubicBezTo>
                  <a:cubicBezTo>
                    <a:pt x="187" y="1044"/>
                    <a:pt x="104" y="836"/>
                    <a:pt x="151" y="655"/>
                  </a:cubicBezTo>
                  <a:cubicBezTo>
                    <a:pt x="198" y="478"/>
                    <a:pt x="374" y="333"/>
                    <a:pt x="675" y="219"/>
                  </a:cubicBezTo>
                  <a:cubicBezTo>
                    <a:pt x="888" y="137"/>
                    <a:pt x="1121" y="97"/>
                    <a:pt x="1359" y="97"/>
                  </a:cubicBezTo>
                  <a:close/>
                  <a:moveTo>
                    <a:pt x="1355" y="0"/>
                  </a:moveTo>
                  <a:cubicBezTo>
                    <a:pt x="1106" y="0"/>
                    <a:pt x="862" y="42"/>
                    <a:pt x="639" y="125"/>
                  </a:cubicBezTo>
                  <a:cubicBezTo>
                    <a:pt x="307" y="250"/>
                    <a:pt x="109" y="421"/>
                    <a:pt x="57" y="634"/>
                  </a:cubicBezTo>
                  <a:cubicBezTo>
                    <a:pt x="0" y="842"/>
                    <a:pt x="89" y="1080"/>
                    <a:pt x="317" y="1350"/>
                  </a:cubicBezTo>
                  <a:cubicBezTo>
                    <a:pt x="521" y="1593"/>
                    <a:pt x="841" y="1672"/>
                    <a:pt x="1198" y="1672"/>
                  </a:cubicBezTo>
                  <a:cubicBezTo>
                    <a:pt x="1558" y="1672"/>
                    <a:pt x="1956" y="1592"/>
                    <a:pt x="2311" y="1522"/>
                  </a:cubicBezTo>
                  <a:cubicBezTo>
                    <a:pt x="2523" y="1470"/>
                    <a:pt x="2741" y="1439"/>
                    <a:pt x="2960" y="1423"/>
                  </a:cubicBezTo>
                  <a:cubicBezTo>
                    <a:pt x="3515" y="1423"/>
                    <a:pt x="4019" y="1916"/>
                    <a:pt x="4024" y="1922"/>
                  </a:cubicBezTo>
                  <a:cubicBezTo>
                    <a:pt x="4029" y="1927"/>
                    <a:pt x="4045" y="1932"/>
                    <a:pt x="4055" y="1932"/>
                  </a:cubicBezTo>
                  <a:cubicBezTo>
                    <a:pt x="4065" y="1932"/>
                    <a:pt x="4071" y="1932"/>
                    <a:pt x="4076" y="1927"/>
                  </a:cubicBezTo>
                  <a:cubicBezTo>
                    <a:pt x="4097" y="1922"/>
                    <a:pt x="4107" y="1901"/>
                    <a:pt x="4107" y="1880"/>
                  </a:cubicBezTo>
                  <a:cubicBezTo>
                    <a:pt x="3982" y="883"/>
                    <a:pt x="3146" y="681"/>
                    <a:pt x="3017" y="655"/>
                  </a:cubicBezTo>
                  <a:cubicBezTo>
                    <a:pt x="2866" y="504"/>
                    <a:pt x="2632" y="354"/>
                    <a:pt x="2316" y="208"/>
                  </a:cubicBezTo>
                  <a:cubicBezTo>
                    <a:pt x="2011" y="70"/>
                    <a:pt x="1679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6"/>
            <p:cNvSpPr/>
            <p:nvPr/>
          </p:nvSpPr>
          <p:spPr>
            <a:xfrm>
              <a:off x="1303825" y="2908275"/>
              <a:ext cx="46750" cy="6025"/>
            </a:xfrm>
            <a:custGeom>
              <a:avLst/>
              <a:gdLst/>
              <a:ahLst/>
              <a:cxnLst/>
              <a:rect l="l" t="t" r="r" b="b"/>
              <a:pathLst>
                <a:path w="1870" h="241" extrusionOk="0">
                  <a:moveTo>
                    <a:pt x="853" y="1"/>
                  </a:moveTo>
                  <a:cubicBezTo>
                    <a:pt x="225" y="1"/>
                    <a:pt x="1" y="240"/>
                    <a:pt x="1" y="240"/>
                  </a:cubicBezTo>
                  <a:lnTo>
                    <a:pt x="1870" y="162"/>
                  </a:lnTo>
                  <a:cubicBezTo>
                    <a:pt x="1451" y="43"/>
                    <a:pt x="1117" y="1"/>
                    <a:pt x="8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6"/>
            <p:cNvSpPr/>
            <p:nvPr/>
          </p:nvSpPr>
          <p:spPr>
            <a:xfrm>
              <a:off x="1302925" y="2907050"/>
              <a:ext cx="47925" cy="8150"/>
            </a:xfrm>
            <a:custGeom>
              <a:avLst/>
              <a:gdLst/>
              <a:ahLst/>
              <a:cxnLst/>
              <a:rect l="l" t="t" r="r" b="b"/>
              <a:pathLst>
                <a:path w="1917" h="326" extrusionOk="0">
                  <a:moveTo>
                    <a:pt x="887" y="0"/>
                  </a:moveTo>
                  <a:cubicBezTo>
                    <a:pt x="251" y="0"/>
                    <a:pt x="15" y="244"/>
                    <a:pt x="1" y="258"/>
                  </a:cubicBezTo>
                  <a:lnTo>
                    <a:pt x="73" y="326"/>
                  </a:lnTo>
                  <a:cubicBezTo>
                    <a:pt x="77" y="322"/>
                    <a:pt x="296" y="100"/>
                    <a:pt x="895" y="100"/>
                  </a:cubicBezTo>
                  <a:cubicBezTo>
                    <a:pt x="1152" y="100"/>
                    <a:pt x="1480" y="141"/>
                    <a:pt x="1890" y="258"/>
                  </a:cubicBezTo>
                  <a:lnTo>
                    <a:pt x="1916" y="165"/>
                  </a:lnTo>
                  <a:cubicBezTo>
                    <a:pt x="1493" y="43"/>
                    <a:pt x="1155" y="0"/>
                    <a:pt x="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6"/>
            <p:cNvSpPr/>
            <p:nvPr/>
          </p:nvSpPr>
          <p:spPr>
            <a:xfrm>
              <a:off x="1132000" y="2880975"/>
              <a:ext cx="75025" cy="45575"/>
            </a:xfrm>
            <a:custGeom>
              <a:avLst/>
              <a:gdLst/>
              <a:ahLst/>
              <a:cxnLst/>
              <a:rect l="l" t="t" r="r" b="b"/>
              <a:pathLst>
                <a:path w="3001" h="1823" extrusionOk="0">
                  <a:moveTo>
                    <a:pt x="2035" y="1"/>
                  </a:moveTo>
                  <a:cubicBezTo>
                    <a:pt x="1791" y="1"/>
                    <a:pt x="1651" y="92"/>
                    <a:pt x="1651" y="92"/>
                  </a:cubicBezTo>
                  <a:cubicBezTo>
                    <a:pt x="1562" y="77"/>
                    <a:pt x="1473" y="70"/>
                    <a:pt x="1383" y="70"/>
                  </a:cubicBezTo>
                  <a:cubicBezTo>
                    <a:pt x="1253" y="70"/>
                    <a:pt x="1123" y="85"/>
                    <a:pt x="997" y="112"/>
                  </a:cubicBezTo>
                  <a:cubicBezTo>
                    <a:pt x="592" y="190"/>
                    <a:pt x="260" y="450"/>
                    <a:pt x="145" y="839"/>
                  </a:cubicBezTo>
                  <a:cubicBezTo>
                    <a:pt x="0" y="1348"/>
                    <a:pt x="270" y="1654"/>
                    <a:pt x="810" y="1800"/>
                  </a:cubicBezTo>
                  <a:cubicBezTo>
                    <a:pt x="867" y="1815"/>
                    <a:pt x="922" y="1823"/>
                    <a:pt x="974" y="1823"/>
                  </a:cubicBezTo>
                  <a:cubicBezTo>
                    <a:pt x="1579" y="1823"/>
                    <a:pt x="1850" y="843"/>
                    <a:pt x="2108" y="585"/>
                  </a:cubicBezTo>
                  <a:cubicBezTo>
                    <a:pt x="2261" y="434"/>
                    <a:pt x="2513" y="400"/>
                    <a:pt x="2711" y="400"/>
                  </a:cubicBezTo>
                  <a:cubicBezTo>
                    <a:pt x="2875" y="400"/>
                    <a:pt x="3001" y="424"/>
                    <a:pt x="3001" y="424"/>
                  </a:cubicBezTo>
                  <a:cubicBezTo>
                    <a:pt x="2605" y="86"/>
                    <a:pt x="2271" y="1"/>
                    <a:pt x="20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6"/>
            <p:cNvSpPr/>
            <p:nvPr/>
          </p:nvSpPr>
          <p:spPr>
            <a:xfrm>
              <a:off x="1132900" y="2879750"/>
              <a:ext cx="75425" cy="48050"/>
            </a:xfrm>
            <a:custGeom>
              <a:avLst/>
              <a:gdLst/>
              <a:ahLst/>
              <a:cxnLst/>
              <a:rect l="l" t="t" r="r" b="b"/>
              <a:pathLst>
                <a:path w="3017" h="1922" extrusionOk="0">
                  <a:moveTo>
                    <a:pt x="1999" y="107"/>
                  </a:moveTo>
                  <a:cubicBezTo>
                    <a:pt x="2199" y="107"/>
                    <a:pt x="2473" y="171"/>
                    <a:pt x="2799" y="411"/>
                  </a:cubicBezTo>
                  <a:cubicBezTo>
                    <a:pt x="2760" y="408"/>
                    <a:pt x="2716" y="406"/>
                    <a:pt x="2669" y="406"/>
                  </a:cubicBezTo>
                  <a:cubicBezTo>
                    <a:pt x="2466" y="406"/>
                    <a:pt x="2205" y="443"/>
                    <a:pt x="2041" y="608"/>
                  </a:cubicBezTo>
                  <a:cubicBezTo>
                    <a:pt x="1937" y="727"/>
                    <a:pt x="1849" y="862"/>
                    <a:pt x="1781" y="1008"/>
                  </a:cubicBezTo>
                  <a:cubicBezTo>
                    <a:pt x="1577" y="1374"/>
                    <a:pt x="1327" y="1827"/>
                    <a:pt x="936" y="1827"/>
                  </a:cubicBezTo>
                  <a:cubicBezTo>
                    <a:pt x="889" y="1827"/>
                    <a:pt x="841" y="1821"/>
                    <a:pt x="790" y="1807"/>
                  </a:cubicBezTo>
                  <a:cubicBezTo>
                    <a:pt x="488" y="1724"/>
                    <a:pt x="286" y="1594"/>
                    <a:pt x="193" y="1423"/>
                  </a:cubicBezTo>
                  <a:cubicBezTo>
                    <a:pt x="109" y="1278"/>
                    <a:pt x="99" y="1106"/>
                    <a:pt x="161" y="904"/>
                  </a:cubicBezTo>
                  <a:cubicBezTo>
                    <a:pt x="260" y="546"/>
                    <a:pt x="566" y="286"/>
                    <a:pt x="971" y="208"/>
                  </a:cubicBezTo>
                  <a:cubicBezTo>
                    <a:pt x="1101" y="182"/>
                    <a:pt x="1231" y="172"/>
                    <a:pt x="1366" y="167"/>
                  </a:cubicBezTo>
                  <a:cubicBezTo>
                    <a:pt x="1444" y="167"/>
                    <a:pt x="1527" y="177"/>
                    <a:pt x="1605" y="198"/>
                  </a:cubicBezTo>
                  <a:cubicBezTo>
                    <a:pt x="1615" y="198"/>
                    <a:pt x="1631" y="198"/>
                    <a:pt x="1641" y="187"/>
                  </a:cubicBezTo>
                  <a:cubicBezTo>
                    <a:pt x="1644" y="187"/>
                    <a:pt x="1774" y="107"/>
                    <a:pt x="1999" y="107"/>
                  </a:cubicBezTo>
                  <a:close/>
                  <a:moveTo>
                    <a:pt x="1998" y="1"/>
                  </a:moveTo>
                  <a:cubicBezTo>
                    <a:pt x="1790" y="1"/>
                    <a:pt x="1652" y="65"/>
                    <a:pt x="1605" y="94"/>
                  </a:cubicBezTo>
                  <a:cubicBezTo>
                    <a:pt x="1516" y="79"/>
                    <a:pt x="1426" y="72"/>
                    <a:pt x="1337" y="72"/>
                  </a:cubicBezTo>
                  <a:cubicBezTo>
                    <a:pt x="1206" y="72"/>
                    <a:pt x="1077" y="87"/>
                    <a:pt x="951" y="115"/>
                  </a:cubicBezTo>
                  <a:cubicBezTo>
                    <a:pt x="509" y="198"/>
                    <a:pt x="177" y="488"/>
                    <a:pt x="68" y="878"/>
                  </a:cubicBezTo>
                  <a:cubicBezTo>
                    <a:pt x="0" y="1101"/>
                    <a:pt x="11" y="1303"/>
                    <a:pt x="104" y="1464"/>
                  </a:cubicBezTo>
                  <a:cubicBezTo>
                    <a:pt x="218" y="1662"/>
                    <a:pt x="437" y="1807"/>
                    <a:pt x="764" y="1895"/>
                  </a:cubicBezTo>
                  <a:cubicBezTo>
                    <a:pt x="821" y="1911"/>
                    <a:pt x="878" y="1921"/>
                    <a:pt x="940" y="1921"/>
                  </a:cubicBezTo>
                  <a:cubicBezTo>
                    <a:pt x="1387" y="1921"/>
                    <a:pt x="1662" y="1423"/>
                    <a:pt x="1869" y="1049"/>
                  </a:cubicBezTo>
                  <a:cubicBezTo>
                    <a:pt x="1932" y="914"/>
                    <a:pt x="2015" y="784"/>
                    <a:pt x="2108" y="670"/>
                  </a:cubicBezTo>
                  <a:cubicBezTo>
                    <a:pt x="2248" y="530"/>
                    <a:pt x="2489" y="499"/>
                    <a:pt x="2678" y="499"/>
                  </a:cubicBezTo>
                  <a:cubicBezTo>
                    <a:pt x="2832" y="499"/>
                    <a:pt x="2952" y="520"/>
                    <a:pt x="2955" y="520"/>
                  </a:cubicBezTo>
                  <a:cubicBezTo>
                    <a:pt x="2958" y="520"/>
                    <a:pt x="2962" y="521"/>
                    <a:pt x="2965" y="521"/>
                  </a:cubicBezTo>
                  <a:cubicBezTo>
                    <a:pt x="2982" y="521"/>
                    <a:pt x="2998" y="511"/>
                    <a:pt x="3006" y="494"/>
                  </a:cubicBezTo>
                  <a:cubicBezTo>
                    <a:pt x="3017" y="473"/>
                    <a:pt x="3012" y="452"/>
                    <a:pt x="2991" y="436"/>
                  </a:cubicBezTo>
                  <a:cubicBezTo>
                    <a:pt x="2586" y="91"/>
                    <a:pt x="2244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6"/>
            <p:cNvSpPr/>
            <p:nvPr/>
          </p:nvSpPr>
          <p:spPr>
            <a:xfrm>
              <a:off x="1147825" y="2882225"/>
              <a:ext cx="25850" cy="25200"/>
            </a:xfrm>
            <a:custGeom>
              <a:avLst/>
              <a:gdLst/>
              <a:ahLst/>
              <a:cxnLst/>
              <a:rect l="l" t="t" r="r" b="b"/>
              <a:pathLst>
                <a:path w="1034" h="1008" extrusionOk="0">
                  <a:moveTo>
                    <a:pt x="997" y="0"/>
                  </a:moveTo>
                  <a:cubicBezTo>
                    <a:pt x="0" y="405"/>
                    <a:pt x="120" y="981"/>
                    <a:pt x="125" y="1007"/>
                  </a:cubicBezTo>
                  <a:lnTo>
                    <a:pt x="219" y="986"/>
                  </a:lnTo>
                  <a:cubicBezTo>
                    <a:pt x="213" y="966"/>
                    <a:pt x="120" y="462"/>
                    <a:pt x="1034" y="88"/>
                  </a:cubicBezTo>
                  <a:lnTo>
                    <a:pt x="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6"/>
            <p:cNvSpPr/>
            <p:nvPr/>
          </p:nvSpPr>
          <p:spPr>
            <a:xfrm>
              <a:off x="1115125" y="2922325"/>
              <a:ext cx="29750" cy="55575"/>
            </a:xfrm>
            <a:custGeom>
              <a:avLst/>
              <a:gdLst/>
              <a:ahLst/>
              <a:cxnLst/>
              <a:rect l="l" t="t" r="r" b="b"/>
              <a:pathLst>
                <a:path w="1190" h="2223" extrusionOk="0">
                  <a:moveTo>
                    <a:pt x="1132" y="0"/>
                  </a:moveTo>
                  <a:cubicBezTo>
                    <a:pt x="1122" y="11"/>
                    <a:pt x="0" y="826"/>
                    <a:pt x="795" y="2222"/>
                  </a:cubicBezTo>
                  <a:lnTo>
                    <a:pt x="883" y="2176"/>
                  </a:lnTo>
                  <a:cubicBezTo>
                    <a:pt x="130" y="857"/>
                    <a:pt x="1148" y="114"/>
                    <a:pt x="1189" y="83"/>
                  </a:cubicBezTo>
                  <a:lnTo>
                    <a:pt x="11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6"/>
            <p:cNvSpPr/>
            <p:nvPr/>
          </p:nvSpPr>
          <p:spPr>
            <a:xfrm>
              <a:off x="1007775" y="2898000"/>
              <a:ext cx="76350" cy="52750"/>
            </a:xfrm>
            <a:custGeom>
              <a:avLst/>
              <a:gdLst/>
              <a:ahLst/>
              <a:cxnLst/>
              <a:rect l="l" t="t" r="r" b="b"/>
              <a:pathLst>
                <a:path w="3054" h="2110" extrusionOk="0">
                  <a:moveTo>
                    <a:pt x="1660" y="1"/>
                  </a:moveTo>
                  <a:cubicBezTo>
                    <a:pt x="1523" y="1"/>
                    <a:pt x="1348" y="56"/>
                    <a:pt x="1127" y="194"/>
                  </a:cubicBezTo>
                  <a:cubicBezTo>
                    <a:pt x="1" y="895"/>
                    <a:pt x="608" y="2105"/>
                    <a:pt x="608" y="2105"/>
                  </a:cubicBezTo>
                  <a:cubicBezTo>
                    <a:pt x="608" y="2105"/>
                    <a:pt x="725" y="2109"/>
                    <a:pt x="905" y="2109"/>
                  </a:cubicBezTo>
                  <a:cubicBezTo>
                    <a:pt x="1560" y="2109"/>
                    <a:pt x="3054" y="2052"/>
                    <a:pt x="2809" y="1518"/>
                  </a:cubicBezTo>
                  <a:cubicBezTo>
                    <a:pt x="2552" y="970"/>
                    <a:pt x="2291" y="919"/>
                    <a:pt x="2203" y="919"/>
                  </a:cubicBezTo>
                  <a:cubicBezTo>
                    <a:pt x="2182" y="919"/>
                    <a:pt x="2171" y="921"/>
                    <a:pt x="2171" y="921"/>
                  </a:cubicBezTo>
                  <a:cubicBezTo>
                    <a:pt x="2171" y="921"/>
                    <a:pt x="2221" y="1"/>
                    <a:pt x="16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6"/>
            <p:cNvSpPr/>
            <p:nvPr/>
          </p:nvSpPr>
          <p:spPr>
            <a:xfrm>
              <a:off x="1006750" y="2896775"/>
              <a:ext cx="73600" cy="55150"/>
            </a:xfrm>
            <a:custGeom>
              <a:avLst/>
              <a:gdLst/>
              <a:ahLst/>
              <a:cxnLst/>
              <a:rect l="l" t="t" r="r" b="b"/>
              <a:pathLst>
                <a:path w="2944" h="2206" extrusionOk="0">
                  <a:moveTo>
                    <a:pt x="1700" y="98"/>
                  </a:moveTo>
                  <a:cubicBezTo>
                    <a:pt x="1769" y="98"/>
                    <a:pt x="1831" y="114"/>
                    <a:pt x="1885" y="145"/>
                  </a:cubicBezTo>
                  <a:cubicBezTo>
                    <a:pt x="2191" y="327"/>
                    <a:pt x="2165" y="965"/>
                    <a:pt x="2165" y="970"/>
                  </a:cubicBezTo>
                  <a:cubicBezTo>
                    <a:pt x="2160" y="986"/>
                    <a:pt x="2170" y="1001"/>
                    <a:pt x="2181" y="1007"/>
                  </a:cubicBezTo>
                  <a:cubicBezTo>
                    <a:pt x="2188" y="1014"/>
                    <a:pt x="2199" y="1019"/>
                    <a:pt x="2210" y="1019"/>
                  </a:cubicBezTo>
                  <a:cubicBezTo>
                    <a:pt x="2214" y="1019"/>
                    <a:pt x="2218" y="1018"/>
                    <a:pt x="2222" y="1017"/>
                  </a:cubicBezTo>
                  <a:cubicBezTo>
                    <a:pt x="2223" y="1017"/>
                    <a:pt x="2229" y="1016"/>
                    <a:pt x="2241" y="1016"/>
                  </a:cubicBezTo>
                  <a:cubicBezTo>
                    <a:pt x="2310" y="1016"/>
                    <a:pt x="2560" y="1054"/>
                    <a:pt x="2809" y="1588"/>
                  </a:cubicBezTo>
                  <a:cubicBezTo>
                    <a:pt x="2840" y="1645"/>
                    <a:pt x="2835" y="1713"/>
                    <a:pt x="2804" y="1770"/>
                  </a:cubicBezTo>
                  <a:cubicBezTo>
                    <a:pt x="2618" y="2044"/>
                    <a:pt x="1605" y="2107"/>
                    <a:pt x="972" y="2107"/>
                  </a:cubicBezTo>
                  <a:cubicBezTo>
                    <a:pt x="861" y="2107"/>
                    <a:pt x="761" y="2105"/>
                    <a:pt x="680" y="2102"/>
                  </a:cubicBezTo>
                  <a:cubicBezTo>
                    <a:pt x="597" y="1926"/>
                    <a:pt x="197" y="908"/>
                    <a:pt x="1194" y="285"/>
                  </a:cubicBezTo>
                  <a:cubicBezTo>
                    <a:pt x="1391" y="160"/>
                    <a:pt x="1561" y="98"/>
                    <a:pt x="1700" y="98"/>
                  </a:cubicBezTo>
                  <a:close/>
                  <a:moveTo>
                    <a:pt x="1703" y="1"/>
                  </a:moveTo>
                  <a:cubicBezTo>
                    <a:pt x="1545" y="1"/>
                    <a:pt x="1357" y="68"/>
                    <a:pt x="1142" y="202"/>
                  </a:cubicBezTo>
                  <a:cubicBezTo>
                    <a:pt x="0" y="924"/>
                    <a:pt x="597" y="2159"/>
                    <a:pt x="608" y="2175"/>
                  </a:cubicBezTo>
                  <a:cubicBezTo>
                    <a:pt x="613" y="2190"/>
                    <a:pt x="628" y="2201"/>
                    <a:pt x="649" y="2201"/>
                  </a:cubicBezTo>
                  <a:cubicBezTo>
                    <a:pt x="665" y="2201"/>
                    <a:pt x="784" y="2206"/>
                    <a:pt x="955" y="2206"/>
                  </a:cubicBezTo>
                  <a:cubicBezTo>
                    <a:pt x="1516" y="2206"/>
                    <a:pt x="2653" y="2159"/>
                    <a:pt x="2882" y="1822"/>
                  </a:cubicBezTo>
                  <a:cubicBezTo>
                    <a:pt x="2939" y="1739"/>
                    <a:pt x="2944" y="1635"/>
                    <a:pt x="2892" y="1547"/>
                  </a:cubicBezTo>
                  <a:cubicBezTo>
                    <a:pt x="2643" y="1012"/>
                    <a:pt x="2378" y="929"/>
                    <a:pt x="2264" y="924"/>
                  </a:cubicBezTo>
                  <a:cubicBezTo>
                    <a:pt x="2264" y="752"/>
                    <a:pt x="2243" y="243"/>
                    <a:pt x="1937" y="62"/>
                  </a:cubicBezTo>
                  <a:cubicBezTo>
                    <a:pt x="1868" y="21"/>
                    <a:pt x="1790" y="1"/>
                    <a:pt x="1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6"/>
            <p:cNvSpPr/>
            <p:nvPr/>
          </p:nvSpPr>
          <p:spPr>
            <a:xfrm>
              <a:off x="1030500" y="2919725"/>
              <a:ext cx="31675" cy="18850"/>
            </a:xfrm>
            <a:custGeom>
              <a:avLst/>
              <a:gdLst/>
              <a:ahLst/>
              <a:cxnLst/>
              <a:rect l="l" t="t" r="r" b="b"/>
              <a:pathLst>
                <a:path w="1267" h="754" extrusionOk="0">
                  <a:moveTo>
                    <a:pt x="1257" y="0"/>
                  </a:moveTo>
                  <a:cubicBezTo>
                    <a:pt x="504" y="94"/>
                    <a:pt x="21" y="665"/>
                    <a:pt x="0" y="691"/>
                  </a:cubicBezTo>
                  <a:lnTo>
                    <a:pt x="73" y="753"/>
                  </a:lnTo>
                  <a:cubicBezTo>
                    <a:pt x="78" y="748"/>
                    <a:pt x="556" y="193"/>
                    <a:pt x="1267" y="99"/>
                  </a:cubicBezTo>
                  <a:lnTo>
                    <a:pt x="12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6"/>
            <p:cNvSpPr/>
            <p:nvPr/>
          </p:nvSpPr>
          <p:spPr>
            <a:xfrm>
              <a:off x="1107200" y="2914925"/>
              <a:ext cx="23000" cy="41425"/>
            </a:xfrm>
            <a:custGeom>
              <a:avLst/>
              <a:gdLst/>
              <a:ahLst/>
              <a:cxnLst/>
              <a:rect l="l" t="t" r="r" b="b"/>
              <a:pathLst>
                <a:path w="920" h="1657" extrusionOk="0">
                  <a:moveTo>
                    <a:pt x="42" y="0"/>
                  </a:moveTo>
                  <a:lnTo>
                    <a:pt x="0" y="89"/>
                  </a:lnTo>
                  <a:cubicBezTo>
                    <a:pt x="774" y="447"/>
                    <a:pt x="826" y="1641"/>
                    <a:pt x="826" y="1656"/>
                  </a:cubicBezTo>
                  <a:lnTo>
                    <a:pt x="919" y="1651"/>
                  </a:lnTo>
                  <a:cubicBezTo>
                    <a:pt x="919" y="1599"/>
                    <a:pt x="867" y="385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6"/>
            <p:cNvSpPr/>
            <p:nvPr/>
          </p:nvSpPr>
          <p:spPr>
            <a:xfrm>
              <a:off x="1037625" y="2892150"/>
              <a:ext cx="109325" cy="60175"/>
            </a:xfrm>
            <a:custGeom>
              <a:avLst/>
              <a:gdLst/>
              <a:ahLst/>
              <a:cxnLst/>
              <a:rect l="l" t="t" r="r" b="b"/>
              <a:pathLst>
                <a:path w="4373" h="2407" extrusionOk="0">
                  <a:moveTo>
                    <a:pt x="1474" y="1"/>
                  </a:moveTo>
                  <a:cubicBezTo>
                    <a:pt x="1253" y="1"/>
                    <a:pt x="1015" y="117"/>
                    <a:pt x="785" y="444"/>
                  </a:cubicBezTo>
                  <a:cubicBezTo>
                    <a:pt x="1" y="1555"/>
                    <a:pt x="1486" y="2407"/>
                    <a:pt x="1486" y="2407"/>
                  </a:cubicBezTo>
                  <a:cubicBezTo>
                    <a:pt x="1486" y="2407"/>
                    <a:pt x="4372" y="1441"/>
                    <a:pt x="3567" y="953"/>
                  </a:cubicBezTo>
                  <a:cubicBezTo>
                    <a:pt x="3130" y="689"/>
                    <a:pt x="2838" y="629"/>
                    <a:pt x="2662" y="629"/>
                  </a:cubicBezTo>
                  <a:cubicBezTo>
                    <a:pt x="2512" y="629"/>
                    <a:pt x="2446" y="673"/>
                    <a:pt x="2446" y="673"/>
                  </a:cubicBezTo>
                  <a:cubicBezTo>
                    <a:pt x="2446" y="673"/>
                    <a:pt x="2008" y="1"/>
                    <a:pt x="14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6"/>
            <p:cNvSpPr/>
            <p:nvPr/>
          </p:nvSpPr>
          <p:spPr>
            <a:xfrm>
              <a:off x="1049300" y="2891025"/>
              <a:ext cx="82450" cy="62525"/>
            </a:xfrm>
            <a:custGeom>
              <a:avLst/>
              <a:gdLst/>
              <a:ahLst/>
              <a:cxnLst/>
              <a:rect l="l" t="t" r="r" b="b"/>
              <a:pathLst>
                <a:path w="3298" h="2501" extrusionOk="0">
                  <a:moveTo>
                    <a:pt x="1019" y="95"/>
                  </a:moveTo>
                  <a:cubicBezTo>
                    <a:pt x="1517" y="105"/>
                    <a:pt x="1937" y="738"/>
                    <a:pt x="1943" y="743"/>
                  </a:cubicBezTo>
                  <a:cubicBezTo>
                    <a:pt x="1953" y="757"/>
                    <a:pt x="1968" y="764"/>
                    <a:pt x="1983" y="764"/>
                  </a:cubicBezTo>
                  <a:cubicBezTo>
                    <a:pt x="1991" y="764"/>
                    <a:pt x="1998" y="762"/>
                    <a:pt x="2005" y="759"/>
                  </a:cubicBezTo>
                  <a:cubicBezTo>
                    <a:pt x="2007" y="757"/>
                    <a:pt x="2066" y="722"/>
                    <a:pt x="2196" y="722"/>
                  </a:cubicBezTo>
                  <a:cubicBezTo>
                    <a:pt x="2362" y="722"/>
                    <a:pt x="2645" y="780"/>
                    <a:pt x="3074" y="1039"/>
                  </a:cubicBezTo>
                  <a:cubicBezTo>
                    <a:pt x="3158" y="1091"/>
                    <a:pt x="3199" y="1148"/>
                    <a:pt x="3194" y="1211"/>
                  </a:cubicBezTo>
                  <a:cubicBezTo>
                    <a:pt x="3147" y="1600"/>
                    <a:pt x="1631" y="2192"/>
                    <a:pt x="1024" y="2400"/>
                  </a:cubicBezTo>
                  <a:cubicBezTo>
                    <a:pt x="910" y="2327"/>
                    <a:pt x="287" y="1917"/>
                    <a:pt x="162" y="1346"/>
                  </a:cubicBezTo>
                  <a:cubicBezTo>
                    <a:pt x="100" y="1065"/>
                    <a:pt x="162" y="795"/>
                    <a:pt x="359" y="515"/>
                  </a:cubicBezTo>
                  <a:cubicBezTo>
                    <a:pt x="551" y="235"/>
                    <a:pt x="775" y="95"/>
                    <a:pt x="1008" y="95"/>
                  </a:cubicBezTo>
                  <a:close/>
                  <a:moveTo>
                    <a:pt x="993" y="1"/>
                  </a:moveTo>
                  <a:cubicBezTo>
                    <a:pt x="733" y="1"/>
                    <a:pt x="492" y="156"/>
                    <a:pt x="276" y="458"/>
                  </a:cubicBezTo>
                  <a:cubicBezTo>
                    <a:pt x="68" y="754"/>
                    <a:pt x="1" y="1060"/>
                    <a:pt x="63" y="1366"/>
                  </a:cubicBezTo>
                  <a:cubicBezTo>
                    <a:pt x="214" y="2041"/>
                    <a:pt x="961" y="2477"/>
                    <a:pt x="993" y="2493"/>
                  </a:cubicBezTo>
                  <a:cubicBezTo>
                    <a:pt x="998" y="2498"/>
                    <a:pt x="1008" y="2498"/>
                    <a:pt x="1019" y="2498"/>
                  </a:cubicBezTo>
                  <a:cubicBezTo>
                    <a:pt x="1020" y="2500"/>
                    <a:pt x="1022" y="2501"/>
                    <a:pt x="1024" y="2501"/>
                  </a:cubicBezTo>
                  <a:cubicBezTo>
                    <a:pt x="1027" y="2501"/>
                    <a:pt x="1031" y="2498"/>
                    <a:pt x="1034" y="2498"/>
                  </a:cubicBezTo>
                  <a:cubicBezTo>
                    <a:pt x="1257" y="2426"/>
                    <a:pt x="3230" y="1751"/>
                    <a:pt x="3287" y="1226"/>
                  </a:cubicBezTo>
                  <a:cubicBezTo>
                    <a:pt x="3298" y="1122"/>
                    <a:pt x="3246" y="1029"/>
                    <a:pt x="3121" y="956"/>
                  </a:cubicBezTo>
                  <a:cubicBezTo>
                    <a:pt x="2677" y="689"/>
                    <a:pt x="2376" y="626"/>
                    <a:pt x="2190" y="626"/>
                  </a:cubicBezTo>
                  <a:cubicBezTo>
                    <a:pt x="2098" y="626"/>
                    <a:pt x="2034" y="641"/>
                    <a:pt x="1995" y="655"/>
                  </a:cubicBezTo>
                  <a:cubicBezTo>
                    <a:pt x="1896" y="520"/>
                    <a:pt x="1501" y="6"/>
                    <a:pt x="1019" y="1"/>
                  </a:cubicBezTo>
                  <a:cubicBezTo>
                    <a:pt x="1010" y="1"/>
                    <a:pt x="1002" y="1"/>
                    <a:pt x="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6"/>
            <p:cNvSpPr/>
            <p:nvPr/>
          </p:nvSpPr>
          <p:spPr>
            <a:xfrm>
              <a:off x="1074500" y="2907775"/>
              <a:ext cx="24800" cy="29500"/>
            </a:xfrm>
            <a:custGeom>
              <a:avLst/>
              <a:gdLst/>
              <a:ahLst/>
              <a:cxnLst/>
              <a:rect l="l" t="t" r="r" b="b"/>
              <a:pathLst>
                <a:path w="992" h="1180" extrusionOk="0">
                  <a:moveTo>
                    <a:pt x="950" y="1"/>
                  </a:moveTo>
                  <a:cubicBezTo>
                    <a:pt x="483" y="234"/>
                    <a:pt x="135" y="655"/>
                    <a:pt x="0" y="1164"/>
                  </a:cubicBezTo>
                  <a:lnTo>
                    <a:pt x="99" y="1179"/>
                  </a:lnTo>
                  <a:cubicBezTo>
                    <a:pt x="229" y="707"/>
                    <a:pt x="556" y="312"/>
                    <a:pt x="992" y="89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6"/>
            <p:cNvSpPr/>
            <p:nvPr/>
          </p:nvSpPr>
          <p:spPr>
            <a:xfrm>
              <a:off x="1172625" y="2586425"/>
              <a:ext cx="88400" cy="248175"/>
            </a:xfrm>
            <a:custGeom>
              <a:avLst/>
              <a:gdLst/>
              <a:ahLst/>
              <a:cxnLst/>
              <a:rect l="l" t="t" r="r" b="b"/>
              <a:pathLst>
                <a:path w="3536" h="9927" extrusionOk="0">
                  <a:moveTo>
                    <a:pt x="88" y="0"/>
                  </a:moveTo>
                  <a:lnTo>
                    <a:pt x="0" y="31"/>
                  </a:lnTo>
                  <a:lnTo>
                    <a:pt x="3442" y="9927"/>
                  </a:lnTo>
                  <a:lnTo>
                    <a:pt x="3536" y="9896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6"/>
            <p:cNvSpPr/>
            <p:nvPr/>
          </p:nvSpPr>
          <p:spPr>
            <a:xfrm>
              <a:off x="1258800" y="2833675"/>
              <a:ext cx="72575" cy="203150"/>
            </a:xfrm>
            <a:custGeom>
              <a:avLst/>
              <a:gdLst/>
              <a:ahLst/>
              <a:cxnLst/>
              <a:rect l="l" t="t" r="r" b="b"/>
              <a:pathLst>
                <a:path w="2903" h="8126" extrusionOk="0">
                  <a:moveTo>
                    <a:pt x="89" y="0"/>
                  </a:moveTo>
                  <a:lnTo>
                    <a:pt x="0" y="31"/>
                  </a:lnTo>
                  <a:lnTo>
                    <a:pt x="2710" y="7819"/>
                  </a:lnTo>
                  <a:lnTo>
                    <a:pt x="789" y="5389"/>
                  </a:lnTo>
                  <a:lnTo>
                    <a:pt x="712" y="5452"/>
                  </a:lnTo>
                  <a:lnTo>
                    <a:pt x="2809" y="8105"/>
                  </a:lnTo>
                  <a:cubicBezTo>
                    <a:pt x="2819" y="8115"/>
                    <a:pt x="2835" y="8125"/>
                    <a:pt x="2851" y="8125"/>
                  </a:cubicBezTo>
                  <a:cubicBezTo>
                    <a:pt x="2856" y="8125"/>
                    <a:pt x="2866" y="8120"/>
                    <a:pt x="2871" y="8115"/>
                  </a:cubicBezTo>
                  <a:cubicBezTo>
                    <a:pt x="2892" y="8105"/>
                    <a:pt x="2903" y="8079"/>
                    <a:pt x="2897" y="8058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6"/>
            <p:cNvSpPr/>
            <p:nvPr/>
          </p:nvSpPr>
          <p:spPr>
            <a:xfrm>
              <a:off x="1146650" y="2547425"/>
              <a:ext cx="47400" cy="40450"/>
            </a:xfrm>
            <a:custGeom>
              <a:avLst/>
              <a:gdLst/>
              <a:ahLst/>
              <a:cxnLst/>
              <a:rect l="l" t="t" r="r" b="b"/>
              <a:pathLst>
                <a:path w="1896" h="1618" extrusionOk="0">
                  <a:moveTo>
                    <a:pt x="1079" y="101"/>
                  </a:moveTo>
                  <a:cubicBezTo>
                    <a:pt x="1082" y="101"/>
                    <a:pt x="1084" y="101"/>
                    <a:pt x="1086" y="101"/>
                  </a:cubicBezTo>
                  <a:cubicBezTo>
                    <a:pt x="1475" y="101"/>
                    <a:pt x="1792" y="418"/>
                    <a:pt x="1797" y="813"/>
                  </a:cubicBezTo>
                  <a:cubicBezTo>
                    <a:pt x="1797" y="1241"/>
                    <a:pt x="1445" y="1527"/>
                    <a:pt x="1077" y="1527"/>
                  </a:cubicBezTo>
                  <a:cubicBezTo>
                    <a:pt x="902" y="1527"/>
                    <a:pt x="723" y="1462"/>
                    <a:pt x="577" y="1316"/>
                  </a:cubicBezTo>
                  <a:cubicBezTo>
                    <a:pt x="127" y="871"/>
                    <a:pt x="445" y="101"/>
                    <a:pt x="1079" y="101"/>
                  </a:cubicBezTo>
                  <a:close/>
                  <a:moveTo>
                    <a:pt x="1080" y="1"/>
                  </a:moveTo>
                  <a:cubicBezTo>
                    <a:pt x="882" y="1"/>
                    <a:pt x="680" y="75"/>
                    <a:pt x="515" y="242"/>
                  </a:cubicBezTo>
                  <a:cubicBezTo>
                    <a:pt x="1" y="750"/>
                    <a:pt x="364" y="1617"/>
                    <a:pt x="1086" y="1617"/>
                  </a:cubicBezTo>
                  <a:cubicBezTo>
                    <a:pt x="1532" y="1617"/>
                    <a:pt x="1891" y="1259"/>
                    <a:pt x="1896" y="813"/>
                  </a:cubicBezTo>
                  <a:cubicBezTo>
                    <a:pt x="1892" y="325"/>
                    <a:pt x="1495" y="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6"/>
            <p:cNvSpPr/>
            <p:nvPr/>
          </p:nvSpPr>
          <p:spPr>
            <a:xfrm>
              <a:off x="1172625" y="2233375"/>
              <a:ext cx="2350" cy="315300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66"/>
            <p:cNvSpPr/>
            <p:nvPr/>
          </p:nvSpPr>
          <p:spPr>
            <a:xfrm>
              <a:off x="1027250" y="3022125"/>
              <a:ext cx="302825" cy="158775"/>
            </a:xfrm>
            <a:custGeom>
              <a:avLst/>
              <a:gdLst/>
              <a:ahLst/>
              <a:cxnLst/>
              <a:rect l="l" t="t" r="r" b="b"/>
              <a:pathLst>
                <a:path w="12113" h="6351" extrusionOk="0">
                  <a:moveTo>
                    <a:pt x="6059" y="1"/>
                  </a:moveTo>
                  <a:cubicBezTo>
                    <a:pt x="2716" y="1"/>
                    <a:pt x="6" y="239"/>
                    <a:pt x="6" y="535"/>
                  </a:cubicBezTo>
                  <a:cubicBezTo>
                    <a:pt x="11" y="541"/>
                    <a:pt x="11" y="546"/>
                    <a:pt x="11" y="551"/>
                  </a:cubicBezTo>
                  <a:lnTo>
                    <a:pt x="0" y="551"/>
                  </a:lnTo>
                  <a:lnTo>
                    <a:pt x="1786" y="5878"/>
                  </a:lnTo>
                  <a:cubicBezTo>
                    <a:pt x="1786" y="6137"/>
                    <a:pt x="3687" y="6350"/>
                    <a:pt x="6028" y="6350"/>
                  </a:cubicBezTo>
                  <a:cubicBezTo>
                    <a:pt x="8369" y="6350"/>
                    <a:pt x="10270" y="6137"/>
                    <a:pt x="10270" y="5878"/>
                  </a:cubicBezTo>
                  <a:lnTo>
                    <a:pt x="12035" y="624"/>
                  </a:lnTo>
                  <a:cubicBezTo>
                    <a:pt x="12081" y="598"/>
                    <a:pt x="12113" y="567"/>
                    <a:pt x="12113" y="535"/>
                  </a:cubicBezTo>
                  <a:cubicBezTo>
                    <a:pt x="12113" y="239"/>
                    <a:pt x="9403" y="1"/>
                    <a:pt x="6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6"/>
            <p:cNvSpPr/>
            <p:nvPr/>
          </p:nvSpPr>
          <p:spPr>
            <a:xfrm>
              <a:off x="1025950" y="3020825"/>
              <a:ext cx="305300" cy="161225"/>
            </a:xfrm>
            <a:custGeom>
              <a:avLst/>
              <a:gdLst/>
              <a:ahLst/>
              <a:cxnLst/>
              <a:rect l="l" t="t" r="r" b="b"/>
              <a:pathLst>
                <a:path w="12212" h="6449" extrusionOk="0">
                  <a:moveTo>
                    <a:pt x="6106" y="99"/>
                  </a:moveTo>
                  <a:cubicBezTo>
                    <a:pt x="7721" y="99"/>
                    <a:pt x="9242" y="156"/>
                    <a:pt x="10384" y="255"/>
                  </a:cubicBezTo>
                  <a:cubicBezTo>
                    <a:pt x="12092" y="411"/>
                    <a:pt x="12113" y="587"/>
                    <a:pt x="12113" y="587"/>
                  </a:cubicBezTo>
                  <a:cubicBezTo>
                    <a:pt x="12113" y="587"/>
                    <a:pt x="12107" y="603"/>
                    <a:pt x="12056" y="634"/>
                  </a:cubicBezTo>
                  <a:cubicBezTo>
                    <a:pt x="12045" y="639"/>
                    <a:pt x="12040" y="650"/>
                    <a:pt x="12035" y="660"/>
                  </a:cubicBezTo>
                  <a:lnTo>
                    <a:pt x="10275" y="5914"/>
                  </a:lnTo>
                  <a:cubicBezTo>
                    <a:pt x="10270" y="5919"/>
                    <a:pt x="10270" y="5924"/>
                    <a:pt x="10275" y="5930"/>
                  </a:cubicBezTo>
                  <a:cubicBezTo>
                    <a:pt x="10275" y="6080"/>
                    <a:pt x="8873" y="6350"/>
                    <a:pt x="6080" y="6350"/>
                  </a:cubicBezTo>
                  <a:cubicBezTo>
                    <a:pt x="3287" y="6350"/>
                    <a:pt x="1885" y="6080"/>
                    <a:pt x="1885" y="5930"/>
                  </a:cubicBezTo>
                  <a:cubicBezTo>
                    <a:pt x="1890" y="5924"/>
                    <a:pt x="1890" y="5919"/>
                    <a:pt x="1885" y="5914"/>
                  </a:cubicBezTo>
                  <a:lnTo>
                    <a:pt x="110" y="613"/>
                  </a:lnTo>
                  <a:lnTo>
                    <a:pt x="110" y="619"/>
                  </a:lnTo>
                  <a:cubicBezTo>
                    <a:pt x="110" y="608"/>
                    <a:pt x="110" y="598"/>
                    <a:pt x="104" y="587"/>
                  </a:cubicBezTo>
                  <a:cubicBezTo>
                    <a:pt x="104" y="587"/>
                    <a:pt x="104" y="582"/>
                    <a:pt x="104" y="582"/>
                  </a:cubicBezTo>
                  <a:cubicBezTo>
                    <a:pt x="115" y="561"/>
                    <a:pt x="250" y="395"/>
                    <a:pt x="1833" y="255"/>
                  </a:cubicBezTo>
                  <a:cubicBezTo>
                    <a:pt x="2975" y="156"/>
                    <a:pt x="4491" y="99"/>
                    <a:pt x="6106" y="99"/>
                  </a:cubicBezTo>
                  <a:close/>
                  <a:moveTo>
                    <a:pt x="6111" y="1"/>
                  </a:moveTo>
                  <a:cubicBezTo>
                    <a:pt x="4491" y="1"/>
                    <a:pt x="2975" y="58"/>
                    <a:pt x="1828" y="162"/>
                  </a:cubicBezTo>
                  <a:cubicBezTo>
                    <a:pt x="115" y="312"/>
                    <a:pt x="16" y="494"/>
                    <a:pt x="11" y="572"/>
                  </a:cubicBezTo>
                  <a:cubicBezTo>
                    <a:pt x="6" y="587"/>
                    <a:pt x="0" y="603"/>
                    <a:pt x="6" y="613"/>
                  </a:cubicBezTo>
                  <a:lnTo>
                    <a:pt x="1792" y="5935"/>
                  </a:lnTo>
                  <a:cubicBezTo>
                    <a:pt x="1833" y="6314"/>
                    <a:pt x="4372" y="6449"/>
                    <a:pt x="6080" y="6449"/>
                  </a:cubicBezTo>
                  <a:cubicBezTo>
                    <a:pt x="7793" y="6449"/>
                    <a:pt x="10327" y="6314"/>
                    <a:pt x="10373" y="5935"/>
                  </a:cubicBezTo>
                  <a:lnTo>
                    <a:pt x="12123" y="707"/>
                  </a:lnTo>
                  <a:cubicBezTo>
                    <a:pt x="12170" y="686"/>
                    <a:pt x="12206" y="639"/>
                    <a:pt x="12211" y="587"/>
                  </a:cubicBezTo>
                  <a:cubicBezTo>
                    <a:pt x="12211" y="515"/>
                    <a:pt x="12211" y="323"/>
                    <a:pt x="10394" y="162"/>
                  </a:cubicBezTo>
                  <a:cubicBezTo>
                    <a:pt x="9252" y="58"/>
                    <a:pt x="7731" y="1"/>
                    <a:pt x="6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6"/>
            <p:cNvSpPr/>
            <p:nvPr/>
          </p:nvSpPr>
          <p:spPr>
            <a:xfrm>
              <a:off x="1008950" y="3022125"/>
              <a:ext cx="339425" cy="62475"/>
            </a:xfrm>
            <a:custGeom>
              <a:avLst/>
              <a:gdLst/>
              <a:ahLst/>
              <a:cxnLst/>
              <a:rect l="l" t="t" r="r" b="b"/>
              <a:pathLst>
                <a:path w="13577" h="2499" extrusionOk="0">
                  <a:moveTo>
                    <a:pt x="6791" y="1"/>
                  </a:moveTo>
                  <a:cubicBezTo>
                    <a:pt x="3048" y="1"/>
                    <a:pt x="6" y="271"/>
                    <a:pt x="6" y="603"/>
                  </a:cubicBezTo>
                  <a:cubicBezTo>
                    <a:pt x="6" y="608"/>
                    <a:pt x="11" y="608"/>
                    <a:pt x="11" y="613"/>
                  </a:cubicBezTo>
                  <a:lnTo>
                    <a:pt x="0" y="613"/>
                  </a:lnTo>
                  <a:lnTo>
                    <a:pt x="431" y="1890"/>
                  </a:lnTo>
                  <a:cubicBezTo>
                    <a:pt x="551" y="2258"/>
                    <a:pt x="889" y="2498"/>
                    <a:pt x="1266" y="2498"/>
                  </a:cubicBezTo>
                  <a:cubicBezTo>
                    <a:pt x="1299" y="2498"/>
                    <a:pt x="1332" y="2496"/>
                    <a:pt x="1366" y="2493"/>
                  </a:cubicBezTo>
                  <a:cubicBezTo>
                    <a:pt x="2607" y="2342"/>
                    <a:pt x="4574" y="2249"/>
                    <a:pt x="6791" y="2249"/>
                  </a:cubicBezTo>
                  <a:cubicBezTo>
                    <a:pt x="8977" y="2249"/>
                    <a:pt x="10913" y="2342"/>
                    <a:pt x="12154" y="2482"/>
                  </a:cubicBezTo>
                  <a:cubicBezTo>
                    <a:pt x="12188" y="2486"/>
                    <a:pt x="12221" y="2488"/>
                    <a:pt x="12254" y="2488"/>
                  </a:cubicBezTo>
                  <a:cubicBezTo>
                    <a:pt x="12631" y="2488"/>
                    <a:pt x="12969" y="2248"/>
                    <a:pt x="13089" y="1885"/>
                  </a:cubicBezTo>
                  <a:lnTo>
                    <a:pt x="13488" y="696"/>
                  </a:lnTo>
                  <a:cubicBezTo>
                    <a:pt x="13545" y="665"/>
                    <a:pt x="13577" y="634"/>
                    <a:pt x="13577" y="603"/>
                  </a:cubicBezTo>
                  <a:cubicBezTo>
                    <a:pt x="13577" y="271"/>
                    <a:pt x="10539" y="1"/>
                    <a:pt x="6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66"/>
            <p:cNvSpPr/>
            <p:nvPr/>
          </p:nvSpPr>
          <p:spPr>
            <a:xfrm>
              <a:off x="1007650" y="3020825"/>
              <a:ext cx="342025" cy="64925"/>
            </a:xfrm>
            <a:custGeom>
              <a:avLst/>
              <a:gdLst/>
              <a:ahLst/>
              <a:cxnLst/>
              <a:rect l="l" t="t" r="r" b="b"/>
              <a:pathLst>
                <a:path w="13681" h="2597" extrusionOk="0">
                  <a:moveTo>
                    <a:pt x="6843" y="99"/>
                  </a:moveTo>
                  <a:cubicBezTo>
                    <a:pt x="8655" y="99"/>
                    <a:pt x="10358" y="162"/>
                    <a:pt x="11640" y="276"/>
                  </a:cubicBezTo>
                  <a:cubicBezTo>
                    <a:pt x="13561" y="447"/>
                    <a:pt x="13582" y="650"/>
                    <a:pt x="13582" y="655"/>
                  </a:cubicBezTo>
                  <a:cubicBezTo>
                    <a:pt x="13582" y="660"/>
                    <a:pt x="13566" y="681"/>
                    <a:pt x="13514" y="707"/>
                  </a:cubicBezTo>
                  <a:cubicBezTo>
                    <a:pt x="13504" y="712"/>
                    <a:pt x="13499" y="722"/>
                    <a:pt x="13494" y="733"/>
                  </a:cubicBezTo>
                  <a:lnTo>
                    <a:pt x="13094" y="1922"/>
                  </a:lnTo>
                  <a:cubicBezTo>
                    <a:pt x="12979" y="2267"/>
                    <a:pt x="12656" y="2492"/>
                    <a:pt x="12301" y="2492"/>
                  </a:cubicBezTo>
                  <a:cubicBezTo>
                    <a:pt x="12271" y="2492"/>
                    <a:pt x="12241" y="2491"/>
                    <a:pt x="12211" y="2488"/>
                  </a:cubicBezTo>
                  <a:cubicBezTo>
                    <a:pt x="10913" y="2337"/>
                    <a:pt x="8956" y="2254"/>
                    <a:pt x="6843" y="2254"/>
                  </a:cubicBezTo>
                  <a:cubicBezTo>
                    <a:pt x="4689" y="2254"/>
                    <a:pt x="2711" y="2342"/>
                    <a:pt x="1413" y="2493"/>
                  </a:cubicBezTo>
                  <a:cubicBezTo>
                    <a:pt x="1383" y="2496"/>
                    <a:pt x="1353" y="2497"/>
                    <a:pt x="1323" y="2497"/>
                  </a:cubicBezTo>
                  <a:cubicBezTo>
                    <a:pt x="968" y="2497"/>
                    <a:pt x="645" y="2272"/>
                    <a:pt x="525" y="1927"/>
                  </a:cubicBezTo>
                  <a:lnTo>
                    <a:pt x="109" y="681"/>
                  </a:lnTo>
                  <a:cubicBezTo>
                    <a:pt x="115" y="676"/>
                    <a:pt x="115" y="665"/>
                    <a:pt x="109" y="655"/>
                  </a:cubicBezTo>
                  <a:cubicBezTo>
                    <a:pt x="109" y="655"/>
                    <a:pt x="109" y="650"/>
                    <a:pt x="109" y="650"/>
                  </a:cubicBezTo>
                  <a:cubicBezTo>
                    <a:pt x="120" y="619"/>
                    <a:pt x="250" y="437"/>
                    <a:pt x="2051" y="276"/>
                  </a:cubicBezTo>
                  <a:cubicBezTo>
                    <a:pt x="3334" y="167"/>
                    <a:pt x="5036" y="99"/>
                    <a:pt x="6843" y="99"/>
                  </a:cubicBezTo>
                  <a:close/>
                  <a:moveTo>
                    <a:pt x="6843" y="1"/>
                  </a:moveTo>
                  <a:cubicBezTo>
                    <a:pt x="5031" y="1"/>
                    <a:pt x="3323" y="68"/>
                    <a:pt x="2041" y="182"/>
                  </a:cubicBezTo>
                  <a:cubicBezTo>
                    <a:pt x="115" y="349"/>
                    <a:pt x="16" y="551"/>
                    <a:pt x="11" y="639"/>
                  </a:cubicBezTo>
                  <a:cubicBezTo>
                    <a:pt x="6" y="655"/>
                    <a:pt x="0" y="670"/>
                    <a:pt x="6" y="681"/>
                  </a:cubicBezTo>
                  <a:lnTo>
                    <a:pt x="437" y="1958"/>
                  </a:lnTo>
                  <a:cubicBezTo>
                    <a:pt x="561" y="2337"/>
                    <a:pt x="914" y="2597"/>
                    <a:pt x="1319" y="2597"/>
                  </a:cubicBezTo>
                  <a:cubicBezTo>
                    <a:pt x="1350" y="2597"/>
                    <a:pt x="1387" y="2591"/>
                    <a:pt x="1423" y="2591"/>
                  </a:cubicBezTo>
                  <a:cubicBezTo>
                    <a:pt x="2721" y="2436"/>
                    <a:pt x="4694" y="2347"/>
                    <a:pt x="6843" y="2347"/>
                  </a:cubicBezTo>
                  <a:cubicBezTo>
                    <a:pt x="8956" y="2347"/>
                    <a:pt x="10903" y="2436"/>
                    <a:pt x="12201" y="2581"/>
                  </a:cubicBezTo>
                  <a:cubicBezTo>
                    <a:pt x="12235" y="2585"/>
                    <a:pt x="12269" y="2586"/>
                    <a:pt x="12302" y="2586"/>
                  </a:cubicBezTo>
                  <a:cubicBezTo>
                    <a:pt x="12699" y="2586"/>
                    <a:pt x="13058" y="2336"/>
                    <a:pt x="13187" y="1953"/>
                  </a:cubicBezTo>
                  <a:lnTo>
                    <a:pt x="13582" y="785"/>
                  </a:lnTo>
                  <a:cubicBezTo>
                    <a:pt x="13644" y="743"/>
                    <a:pt x="13681" y="702"/>
                    <a:pt x="13681" y="655"/>
                  </a:cubicBezTo>
                  <a:cubicBezTo>
                    <a:pt x="13681" y="572"/>
                    <a:pt x="13681" y="359"/>
                    <a:pt x="11645" y="182"/>
                  </a:cubicBezTo>
                  <a:cubicBezTo>
                    <a:pt x="10363" y="68"/>
                    <a:pt x="8660" y="1"/>
                    <a:pt x="6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6"/>
            <p:cNvSpPr/>
            <p:nvPr/>
          </p:nvSpPr>
          <p:spPr>
            <a:xfrm>
              <a:off x="1026075" y="2952550"/>
              <a:ext cx="43000" cy="84275"/>
            </a:xfrm>
            <a:custGeom>
              <a:avLst/>
              <a:gdLst/>
              <a:ahLst/>
              <a:cxnLst/>
              <a:rect l="l" t="t" r="r" b="b"/>
              <a:pathLst>
                <a:path w="1720" h="3371" extrusionOk="0">
                  <a:moveTo>
                    <a:pt x="1086" y="1"/>
                  </a:moveTo>
                  <a:lnTo>
                    <a:pt x="6" y="3303"/>
                  </a:lnTo>
                  <a:cubicBezTo>
                    <a:pt x="1" y="3329"/>
                    <a:pt x="11" y="3355"/>
                    <a:pt x="32" y="3365"/>
                  </a:cubicBezTo>
                  <a:cubicBezTo>
                    <a:pt x="42" y="3365"/>
                    <a:pt x="47" y="3370"/>
                    <a:pt x="53" y="3370"/>
                  </a:cubicBezTo>
                  <a:cubicBezTo>
                    <a:pt x="73" y="3370"/>
                    <a:pt x="89" y="3360"/>
                    <a:pt x="99" y="3344"/>
                  </a:cubicBezTo>
                  <a:lnTo>
                    <a:pt x="1719" y="525"/>
                  </a:lnTo>
                  <a:lnTo>
                    <a:pt x="1636" y="479"/>
                  </a:lnTo>
                  <a:lnTo>
                    <a:pt x="250" y="2893"/>
                  </a:lnTo>
                  <a:lnTo>
                    <a:pt x="1179" y="32"/>
                  </a:lnTo>
                  <a:lnTo>
                    <a:pt x="1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6"/>
            <p:cNvSpPr/>
            <p:nvPr/>
          </p:nvSpPr>
          <p:spPr>
            <a:xfrm>
              <a:off x="1053200" y="2586425"/>
              <a:ext cx="121775" cy="366950"/>
            </a:xfrm>
            <a:custGeom>
              <a:avLst/>
              <a:gdLst/>
              <a:ahLst/>
              <a:cxnLst/>
              <a:rect l="l" t="t" r="r" b="b"/>
              <a:pathLst>
                <a:path w="4871" h="14678" extrusionOk="0">
                  <a:moveTo>
                    <a:pt x="4777" y="0"/>
                  </a:moveTo>
                  <a:lnTo>
                    <a:pt x="1" y="14651"/>
                  </a:lnTo>
                  <a:lnTo>
                    <a:pt x="94" y="14677"/>
                  </a:lnTo>
                  <a:lnTo>
                    <a:pt x="4871" y="31"/>
                  </a:lnTo>
                  <a:lnTo>
                    <a:pt x="4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6"/>
            <p:cNvSpPr/>
            <p:nvPr/>
          </p:nvSpPr>
          <p:spPr>
            <a:xfrm>
              <a:off x="1281375" y="3029400"/>
              <a:ext cx="47925" cy="143450"/>
            </a:xfrm>
            <a:custGeom>
              <a:avLst/>
              <a:gdLst/>
              <a:ahLst/>
              <a:cxnLst/>
              <a:rect l="l" t="t" r="r" b="b"/>
              <a:pathLst>
                <a:path w="1917" h="5738" extrusionOk="0">
                  <a:moveTo>
                    <a:pt x="1828" y="0"/>
                  </a:moveTo>
                  <a:lnTo>
                    <a:pt x="920" y="2077"/>
                  </a:lnTo>
                  <a:lnTo>
                    <a:pt x="634" y="2404"/>
                  </a:lnTo>
                  <a:cubicBezTo>
                    <a:pt x="629" y="2409"/>
                    <a:pt x="624" y="2420"/>
                    <a:pt x="624" y="2425"/>
                  </a:cubicBezTo>
                  <a:lnTo>
                    <a:pt x="1" y="5722"/>
                  </a:lnTo>
                  <a:lnTo>
                    <a:pt x="94" y="5737"/>
                  </a:lnTo>
                  <a:lnTo>
                    <a:pt x="712" y="2456"/>
                  </a:lnTo>
                  <a:lnTo>
                    <a:pt x="998" y="2139"/>
                  </a:lnTo>
                  <a:cubicBezTo>
                    <a:pt x="998" y="2134"/>
                    <a:pt x="1003" y="2129"/>
                    <a:pt x="1003" y="2124"/>
                  </a:cubicBezTo>
                  <a:lnTo>
                    <a:pt x="1916" y="42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6"/>
            <p:cNvSpPr/>
            <p:nvPr/>
          </p:nvSpPr>
          <p:spPr>
            <a:xfrm>
              <a:off x="1026075" y="3035500"/>
              <a:ext cx="199775" cy="146550"/>
            </a:xfrm>
            <a:custGeom>
              <a:avLst/>
              <a:gdLst/>
              <a:ahLst/>
              <a:cxnLst/>
              <a:rect l="l" t="t" r="r" b="b"/>
              <a:pathLst>
                <a:path w="7991" h="5862" extrusionOk="0">
                  <a:moveTo>
                    <a:pt x="94" y="0"/>
                  </a:moveTo>
                  <a:lnTo>
                    <a:pt x="1" y="26"/>
                  </a:lnTo>
                  <a:lnTo>
                    <a:pt x="535" y="1968"/>
                  </a:lnTo>
                  <a:cubicBezTo>
                    <a:pt x="535" y="1973"/>
                    <a:pt x="541" y="1978"/>
                    <a:pt x="541" y="1978"/>
                  </a:cubicBezTo>
                  <a:lnTo>
                    <a:pt x="930" y="2622"/>
                  </a:lnTo>
                  <a:lnTo>
                    <a:pt x="1787" y="5348"/>
                  </a:lnTo>
                  <a:cubicBezTo>
                    <a:pt x="1828" y="5727"/>
                    <a:pt x="4367" y="5862"/>
                    <a:pt x="6075" y="5862"/>
                  </a:cubicBezTo>
                  <a:cubicBezTo>
                    <a:pt x="6750" y="5862"/>
                    <a:pt x="7394" y="5846"/>
                    <a:pt x="7991" y="5810"/>
                  </a:cubicBezTo>
                  <a:lnTo>
                    <a:pt x="7985" y="5716"/>
                  </a:lnTo>
                  <a:cubicBezTo>
                    <a:pt x="7388" y="5748"/>
                    <a:pt x="6745" y="5763"/>
                    <a:pt x="6075" y="5763"/>
                  </a:cubicBezTo>
                  <a:cubicBezTo>
                    <a:pt x="3282" y="5763"/>
                    <a:pt x="1880" y="5493"/>
                    <a:pt x="1880" y="5343"/>
                  </a:cubicBezTo>
                  <a:cubicBezTo>
                    <a:pt x="1880" y="5337"/>
                    <a:pt x="1880" y="5332"/>
                    <a:pt x="1880" y="5327"/>
                  </a:cubicBezTo>
                  <a:lnTo>
                    <a:pt x="1023" y="2591"/>
                  </a:lnTo>
                  <a:cubicBezTo>
                    <a:pt x="1023" y="2586"/>
                    <a:pt x="1018" y="2581"/>
                    <a:pt x="1018" y="2581"/>
                  </a:cubicBezTo>
                  <a:lnTo>
                    <a:pt x="629" y="193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6"/>
            <p:cNvSpPr/>
            <p:nvPr/>
          </p:nvSpPr>
          <p:spPr>
            <a:xfrm>
              <a:off x="1172750" y="2888450"/>
              <a:ext cx="106050" cy="217800"/>
            </a:xfrm>
            <a:custGeom>
              <a:avLst/>
              <a:gdLst/>
              <a:ahLst/>
              <a:cxnLst/>
              <a:rect l="l" t="t" r="r" b="b"/>
              <a:pathLst>
                <a:path w="4242" h="8712" extrusionOk="0">
                  <a:moveTo>
                    <a:pt x="3364" y="0"/>
                  </a:moveTo>
                  <a:lnTo>
                    <a:pt x="3271" y="26"/>
                  </a:lnTo>
                  <a:lnTo>
                    <a:pt x="4138" y="3219"/>
                  </a:lnTo>
                  <a:lnTo>
                    <a:pt x="0" y="8655"/>
                  </a:lnTo>
                  <a:lnTo>
                    <a:pt x="78" y="8712"/>
                  </a:lnTo>
                  <a:lnTo>
                    <a:pt x="4231" y="3261"/>
                  </a:lnTo>
                  <a:cubicBezTo>
                    <a:pt x="4242" y="3250"/>
                    <a:pt x="4242" y="3235"/>
                    <a:pt x="4237" y="3219"/>
                  </a:cubicBezTo>
                  <a:lnTo>
                    <a:pt x="3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6"/>
            <p:cNvSpPr/>
            <p:nvPr/>
          </p:nvSpPr>
          <p:spPr>
            <a:xfrm>
              <a:off x="1172625" y="2586300"/>
              <a:ext cx="84375" cy="302675"/>
            </a:xfrm>
            <a:custGeom>
              <a:avLst/>
              <a:gdLst/>
              <a:ahLst/>
              <a:cxnLst/>
              <a:rect l="l" t="t" r="r" b="b"/>
              <a:pathLst>
                <a:path w="3375" h="12107" extrusionOk="0">
                  <a:moveTo>
                    <a:pt x="94" y="0"/>
                  </a:moveTo>
                  <a:lnTo>
                    <a:pt x="0" y="26"/>
                  </a:lnTo>
                  <a:lnTo>
                    <a:pt x="3281" y="12107"/>
                  </a:lnTo>
                  <a:lnTo>
                    <a:pt x="3375" y="12081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6"/>
            <p:cNvSpPr/>
            <p:nvPr/>
          </p:nvSpPr>
          <p:spPr>
            <a:xfrm>
              <a:off x="1066825" y="2585400"/>
              <a:ext cx="108225" cy="380025"/>
            </a:xfrm>
            <a:custGeom>
              <a:avLst/>
              <a:gdLst/>
              <a:ahLst/>
              <a:cxnLst/>
              <a:rect l="l" t="t" r="r" b="b"/>
              <a:pathLst>
                <a:path w="4329" h="15201" extrusionOk="0">
                  <a:moveTo>
                    <a:pt x="4275" y="0"/>
                  </a:moveTo>
                  <a:cubicBezTo>
                    <a:pt x="4256" y="0"/>
                    <a:pt x="4237" y="11"/>
                    <a:pt x="4232" y="36"/>
                  </a:cubicBezTo>
                  <a:lnTo>
                    <a:pt x="1" y="15175"/>
                  </a:lnTo>
                  <a:lnTo>
                    <a:pt x="94" y="15201"/>
                  </a:lnTo>
                  <a:lnTo>
                    <a:pt x="4232" y="405"/>
                  </a:lnTo>
                  <a:lnTo>
                    <a:pt x="4232" y="11852"/>
                  </a:lnTo>
                  <a:lnTo>
                    <a:pt x="4326" y="11852"/>
                  </a:lnTo>
                  <a:lnTo>
                    <a:pt x="4326" y="52"/>
                  </a:lnTo>
                  <a:cubicBezTo>
                    <a:pt x="4328" y="19"/>
                    <a:pt x="4301" y="0"/>
                    <a:pt x="4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6"/>
            <p:cNvSpPr/>
            <p:nvPr/>
          </p:nvSpPr>
          <p:spPr>
            <a:xfrm>
              <a:off x="1066975" y="2964500"/>
              <a:ext cx="107750" cy="141900"/>
            </a:xfrm>
            <a:custGeom>
              <a:avLst/>
              <a:gdLst/>
              <a:ahLst/>
              <a:cxnLst/>
              <a:rect l="l" t="t" r="r" b="b"/>
              <a:pathLst>
                <a:path w="4310" h="5676" extrusionOk="0">
                  <a:moveTo>
                    <a:pt x="78" y="1"/>
                  </a:moveTo>
                  <a:lnTo>
                    <a:pt x="0" y="58"/>
                  </a:lnTo>
                  <a:lnTo>
                    <a:pt x="4231" y="5675"/>
                  </a:lnTo>
                  <a:lnTo>
                    <a:pt x="4309" y="5618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6"/>
            <p:cNvSpPr/>
            <p:nvPr/>
          </p:nvSpPr>
          <p:spPr>
            <a:xfrm>
              <a:off x="1172625" y="3105450"/>
              <a:ext cx="6625" cy="75450"/>
            </a:xfrm>
            <a:custGeom>
              <a:avLst/>
              <a:gdLst/>
              <a:ahLst/>
              <a:cxnLst/>
              <a:rect l="l" t="t" r="r" b="b"/>
              <a:pathLst>
                <a:path w="265" h="3018" extrusionOk="0">
                  <a:moveTo>
                    <a:pt x="99" y="1"/>
                  </a:moveTo>
                  <a:lnTo>
                    <a:pt x="0" y="6"/>
                  </a:lnTo>
                  <a:lnTo>
                    <a:pt x="171" y="3017"/>
                  </a:lnTo>
                  <a:lnTo>
                    <a:pt x="265" y="3012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6"/>
            <p:cNvSpPr/>
            <p:nvPr/>
          </p:nvSpPr>
          <p:spPr>
            <a:xfrm>
              <a:off x="1146400" y="3283650"/>
              <a:ext cx="44025" cy="152275"/>
            </a:xfrm>
            <a:custGeom>
              <a:avLst/>
              <a:gdLst/>
              <a:ahLst/>
              <a:cxnLst/>
              <a:rect l="l" t="t" r="r" b="b"/>
              <a:pathLst>
                <a:path w="1761" h="6091" extrusionOk="0">
                  <a:moveTo>
                    <a:pt x="94" y="1"/>
                  </a:moveTo>
                  <a:lnTo>
                    <a:pt x="0" y="37"/>
                  </a:lnTo>
                  <a:cubicBezTo>
                    <a:pt x="21" y="79"/>
                    <a:pt x="1646" y="4658"/>
                    <a:pt x="68" y="6018"/>
                  </a:cubicBezTo>
                  <a:lnTo>
                    <a:pt x="135" y="6091"/>
                  </a:lnTo>
                  <a:cubicBezTo>
                    <a:pt x="1760" y="4684"/>
                    <a:pt x="161" y="193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6"/>
            <p:cNvSpPr/>
            <p:nvPr/>
          </p:nvSpPr>
          <p:spPr>
            <a:xfrm>
              <a:off x="1098500" y="340412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94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6"/>
            <p:cNvSpPr/>
            <p:nvPr/>
          </p:nvSpPr>
          <p:spPr>
            <a:xfrm>
              <a:off x="1097075" y="340292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8" y="724"/>
                    <a:pt x="2136" y="734"/>
                    <a:pt x="2154" y="734"/>
                  </a:cubicBezTo>
                  <a:cubicBezTo>
                    <a:pt x="2164" y="734"/>
                    <a:pt x="2173" y="730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6"/>
                    <a:pt x="717" y="484"/>
                  </a:cubicBezTo>
                  <a:cubicBezTo>
                    <a:pt x="1" y="1636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lnTo>
                    <a:pt x="1304" y="2488"/>
                  </a:ln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39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3"/>
                    <a:pt x="1781" y="11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6"/>
            <p:cNvSpPr/>
            <p:nvPr/>
          </p:nvSpPr>
          <p:spPr>
            <a:xfrm>
              <a:off x="1130550" y="342007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6"/>
            <p:cNvSpPr/>
            <p:nvPr/>
          </p:nvSpPr>
          <p:spPr>
            <a:xfrm>
              <a:off x="1129275" y="341902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6"/>
            <p:cNvSpPr/>
            <p:nvPr/>
          </p:nvSpPr>
          <p:spPr>
            <a:xfrm>
              <a:off x="1127825" y="3018750"/>
              <a:ext cx="30550" cy="69075"/>
            </a:xfrm>
            <a:custGeom>
              <a:avLst/>
              <a:gdLst/>
              <a:ahLst/>
              <a:cxnLst/>
              <a:rect l="l" t="t" r="r" b="b"/>
              <a:pathLst>
                <a:path w="1222" h="2763" extrusionOk="0">
                  <a:moveTo>
                    <a:pt x="1138" y="1"/>
                  </a:moveTo>
                  <a:cubicBezTo>
                    <a:pt x="1091" y="73"/>
                    <a:pt x="1" y="1813"/>
                    <a:pt x="323" y="2763"/>
                  </a:cubicBezTo>
                  <a:lnTo>
                    <a:pt x="416" y="2731"/>
                  </a:lnTo>
                  <a:cubicBezTo>
                    <a:pt x="105" y="1823"/>
                    <a:pt x="1211" y="73"/>
                    <a:pt x="1221" y="53"/>
                  </a:cubicBezTo>
                  <a:lnTo>
                    <a:pt x="1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6"/>
            <p:cNvSpPr/>
            <p:nvPr/>
          </p:nvSpPr>
          <p:spPr>
            <a:xfrm>
              <a:off x="1012575" y="2955800"/>
              <a:ext cx="139950" cy="76875"/>
            </a:xfrm>
            <a:custGeom>
              <a:avLst/>
              <a:gdLst/>
              <a:ahLst/>
              <a:cxnLst/>
              <a:rect l="l" t="t" r="r" b="b"/>
              <a:pathLst>
                <a:path w="5598" h="3075" extrusionOk="0">
                  <a:moveTo>
                    <a:pt x="1672" y="1"/>
                  </a:moveTo>
                  <a:cubicBezTo>
                    <a:pt x="1327" y="1"/>
                    <a:pt x="978" y="186"/>
                    <a:pt x="722" y="759"/>
                  </a:cubicBezTo>
                  <a:cubicBezTo>
                    <a:pt x="1" y="2373"/>
                    <a:pt x="2135" y="3074"/>
                    <a:pt x="2135" y="3074"/>
                  </a:cubicBezTo>
                  <a:cubicBezTo>
                    <a:pt x="2135" y="3074"/>
                    <a:pt x="5597" y="1101"/>
                    <a:pt x="4429" y="686"/>
                  </a:cubicBezTo>
                  <a:cubicBezTo>
                    <a:pt x="3992" y="532"/>
                    <a:pt x="3670" y="484"/>
                    <a:pt x="3439" y="484"/>
                  </a:cubicBezTo>
                  <a:cubicBezTo>
                    <a:pt x="3053" y="484"/>
                    <a:pt x="2918" y="619"/>
                    <a:pt x="2918" y="619"/>
                  </a:cubicBezTo>
                  <a:cubicBezTo>
                    <a:pt x="2918" y="619"/>
                    <a:pt x="2303" y="1"/>
                    <a:pt x="16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6"/>
            <p:cNvSpPr/>
            <p:nvPr/>
          </p:nvSpPr>
          <p:spPr>
            <a:xfrm>
              <a:off x="1024400" y="2954650"/>
              <a:ext cx="107750" cy="79250"/>
            </a:xfrm>
            <a:custGeom>
              <a:avLst/>
              <a:gdLst/>
              <a:ahLst/>
              <a:cxnLst/>
              <a:rect l="l" t="t" r="r" b="b"/>
              <a:pathLst>
                <a:path w="4310" h="3170" extrusionOk="0">
                  <a:moveTo>
                    <a:pt x="1194" y="93"/>
                  </a:moveTo>
                  <a:cubicBezTo>
                    <a:pt x="1802" y="93"/>
                    <a:pt x="2404" y="690"/>
                    <a:pt x="2414" y="701"/>
                  </a:cubicBezTo>
                  <a:cubicBezTo>
                    <a:pt x="2425" y="709"/>
                    <a:pt x="2436" y="713"/>
                    <a:pt x="2448" y="713"/>
                  </a:cubicBezTo>
                  <a:cubicBezTo>
                    <a:pt x="2460" y="713"/>
                    <a:pt x="2471" y="709"/>
                    <a:pt x="2482" y="701"/>
                  </a:cubicBezTo>
                  <a:cubicBezTo>
                    <a:pt x="2482" y="698"/>
                    <a:pt x="2612" y="581"/>
                    <a:pt x="2969" y="581"/>
                  </a:cubicBezTo>
                  <a:cubicBezTo>
                    <a:pt x="3195" y="581"/>
                    <a:pt x="3510" y="628"/>
                    <a:pt x="3941" y="779"/>
                  </a:cubicBezTo>
                  <a:cubicBezTo>
                    <a:pt x="4076" y="825"/>
                    <a:pt x="4143" y="893"/>
                    <a:pt x="4148" y="981"/>
                  </a:cubicBezTo>
                  <a:cubicBezTo>
                    <a:pt x="4195" y="1495"/>
                    <a:pt x="2388" y="2653"/>
                    <a:pt x="1656" y="3068"/>
                  </a:cubicBezTo>
                  <a:cubicBezTo>
                    <a:pt x="1511" y="3016"/>
                    <a:pt x="571" y="2653"/>
                    <a:pt x="255" y="1942"/>
                  </a:cubicBezTo>
                  <a:cubicBezTo>
                    <a:pt x="104" y="1599"/>
                    <a:pt x="114" y="1220"/>
                    <a:pt x="296" y="825"/>
                  </a:cubicBezTo>
                  <a:cubicBezTo>
                    <a:pt x="478" y="405"/>
                    <a:pt x="732" y="166"/>
                    <a:pt x="1044" y="109"/>
                  </a:cubicBezTo>
                  <a:cubicBezTo>
                    <a:pt x="1090" y="99"/>
                    <a:pt x="1142" y="93"/>
                    <a:pt x="1194" y="93"/>
                  </a:cubicBezTo>
                  <a:close/>
                  <a:moveTo>
                    <a:pt x="1195" y="0"/>
                  </a:moveTo>
                  <a:cubicBezTo>
                    <a:pt x="1138" y="0"/>
                    <a:pt x="1080" y="5"/>
                    <a:pt x="1023" y="16"/>
                  </a:cubicBezTo>
                  <a:cubicBezTo>
                    <a:pt x="680" y="78"/>
                    <a:pt x="405" y="337"/>
                    <a:pt x="203" y="784"/>
                  </a:cubicBezTo>
                  <a:cubicBezTo>
                    <a:pt x="16" y="1210"/>
                    <a:pt x="0" y="1615"/>
                    <a:pt x="166" y="1983"/>
                  </a:cubicBezTo>
                  <a:cubicBezTo>
                    <a:pt x="525" y="2793"/>
                    <a:pt x="1604" y="3151"/>
                    <a:pt x="1646" y="3167"/>
                  </a:cubicBezTo>
                  <a:lnTo>
                    <a:pt x="1662" y="3167"/>
                  </a:lnTo>
                  <a:cubicBezTo>
                    <a:pt x="1665" y="3169"/>
                    <a:pt x="1668" y="3169"/>
                    <a:pt x="1672" y="3169"/>
                  </a:cubicBezTo>
                  <a:cubicBezTo>
                    <a:pt x="1678" y="3169"/>
                    <a:pt x="1684" y="3167"/>
                    <a:pt x="1687" y="3167"/>
                  </a:cubicBezTo>
                  <a:cubicBezTo>
                    <a:pt x="1797" y="3105"/>
                    <a:pt x="4309" y="1661"/>
                    <a:pt x="4247" y="976"/>
                  </a:cubicBezTo>
                  <a:cubicBezTo>
                    <a:pt x="4237" y="846"/>
                    <a:pt x="4143" y="748"/>
                    <a:pt x="3977" y="690"/>
                  </a:cubicBezTo>
                  <a:cubicBezTo>
                    <a:pt x="3534" y="534"/>
                    <a:pt x="3205" y="485"/>
                    <a:pt x="2967" y="485"/>
                  </a:cubicBezTo>
                  <a:cubicBezTo>
                    <a:pt x="2674" y="485"/>
                    <a:pt x="2516" y="559"/>
                    <a:pt x="2451" y="602"/>
                  </a:cubicBezTo>
                  <a:cubicBezTo>
                    <a:pt x="2314" y="475"/>
                    <a:pt x="1766" y="0"/>
                    <a:pt x="1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6"/>
            <p:cNvSpPr/>
            <p:nvPr/>
          </p:nvSpPr>
          <p:spPr>
            <a:xfrm>
              <a:off x="1063325" y="2971250"/>
              <a:ext cx="22225" cy="41825"/>
            </a:xfrm>
            <a:custGeom>
              <a:avLst/>
              <a:gdLst/>
              <a:ahLst/>
              <a:cxnLst/>
              <a:rect l="l" t="t" r="r" b="b"/>
              <a:pathLst>
                <a:path w="889" h="1673" extrusionOk="0">
                  <a:moveTo>
                    <a:pt x="888" y="1"/>
                  </a:moveTo>
                  <a:lnTo>
                    <a:pt x="888" y="1"/>
                  </a:lnTo>
                  <a:cubicBezTo>
                    <a:pt x="369" y="405"/>
                    <a:pt x="42" y="1013"/>
                    <a:pt x="1" y="1672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6"/>
            <p:cNvSpPr/>
            <p:nvPr/>
          </p:nvSpPr>
          <p:spPr>
            <a:xfrm>
              <a:off x="1062025" y="297035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0"/>
                  </a:moveTo>
                  <a:cubicBezTo>
                    <a:pt x="375" y="410"/>
                    <a:pt x="42" y="1033"/>
                    <a:pt x="1" y="1708"/>
                  </a:cubicBezTo>
                  <a:lnTo>
                    <a:pt x="99" y="1708"/>
                  </a:lnTo>
                  <a:cubicBezTo>
                    <a:pt x="146" y="1064"/>
                    <a:pt x="463" y="473"/>
                    <a:pt x="972" y="78"/>
                  </a:cubicBez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6"/>
            <p:cNvSpPr/>
            <p:nvPr/>
          </p:nvSpPr>
          <p:spPr>
            <a:xfrm>
              <a:off x="1082025" y="2975375"/>
              <a:ext cx="139925" cy="76900"/>
            </a:xfrm>
            <a:custGeom>
              <a:avLst/>
              <a:gdLst/>
              <a:ahLst/>
              <a:cxnLst/>
              <a:rect l="l" t="t" r="r" b="b"/>
              <a:pathLst>
                <a:path w="5597" h="3076" extrusionOk="0">
                  <a:moveTo>
                    <a:pt x="1667" y="0"/>
                  </a:moveTo>
                  <a:cubicBezTo>
                    <a:pt x="1323" y="0"/>
                    <a:pt x="975" y="184"/>
                    <a:pt x="722" y="754"/>
                  </a:cubicBezTo>
                  <a:cubicBezTo>
                    <a:pt x="0" y="2374"/>
                    <a:pt x="2134" y="3075"/>
                    <a:pt x="2134" y="3075"/>
                  </a:cubicBezTo>
                  <a:cubicBezTo>
                    <a:pt x="2134" y="3075"/>
                    <a:pt x="5597" y="1097"/>
                    <a:pt x="4429" y="687"/>
                  </a:cubicBezTo>
                  <a:cubicBezTo>
                    <a:pt x="3991" y="533"/>
                    <a:pt x="3670" y="485"/>
                    <a:pt x="3439" y="485"/>
                  </a:cubicBezTo>
                  <a:cubicBezTo>
                    <a:pt x="3052" y="485"/>
                    <a:pt x="2918" y="619"/>
                    <a:pt x="2918" y="619"/>
                  </a:cubicBezTo>
                  <a:cubicBezTo>
                    <a:pt x="2918" y="619"/>
                    <a:pt x="2299" y="0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6"/>
            <p:cNvSpPr/>
            <p:nvPr/>
          </p:nvSpPr>
          <p:spPr>
            <a:xfrm>
              <a:off x="1093825" y="2974225"/>
              <a:ext cx="107750" cy="79200"/>
            </a:xfrm>
            <a:custGeom>
              <a:avLst/>
              <a:gdLst/>
              <a:ahLst/>
              <a:cxnLst/>
              <a:rect l="l" t="t" r="r" b="b"/>
              <a:pathLst>
                <a:path w="4310" h="3168" extrusionOk="0">
                  <a:moveTo>
                    <a:pt x="1195" y="94"/>
                  </a:moveTo>
                  <a:cubicBezTo>
                    <a:pt x="1797" y="94"/>
                    <a:pt x="2404" y="691"/>
                    <a:pt x="2415" y="702"/>
                  </a:cubicBezTo>
                  <a:cubicBezTo>
                    <a:pt x="2425" y="710"/>
                    <a:pt x="2437" y="713"/>
                    <a:pt x="2448" y="713"/>
                  </a:cubicBezTo>
                  <a:cubicBezTo>
                    <a:pt x="2459" y="713"/>
                    <a:pt x="2469" y="710"/>
                    <a:pt x="2477" y="702"/>
                  </a:cubicBezTo>
                  <a:cubicBezTo>
                    <a:pt x="2480" y="699"/>
                    <a:pt x="2611" y="580"/>
                    <a:pt x="2968" y="580"/>
                  </a:cubicBezTo>
                  <a:cubicBezTo>
                    <a:pt x="3194" y="580"/>
                    <a:pt x="3510" y="627"/>
                    <a:pt x="3941" y="780"/>
                  </a:cubicBezTo>
                  <a:cubicBezTo>
                    <a:pt x="4071" y="826"/>
                    <a:pt x="4139" y="894"/>
                    <a:pt x="4149" y="982"/>
                  </a:cubicBezTo>
                  <a:cubicBezTo>
                    <a:pt x="4196" y="1496"/>
                    <a:pt x="2384" y="2649"/>
                    <a:pt x="1657" y="3069"/>
                  </a:cubicBezTo>
                  <a:cubicBezTo>
                    <a:pt x="1506" y="3012"/>
                    <a:pt x="567" y="2654"/>
                    <a:pt x="255" y="1937"/>
                  </a:cubicBezTo>
                  <a:cubicBezTo>
                    <a:pt x="99" y="1595"/>
                    <a:pt x="115" y="1221"/>
                    <a:pt x="291" y="821"/>
                  </a:cubicBezTo>
                  <a:cubicBezTo>
                    <a:pt x="478" y="406"/>
                    <a:pt x="728" y="167"/>
                    <a:pt x="1039" y="110"/>
                  </a:cubicBezTo>
                  <a:cubicBezTo>
                    <a:pt x="1091" y="100"/>
                    <a:pt x="1143" y="94"/>
                    <a:pt x="1195" y="94"/>
                  </a:cubicBezTo>
                  <a:close/>
                  <a:moveTo>
                    <a:pt x="1201" y="0"/>
                  </a:moveTo>
                  <a:cubicBezTo>
                    <a:pt x="1142" y="0"/>
                    <a:pt x="1083" y="5"/>
                    <a:pt x="1024" y="16"/>
                  </a:cubicBezTo>
                  <a:cubicBezTo>
                    <a:pt x="676" y="79"/>
                    <a:pt x="400" y="338"/>
                    <a:pt x="203" y="785"/>
                  </a:cubicBezTo>
                  <a:cubicBezTo>
                    <a:pt x="16" y="1211"/>
                    <a:pt x="1" y="1610"/>
                    <a:pt x="167" y="1979"/>
                  </a:cubicBezTo>
                  <a:cubicBezTo>
                    <a:pt x="525" y="2789"/>
                    <a:pt x="1600" y="3152"/>
                    <a:pt x="1647" y="3168"/>
                  </a:cubicBezTo>
                  <a:lnTo>
                    <a:pt x="1662" y="3168"/>
                  </a:lnTo>
                  <a:cubicBezTo>
                    <a:pt x="1672" y="3168"/>
                    <a:pt x="1678" y="3168"/>
                    <a:pt x="1688" y="3163"/>
                  </a:cubicBezTo>
                  <a:cubicBezTo>
                    <a:pt x="1797" y="3100"/>
                    <a:pt x="4310" y="1662"/>
                    <a:pt x="4248" y="972"/>
                  </a:cubicBezTo>
                  <a:cubicBezTo>
                    <a:pt x="4232" y="842"/>
                    <a:pt x="4144" y="749"/>
                    <a:pt x="3972" y="691"/>
                  </a:cubicBezTo>
                  <a:cubicBezTo>
                    <a:pt x="3529" y="535"/>
                    <a:pt x="3202" y="486"/>
                    <a:pt x="2964" y="486"/>
                  </a:cubicBezTo>
                  <a:cubicBezTo>
                    <a:pt x="2673" y="486"/>
                    <a:pt x="2517" y="560"/>
                    <a:pt x="2451" y="603"/>
                  </a:cubicBezTo>
                  <a:cubicBezTo>
                    <a:pt x="2315" y="476"/>
                    <a:pt x="1770" y="0"/>
                    <a:pt x="1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6"/>
            <p:cNvSpPr/>
            <p:nvPr/>
          </p:nvSpPr>
          <p:spPr>
            <a:xfrm>
              <a:off x="1132650" y="2990850"/>
              <a:ext cx="22350" cy="41675"/>
            </a:xfrm>
            <a:custGeom>
              <a:avLst/>
              <a:gdLst/>
              <a:ahLst/>
              <a:cxnLst/>
              <a:rect l="l" t="t" r="r" b="b"/>
              <a:pathLst>
                <a:path w="894" h="1667" extrusionOk="0">
                  <a:moveTo>
                    <a:pt x="893" y="0"/>
                  </a:moveTo>
                  <a:cubicBezTo>
                    <a:pt x="369" y="405"/>
                    <a:pt x="47" y="1013"/>
                    <a:pt x="0" y="1667"/>
                  </a:cubicBezTo>
                  <a:lnTo>
                    <a:pt x="8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6"/>
            <p:cNvSpPr/>
            <p:nvPr/>
          </p:nvSpPr>
          <p:spPr>
            <a:xfrm>
              <a:off x="1131475" y="298980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1"/>
                  </a:moveTo>
                  <a:cubicBezTo>
                    <a:pt x="374" y="416"/>
                    <a:pt x="42" y="1039"/>
                    <a:pt x="0" y="1709"/>
                  </a:cubicBezTo>
                  <a:lnTo>
                    <a:pt x="99" y="1709"/>
                  </a:lnTo>
                  <a:cubicBezTo>
                    <a:pt x="146" y="1070"/>
                    <a:pt x="462" y="473"/>
                    <a:pt x="971" y="7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6"/>
            <p:cNvSpPr/>
            <p:nvPr/>
          </p:nvSpPr>
          <p:spPr>
            <a:xfrm>
              <a:off x="1053725" y="3010575"/>
              <a:ext cx="86200" cy="76350"/>
            </a:xfrm>
            <a:custGeom>
              <a:avLst/>
              <a:gdLst/>
              <a:ahLst/>
              <a:cxnLst/>
              <a:rect l="l" t="t" r="r" b="b"/>
              <a:pathLst>
                <a:path w="3448" h="3054" extrusionOk="0">
                  <a:moveTo>
                    <a:pt x="1466" y="1"/>
                  </a:moveTo>
                  <a:cubicBezTo>
                    <a:pt x="1288" y="1"/>
                    <a:pt x="1072" y="156"/>
                    <a:pt x="821" y="603"/>
                  </a:cubicBezTo>
                  <a:cubicBezTo>
                    <a:pt x="1" y="2056"/>
                    <a:pt x="1008" y="3053"/>
                    <a:pt x="1008" y="3053"/>
                  </a:cubicBezTo>
                  <a:cubicBezTo>
                    <a:pt x="1008" y="3053"/>
                    <a:pt x="3448" y="1662"/>
                    <a:pt x="2903" y="1091"/>
                  </a:cubicBezTo>
                  <a:cubicBezTo>
                    <a:pt x="2629" y="799"/>
                    <a:pt x="2422" y="727"/>
                    <a:pt x="2284" y="727"/>
                  </a:cubicBezTo>
                  <a:cubicBezTo>
                    <a:pt x="2151" y="727"/>
                    <a:pt x="2082" y="795"/>
                    <a:pt x="2082" y="795"/>
                  </a:cubicBezTo>
                  <a:cubicBezTo>
                    <a:pt x="2082" y="795"/>
                    <a:pt x="1870" y="1"/>
                    <a:pt x="1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66"/>
            <p:cNvSpPr/>
            <p:nvPr/>
          </p:nvSpPr>
          <p:spPr>
            <a:xfrm>
              <a:off x="1052425" y="3009350"/>
              <a:ext cx="77525" cy="78750"/>
            </a:xfrm>
            <a:custGeom>
              <a:avLst/>
              <a:gdLst/>
              <a:ahLst/>
              <a:cxnLst/>
              <a:rect l="l" t="t" r="r" b="b"/>
              <a:pathLst>
                <a:path w="3101" h="3150" extrusionOk="0">
                  <a:moveTo>
                    <a:pt x="1517" y="96"/>
                  </a:moveTo>
                  <a:lnTo>
                    <a:pt x="1543" y="101"/>
                  </a:lnTo>
                  <a:cubicBezTo>
                    <a:pt x="1885" y="143"/>
                    <a:pt x="2082" y="849"/>
                    <a:pt x="2082" y="854"/>
                  </a:cubicBezTo>
                  <a:cubicBezTo>
                    <a:pt x="2088" y="875"/>
                    <a:pt x="2098" y="885"/>
                    <a:pt x="2114" y="891"/>
                  </a:cubicBezTo>
                  <a:cubicBezTo>
                    <a:pt x="2118" y="892"/>
                    <a:pt x="2122" y="893"/>
                    <a:pt x="2127" y="893"/>
                  </a:cubicBezTo>
                  <a:cubicBezTo>
                    <a:pt x="2140" y="893"/>
                    <a:pt x="2153" y="888"/>
                    <a:pt x="2160" y="880"/>
                  </a:cubicBezTo>
                  <a:cubicBezTo>
                    <a:pt x="2207" y="843"/>
                    <a:pt x="2262" y="822"/>
                    <a:pt x="2322" y="822"/>
                  </a:cubicBezTo>
                  <a:cubicBezTo>
                    <a:pt x="2328" y="822"/>
                    <a:pt x="2335" y="823"/>
                    <a:pt x="2342" y="823"/>
                  </a:cubicBezTo>
                  <a:cubicBezTo>
                    <a:pt x="2456" y="828"/>
                    <a:pt x="2648" y="891"/>
                    <a:pt x="2918" y="1171"/>
                  </a:cubicBezTo>
                  <a:cubicBezTo>
                    <a:pt x="2970" y="1223"/>
                    <a:pt x="2996" y="1301"/>
                    <a:pt x="2981" y="1373"/>
                  </a:cubicBezTo>
                  <a:cubicBezTo>
                    <a:pt x="2898" y="1945"/>
                    <a:pt x="1314" y="2889"/>
                    <a:pt x="1065" y="3035"/>
                  </a:cubicBezTo>
                  <a:cubicBezTo>
                    <a:pt x="909" y="2869"/>
                    <a:pt x="182" y="1965"/>
                    <a:pt x="909" y="673"/>
                  </a:cubicBezTo>
                  <a:cubicBezTo>
                    <a:pt x="1127" y="294"/>
                    <a:pt x="1330" y="96"/>
                    <a:pt x="1517" y="96"/>
                  </a:cubicBezTo>
                  <a:close/>
                  <a:moveTo>
                    <a:pt x="1524" y="1"/>
                  </a:moveTo>
                  <a:cubicBezTo>
                    <a:pt x="1302" y="1"/>
                    <a:pt x="1067" y="209"/>
                    <a:pt x="831" y="626"/>
                  </a:cubicBezTo>
                  <a:cubicBezTo>
                    <a:pt x="1" y="2095"/>
                    <a:pt x="1013" y="3123"/>
                    <a:pt x="1029" y="3133"/>
                  </a:cubicBezTo>
                  <a:cubicBezTo>
                    <a:pt x="1034" y="3144"/>
                    <a:pt x="1049" y="3149"/>
                    <a:pt x="1060" y="3149"/>
                  </a:cubicBezTo>
                  <a:cubicBezTo>
                    <a:pt x="1070" y="3149"/>
                    <a:pt x="1075" y="3144"/>
                    <a:pt x="1086" y="3139"/>
                  </a:cubicBezTo>
                  <a:cubicBezTo>
                    <a:pt x="1164" y="3097"/>
                    <a:pt x="2986" y="2054"/>
                    <a:pt x="3084" y="1389"/>
                  </a:cubicBezTo>
                  <a:cubicBezTo>
                    <a:pt x="3100" y="1285"/>
                    <a:pt x="3069" y="1176"/>
                    <a:pt x="2996" y="1103"/>
                  </a:cubicBezTo>
                  <a:cubicBezTo>
                    <a:pt x="2757" y="859"/>
                    <a:pt x="2539" y="730"/>
                    <a:pt x="2347" y="730"/>
                  </a:cubicBezTo>
                  <a:cubicBezTo>
                    <a:pt x="2339" y="729"/>
                    <a:pt x="2330" y="729"/>
                    <a:pt x="2321" y="729"/>
                  </a:cubicBezTo>
                  <a:cubicBezTo>
                    <a:pt x="2264" y="729"/>
                    <a:pt x="2211" y="743"/>
                    <a:pt x="2166" y="766"/>
                  </a:cubicBezTo>
                  <a:cubicBezTo>
                    <a:pt x="2103" y="579"/>
                    <a:pt x="1906" y="44"/>
                    <a:pt x="1563" y="3"/>
                  </a:cubicBezTo>
                  <a:cubicBezTo>
                    <a:pt x="1550" y="1"/>
                    <a:pt x="1537" y="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66"/>
            <p:cNvSpPr/>
            <p:nvPr/>
          </p:nvSpPr>
          <p:spPr>
            <a:xfrm>
              <a:off x="1082550" y="3030425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29" y="1"/>
                  </a:moveTo>
                  <a:lnTo>
                    <a:pt x="929" y="1"/>
                  </a:lnTo>
                  <a:cubicBezTo>
                    <a:pt x="254" y="546"/>
                    <a:pt x="0" y="1481"/>
                    <a:pt x="0" y="1481"/>
                  </a:cubicBezTo>
                  <a:lnTo>
                    <a:pt x="9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6"/>
            <p:cNvSpPr/>
            <p:nvPr/>
          </p:nvSpPr>
          <p:spPr>
            <a:xfrm>
              <a:off x="1081375" y="3029525"/>
              <a:ext cx="25200" cy="38325"/>
            </a:xfrm>
            <a:custGeom>
              <a:avLst/>
              <a:gdLst/>
              <a:ahLst/>
              <a:cxnLst/>
              <a:rect l="l" t="t" r="r" b="b"/>
              <a:pathLst>
                <a:path w="1008" h="1533" extrusionOk="0">
                  <a:moveTo>
                    <a:pt x="945" y="1"/>
                  </a:moveTo>
                  <a:cubicBezTo>
                    <a:pt x="265" y="546"/>
                    <a:pt x="11" y="1465"/>
                    <a:pt x="0" y="1506"/>
                  </a:cubicBezTo>
                  <a:lnTo>
                    <a:pt x="94" y="1532"/>
                  </a:lnTo>
                  <a:cubicBezTo>
                    <a:pt x="94" y="1522"/>
                    <a:pt x="348" y="603"/>
                    <a:pt x="1008" y="73"/>
                  </a:cubicBezTo>
                  <a:lnTo>
                    <a:pt x="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6"/>
            <p:cNvSpPr/>
            <p:nvPr/>
          </p:nvSpPr>
          <p:spPr>
            <a:xfrm>
              <a:off x="1259175" y="2986150"/>
              <a:ext cx="81150" cy="63525"/>
            </a:xfrm>
            <a:custGeom>
              <a:avLst/>
              <a:gdLst/>
              <a:ahLst/>
              <a:cxnLst/>
              <a:rect l="l" t="t" r="r" b="b"/>
              <a:pathLst>
                <a:path w="3246" h="2541" extrusionOk="0">
                  <a:moveTo>
                    <a:pt x="1174" y="0"/>
                  </a:moveTo>
                  <a:cubicBezTo>
                    <a:pt x="598" y="0"/>
                    <a:pt x="821" y="1024"/>
                    <a:pt x="821" y="1024"/>
                  </a:cubicBezTo>
                  <a:cubicBezTo>
                    <a:pt x="821" y="1024"/>
                    <a:pt x="799" y="1017"/>
                    <a:pt x="763" y="1017"/>
                  </a:cubicBezTo>
                  <a:cubicBezTo>
                    <a:pt x="649" y="1017"/>
                    <a:pt x="390" y="1086"/>
                    <a:pt x="224" y="1663"/>
                  </a:cubicBezTo>
                  <a:cubicBezTo>
                    <a:pt x="1" y="2421"/>
                    <a:pt x="2804" y="2540"/>
                    <a:pt x="2804" y="2540"/>
                  </a:cubicBezTo>
                  <a:cubicBezTo>
                    <a:pt x="2804" y="2540"/>
                    <a:pt x="3246" y="1196"/>
                    <a:pt x="1854" y="277"/>
                  </a:cubicBezTo>
                  <a:cubicBezTo>
                    <a:pt x="1553" y="78"/>
                    <a:pt x="1333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6"/>
            <p:cNvSpPr/>
            <p:nvPr/>
          </p:nvSpPr>
          <p:spPr>
            <a:xfrm>
              <a:off x="1262825" y="2984800"/>
              <a:ext cx="78675" cy="66050"/>
            </a:xfrm>
            <a:custGeom>
              <a:avLst/>
              <a:gdLst/>
              <a:ahLst/>
              <a:cxnLst/>
              <a:rect l="l" t="t" r="r" b="b"/>
              <a:pathLst>
                <a:path w="3147" h="2642" extrusionOk="0">
                  <a:moveTo>
                    <a:pt x="1030" y="103"/>
                  </a:moveTo>
                  <a:cubicBezTo>
                    <a:pt x="1194" y="103"/>
                    <a:pt x="1415" y="191"/>
                    <a:pt x="1682" y="367"/>
                  </a:cubicBezTo>
                  <a:cubicBezTo>
                    <a:pt x="2923" y="1187"/>
                    <a:pt x="2684" y="2324"/>
                    <a:pt x="2627" y="2542"/>
                  </a:cubicBezTo>
                  <a:cubicBezTo>
                    <a:pt x="2337" y="2527"/>
                    <a:pt x="499" y="2413"/>
                    <a:pt x="161" y="1940"/>
                  </a:cubicBezTo>
                  <a:cubicBezTo>
                    <a:pt x="115" y="1883"/>
                    <a:pt x="99" y="1800"/>
                    <a:pt x="125" y="1727"/>
                  </a:cubicBezTo>
                  <a:cubicBezTo>
                    <a:pt x="234" y="1359"/>
                    <a:pt x="374" y="1213"/>
                    <a:pt x="478" y="1156"/>
                  </a:cubicBezTo>
                  <a:cubicBezTo>
                    <a:pt x="519" y="1135"/>
                    <a:pt x="566" y="1120"/>
                    <a:pt x="618" y="1120"/>
                  </a:cubicBezTo>
                  <a:cubicBezTo>
                    <a:pt x="634" y="1120"/>
                    <a:pt x="649" y="1125"/>
                    <a:pt x="665" y="1125"/>
                  </a:cubicBezTo>
                  <a:cubicBezTo>
                    <a:pt x="671" y="1128"/>
                    <a:pt x="678" y="1129"/>
                    <a:pt x="684" y="1129"/>
                  </a:cubicBezTo>
                  <a:cubicBezTo>
                    <a:pt x="713" y="1129"/>
                    <a:pt x="736" y="1102"/>
                    <a:pt x="727" y="1068"/>
                  </a:cubicBezTo>
                  <a:cubicBezTo>
                    <a:pt x="727" y="1063"/>
                    <a:pt x="571" y="346"/>
                    <a:pt x="857" y="149"/>
                  </a:cubicBezTo>
                  <a:cubicBezTo>
                    <a:pt x="904" y="118"/>
                    <a:pt x="962" y="103"/>
                    <a:pt x="1030" y="103"/>
                  </a:cubicBezTo>
                  <a:close/>
                  <a:moveTo>
                    <a:pt x="1031" y="0"/>
                  </a:moveTo>
                  <a:cubicBezTo>
                    <a:pt x="943" y="0"/>
                    <a:pt x="867" y="22"/>
                    <a:pt x="805" y="66"/>
                  </a:cubicBezTo>
                  <a:cubicBezTo>
                    <a:pt x="519" y="263"/>
                    <a:pt x="587" y="829"/>
                    <a:pt x="618" y="1021"/>
                  </a:cubicBezTo>
                  <a:cubicBezTo>
                    <a:pt x="556" y="1021"/>
                    <a:pt x="494" y="1037"/>
                    <a:pt x="436" y="1068"/>
                  </a:cubicBezTo>
                  <a:cubicBezTo>
                    <a:pt x="265" y="1161"/>
                    <a:pt x="130" y="1374"/>
                    <a:pt x="31" y="1701"/>
                  </a:cubicBezTo>
                  <a:cubicBezTo>
                    <a:pt x="0" y="1800"/>
                    <a:pt x="21" y="1909"/>
                    <a:pt x="83" y="1992"/>
                  </a:cubicBezTo>
                  <a:cubicBezTo>
                    <a:pt x="478" y="2542"/>
                    <a:pt x="2570" y="2641"/>
                    <a:pt x="2658" y="2641"/>
                  </a:cubicBezTo>
                  <a:cubicBezTo>
                    <a:pt x="2662" y="2642"/>
                    <a:pt x="2665" y="2642"/>
                    <a:pt x="2668" y="2642"/>
                  </a:cubicBezTo>
                  <a:cubicBezTo>
                    <a:pt x="2690" y="2642"/>
                    <a:pt x="2706" y="2627"/>
                    <a:pt x="2710" y="2605"/>
                  </a:cubicBezTo>
                  <a:cubicBezTo>
                    <a:pt x="2710" y="2594"/>
                    <a:pt x="3146" y="1213"/>
                    <a:pt x="1740" y="284"/>
                  </a:cubicBezTo>
                  <a:cubicBezTo>
                    <a:pt x="1452" y="95"/>
                    <a:pt x="1214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6"/>
            <p:cNvSpPr/>
            <p:nvPr/>
          </p:nvSpPr>
          <p:spPr>
            <a:xfrm>
              <a:off x="1279700" y="3011750"/>
              <a:ext cx="37650" cy="22350"/>
            </a:xfrm>
            <a:custGeom>
              <a:avLst/>
              <a:gdLst/>
              <a:ahLst/>
              <a:cxnLst/>
              <a:rect l="l" t="t" r="r" b="b"/>
              <a:pathLst>
                <a:path w="1506" h="894" extrusionOk="0">
                  <a:moveTo>
                    <a:pt x="0" y="0"/>
                  </a:moveTo>
                  <a:lnTo>
                    <a:pt x="1506" y="893"/>
                  </a:lnTo>
                  <a:cubicBezTo>
                    <a:pt x="1506" y="893"/>
                    <a:pt x="857" y="18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66"/>
            <p:cNvSpPr/>
            <p:nvPr/>
          </p:nvSpPr>
          <p:spPr>
            <a:xfrm>
              <a:off x="1279425" y="3010575"/>
              <a:ext cx="38700" cy="24300"/>
            </a:xfrm>
            <a:custGeom>
              <a:avLst/>
              <a:gdLst/>
              <a:ahLst/>
              <a:cxnLst/>
              <a:rect l="l" t="t" r="r" b="b"/>
              <a:pathLst>
                <a:path w="1548" h="972" extrusionOk="0">
                  <a:moveTo>
                    <a:pt x="22" y="1"/>
                  </a:moveTo>
                  <a:lnTo>
                    <a:pt x="1" y="94"/>
                  </a:lnTo>
                  <a:cubicBezTo>
                    <a:pt x="832" y="265"/>
                    <a:pt x="1470" y="966"/>
                    <a:pt x="1480" y="971"/>
                  </a:cubicBezTo>
                  <a:lnTo>
                    <a:pt x="1548" y="909"/>
                  </a:lnTo>
                  <a:cubicBezTo>
                    <a:pt x="1522" y="878"/>
                    <a:pt x="878" y="177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66"/>
            <p:cNvSpPr/>
            <p:nvPr/>
          </p:nvSpPr>
          <p:spPr>
            <a:xfrm>
              <a:off x="1158075" y="2972000"/>
              <a:ext cx="139825" cy="76900"/>
            </a:xfrm>
            <a:custGeom>
              <a:avLst/>
              <a:gdLst/>
              <a:ahLst/>
              <a:cxnLst/>
              <a:rect l="l" t="t" r="r" b="b"/>
              <a:pathLst>
                <a:path w="5593" h="3076" extrusionOk="0">
                  <a:moveTo>
                    <a:pt x="3928" y="0"/>
                  </a:moveTo>
                  <a:cubicBezTo>
                    <a:pt x="3297" y="0"/>
                    <a:pt x="2680" y="619"/>
                    <a:pt x="2680" y="619"/>
                  </a:cubicBezTo>
                  <a:cubicBezTo>
                    <a:pt x="2680" y="619"/>
                    <a:pt x="2543" y="485"/>
                    <a:pt x="2157" y="485"/>
                  </a:cubicBezTo>
                  <a:cubicBezTo>
                    <a:pt x="1925" y="485"/>
                    <a:pt x="1604" y="533"/>
                    <a:pt x="1169" y="687"/>
                  </a:cubicBezTo>
                  <a:cubicBezTo>
                    <a:pt x="1" y="1097"/>
                    <a:pt x="3463" y="3075"/>
                    <a:pt x="3463" y="3075"/>
                  </a:cubicBezTo>
                  <a:cubicBezTo>
                    <a:pt x="3463" y="3075"/>
                    <a:pt x="5592" y="2374"/>
                    <a:pt x="4876" y="754"/>
                  </a:cubicBezTo>
                  <a:cubicBezTo>
                    <a:pt x="4621" y="184"/>
                    <a:pt x="427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66"/>
            <p:cNvSpPr/>
            <p:nvPr/>
          </p:nvSpPr>
          <p:spPr>
            <a:xfrm>
              <a:off x="1178450" y="2970750"/>
              <a:ext cx="107750" cy="79300"/>
            </a:xfrm>
            <a:custGeom>
              <a:avLst/>
              <a:gdLst/>
              <a:ahLst/>
              <a:cxnLst/>
              <a:rect l="l" t="t" r="r" b="b"/>
              <a:pathLst>
                <a:path w="4310" h="3172" extrusionOk="0">
                  <a:moveTo>
                    <a:pt x="3114" y="95"/>
                  </a:moveTo>
                  <a:cubicBezTo>
                    <a:pt x="3165" y="95"/>
                    <a:pt x="3216" y="99"/>
                    <a:pt x="3266" y="109"/>
                  </a:cubicBezTo>
                  <a:cubicBezTo>
                    <a:pt x="3578" y="171"/>
                    <a:pt x="3832" y="410"/>
                    <a:pt x="4014" y="825"/>
                  </a:cubicBezTo>
                  <a:cubicBezTo>
                    <a:pt x="4190" y="1225"/>
                    <a:pt x="4206" y="1599"/>
                    <a:pt x="4055" y="1941"/>
                  </a:cubicBezTo>
                  <a:cubicBezTo>
                    <a:pt x="3739" y="2653"/>
                    <a:pt x="2799" y="3016"/>
                    <a:pt x="2648" y="3068"/>
                  </a:cubicBezTo>
                  <a:cubicBezTo>
                    <a:pt x="1922" y="2653"/>
                    <a:pt x="115" y="1500"/>
                    <a:pt x="162" y="981"/>
                  </a:cubicBezTo>
                  <a:cubicBezTo>
                    <a:pt x="167" y="893"/>
                    <a:pt x="240" y="830"/>
                    <a:pt x="369" y="784"/>
                  </a:cubicBezTo>
                  <a:cubicBezTo>
                    <a:pt x="800" y="628"/>
                    <a:pt x="1117" y="581"/>
                    <a:pt x="1340" y="581"/>
                  </a:cubicBezTo>
                  <a:cubicBezTo>
                    <a:pt x="1693" y="581"/>
                    <a:pt x="1828" y="701"/>
                    <a:pt x="1828" y="701"/>
                  </a:cubicBezTo>
                  <a:cubicBezTo>
                    <a:pt x="1839" y="711"/>
                    <a:pt x="1850" y="716"/>
                    <a:pt x="1862" y="716"/>
                  </a:cubicBezTo>
                  <a:cubicBezTo>
                    <a:pt x="1874" y="716"/>
                    <a:pt x="1885" y="711"/>
                    <a:pt x="1896" y="701"/>
                  </a:cubicBezTo>
                  <a:cubicBezTo>
                    <a:pt x="1905" y="696"/>
                    <a:pt x="2511" y="95"/>
                    <a:pt x="3114" y="95"/>
                  </a:cubicBezTo>
                  <a:close/>
                  <a:moveTo>
                    <a:pt x="3116" y="0"/>
                  </a:moveTo>
                  <a:cubicBezTo>
                    <a:pt x="2545" y="0"/>
                    <a:pt x="1996" y="480"/>
                    <a:pt x="1859" y="607"/>
                  </a:cubicBezTo>
                  <a:cubicBezTo>
                    <a:pt x="1793" y="561"/>
                    <a:pt x="1637" y="485"/>
                    <a:pt x="1342" y="485"/>
                  </a:cubicBezTo>
                  <a:cubicBezTo>
                    <a:pt x="1104" y="485"/>
                    <a:pt x="776" y="535"/>
                    <a:pt x="333" y="690"/>
                  </a:cubicBezTo>
                  <a:cubicBezTo>
                    <a:pt x="167" y="753"/>
                    <a:pt x="73" y="846"/>
                    <a:pt x="63" y="976"/>
                  </a:cubicBezTo>
                  <a:cubicBezTo>
                    <a:pt x="1" y="1661"/>
                    <a:pt x="2513" y="3104"/>
                    <a:pt x="2623" y="3167"/>
                  </a:cubicBezTo>
                  <a:cubicBezTo>
                    <a:pt x="2628" y="3172"/>
                    <a:pt x="2638" y="3172"/>
                    <a:pt x="2648" y="3172"/>
                  </a:cubicBezTo>
                  <a:lnTo>
                    <a:pt x="2664" y="3172"/>
                  </a:lnTo>
                  <a:cubicBezTo>
                    <a:pt x="2711" y="3156"/>
                    <a:pt x="3785" y="2793"/>
                    <a:pt x="4144" y="1983"/>
                  </a:cubicBezTo>
                  <a:cubicBezTo>
                    <a:pt x="4310" y="1614"/>
                    <a:pt x="4294" y="1209"/>
                    <a:pt x="4107" y="784"/>
                  </a:cubicBezTo>
                  <a:cubicBezTo>
                    <a:pt x="3910" y="342"/>
                    <a:pt x="3630" y="83"/>
                    <a:pt x="3287" y="15"/>
                  </a:cubicBezTo>
                  <a:cubicBezTo>
                    <a:pt x="3230" y="5"/>
                    <a:pt x="3173" y="0"/>
                    <a:pt x="3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66"/>
            <p:cNvSpPr/>
            <p:nvPr/>
          </p:nvSpPr>
          <p:spPr>
            <a:xfrm>
              <a:off x="1225050" y="2987475"/>
              <a:ext cx="22225" cy="41675"/>
            </a:xfrm>
            <a:custGeom>
              <a:avLst/>
              <a:gdLst/>
              <a:ahLst/>
              <a:cxnLst/>
              <a:rect l="l" t="t" r="r" b="b"/>
              <a:pathLst>
                <a:path w="889" h="1667" extrusionOk="0">
                  <a:moveTo>
                    <a:pt x="1" y="0"/>
                  </a:moveTo>
                  <a:lnTo>
                    <a:pt x="888" y="1667"/>
                  </a:lnTo>
                  <a:cubicBezTo>
                    <a:pt x="847" y="1013"/>
                    <a:pt x="520" y="40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66"/>
            <p:cNvSpPr/>
            <p:nvPr/>
          </p:nvSpPr>
          <p:spPr>
            <a:xfrm>
              <a:off x="1224275" y="2986425"/>
              <a:ext cx="24175" cy="42875"/>
            </a:xfrm>
            <a:custGeom>
              <a:avLst/>
              <a:gdLst/>
              <a:ahLst/>
              <a:cxnLst/>
              <a:rect l="l" t="t" r="r" b="b"/>
              <a:pathLst>
                <a:path w="967" h="1715" extrusionOk="0">
                  <a:moveTo>
                    <a:pt x="57" y="1"/>
                  </a:moveTo>
                  <a:lnTo>
                    <a:pt x="0" y="79"/>
                  </a:lnTo>
                  <a:cubicBezTo>
                    <a:pt x="509" y="473"/>
                    <a:pt x="826" y="1070"/>
                    <a:pt x="873" y="1714"/>
                  </a:cubicBezTo>
                  <a:lnTo>
                    <a:pt x="966" y="1709"/>
                  </a:lnTo>
                  <a:cubicBezTo>
                    <a:pt x="924" y="1039"/>
                    <a:pt x="597" y="416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66"/>
            <p:cNvSpPr/>
            <p:nvPr/>
          </p:nvSpPr>
          <p:spPr>
            <a:xfrm>
              <a:off x="1121350" y="2938625"/>
              <a:ext cx="142150" cy="60950"/>
            </a:xfrm>
            <a:custGeom>
              <a:avLst/>
              <a:gdLst/>
              <a:ahLst/>
              <a:cxnLst/>
              <a:rect l="l" t="t" r="r" b="b"/>
              <a:pathLst>
                <a:path w="5686" h="2438" extrusionOk="0">
                  <a:moveTo>
                    <a:pt x="1778" y="1"/>
                  </a:moveTo>
                  <a:cubicBezTo>
                    <a:pt x="1504" y="1"/>
                    <a:pt x="1220" y="109"/>
                    <a:pt x="956" y="407"/>
                  </a:cubicBezTo>
                  <a:cubicBezTo>
                    <a:pt x="0" y="1482"/>
                    <a:pt x="1984" y="2437"/>
                    <a:pt x="1984" y="2437"/>
                  </a:cubicBezTo>
                  <a:cubicBezTo>
                    <a:pt x="1984" y="2437"/>
                    <a:pt x="5685" y="1638"/>
                    <a:pt x="4600" y="1093"/>
                  </a:cubicBezTo>
                  <a:cubicBezTo>
                    <a:pt x="3964" y="773"/>
                    <a:pt x="3568" y="707"/>
                    <a:pt x="3350" y="707"/>
                  </a:cubicBezTo>
                  <a:cubicBezTo>
                    <a:pt x="3197" y="707"/>
                    <a:pt x="3131" y="740"/>
                    <a:pt x="3131" y="740"/>
                  </a:cubicBezTo>
                  <a:cubicBezTo>
                    <a:pt x="3131" y="740"/>
                    <a:pt x="2492" y="1"/>
                    <a:pt x="17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66"/>
            <p:cNvSpPr/>
            <p:nvPr/>
          </p:nvSpPr>
          <p:spPr>
            <a:xfrm>
              <a:off x="1136525" y="2937375"/>
              <a:ext cx="106325" cy="63500"/>
            </a:xfrm>
            <a:custGeom>
              <a:avLst/>
              <a:gdLst/>
              <a:ahLst/>
              <a:cxnLst/>
              <a:rect l="l" t="t" r="r" b="b"/>
              <a:pathLst>
                <a:path w="4253" h="2540" extrusionOk="0">
                  <a:moveTo>
                    <a:pt x="1174" y="99"/>
                  </a:moveTo>
                  <a:cubicBezTo>
                    <a:pt x="1854" y="104"/>
                    <a:pt x="2482" y="816"/>
                    <a:pt x="2488" y="826"/>
                  </a:cubicBezTo>
                  <a:cubicBezTo>
                    <a:pt x="2498" y="836"/>
                    <a:pt x="2510" y="842"/>
                    <a:pt x="2523" y="842"/>
                  </a:cubicBezTo>
                  <a:cubicBezTo>
                    <a:pt x="2530" y="842"/>
                    <a:pt x="2537" y="840"/>
                    <a:pt x="2545" y="836"/>
                  </a:cubicBezTo>
                  <a:cubicBezTo>
                    <a:pt x="2547" y="834"/>
                    <a:pt x="2606" y="809"/>
                    <a:pt x="2739" y="809"/>
                  </a:cubicBezTo>
                  <a:cubicBezTo>
                    <a:pt x="2947" y="809"/>
                    <a:pt x="3338" y="872"/>
                    <a:pt x="3972" y="1189"/>
                  </a:cubicBezTo>
                  <a:cubicBezTo>
                    <a:pt x="4092" y="1246"/>
                    <a:pt x="4149" y="1309"/>
                    <a:pt x="4144" y="1376"/>
                  </a:cubicBezTo>
                  <a:cubicBezTo>
                    <a:pt x="4097" y="1724"/>
                    <a:pt x="2477" y="2202"/>
                    <a:pt x="1382" y="2441"/>
                  </a:cubicBezTo>
                  <a:cubicBezTo>
                    <a:pt x="1252" y="2373"/>
                    <a:pt x="281" y="1859"/>
                    <a:pt x="151" y="1210"/>
                  </a:cubicBezTo>
                  <a:cubicBezTo>
                    <a:pt x="99" y="961"/>
                    <a:pt x="183" y="722"/>
                    <a:pt x="385" y="488"/>
                  </a:cubicBezTo>
                  <a:cubicBezTo>
                    <a:pt x="613" y="229"/>
                    <a:pt x="878" y="99"/>
                    <a:pt x="1169" y="99"/>
                  </a:cubicBezTo>
                  <a:close/>
                  <a:moveTo>
                    <a:pt x="1174" y="0"/>
                  </a:moveTo>
                  <a:cubicBezTo>
                    <a:pt x="852" y="0"/>
                    <a:pt x="562" y="141"/>
                    <a:pt x="312" y="426"/>
                  </a:cubicBezTo>
                  <a:cubicBezTo>
                    <a:pt x="89" y="681"/>
                    <a:pt x="1" y="951"/>
                    <a:pt x="58" y="1226"/>
                  </a:cubicBezTo>
                  <a:cubicBezTo>
                    <a:pt x="203" y="1973"/>
                    <a:pt x="1309" y="2508"/>
                    <a:pt x="1356" y="2534"/>
                  </a:cubicBezTo>
                  <a:cubicBezTo>
                    <a:pt x="1361" y="2534"/>
                    <a:pt x="1371" y="2539"/>
                    <a:pt x="1377" y="2539"/>
                  </a:cubicBezTo>
                  <a:lnTo>
                    <a:pt x="1387" y="2539"/>
                  </a:lnTo>
                  <a:cubicBezTo>
                    <a:pt x="1673" y="2477"/>
                    <a:pt x="4175" y="1921"/>
                    <a:pt x="4237" y="1387"/>
                  </a:cubicBezTo>
                  <a:cubicBezTo>
                    <a:pt x="4253" y="1278"/>
                    <a:pt x="4175" y="1184"/>
                    <a:pt x="4014" y="1101"/>
                  </a:cubicBezTo>
                  <a:cubicBezTo>
                    <a:pt x="3372" y="777"/>
                    <a:pt x="2968" y="710"/>
                    <a:pt x="2742" y="710"/>
                  </a:cubicBezTo>
                  <a:cubicBezTo>
                    <a:pt x="2642" y="710"/>
                    <a:pt x="2576" y="723"/>
                    <a:pt x="2540" y="733"/>
                  </a:cubicBezTo>
                  <a:cubicBezTo>
                    <a:pt x="2415" y="603"/>
                    <a:pt x="1833" y="6"/>
                    <a:pt x="1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66"/>
            <p:cNvSpPr/>
            <p:nvPr/>
          </p:nvSpPr>
          <p:spPr>
            <a:xfrm>
              <a:off x="1170150" y="2955925"/>
              <a:ext cx="29875" cy="28600"/>
            </a:xfrm>
            <a:custGeom>
              <a:avLst/>
              <a:gdLst/>
              <a:ahLst/>
              <a:cxnLst/>
              <a:rect l="l" t="t" r="r" b="b"/>
              <a:pathLst>
                <a:path w="1195" h="1144" extrusionOk="0">
                  <a:moveTo>
                    <a:pt x="1163" y="1"/>
                  </a:moveTo>
                  <a:cubicBezTo>
                    <a:pt x="167" y="359"/>
                    <a:pt x="6" y="1091"/>
                    <a:pt x="0" y="1122"/>
                  </a:cubicBezTo>
                  <a:lnTo>
                    <a:pt x="94" y="1143"/>
                  </a:lnTo>
                  <a:cubicBezTo>
                    <a:pt x="99" y="1138"/>
                    <a:pt x="250" y="437"/>
                    <a:pt x="1195" y="94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66"/>
            <p:cNvSpPr/>
            <p:nvPr/>
          </p:nvSpPr>
          <p:spPr>
            <a:xfrm>
              <a:off x="1137950" y="3111950"/>
              <a:ext cx="43900" cy="152275"/>
            </a:xfrm>
            <a:custGeom>
              <a:avLst/>
              <a:gdLst/>
              <a:ahLst/>
              <a:cxnLst/>
              <a:rect l="l" t="t" r="r" b="b"/>
              <a:pathLst>
                <a:path w="1756" h="6091" extrusionOk="0">
                  <a:moveTo>
                    <a:pt x="89" y="0"/>
                  </a:moveTo>
                  <a:lnTo>
                    <a:pt x="1" y="37"/>
                  </a:lnTo>
                  <a:cubicBezTo>
                    <a:pt x="16" y="83"/>
                    <a:pt x="1641" y="4657"/>
                    <a:pt x="68" y="6017"/>
                  </a:cubicBezTo>
                  <a:lnTo>
                    <a:pt x="131" y="6090"/>
                  </a:lnTo>
                  <a:cubicBezTo>
                    <a:pt x="1756" y="4683"/>
                    <a:pt x="162" y="192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66"/>
            <p:cNvSpPr/>
            <p:nvPr/>
          </p:nvSpPr>
          <p:spPr>
            <a:xfrm>
              <a:off x="1098500" y="325797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89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66"/>
            <p:cNvSpPr/>
            <p:nvPr/>
          </p:nvSpPr>
          <p:spPr>
            <a:xfrm>
              <a:off x="1097075" y="325677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9" y="723"/>
                    <a:pt x="2129" y="728"/>
                    <a:pt x="2145" y="733"/>
                  </a:cubicBezTo>
                  <a:cubicBezTo>
                    <a:pt x="2155" y="733"/>
                    <a:pt x="2171" y="733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7"/>
                    <a:pt x="717" y="484"/>
                  </a:cubicBezTo>
                  <a:cubicBezTo>
                    <a:pt x="1" y="1637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cubicBezTo>
                    <a:pt x="1288" y="2488"/>
                    <a:pt x="1298" y="2488"/>
                    <a:pt x="1304" y="2483"/>
                  </a:cubicBez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40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4"/>
                    <a:pt x="1781" y="12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66"/>
            <p:cNvSpPr/>
            <p:nvPr/>
          </p:nvSpPr>
          <p:spPr>
            <a:xfrm>
              <a:off x="1130550" y="327392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66"/>
            <p:cNvSpPr/>
            <p:nvPr/>
          </p:nvSpPr>
          <p:spPr>
            <a:xfrm>
              <a:off x="1129275" y="327287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66"/>
            <p:cNvSpPr/>
            <p:nvPr/>
          </p:nvSpPr>
          <p:spPr>
            <a:xfrm>
              <a:off x="1084750" y="3133200"/>
              <a:ext cx="86200" cy="76250"/>
            </a:xfrm>
            <a:custGeom>
              <a:avLst/>
              <a:gdLst/>
              <a:ahLst/>
              <a:cxnLst/>
              <a:rect l="l" t="t" r="r" b="b"/>
              <a:pathLst>
                <a:path w="3448" h="3050" extrusionOk="0">
                  <a:moveTo>
                    <a:pt x="1465" y="0"/>
                  </a:moveTo>
                  <a:cubicBezTo>
                    <a:pt x="1287" y="0"/>
                    <a:pt x="1071" y="154"/>
                    <a:pt x="821" y="599"/>
                  </a:cubicBezTo>
                  <a:cubicBezTo>
                    <a:pt x="0" y="2058"/>
                    <a:pt x="1008" y="3049"/>
                    <a:pt x="1008" y="3049"/>
                  </a:cubicBezTo>
                  <a:cubicBezTo>
                    <a:pt x="1008" y="3049"/>
                    <a:pt x="3448" y="1663"/>
                    <a:pt x="2902" y="1087"/>
                  </a:cubicBezTo>
                  <a:cubicBezTo>
                    <a:pt x="2630" y="799"/>
                    <a:pt x="2424" y="727"/>
                    <a:pt x="2286" y="727"/>
                  </a:cubicBezTo>
                  <a:cubicBezTo>
                    <a:pt x="2151" y="727"/>
                    <a:pt x="2082" y="796"/>
                    <a:pt x="2082" y="796"/>
                  </a:cubicBezTo>
                  <a:cubicBezTo>
                    <a:pt x="2082" y="796"/>
                    <a:pt x="1869" y="0"/>
                    <a:pt x="1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66"/>
            <p:cNvSpPr/>
            <p:nvPr/>
          </p:nvSpPr>
          <p:spPr>
            <a:xfrm>
              <a:off x="1083450" y="3131975"/>
              <a:ext cx="77500" cy="78775"/>
            </a:xfrm>
            <a:custGeom>
              <a:avLst/>
              <a:gdLst/>
              <a:ahLst/>
              <a:cxnLst/>
              <a:rect l="l" t="t" r="r" b="b"/>
              <a:pathLst>
                <a:path w="3100" h="3151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8" y="887"/>
                    <a:pt x="2113" y="892"/>
                  </a:cubicBezTo>
                  <a:cubicBezTo>
                    <a:pt x="2117" y="893"/>
                    <a:pt x="2122" y="894"/>
                    <a:pt x="2126" y="894"/>
                  </a:cubicBezTo>
                  <a:cubicBezTo>
                    <a:pt x="2139" y="894"/>
                    <a:pt x="2152" y="888"/>
                    <a:pt x="2160" y="876"/>
                  </a:cubicBezTo>
                  <a:cubicBezTo>
                    <a:pt x="2207" y="844"/>
                    <a:pt x="2262" y="823"/>
                    <a:pt x="2318" y="823"/>
                  </a:cubicBezTo>
                  <a:cubicBezTo>
                    <a:pt x="2324" y="823"/>
                    <a:pt x="2330" y="824"/>
                    <a:pt x="2337" y="824"/>
                  </a:cubicBezTo>
                  <a:cubicBezTo>
                    <a:pt x="2456" y="829"/>
                    <a:pt x="2648" y="892"/>
                    <a:pt x="2918" y="1172"/>
                  </a:cubicBezTo>
                  <a:cubicBezTo>
                    <a:pt x="2970" y="1224"/>
                    <a:pt x="2996" y="1297"/>
                    <a:pt x="2980" y="1375"/>
                  </a:cubicBezTo>
                  <a:cubicBezTo>
                    <a:pt x="2897" y="1946"/>
                    <a:pt x="1314" y="2891"/>
                    <a:pt x="1065" y="3036"/>
                  </a:cubicBezTo>
                  <a:cubicBezTo>
                    <a:pt x="909" y="2870"/>
                    <a:pt x="182" y="1961"/>
                    <a:pt x="909" y="674"/>
                  </a:cubicBezTo>
                  <a:cubicBezTo>
                    <a:pt x="1122" y="295"/>
                    <a:pt x="1329" y="97"/>
                    <a:pt x="1511" y="97"/>
                  </a:cubicBezTo>
                  <a:close/>
                  <a:moveTo>
                    <a:pt x="1516" y="1"/>
                  </a:moveTo>
                  <a:cubicBezTo>
                    <a:pt x="1292" y="1"/>
                    <a:pt x="1064" y="209"/>
                    <a:pt x="831" y="622"/>
                  </a:cubicBezTo>
                  <a:cubicBezTo>
                    <a:pt x="0" y="2096"/>
                    <a:pt x="1013" y="3124"/>
                    <a:pt x="1023" y="3135"/>
                  </a:cubicBezTo>
                  <a:cubicBezTo>
                    <a:pt x="1034" y="3140"/>
                    <a:pt x="1044" y="3145"/>
                    <a:pt x="1060" y="3150"/>
                  </a:cubicBezTo>
                  <a:cubicBezTo>
                    <a:pt x="1070" y="3145"/>
                    <a:pt x="1075" y="3145"/>
                    <a:pt x="1085" y="3140"/>
                  </a:cubicBezTo>
                  <a:cubicBezTo>
                    <a:pt x="1163" y="3098"/>
                    <a:pt x="2980" y="2055"/>
                    <a:pt x="3079" y="1390"/>
                  </a:cubicBezTo>
                  <a:cubicBezTo>
                    <a:pt x="3100" y="1286"/>
                    <a:pt x="3069" y="1177"/>
                    <a:pt x="2991" y="1105"/>
                  </a:cubicBezTo>
                  <a:cubicBezTo>
                    <a:pt x="2757" y="855"/>
                    <a:pt x="2539" y="726"/>
                    <a:pt x="2342" y="726"/>
                  </a:cubicBezTo>
                  <a:cubicBezTo>
                    <a:pt x="2280" y="726"/>
                    <a:pt x="2217" y="741"/>
                    <a:pt x="2160" y="767"/>
                  </a:cubicBezTo>
                  <a:cubicBezTo>
                    <a:pt x="2103" y="580"/>
                    <a:pt x="1906" y="46"/>
                    <a:pt x="1563" y="4"/>
                  </a:cubicBezTo>
                  <a:cubicBezTo>
                    <a:pt x="1548" y="2"/>
                    <a:pt x="1532" y="1"/>
                    <a:pt x="1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66"/>
            <p:cNvSpPr/>
            <p:nvPr/>
          </p:nvSpPr>
          <p:spPr>
            <a:xfrm>
              <a:off x="1113550" y="3153100"/>
              <a:ext cx="23275" cy="37000"/>
            </a:xfrm>
            <a:custGeom>
              <a:avLst/>
              <a:gdLst/>
              <a:ahLst/>
              <a:cxnLst/>
              <a:rect l="l" t="t" r="r" b="b"/>
              <a:pathLst>
                <a:path w="931" h="1480" extrusionOk="0">
                  <a:moveTo>
                    <a:pt x="930" y="0"/>
                  </a:moveTo>
                  <a:lnTo>
                    <a:pt x="930" y="0"/>
                  </a:lnTo>
                  <a:cubicBezTo>
                    <a:pt x="250" y="545"/>
                    <a:pt x="1" y="1480"/>
                    <a:pt x="1" y="1480"/>
                  </a:cubicBezTo>
                  <a:lnTo>
                    <a:pt x="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66"/>
            <p:cNvSpPr/>
            <p:nvPr/>
          </p:nvSpPr>
          <p:spPr>
            <a:xfrm>
              <a:off x="1112250" y="3152175"/>
              <a:ext cx="25225" cy="38200"/>
            </a:xfrm>
            <a:custGeom>
              <a:avLst/>
              <a:gdLst/>
              <a:ahLst/>
              <a:cxnLst/>
              <a:rect l="l" t="t" r="r" b="b"/>
              <a:pathLst>
                <a:path w="1009" h="1528" extrusionOk="0">
                  <a:moveTo>
                    <a:pt x="951" y="1"/>
                  </a:moveTo>
                  <a:cubicBezTo>
                    <a:pt x="266" y="546"/>
                    <a:pt x="11" y="1465"/>
                    <a:pt x="1" y="1501"/>
                  </a:cubicBezTo>
                  <a:lnTo>
                    <a:pt x="100" y="1527"/>
                  </a:lnTo>
                  <a:cubicBezTo>
                    <a:pt x="100" y="1522"/>
                    <a:pt x="354" y="603"/>
                    <a:pt x="1008" y="73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66"/>
            <p:cNvSpPr/>
            <p:nvPr/>
          </p:nvSpPr>
          <p:spPr>
            <a:xfrm>
              <a:off x="1055675" y="3106400"/>
              <a:ext cx="74525" cy="58425"/>
            </a:xfrm>
            <a:custGeom>
              <a:avLst/>
              <a:gdLst/>
              <a:ahLst/>
              <a:cxnLst/>
              <a:rect l="l" t="t" r="r" b="b"/>
              <a:pathLst>
                <a:path w="2981" h="2337" extrusionOk="0">
                  <a:moveTo>
                    <a:pt x="2140" y="1"/>
                  </a:moveTo>
                  <a:cubicBezTo>
                    <a:pt x="1989" y="1"/>
                    <a:pt x="1784" y="53"/>
                    <a:pt x="1511" y="181"/>
                  </a:cubicBezTo>
                  <a:cubicBezTo>
                    <a:pt x="0" y="887"/>
                    <a:pt x="234" y="2283"/>
                    <a:pt x="234" y="2283"/>
                  </a:cubicBezTo>
                  <a:cubicBezTo>
                    <a:pt x="234" y="2283"/>
                    <a:pt x="741" y="2336"/>
                    <a:pt x="1314" y="2336"/>
                  </a:cubicBezTo>
                  <a:cubicBezTo>
                    <a:pt x="2087" y="2336"/>
                    <a:pt x="2981" y="2240"/>
                    <a:pt x="2918" y="1790"/>
                  </a:cubicBezTo>
                  <a:cubicBezTo>
                    <a:pt x="2824" y="1119"/>
                    <a:pt x="2522" y="1073"/>
                    <a:pt x="2440" y="1073"/>
                  </a:cubicBezTo>
                  <a:cubicBezTo>
                    <a:pt x="2427" y="1073"/>
                    <a:pt x="2420" y="1074"/>
                    <a:pt x="2420" y="1074"/>
                  </a:cubicBezTo>
                  <a:cubicBezTo>
                    <a:pt x="2420" y="1074"/>
                    <a:pt x="2824" y="1"/>
                    <a:pt x="2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66"/>
            <p:cNvSpPr/>
            <p:nvPr/>
          </p:nvSpPr>
          <p:spPr>
            <a:xfrm>
              <a:off x="1054625" y="3105325"/>
              <a:ext cx="75575" cy="60775"/>
            </a:xfrm>
            <a:custGeom>
              <a:avLst/>
              <a:gdLst/>
              <a:ahLst/>
              <a:cxnLst/>
              <a:rect l="l" t="t" r="r" b="b"/>
              <a:pathLst>
                <a:path w="3023" h="2431" extrusionOk="0">
                  <a:moveTo>
                    <a:pt x="2178" y="95"/>
                  </a:moveTo>
                  <a:cubicBezTo>
                    <a:pt x="2280" y="95"/>
                    <a:pt x="2360" y="120"/>
                    <a:pt x="2415" y="172"/>
                  </a:cubicBezTo>
                  <a:cubicBezTo>
                    <a:pt x="2669" y="405"/>
                    <a:pt x="2410" y="1096"/>
                    <a:pt x="2410" y="1101"/>
                  </a:cubicBezTo>
                  <a:cubicBezTo>
                    <a:pt x="2405" y="1117"/>
                    <a:pt x="2410" y="1137"/>
                    <a:pt x="2420" y="1148"/>
                  </a:cubicBezTo>
                  <a:cubicBezTo>
                    <a:pt x="2431" y="1163"/>
                    <a:pt x="2446" y="1169"/>
                    <a:pt x="2467" y="1169"/>
                  </a:cubicBezTo>
                  <a:cubicBezTo>
                    <a:pt x="2473" y="1168"/>
                    <a:pt x="2479" y="1168"/>
                    <a:pt x="2486" y="1168"/>
                  </a:cubicBezTo>
                  <a:cubicBezTo>
                    <a:pt x="2542" y="1168"/>
                    <a:pt x="2597" y="1188"/>
                    <a:pt x="2643" y="1226"/>
                  </a:cubicBezTo>
                  <a:cubicBezTo>
                    <a:pt x="2737" y="1298"/>
                    <a:pt x="2856" y="1459"/>
                    <a:pt x="2908" y="1844"/>
                  </a:cubicBezTo>
                  <a:cubicBezTo>
                    <a:pt x="2924" y="1916"/>
                    <a:pt x="2898" y="1994"/>
                    <a:pt x="2846" y="2046"/>
                  </a:cubicBezTo>
                  <a:cubicBezTo>
                    <a:pt x="2621" y="2276"/>
                    <a:pt x="1957" y="2333"/>
                    <a:pt x="1361" y="2333"/>
                  </a:cubicBezTo>
                  <a:cubicBezTo>
                    <a:pt x="882" y="2333"/>
                    <a:pt x="447" y="2296"/>
                    <a:pt x="318" y="2285"/>
                  </a:cubicBezTo>
                  <a:lnTo>
                    <a:pt x="318" y="2280"/>
                  </a:lnTo>
                  <a:cubicBezTo>
                    <a:pt x="292" y="2056"/>
                    <a:pt x="224" y="893"/>
                    <a:pt x="1569" y="270"/>
                  </a:cubicBezTo>
                  <a:cubicBezTo>
                    <a:pt x="1817" y="154"/>
                    <a:pt x="2023" y="95"/>
                    <a:pt x="2178" y="95"/>
                  </a:cubicBezTo>
                  <a:close/>
                  <a:moveTo>
                    <a:pt x="2176" y="0"/>
                  </a:moveTo>
                  <a:cubicBezTo>
                    <a:pt x="2006" y="0"/>
                    <a:pt x="1790" y="61"/>
                    <a:pt x="1527" y="182"/>
                  </a:cubicBezTo>
                  <a:cubicBezTo>
                    <a:pt x="1" y="893"/>
                    <a:pt x="229" y="2321"/>
                    <a:pt x="229" y="2337"/>
                  </a:cubicBezTo>
                  <a:cubicBezTo>
                    <a:pt x="229" y="2358"/>
                    <a:pt x="250" y="2373"/>
                    <a:pt x="271" y="2373"/>
                  </a:cubicBezTo>
                  <a:cubicBezTo>
                    <a:pt x="312" y="2378"/>
                    <a:pt x="800" y="2430"/>
                    <a:pt x="1356" y="2430"/>
                  </a:cubicBezTo>
                  <a:cubicBezTo>
                    <a:pt x="1974" y="2430"/>
                    <a:pt x="2669" y="2363"/>
                    <a:pt x="2913" y="2119"/>
                  </a:cubicBezTo>
                  <a:cubicBezTo>
                    <a:pt x="2991" y="2041"/>
                    <a:pt x="3022" y="1937"/>
                    <a:pt x="3007" y="1833"/>
                  </a:cubicBezTo>
                  <a:cubicBezTo>
                    <a:pt x="2960" y="1496"/>
                    <a:pt x="2856" y="1267"/>
                    <a:pt x="2701" y="1148"/>
                  </a:cubicBezTo>
                  <a:cubicBezTo>
                    <a:pt x="2649" y="1112"/>
                    <a:pt x="2592" y="1086"/>
                    <a:pt x="2529" y="1075"/>
                  </a:cubicBezTo>
                  <a:cubicBezTo>
                    <a:pt x="2586" y="883"/>
                    <a:pt x="2737" y="338"/>
                    <a:pt x="2482" y="104"/>
                  </a:cubicBezTo>
                  <a:cubicBezTo>
                    <a:pt x="2406" y="35"/>
                    <a:pt x="2304" y="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66"/>
            <p:cNvSpPr/>
            <p:nvPr/>
          </p:nvSpPr>
          <p:spPr>
            <a:xfrm>
              <a:off x="1075650" y="3133225"/>
              <a:ext cx="40525" cy="16650"/>
            </a:xfrm>
            <a:custGeom>
              <a:avLst/>
              <a:gdLst/>
              <a:ahLst/>
              <a:cxnLst/>
              <a:rect l="l" t="t" r="r" b="b"/>
              <a:pathLst>
                <a:path w="1621" h="666" extrusionOk="0">
                  <a:moveTo>
                    <a:pt x="1621" y="1"/>
                  </a:moveTo>
                  <a:lnTo>
                    <a:pt x="1621" y="1"/>
                  </a:lnTo>
                  <a:cubicBezTo>
                    <a:pt x="749" y="53"/>
                    <a:pt x="1" y="665"/>
                    <a:pt x="1" y="665"/>
                  </a:cubicBezTo>
                  <a:lnTo>
                    <a:pt x="16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66"/>
            <p:cNvSpPr/>
            <p:nvPr/>
          </p:nvSpPr>
          <p:spPr>
            <a:xfrm>
              <a:off x="1074875" y="3132050"/>
              <a:ext cx="41300" cy="18725"/>
            </a:xfrm>
            <a:custGeom>
              <a:avLst/>
              <a:gdLst/>
              <a:ahLst/>
              <a:cxnLst/>
              <a:rect l="l" t="t" r="r" b="b"/>
              <a:pathLst>
                <a:path w="1652" h="749" extrusionOk="0">
                  <a:moveTo>
                    <a:pt x="1647" y="1"/>
                  </a:moveTo>
                  <a:cubicBezTo>
                    <a:pt x="774" y="48"/>
                    <a:pt x="32" y="645"/>
                    <a:pt x="1" y="671"/>
                  </a:cubicBezTo>
                  <a:lnTo>
                    <a:pt x="63" y="749"/>
                  </a:lnTo>
                  <a:cubicBezTo>
                    <a:pt x="73" y="743"/>
                    <a:pt x="811" y="146"/>
                    <a:pt x="1652" y="94"/>
                  </a:cubicBez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66"/>
            <p:cNvSpPr/>
            <p:nvPr/>
          </p:nvSpPr>
          <p:spPr>
            <a:xfrm>
              <a:off x="1069300" y="3076675"/>
              <a:ext cx="109050" cy="59825"/>
            </a:xfrm>
            <a:custGeom>
              <a:avLst/>
              <a:gdLst/>
              <a:ahLst/>
              <a:cxnLst/>
              <a:rect l="l" t="t" r="r" b="b"/>
              <a:pathLst>
                <a:path w="4362" h="2393" extrusionOk="0">
                  <a:moveTo>
                    <a:pt x="3061" y="1"/>
                  </a:moveTo>
                  <a:cubicBezTo>
                    <a:pt x="2569" y="1"/>
                    <a:pt x="2088" y="482"/>
                    <a:pt x="2088" y="482"/>
                  </a:cubicBezTo>
                  <a:cubicBezTo>
                    <a:pt x="2088" y="482"/>
                    <a:pt x="1983" y="380"/>
                    <a:pt x="1686" y="380"/>
                  </a:cubicBezTo>
                  <a:cubicBezTo>
                    <a:pt x="1505" y="380"/>
                    <a:pt x="1253" y="417"/>
                    <a:pt x="909" y="539"/>
                  </a:cubicBezTo>
                  <a:cubicBezTo>
                    <a:pt x="1" y="856"/>
                    <a:pt x="2695" y="2393"/>
                    <a:pt x="2695" y="2393"/>
                  </a:cubicBezTo>
                  <a:cubicBezTo>
                    <a:pt x="2695" y="2393"/>
                    <a:pt x="4362" y="1847"/>
                    <a:pt x="3801" y="591"/>
                  </a:cubicBezTo>
                  <a:cubicBezTo>
                    <a:pt x="3602" y="145"/>
                    <a:pt x="3330" y="1"/>
                    <a:pt x="3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66"/>
            <p:cNvSpPr/>
            <p:nvPr/>
          </p:nvSpPr>
          <p:spPr>
            <a:xfrm>
              <a:off x="1085125" y="3075525"/>
              <a:ext cx="84275" cy="62200"/>
            </a:xfrm>
            <a:custGeom>
              <a:avLst/>
              <a:gdLst/>
              <a:ahLst/>
              <a:cxnLst/>
              <a:rect l="l" t="t" r="r" b="b"/>
              <a:pathLst>
                <a:path w="3371" h="2488" extrusionOk="0">
                  <a:moveTo>
                    <a:pt x="2431" y="97"/>
                  </a:moveTo>
                  <a:cubicBezTo>
                    <a:pt x="2471" y="97"/>
                    <a:pt x="2511" y="100"/>
                    <a:pt x="2550" y="107"/>
                  </a:cubicBezTo>
                  <a:cubicBezTo>
                    <a:pt x="2789" y="154"/>
                    <a:pt x="2981" y="336"/>
                    <a:pt x="3121" y="658"/>
                  </a:cubicBezTo>
                  <a:cubicBezTo>
                    <a:pt x="3261" y="964"/>
                    <a:pt x="3272" y="1255"/>
                    <a:pt x="3152" y="1520"/>
                  </a:cubicBezTo>
                  <a:cubicBezTo>
                    <a:pt x="2913" y="2065"/>
                    <a:pt x="2202" y="2340"/>
                    <a:pt x="2072" y="2387"/>
                  </a:cubicBezTo>
                  <a:cubicBezTo>
                    <a:pt x="1506" y="2065"/>
                    <a:pt x="110" y="1172"/>
                    <a:pt x="141" y="777"/>
                  </a:cubicBezTo>
                  <a:cubicBezTo>
                    <a:pt x="151" y="715"/>
                    <a:pt x="198" y="668"/>
                    <a:pt x="297" y="632"/>
                  </a:cubicBezTo>
                  <a:cubicBezTo>
                    <a:pt x="536" y="538"/>
                    <a:pt x="790" y="486"/>
                    <a:pt x="1050" y="476"/>
                  </a:cubicBezTo>
                  <a:cubicBezTo>
                    <a:pt x="1320" y="476"/>
                    <a:pt x="1423" y="564"/>
                    <a:pt x="1423" y="564"/>
                  </a:cubicBezTo>
                  <a:cubicBezTo>
                    <a:pt x="1434" y="572"/>
                    <a:pt x="1445" y="576"/>
                    <a:pt x="1457" y="576"/>
                  </a:cubicBezTo>
                  <a:cubicBezTo>
                    <a:pt x="1469" y="576"/>
                    <a:pt x="1481" y="572"/>
                    <a:pt x="1491" y="564"/>
                  </a:cubicBezTo>
                  <a:cubicBezTo>
                    <a:pt x="1496" y="564"/>
                    <a:pt x="1964" y="97"/>
                    <a:pt x="2431" y="97"/>
                  </a:cubicBezTo>
                  <a:close/>
                  <a:moveTo>
                    <a:pt x="2423" y="1"/>
                  </a:moveTo>
                  <a:cubicBezTo>
                    <a:pt x="1985" y="1"/>
                    <a:pt x="1572" y="358"/>
                    <a:pt x="1455" y="466"/>
                  </a:cubicBezTo>
                  <a:cubicBezTo>
                    <a:pt x="1398" y="432"/>
                    <a:pt x="1275" y="378"/>
                    <a:pt x="1055" y="378"/>
                  </a:cubicBezTo>
                  <a:cubicBezTo>
                    <a:pt x="868" y="378"/>
                    <a:pt x="611" y="417"/>
                    <a:pt x="266" y="538"/>
                  </a:cubicBezTo>
                  <a:cubicBezTo>
                    <a:pt x="131" y="585"/>
                    <a:pt x="53" y="663"/>
                    <a:pt x="48" y="767"/>
                  </a:cubicBezTo>
                  <a:cubicBezTo>
                    <a:pt x="1" y="1302"/>
                    <a:pt x="1834" y="2361"/>
                    <a:pt x="2041" y="2480"/>
                  </a:cubicBezTo>
                  <a:cubicBezTo>
                    <a:pt x="2049" y="2484"/>
                    <a:pt x="2053" y="2487"/>
                    <a:pt x="2059" y="2487"/>
                  </a:cubicBezTo>
                  <a:cubicBezTo>
                    <a:pt x="2062" y="2487"/>
                    <a:pt x="2064" y="2487"/>
                    <a:pt x="2067" y="2485"/>
                  </a:cubicBezTo>
                  <a:cubicBezTo>
                    <a:pt x="2069" y="2487"/>
                    <a:pt x="2071" y="2488"/>
                    <a:pt x="2072" y="2488"/>
                  </a:cubicBezTo>
                  <a:cubicBezTo>
                    <a:pt x="2076" y="2488"/>
                    <a:pt x="2079" y="2485"/>
                    <a:pt x="2083" y="2485"/>
                  </a:cubicBezTo>
                  <a:cubicBezTo>
                    <a:pt x="2119" y="2475"/>
                    <a:pt x="2960" y="2189"/>
                    <a:pt x="3241" y="1556"/>
                  </a:cubicBezTo>
                  <a:cubicBezTo>
                    <a:pt x="3370" y="1265"/>
                    <a:pt x="3360" y="948"/>
                    <a:pt x="3209" y="616"/>
                  </a:cubicBezTo>
                  <a:cubicBezTo>
                    <a:pt x="3054" y="268"/>
                    <a:pt x="2836" y="61"/>
                    <a:pt x="2566" y="14"/>
                  </a:cubicBezTo>
                  <a:cubicBezTo>
                    <a:pt x="2518" y="5"/>
                    <a:pt x="2470" y="1"/>
                    <a:pt x="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66"/>
            <p:cNvSpPr/>
            <p:nvPr/>
          </p:nvSpPr>
          <p:spPr>
            <a:xfrm>
              <a:off x="1121475" y="3088700"/>
              <a:ext cx="17425" cy="32475"/>
            </a:xfrm>
            <a:custGeom>
              <a:avLst/>
              <a:gdLst/>
              <a:ahLst/>
              <a:cxnLst/>
              <a:rect l="l" t="t" r="r" b="b"/>
              <a:pathLst>
                <a:path w="697" h="1299" extrusionOk="0">
                  <a:moveTo>
                    <a:pt x="1" y="1"/>
                  </a:moveTo>
                  <a:lnTo>
                    <a:pt x="696" y="1299"/>
                  </a:lnTo>
                  <a:cubicBezTo>
                    <a:pt x="660" y="790"/>
                    <a:pt x="411" y="31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66"/>
            <p:cNvSpPr/>
            <p:nvPr/>
          </p:nvSpPr>
          <p:spPr>
            <a:xfrm>
              <a:off x="1120825" y="3087800"/>
              <a:ext cx="19375" cy="33375"/>
            </a:xfrm>
            <a:custGeom>
              <a:avLst/>
              <a:gdLst/>
              <a:ahLst/>
              <a:cxnLst/>
              <a:rect l="l" t="t" r="r" b="b"/>
              <a:pathLst>
                <a:path w="775" h="1335" extrusionOk="0">
                  <a:moveTo>
                    <a:pt x="63" y="1"/>
                  </a:moveTo>
                  <a:lnTo>
                    <a:pt x="1" y="73"/>
                  </a:lnTo>
                  <a:cubicBezTo>
                    <a:pt x="395" y="385"/>
                    <a:pt x="639" y="842"/>
                    <a:pt x="676" y="1335"/>
                  </a:cubicBezTo>
                  <a:lnTo>
                    <a:pt x="774" y="1335"/>
                  </a:lnTo>
                  <a:cubicBezTo>
                    <a:pt x="743" y="811"/>
                    <a:pt x="483" y="323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66"/>
            <p:cNvSpPr/>
            <p:nvPr/>
          </p:nvSpPr>
          <p:spPr>
            <a:xfrm>
              <a:off x="1127825" y="3164900"/>
              <a:ext cx="30550" cy="69200"/>
            </a:xfrm>
            <a:custGeom>
              <a:avLst/>
              <a:gdLst/>
              <a:ahLst/>
              <a:cxnLst/>
              <a:rect l="l" t="t" r="r" b="b"/>
              <a:pathLst>
                <a:path w="1222" h="2768" extrusionOk="0">
                  <a:moveTo>
                    <a:pt x="1138" y="0"/>
                  </a:moveTo>
                  <a:cubicBezTo>
                    <a:pt x="1091" y="73"/>
                    <a:pt x="1" y="1812"/>
                    <a:pt x="323" y="2768"/>
                  </a:cubicBezTo>
                  <a:lnTo>
                    <a:pt x="416" y="2736"/>
                  </a:lnTo>
                  <a:cubicBezTo>
                    <a:pt x="105" y="1823"/>
                    <a:pt x="1211" y="73"/>
                    <a:pt x="1221" y="52"/>
                  </a:cubicBezTo>
                  <a:lnTo>
                    <a:pt x="11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66"/>
            <p:cNvSpPr/>
            <p:nvPr/>
          </p:nvSpPr>
          <p:spPr>
            <a:xfrm>
              <a:off x="1093175" y="3304900"/>
              <a:ext cx="86350" cy="76250"/>
            </a:xfrm>
            <a:custGeom>
              <a:avLst/>
              <a:gdLst/>
              <a:ahLst/>
              <a:cxnLst/>
              <a:rect l="l" t="t" r="r" b="b"/>
              <a:pathLst>
                <a:path w="3454" h="3050" extrusionOk="0">
                  <a:moveTo>
                    <a:pt x="1465" y="1"/>
                  </a:moveTo>
                  <a:cubicBezTo>
                    <a:pt x="1287" y="1"/>
                    <a:pt x="1072" y="155"/>
                    <a:pt x="821" y="599"/>
                  </a:cubicBezTo>
                  <a:cubicBezTo>
                    <a:pt x="1" y="2058"/>
                    <a:pt x="1013" y="3050"/>
                    <a:pt x="1013" y="3050"/>
                  </a:cubicBezTo>
                  <a:cubicBezTo>
                    <a:pt x="1013" y="3050"/>
                    <a:pt x="3453" y="1664"/>
                    <a:pt x="2908" y="1087"/>
                  </a:cubicBezTo>
                  <a:cubicBezTo>
                    <a:pt x="2633" y="799"/>
                    <a:pt x="2425" y="728"/>
                    <a:pt x="2287" y="728"/>
                  </a:cubicBezTo>
                  <a:cubicBezTo>
                    <a:pt x="2151" y="728"/>
                    <a:pt x="2083" y="797"/>
                    <a:pt x="2083" y="797"/>
                  </a:cubicBezTo>
                  <a:cubicBezTo>
                    <a:pt x="2083" y="797"/>
                    <a:pt x="1870" y="1"/>
                    <a:pt x="1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6"/>
            <p:cNvSpPr/>
            <p:nvPr/>
          </p:nvSpPr>
          <p:spPr>
            <a:xfrm>
              <a:off x="1092025" y="3303700"/>
              <a:ext cx="77375" cy="78625"/>
            </a:xfrm>
            <a:custGeom>
              <a:avLst/>
              <a:gdLst/>
              <a:ahLst/>
              <a:cxnLst/>
              <a:rect l="l" t="t" r="r" b="b"/>
              <a:pathLst>
                <a:path w="3095" h="3145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7" y="886"/>
                    <a:pt x="2113" y="891"/>
                  </a:cubicBezTo>
                  <a:cubicBezTo>
                    <a:pt x="2129" y="891"/>
                    <a:pt x="2144" y="891"/>
                    <a:pt x="2160" y="876"/>
                  </a:cubicBezTo>
                  <a:cubicBezTo>
                    <a:pt x="2201" y="839"/>
                    <a:pt x="2258" y="823"/>
                    <a:pt x="2313" y="823"/>
                  </a:cubicBezTo>
                  <a:cubicBezTo>
                    <a:pt x="2321" y="823"/>
                    <a:pt x="2329" y="823"/>
                    <a:pt x="2336" y="824"/>
                  </a:cubicBezTo>
                  <a:cubicBezTo>
                    <a:pt x="2456" y="824"/>
                    <a:pt x="2648" y="886"/>
                    <a:pt x="2913" y="1167"/>
                  </a:cubicBezTo>
                  <a:cubicBezTo>
                    <a:pt x="2970" y="1224"/>
                    <a:pt x="2990" y="1296"/>
                    <a:pt x="2980" y="1374"/>
                  </a:cubicBezTo>
                  <a:cubicBezTo>
                    <a:pt x="2892" y="1945"/>
                    <a:pt x="1314" y="2890"/>
                    <a:pt x="1064" y="3036"/>
                  </a:cubicBezTo>
                  <a:cubicBezTo>
                    <a:pt x="909" y="2869"/>
                    <a:pt x="182" y="1961"/>
                    <a:pt x="909" y="668"/>
                  </a:cubicBezTo>
                  <a:cubicBezTo>
                    <a:pt x="1121" y="289"/>
                    <a:pt x="1329" y="97"/>
                    <a:pt x="1511" y="97"/>
                  </a:cubicBezTo>
                  <a:close/>
                  <a:moveTo>
                    <a:pt x="1512" y="1"/>
                  </a:moveTo>
                  <a:cubicBezTo>
                    <a:pt x="1291" y="1"/>
                    <a:pt x="1058" y="209"/>
                    <a:pt x="826" y="621"/>
                  </a:cubicBezTo>
                  <a:cubicBezTo>
                    <a:pt x="0" y="2096"/>
                    <a:pt x="1012" y="3124"/>
                    <a:pt x="1023" y="3134"/>
                  </a:cubicBezTo>
                  <a:cubicBezTo>
                    <a:pt x="1033" y="3139"/>
                    <a:pt x="1044" y="3145"/>
                    <a:pt x="1059" y="3145"/>
                  </a:cubicBezTo>
                  <a:cubicBezTo>
                    <a:pt x="1064" y="3145"/>
                    <a:pt x="1075" y="3145"/>
                    <a:pt x="1080" y="3139"/>
                  </a:cubicBezTo>
                  <a:cubicBezTo>
                    <a:pt x="1158" y="3098"/>
                    <a:pt x="2980" y="2054"/>
                    <a:pt x="3079" y="1390"/>
                  </a:cubicBezTo>
                  <a:cubicBezTo>
                    <a:pt x="3094" y="1286"/>
                    <a:pt x="3063" y="1177"/>
                    <a:pt x="2990" y="1104"/>
                  </a:cubicBezTo>
                  <a:cubicBezTo>
                    <a:pt x="2757" y="855"/>
                    <a:pt x="2534" y="725"/>
                    <a:pt x="2342" y="725"/>
                  </a:cubicBezTo>
                  <a:cubicBezTo>
                    <a:pt x="2279" y="725"/>
                    <a:pt x="2217" y="741"/>
                    <a:pt x="2160" y="767"/>
                  </a:cubicBezTo>
                  <a:cubicBezTo>
                    <a:pt x="2097" y="580"/>
                    <a:pt x="1900" y="45"/>
                    <a:pt x="1558" y="4"/>
                  </a:cubicBezTo>
                  <a:cubicBezTo>
                    <a:pt x="1542" y="2"/>
                    <a:pt x="1527" y="1"/>
                    <a:pt x="1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66"/>
            <p:cNvSpPr/>
            <p:nvPr/>
          </p:nvSpPr>
          <p:spPr>
            <a:xfrm>
              <a:off x="1122000" y="3324800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30" y="1"/>
                  </a:moveTo>
                  <a:lnTo>
                    <a:pt x="930" y="1"/>
                  </a:lnTo>
                  <a:cubicBezTo>
                    <a:pt x="255" y="546"/>
                    <a:pt x="0" y="1480"/>
                    <a:pt x="0" y="1480"/>
                  </a:cubicBezTo>
                  <a:lnTo>
                    <a:pt x="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66"/>
            <p:cNvSpPr/>
            <p:nvPr/>
          </p:nvSpPr>
          <p:spPr>
            <a:xfrm>
              <a:off x="1120825" y="3323775"/>
              <a:ext cx="25200" cy="38300"/>
            </a:xfrm>
            <a:custGeom>
              <a:avLst/>
              <a:gdLst/>
              <a:ahLst/>
              <a:cxnLst/>
              <a:rect l="l" t="t" r="r" b="b"/>
              <a:pathLst>
                <a:path w="1008" h="1532" extrusionOk="0">
                  <a:moveTo>
                    <a:pt x="945" y="0"/>
                  </a:moveTo>
                  <a:cubicBezTo>
                    <a:pt x="265" y="550"/>
                    <a:pt x="11" y="1469"/>
                    <a:pt x="1" y="1506"/>
                  </a:cubicBezTo>
                  <a:lnTo>
                    <a:pt x="94" y="1532"/>
                  </a:lnTo>
                  <a:cubicBezTo>
                    <a:pt x="99" y="1526"/>
                    <a:pt x="354" y="608"/>
                    <a:pt x="1008" y="78"/>
                  </a:cubicBez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66"/>
            <p:cNvSpPr/>
            <p:nvPr/>
          </p:nvSpPr>
          <p:spPr>
            <a:xfrm>
              <a:off x="1103425" y="3195625"/>
              <a:ext cx="108925" cy="59775"/>
            </a:xfrm>
            <a:custGeom>
              <a:avLst/>
              <a:gdLst/>
              <a:ahLst/>
              <a:cxnLst/>
              <a:rect l="l" t="t" r="r" b="b"/>
              <a:pathLst>
                <a:path w="4357" h="2391" extrusionOk="0">
                  <a:moveTo>
                    <a:pt x="3057" y="0"/>
                  </a:moveTo>
                  <a:cubicBezTo>
                    <a:pt x="2567" y="0"/>
                    <a:pt x="2088" y="480"/>
                    <a:pt x="2088" y="480"/>
                  </a:cubicBezTo>
                  <a:cubicBezTo>
                    <a:pt x="2088" y="480"/>
                    <a:pt x="1984" y="377"/>
                    <a:pt x="1686" y="377"/>
                  </a:cubicBezTo>
                  <a:cubicBezTo>
                    <a:pt x="1505" y="377"/>
                    <a:pt x="1253" y="415"/>
                    <a:pt x="909" y="537"/>
                  </a:cubicBezTo>
                  <a:cubicBezTo>
                    <a:pt x="1" y="853"/>
                    <a:pt x="2695" y="2390"/>
                    <a:pt x="2695" y="2390"/>
                  </a:cubicBezTo>
                  <a:cubicBezTo>
                    <a:pt x="2695" y="2390"/>
                    <a:pt x="4357" y="1845"/>
                    <a:pt x="3796" y="589"/>
                  </a:cubicBezTo>
                  <a:cubicBezTo>
                    <a:pt x="3598" y="144"/>
                    <a:pt x="3326" y="0"/>
                    <a:pt x="3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66"/>
            <p:cNvSpPr/>
            <p:nvPr/>
          </p:nvSpPr>
          <p:spPr>
            <a:xfrm>
              <a:off x="1119150" y="3194425"/>
              <a:ext cx="84250" cy="62250"/>
            </a:xfrm>
            <a:custGeom>
              <a:avLst/>
              <a:gdLst/>
              <a:ahLst/>
              <a:cxnLst/>
              <a:rect l="l" t="t" r="r" b="b"/>
              <a:pathLst>
                <a:path w="3370" h="2490" extrusionOk="0">
                  <a:moveTo>
                    <a:pt x="2436" y="97"/>
                  </a:moveTo>
                  <a:cubicBezTo>
                    <a:pt x="2474" y="97"/>
                    <a:pt x="2512" y="100"/>
                    <a:pt x="2549" y="107"/>
                  </a:cubicBezTo>
                  <a:cubicBezTo>
                    <a:pt x="2788" y="154"/>
                    <a:pt x="2980" y="341"/>
                    <a:pt x="3126" y="657"/>
                  </a:cubicBezTo>
                  <a:cubicBezTo>
                    <a:pt x="3260" y="964"/>
                    <a:pt x="3271" y="1254"/>
                    <a:pt x="3157" y="1519"/>
                  </a:cubicBezTo>
                  <a:cubicBezTo>
                    <a:pt x="2918" y="2064"/>
                    <a:pt x="2201" y="2339"/>
                    <a:pt x="2072" y="2386"/>
                  </a:cubicBezTo>
                  <a:cubicBezTo>
                    <a:pt x="1506" y="2064"/>
                    <a:pt x="109" y="1171"/>
                    <a:pt x="145" y="777"/>
                  </a:cubicBezTo>
                  <a:cubicBezTo>
                    <a:pt x="151" y="714"/>
                    <a:pt x="203" y="668"/>
                    <a:pt x="301" y="631"/>
                  </a:cubicBezTo>
                  <a:cubicBezTo>
                    <a:pt x="540" y="538"/>
                    <a:pt x="794" y="486"/>
                    <a:pt x="1054" y="476"/>
                  </a:cubicBezTo>
                  <a:cubicBezTo>
                    <a:pt x="1324" y="476"/>
                    <a:pt x="1428" y="564"/>
                    <a:pt x="1428" y="564"/>
                  </a:cubicBezTo>
                  <a:cubicBezTo>
                    <a:pt x="1438" y="572"/>
                    <a:pt x="1450" y="576"/>
                    <a:pt x="1462" y="576"/>
                  </a:cubicBezTo>
                  <a:cubicBezTo>
                    <a:pt x="1473" y="576"/>
                    <a:pt x="1485" y="572"/>
                    <a:pt x="1495" y="564"/>
                  </a:cubicBezTo>
                  <a:cubicBezTo>
                    <a:pt x="1495" y="559"/>
                    <a:pt x="1970" y="97"/>
                    <a:pt x="2436" y="97"/>
                  </a:cubicBezTo>
                  <a:close/>
                  <a:moveTo>
                    <a:pt x="2423" y="0"/>
                  </a:moveTo>
                  <a:cubicBezTo>
                    <a:pt x="1988" y="0"/>
                    <a:pt x="1571" y="357"/>
                    <a:pt x="1454" y="465"/>
                  </a:cubicBezTo>
                  <a:cubicBezTo>
                    <a:pt x="1398" y="432"/>
                    <a:pt x="1274" y="378"/>
                    <a:pt x="1054" y="378"/>
                  </a:cubicBezTo>
                  <a:cubicBezTo>
                    <a:pt x="867" y="378"/>
                    <a:pt x="610" y="416"/>
                    <a:pt x="265" y="538"/>
                  </a:cubicBezTo>
                  <a:cubicBezTo>
                    <a:pt x="130" y="585"/>
                    <a:pt x="57" y="663"/>
                    <a:pt x="47" y="766"/>
                  </a:cubicBezTo>
                  <a:cubicBezTo>
                    <a:pt x="0" y="1301"/>
                    <a:pt x="1833" y="2360"/>
                    <a:pt x="2046" y="2480"/>
                  </a:cubicBezTo>
                  <a:cubicBezTo>
                    <a:pt x="2051" y="2485"/>
                    <a:pt x="2061" y="2490"/>
                    <a:pt x="2066" y="2490"/>
                  </a:cubicBezTo>
                  <a:cubicBezTo>
                    <a:pt x="2072" y="2490"/>
                    <a:pt x="2077" y="2490"/>
                    <a:pt x="2082" y="2485"/>
                  </a:cubicBezTo>
                  <a:cubicBezTo>
                    <a:pt x="2118" y="2474"/>
                    <a:pt x="2959" y="2194"/>
                    <a:pt x="3245" y="1555"/>
                  </a:cubicBezTo>
                  <a:cubicBezTo>
                    <a:pt x="3370" y="1265"/>
                    <a:pt x="3359" y="953"/>
                    <a:pt x="3214" y="616"/>
                  </a:cubicBezTo>
                  <a:cubicBezTo>
                    <a:pt x="3058" y="268"/>
                    <a:pt x="2840" y="60"/>
                    <a:pt x="2565" y="14"/>
                  </a:cubicBezTo>
                  <a:cubicBezTo>
                    <a:pt x="2518" y="4"/>
                    <a:pt x="2470" y="0"/>
                    <a:pt x="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66"/>
            <p:cNvSpPr/>
            <p:nvPr/>
          </p:nvSpPr>
          <p:spPr>
            <a:xfrm>
              <a:off x="1155600" y="3207725"/>
              <a:ext cx="17300" cy="32475"/>
            </a:xfrm>
            <a:custGeom>
              <a:avLst/>
              <a:gdLst/>
              <a:ahLst/>
              <a:cxnLst/>
              <a:rect l="l" t="t" r="r" b="b"/>
              <a:pathLst>
                <a:path w="692" h="1299" extrusionOk="0">
                  <a:moveTo>
                    <a:pt x="1" y="1"/>
                  </a:moveTo>
                  <a:lnTo>
                    <a:pt x="691" y="1299"/>
                  </a:lnTo>
                  <a:cubicBezTo>
                    <a:pt x="660" y="785"/>
                    <a:pt x="406" y="31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66"/>
            <p:cNvSpPr/>
            <p:nvPr/>
          </p:nvSpPr>
          <p:spPr>
            <a:xfrm>
              <a:off x="1154975" y="3206700"/>
              <a:ext cx="19350" cy="33500"/>
            </a:xfrm>
            <a:custGeom>
              <a:avLst/>
              <a:gdLst/>
              <a:ahLst/>
              <a:cxnLst/>
              <a:rect l="l" t="t" r="r" b="b"/>
              <a:pathLst>
                <a:path w="774" h="1340" extrusionOk="0">
                  <a:moveTo>
                    <a:pt x="57" y="0"/>
                  </a:moveTo>
                  <a:lnTo>
                    <a:pt x="0" y="78"/>
                  </a:lnTo>
                  <a:cubicBezTo>
                    <a:pt x="389" y="384"/>
                    <a:pt x="639" y="841"/>
                    <a:pt x="675" y="1340"/>
                  </a:cubicBezTo>
                  <a:lnTo>
                    <a:pt x="774" y="1340"/>
                  </a:lnTo>
                  <a:cubicBezTo>
                    <a:pt x="737" y="810"/>
                    <a:pt x="478" y="322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6" name="Google Shape;3016;p66"/>
          <p:cNvGrpSpPr/>
          <p:nvPr/>
        </p:nvGrpSpPr>
        <p:grpSpPr>
          <a:xfrm>
            <a:off x="7972267" y="3251781"/>
            <a:ext cx="995682" cy="1601525"/>
            <a:chOff x="4678300" y="1270125"/>
            <a:chExt cx="439750" cy="707325"/>
          </a:xfrm>
        </p:grpSpPr>
        <p:sp>
          <p:nvSpPr>
            <p:cNvPr id="3017" name="Google Shape;3017;p66"/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" y="11495"/>
                  </a:lnTo>
                  <a:lnTo>
                    <a:pt x="13598" y="11495"/>
                  </a:lnTo>
                  <a:lnTo>
                    <a:pt x="135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66"/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3598" y="1"/>
                  </a:lnTo>
                  <a:lnTo>
                    <a:pt x="13598" y="11495"/>
                  </a:lnTo>
                  <a:lnTo>
                    <a:pt x="1" y="1149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66"/>
            <p:cNvSpPr/>
            <p:nvPr/>
          </p:nvSpPr>
          <p:spPr>
            <a:xfrm>
              <a:off x="4678825" y="1687600"/>
              <a:ext cx="342275" cy="289850"/>
            </a:xfrm>
            <a:custGeom>
              <a:avLst/>
              <a:gdLst/>
              <a:ahLst/>
              <a:cxnLst/>
              <a:rect l="l" t="t" r="r" b="b"/>
              <a:pathLst>
                <a:path w="13691" h="11594" extrusionOk="0">
                  <a:moveTo>
                    <a:pt x="13592" y="100"/>
                  </a:moveTo>
                  <a:lnTo>
                    <a:pt x="13592" y="11500"/>
                  </a:lnTo>
                  <a:lnTo>
                    <a:pt x="94" y="11500"/>
                  </a:lnTo>
                  <a:lnTo>
                    <a:pt x="94" y="100"/>
                  </a:lnTo>
                  <a:close/>
                  <a:moveTo>
                    <a:pt x="47" y="1"/>
                  </a:moveTo>
                  <a:cubicBezTo>
                    <a:pt x="21" y="1"/>
                    <a:pt x="0" y="27"/>
                    <a:pt x="0" y="53"/>
                  </a:cubicBezTo>
                  <a:lnTo>
                    <a:pt x="0" y="11547"/>
                  </a:lnTo>
                  <a:cubicBezTo>
                    <a:pt x="0" y="11573"/>
                    <a:pt x="21" y="11594"/>
                    <a:pt x="47" y="11594"/>
                  </a:cubicBezTo>
                  <a:lnTo>
                    <a:pt x="13644" y="11594"/>
                  </a:lnTo>
                  <a:cubicBezTo>
                    <a:pt x="13670" y="11594"/>
                    <a:pt x="13691" y="11573"/>
                    <a:pt x="13691" y="11547"/>
                  </a:cubicBezTo>
                  <a:lnTo>
                    <a:pt x="13691" y="53"/>
                  </a:lnTo>
                  <a:cubicBezTo>
                    <a:pt x="13691" y="27"/>
                    <a:pt x="13670" y="1"/>
                    <a:pt x="13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66"/>
            <p:cNvSpPr/>
            <p:nvPr/>
          </p:nvSpPr>
          <p:spPr>
            <a:xfrm>
              <a:off x="5019900" y="1678650"/>
              <a:ext cx="48825" cy="297650"/>
            </a:xfrm>
            <a:custGeom>
              <a:avLst/>
              <a:gdLst/>
              <a:ahLst/>
              <a:cxnLst/>
              <a:rect l="l" t="t" r="r" b="b"/>
              <a:pathLst>
                <a:path w="1953" h="11906" extrusionOk="0">
                  <a:moveTo>
                    <a:pt x="1953" y="1"/>
                  </a:moveTo>
                  <a:lnTo>
                    <a:pt x="1" y="411"/>
                  </a:lnTo>
                  <a:lnTo>
                    <a:pt x="1" y="11905"/>
                  </a:lnTo>
                  <a:lnTo>
                    <a:pt x="1953" y="11313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66"/>
            <p:cNvSpPr/>
            <p:nvPr/>
          </p:nvSpPr>
          <p:spPr>
            <a:xfrm>
              <a:off x="5018750" y="1677325"/>
              <a:ext cx="51275" cy="300125"/>
            </a:xfrm>
            <a:custGeom>
              <a:avLst/>
              <a:gdLst/>
              <a:ahLst/>
              <a:cxnLst/>
              <a:rect l="l" t="t" r="r" b="b"/>
              <a:pathLst>
                <a:path w="2051" h="12005" extrusionOk="0">
                  <a:moveTo>
                    <a:pt x="1952" y="111"/>
                  </a:moveTo>
                  <a:lnTo>
                    <a:pt x="1952" y="11330"/>
                  </a:lnTo>
                  <a:lnTo>
                    <a:pt x="94" y="11891"/>
                  </a:lnTo>
                  <a:lnTo>
                    <a:pt x="94" y="505"/>
                  </a:lnTo>
                  <a:lnTo>
                    <a:pt x="1952" y="111"/>
                  </a:lnTo>
                  <a:close/>
                  <a:moveTo>
                    <a:pt x="1998" y="1"/>
                  </a:moveTo>
                  <a:cubicBezTo>
                    <a:pt x="1995" y="1"/>
                    <a:pt x="1992" y="1"/>
                    <a:pt x="1989" y="2"/>
                  </a:cubicBezTo>
                  <a:lnTo>
                    <a:pt x="36" y="417"/>
                  </a:lnTo>
                  <a:cubicBezTo>
                    <a:pt x="16" y="422"/>
                    <a:pt x="0" y="438"/>
                    <a:pt x="0" y="464"/>
                  </a:cubicBezTo>
                  <a:lnTo>
                    <a:pt x="0" y="11958"/>
                  </a:lnTo>
                  <a:cubicBezTo>
                    <a:pt x="0" y="11974"/>
                    <a:pt x="5" y="11989"/>
                    <a:pt x="16" y="11994"/>
                  </a:cubicBezTo>
                  <a:cubicBezTo>
                    <a:pt x="26" y="12005"/>
                    <a:pt x="36" y="12005"/>
                    <a:pt x="47" y="12005"/>
                  </a:cubicBezTo>
                  <a:lnTo>
                    <a:pt x="62" y="12005"/>
                  </a:lnTo>
                  <a:lnTo>
                    <a:pt x="2014" y="11413"/>
                  </a:lnTo>
                  <a:cubicBezTo>
                    <a:pt x="2035" y="11408"/>
                    <a:pt x="2051" y="11387"/>
                    <a:pt x="2051" y="11366"/>
                  </a:cubicBezTo>
                  <a:lnTo>
                    <a:pt x="2051" y="48"/>
                  </a:lnTo>
                  <a:cubicBezTo>
                    <a:pt x="2051" y="21"/>
                    <a:pt x="2026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6"/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6"/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6"/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6"/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6"/>
            <p:cNvSpPr/>
            <p:nvPr/>
          </p:nvSpPr>
          <p:spPr>
            <a:xfrm>
              <a:off x="4795750" y="1718225"/>
              <a:ext cx="86875" cy="25100"/>
            </a:xfrm>
            <a:custGeom>
              <a:avLst/>
              <a:gdLst/>
              <a:ahLst/>
              <a:cxnLst/>
              <a:rect l="l" t="t" r="r" b="b"/>
              <a:pathLst>
                <a:path w="3475" h="1004" extrusionOk="0">
                  <a:moveTo>
                    <a:pt x="502" y="1"/>
                  </a:moveTo>
                  <a:cubicBezTo>
                    <a:pt x="229" y="1"/>
                    <a:pt x="1" y="225"/>
                    <a:pt x="1" y="499"/>
                  </a:cubicBezTo>
                  <a:cubicBezTo>
                    <a:pt x="1" y="779"/>
                    <a:pt x="229" y="1003"/>
                    <a:pt x="502" y="1003"/>
                  </a:cubicBezTo>
                  <a:cubicBezTo>
                    <a:pt x="508" y="1003"/>
                    <a:pt x="514" y="1003"/>
                    <a:pt x="520" y="1003"/>
                  </a:cubicBezTo>
                  <a:lnTo>
                    <a:pt x="2970" y="1003"/>
                  </a:lnTo>
                  <a:cubicBezTo>
                    <a:pt x="3246" y="1003"/>
                    <a:pt x="3469" y="780"/>
                    <a:pt x="3474" y="499"/>
                  </a:cubicBezTo>
                  <a:cubicBezTo>
                    <a:pt x="3474" y="224"/>
                    <a:pt x="3246" y="1"/>
                    <a:pt x="2970" y="1"/>
                  </a:cubicBezTo>
                  <a:lnTo>
                    <a:pt x="520" y="1"/>
                  </a:lnTo>
                  <a:cubicBezTo>
                    <a:pt x="514" y="1"/>
                    <a:pt x="508" y="1"/>
                    <a:pt x="5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6"/>
            <p:cNvSpPr/>
            <p:nvPr/>
          </p:nvSpPr>
          <p:spPr>
            <a:xfrm>
              <a:off x="4794975" y="1716950"/>
              <a:ext cx="88800" cy="27525"/>
            </a:xfrm>
            <a:custGeom>
              <a:avLst/>
              <a:gdLst/>
              <a:ahLst/>
              <a:cxnLst/>
              <a:rect l="l" t="t" r="r" b="b"/>
              <a:pathLst>
                <a:path w="3552" h="1101" extrusionOk="0">
                  <a:moveTo>
                    <a:pt x="3001" y="99"/>
                  </a:moveTo>
                  <a:cubicBezTo>
                    <a:pt x="3251" y="99"/>
                    <a:pt x="3453" y="301"/>
                    <a:pt x="3453" y="556"/>
                  </a:cubicBezTo>
                  <a:cubicBezTo>
                    <a:pt x="3453" y="805"/>
                    <a:pt x="3251" y="1007"/>
                    <a:pt x="3001" y="1007"/>
                  </a:cubicBezTo>
                  <a:lnTo>
                    <a:pt x="551" y="1007"/>
                  </a:lnTo>
                  <a:cubicBezTo>
                    <a:pt x="302" y="1007"/>
                    <a:pt x="99" y="805"/>
                    <a:pt x="99" y="556"/>
                  </a:cubicBezTo>
                  <a:cubicBezTo>
                    <a:pt x="99" y="301"/>
                    <a:pt x="302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50" y="0"/>
                    <a:pt x="1" y="244"/>
                    <a:pt x="1" y="550"/>
                  </a:cubicBezTo>
                  <a:cubicBezTo>
                    <a:pt x="1" y="857"/>
                    <a:pt x="250" y="1101"/>
                    <a:pt x="551" y="1101"/>
                  </a:cubicBezTo>
                  <a:lnTo>
                    <a:pt x="3001" y="1101"/>
                  </a:lnTo>
                  <a:cubicBezTo>
                    <a:pt x="3303" y="1101"/>
                    <a:pt x="3552" y="857"/>
                    <a:pt x="3552" y="550"/>
                  </a:cubicBezTo>
                  <a:cubicBezTo>
                    <a:pt x="3552" y="244"/>
                    <a:pt x="3303" y="0"/>
                    <a:pt x="3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6"/>
            <p:cNvSpPr/>
            <p:nvPr/>
          </p:nvSpPr>
          <p:spPr>
            <a:xfrm>
              <a:off x="4679975" y="1678000"/>
              <a:ext cx="388750" cy="10925"/>
            </a:xfrm>
            <a:custGeom>
              <a:avLst/>
              <a:gdLst/>
              <a:ahLst/>
              <a:cxnLst/>
              <a:rect l="l" t="t" r="r" b="b"/>
              <a:pathLst>
                <a:path w="15550" h="437" extrusionOk="0">
                  <a:moveTo>
                    <a:pt x="1953" y="1"/>
                  </a:moveTo>
                  <a:lnTo>
                    <a:pt x="1" y="437"/>
                  </a:lnTo>
                  <a:lnTo>
                    <a:pt x="13598" y="437"/>
                  </a:lnTo>
                  <a:lnTo>
                    <a:pt x="155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6"/>
            <p:cNvSpPr/>
            <p:nvPr/>
          </p:nvSpPr>
          <p:spPr>
            <a:xfrm>
              <a:off x="4678300" y="1676825"/>
              <a:ext cx="391725" cy="13275"/>
            </a:xfrm>
            <a:custGeom>
              <a:avLst/>
              <a:gdLst/>
              <a:ahLst/>
              <a:cxnLst/>
              <a:rect l="l" t="t" r="r" b="b"/>
              <a:pathLst>
                <a:path w="15669" h="531" extrusionOk="0">
                  <a:moveTo>
                    <a:pt x="15176" y="100"/>
                  </a:moveTo>
                  <a:lnTo>
                    <a:pt x="13660" y="432"/>
                  </a:lnTo>
                  <a:lnTo>
                    <a:pt x="509" y="432"/>
                  </a:lnTo>
                  <a:lnTo>
                    <a:pt x="2025" y="100"/>
                  </a:lnTo>
                  <a:close/>
                  <a:moveTo>
                    <a:pt x="2010" y="1"/>
                  </a:moveTo>
                  <a:lnTo>
                    <a:pt x="57" y="437"/>
                  </a:lnTo>
                  <a:cubicBezTo>
                    <a:pt x="0" y="447"/>
                    <a:pt x="11" y="531"/>
                    <a:pt x="68" y="531"/>
                  </a:cubicBezTo>
                  <a:lnTo>
                    <a:pt x="13675" y="531"/>
                  </a:lnTo>
                  <a:lnTo>
                    <a:pt x="15632" y="100"/>
                  </a:lnTo>
                  <a:cubicBezTo>
                    <a:pt x="15653" y="94"/>
                    <a:pt x="15669" y="68"/>
                    <a:pt x="15669" y="42"/>
                  </a:cubicBezTo>
                  <a:cubicBezTo>
                    <a:pt x="15664" y="22"/>
                    <a:pt x="15643" y="1"/>
                    <a:pt x="15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6"/>
            <p:cNvSpPr/>
            <p:nvPr/>
          </p:nvSpPr>
          <p:spPr>
            <a:xfrm>
              <a:off x="4728000" y="1678650"/>
              <a:ext cx="340725" cy="297650"/>
            </a:xfrm>
            <a:custGeom>
              <a:avLst/>
              <a:gdLst/>
              <a:ahLst/>
              <a:cxnLst/>
              <a:rect l="l" t="t" r="r" b="b"/>
              <a:pathLst>
                <a:path w="13629" h="11906" extrusionOk="0">
                  <a:moveTo>
                    <a:pt x="13629" y="1"/>
                  </a:moveTo>
                  <a:lnTo>
                    <a:pt x="11677" y="411"/>
                  </a:lnTo>
                  <a:lnTo>
                    <a:pt x="11677" y="888"/>
                  </a:lnTo>
                  <a:lnTo>
                    <a:pt x="1" y="328"/>
                  </a:lnTo>
                  <a:lnTo>
                    <a:pt x="2186" y="2586"/>
                  </a:lnTo>
                  <a:lnTo>
                    <a:pt x="11677" y="3676"/>
                  </a:lnTo>
                  <a:lnTo>
                    <a:pt x="11677" y="11905"/>
                  </a:lnTo>
                  <a:lnTo>
                    <a:pt x="13629" y="11313"/>
                  </a:lnTo>
                  <a:lnTo>
                    <a:pt x="13629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6"/>
            <p:cNvSpPr/>
            <p:nvPr/>
          </p:nvSpPr>
          <p:spPr>
            <a:xfrm>
              <a:off x="4771750" y="1297200"/>
              <a:ext cx="268050" cy="328125"/>
            </a:xfrm>
            <a:custGeom>
              <a:avLst/>
              <a:gdLst/>
              <a:ahLst/>
              <a:cxnLst/>
              <a:rect l="l" t="t" r="r" b="b"/>
              <a:pathLst>
                <a:path w="10722" h="13125" extrusionOk="0">
                  <a:moveTo>
                    <a:pt x="6853" y="0"/>
                  </a:moveTo>
                  <a:lnTo>
                    <a:pt x="0" y="2887"/>
                  </a:lnTo>
                  <a:lnTo>
                    <a:pt x="3868" y="13125"/>
                  </a:lnTo>
                  <a:lnTo>
                    <a:pt x="10721" y="10238"/>
                  </a:lnTo>
                  <a:lnTo>
                    <a:pt x="68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6"/>
            <p:cNvSpPr/>
            <p:nvPr/>
          </p:nvSpPr>
          <p:spPr>
            <a:xfrm>
              <a:off x="4770325" y="1295825"/>
              <a:ext cx="270900" cy="330675"/>
            </a:xfrm>
            <a:custGeom>
              <a:avLst/>
              <a:gdLst/>
              <a:ahLst/>
              <a:cxnLst/>
              <a:rect l="l" t="t" r="r" b="b"/>
              <a:pathLst>
                <a:path w="10836" h="13227" extrusionOk="0">
                  <a:moveTo>
                    <a:pt x="6879" y="118"/>
                  </a:moveTo>
                  <a:lnTo>
                    <a:pt x="10716" y="10262"/>
                  </a:lnTo>
                  <a:lnTo>
                    <a:pt x="3956" y="13118"/>
                  </a:lnTo>
                  <a:lnTo>
                    <a:pt x="120" y="2968"/>
                  </a:lnTo>
                  <a:lnTo>
                    <a:pt x="6879" y="118"/>
                  </a:lnTo>
                  <a:close/>
                  <a:moveTo>
                    <a:pt x="6906" y="0"/>
                  </a:moveTo>
                  <a:cubicBezTo>
                    <a:pt x="6901" y="0"/>
                    <a:pt x="6895" y="1"/>
                    <a:pt x="6890" y="3"/>
                  </a:cubicBezTo>
                  <a:lnTo>
                    <a:pt x="37" y="2895"/>
                  </a:lnTo>
                  <a:cubicBezTo>
                    <a:pt x="16" y="2906"/>
                    <a:pt x="0" y="2937"/>
                    <a:pt x="11" y="2963"/>
                  </a:cubicBezTo>
                  <a:lnTo>
                    <a:pt x="3884" y="13195"/>
                  </a:lnTo>
                  <a:cubicBezTo>
                    <a:pt x="3884" y="13211"/>
                    <a:pt x="3894" y="13221"/>
                    <a:pt x="3910" y="13227"/>
                  </a:cubicBezTo>
                  <a:lnTo>
                    <a:pt x="3925" y="13227"/>
                  </a:lnTo>
                  <a:cubicBezTo>
                    <a:pt x="3936" y="13227"/>
                    <a:pt x="3941" y="13227"/>
                    <a:pt x="3946" y="13221"/>
                  </a:cubicBezTo>
                  <a:lnTo>
                    <a:pt x="10794" y="10335"/>
                  </a:lnTo>
                  <a:cubicBezTo>
                    <a:pt x="10820" y="10324"/>
                    <a:pt x="10835" y="10293"/>
                    <a:pt x="10820" y="10273"/>
                  </a:cubicBezTo>
                  <a:lnTo>
                    <a:pt x="6952" y="35"/>
                  </a:lnTo>
                  <a:cubicBezTo>
                    <a:pt x="6944" y="14"/>
                    <a:pt x="6926" y="0"/>
                    <a:pt x="6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6"/>
            <p:cNvSpPr/>
            <p:nvPr/>
          </p:nvSpPr>
          <p:spPr>
            <a:xfrm>
              <a:off x="4823675" y="1300700"/>
              <a:ext cx="217275" cy="285175"/>
            </a:xfrm>
            <a:custGeom>
              <a:avLst/>
              <a:gdLst/>
              <a:ahLst/>
              <a:cxnLst/>
              <a:rect l="l" t="t" r="r" b="b"/>
              <a:pathLst>
                <a:path w="8691" h="11407" extrusionOk="0">
                  <a:moveTo>
                    <a:pt x="7819" y="0"/>
                  </a:moveTo>
                  <a:lnTo>
                    <a:pt x="0" y="468"/>
                  </a:lnTo>
                  <a:lnTo>
                    <a:pt x="872" y="11407"/>
                  </a:lnTo>
                  <a:lnTo>
                    <a:pt x="8691" y="10939"/>
                  </a:lnTo>
                  <a:lnTo>
                    <a:pt x="78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66"/>
            <p:cNvSpPr/>
            <p:nvPr/>
          </p:nvSpPr>
          <p:spPr>
            <a:xfrm>
              <a:off x="4822375" y="1299400"/>
              <a:ext cx="219875" cy="287775"/>
            </a:xfrm>
            <a:custGeom>
              <a:avLst/>
              <a:gdLst/>
              <a:ahLst/>
              <a:cxnLst/>
              <a:rect l="l" t="t" r="r" b="b"/>
              <a:pathLst>
                <a:path w="8795" h="11511" extrusionOk="0">
                  <a:moveTo>
                    <a:pt x="7824" y="99"/>
                  </a:moveTo>
                  <a:lnTo>
                    <a:pt x="8691" y="10945"/>
                  </a:lnTo>
                  <a:lnTo>
                    <a:pt x="966" y="11407"/>
                  </a:lnTo>
                  <a:lnTo>
                    <a:pt x="104" y="566"/>
                  </a:lnTo>
                  <a:lnTo>
                    <a:pt x="7824" y="99"/>
                  </a:lnTo>
                  <a:close/>
                  <a:moveTo>
                    <a:pt x="7865" y="1"/>
                  </a:moveTo>
                  <a:lnTo>
                    <a:pt x="47" y="473"/>
                  </a:lnTo>
                  <a:cubicBezTo>
                    <a:pt x="36" y="473"/>
                    <a:pt x="21" y="478"/>
                    <a:pt x="16" y="489"/>
                  </a:cubicBezTo>
                  <a:cubicBezTo>
                    <a:pt x="5" y="499"/>
                    <a:pt x="0" y="509"/>
                    <a:pt x="0" y="525"/>
                  </a:cubicBezTo>
                  <a:lnTo>
                    <a:pt x="877" y="11464"/>
                  </a:lnTo>
                  <a:cubicBezTo>
                    <a:pt x="877" y="11490"/>
                    <a:pt x="898" y="11511"/>
                    <a:pt x="924" y="11511"/>
                  </a:cubicBezTo>
                  <a:lnTo>
                    <a:pt x="929" y="11511"/>
                  </a:lnTo>
                  <a:lnTo>
                    <a:pt x="8748" y="11038"/>
                  </a:lnTo>
                  <a:cubicBezTo>
                    <a:pt x="8758" y="11038"/>
                    <a:pt x="8774" y="11033"/>
                    <a:pt x="8779" y="11022"/>
                  </a:cubicBezTo>
                  <a:cubicBezTo>
                    <a:pt x="8790" y="11012"/>
                    <a:pt x="8795" y="10997"/>
                    <a:pt x="8795" y="10986"/>
                  </a:cubicBezTo>
                  <a:lnTo>
                    <a:pt x="7917" y="47"/>
                  </a:lnTo>
                  <a:cubicBezTo>
                    <a:pt x="7917" y="21"/>
                    <a:pt x="7891" y="1"/>
                    <a:pt x="7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66"/>
            <p:cNvSpPr/>
            <p:nvPr/>
          </p:nvSpPr>
          <p:spPr>
            <a:xfrm>
              <a:off x="4852875" y="1271225"/>
              <a:ext cx="233500" cy="302850"/>
            </a:xfrm>
            <a:custGeom>
              <a:avLst/>
              <a:gdLst/>
              <a:ahLst/>
              <a:cxnLst/>
              <a:rect l="l" t="t" r="r" b="b"/>
              <a:pathLst>
                <a:path w="9340" h="12114" extrusionOk="0">
                  <a:moveTo>
                    <a:pt x="2549" y="1"/>
                  </a:moveTo>
                  <a:lnTo>
                    <a:pt x="0" y="10685"/>
                  </a:lnTo>
                  <a:lnTo>
                    <a:pt x="6791" y="12113"/>
                  </a:lnTo>
                  <a:lnTo>
                    <a:pt x="9340" y="1429"/>
                  </a:lnTo>
                  <a:lnTo>
                    <a:pt x="25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66"/>
            <p:cNvSpPr/>
            <p:nvPr/>
          </p:nvSpPr>
          <p:spPr>
            <a:xfrm>
              <a:off x="4851575" y="1270125"/>
              <a:ext cx="236100" cy="305250"/>
            </a:xfrm>
            <a:custGeom>
              <a:avLst/>
              <a:gdLst/>
              <a:ahLst/>
              <a:cxnLst/>
              <a:rect l="l" t="t" r="r" b="b"/>
              <a:pathLst>
                <a:path w="9444" h="12210" extrusionOk="0">
                  <a:moveTo>
                    <a:pt x="2638" y="102"/>
                  </a:moveTo>
                  <a:lnTo>
                    <a:pt x="9340" y="1514"/>
                  </a:lnTo>
                  <a:lnTo>
                    <a:pt x="6807" y="12100"/>
                  </a:lnTo>
                  <a:lnTo>
                    <a:pt x="109" y="10693"/>
                  </a:lnTo>
                  <a:lnTo>
                    <a:pt x="2638" y="102"/>
                  </a:lnTo>
                  <a:close/>
                  <a:moveTo>
                    <a:pt x="2598" y="1"/>
                  </a:moveTo>
                  <a:cubicBezTo>
                    <a:pt x="2577" y="1"/>
                    <a:pt x="2559" y="19"/>
                    <a:pt x="2555" y="40"/>
                  </a:cubicBezTo>
                  <a:lnTo>
                    <a:pt x="5" y="10719"/>
                  </a:lnTo>
                  <a:cubicBezTo>
                    <a:pt x="0" y="10735"/>
                    <a:pt x="0" y="10745"/>
                    <a:pt x="11" y="10761"/>
                  </a:cubicBezTo>
                  <a:cubicBezTo>
                    <a:pt x="16" y="10771"/>
                    <a:pt x="26" y="10776"/>
                    <a:pt x="42" y="10781"/>
                  </a:cubicBezTo>
                  <a:lnTo>
                    <a:pt x="6832" y="12209"/>
                  </a:lnTo>
                  <a:lnTo>
                    <a:pt x="6843" y="12209"/>
                  </a:lnTo>
                  <a:cubicBezTo>
                    <a:pt x="6864" y="12209"/>
                    <a:pt x="6884" y="12193"/>
                    <a:pt x="6890" y="12173"/>
                  </a:cubicBezTo>
                  <a:lnTo>
                    <a:pt x="9439" y="1488"/>
                  </a:lnTo>
                  <a:cubicBezTo>
                    <a:pt x="9444" y="1473"/>
                    <a:pt x="9444" y="1462"/>
                    <a:pt x="9434" y="1452"/>
                  </a:cubicBezTo>
                  <a:cubicBezTo>
                    <a:pt x="9428" y="1436"/>
                    <a:pt x="9418" y="1431"/>
                    <a:pt x="9402" y="1431"/>
                  </a:cubicBezTo>
                  <a:lnTo>
                    <a:pt x="2612" y="3"/>
                  </a:lnTo>
                  <a:cubicBezTo>
                    <a:pt x="2607" y="2"/>
                    <a:pt x="2602" y="1"/>
                    <a:pt x="2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66"/>
            <p:cNvSpPr/>
            <p:nvPr/>
          </p:nvSpPr>
          <p:spPr>
            <a:xfrm>
              <a:off x="4839375" y="1360150"/>
              <a:ext cx="258425" cy="205600"/>
            </a:xfrm>
            <a:custGeom>
              <a:avLst/>
              <a:gdLst/>
              <a:ahLst/>
              <a:cxnLst/>
              <a:rect l="l" t="t" r="r" b="b"/>
              <a:pathLst>
                <a:path w="10337" h="8224" extrusionOk="0">
                  <a:moveTo>
                    <a:pt x="1485" y="0"/>
                  </a:moveTo>
                  <a:lnTo>
                    <a:pt x="0" y="5633"/>
                  </a:lnTo>
                  <a:lnTo>
                    <a:pt x="8847" y="8224"/>
                  </a:lnTo>
                  <a:lnTo>
                    <a:pt x="10337" y="2591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66"/>
            <p:cNvSpPr/>
            <p:nvPr/>
          </p:nvSpPr>
          <p:spPr>
            <a:xfrm>
              <a:off x="4837950" y="1358850"/>
              <a:ext cx="261025" cy="208200"/>
            </a:xfrm>
            <a:custGeom>
              <a:avLst/>
              <a:gdLst/>
              <a:ahLst/>
              <a:cxnLst/>
              <a:rect l="l" t="t" r="r" b="b"/>
              <a:pathLst>
                <a:path w="10441" h="8328" extrusionOk="0">
                  <a:moveTo>
                    <a:pt x="1578" y="109"/>
                  </a:moveTo>
                  <a:lnTo>
                    <a:pt x="10332" y="2674"/>
                  </a:lnTo>
                  <a:lnTo>
                    <a:pt x="8873" y="8219"/>
                  </a:lnTo>
                  <a:lnTo>
                    <a:pt x="114" y="5649"/>
                  </a:lnTo>
                  <a:lnTo>
                    <a:pt x="1578" y="109"/>
                  </a:lnTo>
                  <a:close/>
                  <a:moveTo>
                    <a:pt x="1558" y="0"/>
                  </a:moveTo>
                  <a:cubicBezTo>
                    <a:pt x="1542" y="0"/>
                    <a:pt x="1532" y="0"/>
                    <a:pt x="1516" y="6"/>
                  </a:cubicBezTo>
                  <a:cubicBezTo>
                    <a:pt x="1506" y="11"/>
                    <a:pt x="1500" y="21"/>
                    <a:pt x="1495" y="37"/>
                  </a:cubicBezTo>
                  <a:lnTo>
                    <a:pt x="10" y="5670"/>
                  </a:lnTo>
                  <a:cubicBezTo>
                    <a:pt x="0" y="5696"/>
                    <a:pt x="16" y="5722"/>
                    <a:pt x="42" y="5732"/>
                  </a:cubicBezTo>
                  <a:lnTo>
                    <a:pt x="8893" y="8328"/>
                  </a:lnTo>
                  <a:lnTo>
                    <a:pt x="8904" y="8328"/>
                  </a:lnTo>
                  <a:cubicBezTo>
                    <a:pt x="8914" y="8328"/>
                    <a:pt x="8919" y="8323"/>
                    <a:pt x="8925" y="8317"/>
                  </a:cubicBezTo>
                  <a:cubicBezTo>
                    <a:pt x="8935" y="8312"/>
                    <a:pt x="8945" y="8302"/>
                    <a:pt x="8951" y="8291"/>
                  </a:cubicBezTo>
                  <a:lnTo>
                    <a:pt x="10435" y="2653"/>
                  </a:lnTo>
                  <a:cubicBezTo>
                    <a:pt x="10441" y="2627"/>
                    <a:pt x="10430" y="2601"/>
                    <a:pt x="10404" y="2596"/>
                  </a:cubicBezTo>
                  <a:lnTo>
                    <a:pt x="15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66"/>
            <p:cNvSpPr/>
            <p:nvPr/>
          </p:nvSpPr>
          <p:spPr>
            <a:xfrm>
              <a:off x="4776800" y="1414150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" y="0"/>
                  </a:moveTo>
                  <a:lnTo>
                    <a:pt x="1" y="11494"/>
                  </a:lnTo>
                  <a:lnTo>
                    <a:pt x="13598" y="11494"/>
                  </a:lnTo>
                  <a:lnTo>
                    <a:pt x="13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66"/>
            <p:cNvSpPr/>
            <p:nvPr/>
          </p:nvSpPr>
          <p:spPr>
            <a:xfrm>
              <a:off x="4776800" y="1414150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3598" y="11494"/>
                  </a:moveTo>
                  <a:lnTo>
                    <a:pt x="1" y="11494"/>
                  </a:lnTo>
                  <a:lnTo>
                    <a:pt x="1" y="0"/>
                  </a:lnTo>
                  <a:lnTo>
                    <a:pt x="1359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66"/>
            <p:cNvSpPr/>
            <p:nvPr/>
          </p:nvSpPr>
          <p:spPr>
            <a:xfrm>
              <a:off x="4775650" y="1412975"/>
              <a:ext cx="342400" cy="289850"/>
            </a:xfrm>
            <a:custGeom>
              <a:avLst/>
              <a:gdLst/>
              <a:ahLst/>
              <a:cxnLst/>
              <a:rect l="l" t="t" r="r" b="b"/>
              <a:pathLst>
                <a:path w="13696" h="11594" extrusionOk="0">
                  <a:moveTo>
                    <a:pt x="13597" y="99"/>
                  </a:moveTo>
                  <a:lnTo>
                    <a:pt x="13597" y="11495"/>
                  </a:lnTo>
                  <a:lnTo>
                    <a:pt x="99" y="11495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11541"/>
                  </a:lnTo>
                  <a:cubicBezTo>
                    <a:pt x="0" y="11567"/>
                    <a:pt x="21" y="11593"/>
                    <a:pt x="47" y="11593"/>
                  </a:cubicBezTo>
                  <a:lnTo>
                    <a:pt x="13644" y="11593"/>
                  </a:lnTo>
                  <a:cubicBezTo>
                    <a:pt x="13675" y="11593"/>
                    <a:pt x="13696" y="11567"/>
                    <a:pt x="13696" y="11541"/>
                  </a:cubicBezTo>
                  <a:lnTo>
                    <a:pt x="13696" y="47"/>
                  </a:lnTo>
                  <a:cubicBezTo>
                    <a:pt x="13696" y="21"/>
                    <a:pt x="13675" y="0"/>
                    <a:pt x="13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66"/>
            <p:cNvSpPr/>
            <p:nvPr/>
          </p:nvSpPr>
          <p:spPr>
            <a:xfrm>
              <a:off x="4728000" y="1414150"/>
              <a:ext cx="48825" cy="287375"/>
            </a:xfrm>
            <a:custGeom>
              <a:avLst/>
              <a:gdLst/>
              <a:ahLst/>
              <a:cxnLst/>
              <a:rect l="l" t="t" r="r" b="b"/>
              <a:pathLst>
                <a:path w="1953" h="11495" extrusionOk="0">
                  <a:moveTo>
                    <a:pt x="1953" y="0"/>
                  </a:moveTo>
                  <a:lnTo>
                    <a:pt x="1" y="88"/>
                  </a:lnTo>
                  <a:lnTo>
                    <a:pt x="1" y="10908"/>
                  </a:lnTo>
                  <a:lnTo>
                    <a:pt x="1953" y="1149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66"/>
            <p:cNvSpPr/>
            <p:nvPr/>
          </p:nvSpPr>
          <p:spPr>
            <a:xfrm>
              <a:off x="4726850" y="1412975"/>
              <a:ext cx="51275" cy="289850"/>
            </a:xfrm>
            <a:custGeom>
              <a:avLst/>
              <a:gdLst/>
              <a:ahLst/>
              <a:cxnLst/>
              <a:rect l="l" t="t" r="r" b="b"/>
              <a:pathLst>
                <a:path w="2051" h="11594" extrusionOk="0">
                  <a:moveTo>
                    <a:pt x="1952" y="99"/>
                  </a:moveTo>
                  <a:lnTo>
                    <a:pt x="1952" y="11479"/>
                  </a:lnTo>
                  <a:lnTo>
                    <a:pt x="99" y="10918"/>
                  </a:lnTo>
                  <a:lnTo>
                    <a:pt x="99" y="187"/>
                  </a:lnTo>
                  <a:lnTo>
                    <a:pt x="1952" y="99"/>
                  </a:lnTo>
                  <a:close/>
                  <a:moveTo>
                    <a:pt x="1999" y="0"/>
                  </a:moveTo>
                  <a:lnTo>
                    <a:pt x="47" y="89"/>
                  </a:lnTo>
                  <a:cubicBezTo>
                    <a:pt x="21" y="89"/>
                    <a:pt x="0" y="109"/>
                    <a:pt x="0" y="135"/>
                  </a:cubicBezTo>
                  <a:lnTo>
                    <a:pt x="0" y="10955"/>
                  </a:lnTo>
                  <a:cubicBezTo>
                    <a:pt x="0" y="10975"/>
                    <a:pt x="10" y="10996"/>
                    <a:pt x="31" y="11001"/>
                  </a:cubicBezTo>
                  <a:lnTo>
                    <a:pt x="1988" y="11593"/>
                  </a:lnTo>
                  <a:lnTo>
                    <a:pt x="1999" y="11593"/>
                  </a:lnTo>
                  <a:cubicBezTo>
                    <a:pt x="2030" y="11593"/>
                    <a:pt x="2051" y="11567"/>
                    <a:pt x="2051" y="11541"/>
                  </a:cubicBezTo>
                  <a:lnTo>
                    <a:pt x="2051" y="47"/>
                  </a:lnTo>
                  <a:cubicBezTo>
                    <a:pt x="2051" y="21"/>
                    <a:pt x="2025" y="0"/>
                    <a:pt x="1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66"/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66"/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66"/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66"/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66"/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66"/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66"/>
            <p:cNvSpPr/>
            <p:nvPr/>
          </p:nvSpPr>
          <p:spPr>
            <a:xfrm>
              <a:off x="4914250" y="1443475"/>
              <a:ext cx="88550" cy="25200"/>
            </a:xfrm>
            <a:custGeom>
              <a:avLst/>
              <a:gdLst/>
              <a:ahLst/>
              <a:cxnLst/>
              <a:rect l="l" t="t" r="r" b="b"/>
              <a:pathLst>
                <a:path w="3542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038" y="1008"/>
                  </a:lnTo>
                  <a:cubicBezTo>
                    <a:pt x="3313" y="1008"/>
                    <a:pt x="3542" y="779"/>
                    <a:pt x="3542" y="504"/>
                  </a:cubicBezTo>
                  <a:cubicBezTo>
                    <a:pt x="3542" y="224"/>
                    <a:pt x="3313" y="0"/>
                    <a:pt x="30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66"/>
            <p:cNvSpPr/>
            <p:nvPr/>
          </p:nvSpPr>
          <p:spPr>
            <a:xfrm>
              <a:off x="4913100" y="1442175"/>
              <a:ext cx="90875" cy="27675"/>
            </a:xfrm>
            <a:custGeom>
              <a:avLst/>
              <a:gdLst/>
              <a:ahLst/>
              <a:cxnLst/>
              <a:rect l="l" t="t" r="r" b="b"/>
              <a:pathLst>
                <a:path w="3635" h="1107" extrusionOk="0">
                  <a:moveTo>
                    <a:pt x="3084" y="99"/>
                  </a:moveTo>
                  <a:cubicBezTo>
                    <a:pt x="3333" y="99"/>
                    <a:pt x="3536" y="307"/>
                    <a:pt x="3536" y="556"/>
                  </a:cubicBezTo>
                  <a:cubicBezTo>
                    <a:pt x="3536" y="805"/>
                    <a:pt x="3333" y="1008"/>
                    <a:pt x="3084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084" y="1106"/>
                  </a:lnTo>
                  <a:cubicBezTo>
                    <a:pt x="3390" y="1106"/>
                    <a:pt x="3634" y="857"/>
                    <a:pt x="3634" y="556"/>
                  </a:cubicBezTo>
                  <a:cubicBezTo>
                    <a:pt x="3634" y="250"/>
                    <a:pt x="3390" y="0"/>
                    <a:pt x="3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2" name="Google Shape;3052;p66"/>
          <p:cNvGrpSpPr/>
          <p:nvPr/>
        </p:nvGrpSpPr>
        <p:grpSpPr>
          <a:xfrm>
            <a:off x="593870" y="4543004"/>
            <a:ext cx="618948" cy="457375"/>
            <a:chOff x="4256075" y="2554975"/>
            <a:chExt cx="2138727" cy="1580425"/>
          </a:xfrm>
        </p:grpSpPr>
        <p:sp>
          <p:nvSpPr>
            <p:cNvPr id="3053" name="Google Shape;3053;p66"/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66"/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66"/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66"/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66"/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66"/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66"/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66"/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66"/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66"/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66"/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66"/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66"/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66"/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7" name="Google Shape;3067;p66"/>
          <p:cNvSpPr/>
          <p:nvPr/>
        </p:nvSpPr>
        <p:spPr>
          <a:xfrm rot="-4511497" flipH="1">
            <a:off x="538982" y="43447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8" name="Google Shape;3068;p66"/>
          <p:cNvSpPr/>
          <p:nvPr/>
        </p:nvSpPr>
        <p:spPr>
          <a:xfrm flipH="1">
            <a:off x="960888" y="20402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66"/>
          <p:cNvSpPr/>
          <p:nvPr/>
        </p:nvSpPr>
        <p:spPr>
          <a:xfrm flipH="1">
            <a:off x="809188" y="569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66"/>
          <p:cNvSpPr/>
          <p:nvPr/>
        </p:nvSpPr>
        <p:spPr>
          <a:xfrm rot="-4514075" flipH="1">
            <a:off x="294014" y="282557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66"/>
          <p:cNvSpPr/>
          <p:nvPr/>
        </p:nvSpPr>
        <p:spPr>
          <a:xfrm flipH="1">
            <a:off x="370688" y="1511263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66"/>
          <p:cNvSpPr/>
          <p:nvPr/>
        </p:nvSpPr>
        <p:spPr>
          <a:xfrm rot="-4514075" flipH="1">
            <a:off x="491689" y="1092232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3" name="Google Shape;3073;p66"/>
          <p:cNvSpPr/>
          <p:nvPr/>
        </p:nvSpPr>
        <p:spPr>
          <a:xfrm flipH="1">
            <a:off x="294063" y="185877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4" name="Google Shape;3074;p66"/>
          <p:cNvSpPr/>
          <p:nvPr/>
        </p:nvSpPr>
        <p:spPr>
          <a:xfrm flipH="1">
            <a:off x="593863" y="813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66"/>
          <p:cNvSpPr/>
          <p:nvPr/>
        </p:nvSpPr>
        <p:spPr>
          <a:xfrm rot="-4511497" flipH="1">
            <a:off x="176332" y="98772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6" name="Google Shape;3076;p66"/>
          <p:cNvGrpSpPr/>
          <p:nvPr/>
        </p:nvGrpSpPr>
        <p:grpSpPr>
          <a:xfrm>
            <a:off x="8090775" y="2649850"/>
            <a:ext cx="758675" cy="1431862"/>
            <a:chOff x="401225" y="3201250"/>
            <a:chExt cx="758675" cy="1431862"/>
          </a:xfrm>
        </p:grpSpPr>
        <p:sp>
          <p:nvSpPr>
            <p:cNvPr id="3077" name="Google Shape;3077;p66"/>
            <p:cNvSpPr/>
            <p:nvPr/>
          </p:nvSpPr>
          <p:spPr>
            <a:xfrm flipH="1">
              <a:off x="401225" y="4207625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6"/>
            <p:cNvSpPr/>
            <p:nvPr/>
          </p:nvSpPr>
          <p:spPr>
            <a:xfrm flipH="1">
              <a:off x="688100" y="39037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6"/>
            <p:cNvSpPr/>
            <p:nvPr/>
          </p:nvSpPr>
          <p:spPr>
            <a:xfrm rot="-4514075" flipH="1">
              <a:off x="594327" y="45886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6"/>
            <p:cNvSpPr/>
            <p:nvPr/>
          </p:nvSpPr>
          <p:spPr>
            <a:xfrm flipH="1">
              <a:off x="701600" y="36113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6"/>
            <p:cNvSpPr/>
            <p:nvPr/>
          </p:nvSpPr>
          <p:spPr>
            <a:xfrm flipH="1">
              <a:off x="1132900" y="39826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6"/>
            <p:cNvSpPr/>
            <p:nvPr/>
          </p:nvSpPr>
          <p:spPr>
            <a:xfrm flipH="1">
              <a:off x="902463" y="3409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66"/>
            <p:cNvSpPr/>
            <p:nvPr/>
          </p:nvSpPr>
          <p:spPr>
            <a:xfrm rot="-4514075" flipH="1">
              <a:off x="493152" y="33350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66"/>
            <p:cNvSpPr/>
            <p:nvPr/>
          </p:nvSpPr>
          <p:spPr>
            <a:xfrm flipH="1">
              <a:off x="1042975" y="384082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66"/>
            <p:cNvSpPr/>
            <p:nvPr/>
          </p:nvSpPr>
          <p:spPr>
            <a:xfrm flipH="1">
              <a:off x="638613" y="3201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9403;p95">
            <a:extLst>
              <a:ext uri="{FF2B5EF4-FFF2-40B4-BE49-F238E27FC236}">
                <a16:creationId xmlns:a16="http://schemas.microsoft.com/office/drawing/2014/main" id="{BBA642AB-3768-7595-28A6-FD30097C5426}"/>
              </a:ext>
            </a:extLst>
          </p:cNvPr>
          <p:cNvGrpSpPr/>
          <p:nvPr/>
        </p:nvGrpSpPr>
        <p:grpSpPr>
          <a:xfrm flipH="1">
            <a:off x="1212717" y="2888849"/>
            <a:ext cx="1438629" cy="2005849"/>
            <a:chOff x="572677" y="714325"/>
            <a:chExt cx="1167813" cy="1628256"/>
          </a:xfrm>
        </p:grpSpPr>
        <p:sp>
          <p:nvSpPr>
            <p:cNvPr id="3" name="Google Shape;9404;p95">
              <a:extLst>
                <a:ext uri="{FF2B5EF4-FFF2-40B4-BE49-F238E27FC236}">
                  <a16:creationId xmlns:a16="http://schemas.microsoft.com/office/drawing/2014/main" id="{571D222F-8B09-CFA9-03FA-6FC67BBF34F5}"/>
                </a:ext>
              </a:extLst>
            </p:cNvPr>
            <p:cNvSpPr/>
            <p:nvPr/>
          </p:nvSpPr>
          <p:spPr>
            <a:xfrm>
              <a:off x="572677" y="730248"/>
              <a:ext cx="1101991" cy="1612333"/>
            </a:xfrm>
            <a:custGeom>
              <a:avLst/>
              <a:gdLst/>
              <a:ahLst/>
              <a:cxnLst/>
              <a:rect l="l" t="t" r="r" b="b"/>
              <a:pathLst>
                <a:path w="23841" h="34882" extrusionOk="0">
                  <a:moveTo>
                    <a:pt x="6582" y="3958"/>
                  </a:moveTo>
                  <a:cubicBezTo>
                    <a:pt x="6695" y="3958"/>
                    <a:pt x="6787" y="3996"/>
                    <a:pt x="6833" y="4073"/>
                  </a:cubicBezTo>
                  <a:cubicBezTo>
                    <a:pt x="6928" y="4236"/>
                    <a:pt x="6784" y="4507"/>
                    <a:pt x="6512" y="4679"/>
                  </a:cubicBezTo>
                  <a:cubicBezTo>
                    <a:pt x="6370" y="4769"/>
                    <a:pt x="6222" y="4815"/>
                    <a:pt x="6098" y="4815"/>
                  </a:cubicBezTo>
                  <a:cubicBezTo>
                    <a:pt x="5984" y="4815"/>
                    <a:pt x="5892" y="4776"/>
                    <a:pt x="5847" y="4698"/>
                  </a:cubicBezTo>
                  <a:cubicBezTo>
                    <a:pt x="5751" y="4537"/>
                    <a:pt x="5896" y="4266"/>
                    <a:pt x="6168" y="4093"/>
                  </a:cubicBezTo>
                  <a:cubicBezTo>
                    <a:pt x="6310" y="4003"/>
                    <a:pt x="6459" y="3958"/>
                    <a:pt x="6582" y="3958"/>
                  </a:cubicBezTo>
                  <a:close/>
                  <a:moveTo>
                    <a:pt x="19444" y="11266"/>
                  </a:moveTo>
                  <a:cubicBezTo>
                    <a:pt x="19618" y="11266"/>
                    <a:pt x="19838" y="11289"/>
                    <a:pt x="20066" y="11335"/>
                  </a:cubicBezTo>
                  <a:cubicBezTo>
                    <a:pt x="20527" y="11428"/>
                    <a:pt x="20844" y="11582"/>
                    <a:pt x="20773" y="11677"/>
                  </a:cubicBezTo>
                  <a:cubicBezTo>
                    <a:pt x="20738" y="11725"/>
                    <a:pt x="20610" y="11749"/>
                    <a:pt x="20432" y="11749"/>
                  </a:cubicBezTo>
                  <a:cubicBezTo>
                    <a:pt x="20258" y="11749"/>
                    <a:pt x="20038" y="11726"/>
                    <a:pt x="19810" y="11680"/>
                  </a:cubicBezTo>
                  <a:cubicBezTo>
                    <a:pt x="19349" y="11587"/>
                    <a:pt x="19032" y="11434"/>
                    <a:pt x="19103" y="11339"/>
                  </a:cubicBezTo>
                  <a:cubicBezTo>
                    <a:pt x="19139" y="11291"/>
                    <a:pt x="19267" y="11266"/>
                    <a:pt x="19444" y="11266"/>
                  </a:cubicBezTo>
                  <a:close/>
                  <a:moveTo>
                    <a:pt x="20764" y="11858"/>
                  </a:moveTo>
                  <a:cubicBezTo>
                    <a:pt x="20780" y="11858"/>
                    <a:pt x="20795" y="11858"/>
                    <a:pt x="20811" y="11859"/>
                  </a:cubicBezTo>
                  <a:cubicBezTo>
                    <a:pt x="21052" y="11865"/>
                    <a:pt x="21243" y="11930"/>
                    <a:pt x="21236" y="12002"/>
                  </a:cubicBezTo>
                  <a:cubicBezTo>
                    <a:pt x="21229" y="12070"/>
                    <a:pt x="21050" y="12120"/>
                    <a:pt x="20828" y="12120"/>
                  </a:cubicBezTo>
                  <a:cubicBezTo>
                    <a:pt x="20814" y="12120"/>
                    <a:pt x="20801" y="12120"/>
                    <a:pt x="20787" y="12120"/>
                  </a:cubicBezTo>
                  <a:cubicBezTo>
                    <a:pt x="20546" y="12112"/>
                    <a:pt x="20355" y="12048"/>
                    <a:pt x="20362" y="11976"/>
                  </a:cubicBezTo>
                  <a:cubicBezTo>
                    <a:pt x="20369" y="11908"/>
                    <a:pt x="20545" y="11858"/>
                    <a:pt x="20764" y="11858"/>
                  </a:cubicBezTo>
                  <a:close/>
                  <a:moveTo>
                    <a:pt x="16946" y="12382"/>
                  </a:moveTo>
                  <a:cubicBezTo>
                    <a:pt x="17095" y="12382"/>
                    <a:pt x="17266" y="12470"/>
                    <a:pt x="17351" y="12596"/>
                  </a:cubicBezTo>
                  <a:cubicBezTo>
                    <a:pt x="17446" y="12739"/>
                    <a:pt x="17395" y="12878"/>
                    <a:pt x="17236" y="12906"/>
                  </a:cubicBezTo>
                  <a:cubicBezTo>
                    <a:pt x="17217" y="12909"/>
                    <a:pt x="17197" y="12911"/>
                    <a:pt x="17177" y="12911"/>
                  </a:cubicBezTo>
                  <a:cubicBezTo>
                    <a:pt x="17028" y="12911"/>
                    <a:pt x="16858" y="12824"/>
                    <a:pt x="16774" y="12698"/>
                  </a:cubicBezTo>
                  <a:cubicBezTo>
                    <a:pt x="16677" y="12554"/>
                    <a:pt x="16728" y="12415"/>
                    <a:pt x="16887" y="12387"/>
                  </a:cubicBezTo>
                  <a:cubicBezTo>
                    <a:pt x="16906" y="12384"/>
                    <a:pt x="16926" y="12382"/>
                    <a:pt x="16946" y="12382"/>
                  </a:cubicBezTo>
                  <a:close/>
                  <a:moveTo>
                    <a:pt x="4022" y="12030"/>
                  </a:moveTo>
                  <a:cubicBezTo>
                    <a:pt x="4122" y="12030"/>
                    <a:pt x="4200" y="12058"/>
                    <a:pt x="4243" y="12118"/>
                  </a:cubicBezTo>
                  <a:cubicBezTo>
                    <a:pt x="4387" y="12317"/>
                    <a:pt x="4112" y="12783"/>
                    <a:pt x="3628" y="13159"/>
                  </a:cubicBezTo>
                  <a:cubicBezTo>
                    <a:pt x="3293" y="13421"/>
                    <a:pt x="2945" y="13570"/>
                    <a:pt x="2715" y="13570"/>
                  </a:cubicBezTo>
                  <a:cubicBezTo>
                    <a:pt x="2615" y="13570"/>
                    <a:pt x="2537" y="13541"/>
                    <a:pt x="2493" y="13481"/>
                  </a:cubicBezTo>
                  <a:cubicBezTo>
                    <a:pt x="2350" y="13283"/>
                    <a:pt x="2626" y="12816"/>
                    <a:pt x="3109" y="12440"/>
                  </a:cubicBezTo>
                  <a:cubicBezTo>
                    <a:pt x="3444" y="12179"/>
                    <a:pt x="3793" y="12030"/>
                    <a:pt x="4022" y="12030"/>
                  </a:cubicBezTo>
                  <a:close/>
                  <a:moveTo>
                    <a:pt x="2837" y="13868"/>
                  </a:moveTo>
                  <a:cubicBezTo>
                    <a:pt x="3002" y="13868"/>
                    <a:pt x="3132" y="13929"/>
                    <a:pt x="3168" y="14039"/>
                  </a:cubicBezTo>
                  <a:cubicBezTo>
                    <a:pt x="3222" y="14205"/>
                    <a:pt x="3039" y="14420"/>
                    <a:pt x="2760" y="14519"/>
                  </a:cubicBezTo>
                  <a:cubicBezTo>
                    <a:pt x="2665" y="14553"/>
                    <a:pt x="2571" y="14570"/>
                    <a:pt x="2487" y="14570"/>
                  </a:cubicBezTo>
                  <a:cubicBezTo>
                    <a:pt x="2323" y="14570"/>
                    <a:pt x="2194" y="14509"/>
                    <a:pt x="2157" y="14400"/>
                  </a:cubicBezTo>
                  <a:cubicBezTo>
                    <a:pt x="2104" y="14233"/>
                    <a:pt x="2285" y="14018"/>
                    <a:pt x="2564" y="13918"/>
                  </a:cubicBezTo>
                  <a:cubicBezTo>
                    <a:pt x="2659" y="13884"/>
                    <a:pt x="2753" y="13868"/>
                    <a:pt x="2837" y="13868"/>
                  </a:cubicBezTo>
                  <a:close/>
                  <a:moveTo>
                    <a:pt x="7506" y="13809"/>
                  </a:moveTo>
                  <a:cubicBezTo>
                    <a:pt x="7509" y="13809"/>
                    <a:pt x="7513" y="13809"/>
                    <a:pt x="7517" y="13809"/>
                  </a:cubicBezTo>
                  <a:cubicBezTo>
                    <a:pt x="7722" y="13820"/>
                    <a:pt x="7871" y="14127"/>
                    <a:pt x="7849" y="14495"/>
                  </a:cubicBezTo>
                  <a:cubicBezTo>
                    <a:pt x="7828" y="14854"/>
                    <a:pt x="7650" y="15139"/>
                    <a:pt x="7449" y="15139"/>
                  </a:cubicBezTo>
                  <a:cubicBezTo>
                    <a:pt x="7445" y="15139"/>
                    <a:pt x="7441" y="15139"/>
                    <a:pt x="7438" y="15139"/>
                  </a:cubicBezTo>
                  <a:cubicBezTo>
                    <a:pt x="7233" y="15128"/>
                    <a:pt x="7084" y="14821"/>
                    <a:pt x="7106" y="14454"/>
                  </a:cubicBezTo>
                  <a:cubicBezTo>
                    <a:pt x="7127" y="14094"/>
                    <a:pt x="7305" y="13809"/>
                    <a:pt x="7506" y="13809"/>
                  </a:cubicBezTo>
                  <a:close/>
                  <a:moveTo>
                    <a:pt x="13677" y="20669"/>
                  </a:moveTo>
                  <a:cubicBezTo>
                    <a:pt x="13705" y="20966"/>
                    <a:pt x="13737" y="21262"/>
                    <a:pt x="13774" y="21558"/>
                  </a:cubicBezTo>
                  <a:cubicBezTo>
                    <a:pt x="13662" y="21553"/>
                    <a:pt x="13550" y="21550"/>
                    <a:pt x="13435" y="21547"/>
                  </a:cubicBezTo>
                  <a:cubicBezTo>
                    <a:pt x="13439" y="21358"/>
                    <a:pt x="13443" y="21169"/>
                    <a:pt x="13446" y="20979"/>
                  </a:cubicBezTo>
                  <a:cubicBezTo>
                    <a:pt x="13521" y="20875"/>
                    <a:pt x="13598" y="20771"/>
                    <a:pt x="13677" y="20669"/>
                  </a:cubicBezTo>
                  <a:close/>
                  <a:moveTo>
                    <a:pt x="12707" y="14919"/>
                  </a:moveTo>
                  <a:cubicBezTo>
                    <a:pt x="12797" y="16581"/>
                    <a:pt x="12831" y="18247"/>
                    <a:pt x="12797" y="19911"/>
                  </a:cubicBezTo>
                  <a:cubicBezTo>
                    <a:pt x="12791" y="20253"/>
                    <a:pt x="12779" y="20597"/>
                    <a:pt x="12767" y="20941"/>
                  </a:cubicBezTo>
                  <a:cubicBezTo>
                    <a:pt x="12623" y="21137"/>
                    <a:pt x="12483" y="21337"/>
                    <a:pt x="12347" y="21540"/>
                  </a:cubicBezTo>
                  <a:cubicBezTo>
                    <a:pt x="11980" y="21542"/>
                    <a:pt x="11621" y="21552"/>
                    <a:pt x="11278" y="21567"/>
                  </a:cubicBezTo>
                  <a:cubicBezTo>
                    <a:pt x="11273" y="21534"/>
                    <a:pt x="11268" y="21502"/>
                    <a:pt x="11264" y="21469"/>
                  </a:cubicBezTo>
                  <a:cubicBezTo>
                    <a:pt x="11319" y="21103"/>
                    <a:pt x="11378" y="20737"/>
                    <a:pt x="11440" y="20372"/>
                  </a:cubicBezTo>
                  <a:cubicBezTo>
                    <a:pt x="11736" y="18657"/>
                    <a:pt x="12125" y="16956"/>
                    <a:pt x="12599" y="15280"/>
                  </a:cubicBezTo>
                  <a:lnTo>
                    <a:pt x="12707" y="14919"/>
                  </a:lnTo>
                  <a:close/>
                  <a:moveTo>
                    <a:pt x="6567" y="1"/>
                  </a:moveTo>
                  <a:cubicBezTo>
                    <a:pt x="4859" y="278"/>
                    <a:pt x="2947" y="1077"/>
                    <a:pt x="963" y="2667"/>
                  </a:cubicBezTo>
                  <a:cubicBezTo>
                    <a:pt x="963" y="2667"/>
                    <a:pt x="1846" y="2777"/>
                    <a:pt x="2175" y="3173"/>
                  </a:cubicBezTo>
                  <a:cubicBezTo>
                    <a:pt x="2505" y="3571"/>
                    <a:pt x="5413" y="7319"/>
                    <a:pt x="9384" y="7810"/>
                  </a:cubicBezTo>
                  <a:cubicBezTo>
                    <a:pt x="9672" y="7845"/>
                    <a:pt x="10019" y="7875"/>
                    <a:pt x="10381" y="7875"/>
                  </a:cubicBezTo>
                  <a:cubicBezTo>
                    <a:pt x="10864" y="7875"/>
                    <a:pt x="11375" y="7822"/>
                    <a:pt x="11810" y="7656"/>
                  </a:cubicBezTo>
                  <a:lnTo>
                    <a:pt x="11887" y="8017"/>
                  </a:lnTo>
                  <a:cubicBezTo>
                    <a:pt x="12218" y="9833"/>
                    <a:pt x="12476" y="11664"/>
                    <a:pt x="12616" y="13507"/>
                  </a:cubicBezTo>
                  <a:lnTo>
                    <a:pt x="12484" y="13867"/>
                  </a:lnTo>
                  <a:lnTo>
                    <a:pt x="12080" y="15126"/>
                  </a:lnTo>
                  <a:cubicBezTo>
                    <a:pt x="11623" y="16615"/>
                    <a:pt x="11237" y="18126"/>
                    <a:pt x="10917" y="19651"/>
                  </a:cubicBezTo>
                  <a:cubicBezTo>
                    <a:pt x="10829" y="19271"/>
                    <a:pt x="10730" y="18892"/>
                    <a:pt x="10623" y="18518"/>
                  </a:cubicBezTo>
                  <a:cubicBezTo>
                    <a:pt x="10469" y="17934"/>
                    <a:pt x="10251" y="17372"/>
                    <a:pt x="10054" y="16803"/>
                  </a:cubicBezTo>
                  <a:lnTo>
                    <a:pt x="9701" y="15970"/>
                  </a:lnTo>
                  <a:cubicBezTo>
                    <a:pt x="9644" y="15839"/>
                    <a:pt x="9591" y="15705"/>
                    <a:pt x="9529" y="15575"/>
                  </a:cubicBezTo>
                  <a:cubicBezTo>
                    <a:pt x="9558" y="15542"/>
                    <a:pt x="9589" y="15511"/>
                    <a:pt x="9617" y="15477"/>
                  </a:cubicBezTo>
                  <a:cubicBezTo>
                    <a:pt x="10376" y="14600"/>
                    <a:pt x="11578" y="12936"/>
                    <a:pt x="10721" y="11769"/>
                  </a:cubicBezTo>
                  <a:cubicBezTo>
                    <a:pt x="10453" y="11403"/>
                    <a:pt x="10033" y="11192"/>
                    <a:pt x="9594" y="11086"/>
                  </a:cubicBezTo>
                  <a:cubicBezTo>
                    <a:pt x="9520" y="11068"/>
                    <a:pt x="9446" y="11053"/>
                    <a:pt x="9372" y="11041"/>
                  </a:cubicBezTo>
                  <a:cubicBezTo>
                    <a:pt x="8869" y="10959"/>
                    <a:pt x="8337" y="11042"/>
                    <a:pt x="7842" y="10943"/>
                  </a:cubicBezTo>
                  <a:cubicBezTo>
                    <a:pt x="7897" y="10537"/>
                    <a:pt x="8208" y="10174"/>
                    <a:pt x="8230" y="9723"/>
                  </a:cubicBezTo>
                  <a:cubicBezTo>
                    <a:pt x="8260" y="9064"/>
                    <a:pt x="7765" y="8839"/>
                    <a:pt x="7213" y="8839"/>
                  </a:cubicBezTo>
                  <a:cubicBezTo>
                    <a:pt x="7169" y="8839"/>
                    <a:pt x="7123" y="8841"/>
                    <a:pt x="7078" y="8844"/>
                  </a:cubicBezTo>
                  <a:cubicBezTo>
                    <a:pt x="4475" y="9008"/>
                    <a:pt x="1" y="12377"/>
                    <a:pt x="350" y="19902"/>
                  </a:cubicBezTo>
                  <a:cubicBezTo>
                    <a:pt x="350" y="19902"/>
                    <a:pt x="968" y="19188"/>
                    <a:pt x="1491" y="19130"/>
                  </a:cubicBezTo>
                  <a:cubicBezTo>
                    <a:pt x="1980" y="19074"/>
                    <a:pt x="6205" y="18736"/>
                    <a:pt x="9025" y="16090"/>
                  </a:cubicBezTo>
                  <a:cubicBezTo>
                    <a:pt x="9136" y="16115"/>
                    <a:pt x="9172" y="16123"/>
                    <a:pt x="9283" y="16146"/>
                  </a:cubicBezTo>
                  <a:lnTo>
                    <a:pt x="9601" y="16970"/>
                  </a:lnTo>
                  <a:cubicBezTo>
                    <a:pt x="9774" y="17532"/>
                    <a:pt x="9970" y="18086"/>
                    <a:pt x="10100" y="18660"/>
                  </a:cubicBezTo>
                  <a:cubicBezTo>
                    <a:pt x="10321" y="19534"/>
                    <a:pt x="10492" y="20423"/>
                    <a:pt x="10602" y="21317"/>
                  </a:cubicBezTo>
                  <a:cubicBezTo>
                    <a:pt x="10504" y="21437"/>
                    <a:pt x="10450" y="21502"/>
                    <a:pt x="10353" y="21620"/>
                  </a:cubicBezTo>
                  <a:cubicBezTo>
                    <a:pt x="8595" y="21754"/>
                    <a:pt x="7382" y="22035"/>
                    <a:pt x="7382" y="22361"/>
                  </a:cubicBezTo>
                  <a:lnTo>
                    <a:pt x="7247" y="23544"/>
                  </a:lnTo>
                  <a:cubicBezTo>
                    <a:pt x="7247" y="23544"/>
                    <a:pt x="7149" y="23858"/>
                    <a:pt x="7187" y="24078"/>
                  </a:cubicBezTo>
                  <a:lnTo>
                    <a:pt x="6848" y="27053"/>
                  </a:lnTo>
                  <a:lnTo>
                    <a:pt x="6847" y="27053"/>
                  </a:lnTo>
                  <a:cubicBezTo>
                    <a:pt x="6847" y="27053"/>
                    <a:pt x="6848" y="27054"/>
                    <a:pt x="6848" y="27054"/>
                  </a:cubicBezTo>
                  <a:lnTo>
                    <a:pt x="6495" y="30109"/>
                  </a:lnTo>
                  <a:cubicBezTo>
                    <a:pt x="2101" y="31670"/>
                    <a:pt x="3950" y="34306"/>
                    <a:pt x="12787" y="34832"/>
                  </a:cubicBezTo>
                  <a:cubicBezTo>
                    <a:pt x="13347" y="34865"/>
                    <a:pt x="13908" y="34882"/>
                    <a:pt x="14468" y="34882"/>
                  </a:cubicBezTo>
                  <a:cubicBezTo>
                    <a:pt x="15521" y="34882"/>
                    <a:pt x="16574" y="34824"/>
                    <a:pt x="17621" y="34712"/>
                  </a:cubicBezTo>
                  <a:cubicBezTo>
                    <a:pt x="18414" y="34627"/>
                    <a:pt x="19190" y="34418"/>
                    <a:pt x="19909" y="34074"/>
                  </a:cubicBezTo>
                  <a:cubicBezTo>
                    <a:pt x="20499" y="33792"/>
                    <a:pt x="20771" y="33532"/>
                    <a:pt x="20009" y="33304"/>
                  </a:cubicBezTo>
                  <a:cubicBezTo>
                    <a:pt x="20069" y="33237"/>
                    <a:pt x="18924" y="30550"/>
                    <a:pt x="18995" y="30523"/>
                  </a:cubicBezTo>
                  <a:lnTo>
                    <a:pt x="18805" y="30523"/>
                  </a:lnTo>
                  <a:cubicBezTo>
                    <a:pt x="18807" y="30352"/>
                    <a:pt x="18799" y="30179"/>
                    <a:pt x="18779" y="30004"/>
                  </a:cubicBezTo>
                  <a:lnTo>
                    <a:pt x="18460" y="27186"/>
                  </a:lnTo>
                  <a:cubicBezTo>
                    <a:pt x="18518" y="27109"/>
                    <a:pt x="18583" y="27048"/>
                    <a:pt x="18660" y="27018"/>
                  </a:cubicBezTo>
                  <a:lnTo>
                    <a:pt x="18660" y="27018"/>
                  </a:lnTo>
                  <a:lnTo>
                    <a:pt x="18441" y="27019"/>
                  </a:lnTo>
                  <a:lnTo>
                    <a:pt x="18140" y="24380"/>
                  </a:lnTo>
                  <a:cubicBezTo>
                    <a:pt x="18274" y="23990"/>
                    <a:pt x="18415" y="23608"/>
                    <a:pt x="18660" y="23510"/>
                  </a:cubicBezTo>
                  <a:lnTo>
                    <a:pt x="18660" y="23510"/>
                  </a:lnTo>
                  <a:lnTo>
                    <a:pt x="18042" y="23513"/>
                  </a:lnTo>
                  <a:lnTo>
                    <a:pt x="17911" y="22361"/>
                  </a:lnTo>
                  <a:cubicBezTo>
                    <a:pt x="17911" y="22003"/>
                    <a:pt x="16445" y="21699"/>
                    <a:pt x="14401" y="21586"/>
                  </a:cubicBezTo>
                  <a:cubicBezTo>
                    <a:pt x="14318" y="21067"/>
                    <a:pt x="14248" y="20546"/>
                    <a:pt x="14195" y="20024"/>
                  </a:cubicBezTo>
                  <a:cubicBezTo>
                    <a:pt x="14683" y="19458"/>
                    <a:pt x="15222" y="18936"/>
                    <a:pt x="15815" y="18482"/>
                  </a:cubicBezTo>
                  <a:cubicBezTo>
                    <a:pt x="16192" y="18190"/>
                    <a:pt x="16593" y="17928"/>
                    <a:pt x="17013" y="17698"/>
                  </a:cubicBezTo>
                  <a:cubicBezTo>
                    <a:pt x="17014" y="17717"/>
                    <a:pt x="17014" y="17735"/>
                    <a:pt x="17016" y="17754"/>
                  </a:cubicBezTo>
                  <a:cubicBezTo>
                    <a:pt x="17034" y="17938"/>
                    <a:pt x="17113" y="18157"/>
                    <a:pt x="17295" y="18387"/>
                  </a:cubicBezTo>
                  <a:cubicBezTo>
                    <a:pt x="17874" y="19122"/>
                    <a:pt x="18931" y="19383"/>
                    <a:pt x="19501" y="19480"/>
                  </a:cubicBezTo>
                  <a:cubicBezTo>
                    <a:pt x="19732" y="19520"/>
                    <a:pt x="19946" y="19537"/>
                    <a:pt x="20143" y="19537"/>
                  </a:cubicBezTo>
                  <a:cubicBezTo>
                    <a:pt x="21728" y="19537"/>
                    <a:pt x="22272" y="18405"/>
                    <a:pt x="22346" y="18275"/>
                  </a:cubicBezTo>
                  <a:cubicBezTo>
                    <a:pt x="22386" y="18204"/>
                    <a:pt x="22515" y="18186"/>
                    <a:pt x="22638" y="18186"/>
                  </a:cubicBezTo>
                  <a:cubicBezTo>
                    <a:pt x="22768" y="18186"/>
                    <a:pt x="22892" y="18207"/>
                    <a:pt x="22892" y="18207"/>
                  </a:cubicBezTo>
                  <a:cubicBezTo>
                    <a:pt x="22788" y="18131"/>
                    <a:pt x="22686" y="18059"/>
                    <a:pt x="22584" y="17988"/>
                  </a:cubicBezTo>
                  <a:cubicBezTo>
                    <a:pt x="20018" y="16187"/>
                    <a:pt x="18182" y="15590"/>
                    <a:pt x="17099" y="15590"/>
                  </a:cubicBezTo>
                  <a:cubicBezTo>
                    <a:pt x="16481" y="15590"/>
                    <a:pt x="16109" y="15785"/>
                    <a:pt x="15987" y="16061"/>
                  </a:cubicBezTo>
                  <a:cubicBezTo>
                    <a:pt x="15909" y="16241"/>
                    <a:pt x="15968" y="16510"/>
                    <a:pt x="16375" y="16778"/>
                  </a:cubicBezTo>
                  <a:cubicBezTo>
                    <a:pt x="16632" y="16948"/>
                    <a:pt x="16868" y="16989"/>
                    <a:pt x="17103" y="17130"/>
                  </a:cubicBezTo>
                  <a:cubicBezTo>
                    <a:pt x="17105" y="17175"/>
                    <a:pt x="17101" y="17216"/>
                    <a:pt x="17095" y="17255"/>
                  </a:cubicBezTo>
                  <a:cubicBezTo>
                    <a:pt x="16558" y="17502"/>
                    <a:pt x="16044" y="17798"/>
                    <a:pt x="15564" y="18140"/>
                  </a:cubicBezTo>
                  <a:cubicBezTo>
                    <a:pt x="15054" y="18500"/>
                    <a:pt x="14578" y="18906"/>
                    <a:pt x="14135" y="19345"/>
                  </a:cubicBezTo>
                  <a:cubicBezTo>
                    <a:pt x="14125" y="19212"/>
                    <a:pt x="14115" y="19079"/>
                    <a:pt x="14107" y="18947"/>
                  </a:cubicBezTo>
                  <a:cubicBezTo>
                    <a:pt x="14039" y="17587"/>
                    <a:pt x="14071" y="16206"/>
                    <a:pt x="14424" y="14903"/>
                  </a:cubicBezTo>
                  <a:cubicBezTo>
                    <a:pt x="14593" y="14281"/>
                    <a:pt x="14842" y="13679"/>
                    <a:pt x="15207" y="13157"/>
                  </a:cubicBezTo>
                  <a:cubicBezTo>
                    <a:pt x="15342" y="13207"/>
                    <a:pt x="15473" y="13252"/>
                    <a:pt x="15592" y="13292"/>
                  </a:cubicBezTo>
                  <a:cubicBezTo>
                    <a:pt x="17107" y="13793"/>
                    <a:pt x="18903" y="13918"/>
                    <a:pt x="20325" y="13918"/>
                  </a:cubicBezTo>
                  <a:cubicBezTo>
                    <a:pt x="21600" y="13918"/>
                    <a:pt x="22575" y="13818"/>
                    <a:pt x="22776" y="13800"/>
                  </a:cubicBezTo>
                  <a:cubicBezTo>
                    <a:pt x="22811" y="13797"/>
                    <a:pt x="22847" y="13796"/>
                    <a:pt x="22883" y="13796"/>
                  </a:cubicBezTo>
                  <a:cubicBezTo>
                    <a:pt x="23301" y="13796"/>
                    <a:pt x="23841" y="13974"/>
                    <a:pt x="23841" y="13974"/>
                  </a:cubicBezTo>
                  <a:cubicBezTo>
                    <a:pt x="22641" y="11270"/>
                    <a:pt x="19115" y="10331"/>
                    <a:pt x="16893" y="10331"/>
                  </a:cubicBezTo>
                  <a:cubicBezTo>
                    <a:pt x="16631" y="10331"/>
                    <a:pt x="16386" y="10344"/>
                    <a:pt x="16166" y="10368"/>
                  </a:cubicBezTo>
                  <a:cubicBezTo>
                    <a:pt x="15683" y="10422"/>
                    <a:pt x="15269" y="10571"/>
                    <a:pt x="15448" y="10850"/>
                  </a:cubicBezTo>
                  <a:cubicBezTo>
                    <a:pt x="15560" y="11026"/>
                    <a:pt x="15884" y="11134"/>
                    <a:pt x="16015" y="11289"/>
                  </a:cubicBezTo>
                  <a:cubicBezTo>
                    <a:pt x="15645" y="11385"/>
                    <a:pt x="15210" y="11414"/>
                    <a:pt x="14831" y="11505"/>
                  </a:cubicBezTo>
                  <a:cubicBezTo>
                    <a:pt x="14775" y="11518"/>
                    <a:pt x="14720" y="11533"/>
                    <a:pt x="14665" y="11548"/>
                  </a:cubicBezTo>
                  <a:cubicBezTo>
                    <a:pt x="14342" y="11640"/>
                    <a:pt x="14057" y="11773"/>
                    <a:pt x="13925" y="11949"/>
                  </a:cubicBezTo>
                  <a:cubicBezTo>
                    <a:pt x="13620" y="12354"/>
                    <a:pt x="14208" y="12736"/>
                    <a:pt x="14856" y="13016"/>
                  </a:cubicBezTo>
                  <a:cubicBezTo>
                    <a:pt x="14472" y="13554"/>
                    <a:pt x="14206" y="14163"/>
                    <a:pt x="14017" y="14785"/>
                  </a:cubicBezTo>
                  <a:cubicBezTo>
                    <a:pt x="13606" y="16150"/>
                    <a:pt x="13536" y="17572"/>
                    <a:pt x="13566" y="18970"/>
                  </a:cubicBezTo>
                  <a:cubicBezTo>
                    <a:pt x="13575" y="19279"/>
                    <a:pt x="13592" y="19587"/>
                    <a:pt x="13613" y="19895"/>
                  </a:cubicBezTo>
                  <a:cubicBezTo>
                    <a:pt x="13559" y="19954"/>
                    <a:pt x="13508" y="20015"/>
                    <a:pt x="13455" y="20075"/>
                  </a:cubicBezTo>
                  <a:cubicBezTo>
                    <a:pt x="13455" y="20023"/>
                    <a:pt x="13456" y="19970"/>
                    <a:pt x="13456" y="19917"/>
                  </a:cubicBezTo>
                  <a:cubicBezTo>
                    <a:pt x="13457" y="17906"/>
                    <a:pt x="13367" y="15896"/>
                    <a:pt x="13188" y="13895"/>
                  </a:cubicBezTo>
                  <a:cubicBezTo>
                    <a:pt x="13177" y="13763"/>
                    <a:pt x="13164" y="13631"/>
                    <a:pt x="13151" y="13499"/>
                  </a:cubicBezTo>
                  <a:lnTo>
                    <a:pt x="13392" y="12792"/>
                  </a:lnTo>
                  <a:cubicBezTo>
                    <a:pt x="13526" y="12376"/>
                    <a:pt x="13694" y="11975"/>
                    <a:pt x="13852" y="11570"/>
                  </a:cubicBezTo>
                  <a:lnTo>
                    <a:pt x="14091" y="10961"/>
                  </a:lnTo>
                  <a:lnTo>
                    <a:pt x="14211" y="10658"/>
                  </a:lnTo>
                  <a:lnTo>
                    <a:pt x="14347" y="10361"/>
                  </a:lnTo>
                  <a:lnTo>
                    <a:pt x="14889" y="9173"/>
                  </a:lnTo>
                  <a:cubicBezTo>
                    <a:pt x="15067" y="8791"/>
                    <a:pt x="15277" y="8425"/>
                    <a:pt x="15471" y="8052"/>
                  </a:cubicBezTo>
                  <a:cubicBezTo>
                    <a:pt x="15475" y="8073"/>
                    <a:pt x="15478" y="8094"/>
                    <a:pt x="15484" y="8114"/>
                  </a:cubicBezTo>
                  <a:cubicBezTo>
                    <a:pt x="15547" y="8357"/>
                    <a:pt x="15687" y="8586"/>
                    <a:pt x="15943" y="8726"/>
                  </a:cubicBezTo>
                  <a:cubicBezTo>
                    <a:pt x="16044" y="8781"/>
                    <a:pt x="16152" y="8818"/>
                    <a:pt x="16263" y="8840"/>
                  </a:cubicBezTo>
                  <a:cubicBezTo>
                    <a:pt x="16280" y="8844"/>
                    <a:pt x="16297" y="8845"/>
                    <a:pt x="16315" y="8847"/>
                  </a:cubicBezTo>
                  <a:cubicBezTo>
                    <a:pt x="16351" y="8853"/>
                    <a:pt x="16388" y="8858"/>
                    <a:pt x="16425" y="8862"/>
                  </a:cubicBezTo>
                  <a:cubicBezTo>
                    <a:pt x="16450" y="8863"/>
                    <a:pt x="16474" y="8863"/>
                    <a:pt x="16499" y="8864"/>
                  </a:cubicBezTo>
                  <a:cubicBezTo>
                    <a:pt x="16520" y="8864"/>
                    <a:pt x="16541" y="8864"/>
                    <a:pt x="16562" y="8864"/>
                  </a:cubicBezTo>
                  <a:cubicBezTo>
                    <a:pt x="16572" y="8864"/>
                    <a:pt x="16583" y="8864"/>
                    <a:pt x="16593" y="8864"/>
                  </a:cubicBezTo>
                  <a:cubicBezTo>
                    <a:pt x="16619" y="8863"/>
                    <a:pt x="16646" y="8860"/>
                    <a:pt x="16672" y="8858"/>
                  </a:cubicBezTo>
                  <a:cubicBezTo>
                    <a:pt x="16703" y="8856"/>
                    <a:pt x="16733" y="8853"/>
                    <a:pt x="16765" y="8849"/>
                  </a:cubicBezTo>
                  <a:cubicBezTo>
                    <a:pt x="16792" y="8846"/>
                    <a:pt x="16818" y="8841"/>
                    <a:pt x="16846" y="8837"/>
                  </a:cubicBezTo>
                  <a:cubicBezTo>
                    <a:pt x="16877" y="8831"/>
                    <a:pt x="16908" y="8826"/>
                    <a:pt x="16939" y="8819"/>
                  </a:cubicBezTo>
                  <a:cubicBezTo>
                    <a:pt x="16966" y="8813"/>
                    <a:pt x="16993" y="8808"/>
                    <a:pt x="17020" y="8801"/>
                  </a:cubicBezTo>
                  <a:cubicBezTo>
                    <a:pt x="17053" y="8793"/>
                    <a:pt x="17084" y="8784"/>
                    <a:pt x="17116" y="8775"/>
                  </a:cubicBezTo>
                  <a:cubicBezTo>
                    <a:pt x="17142" y="8769"/>
                    <a:pt x="17169" y="8761"/>
                    <a:pt x="17195" y="8753"/>
                  </a:cubicBezTo>
                  <a:cubicBezTo>
                    <a:pt x="17230" y="8742"/>
                    <a:pt x="17263" y="8730"/>
                    <a:pt x="17298" y="8718"/>
                  </a:cubicBezTo>
                  <a:cubicBezTo>
                    <a:pt x="17321" y="8710"/>
                    <a:pt x="17345" y="8702"/>
                    <a:pt x="17370" y="8694"/>
                  </a:cubicBezTo>
                  <a:cubicBezTo>
                    <a:pt x="17418" y="8676"/>
                    <a:pt x="17467" y="8655"/>
                    <a:pt x="17515" y="8635"/>
                  </a:cubicBezTo>
                  <a:cubicBezTo>
                    <a:pt x="17539" y="8625"/>
                    <a:pt x="17561" y="8615"/>
                    <a:pt x="17585" y="8605"/>
                  </a:cubicBezTo>
                  <a:cubicBezTo>
                    <a:pt x="17625" y="8587"/>
                    <a:pt x="17667" y="8569"/>
                    <a:pt x="17707" y="8550"/>
                  </a:cubicBezTo>
                  <a:cubicBezTo>
                    <a:pt x="17730" y="8539"/>
                    <a:pt x="17753" y="8528"/>
                    <a:pt x="17776" y="8517"/>
                  </a:cubicBezTo>
                  <a:cubicBezTo>
                    <a:pt x="17809" y="8500"/>
                    <a:pt x="17841" y="8484"/>
                    <a:pt x="17873" y="8467"/>
                  </a:cubicBezTo>
                  <a:cubicBezTo>
                    <a:pt x="17897" y="8455"/>
                    <a:pt x="17921" y="8443"/>
                    <a:pt x="17944" y="8430"/>
                  </a:cubicBezTo>
                  <a:cubicBezTo>
                    <a:pt x="17975" y="8413"/>
                    <a:pt x="18005" y="8398"/>
                    <a:pt x="18034" y="8381"/>
                  </a:cubicBezTo>
                  <a:cubicBezTo>
                    <a:pt x="18058" y="8367"/>
                    <a:pt x="18080" y="8355"/>
                    <a:pt x="18102" y="8342"/>
                  </a:cubicBezTo>
                  <a:cubicBezTo>
                    <a:pt x="18133" y="8325"/>
                    <a:pt x="18162" y="8308"/>
                    <a:pt x="18191" y="8291"/>
                  </a:cubicBezTo>
                  <a:cubicBezTo>
                    <a:pt x="18212" y="8278"/>
                    <a:pt x="18232" y="8266"/>
                    <a:pt x="18254" y="8253"/>
                  </a:cubicBezTo>
                  <a:cubicBezTo>
                    <a:pt x="18283" y="8235"/>
                    <a:pt x="18311" y="8218"/>
                    <a:pt x="18339" y="8201"/>
                  </a:cubicBezTo>
                  <a:cubicBezTo>
                    <a:pt x="18358" y="8188"/>
                    <a:pt x="18377" y="8177"/>
                    <a:pt x="18396" y="8165"/>
                  </a:cubicBezTo>
                  <a:cubicBezTo>
                    <a:pt x="18426" y="8146"/>
                    <a:pt x="18456" y="8125"/>
                    <a:pt x="18486" y="8106"/>
                  </a:cubicBezTo>
                  <a:cubicBezTo>
                    <a:pt x="18499" y="8097"/>
                    <a:pt x="18514" y="8089"/>
                    <a:pt x="18527" y="8080"/>
                  </a:cubicBezTo>
                  <a:cubicBezTo>
                    <a:pt x="18570" y="8052"/>
                    <a:pt x="18610" y="8024"/>
                    <a:pt x="18648" y="7998"/>
                  </a:cubicBezTo>
                  <a:cubicBezTo>
                    <a:pt x="21042" y="6346"/>
                    <a:pt x="21458" y="3631"/>
                    <a:pt x="21516" y="3336"/>
                  </a:cubicBezTo>
                  <a:cubicBezTo>
                    <a:pt x="21574" y="3040"/>
                    <a:pt x="22105" y="2673"/>
                    <a:pt x="22105" y="2673"/>
                  </a:cubicBezTo>
                  <a:cubicBezTo>
                    <a:pt x="22074" y="2672"/>
                    <a:pt x="22043" y="2671"/>
                    <a:pt x="22011" y="2671"/>
                  </a:cubicBezTo>
                  <a:cubicBezTo>
                    <a:pt x="21923" y="2671"/>
                    <a:pt x="21834" y="2675"/>
                    <a:pt x="21746" y="2681"/>
                  </a:cubicBezTo>
                  <a:cubicBezTo>
                    <a:pt x="21694" y="2682"/>
                    <a:pt x="21640" y="2682"/>
                    <a:pt x="21589" y="2684"/>
                  </a:cubicBezTo>
                  <a:cubicBezTo>
                    <a:pt x="21565" y="2685"/>
                    <a:pt x="21542" y="2686"/>
                    <a:pt x="21518" y="2687"/>
                  </a:cubicBezTo>
                  <a:cubicBezTo>
                    <a:pt x="21370" y="2693"/>
                    <a:pt x="21225" y="2701"/>
                    <a:pt x="21081" y="2711"/>
                  </a:cubicBezTo>
                  <a:cubicBezTo>
                    <a:pt x="21070" y="2712"/>
                    <a:pt x="21060" y="2713"/>
                    <a:pt x="21050" y="2713"/>
                  </a:cubicBezTo>
                  <a:cubicBezTo>
                    <a:pt x="16359" y="3047"/>
                    <a:pt x="14122" y="5406"/>
                    <a:pt x="13940" y="6771"/>
                  </a:cubicBezTo>
                  <a:cubicBezTo>
                    <a:pt x="13898" y="7090"/>
                    <a:pt x="14012" y="7393"/>
                    <a:pt x="14456" y="7393"/>
                  </a:cubicBezTo>
                  <a:cubicBezTo>
                    <a:pt x="14483" y="7393"/>
                    <a:pt x="14511" y="7392"/>
                    <a:pt x="14541" y="7389"/>
                  </a:cubicBezTo>
                  <a:cubicBezTo>
                    <a:pt x="14866" y="7365"/>
                    <a:pt x="15137" y="7180"/>
                    <a:pt x="15431" y="7137"/>
                  </a:cubicBezTo>
                  <a:cubicBezTo>
                    <a:pt x="15445" y="7200"/>
                    <a:pt x="15450" y="7266"/>
                    <a:pt x="15452" y="7331"/>
                  </a:cubicBezTo>
                  <a:lnTo>
                    <a:pt x="15170" y="7836"/>
                  </a:lnTo>
                  <a:cubicBezTo>
                    <a:pt x="14960" y="8224"/>
                    <a:pt x="14730" y="8602"/>
                    <a:pt x="14535" y="8997"/>
                  </a:cubicBezTo>
                  <a:lnTo>
                    <a:pt x="13960" y="10187"/>
                  </a:lnTo>
                  <a:lnTo>
                    <a:pt x="13816" y="10485"/>
                  </a:lnTo>
                  <a:lnTo>
                    <a:pt x="13687" y="10790"/>
                  </a:lnTo>
                  <a:lnTo>
                    <a:pt x="13432" y="11398"/>
                  </a:lnTo>
                  <a:cubicBezTo>
                    <a:pt x="13296" y="11723"/>
                    <a:pt x="13155" y="12046"/>
                    <a:pt x="13030" y="12375"/>
                  </a:cubicBezTo>
                  <a:cubicBezTo>
                    <a:pt x="12851" y="10885"/>
                    <a:pt x="12600" y="9403"/>
                    <a:pt x="12302" y="7933"/>
                  </a:cubicBezTo>
                  <a:lnTo>
                    <a:pt x="12194" y="7463"/>
                  </a:lnTo>
                  <a:cubicBezTo>
                    <a:pt x="12484" y="7277"/>
                    <a:pt x="12713" y="7017"/>
                    <a:pt x="12831" y="6650"/>
                  </a:cubicBezTo>
                  <a:cubicBezTo>
                    <a:pt x="12967" y="6225"/>
                    <a:pt x="12902" y="5763"/>
                    <a:pt x="12745" y="5344"/>
                  </a:cubicBezTo>
                  <a:cubicBezTo>
                    <a:pt x="12719" y="5273"/>
                    <a:pt x="12690" y="5205"/>
                    <a:pt x="12658" y="5136"/>
                  </a:cubicBezTo>
                  <a:cubicBezTo>
                    <a:pt x="12449" y="4678"/>
                    <a:pt x="12098" y="4287"/>
                    <a:pt x="11904" y="3827"/>
                  </a:cubicBezTo>
                  <a:cubicBezTo>
                    <a:pt x="12247" y="3644"/>
                    <a:pt x="12694" y="3698"/>
                    <a:pt x="13052" y="3464"/>
                  </a:cubicBezTo>
                  <a:cubicBezTo>
                    <a:pt x="13618" y="3094"/>
                    <a:pt x="13458" y="2502"/>
                    <a:pt x="13103" y="2028"/>
                  </a:cubicBezTo>
                  <a:cubicBezTo>
                    <a:pt x="12453" y="1164"/>
                    <a:pt x="11182" y="343"/>
                    <a:pt x="9507" y="24"/>
                  </a:cubicBezTo>
                  <a:lnTo>
                    <a:pt x="9507" y="24"/>
                  </a:lnTo>
                  <a:cubicBezTo>
                    <a:pt x="9562" y="136"/>
                    <a:pt x="9578" y="244"/>
                    <a:pt x="9546" y="340"/>
                  </a:cubicBezTo>
                  <a:cubicBezTo>
                    <a:pt x="9471" y="570"/>
                    <a:pt x="9151" y="689"/>
                    <a:pt x="8709" y="689"/>
                  </a:cubicBezTo>
                  <a:cubicBezTo>
                    <a:pt x="8370" y="689"/>
                    <a:pt x="7959" y="619"/>
                    <a:pt x="7534" y="475"/>
                  </a:cubicBezTo>
                  <a:cubicBezTo>
                    <a:pt x="7159" y="347"/>
                    <a:pt x="6827" y="180"/>
                    <a:pt x="6567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405;p95">
              <a:extLst>
                <a:ext uri="{FF2B5EF4-FFF2-40B4-BE49-F238E27FC236}">
                  <a16:creationId xmlns:a16="http://schemas.microsoft.com/office/drawing/2014/main" id="{301B6C46-B7FF-7E61-5775-56B8C05CCFC0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406;p95">
              <a:extLst>
                <a:ext uri="{FF2B5EF4-FFF2-40B4-BE49-F238E27FC236}">
                  <a16:creationId xmlns:a16="http://schemas.microsoft.com/office/drawing/2014/main" id="{962DEF81-5F5B-FE36-3FFC-C199AF53C14A}"/>
                </a:ext>
              </a:extLst>
            </p:cNvPr>
            <p:cNvSpPr/>
            <p:nvPr/>
          </p:nvSpPr>
          <p:spPr>
            <a:xfrm>
              <a:off x="979718" y="1709853"/>
              <a:ext cx="486723" cy="76128"/>
            </a:xfrm>
            <a:custGeom>
              <a:avLst/>
              <a:gdLst/>
              <a:ahLst/>
              <a:cxnLst/>
              <a:rect l="l" t="t" r="r" b="b"/>
              <a:pathLst>
                <a:path w="10530" h="1647" extrusionOk="0">
                  <a:moveTo>
                    <a:pt x="5265" y="0"/>
                  </a:moveTo>
                  <a:cubicBezTo>
                    <a:pt x="2357" y="0"/>
                    <a:pt x="1" y="369"/>
                    <a:pt x="1" y="823"/>
                  </a:cubicBezTo>
                  <a:cubicBezTo>
                    <a:pt x="1" y="1278"/>
                    <a:pt x="2357" y="1646"/>
                    <a:pt x="5265" y="1646"/>
                  </a:cubicBezTo>
                  <a:cubicBezTo>
                    <a:pt x="8172" y="1646"/>
                    <a:pt x="10530" y="1278"/>
                    <a:pt x="10530" y="823"/>
                  </a:cubicBezTo>
                  <a:cubicBezTo>
                    <a:pt x="10530" y="369"/>
                    <a:pt x="8172" y="0"/>
                    <a:pt x="52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407;p95">
              <a:extLst>
                <a:ext uri="{FF2B5EF4-FFF2-40B4-BE49-F238E27FC236}">
                  <a16:creationId xmlns:a16="http://schemas.microsoft.com/office/drawing/2014/main" id="{DBAA502C-8B2B-278A-31D7-1CE0902B60DE}"/>
                </a:ext>
              </a:extLst>
            </p:cNvPr>
            <p:cNvSpPr/>
            <p:nvPr/>
          </p:nvSpPr>
          <p:spPr>
            <a:xfrm>
              <a:off x="969549" y="1273610"/>
              <a:ext cx="200652" cy="628811"/>
            </a:xfrm>
            <a:custGeom>
              <a:avLst/>
              <a:gdLst/>
              <a:ahLst/>
              <a:cxnLst/>
              <a:rect l="l" t="t" r="r" b="b"/>
              <a:pathLst>
                <a:path w="4341" h="13604" extrusionOk="0">
                  <a:moveTo>
                    <a:pt x="245" y="0"/>
                  </a:moveTo>
                  <a:lnTo>
                    <a:pt x="1" y="185"/>
                  </a:lnTo>
                  <a:cubicBezTo>
                    <a:pt x="666" y="1158"/>
                    <a:pt x="1304" y="2154"/>
                    <a:pt x="1772" y="3237"/>
                  </a:cubicBezTo>
                  <a:lnTo>
                    <a:pt x="1958" y="3637"/>
                  </a:lnTo>
                  <a:cubicBezTo>
                    <a:pt x="2019" y="3770"/>
                    <a:pt x="2067" y="3911"/>
                    <a:pt x="2122" y="4047"/>
                  </a:cubicBezTo>
                  <a:lnTo>
                    <a:pt x="2439" y="4870"/>
                  </a:lnTo>
                  <a:cubicBezTo>
                    <a:pt x="2613" y="5432"/>
                    <a:pt x="2809" y="5987"/>
                    <a:pt x="2939" y="6560"/>
                  </a:cubicBezTo>
                  <a:cubicBezTo>
                    <a:pt x="3226" y="7698"/>
                    <a:pt x="3428" y="8859"/>
                    <a:pt x="3523" y="10029"/>
                  </a:cubicBezTo>
                  <a:lnTo>
                    <a:pt x="3582" y="10906"/>
                  </a:lnTo>
                  <a:cubicBezTo>
                    <a:pt x="3588" y="11200"/>
                    <a:pt x="3601" y="11492"/>
                    <a:pt x="3602" y="11784"/>
                  </a:cubicBezTo>
                  <a:cubicBezTo>
                    <a:pt x="3603" y="12366"/>
                    <a:pt x="3582" y="12962"/>
                    <a:pt x="3522" y="13518"/>
                  </a:cubicBezTo>
                  <a:lnTo>
                    <a:pt x="4293" y="13604"/>
                  </a:lnTo>
                  <a:cubicBezTo>
                    <a:pt x="4340" y="12974"/>
                    <a:pt x="4339" y="12379"/>
                    <a:pt x="4319" y="11770"/>
                  </a:cubicBezTo>
                  <a:cubicBezTo>
                    <a:pt x="4308" y="11467"/>
                    <a:pt x="4286" y="11166"/>
                    <a:pt x="4268" y="10865"/>
                  </a:cubicBezTo>
                  <a:lnTo>
                    <a:pt x="4179" y="9963"/>
                  </a:lnTo>
                  <a:cubicBezTo>
                    <a:pt x="4041" y="8762"/>
                    <a:pt x="3796" y="7576"/>
                    <a:pt x="3461" y="6418"/>
                  </a:cubicBezTo>
                  <a:cubicBezTo>
                    <a:pt x="3308" y="5835"/>
                    <a:pt x="3089" y="5272"/>
                    <a:pt x="2891" y="4703"/>
                  </a:cubicBezTo>
                  <a:lnTo>
                    <a:pt x="2540" y="3870"/>
                  </a:lnTo>
                  <a:cubicBezTo>
                    <a:pt x="2479" y="3732"/>
                    <a:pt x="2425" y="3592"/>
                    <a:pt x="2359" y="3457"/>
                  </a:cubicBezTo>
                  <a:lnTo>
                    <a:pt x="2154" y="3055"/>
                  </a:lnTo>
                  <a:cubicBezTo>
                    <a:pt x="1640" y="1963"/>
                    <a:pt x="954" y="966"/>
                    <a:pt x="24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408;p95">
              <a:extLst>
                <a:ext uri="{FF2B5EF4-FFF2-40B4-BE49-F238E27FC236}">
                  <a16:creationId xmlns:a16="http://schemas.microsoft.com/office/drawing/2014/main" id="{71E85F69-DD21-964B-6081-B55BC72B14CB}"/>
                </a:ext>
              </a:extLst>
            </p:cNvPr>
            <p:cNvSpPr/>
            <p:nvPr/>
          </p:nvSpPr>
          <p:spPr>
            <a:xfrm>
              <a:off x="1103084" y="972844"/>
              <a:ext cx="312973" cy="922139"/>
            </a:xfrm>
            <a:custGeom>
              <a:avLst/>
              <a:gdLst/>
              <a:ahLst/>
              <a:cxnLst/>
              <a:rect l="l" t="t" r="r" b="b"/>
              <a:pathLst>
                <a:path w="6771" h="19950" extrusionOk="0">
                  <a:moveTo>
                    <a:pt x="6517" y="0"/>
                  </a:moveTo>
                  <a:lnTo>
                    <a:pt x="5797" y="1108"/>
                  </a:lnTo>
                  <a:cubicBezTo>
                    <a:pt x="5679" y="1296"/>
                    <a:pt x="5552" y="1476"/>
                    <a:pt x="5442" y="1666"/>
                  </a:cubicBezTo>
                  <a:lnTo>
                    <a:pt x="5119" y="2243"/>
                  </a:lnTo>
                  <a:cubicBezTo>
                    <a:pt x="4909" y="2631"/>
                    <a:pt x="4679" y="3009"/>
                    <a:pt x="4485" y="3404"/>
                  </a:cubicBezTo>
                  <a:lnTo>
                    <a:pt x="3909" y="4595"/>
                  </a:lnTo>
                  <a:lnTo>
                    <a:pt x="3766" y="4893"/>
                  </a:lnTo>
                  <a:lnTo>
                    <a:pt x="3637" y="5197"/>
                  </a:lnTo>
                  <a:lnTo>
                    <a:pt x="3380" y="5806"/>
                  </a:lnTo>
                  <a:cubicBezTo>
                    <a:pt x="3211" y="6213"/>
                    <a:pt x="3032" y="6616"/>
                    <a:pt x="2889" y="7033"/>
                  </a:cubicBezTo>
                  <a:lnTo>
                    <a:pt x="2433" y="8274"/>
                  </a:lnTo>
                  <a:lnTo>
                    <a:pt x="2029" y="9534"/>
                  </a:lnTo>
                  <a:cubicBezTo>
                    <a:pt x="1512" y="11219"/>
                    <a:pt x="1080" y="12929"/>
                    <a:pt x="740" y="14660"/>
                  </a:cubicBezTo>
                  <a:cubicBezTo>
                    <a:pt x="573" y="15526"/>
                    <a:pt x="420" y="16395"/>
                    <a:pt x="297" y="17269"/>
                  </a:cubicBezTo>
                  <a:cubicBezTo>
                    <a:pt x="169" y="18145"/>
                    <a:pt x="69" y="19014"/>
                    <a:pt x="0" y="19910"/>
                  </a:cubicBezTo>
                  <a:lnTo>
                    <a:pt x="774" y="19950"/>
                  </a:lnTo>
                  <a:cubicBezTo>
                    <a:pt x="821" y="19097"/>
                    <a:pt x="901" y="18223"/>
                    <a:pt x="1009" y="17363"/>
                  </a:cubicBezTo>
                  <a:cubicBezTo>
                    <a:pt x="1112" y="16499"/>
                    <a:pt x="1243" y="15638"/>
                    <a:pt x="1387" y="14780"/>
                  </a:cubicBezTo>
                  <a:cubicBezTo>
                    <a:pt x="1685" y="13064"/>
                    <a:pt x="2074" y="11364"/>
                    <a:pt x="2548" y="9688"/>
                  </a:cubicBezTo>
                  <a:lnTo>
                    <a:pt x="2919" y="8436"/>
                  </a:lnTo>
                  <a:lnTo>
                    <a:pt x="3341" y="7199"/>
                  </a:lnTo>
                  <a:cubicBezTo>
                    <a:pt x="3474" y="6784"/>
                    <a:pt x="3643" y="6382"/>
                    <a:pt x="3801" y="5976"/>
                  </a:cubicBezTo>
                  <a:lnTo>
                    <a:pt x="4040" y="5369"/>
                  </a:lnTo>
                  <a:lnTo>
                    <a:pt x="4160" y="5066"/>
                  </a:lnTo>
                  <a:lnTo>
                    <a:pt x="4296" y="4769"/>
                  </a:lnTo>
                  <a:lnTo>
                    <a:pt x="4838" y="3580"/>
                  </a:lnTo>
                  <a:cubicBezTo>
                    <a:pt x="5022" y="3184"/>
                    <a:pt x="5240" y="2808"/>
                    <a:pt x="5440" y="2420"/>
                  </a:cubicBezTo>
                  <a:lnTo>
                    <a:pt x="5745" y="1843"/>
                  </a:lnTo>
                  <a:cubicBezTo>
                    <a:pt x="5849" y="1652"/>
                    <a:pt x="5971" y="1471"/>
                    <a:pt x="6083" y="1285"/>
                  </a:cubicBezTo>
                  <a:lnTo>
                    <a:pt x="6771" y="174"/>
                  </a:lnTo>
                  <a:lnTo>
                    <a:pt x="6769" y="174"/>
                  </a:lnTo>
                  <a:lnTo>
                    <a:pt x="65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409;p95">
              <a:extLst>
                <a:ext uri="{FF2B5EF4-FFF2-40B4-BE49-F238E27FC236}">
                  <a16:creationId xmlns:a16="http://schemas.microsoft.com/office/drawing/2014/main" id="{D4FD6E43-2E5F-D081-A99F-734E190D007B}"/>
                </a:ext>
              </a:extLst>
            </p:cNvPr>
            <p:cNvSpPr/>
            <p:nvPr/>
          </p:nvSpPr>
          <p:spPr>
            <a:xfrm>
              <a:off x="1115194" y="813748"/>
              <a:ext cx="145370" cy="1100234"/>
            </a:xfrm>
            <a:custGeom>
              <a:avLst/>
              <a:gdLst/>
              <a:ahLst/>
              <a:cxnLst/>
              <a:rect l="l" t="t" r="r" b="b"/>
              <a:pathLst>
                <a:path w="3145" h="23803" extrusionOk="0">
                  <a:moveTo>
                    <a:pt x="286" y="1"/>
                  </a:moveTo>
                  <a:lnTo>
                    <a:pt x="286" y="1"/>
                  </a:lnTo>
                  <a:lnTo>
                    <a:pt x="286" y="1"/>
                  </a:lnTo>
                  <a:lnTo>
                    <a:pt x="287" y="1"/>
                  </a:lnTo>
                  <a:close/>
                  <a:moveTo>
                    <a:pt x="286" y="1"/>
                  </a:moveTo>
                  <a:lnTo>
                    <a:pt x="0" y="112"/>
                  </a:lnTo>
                  <a:lnTo>
                    <a:pt x="474" y="1528"/>
                  </a:lnTo>
                  <a:cubicBezTo>
                    <a:pt x="549" y="1764"/>
                    <a:pt x="642" y="1996"/>
                    <a:pt x="703" y="2238"/>
                  </a:cubicBezTo>
                  <a:lnTo>
                    <a:pt x="896" y="2959"/>
                  </a:lnTo>
                  <a:lnTo>
                    <a:pt x="1088" y="3680"/>
                  </a:lnTo>
                  <a:cubicBezTo>
                    <a:pt x="1154" y="3920"/>
                    <a:pt x="1219" y="4161"/>
                    <a:pt x="1266" y="4405"/>
                  </a:cubicBezTo>
                  <a:lnTo>
                    <a:pt x="1573" y="5867"/>
                  </a:lnTo>
                  <a:cubicBezTo>
                    <a:pt x="1931" y="7825"/>
                    <a:pt x="2205" y="9800"/>
                    <a:pt x="2336" y="11789"/>
                  </a:cubicBezTo>
                  <a:cubicBezTo>
                    <a:pt x="2474" y="13775"/>
                    <a:pt x="2525" y="15769"/>
                    <a:pt x="2485" y="17760"/>
                  </a:cubicBezTo>
                  <a:cubicBezTo>
                    <a:pt x="2462" y="18756"/>
                    <a:pt x="2425" y="19750"/>
                    <a:pt x="2359" y="20743"/>
                  </a:cubicBezTo>
                  <a:cubicBezTo>
                    <a:pt x="2298" y="21735"/>
                    <a:pt x="2209" y="22732"/>
                    <a:pt x="2091" y="23706"/>
                  </a:cubicBezTo>
                  <a:lnTo>
                    <a:pt x="2861" y="23803"/>
                  </a:lnTo>
                  <a:cubicBezTo>
                    <a:pt x="2964" y="22788"/>
                    <a:pt x="3033" y="21789"/>
                    <a:pt x="3075" y="20782"/>
                  </a:cubicBezTo>
                  <a:cubicBezTo>
                    <a:pt x="3122" y="19777"/>
                    <a:pt x="3141" y="18772"/>
                    <a:pt x="3143" y="17767"/>
                  </a:cubicBezTo>
                  <a:cubicBezTo>
                    <a:pt x="3144" y="15756"/>
                    <a:pt x="3055" y="13746"/>
                    <a:pt x="2875" y="11744"/>
                  </a:cubicBezTo>
                  <a:cubicBezTo>
                    <a:pt x="2704" y="9741"/>
                    <a:pt x="2389" y="7751"/>
                    <a:pt x="1989" y="5783"/>
                  </a:cubicBezTo>
                  <a:lnTo>
                    <a:pt x="1650" y="4313"/>
                  </a:lnTo>
                  <a:cubicBezTo>
                    <a:pt x="1598" y="4066"/>
                    <a:pt x="1527" y="3826"/>
                    <a:pt x="1457" y="3585"/>
                  </a:cubicBezTo>
                  <a:lnTo>
                    <a:pt x="1247" y="2860"/>
                  </a:lnTo>
                  <a:lnTo>
                    <a:pt x="1038" y="2135"/>
                  </a:lnTo>
                  <a:cubicBezTo>
                    <a:pt x="972" y="1893"/>
                    <a:pt x="874" y="1660"/>
                    <a:pt x="794" y="142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410;p95">
              <a:extLst>
                <a:ext uri="{FF2B5EF4-FFF2-40B4-BE49-F238E27FC236}">
                  <a16:creationId xmlns:a16="http://schemas.microsoft.com/office/drawing/2014/main" id="{F1A3ADA7-FEA4-F6A6-63BC-16F46E3C367E}"/>
                </a:ext>
              </a:extLst>
            </p:cNvPr>
            <p:cNvSpPr/>
            <p:nvPr/>
          </p:nvSpPr>
          <p:spPr>
            <a:xfrm>
              <a:off x="683019" y="714325"/>
              <a:ext cx="584946" cy="364095"/>
            </a:xfrm>
            <a:custGeom>
              <a:avLst/>
              <a:gdLst/>
              <a:ahLst/>
              <a:cxnLst/>
              <a:rect l="l" t="t" r="r" b="b"/>
              <a:pathLst>
                <a:path w="12655" h="7877" extrusionOk="0">
                  <a:moveTo>
                    <a:pt x="5619" y="3958"/>
                  </a:moveTo>
                  <a:cubicBezTo>
                    <a:pt x="5732" y="3958"/>
                    <a:pt x="5824" y="3996"/>
                    <a:pt x="5869" y="4074"/>
                  </a:cubicBezTo>
                  <a:cubicBezTo>
                    <a:pt x="5965" y="4235"/>
                    <a:pt x="5821" y="4507"/>
                    <a:pt x="5549" y="4679"/>
                  </a:cubicBezTo>
                  <a:cubicBezTo>
                    <a:pt x="5407" y="4769"/>
                    <a:pt x="5258" y="4815"/>
                    <a:pt x="5134" y="4815"/>
                  </a:cubicBezTo>
                  <a:cubicBezTo>
                    <a:pt x="5021" y="4815"/>
                    <a:pt x="4929" y="4776"/>
                    <a:pt x="4884" y="4699"/>
                  </a:cubicBezTo>
                  <a:cubicBezTo>
                    <a:pt x="4788" y="4537"/>
                    <a:pt x="4933" y="4266"/>
                    <a:pt x="5205" y="4093"/>
                  </a:cubicBezTo>
                  <a:cubicBezTo>
                    <a:pt x="5347" y="4003"/>
                    <a:pt x="5495" y="3958"/>
                    <a:pt x="5619" y="3958"/>
                  </a:cubicBezTo>
                  <a:close/>
                  <a:moveTo>
                    <a:pt x="5604" y="0"/>
                  </a:moveTo>
                  <a:cubicBezTo>
                    <a:pt x="3895" y="279"/>
                    <a:pt x="1984" y="1078"/>
                    <a:pt x="1" y="2668"/>
                  </a:cubicBezTo>
                  <a:cubicBezTo>
                    <a:pt x="1" y="2668"/>
                    <a:pt x="883" y="2777"/>
                    <a:pt x="1212" y="3174"/>
                  </a:cubicBezTo>
                  <a:cubicBezTo>
                    <a:pt x="1541" y="3571"/>
                    <a:pt x="4450" y="7320"/>
                    <a:pt x="8421" y="7811"/>
                  </a:cubicBezTo>
                  <a:cubicBezTo>
                    <a:pt x="8709" y="7846"/>
                    <a:pt x="9057" y="7877"/>
                    <a:pt x="9421" y="7877"/>
                  </a:cubicBezTo>
                  <a:cubicBezTo>
                    <a:pt x="10427" y="7877"/>
                    <a:pt x="11551" y="7645"/>
                    <a:pt x="11868" y="6651"/>
                  </a:cubicBezTo>
                  <a:cubicBezTo>
                    <a:pt x="12003" y="6226"/>
                    <a:pt x="11938" y="5764"/>
                    <a:pt x="11782" y="5345"/>
                  </a:cubicBezTo>
                  <a:cubicBezTo>
                    <a:pt x="11756" y="5274"/>
                    <a:pt x="11727" y="5205"/>
                    <a:pt x="11695" y="5137"/>
                  </a:cubicBezTo>
                  <a:cubicBezTo>
                    <a:pt x="11486" y="4678"/>
                    <a:pt x="11135" y="4288"/>
                    <a:pt x="10941" y="3827"/>
                  </a:cubicBezTo>
                  <a:cubicBezTo>
                    <a:pt x="11284" y="3645"/>
                    <a:pt x="11732" y="3699"/>
                    <a:pt x="12090" y="3465"/>
                  </a:cubicBezTo>
                  <a:cubicBezTo>
                    <a:pt x="12654" y="3094"/>
                    <a:pt x="12496" y="2502"/>
                    <a:pt x="12140" y="2029"/>
                  </a:cubicBezTo>
                  <a:cubicBezTo>
                    <a:pt x="11490" y="1165"/>
                    <a:pt x="10219" y="344"/>
                    <a:pt x="8545" y="24"/>
                  </a:cubicBezTo>
                  <a:lnTo>
                    <a:pt x="8545" y="24"/>
                  </a:lnTo>
                  <a:cubicBezTo>
                    <a:pt x="8599" y="136"/>
                    <a:pt x="8614" y="244"/>
                    <a:pt x="8583" y="341"/>
                  </a:cubicBezTo>
                  <a:cubicBezTo>
                    <a:pt x="8508" y="570"/>
                    <a:pt x="8188" y="689"/>
                    <a:pt x="7746" y="689"/>
                  </a:cubicBezTo>
                  <a:cubicBezTo>
                    <a:pt x="7407" y="689"/>
                    <a:pt x="6996" y="619"/>
                    <a:pt x="6571" y="474"/>
                  </a:cubicBezTo>
                  <a:cubicBezTo>
                    <a:pt x="6195" y="347"/>
                    <a:pt x="5864" y="181"/>
                    <a:pt x="56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411;p95">
              <a:extLst>
                <a:ext uri="{FF2B5EF4-FFF2-40B4-BE49-F238E27FC236}">
                  <a16:creationId xmlns:a16="http://schemas.microsoft.com/office/drawing/2014/main" id="{C0DF4B61-43B0-B223-2E6D-22BB15B48AAA}"/>
                </a:ext>
              </a:extLst>
            </p:cNvPr>
            <p:cNvSpPr/>
            <p:nvPr/>
          </p:nvSpPr>
          <p:spPr>
            <a:xfrm>
              <a:off x="638508" y="1122927"/>
              <a:ext cx="535257" cy="511313"/>
            </a:xfrm>
            <a:custGeom>
              <a:avLst/>
              <a:gdLst/>
              <a:ahLst/>
              <a:cxnLst/>
              <a:rect l="l" t="t" r="r" b="b"/>
              <a:pathLst>
                <a:path w="11580" h="11062" extrusionOk="0">
                  <a:moveTo>
                    <a:pt x="4022" y="3189"/>
                  </a:moveTo>
                  <a:cubicBezTo>
                    <a:pt x="4122" y="3189"/>
                    <a:pt x="4200" y="3218"/>
                    <a:pt x="4243" y="3278"/>
                  </a:cubicBezTo>
                  <a:cubicBezTo>
                    <a:pt x="4387" y="3477"/>
                    <a:pt x="4112" y="3943"/>
                    <a:pt x="3628" y="4319"/>
                  </a:cubicBezTo>
                  <a:cubicBezTo>
                    <a:pt x="3292" y="4581"/>
                    <a:pt x="2944" y="4731"/>
                    <a:pt x="2715" y="4731"/>
                  </a:cubicBezTo>
                  <a:cubicBezTo>
                    <a:pt x="2614" y="4731"/>
                    <a:pt x="2537" y="4702"/>
                    <a:pt x="2493" y="4642"/>
                  </a:cubicBezTo>
                  <a:cubicBezTo>
                    <a:pt x="2350" y="4442"/>
                    <a:pt x="2625" y="3977"/>
                    <a:pt x="3108" y="3601"/>
                  </a:cubicBezTo>
                  <a:cubicBezTo>
                    <a:pt x="3444" y="3339"/>
                    <a:pt x="3793" y="3189"/>
                    <a:pt x="4022" y="3189"/>
                  </a:cubicBezTo>
                  <a:close/>
                  <a:moveTo>
                    <a:pt x="2838" y="5029"/>
                  </a:moveTo>
                  <a:cubicBezTo>
                    <a:pt x="3002" y="5029"/>
                    <a:pt x="3132" y="5089"/>
                    <a:pt x="3168" y="5199"/>
                  </a:cubicBezTo>
                  <a:cubicBezTo>
                    <a:pt x="3222" y="5364"/>
                    <a:pt x="3040" y="5581"/>
                    <a:pt x="2761" y="5680"/>
                  </a:cubicBezTo>
                  <a:cubicBezTo>
                    <a:pt x="2666" y="5714"/>
                    <a:pt x="2572" y="5731"/>
                    <a:pt x="2488" y="5731"/>
                  </a:cubicBezTo>
                  <a:cubicBezTo>
                    <a:pt x="2323" y="5731"/>
                    <a:pt x="2193" y="5670"/>
                    <a:pt x="2157" y="5559"/>
                  </a:cubicBezTo>
                  <a:cubicBezTo>
                    <a:pt x="2103" y="5394"/>
                    <a:pt x="2285" y="5177"/>
                    <a:pt x="2564" y="5079"/>
                  </a:cubicBezTo>
                  <a:cubicBezTo>
                    <a:pt x="2659" y="5045"/>
                    <a:pt x="2753" y="5029"/>
                    <a:pt x="2838" y="5029"/>
                  </a:cubicBezTo>
                  <a:close/>
                  <a:moveTo>
                    <a:pt x="7505" y="4970"/>
                  </a:moveTo>
                  <a:cubicBezTo>
                    <a:pt x="7509" y="4970"/>
                    <a:pt x="7513" y="4970"/>
                    <a:pt x="7517" y="4970"/>
                  </a:cubicBezTo>
                  <a:cubicBezTo>
                    <a:pt x="7722" y="4981"/>
                    <a:pt x="7871" y="5288"/>
                    <a:pt x="7849" y="5655"/>
                  </a:cubicBezTo>
                  <a:cubicBezTo>
                    <a:pt x="7828" y="6016"/>
                    <a:pt x="7649" y="6300"/>
                    <a:pt x="7448" y="6300"/>
                  </a:cubicBezTo>
                  <a:cubicBezTo>
                    <a:pt x="7444" y="6300"/>
                    <a:pt x="7441" y="6300"/>
                    <a:pt x="7437" y="6300"/>
                  </a:cubicBezTo>
                  <a:cubicBezTo>
                    <a:pt x="7232" y="6289"/>
                    <a:pt x="7083" y="5982"/>
                    <a:pt x="7106" y="5614"/>
                  </a:cubicBezTo>
                  <a:cubicBezTo>
                    <a:pt x="7127" y="5254"/>
                    <a:pt x="7305" y="4970"/>
                    <a:pt x="7505" y="4970"/>
                  </a:cubicBezTo>
                  <a:close/>
                  <a:moveTo>
                    <a:pt x="7214" y="0"/>
                  </a:moveTo>
                  <a:cubicBezTo>
                    <a:pt x="7169" y="0"/>
                    <a:pt x="7123" y="2"/>
                    <a:pt x="7078" y="5"/>
                  </a:cubicBezTo>
                  <a:cubicBezTo>
                    <a:pt x="4476" y="168"/>
                    <a:pt x="0" y="3537"/>
                    <a:pt x="350" y="11062"/>
                  </a:cubicBezTo>
                  <a:cubicBezTo>
                    <a:pt x="350" y="11062"/>
                    <a:pt x="967" y="10349"/>
                    <a:pt x="1492" y="10290"/>
                  </a:cubicBezTo>
                  <a:cubicBezTo>
                    <a:pt x="2016" y="10230"/>
                    <a:pt x="6840" y="9848"/>
                    <a:pt x="9618" y="6638"/>
                  </a:cubicBezTo>
                  <a:cubicBezTo>
                    <a:pt x="10376" y="5760"/>
                    <a:pt x="11579" y="4097"/>
                    <a:pt x="10722" y="2930"/>
                  </a:cubicBezTo>
                  <a:cubicBezTo>
                    <a:pt x="10453" y="2564"/>
                    <a:pt x="10033" y="2352"/>
                    <a:pt x="9595" y="2247"/>
                  </a:cubicBezTo>
                  <a:cubicBezTo>
                    <a:pt x="9521" y="2229"/>
                    <a:pt x="9446" y="2213"/>
                    <a:pt x="9372" y="2202"/>
                  </a:cubicBezTo>
                  <a:cubicBezTo>
                    <a:pt x="8869" y="2120"/>
                    <a:pt x="8338" y="2202"/>
                    <a:pt x="7843" y="2104"/>
                  </a:cubicBezTo>
                  <a:cubicBezTo>
                    <a:pt x="7898" y="1696"/>
                    <a:pt x="8209" y="1333"/>
                    <a:pt x="8230" y="883"/>
                  </a:cubicBezTo>
                  <a:cubicBezTo>
                    <a:pt x="8260" y="224"/>
                    <a:pt x="7765" y="0"/>
                    <a:pt x="721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412;p95">
              <a:extLst>
                <a:ext uri="{FF2B5EF4-FFF2-40B4-BE49-F238E27FC236}">
                  <a16:creationId xmlns:a16="http://schemas.microsoft.com/office/drawing/2014/main" id="{C1007900-61C5-E1AA-2AF8-25B5EE0DD3D8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extrusionOk="0">
                  <a:moveTo>
                    <a:pt x="3129" y="0"/>
                  </a:moveTo>
                  <a:cubicBezTo>
                    <a:pt x="2459" y="265"/>
                    <a:pt x="1863" y="722"/>
                    <a:pt x="1426" y="1294"/>
                  </a:cubicBezTo>
                  <a:cubicBezTo>
                    <a:pt x="983" y="1866"/>
                    <a:pt x="687" y="2530"/>
                    <a:pt x="482" y="3208"/>
                  </a:cubicBezTo>
                  <a:cubicBezTo>
                    <a:pt x="71" y="4573"/>
                    <a:pt x="1" y="5994"/>
                    <a:pt x="31" y="7393"/>
                  </a:cubicBezTo>
                  <a:cubicBezTo>
                    <a:pt x="75" y="8793"/>
                    <a:pt x="238" y="10183"/>
                    <a:pt x="478" y="11558"/>
                  </a:cubicBezTo>
                  <a:cubicBezTo>
                    <a:pt x="719" y="12935"/>
                    <a:pt x="1023" y="14290"/>
                    <a:pt x="1416" y="15644"/>
                  </a:cubicBezTo>
                  <a:lnTo>
                    <a:pt x="2155" y="15409"/>
                  </a:lnTo>
                  <a:cubicBezTo>
                    <a:pt x="1742" y="14117"/>
                    <a:pt x="1399" y="12777"/>
                    <a:pt x="1125" y="11436"/>
                  </a:cubicBezTo>
                  <a:cubicBezTo>
                    <a:pt x="852" y="10093"/>
                    <a:pt x="653" y="8734"/>
                    <a:pt x="572" y="7369"/>
                  </a:cubicBezTo>
                  <a:cubicBezTo>
                    <a:pt x="504" y="6010"/>
                    <a:pt x="536" y="4629"/>
                    <a:pt x="889" y="3326"/>
                  </a:cubicBezTo>
                  <a:cubicBezTo>
                    <a:pt x="1066" y="2678"/>
                    <a:pt x="1326" y="2051"/>
                    <a:pt x="1717" y="1514"/>
                  </a:cubicBezTo>
                  <a:cubicBezTo>
                    <a:pt x="2105" y="976"/>
                    <a:pt x="2633" y="547"/>
                    <a:pt x="3245" y="284"/>
                  </a:cubicBezTo>
                  <a:lnTo>
                    <a:pt x="312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413;p95">
              <a:extLst>
                <a:ext uri="{FF2B5EF4-FFF2-40B4-BE49-F238E27FC236}">
                  <a16:creationId xmlns:a16="http://schemas.microsoft.com/office/drawing/2014/main" id="{24F3C9B6-B2B7-2254-AF17-FE7E6D37D6A6}"/>
                </a:ext>
              </a:extLst>
            </p:cNvPr>
            <p:cNvSpPr/>
            <p:nvPr/>
          </p:nvSpPr>
          <p:spPr>
            <a:xfrm>
              <a:off x="1236296" y="1370861"/>
              <a:ext cx="106959" cy="520928"/>
            </a:xfrm>
            <a:custGeom>
              <a:avLst/>
              <a:gdLst/>
              <a:ahLst/>
              <a:cxnLst/>
              <a:rect l="l" t="t" r="r" b="b"/>
              <a:pathLst>
                <a:path w="2314" h="11270" extrusionOk="0">
                  <a:moveTo>
                    <a:pt x="1722" y="0"/>
                  </a:moveTo>
                  <a:cubicBezTo>
                    <a:pt x="1656" y="5"/>
                    <a:pt x="1578" y="8"/>
                    <a:pt x="1489" y="8"/>
                  </a:cubicBezTo>
                  <a:cubicBezTo>
                    <a:pt x="1489" y="8"/>
                    <a:pt x="1" y="3390"/>
                    <a:pt x="1519" y="9393"/>
                  </a:cubicBezTo>
                  <a:cubicBezTo>
                    <a:pt x="1828" y="10614"/>
                    <a:pt x="2081" y="11163"/>
                    <a:pt x="2313" y="11269"/>
                  </a:cubicBezTo>
                  <a:cubicBezTo>
                    <a:pt x="2093" y="10457"/>
                    <a:pt x="1895" y="9633"/>
                    <a:pt x="1727" y="8810"/>
                  </a:cubicBezTo>
                  <a:cubicBezTo>
                    <a:pt x="1454" y="7467"/>
                    <a:pt x="1256" y="6108"/>
                    <a:pt x="1174" y="4743"/>
                  </a:cubicBezTo>
                  <a:cubicBezTo>
                    <a:pt x="1106" y="3384"/>
                    <a:pt x="1138" y="2003"/>
                    <a:pt x="1491" y="700"/>
                  </a:cubicBezTo>
                  <a:cubicBezTo>
                    <a:pt x="1556" y="462"/>
                    <a:pt x="1632" y="228"/>
                    <a:pt x="17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414;p95">
              <a:extLst>
                <a:ext uri="{FF2B5EF4-FFF2-40B4-BE49-F238E27FC236}">
                  <a16:creationId xmlns:a16="http://schemas.microsoft.com/office/drawing/2014/main" id="{0B263031-2D5E-EA02-72EE-9DA257E209E5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fill="none" extrusionOk="0">
                  <a:moveTo>
                    <a:pt x="3245" y="284"/>
                  </a:moveTo>
                  <a:cubicBezTo>
                    <a:pt x="2633" y="547"/>
                    <a:pt x="2105" y="976"/>
                    <a:pt x="1717" y="1514"/>
                  </a:cubicBezTo>
                  <a:cubicBezTo>
                    <a:pt x="1326" y="2051"/>
                    <a:pt x="1066" y="2678"/>
                    <a:pt x="889" y="3326"/>
                  </a:cubicBezTo>
                  <a:cubicBezTo>
                    <a:pt x="536" y="4629"/>
                    <a:pt x="504" y="6010"/>
                    <a:pt x="572" y="7369"/>
                  </a:cubicBezTo>
                  <a:cubicBezTo>
                    <a:pt x="653" y="8734"/>
                    <a:pt x="852" y="10093"/>
                    <a:pt x="1125" y="11436"/>
                  </a:cubicBezTo>
                  <a:cubicBezTo>
                    <a:pt x="1399" y="12777"/>
                    <a:pt x="1742" y="14117"/>
                    <a:pt x="2155" y="15409"/>
                  </a:cubicBezTo>
                  <a:lnTo>
                    <a:pt x="1416" y="15644"/>
                  </a:lnTo>
                  <a:cubicBezTo>
                    <a:pt x="1023" y="14290"/>
                    <a:pt x="719" y="12935"/>
                    <a:pt x="478" y="11558"/>
                  </a:cubicBezTo>
                  <a:cubicBezTo>
                    <a:pt x="238" y="10183"/>
                    <a:pt x="75" y="8793"/>
                    <a:pt x="31" y="7393"/>
                  </a:cubicBezTo>
                  <a:cubicBezTo>
                    <a:pt x="1" y="5994"/>
                    <a:pt x="71" y="4573"/>
                    <a:pt x="482" y="3208"/>
                  </a:cubicBezTo>
                  <a:cubicBezTo>
                    <a:pt x="687" y="2530"/>
                    <a:pt x="983" y="1866"/>
                    <a:pt x="1426" y="1294"/>
                  </a:cubicBezTo>
                  <a:cubicBezTo>
                    <a:pt x="1863" y="722"/>
                    <a:pt x="2459" y="265"/>
                    <a:pt x="3129" y="0"/>
                  </a:cubicBezTo>
                  <a:lnTo>
                    <a:pt x="3245" y="28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415;p95">
              <a:extLst>
                <a:ext uri="{FF2B5EF4-FFF2-40B4-BE49-F238E27FC236}">
                  <a16:creationId xmlns:a16="http://schemas.microsoft.com/office/drawing/2014/main" id="{8FAE55A3-9E7D-1BC2-059B-9284C2C6AC57}"/>
                </a:ext>
              </a:extLst>
            </p:cNvPr>
            <p:cNvSpPr/>
            <p:nvPr/>
          </p:nvSpPr>
          <p:spPr>
            <a:xfrm>
              <a:off x="1262457" y="1191798"/>
              <a:ext cx="478033" cy="168481"/>
            </a:xfrm>
            <a:custGeom>
              <a:avLst/>
              <a:gdLst/>
              <a:ahLst/>
              <a:cxnLst/>
              <a:rect l="l" t="t" r="r" b="b"/>
              <a:pathLst>
                <a:path w="10342" h="3645" extrusionOk="0">
                  <a:moveTo>
                    <a:pt x="5948" y="937"/>
                  </a:moveTo>
                  <a:cubicBezTo>
                    <a:pt x="6121" y="937"/>
                    <a:pt x="6340" y="960"/>
                    <a:pt x="6566" y="1005"/>
                  </a:cubicBezTo>
                  <a:cubicBezTo>
                    <a:pt x="7028" y="1099"/>
                    <a:pt x="7345" y="1252"/>
                    <a:pt x="7274" y="1347"/>
                  </a:cubicBezTo>
                  <a:cubicBezTo>
                    <a:pt x="7238" y="1395"/>
                    <a:pt x="7110" y="1420"/>
                    <a:pt x="6931" y="1420"/>
                  </a:cubicBezTo>
                  <a:cubicBezTo>
                    <a:pt x="6758" y="1420"/>
                    <a:pt x="6538" y="1397"/>
                    <a:pt x="6311" y="1350"/>
                  </a:cubicBezTo>
                  <a:cubicBezTo>
                    <a:pt x="5849" y="1257"/>
                    <a:pt x="5533" y="1105"/>
                    <a:pt x="5604" y="1010"/>
                  </a:cubicBezTo>
                  <a:cubicBezTo>
                    <a:pt x="5640" y="961"/>
                    <a:pt x="5769" y="937"/>
                    <a:pt x="5948" y="937"/>
                  </a:cubicBezTo>
                  <a:close/>
                  <a:moveTo>
                    <a:pt x="7271" y="1528"/>
                  </a:moveTo>
                  <a:cubicBezTo>
                    <a:pt x="7285" y="1528"/>
                    <a:pt x="7298" y="1528"/>
                    <a:pt x="7312" y="1528"/>
                  </a:cubicBezTo>
                  <a:cubicBezTo>
                    <a:pt x="7554" y="1536"/>
                    <a:pt x="7744" y="1600"/>
                    <a:pt x="7737" y="1673"/>
                  </a:cubicBezTo>
                  <a:cubicBezTo>
                    <a:pt x="7729" y="1740"/>
                    <a:pt x="7554" y="1790"/>
                    <a:pt x="7335" y="1790"/>
                  </a:cubicBezTo>
                  <a:cubicBezTo>
                    <a:pt x="7319" y="1790"/>
                    <a:pt x="7304" y="1790"/>
                    <a:pt x="7288" y="1789"/>
                  </a:cubicBezTo>
                  <a:cubicBezTo>
                    <a:pt x="7047" y="1783"/>
                    <a:pt x="6856" y="1718"/>
                    <a:pt x="6863" y="1646"/>
                  </a:cubicBezTo>
                  <a:cubicBezTo>
                    <a:pt x="6870" y="1579"/>
                    <a:pt x="7049" y="1528"/>
                    <a:pt x="7271" y="1528"/>
                  </a:cubicBezTo>
                  <a:close/>
                  <a:moveTo>
                    <a:pt x="3447" y="2053"/>
                  </a:moveTo>
                  <a:cubicBezTo>
                    <a:pt x="3596" y="2053"/>
                    <a:pt x="3765" y="2140"/>
                    <a:pt x="3850" y="2266"/>
                  </a:cubicBezTo>
                  <a:cubicBezTo>
                    <a:pt x="3947" y="2409"/>
                    <a:pt x="3896" y="2548"/>
                    <a:pt x="3737" y="2576"/>
                  </a:cubicBezTo>
                  <a:cubicBezTo>
                    <a:pt x="3718" y="2579"/>
                    <a:pt x="3698" y="2581"/>
                    <a:pt x="3678" y="2581"/>
                  </a:cubicBezTo>
                  <a:cubicBezTo>
                    <a:pt x="3529" y="2581"/>
                    <a:pt x="3358" y="2494"/>
                    <a:pt x="3273" y="2368"/>
                  </a:cubicBezTo>
                  <a:cubicBezTo>
                    <a:pt x="3177" y="2225"/>
                    <a:pt x="3228" y="2086"/>
                    <a:pt x="3388" y="2058"/>
                  </a:cubicBezTo>
                  <a:cubicBezTo>
                    <a:pt x="3407" y="2055"/>
                    <a:pt x="3427" y="2053"/>
                    <a:pt x="3447" y="2053"/>
                  </a:cubicBezTo>
                  <a:close/>
                  <a:moveTo>
                    <a:pt x="3394" y="0"/>
                  </a:moveTo>
                  <a:cubicBezTo>
                    <a:pt x="3131" y="0"/>
                    <a:pt x="2887" y="14"/>
                    <a:pt x="2667" y="38"/>
                  </a:cubicBezTo>
                  <a:cubicBezTo>
                    <a:pt x="2184" y="93"/>
                    <a:pt x="1770" y="241"/>
                    <a:pt x="1949" y="520"/>
                  </a:cubicBezTo>
                  <a:cubicBezTo>
                    <a:pt x="2061" y="696"/>
                    <a:pt x="2385" y="805"/>
                    <a:pt x="2516" y="959"/>
                  </a:cubicBezTo>
                  <a:cubicBezTo>
                    <a:pt x="2146" y="1056"/>
                    <a:pt x="1710" y="1085"/>
                    <a:pt x="1332" y="1176"/>
                  </a:cubicBezTo>
                  <a:cubicBezTo>
                    <a:pt x="1276" y="1189"/>
                    <a:pt x="1221" y="1202"/>
                    <a:pt x="1166" y="1218"/>
                  </a:cubicBezTo>
                  <a:cubicBezTo>
                    <a:pt x="843" y="1311"/>
                    <a:pt x="558" y="1443"/>
                    <a:pt x="425" y="1619"/>
                  </a:cubicBezTo>
                  <a:cubicBezTo>
                    <a:pt x="1" y="2182"/>
                    <a:pt x="1306" y="2703"/>
                    <a:pt x="2092" y="2963"/>
                  </a:cubicBezTo>
                  <a:cubicBezTo>
                    <a:pt x="3608" y="3464"/>
                    <a:pt x="5404" y="3588"/>
                    <a:pt x="6825" y="3588"/>
                  </a:cubicBezTo>
                  <a:cubicBezTo>
                    <a:pt x="8101" y="3588"/>
                    <a:pt x="9076" y="3488"/>
                    <a:pt x="9277" y="3470"/>
                  </a:cubicBezTo>
                  <a:cubicBezTo>
                    <a:pt x="9312" y="3467"/>
                    <a:pt x="9347" y="3466"/>
                    <a:pt x="9384" y="3466"/>
                  </a:cubicBezTo>
                  <a:cubicBezTo>
                    <a:pt x="9801" y="3466"/>
                    <a:pt x="10342" y="3645"/>
                    <a:pt x="10342" y="3645"/>
                  </a:cubicBezTo>
                  <a:cubicBezTo>
                    <a:pt x="9142" y="940"/>
                    <a:pt x="5616" y="0"/>
                    <a:pt x="339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416;p95">
              <a:extLst>
                <a:ext uri="{FF2B5EF4-FFF2-40B4-BE49-F238E27FC236}">
                  <a16:creationId xmlns:a16="http://schemas.microsoft.com/office/drawing/2014/main" id="{62BF34F1-FF5D-B2DD-7166-F7396CB6FD08}"/>
                </a:ext>
              </a:extLst>
            </p:cNvPr>
            <p:cNvSpPr/>
            <p:nvPr/>
          </p:nvSpPr>
          <p:spPr>
            <a:xfrm>
              <a:off x="1280854" y="837876"/>
              <a:ext cx="379487" cy="286302"/>
            </a:xfrm>
            <a:custGeom>
              <a:avLst/>
              <a:gdLst/>
              <a:ahLst/>
              <a:cxnLst/>
              <a:rect l="l" t="t" r="r" b="b"/>
              <a:pathLst>
                <a:path w="8210" h="6194" extrusionOk="0">
                  <a:moveTo>
                    <a:pt x="8209" y="1"/>
                  </a:moveTo>
                  <a:lnTo>
                    <a:pt x="8209" y="1"/>
                  </a:lnTo>
                  <a:cubicBezTo>
                    <a:pt x="2796" y="26"/>
                    <a:pt x="238" y="2635"/>
                    <a:pt x="44" y="4098"/>
                  </a:cubicBezTo>
                  <a:cubicBezTo>
                    <a:pt x="1" y="4417"/>
                    <a:pt x="115" y="4721"/>
                    <a:pt x="561" y="4721"/>
                  </a:cubicBezTo>
                  <a:cubicBezTo>
                    <a:pt x="587" y="4721"/>
                    <a:pt x="615" y="4720"/>
                    <a:pt x="644" y="4717"/>
                  </a:cubicBezTo>
                  <a:cubicBezTo>
                    <a:pt x="970" y="4693"/>
                    <a:pt x="1240" y="4507"/>
                    <a:pt x="1534" y="4464"/>
                  </a:cubicBezTo>
                  <a:lnTo>
                    <a:pt x="1534" y="4464"/>
                  </a:lnTo>
                  <a:cubicBezTo>
                    <a:pt x="1591" y="4739"/>
                    <a:pt x="1516" y="5039"/>
                    <a:pt x="1561" y="5319"/>
                  </a:cubicBezTo>
                  <a:cubicBezTo>
                    <a:pt x="1568" y="5361"/>
                    <a:pt x="1576" y="5401"/>
                    <a:pt x="1587" y="5442"/>
                  </a:cubicBezTo>
                  <a:cubicBezTo>
                    <a:pt x="1650" y="5684"/>
                    <a:pt x="1790" y="5914"/>
                    <a:pt x="2046" y="6054"/>
                  </a:cubicBezTo>
                  <a:cubicBezTo>
                    <a:pt x="2226" y="6152"/>
                    <a:pt x="2427" y="6193"/>
                    <a:pt x="2636" y="6193"/>
                  </a:cubicBezTo>
                  <a:cubicBezTo>
                    <a:pt x="3379" y="6193"/>
                    <a:pt x="4241" y="5677"/>
                    <a:pt x="4752" y="5325"/>
                  </a:cubicBezTo>
                  <a:cubicBezTo>
                    <a:pt x="7146" y="3673"/>
                    <a:pt x="7562" y="959"/>
                    <a:pt x="7620" y="663"/>
                  </a:cubicBezTo>
                  <a:cubicBezTo>
                    <a:pt x="7677" y="367"/>
                    <a:pt x="8209" y="1"/>
                    <a:pt x="82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417;p95">
              <a:extLst>
                <a:ext uri="{FF2B5EF4-FFF2-40B4-BE49-F238E27FC236}">
                  <a16:creationId xmlns:a16="http://schemas.microsoft.com/office/drawing/2014/main" id="{DC3DF057-8834-9AF6-C6D3-41E1C80501C9}"/>
                </a:ext>
              </a:extLst>
            </p:cNvPr>
            <p:cNvSpPr/>
            <p:nvPr/>
          </p:nvSpPr>
          <p:spPr>
            <a:xfrm>
              <a:off x="1390169" y="837876"/>
              <a:ext cx="270171" cy="292357"/>
            </a:xfrm>
            <a:custGeom>
              <a:avLst/>
              <a:gdLst/>
              <a:ahLst/>
              <a:cxnLst/>
              <a:rect l="l" t="t" r="r" b="b"/>
              <a:pathLst>
                <a:path w="5845" h="6325" extrusionOk="0">
                  <a:moveTo>
                    <a:pt x="5255" y="663"/>
                  </a:moveTo>
                  <a:cubicBezTo>
                    <a:pt x="5312" y="367"/>
                    <a:pt x="5844" y="1"/>
                    <a:pt x="5844" y="1"/>
                  </a:cubicBezTo>
                  <a:cubicBezTo>
                    <a:pt x="5133" y="4"/>
                    <a:pt x="4472" y="53"/>
                    <a:pt x="3859" y="137"/>
                  </a:cubicBezTo>
                  <a:cubicBezTo>
                    <a:pt x="4304" y="486"/>
                    <a:pt x="4322" y="1015"/>
                    <a:pt x="4284" y="1539"/>
                  </a:cubicBezTo>
                  <a:cubicBezTo>
                    <a:pt x="4223" y="2359"/>
                    <a:pt x="2815" y="4945"/>
                    <a:pt x="1469" y="5648"/>
                  </a:cubicBezTo>
                  <a:cubicBezTo>
                    <a:pt x="579" y="6113"/>
                    <a:pt x="558" y="6033"/>
                    <a:pt x="1" y="6167"/>
                  </a:cubicBezTo>
                  <a:cubicBezTo>
                    <a:pt x="794" y="6324"/>
                    <a:pt x="1812" y="5720"/>
                    <a:pt x="2387" y="5325"/>
                  </a:cubicBezTo>
                  <a:cubicBezTo>
                    <a:pt x="4781" y="3673"/>
                    <a:pt x="5197" y="959"/>
                    <a:pt x="5254" y="6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418;p95">
              <a:extLst>
                <a:ext uri="{FF2B5EF4-FFF2-40B4-BE49-F238E27FC236}">
                  <a16:creationId xmlns:a16="http://schemas.microsoft.com/office/drawing/2014/main" id="{F9AE845F-051C-3A1E-518D-BF600CA2B83A}"/>
                </a:ext>
              </a:extLst>
            </p:cNvPr>
            <p:cNvSpPr/>
            <p:nvPr/>
          </p:nvSpPr>
          <p:spPr>
            <a:xfrm>
              <a:off x="1121065" y="1491593"/>
              <a:ext cx="364557" cy="405140"/>
            </a:xfrm>
            <a:custGeom>
              <a:avLst/>
              <a:gdLst/>
              <a:ahLst/>
              <a:cxnLst/>
              <a:rect l="l" t="t" r="r" b="b"/>
              <a:pathLst>
                <a:path w="7887" h="8765" extrusionOk="0">
                  <a:moveTo>
                    <a:pt x="7790" y="0"/>
                  </a:moveTo>
                  <a:cubicBezTo>
                    <a:pt x="6842" y="298"/>
                    <a:pt x="5936" y="745"/>
                    <a:pt x="5123" y="1325"/>
                  </a:cubicBezTo>
                  <a:cubicBezTo>
                    <a:pt x="4307" y="1899"/>
                    <a:pt x="3578" y="2594"/>
                    <a:pt x="2933" y="3353"/>
                  </a:cubicBezTo>
                  <a:cubicBezTo>
                    <a:pt x="2288" y="4114"/>
                    <a:pt x="1725" y="4942"/>
                    <a:pt x="1238" y="5810"/>
                  </a:cubicBezTo>
                  <a:cubicBezTo>
                    <a:pt x="751" y="6684"/>
                    <a:pt x="329" y="7575"/>
                    <a:pt x="0" y="8548"/>
                  </a:cubicBezTo>
                  <a:lnTo>
                    <a:pt x="745" y="8765"/>
                  </a:lnTo>
                  <a:cubicBezTo>
                    <a:pt x="1007" y="7875"/>
                    <a:pt x="1386" y="6971"/>
                    <a:pt x="1818" y="6122"/>
                  </a:cubicBezTo>
                  <a:cubicBezTo>
                    <a:pt x="2254" y="5268"/>
                    <a:pt x="2763" y="4450"/>
                    <a:pt x="3353" y="3695"/>
                  </a:cubicBezTo>
                  <a:cubicBezTo>
                    <a:pt x="3943" y="2941"/>
                    <a:pt x="4615" y="2249"/>
                    <a:pt x="5376" y="1667"/>
                  </a:cubicBezTo>
                  <a:cubicBezTo>
                    <a:pt x="6132" y="1079"/>
                    <a:pt x="6982" y="616"/>
                    <a:pt x="7886" y="291"/>
                  </a:cubicBezTo>
                  <a:lnTo>
                    <a:pt x="779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419;p95">
              <a:extLst>
                <a:ext uri="{FF2B5EF4-FFF2-40B4-BE49-F238E27FC236}">
                  <a16:creationId xmlns:a16="http://schemas.microsoft.com/office/drawing/2014/main" id="{2DF3E9CF-FA4B-9DB6-A765-73564A781F1B}"/>
                </a:ext>
              </a:extLst>
            </p:cNvPr>
            <p:cNvSpPr/>
            <p:nvPr/>
          </p:nvSpPr>
          <p:spPr>
            <a:xfrm>
              <a:off x="1373806" y="1434879"/>
              <a:ext cx="322864" cy="182533"/>
            </a:xfrm>
            <a:custGeom>
              <a:avLst/>
              <a:gdLst/>
              <a:ahLst/>
              <a:cxnLst/>
              <a:rect l="l" t="t" r="r" b="b"/>
              <a:pathLst>
                <a:path w="6985" h="3949" extrusionOk="0">
                  <a:moveTo>
                    <a:pt x="1192" y="1"/>
                  </a:moveTo>
                  <a:cubicBezTo>
                    <a:pt x="573" y="1"/>
                    <a:pt x="200" y="196"/>
                    <a:pt x="79" y="472"/>
                  </a:cubicBezTo>
                  <a:cubicBezTo>
                    <a:pt x="0" y="652"/>
                    <a:pt x="60" y="921"/>
                    <a:pt x="467" y="1190"/>
                  </a:cubicBezTo>
                  <a:cubicBezTo>
                    <a:pt x="724" y="1359"/>
                    <a:pt x="960" y="1401"/>
                    <a:pt x="1195" y="1542"/>
                  </a:cubicBezTo>
                  <a:cubicBezTo>
                    <a:pt x="1203" y="1740"/>
                    <a:pt x="1106" y="1880"/>
                    <a:pt x="1104" y="2076"/>
                  </a:cubicBezTo>
                  <a:cubicBezTo>
                    <a:pt x="1104" y="2104"/>
                    <a:pt x="1105" y="2135"/>
                    <a:pt x="1109" y="2166"/>
                  </a:cubicBezTo>
                  <a:cubicBezTo>
                    <a:pt x="1126" y="2349"/>
                    <a:pt x="1206" y="2568"/>
                    <a:pt x="1388" y="2798"/>
                  </a:cubicBezTo>
                  <a:cubicBezTo>
                    <a:pt x="1967" y="3533"/>
                    <a:pt x="3023" y="3794"/>
                    <a:pt x="3593" y="3891"/>
                  </a:cubicBezTo>
                  <a:cubicBezTo>
                    <a:pt x="3825" y="3931"/>
                    <a:pt x="4039" y="3949"/>
                    <a:pt x="4237" y="3949"/>
                  </a:cubicBezTo>
                  <a:cubicBezTo>
                    <a:pt x="5820" y="3949"/>
                    <a:pt x="6363" y="2816"/>
                    <a:pt x="6438" y="2686"/>
                  </a:cubicBezTo>
                  <a:cubicBezTo>
                    <a:pt x="6479" y="2615"/>
                    <a:pt x="6608" y="2597"/>
                    <a:pt x="6730" y="2597"/>
                  </a:cubicBezTo>
                  <a:cubicBezTo>
                    <a:pt x="6861" y="2597"/>
                    <a:pt x="6985" y="2617"/>
                    <a:pt x="6985" y="2617"/>
                  </a:cubicBezTo>
                  <a:cubicBezTo>
                    <a:pt x="4257" y="645"/>
                    <a:pt x="2317" y="1"/>
                    <a:pt x="119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420;p95">
              <a:extLst>
                <a:ext uri="{FF2B5EF4-FFF2-40B4-BE49-F238E27FC236}">
                  <a16:creationId xmlns:a16="http://schemas.microsoft.com/office/drawing/2014/main" id="{FEF41DDB-9329-EA02-974A-1C0C90250D98}"/>
                </a:ext>
              </a:extLst>
            </p:cNvPr>
            <p:cNvSpPr/>
            <p:nvPr/>
          </p:nvSpPr>
          <p:spPr>
            <a:xfrm>
              <a:off x="1476789" y="1469499"/>
              <a:ext cx="219880" cy="161733"/>
            </a:xfrm>
            <a:custGeom>
              <a:avLst/>
              <a:gdLst/>
              <a:ahLst/>
              <a:cxnLst/>
              <a:rect l="l" t="t" r="r" b="b"/>
              <a:pathLst>
                <a:path w="4757" h="3499" extrusionOk="0">
                  <a:moveTo>
                    <a:pt x="1782" y="972"/>
                  </a:moveTo>
                  <a:cubicBezTo>
                    <a:pt x="1782" y="972"/>
                    <a:pt x="1" y="1482"/>
                    <a:pt x="232" y="2820"/>
                  </a:cubicBezTo>
                  <a:cubicBezTo>
                    <a:pt x="651" y="2998"/>
                    <a:pt x="1072" y="3092"/>
                    <a:pt x="1365" y="3142"/>
                  </a:cubicBezTo>
                  <a:cubicBezTo>
                    <a:pt x="3448" y="3499"/>
                    <a:pt x="4126" y="2084"/>
                    <a:pt x="4210" y="1937"/>
                  </a:cubicBezTo>
                  <a:cubicBezTo>
                    <a:pt x="4294" y="1790"/>
                    <a:pt x="4757" y="1868"/>
                    <a:pt x="4757" y="1868"/>
                  </a:cubicBezTo>
                  <a:cubicBezTo>
                    <a:pt x="4563" y="1730"/>
                    <a:pt x="4376" y="1598"/>
                    <a:pt x="4190" y="1472"/>
                  </a:cubicBezTo>
                  <a:cubicBezTo>
                    <a:pt x="3216" y="884"/>
                    <a:pt x="2207" y="304"/>
                    <a:pt x="2207" y="304"/>
                  </a:cubicBezTo>
                  <a:cubicBezTo>
                    <a:pt x="2207" y="304"/>
                    <a:pt x="1357" y="1"/>
                    <a:pt x="1782" y="9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421;p95">
              <a:extLst>
                <a:ext uri="{FF2B5EF4-FFF2-40B4-BE49-F238E27FC236}">
                  <a16:creationId xmlns:a16="http://schemas.microsoft.com/office/drawing/2014/main" id="{C4E60632-1C71-DB6F-6A92-518B753F4D62}"/>
                </a:ext>
              </a:extLst>
            </p:cNvPr>
            <p:cNvSpPr/>
            <p:nvPr/>
          </p:nvSpPr>
          <p:spPr>
            <a:xfrm>
              <a:off x="1373806" y="1414495"/>
              <a:ext cx="322864" cy="216737"/>
            </a:xfrm>
            <a:custGeom>
              <a:avLst/>
              <a:gdLst/>
              <a:ahLst/>
              <a:cxnLst/>
              <a:rect l="l" t="t" r="r" b="b"/>
              <a:pathLst>
                <a:path w="6985" h="4689" fill="none" extrusionOk="0">
                  <a:moveTo>
                    <a:pt x="1388" y="3239"/>
                  </a:moveTo>
                  <a:cubicBezTo>
                    <a:pt x="1967" y="3974"/>
                    <a:pt x="3023" y="4235"/>
                    <a:pt x="3593" y="4332"/>
                  </a:cubicBezTo>
                  <a:cubicBezTo>
                    <a:pt x="5676" y="4689"/>
                    <a:pt x="6354" y="3274"/>
                    <a:pt x="6438" y="3127"/>
                  </a:cubicBezTo>
                  <a:cubicBezTo>
                    <a:pt x="6522" y="2980"/>
                    <a:pt x="6985" y="3058"/>
                    <a:pt x="6985" y="3058"/>
                  </a:cubicBezTo>
                  <a:cubicBezTo>
                    <a:pt x="2757" y="1"/>
                    <a:pt x="421" y="134"/>
                    <a:pt x="79" y="913"/>
                  </a:cubicBezTo>
                  <a:cubicBezTo>
                    <a:pt x="0" y="1093"/>
                    <a:pt x="60" y="1362"/>
                    <a:pt x="467" y="1631"/>
                  </a:cubicBezTo>
                  <a:cubicBezTo>
                    <a:pt x="724" y="1800"/>
                    <a:pt x="960" y="1842"/>
                    <a:pt x="1195" y="1983"/>
                  </a:cubicBezTo>
                  <a:cubicBezTo>
                    <a:pt x="1203" y="2181"/>
                    <a:pt x="1106" y="2321"/>
                    <a:pt x="1104" y="2517"/>
                  </a:cubicBezTo>
                  <a:cubicBezTo>
                    <a:pt x="1104" y="2545"/>
                    <a:pt x="1105" y="2576"/>
                    <a:pt x="1109" y="2607"/>
                  </a:cubicBezTo>
                  <a:cubicBezTo>
                    <a:pt x="1126" y="2790"/>
                    <a:pt x="1206" y="3009"/>
                    <a:pt x="1388" y="32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422;p95">
              <a:extLst>
                <a:ext uri="{FF2B5EF4-FFF2-40B4-BE49-F238E27FC236}">
                  <a16:creationId xmlns:a16="http://schemas.microsoft.com/office/drawing/2014/main" id="{859C61C7-D6FE-E31E-1377-5DA76059BFF9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143" y="1"/>
                  </a:move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423;p95">
              <a:extLst>
                <a:ext uri="{FF2B5EF4-FFF2-40B4-BE49-F238E27FC236}">
                  <a16:creationId xmlns:a16="http://schemas.microsoft.com/office/drawing/2014/main" id="{2C5D4BCD-3BD5-C5EB-1F22-A334852E1F41}"/>
                </a:ext>
              </a:extLst>
            </p:cNvPr>
            <p:cNvSpPr/>
            <p:nvPr/>
          </p:nvSpPr>
          <p:spPr>
            <a:xfrm>
              <a:off x="989240" y="2205028"/>
              <a:ext cx="342555" cy="101089"/>
            </a:xfrm>
            <a:custGeom>
              <a:avLst/>
              <a:gdLst/>
              <a:ahLst/>
              <a:cxnLst/>
              <a:rect l="l" t="t" r="r" b="b"/>
              <a:pathLst>
                <a:path w="7411" h="2187" extrusionOk="0">
                  <a:moveTo>
                    <a:pt x="700" y="0"/>
                  </a:moveTo>
                  <a:cubicBezTo>
                    <a:pt x="700" y="0"/>
                    <a:pt x="3432" y="274"/>
                    <a:pt x="6530" y="121"/>
                  </a:cubicBezTo>
                  <a:lnTo>
                    <a:pt x="7411" y="1579"/>
                  </a:lnTo>
                  <a:cubicBezTo>
                    <a:pt x="7411" y="1579"/>
                    <a:pt x="3766" y="2186"/>
                    <a:pt x="1884" y="1458"/>
                  </a:cubicBezTo>
                  <a:cubicBezTo>
                    <a:pt x="1" y="729"/>
                    <a:pt x="700" y="0"/>
                    <a:pt x="700" y="0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424;p95">
              <a:extLst>
                <a:ext uri="{FF2B5EF4-FFF2-40B4-BE49-F238E27FC236}">
                  <a16:creationId xmlns:a16="http://schemas.microsoft.com/office/drawing/2014/main" id="{F2A6898B-32E3-E5A1-2835-7EE1BAA6A404}"/>
                </a:ext>
              </a:extLst>
            </p:cNvPr>
            <p:cNvSpPr/>
            <p:nvPr/>
          </p:nvSpPr>
          <p:spPr>
            <a:xfrm>
              <a:off x="728733" y="1121309"/>
              <a:ext cx="445030" cy="474890"/>
            </a:xfrm>
            <a:custGeom>
              <a:avLst/>
              <a:gdLst/>
              <a:ahLst/>
              <a:cxnLst/>
              <a:rect l="l" t="t" r="r" b="b"/>
              <a:pathLst>
                <a:path w="9628" h="10274" extrusionOk="0">
                  <a:moveTo>
                    <a:pt x="8770" y="2964"/>
                  </a:moveTo>
                  <a:cubicBezTo>
                    <a:pt x="8501" y="2599"/>
                    <a:pt x="8081" y="2387"/>
                    <a:pt x="7643" y="2282"/>
                  </a:cubicBezTo>
                  <a:cubicBezTo>
                    <a:pt x="7569" y="2264"/>
                    <a:pt x="7494" y="2248"/>
                    <a:pt x="7420" y="2237"/>
                  </a:cubicBezTo>
                  <a:cubicBezTo>
                    <a:pt x="6917" y="2155"/>
                    <a:pt x="6386" y="2237"/>
                    <a:pt x="5891" y="2138"/>
                  </a:cubicBezTo>
                  <a:cubicBezTo>
                    <a:pt x="5946" y="1731"/>
                    <a:pt x="6257" y="1368"/>
                    <a:pt x="6278" y="918"/>
                  </a:cubicBezTo>
                  <a:cubicBezTo>
                    <a:pt x="6310" y="205"/>
                    <a:pt x="5729" y="0"/>
                    <a:pt x="5126" y="39"/>
                  </a:cubicBezTo>
                  <a:cubicBezTo>
                    <a:pt x="4948" y="50"/>
                    <a:pt x="4761" y="78"/>
                    <a:pt x="4567" y="119"/>
                  </a:cubicBezTo>
                  <a:cubicBezTo>
                    <a:pt x="5166" y="83"/>
                    <a:pt x="5743" y="290"/>
                    <a:pt x="5711" y="999"/>
                  </a:cubicBezTo>
                  <a:cubicBezTo>
                    <a:pt x="5690" y="1450"/>
                    <a:pt x="5379" y="1812"/>
                    <a:pt x="5324" y="2220"/>
                  </a:cubicBezTo>
                  <a:cubicBezTo>
                    <a:pt x="5819" y="2317"/>
                    <a:pt x="6350" y="2236"/>
                    <a:pt x="6853" y="2317"/>
                  </a:cubicBezTo>
                  <a:cubicBezTo>
                    <a:pt x="6927" y="2330"/>
                    <a:pt x="7002" y="2344"/>
                    <a:pt x="7076" y="2362"/>
                  </a:cubicBezTo>
                  <a:cubicBezTo>
                    <a:pt x="7514" y="2467"/>
                    <a:pt x="7935" y="2679"/>
                    <a:pt x="8203" y="3046"/>
                  </a:cubicBezTo>
                  <a:cubicBezTo>
                    <a:pt x="9061" y="4213"/>
                    <a:pt x="7858" y="5877"/>
                    <a:pt x="7099" y="6754"/>
                  </a:cubicBezTo>
                  <a:cubicBezTo>
                    <a:pt x="4986" y="9196"/>
                    <a:pt x="1687" y="10001"/>
                    <a:pt x="0" y="10273"/>
                  </a:cubicBezTo>
                  <a:cubicBezTo>
                    <a:pt x="1382" y="10102"/>
                    <a:pt x="5279" y="9432"/>
                    <a:pt x="7666" y="6673"/>
                  </a:cubicBezTo>
                  <a:cubicBezTo>
                    <a:pt x="8424" y="5795"/>
                    <a:pt x="9627" y="4131"/>
                    <a:pt x="8770" y="29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425;p95">
              <a:extLst>
                <a:ext uri="{FF2B5EF4-FFF2-40B4-BE49-F238E27FC236}">
                  <a16:creationId xmlns:a16="http://schemas.microsoft.com/office/drawing/2014/main" id="{F99A945A-2A77-2B93-9FFC-4F34601C8F4E}"/>
                </a:ext>
              </a:extLst>
            </p:cNvPr>
            <p:cNvSpPr/>
            <p:nvPr/>
          </p:nvSpPr>
          <p:spPr>
            <a:xfrm>
              <a:off x="638508" y="1121355"/>
              <a:ext cx="535257" cy="512885"/>
            </a:xfrm>
            <a:custGeom>
              <a:avLst/>
              <a:gdLst/>
              <a:ahLst/>
              <a:cxnLst/>
              <a:rect l="l" t="t" r="r" b="b"/>
              <a:pathLst>
                <a:path w="11580" h="11096" fill="none" extrusionOk="0">
                  <a:moveTo>
                    <a:pt x="9595" y="2281"/>
                  </a:moveTo>
                  <a:cubicBezTo>
                    <a:pt x="9521" y="2263"/>
                    <a:pt x="9446" y="2247"/>
                    <a:pt x="9372" y="2236"/>
                  </a:cubicBezTo>
                  <a:cubicBezTo>
                    <a:pt x="8869" y="2154"/>
                    <a:pt x="8338" y="2236"/>
                    <a:pt x="7843" y="2138"/>
                  </a:cubicBezTo>
                  <a:cubicBezTo>
                    <a:pt x="7898" y="1730"/>
                    <a:pt x="8209" y="1367"/>
                    <a:pt x="8230" y="917"/>
                  </a:cubicBezTo>
                  <a:cubicBezTo>
                    <a:pt x="8262" y="204"/>
                    <a:pt x="7681" y="1"/>
                    <a:pt x="7078" y="39"/>
                  </a:cubicBezTo>
                  <a:cubicBezTo>
                    <a:pt x="4476" y="202"/>
                    <a:pt x="0" y="3571"/>
                    <a:pt x="350" y="11096"/>
                  </a:cubicBezTo>
                  <a:cubicBezTo>
                    <a:pt x="350" y="11096"/>
                    <a:pt x="967" y="10383"/>
                    <a:pt x="1492" y="10324"/>
                  </a:cubicBezTo>
                  <a:cubicBezTo>
                    <a:pt x="2016" y="10264"/>
                    <a:pt x="6840" y="9882"/>
                    <a:pt x="9618" y="6672"/>
                  </a:cubicBezTo>
                  <a:cubicBezTo>
                    <a:pt x="10376" y="5794"/>
                    <a:pt x="11579" y="4131"/>
                    <a:pt x="10722" y="2964"/>
                  </a:cubicBezTo>
                  <a:cubicBezTo>
                    <a:pt x="10453" y="2598"/>
                    <a:pt x="10033" y="2386"/>
                    <a:pt x="9595" y="2281"/>
                  </a:cubicBezTo>
                  <a:close/>
                  <a:moveTo>
                    <a:pt x="2761" y="5714"/>
                  </a:moveTo>
                  <a:cubicBezTo>
                    <a:pt x="2482" y="5814"/>
                    <a:pt x="2212" y="5760"/>
                    <a:pt x="2157" y="5593"/>
                  </a:cubicBezTo>
                  <a:cubicBezTo>
                    <a:pt x="2103" y="5428"/>
                    <a:pt x="2285" y="5211"/>
                    <a:pt x="2564" y="5113"/>
                  </a:cubicBezTo>
                  <a:cubicBezTo>
                    <a:pt x="2843" y="5013"/>
                    <a:pt x="3113" y="5067"/>
                    <a:pt x="3168" y="5233"/>
                  </a:cubicBezTo>
                  <a:cubicBezTo>
                    <a:pt x="3222" y="5398"/>
                    <a:pt x="3040" y="5615"/>
                    <a:pt x="2761" y="5714"/>
                  </a:cubicBezTo>
                  <a:close/>
                  <a:moveTo>
                    <a:pt x="3628" y="4353"/>
                  </a:moveTo>
                  <a:cubicBezTo>
                    <a:pt x="3145" y="4730"/>
                    <a:pt x="2637" y="4874"/>
                    <a:pt x="2493" y="4676"/>
                  </a:cubicBezTo>
                  <a:cubicBezTo>
                    <a:pt x="2350" y="4476"/>
                    <a:pt x="2625" y="4011"/>
                    <a:pt x="3108" y="3635"/>
                  </a:cubicBezTo>
                  <a:cubicBezTo>
                    <a:pt x="3591" y="3259"/>
                    <a:pt x="4100" y="3114"/>
                    <a:pt x="4243" y="3312"/>
                  </a:cubicBezTo>
                  <a:cubicBezTo>
                    <a:pt x="4387" y="3511"/>
                    <a:pt x="4112" y="3977"/>
                    <a:pt x="3628" y="4353"/>
                  </a:cubicBezTo>
                  <a:close/>
                  <a:moveTo>
                    <a:pt x="7437" y="6334"/>
                  </a:moveTo>
                  <a:cubicBezTo>
                    <a:pt x="7232" y="6323"/>
                    <a:pt x="7083" y="6016"/>
                    <a:pt x="7106" y="5648"/>
                  </a:cubicBezTo>
                  <a:cubicBezTo>
                    <a:pt x="7127" y="5281"/>
                    <a:pt x="7312" y="4993"/>
                    <a:pt x="7517" y="5004"/>
                  </a:cubicBezTo>
                  <a:cubicBezTo>
                    <a:pt x="7722" y="5015"/>
                    <a:pt x="7871" y="5322"/>
                    <a:pt x="7849" y="5689"/>
                  </a:cubicBezTo>
                  <a:cubicBezTo>
                    <a:pt x="7827" y="6056"/>
                    <a:pt x="7642" y="6344"/>
                    <a:pt x="7437" y="63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426;p95">
              <a:extLst>
                <a:ext uri="{FF2B5EF4-FFF2-40B4-BE49-F238E27FC236}">
                  <a16:creationId xmlns:a16="http://schemas.microsoft.com/office/drawing/2014/main" id="{C2960D11-2202-AF85-57EE-5DF88479D782}"/>
                </a:ext>
              </a:extLst>
            </p:cNvPr>
            <p:cNvSpPr/>
            <p:nvPr/>
          </p:nvSpPr>
          <p:spPr>
            <a:xfrm>
              <a:off x="670108" y="1248894"/>
              <a:ext cx="295547" cy="328503"/>
            </a:xfrm>
            <a:custGeom>
              <a:avLst/>
              <a:gdLst/>
              <a:ahLst/>
              <a:cxnLst/>
              <a:rect l="l" t="t" r="r" b="b"/>
              <a:pathLst>
                <a:path w="6394" h="7107" fill="none" extrusionOk="0">
                  <a:moveTo>
                    <a:pt x="6394" y="0"/>
                  </a:moveTo>
                  <a:cubicBezTo>
                    <a:pt x="6394" y="0"/>
                    <a:pt x="2030" y="3290"/>
                    <a:pt x="0" y="710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427;p95">
              <a:extLst>
                <a:ext uri="{FF2B5EF4-FFF2-40B4-BE49-F238E27FC236}">
                  <a16:creationId xmlns:a16="http://schemas.microsoft.com/office/drawing/2014/main" id="{F06B98BF-C0BE-6EF4-C81D-6C4D5D0EE4E5}"/>
                </a:ext>
              </a:extLst>
            </p:cNvPr>
            <p:cNvSpPr/>
            <p:nvPr/>
          </p:nvSpPr>
          <p:spPr>
            <a:xfrm>
              <a:off x="1351804" y="832792"/>
              <a:ext cx="308535" cy="211468"/>
            </a:xfrm>
            <a:custGeom>
              <a:avLst/>
              <a:gdLst/>
              <a:ahLst/>
              <a:cxnLst/>
              <a:rect l="l" t="t" r="r" b="b"/>
              <a:pathLst>
                <a:path w="6675" h="4575" fill="none" extrusionOk="0">
                  <a:moveTo>
                    <a:pt x="0" y="4574"/>
                  </a:moveTo>
                  <a:cubicBezTo>
                    <a:pt x="0" y="4574"/>
                    <a:pt x="3294" y="1"/>
                    <a:pt x="6674" y="11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428;p95">
              <a:extLst>
                <a:ext uri="{FF2B5EF4-FFF2-40B4-BE49-F238E27FC236}">
                  <a16:creationId xmlns:a16="http://schemas.microsoft.com/office/drawing/2014/main" id="{86E5759D-2BD4-5205-250E-AFD13DB7B477}"/>
                </a:ext>
              </a:extLst>
            </p:cNvPr>
            <p:cNvSpPr/>
            <p:nvPr/>
          </p:nvSpPr>
          <p:spPr>
            <a:xfrm>
              <a:off x="1428995" y="1491778"/>
              <a:ext cx="267674" cy="64111"/>
            </a:xfrm>
            <a:custGeom>
              <a:avLst/>
              <a:gdLst/>
              <a:ahLst/>
              <a:cxnLst/>
              <a:rect l="l" t="t" r="r" b="b"/>
              <a:pathLst>
                <a:path w="5791" h="1387" fill="none" extrusionOk="0">
                  <a:moveTo>
                    <a:pt x="1" y="311"/>
                  </a:moveTo>
                  <a:cubicBezTo>
                    <a:pt x="1" y="311"/>
                    <a:pt x="2628" y="1"/>
                    <a:pt x="5791" y="13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429;p95">
              <a:extLst>
                <a:ext uri="{FF2B5EF4-FFF2-40B4-BE49-F238E27FC236}">
                  <a16:creationId xmlns:a16="http://schemas.microsoft.com/office/drawing/2014/main" id="{72D5D20B-B5F3-B960-A6AE-1EE9B2FA30A1}"/>
                </a:ext>
              </a:extLst>
            </p:cNvPr>
            <p:cNvSpPr/>
            <p:nvPr/>
          </p:nvSpPr>
          <p:spPr>
            <a:xfrm>
              <a:off x="683019" y="759206"/>
              <a:ext cx="505813" cy="132011"/>
            </a:xfrm>
            <a:custGeom>
              <a:avLst/>
              <a:gdLst/>
              <a:ahLst/>
              <a:cxnLst/>
              <a:rect l="l" t="t" r="r" b="b"/>
              <a:pathLst>
                <a:path w="10943" h="2856" fill="none" extrusionOk="0">
                  <a:moveTo>
                    <a:pt x="1" y="1697"/>
                  </a:moveTo>
                  <a:cubicBezTo>
                    <a:pt x="1" y="1697"/>
                    <a:pt x="5156" y="1"/>
                    <a:pt x="10942" y="285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430;p95">
              <a:extLst>
                <a:ext uri="{FF2B5EF4-FFF2-40B4-BE49-F238E27FC236}">
                  <a16:creationId xmlns:a16="http://schemas.microsoft.com/office/drawing/2014/main" id="{99EC85F6-E47A-851C-9686-03D852FB3D44}"/>
                </a:ext>
              </a:extLst>
            </p:cNvPr>
            <p:cNvSpPr/>
            <p:nvPr/>
          </p:nvSpPr>
          <p:spPr>
            <a:xfrm>
              <a:off x="1254369" y="1767353"/>
              <a:ext cx="228385" cy="543299"/>
            </a:xfrm>
            <a:custGeom>
              <a:avLst/>
              <a:gdLst/>
              <a:ahLst/>
              <a:cxnLst/>
              <a:rect l="l" t="t" r="r" b="b"/>
              <a:pathLst>
                <a:path w="4941" h="11754" extrusionOk="0">
                  <a:moveTo>
                    <a:pt x="4666" y="7222"/>
                  </a:moveTo>
                  <a:lnTo>
                    <a:pt x="3846" y="0"/>
                  </a:lnTo>
                  <a:cubicBezTo>
                    <a:pt x="3272" y="150"/>
                    <a:pt x="2403" y="269"/>
                    <a:pt x="1361" y="337"/>
                  </a:cubicBezTo>
                  <a:lnTo>
                    <a:pt x="2193" y="7667"/>
                  </a:lnTo>
                  <a:cubicBezTo>
                    <a:pt x="2393" y="9417"/>
                    <a:pt x="1456" y="11009"/>
                    <a:pt x="1" y="11754"/>
                  </a:cubicBezTo>
                  <a:lnTo>
                    <a:pt x="620" y="11754"/>
                  </a:lnTo>
                  <a:cubicBezTo>
                    <a:pt x="3052" y="11754"/>
                    <a:pt x="4941" y="9637"/>
                    <a:pt x="4666" y="722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31;p95">
              <a:extLst>
                <a:ext uri="{FF2B5EF4-FFF2-40B4-BE49-F238E27FC236}">
                  <a16:creationId xmlns:a16="http://schemas.microsoft.com/office/drawing/2014/main" id="{813F0984-E196-0761-A864-077FAE6CCA0F}"/>
                </a:ext>
              </a:extLst>
            </p:cNvPr>
            <p:cNvSpPr/>
            <p:nvPr/>
          </p:nvSpPr>
          <p:spPr>
            <a:xfrm>
              <a:off x="969550" y="1801000"/>
              <a:ext cx="502213" cy="117624"/>
            </a:xfrm>
            <a:custGeom>
              <a:avLst/>
              <a:gdLst/>
              <a:ahLst/>
              <a:cxnLst/>
              <a:rect l="l" t="t" r="r" b="b"/>
              <a:pathLst>
                <a:path w="11814" h="2545" fill="none" extrusionOk="0">
                  <a:moveTo>
                    <a:pt x="0" y="35"/>
                  </a:moveTo>
                  <a:cubicBezTo>
                    <a:pt x="700" y="414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1"/>
                    <a:pt x="4210" y="2501"/>
                  </a:cubicBezTo>
                  <a:cubicBezTo>
                    <a:pt x="4707" y="2545"/>
                    <a:pt x="5289" y="1217"/>
                    <a:pt x="5851" y="1210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2"/>
                    <a:pt x="8880" y="881"/>
                  </a:cubicBezTo>
                  <a:cubicBezTo>
                    <a:pt x="9381" y="778"/>
                    <a:pt x="10227" y="1960"/>
                    <a:pt x="10754" y="1801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32;p95">
              <a:extLst>
                <a:ext uri="{FF2B5EF4-FFF2-40B4-BE49-F238E27FC236}">
                  <a16:creationId xmlns:a16="http://schemas.microsoft.com/office/drawing/2014/main" id="{B72050FD-2B06-7FE8-D425-5E20DC5EE8BB}"/>
                </a:ext>
              </a:extLst>
            </p:cNvPr>
            <p:cNvSpPr/>
            <p:nvPr/>
          </p:nvSpPr>
          <p:spPr>
            <a:xfrm>
              <a:off x="959925" y="1963150"/>
              <a:ext cx="525693" cy="117676"/>
            </a:xfrm>
            <a:custGeom>
              <a:avLst/>
              <a:gdLst/>
              <a:ahLst/>
              <a:cxnLst/>
              <a:rect l="l" t="t" r="r" b="b"/>
              <a:pathLst>
                <a:path w="11814" h="2546" fill="none" extrusionOk="0">
                  <a:moveTo>
                    <a:pt x="0" y="35"/>
                  </a:moveTo>
                  <a:cubicBezTo>
                    <a:pt x="700" y="415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0"/>
                    <a:pt x="4210" y="2501"/>
                  </a:cubicBezTo>
                  <a:cubicBezTo>
                    <a:pt x="4707" y="2546"/>
                    <a:pt x="5289" y="1218"/>
                    <a:pt x="5851" y="1211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3"/>
                    <a:pt x="8880" y="881"/>
                  </a:cubicBezTo>
                  <a:cubicBezTo>
                    <a:pt x="9381" y="778"/>
                    <a:pt x="10227" y="1960"/>
                    <a:pt x="10754" y="1802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33;p95">
              <a:extLst>
                <a:ext uri="{FF2B5EF4-FFF2-40B4-BE49-F238E27FC236}">
                  <a16:creationId xmlns:a16="http://schemas.microsoft.com/office/drawing/2014/main" id="{F7E26FD6-C1D6-36E0-2226-9DF62DA16DC9}"/>
                </a:ext>
              </a:extLst>
            </p:cNvPr>
            <p:cNvSpPr/>
            <p:nvPr/>
          </p:nvSpPr>
          <p:spPr>
            <a:xfrm>
              <a:off x="940225" y="2125100"/>
              <a:ext cx="569515" cy="117874"/>
            </a:xfrm>
            <a:custGeom>
              <a:avLst/>
              <a:gdLst/>
              <a:ahLst/>
              <a:cxnLst/>
              <a:rect l="l" t="t" r="r" b="b"/>
              <a:pathLst>
                <a:path w="12488" h="2550" fill="none" extrusionOk="0">
                  <a:moveTo>
                    <a:pt x="1" y="33"/>
                  </a:moveTo>
                  <a:cubicBezTo>
                    <a:pt x="744" y="415"/>
                    <a:pt x="55" y="1569"/>
                    <a:pt x="1057" y="1869"/>
                  </a:cubicBezTo>
                  <a:cubicBezTo>
                    <a:pt x="1511" y="2005"/>
                    <a:pt x="2371" y="830"/>
                    <a:pt x="2997" y="945"/>
                  </a:cubicBezTo>
                  <a:cubicBezTo>
                    <a:pt x="3499" y="1038"/>
                    <a:pt x="3872" y="2455"/>
                    <a:pt x="4472" y="2506"/>
                  </a:cubicBezTo>
                  <a:cubicBezTo>
                    <a:pt x="4994" y="2549"/>
                    <a:pt x="5600" y="1222"/>
                    <a:pt x="6189" y="1215"/>
                  </a:cubicBezTo>
                  <a:cubicBezTo>
                    <a:pt x="6720" y="1210"/>
                    <a:pt x="7353" y="2529"/>
                    <a:pt x="7932" y="2469"/>
                  </a:cubicBezTo>
                  <a:cubicBezTo>
                    <a:pt x="8464" y="2414"/>
                    <a:pt x="8816" y="996"/>
                    <a:pt x="9385" y="885"/>
                  </a:cubicBezTo>
                  <a:cubicBezTo>
                    <a:pt x="9911" y="783"/>
                    <a:pt x="10769" y="1968"/>
                    <a:pt x="11324" y="1810"/>
                  </a:cubicBezTo>
                  <a:cubicBezTo>
                    <a:pt x="11842" y="1662"/>
                    <a:pt x="11947" y="203"/>
                    <a:pt x="12487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34;p95">
              <a:extLst>
                <a:ext uri="{FF2B5EF4-FFF2-40B4-BE49-F238E27FC236}">
                  <a16:creationId xmlns:a16="http://schemas.microsoft.com/office/drawing/2014/main" id="{289C7CBA-80E9-D21D-AD43-2D8FEE925954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fill="none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435;p95">
              <a:extLst>
                <a:ext uri="{FF2B5EF4-FFF2-40B4-BE49-F238E27FC236}">
                  <a16:creationId xmlns:a16="http://schemas.microsoft.com/office/drawing/2014/main" id="{70402A6F-4F99-D537-B8EF-610213959EE5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436;p95">
              <a:extLst>
                <a:ext uri="{FF2B5EF4-FFF2-40B4-BE49-F238E27FC236}">
                  <a16:creationId xmlns:a16="http://schemas.microsoft.com/office/drawing/2014/main" id="{CA3EB524-B4DD-CB77-D87F-2477E786AC5E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fill="none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437;p95">
              <a:extLst>
                <a:ext uri="{FF2B5EF4-FFF2-40B4-BE49-F238E27FC236}">
                  <a16:creationId xmlns:a16="http://schemas.microsoft.com/office/drawing/2014/main" id="{5C6E29DB-7F6A-D617-1466-AF12BDF7EB91}"/>
                </a:ext>
              </a:extLst>
            </p:cNvPr>
            <p:cNvSpPr/>
            <p:nvPr/>
          </p:nvSpPr>
          <p:spPr>
            <a:xfrm>
              <a:off x="1378706" y="1236124"/>
              <a:ext cx="361784" cy="124154"/>
            </a:xfrm>
            <a:custGeom>
              <a:avLst/>
              <a:gdLst/>
              <a:ahLst/>
              <a:cxnLst/>
              <a:rect l="l" t="t" r="r" b="b"/>
              <a:pathLst>
                <a:path w="7827" h="2686" fill="none" extrusionOk="0">
                  <a:moveTo>
                    <a:pt x="1" y="0"/>
                  </a:moveTo>
                  <a:cubicBezTo>
                    <a:pt x="1" y="0"/>
                    <a:pt x="7236" y="1616"/>
                    <a:pt x="7827" y="26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438;p95">
              <a:extLst>
                <a:ext uri="{FF2B5EF4-FFF2-40B4-BE49-F238E27FC236}">
                  <a16:creationId xmlns:a16="http://schemas.microsoft.com/office/drawing/2014/main" id="{82C14803-CD02-778A-B589-02ED89B545F3}"/>
                </a:ext>
              </a:extLst>
            </p:cNvPr>
            <p:cNvSpPr/>
            <p:nvPr/>
          </p:nvSpPr>
          <p:spPr>
            <a:xfrm>
              <a:off x="1280761" y="837876"/>
              <a:ext cx="379579" cy="300400"/>
            </a:xfrm>
            <a:custGeom>
              <a:avLst/>
              <a:gdLst/>
              <a:ahLst/>
              <a:cxnLst/>
              <a:rect l="l" t="t" r="r" b="b"/>
              <a:pathLst>
                <a:path w="8212" h="6499" fill="none" extrusionOk="0">
                  <a:moveTo>
                    <a:pt x="2048" y="6054"/>
                  </a:moveTo>
                  <a:cubicBezTo>
                    <a:pt x="2865" y="6499"/>
                    <a:pt x="4098" y="5776"/>
                    <a:pt x="4754" y="5325"/>
                  </a:cubicBezTo>
                  <a:cubicBezTo>
                    <a:pt x="7148" y="3673"/>
                    <a:pt x="7564" y="959"/>
                    <a:pt x="7622" y="663"/>
                  </a:cubicBezTo>
                  <a:cubicBezTo>
                    <a:pt x="7679" y="367"/>
                    <a:pt x="8211" y="1"/>
                    <a:pt x="8211" y="1"/>
                  </a:cubicBezTo>
                  <a:cubicBezTo>
                    <a:pt x="2798" y="26"/>
                    <a:pt x="240" y="2635"/>
                    <a:pt x="46" y="4098"/>
                  </a:cubicBezTo>
                  <a:cubicBezTo>
                    <a:pt x="0" y="4436"/>
                    <a:pt x="131" y="4757"/>
                    <a:pt x="646" y="4717"/>
                  </a:cubicBezTo>
                  <a:cubicBezTo>
                    <a:pt x="972" y="4693"/>
                    <a:pt x="1242" y="4507"/>
                    <a:pt x="1536" y="4464"/>
                  </a:cubicBezTo>
                  <a:cubicBezTo>
                    <a:pt x="1593" y="4739"/>
                    <a:pt x="1518" y="5039"/>
                    <a:pt x="1563" y="5319"/>
                  </a:cubicBezTo>
                  <a:cubicBezTo>
                    <a:pt x="1570" y="5361"/>
                    <a:pt x="1578" y="5401"/>
                    <a:pt x="1589" y="5442"/>
                  </a:cubicBezTo>
                  <a:cubicBezTo>
                    <a:pt x="1652" y="5684"/>
                    <a:pt x="1792" y="5914"/>
                    <a:pt x="2048" y="60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3821;p70">
            <a:extLst>
              <a:ext uri="{FF2B5EF4-FFF2-40B4-BE49-F238E27FC236}">
                <a16:creationId xmlns:a16="http://schemas.microsoft.com/office/drawing/2014/main" id="{F1F1857B-52A8-760E-02FE-827CD2FCE64F}"/>
              </a:ext>
            </a:extLst>
          </p:cNvPr>
          <p:cNvGrpSpPr/>
          <p:nvPr/>
        </p:nvGrpSpPr>
        <p:grpSpPr>
          <a:xfrm flipH="1">
            <a:off x="459948" y="0"/>
            <a:ext cx="4112052" cy="1759054"/>
            <a:chOff x="2146611" y="-19"/>
            <a:chExt cx="4112052" cy="1759054"/>
          </a:xfrm>
        </p:grpSpPr>
        <p:sp>
          <p:nvSpPr>
            <p:cNvPr id="39" name="Google Shape;3822;p70">
              <a:extLst>
                <a:ext uri="{FF2B5EF4-FFF2-40B4-BE49-F238E27FC236}">
                  <a16:creationId xmlns:a16="http://schemas.microsoft.com/office/drawing/2014/main" id="{52C0E45B-3090-D13A-1632-D71DF8277FA5}"/>
                </a:ext>
              </a:extLst>
            </p:cNvPr>
            <p:cNvSpPr/>
            <p:nvPr/>
          </p:nvSpPr>
          <p:spPr>
            <a:xfrm>
              <a:off x="2146611" y="-19"/>
              <a:ext cx="4112052" cy="1759054"/>
            </a:xfrm>
            <a:custGeom>
              <a:avLst/>
              <a:gdLst/>
              <a:ahLst/>
              <a:cxnLst/>
              <a:rect l="l" t="t" r="r" b="b"/>
              <a:pathLst>
                <a:path w="40972" h="17527" fill="none" extrusionOk="0">
                  <a:moveTo>
                    <a:pt x="0" y="1"/>
                  </a:moveTo>
                  <a:cubicBezTo>
                    <a:pt x="0" y="1"/>
                    <a:pt x="8288" y="17527"/>
                    <a:pt x="24985" y="1"/>
                  </a:cubicBezTo>
                  <a:cubicBezTo>
                    <a:pt x="24985" y="1"/>
                    <a:pt x="32563" y="9118"/>
                    <a:pt x="40972" y="6750"/>
                  </a:cubicBez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" name="Google Shape;3823;p70">
              <a:extLst>
                <a:ext uri="{FF2B5EF4-FFF2-40B4-BE49-F238E27FC236}">
                  <a16:creationId xmlns:a16="http://schemas.microsoft.com/office/drawing/2014/main" id="{3834A866-6513-68F2-14ED-08F3419C9C54}"/>
                </a:ext>
              </a:extLst>
            </p:cNvPr>
            <p:cNvGrpSpPr/>
            <p:nvPr/>
          </p:nvGrpSpPr>
          <p:grpSpPr>
            <a:xfrm>
              <a:off x="2177824" y="38319"/>
              <a:ext cx="3637840" cy="812133"/>
              <a:chOff x="1877588" y="354800"/>
              <a:chExt cx="906175" cy="202300"/>
            </a:xfrm>
          </p:grpSpPr>
          <p:sp>
            <p:nvSpPr>
              <p:cNvPr id="59" name="Google Shape;3824;p70">
                <a:extLst>
                  <a:ext uri="{FF2B5EF4-FFF2-40B4-BE49-F238E27FC236}">
                    <a16:creationId xmlns:a16="http://schemas.microsoft.com/office/drawing/2014/main" id="{E1C48FA3-A4CE-6D56-04CF-09BCEDE32BA5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3825;p70">
                <a:extLst>
                  <a:ext uri="{FF2B5EF4-FFF2-40B4-BE49-F238E27FC236}">
                    <a16:creationId xmlns:a16="http://schemas.microsoft.com/office/drawing/2014/main" id="{56E20451-E9FD-E173-3728-276911D03EE3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3826;p70">
                <a:extLst>
                  <a:ext uri="{FF2B5EF4-FFF2-40B4-BE49-F238E27FC236}">
                    <a16:creationId xmlns:a16="http://schemas.microsoft.com/office/drawing/2014/main" id="{E6FAA80F-63EA-6B0C-0B1B-CF8117EAAA3B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3827;p70">
                <a:extLst>
                  <a:ext uri="{FF2B5EF4-FFF2-40B4-BE49-F238E27FC236}">
                    <a16:creationId xmlns:a16="http://schemas.microsoft.com/office/drawing/2014/main" id="{84578BC6-0F85-1A64-068B-1BCCE8B402E1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3828;p70">
                <a:extLst>
                  <a:ext uri="{FF2B5EF4-FFF2-40B4-BE49-F238E27FC236}">
                    <a16:creationId xmlns:a16="http://schemas.microsoft.com/office/drawing/2014/main" id="{43142C1F-0688-5CAF-98CC-8974B00307F4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3829;p70">
                <a:extLst>
                  <a:ext uri="{FF2B5EF4-FFF2-40B4-BE49-F238E27FC236}">
                    <a16:creationId xmlns:a16="http://schemas.microsoft.com/office/drawing/2014/main" id="{2DB878BE-68B3-AF1A-25F7-1C78B10D384B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3830;p70">
                <a:extLst>
                  <a:ext uri="{FF2B5EF4-FFF2-40B4-BE49-F238E27FC236}">
                    <a16:creationId xmlns:a16="http://schemas.microsoft.com/office/drawing/2014/main" id="{6E629524-72E3-47FF-EDC3-0F2FD9319E56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3831;p70">
                <a:extLst>
                  <a:ext uri="{FF2B5EF4-FFF2-40B4-BE49-F238E27FC236}">
                    <a16:creationId xmlns:a16="http://schemas.microsoft.com/office/drawing/2014/main" id="{7C48592C-0909-AA49-30A1-8A1BC5B74EDB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3832;p70">
                <a:extLst>
                  <a:ext uri="{FF2B5EF4-FFF2-40B4-BE49-F238E27FC236}">
                    <a16:creationId xmlns:a16="http://schemas.microsoft.com/office/drawing/2014/main" id="{48EA1D81-D87B-5C09-8130-001C0EAD17DD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3833;p70">
                <a:extLst>
                  <a:ext uri="{FF2B5EF4-FFF2-40B4-BE49-F238E27FC236}">
                    <a16:creationId xmlns:a16="http://schemas.microsoft.com/office/drawing/2014/main" id="{FF5BA024-2E66-6516-C6FB-022075021E16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3834;p70">
                <a:extLst>
                  <a:ext uri="{FF2B5EF4-FFF2-40B4-BE49-F238E27FC236}">
                    <a16:creationId xmlns:a16="http://schemas.microsoft.com/office/drawing/2014/main" id="{745D64A1-0283-488D-5BFA-F86C7A289CA6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3835;p70">
                <a:extLst>
                  <a:ext uri="{FF2B5EF4-FFF2-40B4-BE49-F238E27FC236}">
                    <a16:creationId xmlns:a16="http://schemas.microsoft.com/office/drawing/2014/main" id="{58100414-9230-124A-E117-204A2185B390}"/>
                  </a:ext>
                </a:extLst>
              </p:cNvPr>
              <p:cNvSpPr/>
              <p:nvPr/>
            </p:nvSpPr>
            <p:spPr>
              <a:xfrm>
                <a:off x="2479313" y="35480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3836;p70">
                <a:extLst>
                  <a:ext uri="{FF2B5EF4-FFF2-40B4-BE49-F238E27FC236}">
                    <a16:creationId xmlns:a16="http://schemas.microsoft.com/office/drawing/2014/main" id="{0AB7D351-503C-7D5C-2EAD-C83819D11B43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3837;p70">
                <a:extLst>
                  <a:ext uri="{FF2B5EF4-FFF2-40B4-BE49-F238E27FC236}">
                    <a16:creationId xmlns:a16="http://schemas.microsoft.com/office/drawing/2014/main" id="{48B78707-F9A5-8315-4AE2-3855F33F55DD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3838;p70">
                <a:extLst>
                  <a:ext uri="{FF2B5EF4-FFF2-40B4-BE49-F238E27FC236}">
                    <a16:creationId xmlns:a16="http://schemas.microsoft.com/office/drawing/2014/main" id="{FC503D26-AC07-DEA4-8365-F657745D498A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3839;p70">
                <a:extLst>
                  <a:ext uri="{FF2B5EF4-FFF2-40B4-BE49-F238E27FC236}">
                    <a16:creationId xmlns:a16="http://schemas.microsoft.com/office/drawing/2014/main" id="{BF969F1D-E181-FD0A-92CB-6B56AB854EE3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3840;p70">
                <a:extLst>
                  <a:ext uri="{FF2B5EF4-FFF2-40B4-BE49-F238E27FC236}">
                    <a16:creationId xmlns:a16="http://schemas.microsoft.com/office/drawing/2014/main" id="{79B3BE53-FE7B-A608-C9E3-C9725EF59AB0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3841;p70">
              <a:extLst>
                <a:ext uri="{FF2B5EF4-FFF2-40B4-BE49-F238E27FC236}">
                  <a16:creationId xmlns:a16="http://schemas.microsoft.com/office/drawing/2014/main" id="{41AB8FAF-212D-9E52-1A9D-78C18CBB6EC4}"/>
                </a:ext>
              </a:extLst>
            </p:cNvPr>
            <p:cNvGrpSpPr/>
            <p:nvPr/>
          </p:nvGrpSpPr>
          <p:grpSpPr>
            <a:xfrm>
              <a:off x="2177824" y="38319"/>
              <a:ext cx="3637840" cy="812133"/>
              <a:chOff x="1877588" y="354800"/>
              <a:chExt cx="906175" cy="202300"/>
            </a:xfrm>
          </p:grpSpPr>
          <p:sp>
            <p:nvSpPr>
              <p:cNvPr id="42" name="Google Shape;3842;p70">
                <a:extLst>
                  <a:ext uri="{FF2B5EF4-FFF2-40B4-BE49-F238E27FC236}">
                    <a16:creationId xmlns:a16="http://schemas.microsoft.com/office/drawing/2014/main" id="{997526D4-35B6-5880-9184-ACB8947AB7AF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843;p70">
                <a:extLst>
                  <a:ext uri="{FF2B5EF4-FFF2-40B4-BE49-F238E27FC236}">
                    <a16:creationId xmlns:a16="http://schemas.microsoft.com/office/drawing/2014/main" id="{08C3F3DB-34AC-B602-C6B2-EEB0745E40B8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844;p70">
                <a:extLst>
                  <a:ext uri="{FF2B5EF4-FFF2-40B4-BE49-F238E27FC236}">
                    <a16:creationId xmlns:a16="http://schemas.microsoft.com/office/drawing/2014/main" id="{DCE9E4BE-7528-5ECB-A8C0-D71EBDE73E42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845;p70">
                <a:extLst>
                  <a:ext uri="{FF2B5EF4-FFF2-40B4-BE49-F238E27FC236}">
                    <a16:creationId xmlns:a16="http://schemas.microsoft.com/office/drawing/2014/main" id="{0F8C0799-E9BD-91C8-9BF4-FE3B21A8D71B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846;p70">
                <a:extLst>
                  <a:ext uri="{FF2B5EF4-FFF2-40B4-BE49-F238E27FC236}">
                    <a16:creationId xmlns:a16="http://schemas.microsoft.com/office/drawing/2014/main" id="{AD08C5B6-3198-AE19-1A76-5B101AE97902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847;p70">
                <a:extLst>
                  <a:ext uri="{FF2B5EF4-FFF2-40B4-BE49-F238E27FC236}">
                    <a16:creationId xmlns:a16="http://schemas.microsoft.com/office/drawing/2014/main" id="{1BAFF132-69D0-ABAA-0339-6F263DCB00B7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848;p70">
                <a:extLst>
                  <a:ext uri="{FF2B5EF4-FFF2-40B4-BE49-F238E27FC236}">
                    <a16:creationId xmlns:a16="http://schemas.microsoft.com/office/drawing/2014/main" id="{F925C5A8-5FBB-57A2-C807-7870E66CB027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849;p70">
                <a:extLst>
                  <a:ext uri="{FF2B5EF4-FFF2-40B4-BE49-F238E27FC236}">
                    <a16:creationId xmlns:a16="http://schemas.microsoft.com/office/drawing/2014/main" id="{1055E0AE-B94D-60E8-B810-9D153168B23D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3850;p70">
                <a:extLst>
                  <a:ext uri="{FF2B5EF4-FFF2-40B4-BE49-F238E27FC236}">
                    <a16:creationId xmlns:a16="http://schemas.microsoft.com/office/drawing/2014/main" id="{A5B9D147-FB25-BA10-E61F-6A043C34B45B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3851;p70">
                <a:extLst>
                  <a:ext uri="{FF2B5EF4-FFF2-40B4-BE49-F238E27FC236}">
                    <a16:creationId xmlns:a16="http://schemas.microsoft.com/office/drawing/2014/main" id="{DB69EEE6-D5BA-9988-E6F8-8671E6503308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3852;p70">
                <a:extLst>
                  <a:ext uri="{FF2B5EF4-FFF2-40B4-BE49-F238E27FC236}">
                    <a16:creationId xmlns:a16="http://schemas.microsoft.com/office/drawing/2014/main" id="{241C948C-7B18-465E-6245-74FAB4150752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3853;p70">
                <a:extLst>
                  <a:ext uri="{FF2B5EF4-FFF2-40B4-BE49-F238E27FC236}">
                    <a16:creationId xmlns:a16="http://schemas.microsoft.com/office/drawing/2014/main" id="{85CE9C64-ADED-B0F2-18F4-93E809FA8614}"/>
                  </a:ext>
                </a:extLst>
              </p:cNvPr>
              <p:cNvSpPr/>
              <p:nvPr/>
            </p:nvSpPr>
            <p:spPr>
              <a:xfrm>
                <a:off x="2479313" y="35480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3854;p70">
                <a:extLst>
                  <a:ext uri="{FF2B5EF4-FFF2-40B4-BE49-F238E27FC236}">
                    <a16:creationId xmlns:a16="http://schemas.microsoft.com/office/drawing/2014/main" id="{7B4A7972-743D-A01E-3F6A-E069E75B324D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3855;p70">
                <a:extLst>
                  <a:ext uri="{FF2B5EF4-FFF2-40B4-BE49-F238E27FC236}">
                    <a16:creationId xmlns:a16="http://schemas.microsoft.com/office/drawing/2014/main" id="{CC965C0B-0D1F-ADC1-3089-06D6B3BA5425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3856;p70">
                <a:extLst>
                  <a:ext uri="{FF2B5EF4-FFF2-40B4-BE49-F238E27FC236}">
                    <a16:creationId xmlns:a16="http://schemas.microsoft.com/office/drawing/2014/main" id="{E13B136F-E1B5-67D0-25BC-E26643B63B73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3857;p70">
                <a:extLst>
                  <a:ext uri="{FF2B5EF4-FFF2-40B4-BE49-F238E27FC236}">
                    <a16:creationId xmlns:a16="http://schemas.microsoft.com/office/drawing/2014/main" id="{A30483F5-571D-8285-F9D7-B95A7B72D761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3858;p70">
                <a:extLst>
                  <a:ext uri="{FF2B5EF4-FFF2-40B4-BE49-F238E27FC236}">
                    <a16:creationId xmlns:a16="http://schemas.microsoft.com/office/drawing/2014/main" id="{9654ADF5-59E5-A851-058B-784BBFFF7773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92" name="Google Shape;4518;p72">
            <a:extLst>
              <a:ext uri="{FF2B5EF4-FFF2-40B4-BE49-F238E27FC236}">
                <a16:creationId xmlns:a16="http://schemas.microsoft.com/office/drawing/2014/main" id="{40A7ED6F-C365-5874-752A-F35194611C05}"/>
              </a:ext>
            </a:extLst>
          </p:cNvPr>
          <p:cNvGrpSpPr/>
          <p:nvPr/>
        </p:nvGrpSpPr>
        <p:grpSpPr>
          <a:xfrm flipH="1">
            <a:off x="1225469" y="681146"/>
            <a:ext cx="1326576" cy="2005859"/>
            <a:chOff x="2868213" y="570728"/>
            <a:chExt cx="1143502" cy="1729040"/>
          </a:xfrm>
        </p:grpSpPr>
        <p:sp>
          <p:nvSpPr>
            <p:cNvPr id="2893" name="Google Shape;4519;p72">
              <a:extLst>
                <a:ext uri="{FF2B5EF4-FFF2-40B4-BE49-F238E27FC236}">
                  <a16:creationId xmlns:a16="http://schemas.microsoft.com/office/drawing/2014/main" id="{E5A115E1-D597-B530-1D00-F23442BCF468}"/>
                </a:ext>
              </a:extLst>
            </p:cNvPr>
            <p:cNvSpPr/>
            <p:nvPr/>
          </p:nvSpPr>
          <p:spPr>
            <a:xfrm>
              <a:off x="3857646" y="2164558"/>
              <a:ext cx="103304" cy="135209"/>
            </a:xfrm>
            <a:custGeom>
              <a:avLst/>
              <a:gdLst/>
              <a:ahLst/>
              <a:cxnLst/>
              <a:rect l="l" t="t" r="r" b="b"/>
              <a:pathLst>
                <a:path w="1282" h="1678" extrusionOk="0">
                  <a:moveTo>
                    <a:pt x="728" y="0"/>
                  </a:moveTo>
                  <a:lnTo>
                    <a:pt x="0" y="705"/>
                  </a:lnTo>
                  <a:lnTo>
                    <a:pt x="1137" y="1678"/>
                  </a:lnTo>
                  <a:lnTo>
                    <a:pt x="1282" y="1618"/>
                  </a:lnTo>
                  <a:lnTo>
                    <a:pt x="145" y="646"/>
                  </a:lnTo>
                  <a:lnTo>
                    <a:pt x="776" y="41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4" name="Google Shape;4520;p72">
              <a:extLst>
                <a:ext uri="{FF2B5EF4-FFF2-40B4-BE49-F238E27FC236}">
                  <a16:creationId xmlns:a16="http://schemas.microsoft.com/office/drawing/2014/main" id="{D06F2D55-03B9-22E5-57A1-FC497FAC348C}"/>
                </a:ext>
              </a:extLst>
            </p:cNvPr>
            <p:cNvGrpSpPr/>
            <p:nvPr/>
          </p:nvGrpSpPr>
          <p:grpSpPr>
            <a:xfrm>
              <a:off x="2918172" y="1891399"/>
              <a:ext cx="591296" cy="369369"/>
              <a:chOff x="2918172" y="1891399"/>
              <a:chExt cx="591296" cy="369369"/>
            </a:xfrm>
          </p:grpSpPr>
          <p:sp>
            <p:nvSpPr>
              <p:cNvPr id="2904" name="Google Shape;4521;p72">
                <a:extLst>
                  <a:ext uri="{FF2B5EF4-FFF2-40B4-BE49-F238E27FC236}">
                    <a16:creationId xmlns:a16="http://schemas.microsoft.com/office/drawing/2014/main" id="{58CBAA18-E88C-3065-81CB-4AF6FB3C8392}"/>
                  </a:ext>
                </a:extLst>
              </p:cNvPr>
              <p:cNvSpPr/>
              <p:nvPr/>
            </p:nvSpPr>
            <p:spPr>
              <a:xfrm>
                <a:off x="2963780" y="2242719"/>
                <a:ext cx="545688" cy="18049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224" extrusionOk="0">
                    <a:moveTo>
                      <a:pt x="175" y="1"/>
                    </a:moveTo>
                    <a:lnTo>
                      <a:pt x="1" y="224"/>
                    </a:lnTo>
                    <a:lnTo>
                      <a:pt x="6751" y="224"/>
                    </a:lnTo>
                    <a:cubicBezTo>
                      <a:pt x="6757" y="156"/>
                      <a:pt x="6764" y="81"/>
                      <a:pt x="6772" y="1"/>
                    </a:cubicBez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4522;p72">
                <a:extLst>
                  <a:ext uri="{FF2B5EF4-FFF2-40B4-BE49-F238E27FC236}">
                    <a16:creationId xmlns:a16="http://schemas.microsoft.com/office/drawing/2014/main" id="{E736ED67-3573-571B-DCEC-E6557CA937A7}"/>
                  </a:ext>
                </a:extLst>
              </p:cNvPr>
              <p:cNvSpPr/>
              <p:nvPr/>
            </p:nvSpPr>
            <p:spPr>
              <a:xfrm>
                <a:off x="2918172" y="1891399"/>
                <a:ext cx="21273" cy="30248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754" extrusionOk="0">
                    <a:moveTo>
                      <a:pt x="264" y="0"/>
                    </a:moveTo>
                    <a:lnTo>
                      <a:pt x="1" y="188"/>
                    </a:lnTo>
                    <a:lnTo>
                      <a:pt x="1" y="3753"/>
                    </a:lnTo>
                    <a:lnTo>
                      <a:pt x="228" y="3574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95" name="Google Shape;4523;p72">
              <a:extLst>
                <a:ext uri="{FF2B5EF4-FFF2-40B4-BE49-F238E27FC236}">
                  <a16:creationId xmlns:a16="http://schemas.microsoft.com/office/drawing/2014/main" id="{E05E6394-614B-7721-1E4F-428A5B931811}"/>
                </a:ext>
              </a:extLst>
            </p:cNvPr>
            <p:cNvSpPr/>
            <p:nvPr/>
          </p:nvSpPr>
          <p:spPr>
            <a:xfrm>
              <a:off x="3590848" y="2153439"/>
              <a:ext cx="307332" cy="99916"/>
            </a:xfrm>
            <a:custGeom>
              <a:avLst/>
              <a:gdLst/>
              <a:ahLst/>
              <a:cxnLst/>
              <a:rect l="l" t="t" r="r" b="b"/>
              <a:pathLst>
                <a:path w="3814" h="1240" extrusionOk="0">
                  <a:moveTo>
                    <a:pt x="85" y="1"/>
                  </a:moveTo>
                  <a:cubicBezTo>
                    <a:pt x="59" y="90"/>
                    <a:pt x="31" y="184"/>
                    <a:pt x="1" y="266"/>
                  </a:cubicBezTo>
                  <a:cubicBezTo>
                    <a:pt x="83" y="557"/>
                    <a:pt x="211" y="1006"/>
                    <a:pt x="211" y="1006"/>
                  </a:cubicBezTo>
                  <a:lnTo>
                    <a:pt x="211" y="1007"/>
                  </a:lnTo>
                  <a:lnTo>
                    <a:pt x="765" y="1085"/>
                  </a:lnTo>
                  <a:lnTo>
                    <a:pt x="1198" y="691"/>
                  </a:lnTo>
                  <a:lnTo>
                    <a:pt x="1826" y="1240"/>
                  </a:lnTo>
                  <a:lnTo>
                    <a:pt x="3813" y="1240"/>
                  </a:lnTo>
                  <a:lnTo>
                    <a:pt x="3311" y="843"/>
                  </a:lnTo>
                  <a:lnTo>
                    <a:pt x="3311" y="843"/>
                  </a:lnTo>
                  <a:lnTo>
                    <a:pt x="3418" y="1108"/>
                  </a:lnTo>
                  <a:lnTo>
                    <a:pt x="1961" y="1108"/>
                  </a:lnTo>
                  <a:lnTo>
                    <a:pt x="1333" y="559"/>
                  </a:lnTo>
                  <a:lnTo>
                    <a:pt x="899" y="954"/>
                  </a:lnTo>
                  <a:lnTo>
                    <a:pt x="347" y="875"/>
                  </a:lnTo>
                  <a:lnTo>
                    <a:pt x="109" y="45"/>
                  </a:lnTo>
                  <a:cubicBezTo>
                    <a:pt x="101" y="19"/>
                    <a:pt x="94" y="5"/>
                    <a:pt x="85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4524;p72">
              <a:extLst>
                <a:ext uri="{FF2B5EF4-FFF2-40B4-BE49-F238E27FC236}">
                  <a16:creationId xmlns:a16="http://schemas.microsoft.com/office/drawing/2014/main" id="{E005AA2E-8A28-7492-597E-263027ADBC6F}"/>
                </a:ext>
              </a:extLst>
            </p:cNvPr>
            <p:cNvSpPr/>
            <p:nvPr/>
          </p:nvSpPr>
          <p:spPr>
            <a:xfrm>
              <a:off x="3540647" y="2127331"/>
              <a:ext cx="25222" cy="100883"/>
            </a:xfrm>
            <a:custGeom>
              <a:avLst/>
              <a:gdLst/>
              <a:ahLst/>
              <a:cxnLst/>
              <a:rect l="l" t="t" r="r" b="b"/>
              <a:pathLst>
                <a:path w="313" h="1252" extrusionOk="0">
                  <a:moveTo>
                    <a:pt x="22" y="1"/>
                  </a:moveTo>
                  <a:cubicBezTo>
                    <a:pt x="1" y="248"/>
                    <a:pt x="36" y="334"/>
                    <a:pt x="15" y="560"/>
                  </a:cubicBezTo>
                  <a:cubicBezTo>
                    <a:pt x="66" y="935"/>
                    <a:pt x="128" y="1251"/>
                    <a:pt x="203" y="1251"/>
                  </a:cubicBezTo>
                  <a:cubicBezTo>
                    <a:pt x="234" y="1251"/>
                    <a:pt x="262" y="1225"/>
                    <a:pt x="287" y="1186"/>
                  </a:cubicBezTo>
                  <a:cubicBezTo>
                    <a:pt x="296" y="1159"/>
                    <a:pt x="304" y="1132"/>
                    <a:pt x="312" y="1106"/>
                  </a:cubicBezTo>
                  <a:cubicBezTo>
                    <a:pt x="211" y="1005"/>
                    <a:pt x="71" y="518"/>
                    <a:pt x="22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4525;p72">
              <a:extLst>
                <a:ext uri="{FF2B5EF4-FFF2-40B4-BE49-F238E27FC236}">
                  <a16:creationId xmlns:a16="http://schemas.microsoft.com/office/drawing/2014/main" id="{6AE67853-4F32-E37F-5B78-3ADFFDB3AEDE}"/>
                </a:ext>
              </a:extLst>
            </p:cNvPr>
            <p:cNvSpPr/>
            <p:nvPr/>
          </p:nvSpPr>
          <p:spPr>
            <a:xfrm>
              <a:off x="2868213" y="2174550"/>
              <a:ext cx="71555" cy="120141"/>
            </a:xfrm>
            <a:custGeom>
              <a:avLst/>
              <a:gdLst/>
              <a:ahLst/>
              <a:cxnLst/>
              <a:rect l="l" t="t" r="r" b="b"/>
              <a:pathLst>
                <a:path w="888" h="1491" extrusionOk="0">
                  <a:moveTo>
                    <a:pt x="809" y="1"/>
                  </a:moveTo>
                  <a:lnTo>
                    <a:pt x="0" y="951"/>
                  </a:lnTo>
                  <a:lnTo>
                    <a:pt x="709" y="1491"/>
                  </a:lnTo>
                  <a:lnTo>
                    <a:pt x="828" y="1474"/>
                  </a:lnTo>
                  <a:lnTo>
                    <a:pt x="138" y="944"/>
                  </a:lnTo>
                  <a:lnTo>
                    <a:pt x="887" y="61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4526;p72">
              <a:extLst>
                <a:ext uri="{FF2B5EF4-FFF2-40B4-BE49-F238E27FC236}">
                  <a16:creationId xmlns:a16="http://schemas.microsoft.com/office/drawing/2014/main" id="{E5612459-EB44-DBE3-916C-AF6FF581C6FE}"/>
                </a:ext>
              </a:extLst>
            </p:cNvPr>
            <p:cNvSpPr/>
            <p:nvPr/>
          </p:nvSpPr>
          <p:spPr>
            <a:xfrm>
              <a:off x="2936463" y="637043"/>
              <a:ext cx="1006202" cy="1605748"/>
            </a:xfrm>
            <a:custGeom>
              <a:avLst/>
              <a:gdLst/>
              <a:ahLst/>
              <a:cxnLst/>
              <a:rect l="l" t="t" r="r" b="b"/>
              <a:pathLst>
                <a:path w="12487" h="19928" fill="none" extrusionOk="0">
                  <a:moveTo>
                    <a:pt x="11585" y="19609"/>
                  </a:moveTo>
                  <a:lnTo>
                    <a:pt x="12176" y="19007"/>
                  </a:lnTo>
                  <a:lnTo>
                    <a:pt x="12486" y="19260"/>
                  </a:lnTo>
                  <a:lnTo>
                    <a:pt x="12486" y="1"/>
                  </a:lnTo>
                  <a:lnTo>
                    <a:pt x="37" y="1"/>
                  </a:lnTo>
                  <a:lnTo>
                    <a:pt x="0" y="19223"/>
                  </a:lnTo>
                  <a:lnTo>
                    <a:pt x="273" y="18910"/>
                  </a:lnTo>
                  <a:lnTo>
                    <a:pt x="951" y="19427"/>
                  </a:lnTo>
                  <a:lnTo>
                    <a:pt x="514" y="19928"/>
                  </a:lnTo>
                  <a:lnTo>
                    <a:pt x="7331" y="19928"/>
                  </a:lnTo>
                  <a:cubicBezTo>
                    <a:pt x="7369" y="19551"/>
                    <a:pt x="7520" y="18774"/>
                    <a:pt x="7520" y="18497"/>
                  </a:cubicBezTo>
                  <a:cubicBezTo>
                    <a:pt x="7520" y="18181"/>
                    <a:pt x="7639" y="19615"/>
                    <a:pt x="7836" y="19615"/>
                  </a:cubicBezTo>
                  <a:cubicBezTo>
                    <a:pt x="8033" y="19615"/>
                    <a:pt x="8152" y="18589"/>
                    <a:pt x="8231" y="18864"/>
                  </a:cubicBezTo>
                  <a:cubicBezTo>
                    <a:pt x="8275" y="19020"/>
                    <a:pt x="8344" y="19263"/>
                    <a:pt x="8397" y="19446"/>
                  </a:cubicBezTo>
                  <a:cubicBezTo>
                    <a:pt x="8440" y="19597"/>
                    <a:pt x="8567" y="19708"/>
                    <a:pt x="8723" y="19730"/>
                  </a:cubicBezTo>
                  <a:lnTo>
                    <a:pt x="8835" y="19746"/>
                  </a:lnTo>
                  <a:cubicBezTo>
                    <a:pt x="8952" y="19763"/>
                    <a:pt x="9070" y="19726"/>
                    <a:pt x="9159" y="19646"/>
                  </a:cubicBezTo>
                  <a:lnTo>
                    <a:pt x="9357" y="19466"/>
                  </a:lnTo>
                  <a:cubicBezTo>
                    <a:pt x="9412" y="19416"/>
                    <a:pt x="9497" y="19416"/>
                    <a:pt x="9553" y="19465"/>
                  </a:cubicBezTo>
                  <a:lnTo>
                    <a:pt x="10082" y="19928"/>
                  </a:lnTo>
                  <a:lnTo>
                    <a:pt x="11941" y="19928"/>
                  </a:lnTo>
                  <a:lnTo>
                    <a:pt x="11585" y="19609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4527;p72">
              <a:extLst>
                <a:ext uri="{FF2B5EF4-FFF2-40B4-BE49-F238E27FC236}">
                  <a16:creationId xmlns:a16="http://schemas.microsoft.com/office/drawing/2014/main" id="{0B005D9E-684D-E30C-677B-1AC4855B546D}"/>
                </a:ext>
              </a:extLst>
            </p:cNvPr>
            <p:cNvSpPr/>
            <p:nvPr/>
          </p:nvSpPr>
          <p:spPr>
            <a:xfrm>
              <a:off x="2874659" y="570728"/>
              <a:ext cx="122885" cy="132792"/>
            </a:xfrm>
            <a:custGeom>
              <a:avLst/>
              <a:gdLst/>
              <a:ahLst/>
              <a:cxnLst/>
              <a:rect l="l" t="t" r="r" b="b"/>
              <a:pathLst>
                <a:path w="1525" h="1648" extrusionOk="0">
                  <a:moveTo>
                    <a:pt x="759" y="0"/>
                  </a:moveTo>
                  <a:lnTo>
                    <a:pt x="1" y="408"/>
                  </a:lnTo>
                  <a:lnTo>
                    <a:pt x="767" y="1647"/>
                  </a:lnTo>
                  <a:lnTo>
                    <a:pt x="1524" y="1238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4528;p72">
              <a:extLst>
                <a:ext uri="{FF2B5EF4-FFF2-40B4-BE49-F238E27FC236}">
                  <a16:creationId xmlns:a16="http://schemas.microsoft.com/office/drawing/2014/main" id="{5C4795AE-8411-50E1-8FEF-7DC946FEEB0E}"/>
                </a:ext>
              </a:extLst>
            </p:cNvPr>
            <p:cNvSpPr/>
            <p:nvPr/>
          </p:nvSpPr>
          <p:spPr>
            <a:xfrm>
              <a:off x="3884559" y="576932"/>
              <a:ext cx="127155" cy="132711"/>
            </a:xfrm>
            <a:custGeom>
              <a:avLst/>
              <a:gdLst/>
              <a:ahLst/>
              <a:cxnLst/>
              <a:rect l="l" t="t" r="r" b="b"/>
              <a:pathLst>
                <a:path w="1578" h="1647" extrusionOk="0">
                  <a:moveTo>
                    <a:pt x="855" y="1"/>
                  </a:moveTo>
                  <a:lnTo>
                    <a:pt x="0" y="1161"/>
                  </a:lnTo>
                  <a:lnTo>
                    <a:pt x="723" y="1646"/>
                  </a:lnTo>
                  <a:lnTo>
                    <a:pt x="1578" y="485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4529;p72">
              <a:extLst>
                <a:ext uri="{FF2B5EF4-FFF2-40B4-BE49-F238E27FC236}">
                  <a16:creationId xmlns:a16="http://schemas.microsoft.com/office/drawing/2014/main" id="{B4E61ED0-2249-0341-A28A-B75DC8A42A14}"/>
                </a:ext>
              </a:extLst>
            </p:cNvPr>
            <p:cNvSpPr/>
            <p:nvPr/>
          </p:nvSpPr>
          <p:spPr>
            <a:xfrm>
              <a:off x="2880380" y="2160771"/>
              <a:ext cx="132796" cy="130938"/>
            </a:xfrm>
            <a:custGeom>
              <a:avLst/>
              <a:gdLst/>
              <a:ahLst/>
              <a:cxnLst/>
              <a:rect l="l" t="t" r="r" b="b"/>
              <a:pathLst>
                <a:path w="1648" h="1625" fill="none" extrusionOk="0">
                  <a:moveTo>
                    <a:pt x="678" y="1625"/>
                  </a:moveTo>
                  <a:lnTo>
                    <a:pt x="0" y="1108"/>
                  </a:lnTo>
                  <a:lnTo>
                    <a:pt x="969" y="0"/>
                  </a:lnTo>
                  <a:lnTo>
                    <a:pt x="1647" y="517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4530;p72">
              <a:extLst>
                <a:ext uri="{FF2B5EF4-FFF2-40B4-BE49-F238E27FC236}">
                  <a16:creationId xmlns:a16="http://schemas.microsoft.com/office/drawing/2014/main" id="{6F226155-80C0-3981-774E-4C3947F7B063}"/>
                </a:ext>
              </a:extLst>
            </p:cNvPr>
            <p:cNvSpPr/>
            <p:nvPr/>
          </p:nvSpPr>
          <p:spPr>
            <a:xfrm>
              <a:off x="3869894" y="2168507"/>
              <a:ext cx="138759" cy="126507"/>
            </a:xfrm>
            <a:custGeom>
              <a:avLst/>
              <a:gdLst/>
              <a:ahLst/>
              <a:cxnLst/>
              <a:rect l="l" t="t" r="r" b="b"/>
              <a:pathLst>
                <a:path w="1722" h="1570" fill="none" extrusionOk="0">
                  <a:moveTo>
                    <a:pt x="1721" y="966"/>
                  </a:moveTo>
                  <a:lnTo>
                    <a:pt x="1130" y="1569"/>
                  </a:lnTo>
                  <a:lnTo>
                    <a:pt x="1" y="603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4531;p72">
              <a:extLst>
                <a:ext uri="{FF2B5EF4-FFF2-40B4-BE49-F238E27FC236}">
                  <a16:creationId xmlns:a16="http://schemas.microsoft.com/office/drawing/2014/main" id="{253D87EA-CB5F-888F-6998-9863284B09D6}"/>
                </a:ext>
              </a:extLst>
            </p:cNvPr>
            <p:cNvSpPr/>
            <p:nvPr/>
          </p:nvSpPr>
          <p:spPr>
            <a:xfrm>
              <a:off x="3031386" y="771850"/>
              <a:ext cx="803624" cy="1394877"/>
            </a:xfrm>
            <a:custGeom>
              <a:avLst/>
              <a:gdLst/>
              <a:ahLst/>
              <a:cxnLst/>
              <a:rect l="l" t="t" r="r" b="b"/>
              <a:pathLst>
                <a:path w="9973" h="17311" extrusionOk="0">
                  <a:moveTo>
                    <a:pt x="6816" y="100"/>
                  </a:moveTo>
                  <a:cubicBezTo>
                    <a:pt x="6685" y="100"/>
                    <a:pt x="6579" y="207"/>
                    <a:pt x="6579" y="337"/>
                  </a:cubicBezTo>
                  <a:cubicBezTo>
                    <a:pt x="6579" y="468"/>
                    <a:pt x="6685" y="574"/>
                    <a:pt x="6816" y="574"/>
                  </a:cubicBezTo>
                  <a:cubicBezTo>
                    <a:pt x="6947" y="574"/>
                    <a:pt x="7052" y="468"/>
                    <a:pt x="7052" y="337"/>
                  </a:cubicBezTo>
                  <a:cubicBezTo>
                    <a:pt x="7052" y="207"/>
                    <a:pt x="6947" y="100"/>
                    <a:pt x="6816" y="100"/>
                  </a:cubicBezTo>
                  <a:close/>
                  <a:moveTo>
                    <a:pt x="9737" y="3415"/>
                  </a:moveTo>
                  <a:cubicBezTo>
                    <a:pt x="9606" y="3415"/>
                    <a:pt x="9500" y="3522"/>
                    <a:pt x="9500" y="3653"/>
                  </a:cubicBezTo>
                  <a:cubicBezTo>
                    <a:pt x="9500" y="3784"/>
                    <a:pt x="9606" y="3889"/>
                    <a:pt x="9737" y="3889"/>
                  </a:cubicBezTo>
                  <a:cubicBezTo>
                    <a:pt x="9868" y="3889"/>
                    <a:pt x="9973" y="3784"/>
                    <a:pt x="9973" y="3653"/>
                  </a:cubicBezTo>
                  <a:cubicBezTo>
                    <a:pt x="9973" y="3522"/>
                    <a:pt x="9868" y="3415"/>
                    <a:pt x="9737" y="3415"/>
                  </a:cubicBezTo>
                  <a:close/>
                  <a:moveTo>
                    <a:pt x="3264" y="1"/>
                  </a:moveTo>
                  <a:lnTo>
                    <a:pt x="3003" y="1812"/>
                  </a:lnTo>
                  <a:lnTo>
                    <a:pt x="1856" y="385"/>
                  </a:lnTo>
                  <a:lnTo>
                    <a:pt x="2355" y="2147"/>
                  </a:lnTo>
                  <a:lnTo>
                    <a:pt x="726" y="1310"/>
                  </a:lnTo>
                  <a:lnTo>
                    <a:pt x="1897" y="2717"/>
                  </a:lnTo>
                  <a:lnTo>
                    <a:pt x="69" y="2614"/>
                  </a:lnTo>
                  <a:lnTo>
                    <a:pt x="69" y="2614"/>
                  </a:lnTo>
                  <a:lnTo>
                    <a:pt x="1713" y="3423"/>
                  </a:lnTo>
                  <a:lnTo>
                    <a:pt x="1" y="4073"/>
                  </a:lnTo>
                  <a:lnTo>
                    <a:pt x="1830" y="4144"/>
                  </a:lnTo>
                  <a:lnTo>
                    <a:pt x="531" y="5434"/>
                  </a:lnTo>
                  <a:lnTo>
                    <a:pt x="2231" y="4754"/>
                  </a:lnTo>
                  <a:lnTo>
                    <a:pt x="1568" y="6462"/>
                  </a:lnTo>
                  <a:lnTo>
                    <a:pt x="2845" y="5149"/>
                  </a:lnTo>
                  <a:lnTo>
                    <a:pt x="2934" y="6978"/>
                  </a:lnTo>
                  <a:lnTo>
                    <a:pt x="3567" y="5260"/>
                  </a:lnTo>
                  <a:lnTo>
                    <a:pt x="4392" y="6894"/>
                  </a:lnTo>
                  <a:lnTo>
                    <a:pt x="4271" y="5067"/>
                  </a:lnTo>
                  <a:lnTo>
                    <a:pt x="5690" y="6224"/>
                  </a:lnTo>
                  <a:lnTo>
                    <a:pt x="4836" y="4604"/>
                  </a:lnTo>
                  <a:lnTo>
                    <a:pt x="6603" y="5085"/>
                  </a:lnTo>
                  <a:lnTo>
                    <a:pt x="6603" y="5085"/>
                  </a:lnTo>
                  <a:lnTo>
                    <a:pt x="5164" y="3952"/>
                  </a:lnTo>
                  <a:lnTo>
                    <a:pt x="6974" y="3672"/>
                  </a:lnTo>
                  <a:lnTo>
                    <a:pt x="5199" y="3223"/>
                  </a:lnTo>
                  <a:lnTo>
                    <a:pt x="6739" y="2231"/>
                  </a:lnTo>
                  <a:lnTo>
                    <a:pt x="4934" y="2543"/>
                  </a:lnTo>
                  <a:lnTo>
                    <a:pt x="5937" y="1010"/>
                  </a:lnTo>
                  <a:lnTo>
                    <a:pt x="4415" y="2028"/>
                  </a:lnTo>
                  <a:lnTo>
                    <a:pt x="4415" y="2028"/>
                  </a:lnTo>
                  <a:lnTo>
                    <a:pt x="4708" y="221"/>
                  </a:lnTo>
                  <a:lnTo>
                    <a:pt x="3733" y="1771"/>
                  </a:lnTo>
                  <a:lnTo>
                    <a:pt x="3264" y="1"/>
                  </a:lnTo>
                  <a:close/>
                  <a:moveTo>
                    <a:pt x="1447" y="8468"/>
                  </a:moveTo>
                  <a:cubicBezTo>
                    <a:pt x="1317" y="8468"/>
                    <a:pt x="1211" y="8575"/>
                    <a:pt x="1211" y="8705"/>
                  </a:cubicBezTo>
                  <a:cubicBezTo>
                    <a:pt x="1211" y="8836"/>
                    <a:pt x="1317" y="8942"/>
                    <a:pt x="1447" y="8942"/>
                  </a:cubicBezTo>
                  <a:cubicBezTo>
                    <a:pt x="1578" y="8942"/>
                    <a:pt x="1685" y="8836"/>
                    <a:pt x="1685" y="8705"/>
                  </a:cubicBezTo>
                  <a:cubicBezTo>
                    <a:pt x="1685" y="8575"/>
                    <a:pt x="1578" y="8468"/>
                    <a:pt x="1447" y="8468"/>
                  </a:cubicBezTo>
                  <a:close/>
                  <a:moveTo>
                    <a:pt x="8100" y="6504"/>
                  </a:moveTo>
                  <a:lnTo>
                    <a:pt x="7980" y="7333"/>
                  </a:lnTo>
                  <a:lnTo>
                    <a:pt x="7454" y="6680"/>
                  </a:lnTo>
                  <a:lnTo>
                    <a:pt x="7683" y="7487"/>
                  </a:lnTo>
                  <a:lnTo>
                    <a:pt x="7683" y="7487"/>
                  </a:lnTo>
                  <a:lnTo>
                    <a:pt x="6937" y="7104"/>
                  </a:lnTo>
                  <a:lnTo>
                    <a:pt x="7473" y="7748"/>
                  </a:lnTo>
                  <a:lnTo>
                    <a:pt x="6637" y="7701"/>
                  </a:lnTo>
                  <a:lnTo>
                    <a:pt x="7388" y="8071"/>
                  </a:lnTo>
                  <a:lnTo>
                    <a:pt x="6605" y="8369"/>
                  </a:lnTo>
                  <a:lnTo>
                    <a:pt x="7442" y="8400"/>
                  </a:lnTo>
                  <a:lnTo>
                    <a:pt x="6847" y="8990"/>
                  </a:lnTo>
                  <a:lnTo>
                    <a:pt x="7626" y="8680"/>
                  </a:lnTo>
                  <a:lnTo>
                    <a:pt x="7322" y="9461"/>
                  </a:lnTo>
                  <a:lnTo>
                    <a:pt x="7907" y="8860"/>
                  </a:lnTo>
                  <a:lnTo>
                    <a:pt x="7947" y="9697"/>
                  </a:lnTo>
                  <a:lnTo>
                    <a:pt x="8238" y="8911"/>
                  </a:lnTo>
                  <a:lnTo>
                    <a:pt x="8615" y="9659"/>
                  </a:lnTo>
                  <a:lnTo>
                    <a:pt x="8559" y="8822"/>
                  </a:lnTo>
                  <a:lnTo>
                    <a:pt x="9209" y="9352"/>
                  </a:lnTo>
                  <a:lnTo>
                    <a:pt x="8818" y="8612"/>
                  </a:lnTo>
                  <a:lnTo>
                    <a:pt x="8819" y="8612"/>
                  </a:lnTo>
                  <a:lnTo>
                    <a:pt x="9628" y="8831"/>
                  </a:lnTo>
                  <a:lnTo>
                    <a:pt x="8969" y="8313"/>
                  </a:lnTo>
                  <a:lnTo>
                    <a:pt x="9797" y="8185"/>
                  </a:lnTo>
                  <a:lnTo>
                    <a:pt x="8985" y="7979"/>
                  </a:lnTo>
                  <a:lnTo>
                    <a:pt x="9688" y="7525"/>
                  </a:lnTo>
                  <a:lnTo>
                    <a:pt x="8863" y="7667"/>
                  </a:lnTo>
                  <a:lnTo>
                    <a:pt x="9322" y="6967"/>
                  </a:lnTo>
                  <a:lnTo>
                    <a:pt x="8625" y="7433"/>
                  </a:lnTo>
                  <a:lnTo>
                    <a:pt x="8760" y="6605"/>
                  </a:lnTo>
                  <a:lnTo>
                    <a:pt x="8313" y="7314"/>
                  </a:lnTo>
                  <a:lnTo>
                    <a:pt x="8100" y="6504"/>
                  </a:lnTo>
                  <a:close/>
                  <a:moveTo>
                    <a:pt x="8947" y="12021"/>
                  </a:moveTo>
                  <a:cubicBezTo>
                    <a:pt x="8817" y="12021"/>
                    <a:pt x="8710" y="12127"/>
                    <a:pt x="8710" y="12257"/>
                  </a:cubicBezTo>
                  <a:cubicBezTo>
                    <a:pt x="8710" y="12388"/>
                    <a:pt x="8817" y="12495"/>
                    <a:pt x="8947" y="12495"/>
                  </a:cubicBezTo>
                  <a:cubicBezTo>
                    <a:pt x="9078" y="12495"/>
                    <a:pt x="9184" y="12388"/>
                    <a:pt x="9184" y="12257"/>
                  </a:cubicBezTo>
                  <a:cubicBezTo>
                    <a:pt x="9184" y="12127"/>
                    <a:pt x="9078" y="12021"/>
                    <a:pt x="8947" y="12021"/>
                  </a:cubicBezTo>
                  <a:close/>
                  <a:moveTo>
                    <a:pt x="9711" y="13336"/>
                  </a:moveTo>
                  <a:cubicBezTo>
                    <a:pt x="9580" y="13336"/>
                    <a:pt x="9473" y="13443"/>
                    <a:pt x="9473" y="13574"/>
                  </a:cubicBezTo>
                  <a:cubicBezTo>
                    <a:pt x="9473" y="13704"/>
                    <a:pt x="9580" y="13810"/>
                    <a:pt x="9711" y="13810"/>
                  </a:cubicBezTo>
                  <a:cubicBezTo>
                    <a:pt x="9841" y="13810"/>
                    <a:pt x="9947" y="13704"/>
                    <a:pt x="9947" y="13574"/>
                  </a:cubicBezTo>
                  <a:cubicBezTo>
                    <a:pt x="9947" y="13443"/>
                    <a:pt x="9841" y="13336"/>
                    <a:pt x="9711" y="13336"/>
                  </a:cubicBezTo>
                  <a:close/>
                  <a:moveTo>
                    <a:pt x="3659" y="9948"/>
                  </a:moveTo>
                  <a:lnTo>
                    <a:pt x="3441" y="11454"/>
                  </a:lnTo>
                  <a:lnTo>
                    <a:pt x="2489" y="10269"/>
                  </a:lnTo>
                  <a:lnTo>
                    <a:pt x="2902" y="11732"/>
                  </a:lnTo>
                  <a:lnTo>
                    <a:pt x="1550" y="11036"/>
                  </a:lnTo>
                  <a:lnTo>
                    <a:pt x="2524" y="12205"/>
                  </a:lnTo>
                  <a:lnTo>
                    <a:pt x="1006" y="12120"/>
                  </a:lnTo>
                  <a:lnTo>
                    <a:pt x="2369" y="12791"/>
                  </a:lnTo>
                  <a:lnTo>
                    <a:pt x="948" y="13331"/>
                  </a:lnTo>
                  <a:lnTo>
                    <a:pt x="2468" y="13389"/>
                  </a:lnTo>
                  <a:lnTo>
                    <a:pt x="1389" y="14461"/>
                  </a:lnTo>
                  <a:lnTo>
                    <a:pt x="2800" y="13896"/>
                  </a:lnTo>
                  <a:lnTo>
                    <a:pt x="2250" y="15314"/>
                  </a:lnTo>
                  <a:lnTo>
                    <a:pt x="3310" y="14224"/>
                  </a:lnTo>
                  <a:lnTo>
                    <a:pt x="3384" y="15743"/>
                  </a:lnTo>
                  <a:lnTo>
                    <a:pt x="3910" y="14315"/>
                  </a:lnTo>
                  <a:lnTo>
                    <a:pt x="4594" y="15673"/>
                  </a:lnTo>
                  <a:lnTo>
                    <a:pt x="4494" y="14155"/>
                  </a:lnTo>
                  <a:lnTo>
                    <a:pt x="5672" y="15117"/>
                  </a:lnTo>
                  <a:lnTo>
                    <a:pt x="5672" y="15117"/>
                  </a:lnTo>
                  <a:lnTo>
                    <a:pt x="4964" y="13772"/>
                  </a:lnTo>
                  <a:lnTo>
                    <a:pt x="6430" y="14171"/>
                  </a:lnTo>
                  <a:lnTo>
                    <a:pt x="5236" y="13230"/>
                  </a:lnTo>
                  <a:lnTo>
                    <a:pt x="6739" y="12998"/>
                  </a:lnTo>
                  <a:lnTo>
                    <a:pt x="5265" y="12625"/>
                  </a:lnTo>
                  <a:lnTo>
                    <a:pt x="6542" y="11801"/>
                  </a:lnTo>
                  <a:lnTo>
                    <a:pt x="6542" y="11801"/>
                  </a:lnTo>
                  <a:lnTo>
                    <a:pt x="5045" y="12060"/>
                  </a:lnTo>
                  <a:lnTo>
                    <a:pt x="5877" y="10787"/>
                  </a:lnTo>
                  <a:lnTo>
                    <a:pt x="5877" y="10787"/>
                  </a:lnTo>
                  <a:lnTo>
                    <a:pt x="4613" y="11633"/>
                  </a:lnTo>
                  <a:lnTo>
                    <a:pt x="4857" y="10132"/>
                  </a:lnTo>
                  <a:lnTo>
                    <a:pt x="4046" y="11419"/>
                  </a:lnTo>
                  <a:lnTo>
                    <a:pt x="3659" y="9948"/>
                  </a:lnTo>
                  <a:close/>
                  <a:moveTo>
                    <a:pt x="1290" y="16836"/>
                  </a:moveTo>
                  <a:cubicBezTo>
                    <a:pt x="1159" y="16836"/>
                    <a:pt x="1053" y="16943"/>
                    <a:pt x="1053" y="17073"/>
                  </a:cubicBezTo>
                  <a:cubicBezTo>
                    <a:pt x="1053" y="17204"/>
                    <a:pt x="1159" y="17310"/>
                    <a:pt x="1290" y="17310"/>
                  </a:cubicBezTo>
                  <a:cubicBezTo>
                    <a:pt x="1420" y="17310"/>
                    <a:pt x="1527" y="17204"/>
                    <a:pt x="1527" y="17073"/>
                  </a:cubicBezTo>
                  <a:cubicBezTo>
                    <a:pt x="1527" y="16943"/>
                    <a:pt x="1420" y="16836"/>
                    <a:pt x="1290" y="16836"/>
                  </a:cubicBezTo>
                  <a:close/>
                </a:path>
              </a:pathLst>
            </a:custGeom>
            <a:solidFill>
              <a:schemeClr val="dk2">
                <a:alpha val="62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6" name="Google Shape;3805;p70">
            <a:extLst>
              <a:ext uri="{FF2B5EF4-FFF2-40B4-BE49-F238E27FC236}">
                <a16:creationId xmlns:a16="http://schemas.microsoft.com/office/drawing/2014/main" id="{0FB3DABD-FD7C-BBF1-DFFE-D3C0FB858013}"/>
              </a:ext>
            </a:extLst>
          </p:cNvPr>
          <p:cNvGrpSpPr/>
          <p:nvPr/>
        </p:nvGrpSpPr>
        <p:grpSpPr>
          <a:xfrm>
            <a:off x="6628395" y="596388"/>
            <a:ext cx="929460" cy="693361"/>
            <a:chOff x="3305881" y="234313"/>
            <a:chExt cx="756150" cy="564075"/>
          </a:xfrm>
        </p:grpSpPr>
        <p:sp>
          <p:nvSpPr>
            <p:cNvPr id="2907" name="Google Shape;3806;p70">
              <a:extLst>
                <a:ext uri="{FF2B5EF4-FFF2-40B4-BE49-F238E27FC236}">
                  <a16:creationId xmlns:a16="http://schemas.microsoft.com/office/drawing/2014/main" id="{E4557492-4539-4FF2-2115-4C7E0AAAB333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807;p70">
              <a:extLst>
                <a:ext uri="{FF2B5EF4-FFF2-40B4-BE49-F238E27FC236}">
                  <a16:creationId xmlns:a16="http://schemas.microsoft.com/office/drawing/2014/main" id="{BDF3ED50-2A99-AD16-F44A-4B75B6D3E000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0" y="22562"/>
                  </a:lnTo>
                  <a:lnTo>
                    <a:pt x="30246" y="22562"/>
                  </a:lnTo>
                  <a:lnTo>
                    <a:pt x="30246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D88794">
                    <a:alpha val="61176"/>
                  </a:srgbClr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808;p70">
              <a:extLst>
                <a:ext uri="{FF2B5EF4-FFF2-40B4-BE49-F238E27FC236}">
                  <a16:creationId xmlns:a16="http://schemas.microsoft.com/office/drawing/2014/main" id="{82EA272B-F169-37ED-A007-4211CA3107E3}"/>
                </a:ext>
              </a:extLst>
            </p:cNvPr>
            <p:cNvSpPr/>
            <p:nvPr/>
          </p:nvSpPr>
          <p:spPr>
            <a:xfrm>
              <a:off x="3722600" y="470075"/>
              <a:ext cx="182625" cy="50975"/>
            </a:xfrm>
            <a:custGeom>
              <a:avLst/>
              <a:gdLst/>
              <a:ahLst/>
              <a:cxnLst/>
              <a:rect l="l" t="t" r="r" b="b"/>
              <a:pathLst>
                <a:path w="7305" h="2039" extrusionOk="0">
                  <a:moveTo>
                    <a:pt x="3642" y="0"/>
                  </a:moveTo>
                  <a:cubicBezTo>
                    <a:pt x="3430" y="0"/>
                    <a:pt x="3222" y="13"/>
                    <a:pt x="3022" y="40"/>
                  </a:cubicBezTo>
                  <a:cubicBezTo>
                    <a:pt x="1513" y="246"/>
                    <a:pt x="735" y="1052"/>
                    <a:pt x="735" y="1052"/>
                  </a:cubicBezTo>
                  <a:lnTo>
                    <a:pt x="27" y="1100"/>
                  </a:lnTo>
                  <a:lnTo>
                    <a:pt x="0" y="1285"/>
                  </a:lnTo>
                  <a:cubicBezTo>
                    <a:pt x="0" y="1285"/>
                    <a:pt x="51" y="1284"/>
                    <a:pt x="138" y="1284"/>
                  </a:cubicBezTo>
                  <a:cubicBezTo>
                    <a:pt x="415" y="1284"/>
                    <a:pt x="1055" y="1296"/>
                    <a:pt x="1572" y="1399"/>
                  </a:cubicBezTo>
                  <a:cubicBezTo>
                    <a:pt x="2240" y="1533"/>
                    <a:pt x="3460" y="2038"/>
                    <a:pt x="5298" y="2038"/>
                  </a:cubicBezTo>
                  <a:cubicBezTo>
                    <a:pt x="5334" y="2038"/>
                    <a:pt x="5369" y="2038"/>
                    <a:pt x="5405" y="2038"/>
                  </a:cubicBezTo>
                  <a:cubicBezTo>
                    <a:pt x="7304" y="2019"/>
                    <a:pt x="7192" y="1579"/>
                    <a:pt x="6859" y="1023"/>
                  </a:cubicBezTo>
                  <a:cubicBezTo>
                    <a:pt x="6570" y="541"/>
                    <a:pt x="5030" y="0"/>
                    <a:pt x="36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8" name="Google Shape;3809;p70">
              <a:extLst>
                <a:ext uri="{FF2B5EF4-FFF2-40B4-BE49-F238E27FC236}">
                  <a16:creationId xmlns:a16="http://schemas.microsoft.com/office/drawing/2014/main" id="{9CEB71FA-29CB-4D7D-AB01-0F8B3E852B77}"/>
                </a:ext>
              </a:extLst>
            </p:cNvPr>
            <p:cNvGrpSpPr/>
            <p:nvPr/>
          </p:nvGrpSpPr>
          <p:grpSpPr>
            <a:xfrm>
              <a:off x="3459375" y="327950"/>
              <a:ext cx="466050" cy="395225"/>
              <a:chOff x="3459375" y="327950"/>
              <a:chExt cx="466050" cy="395225"/>
            </a:xfrm>
          </p:grpSpPr>
          <p:sp>
            <p:nvSpPr>
              <p:cNvPr id="3092" name="Google Shape;3810;p70">
                <a:extLst>
                  <a:ext uri="{FF2B5EF4-FFF2-40B4-BE49-F238E27FC236}">
                    <a16:creationId xmlns:a16="http://schemas.microsoft.com/office/drawing/2014/main" id="{D6437F5A-5660-BF79-E8AC-558EF0FE3A21}"/>
                  </a:ext>
                </a:extLst>
              </p:cNvPr>
              <p:cNvSpPr/>
              <p:nvPr/>
            </p:nvSpPr>
            <p:spPr>
              <a:xfrm>
                <a:off x="3749525" y="334925"/>
                <a:ext cx="175900" cy="13797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5519" extrusionOk="0">
                    <a:moveTo>
                      <a:pt x="6702" y="1"/>
                    </a:moveTo>
                    <a:cubicBezTo>
                      <a:pt x="5858" y="1"/>
                      <a:pt x="3463" y="948"/>
                      <a:pt x="2395" y="1828"/>
                    </a:cubicBezTo>
                    <a:cubicBezTo>
                      <a:pt x="1050" y="2938"/>
                      <a:pt x="0" y="5519"/>
                      <a:pt x="0" y="5519"/>
                    </a:cubicBezTo>
                    <a:cubicBezTo>
                      <a:pt x="0" y="5519"/>
                      <a:pt x="2083" y="4349"/>
                      <a:pt x="3332" y="3764"/>
                    </a:cubicBezTo>
                    <a:cubicBezTo>
                      <a:pt x="4581" y="3181"/>
                      <a:pt x="6801" y="913"/>
                      <a:pt x="6996" y="209"/>
                    </a:cubicBezTo>
                    <a:cubicBezTo>
                      <a:pt x="7036" y="64"/>
                      <a:pt x="6921" y="1"/>
                      <a:pt x="6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811;p70">
                <a:extLst>
                  <a:ext uri="{FF2B5EF4-FFF2-40B4-BE49-F238E27FC236}">
                    <a16:creationId xmlns:a16="http://schemas.microsoft.com/office/drawing/2014/main" id="{A04743B1-42E5-7161-2639-D1D6F102D779}"/>
                  </a:ext>
                </a:extLst>
              </p:cNvPr>
              <p:cNvSpPr/>
              <p:nvPr/>
            </p:nvSpPr>
            <p:spPr>
              <a:xfrm>
                <a:off x="3629350" y="540375"/>
                <a:ext cx="228425" cy="592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2368" extrusionOk="0">
                    <a:moveTo>
                      <a:pt x="5756" y="1"/>
                    </a:moveTo>
                    <a:cubicBezTo>
                      <a:pt x="4206" y="1"/>
                      <a:pt x="2313" y="627"/>
                      <a:pt x="1193" y="1738"/>
                    </a:cubicBezTo>
                    <a:lnTo>
                      <a:pt x="295" y="1829"/>
                    </a:lnTo>
                    <a:lnTo>
                      <a:pt x="1" y="2124"/>
                    </a:lnTo>
                    <a:lnTo>
                      <a:pt x="1089" y="1989"/>
                    </a:lnTo>
                    <a:lnTo>
                      <a:pt x="1089" y="1989"/>
                    </a:lnTo>
                    <a:cubicBezTo>
                      <a:pt x="1089" y="1989"/>
                      <a:pt x="893" y="2351"/>
                      <a:pt x="2265" y="2351"/>
                    </a:cubicBezTo>
                    <a:cubicBezTo>
                      <a:pt x="2334" y="2351"/>
                      <a:pt x="2407" y="2350"/>
                      <a:pt x="2485" y="2348"/>
                    </a:cubicBezTo>
                    <a:cubicBezTo>
                      <a:pt x="2661" y="2344"/>
                      <a:pt x="2849" y="2342"/>
                      <a:pt x="3044" y="2342"/>
                    </a:cubicBezTo>
                    <a:cubicBezTo>
                      <a:pt x="3793" y="2342"/>
                      <a:pt x="4653" y="2368"/>
                      <a:pt x="5441" y="2368"/>
                    </a:cubicBezTo>
                    <a:cubicBezTo>
                      <a:pt x="6318" y="2368"/>
                      <a:pt x="7106" y="2336"/>
                      <a:pt x="7554" y="2200"/>
                    </a:cubicBezTo>
                    <a:cubicBezTo>
                      <a:pt x="8509" y="1910"/>
                      <a:pt x="9136" y="1583"/>
                      <a:pt x="9136" y="1583"/>
                    </a:cubicBezTo>
                    <a:cubicBezTo>
                      <a:pt x="9136" y="1583"/>
                      <a:pt x="8399" y="466"/>
                      <a:pt x="6758" y="102"/>
                    </a:cubicBezTo>
                    <a:cubicBezTo>
                      <a:pt x="6451" y="34"/>
                      <a:pt x="6112" y="1"/>
                      <a:pt x="57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812;p70">
                <a:extLst>
                  <a:ext uri="{FF2B5EF4-FFF2-40B4-BE49-F238E27FC236}">
                    <a16:creationId xmlns:a16="http://schemas.microsoft.com/office/drawing/2014/main" id="{FCD4579D-9DE3-1BC6-0493-A5AACF901104}"/>
                  </a:ext>
                </a:extLst>
              </p:cNvPr>
              <p:cNvSpPr/>
              <p:nvPr/>
            </p:nvSpPr>
            <p:spPr>
              <a:xfrm>
                <a:off x="3626900" y="397625"/>
                <a:ext cx="108225" cy="185650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7426" extrusionOk="0">
                    <a:moveTo>
                      <a:pt x="3924" y="0"/>
                    </a:moveTo>
                    <a:cubicBezTo>
                      <a:pt x="3555" y="0"/>
                      <a:pt x="2898" y="112"/>
                      <a:pt x="2210" y="760"/>
                    </a:cubicBezTo>
                    <a:cubicBezTo>
                      <a:pt x="1160" y="1747"/>
                      <a:pt x="60" y="3449"/>
                      <a:pt x="239" y="4726"/>
                    </a:cubicBezTo>
                    <a:cubicBezTo>
                      <a:pt x="419" y="6003"/>
                      <a:pt x="304" y="6398"/>
                      <a:pt x="304" y="6398"/>
                    </a:cubicBezTo>
                    <a:lnTo>
                      <a:pt x="0" y="7425"/>
                    </a:lnTo>
                    <a:lnTo>
                      <a:pt x="425" y="7110"/>
                    </a:lnTo>
                    <a:lnTo>
                      <a:pt x="425" y="7111"/>
                    </a:lnTo>
                    <a:cubicBezTo>
                      <a:pt x="425" y="7111"/>
                      <a:pt x="509" y="6557"/>
                      <a:pt x="501" y="6456"/>
                    </a:cubicBezTo>
                    <a:cubicBezTo>
                      <a:pt x="501" y="6456"/>
                      <a:pt x="857" y="6309"/>
                      <a:pt x="1683" y="5033"/>
                    </a:cubicBezTo>
                    <a:cubicBezTo>
                      <a:pt x="2509" y="3756"/>
                      <a:pt x="3883" y="2046"/>
                      <a:pt x="4106" y="1157"/>
                    </a:cubicBezTo>
                    <a:cubicBezTo>
                      <a:pt x="4328" y="268"/>
                      <a:pt x="4231" y="31"/>
                      <a:pt x="4231" y="31"/>
                    </a:cubicBezTo>
                    <a:cubicBezTo>
                      <a:pt x="4231" y="31"/>
                      <a:pt x="4116" y="0"/>
                      <a:pt x="39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813;p70">
                <a:extLst>
                  <a:ext uri="{FF2B5EF4-FFF2-40B4-BE49-F238E27FC236}">
                    <a16:creationId xmlns:a16="http://schemas.microsoft.com/office/drawing/2014/main" id="{64ACF2B3-539E-C7CA-2D35-C9F0A154495C}"/>
                  </a:ext>
                </a:extLst>
              </p:cNvPr>
              <p:cNvSpPr/>
              <p:nvPr/>
            </p:nvSpPr>
            <p:spPr>
              <a:xfrm>
                <a:off x="3459375" y="508750"/>
                <a:ext cx="89500" cy="201750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8070" extrusionOk="0">
                    <a:moveTo>
                      <a:pt x="3409" y="0"/>
                    </a:moveTo>
                    <a:cubicBezTo>
                      <a:pt x="3236" y="0"/>
                      <a:pt x="2349" y="54"/>
                      <a:pt x="1595" y="1105"/>
                    </a:cubicBezTo>
                    <a:cubicBezTo>
                      <a:pt x="754" y="2275"/>
                      <a:pt x="0" y="4157"/>
                      <a:pt x="423" y="5376"/>
                    </a:cubicBezTo>
                    <a:cubicBezTo>
                      <a:pt x="845" y="6594"/>
                      <a:pt x="807" y="7003"/>
                      <a:pt x="807" y="7003"/>
                    </a:cubicBezTo>
                    <a:lnTo>
                      <a:pt x="706" y="8070"/>
                    </a:lnTo>
                    <a:lnTo>
                      <a:pt x="1062" y="7680"/>
                    </a:lnTo>
                    <a:cubicBezTo>
                      <a:pt x="1062" y="7680"/>
                      <a:pt x="1038" y="7120"/>
                      <a:pt x="1012" y="7022"/>
                    </a:cubicBezTo>
                    <a:cubicBezTo>
                      <a:pt x="1012" y="7022"/>
                      <a:pt x="1332" y="6811"/>
                      <a:pt x="1898" y="5399"/>
                    </a:cubicBezTo>
                    <a:cubicBezTo>
                      <a:pt x="2463" y="3988"/>
                      <a:pt x="3484" y="2046"/>
                      <a:pt x="3532" y="1130"/>
                    </a:cubicBezTo>
                    <a:cubicBezTo>
                      <a:pt x="3580" y="215"/>
                      <a:pt x="3439" y="1"/>
                      <a:pt x="3439" y="1"/>
                    </a:cubicBezTo>
                    <a:cubicBezTo>
                      <a:pt x="3439" y="1"/>
                      <a:pt x="3428" y="0"/>
                      <a:pt x="34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814;p70">
                <a:extLst>
                  <a:ext uri="{FF2B5EF4-FFF2-40B4-BE49-F238E27FC236}">
                    <a16:creationId xmlns:a16="http://schemas.microsoft.com/office/drawing/2014/main" id="{94111ADF-1500-EDA0-5E14-DC6BEE7253FA}"/>
                  </a:ext>
                </a:extLst>
              </p:cNvPr>
              <p:cNvSpPr/>
              <p:nvPr/>
            </p:nvSpPr>
            <p:spPr>
              <a:xfrm>
                <a:off x="3720750" y="327950"/>
                <a:ext cx="51425" cy="165675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6627" extrusionOk="0">
                    <a:moveTo>
                      <a:pt x="1008" y="1"/>
                    </a:moveTo>
                    <a:cubicBezTo>
                      <a:pt x="1001" y="1"/>
                      <a:pt x="998" y="3"/>
                      <a:pt x="998" y="3"/>
                    </a:cubicBezTo>
                    <a:cubicBezTo>
                      <a:pt x="998" y="3"/>
                      <a:pt x="291" y="347"/>
                      <a:pt x="231" y="1549"/>
                    </a:cubicBezTo>
                    <a:cubicBezTo>
                      <a:pt x="173" y="2753"/>
                      <a:pt x="1" y="3933"/>
                      <a:pt x="349" y="5956"/>
                    </a:cubicBezTo>
                    <a:lnTo>
                      <a:pt x="192" y="6627"/>
                    </a:lnTo>
                    <a:lnTo>
                      <a:pt x="333" y="6465"/>
                    </a:lnTo>
                    <a:lnTo>
                      <a:pt x="530" y="5932"/>
                    </a:lnTo>
                    <a:cubicBezTo>
                      <a:pt x="530" y="5932"/>
                      <a:pt x="1156" y="5433"/>
                      <a:pt x="1418" y="4302"/>
                    </a:cubicBezTo>
                    <a:cubicBezTo>
                      <a:pt x="1680" y="3172"/>
                      <a:pt x="2056" y="1942"/>
                      <a:pt x="1585" y="923"/>
                    </a:cubicBezTo>
                    <a:cubicBezTo>
                      <a:pt x="1190" y="70"/>
                      <a:pt x="1045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815;p70">
                <a:extLst>
                  <a:ext uri="{FF2B5EF4-FFF2-40B4-BE49-F238E27FC236}">
                    <a16:creationId xmlns:a16="http://schemas.microsoft.com/office/drawing/2014/main" id="{55A6DF30-5F15-83F0-7A38-CF19E41A6374}"/>
                  </a:ext>
                </a:extLst>
              </p:cNvPr>
              <p:cNvSpPr/>
              <p:nvPr/>
            </p:nvSpPr>
            <p:spPr>
              <a:xfrm>
                <a:off x="3521800" y="638350"/>
                <a:ext cx="266075" cy="77850"/>
              </a:xfrm>
              <a:custGeom>
                <a:avLst/>
                <a:gdLst/>
                <a:ahLst/>
                <a:cxnLst/>
                <a:rect l="l" t="t" r="r" b="b"/>
                <a:pathLst>
                  <a:path w="10643" h="3114" extrusionOk="0">
                    <a:moveTo>
                      <a:pt x="4693" y="1"/>
                    </a:moveTo>
                    <a:cubicBezTo>
                      <a:pt x="2480" y="1"/>
                      <a:pt x="1008" y="1228"/>
                      <a:pt x="1008" y="1228"/>
                    </a:cubicBezTo>
                    <a:lnTo>
                      <a:pt x="384" y="1312"/>
                    </a:lnTo>
                    <a:lnTo>
                      <a:pt x="384" y="1311"/>
                    </a:lnTo>
                    <a:lnTo>
                      <a:pt x="1" y="1642"/>
                    </a:lnTo>
                    <a:lnTo>
                      <a:pt x="1059" y="1518"/>
                    </a:lnTo>
                    <a:cubicBezTo>
                      <a:pt x="1059" y="1518"/>
                      <a:pt x="2254" y="1893"/>
                      <a:pt x="3095" y="2170"/>
                    </a:cubicBezTo>
                    <a:cubicBezTo>
                      <a:pt x="3938" y="2447"/>
                      <a:pt x="5421" y="2598"/>
                      <a:pt x="7258" y="3019"/>
                    </a:cubicBezTo>
                    <a:cubicBezTo>
                      <a:pt x="7548" y="3086"/>
                      <a:pt x="7830" y="3113"/>
                      <a:pt x="8100" y="3113"/>
                    </a:cubicBezTo>
                    <a:cubicBezTo>
                      <a:pt x="9544" y="3113"/>
                      <a:pt x="10643" y="2317"/>
                      <a:pt x="10643" y="2317"/>
                    </a:cubicBezTo>
                    <a:cubicBezTo>
                      <a:pt x="9782" y="904"/>
                      <a:pt x="7788" y="270"/>
                      <a:pt x="5263" y="28"/>
                    </a:cubicBezTo>
                    <a:cubicBezTo>
                      <a:pt x="5068" y="9"/>
                      <a:pt x="4878" y="1"/>
                      <a:pt x="46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816;p70">
                <a:extLst>
                  <a:ext uri="{FF2B5EF4-FFF2-40B4-BE49-F238E27FC236}">
                    <a16:creationId xmlns:a16="http://schemas.microsoft.com/office/drawing/2014/main" id="{B84EF64D-0CFD-B446-4DFF-C07B093BBB03}"/>
                  </a:ext>
                </a:extLst>
              </p:cNvPr>
              <p:cNvSpPr/>
              <p:nvPr/>
            </p:nvSpPr>
            <p:spPr>
              <a:xfrm>
                <a:off x="3555250" y="445575"/>
                <a:ext cx="50625" cy="194400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7776" extrusionOk="0">
                    <a:moveTo>
                      <a:pt x="614" y="1"/>
                    </a:moveTo>
                    <a:cubicBezTo>
                      <a:pt x="585" y="1"/>
                      <a:pt x="554" y="30"/>
                      <a:pt x="515" y="98"/>
                    </a:cubicBezTo>
                    <a:cubicBezTo>
                      <a:pt x="334" y="415"/>
                      <a:pt x="0" y="1541"/>
                      <a:pt x="262" y="2091"/>
                    </a:cubicBezTo>
                    <a:cubicBezTo>
                      <a:pt x="524" y="2642"/>
                      <a:pt x="18" y="3475"/>
                      <a:pt x="982" y="4637"/>
                    </a:cubicBezTo>
                    <a:cubicBezTo>
                      <a:pt x="982" y="4637"/>
                      <a:pt x="1043" y="6466"/>
                      <a:pt x="962" y="6899"/>
                    </a:cubicBezTo>
                    <a:cubicBezTo>
                      <a:pt x="880" y="7331"/>
                      <a:pt x="541" y="7730"/>
                      <a:pt x="541" y="7730"/>
                    </a:cubicBezTo>
                    <a:lnTo>
                      <a:pt x="768" y="7776"/>
                    </a:lnTo>
                    <a:cubicBezTo>
                      <a:pt x="768" y="7776"/>
                      <a:pt x="822" y="7442"/>
                      <a:pt x="1033" y="7285"/>
                    </a:cubicBezTo>
                    <a:cubicBezTo>
                      <a:pt x="1246" y="7127"/>
                      <a:pt x="1574" y="6958"/>
                      <a:pt x="1675" y="6656"/>
                    </a:cubicBezTo>
                    <a:cubicBezTo>
                      <a:pt x="1777" y="6354"/>
                      <a:pt x="2025" y="2249"/>
                      <a:pt x="1962" y="1928"/>
                    </a:cubicBezTo>
                    <a:cubicBezTo>
                      <a:pt x="1899" y="1607"/>
                      <a:pt x="1506" y="990"/>
                      <a:pt x="1107" y="651"/>
                    </a:cubicBezTo>
                    <a:cubicBezTo>
                      <a:pt x="793" y="386"/>
                      <a:pt x="719" y="1"/>
                      <a:pt x="6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817;p70">
                <a:extLst>
                  <a:ext uri="{FF2B5EF4-FFF2-40B4-BE49-F238E27FC236}">
                    <a16:creationId xmlns:a16="http://schemas.microsoft.com/office/drawing/2014/main" id="{2AF1CC32-A405-15C3-663D-9C53A468E398}"/>
                  </a:ext>
                </a:extLst>
              </p:cNvPr>
              <p:cNvSpPr/>
              <p:nvPr/>
            </p:nvSpPr>
            <p:spPr>
              <a:xfrm>
                <a:off x="3461950" y="460150"/>
                <a:ext cx="30645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0521" extrusionOk="0">
                    <a:moveTo>
                      <a:pt x="11986" y="0"/>
                    </a:moveTo>
                    <a:cubicBezTo>
                      <a:pt x="10806" y="1006"/>
                      <a:pt x="8028" y="3433"/>
                      <a:pt x="5784" y="5641"/>
                    </a:cubicBezTo>
                    <a:cubicBezTo>
                      <a:pt x="3540" y="7848"/>
                      <a:pt x="88" y="10069"/>
                      <a:pt x="88" y="10069"/>
                    </a:cubicBezTo>
                    <a:cubicBezTo>
                      <a:pt x="0" y="10277"/>
                      <a:pt x="170" y="10520"/>
                      <a:pt x="170" y="10520"/>
                    </a:cubicBezTo>
                    <a:cubicBezTo>
                      <a:pt x="170" y="10520"/>
                      <a:pt x="1494" y="9697"/>
                      <a:pt x="2018" y="9203"/>
                    </a:cubicBezTo>
                    <a:cubicBezTo>
                      <a:pt x="2542" y="8710"/>
                      <a:pt x="3702" y="7989"/>
                      <a:pt x="4135" y="7568"/>
                    </a:cubicBezTo>
                    <a:cubicBezTo>
                      <a:pt x="4568" y="7147"/>
                      <a:pt x="5635" y="6118"/>
                      <a:pt x="6391" y="5599"/>
                    </a:cubicBezTo>
                    <a:cubicBezTo>
                      <a:pt x="7147" y="5079"/>
                      <a:pt x="9792" y="2290"/>
                      <a:pt x="10326" y="1776"/>
                    </a:cubicBezTo>
                    <a:cubicBezTo>
                      <a:pt x="10859" y="1262"/>
                      <a:pt x="12256" y="27"/>
                      <a:pt x="12256" y="27"/>
                    </a:cubicBezTo>
                    <a:lnTo>
                      <a:pt x="12257" y="27"/>
                    </a:lnTo>
                    <a:lnTo>
                      <a:pt x="119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89" name="Google Shape;3818;p70">
              <a:extLst>
                <a:ext uri="{FF2B5EF4-FFF2-40B4-BE49-F238E27FC236}">
                  <a16:creationId xmlns:a16="http://schemas.microsoft.com/office/drawing/2014/main" id="{DA339C6D-3BA7-4BD6-D378-7B2665D52D38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fill="none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dk2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819;p70">
              <a:extLst>
                <a:ext uri="{FF2B5EF4-FFF2-40B4-BE49-F238E27FC236}">
                  <a16:creationId xmlns:a16="http://schemas.microsoft.com/office/drawing/2014/main" id="{60CFD242-1C9C-BAA3-860C-56F62CD26095}"/>
                </a:ext>
              </a:extLst>
            </p:cNvPr>
            <p:cNvSpPr/>
            <p:nvPr/>
          </p:nvSpPr>
          <p:spPr>
            <a:xfrm>
              <a:off x="3342200" y="273750"/>
              <a:ext cx="25600" cy="25550"/>
            </a:xfrm>
            <a:custGeom>
              <a:avLst/>
              <a:gdLst/>
              <a:ahLst/>
              <a:cxnLst/>
              <a:rect l="l" t="t" r="r" b="b"/>
              <a:pathLst>
                <a:path w="1024" h="1022" extrusionOk="0">
                  <a:moveTo>
                    <a:pt x="512" y="0"/>
                  </a:moveTo>
                  <a:cubicBezTo>
                    <a:pt x="229" y="0"/>
                    <a:pt x="1" y="229"/>
                    <a:pt x="1" y="511"/>
                  </a:cubicBezTo>
                  <a:cubicBezTo>
                    <a:pt x="1" y="793"/>
                    <a:pt x="229" y="1022"/>
                    <a:pt x="512" y="1022"/>
                  </a:cubicBezTo>
                  <a:cubicBezTo>
                    <a:pt x="794" y="1022"/>
                    <a:pt x="1024" y="793"/>
                    <a:pt x="1024" y="511"/>
                  </a:cubicBezTo>
                  <a:cubicBezTo>
                    <a:pt x="1024" y="229"/>
                    <a:pt x="794" y="0"/>
                    <a:pt x="5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820;p70">
              <a:extLst>
                <a:ext uri="{FF2B5EF4-FFF2-40B4-BE49-F238E27FC236}">
                  <a16:creationId xmlns:a16="http://schemas.microsoft.com/office/drawing/2014/main" id="{6A41EFA1-631B-199F-FE8A-B2D7318B6D61}"/>
                </a:ext>
              </a:extLst>
            </p:cNvPr>
            <p:cNvSpPr/>
            <p:nvPr/>
          </p:nvSpPr>
          <p:spPr>
            <a:xfrm>
              <a:off x="4010650" y="27375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3"/>
                    <a:pt x="229" y="1022"/>
                    <a:pt x="511" y="1022"/>
                  </a:cubicBezTo>
                  <a:cubicBezTo>
                    <a:pt x="794" y="1022"/>
                    <a:pt x="1022" y="793"/>
                    <a:pt x="1022" y="511"/>
                  </a:cubicBezTo>
                  <a:cubicBezTo>
                    <a:pt x="1022" y="229"/>
                    <a:pt x="794" y="0"/>
                    <a:pt x="5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3" name="Google Shape;8049;p89">
            <a:extLst>
              <a:ext uri="{FF2B5EF4-FFF2-40B4-BE49-F238E27FC236}">
                <a16:creationId xmlns:a16="http://schemas.microsoft.com/office/drawing/2014/main" id="{4CF40C4B-9069-8201-CD44-7E457FA8789E}"/>
              </a:ext>
            </a:extLst>
          </p:cNvPr>
          <p:cNvGrpSpPr/>
          <p:nvPr/>
        </p:nvGrpSpPr>
        <p:grpSpPr>
          <a:xfrm>
            <a:off x="6628395" y="3553424"/>
            <a:ext cx="903307" cy="1403103"/>
            <a:chOff x="7586191" y="3275619"/>
            <a:chExt cx="1136357" cy="1706563"/>
          </a:xfrm>
        </p:grpSpPr>
        <p:grpSp>
          <p:nvGrpSpPr>
            <p:cNvPr id="3304" name="Google Shape;8050;p89">
              <a:extLst>
                <a:ext uri="{FF2B5EF4-FFF2-40B4-BE49-F238E27FC236}">
                  <a16:creationId xmlns:a16="http://schemas.microsoft.com/office/drawing/2014/main" id="{BEC4933C-C5E3-0CD7-0390-28F8261A289A}"/>
                </a:ext>
              </a:extLst>
            </p:cNvPr>
            <p:cNvGrpSpPr/>
            <p:nvPr/>
          </p:nvGrpSpPr>
          <p:grpSpPr>
            <a:xfrm>
              <a:off x="7586191" y="3275619"/>
              <a:ext cx="1136357" cy="1706563"/>
              <a:chOff x="7586191" y="3275619"/>
              <a:chExt cx="1136357" cy="1706563"/>
            </a:xfrm>
          </p:grpSpPr>
          <p:sp>
            <p:nvSpPr>
              <p:cNvPr id="3306" name="Google Shape;8051;p89">
                <a:extLst>
                  <a:ext uri="{FF2B5EF4-FFF2-40B4-BE49-F238E27FC236}">
                    <a16:creationId xmlns:a16="http://schemas.microsoft.com/office/drawing/2014/main" id="{BB48B0DF-0ED4-808C-DB71-696FEBECF733}"/>
                  </a:ext>
                </a:extLst>
              </p:cNvPr>
              <p:cNvSpPr/>
              <p:nvPr/>
            </p:nvSpPr>
            <p:spPr>
              <a:xfrm flipH="1">
                <a:off x="7698694" y="4893747"/>
                <a:ext cx="793520" cy="86604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8052;p89">
                <a:extLst>
                  <a:ext uri="{FF2B5EF4-FFF2-40B4-BE49-F238E27FC236}">
                    <a16:creationId xmlns:a16="http://schemas.microsoft.com/office/drawing/2014/main" id="{1F5ACBAA-8343-6126-A5ED-B79AF6E833AD}"/>
                  </a:ext>
                </a:extLst>
              </p:cNvPr>
              <p:cNvSpPr/>
              <p:nvPr/>
            </p:nvSpPr>
            <p:spPr>
              <a:xfrm flipH="1">
                <a:off x="7698694" y="4893747"/>
                <a:ext cx="793520" cy="86604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8053;p89">
                <a:extLst>
                  <a:ext uri="{FF2B5EF4-FFF2-40B4-BE49-F238E27FC236}">
                    <a16:creationId xmlns:a16="http://schemas.microsoft.com/office/drawing/2014/main" id="{CEEF19F8-A54D-9888-E39D-0CA5318A69A2}"/>
                  </a:ext>
                </a:extLst>
              </p:cNvPr>
              <p:cNvSpPr/>
              <p:nvPr/>
            </p:nvSpPr>
            <p:spPr>
              <a:xfrm flipH="1">
                <a:off x="7696919" y="4892138"/>
                <a:ext cx="797126" cy="90044"/>
              </a:xfrm>
              <a:custGeom>
                <a:avLst/>
                <a:gdLst/>
                <a:ahLst/>
                <a:cxnLst/>
                <a:rect l="l" t="t" r="r" b="b"/>
                <a:pathLst>
                  <a:path w="14369" h="1623" extrusionOk="0">
                    <a:moveTo>
                      <a:pt x="14310" y="62"/>
                    </a:moveTo>
                    <a:lnTo>
                      <a:pt x="14310" y="1218"/>
                    </a:lnTo>
                    <a:cubicBezTo>
                      <a:pt x="14300" y="1224"/>
                      <a:pt x="14294" y="1231"/>
                      <a:pt x="14290" y="1244"/>
                    </a:cubicBezTo>
                    <a:cubicBezTo>
                      <a:pt x="14166" y="1397"/>
                      <a:pt x="11287" y="1560"/>
                      <a:pt x="7181" y="1560"/>
                    </a:cubicBezTo>
                    <a:cubicBezTo>
                      <a:pt x="3072" y="1560"/>
                      <a:pt x="193" y="1397"/>
                      <a:pt x="69" y="1244"/>
                    </a:cubicBezTo>
                    <a:cubicBezTo>
                      <a:pt x="69" y="1237"/>
                      <a:pt x="66" y="1234"/>
                      <a:pt x="66" y="1227"/>
                    </a:cubicBezTo>
                    <a:lnTo>
                      <a:pt x="66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1247"/>
                    </a:lnTo>
                    <a:cubicBezTo>
                      <a:pt x="0" y="1253"/>
                      <a:pt x="4" y="1263"/>
                      <a:pt x="10" y="1270"/>
                    </a:cubicBezTo>
                    <a:cubicBezTo>
                      <a:pt x="40" y="1329"/>
                      <a:pt x="275" y="1430"/>
                      <a:pt x="2129" y="1521"/>
                    </a:cubicBezTo>
                    <a:cubicBezTo>
                      <a:pt x="3477" y="1586"/>
                      <a:pt x="5272" y="1622"/>
                      <a:pt x="7181" y="1622"/>
                    </a:cubicBezTo>
                    <a:cubicBezTo>
                      <a:pt x="9087" y="1622"/>
                      <a:pt x="10883" y="1586"/>
                      <a:pt x="12231" y="1521"/>
                    </a:cubicBezTo>
                    <a:cubicBezTo>
                      <a:pt x="14006" y="1433"/>
                      <a:pt x="14297" y="1335"/>
                      <a:pt x="14343" y="1276"/>
                    </a:cubicBezTo>
                    <a:cubicBezTo>
                      <a:pt x="14359" y="1276"/>
                      <a:pt x="14369" y="1263"/>
                      <a:pt x="14369" y="1247"/>
                    </a:cubicBezTo>
                    <a:lnTo>
                      <a:pt x="14369" y="29"/>
                    </a:lnTo>
                    <a:cubicBezTo>
                      <a:pt x="14369" y="13"/>
                      <a:pt x="14356" y="0"/>
                      <a:pt x="143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8054;p89">
                <a:extLst>
                  <a:ext uri="{FF2B5EF4-FFF2-40B4-BE49-F238E27FC236}">
                    <a16:creationId xmlns:a16="http://schemas.microsoft.com/office/drawing/2014/main" id="{66F00691-8132-13DC-08AD-E9634974D054}"/>
                  </a:ext>
                </a:extLst>
              </p:cNvPr>
              <p:cNvSpPr/>
              <p:nvPr/>
            </p:nvSpPr>
            <p:spPr>
              <a:xfrm flipH="1">
                <a:off x="7699471" y="4875106"/>
                <a:ext cx="792577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7145" y="0"/>
                    </a:moveTo>
                    <a:cubicBezTo>
                      <a:pt x="3199" y="0"/>
                      <a:pt x="0" y="154"/>
                      <a:pt x="0" y="343"/>
                    </a:cubicBezTo>
                    <a:cubicBezTo>
                      <a:pt x="0" y="532"/>
                      <a:pt x="3199" y="689"/>
                      <a:pt x="7145" y="689"/>
                    </a:cubicBezTo>
                    <a:cubicBezTo>
                      <a:pt x="11088" y="689"/>
                      <a:pt x="14287" y="532"/>
                      <a:pt x="14287" y="343"/>
                    </a:cubicBezTo>
                    <a:cubicBezTo>
                      <a:pt x="14287" y="154"/>
                      <a:pt x="11088" y="0"/>
                      <a:pt x="71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8055;p89">
                <a:extLst>
                  <a:ext uri="{FF2B5EF4-FFF2-40B4-BE49-F238E27FC236}">
                    <a16:creationId xmlns:a16="http://schemas.microsoft.com/office/drawing/2014/main" id="{79AC25A4-78AA-D17B-998F-5EB2A7F0CAA7}"/>
                  </a:ext>
                </a:extLst>
              </p:cNvPr>
              <p:cNvSpPr/>
              <p:nvPr/>
            </p:nvSpPr>
            <p:spPr>
              <a:xfrm flipH="1">
                <a:off x="7699471" y="4875106"/>
                <a:ext cx="792577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14287" y="343"/>
                    </a:moveTo>
                    <a:cubicBezTo>
                      <a:pt x="14287" y="532"/>
                      <a:pt x="11088" y="689"/>
                      <a:pt x="7145" y="689"/>
                    </a:cubicBezTo>
                    <a:cubicBezTo>
                      <a:pt x="3199" y="689"/>
                      <a:pt x="0" y="532"/>
                      <a:pt x="0" y="343"/>
                    </a:cubicBezTo>
                    <a:cubicBezTo>
                      <a:pt x="0" y="154"/>
                      <a:pt x="3199" y="0"/>
                      <a:pt x="7145" y="0"/>
                    </a:cubicBezTo>
                    <a:cubicBezTo>
                      <a:pt x="11088" y="0"/>
                      <a:pt x="14287" y="154"/>
                      <a:pt x="14287" y="343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8056;p89">
                <a:extLst>
                  <a:ext uri="{FF2B5EF4-FFF2-40B4-BE49-F238E27FC236}">
                    <a16:creationId xmlns:a16="http://schemas.microsoft.com/office/drawing/2014/main" id="{DA987027-0249-600C-066D-E1FFA50BE965}"/>
                  </a:ext>
                </a:extLst>
              </p:cNvPr>
              <p:cNvSpPr/>
              <p:nvPr/>
            </p:nvSpPr>
            <p:spPr>
              <a:xfrm flipH="1">
                <a:off x="7697806" y="4873275"/>
                <a:ext cx="795905" cy="41721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752" extrusionOk="0">
                    <a:moveTo>
                      <a:pt x="7175" y="63"/>
                    </a:moveTo>
                    <a:cubicBezTo>
                      <a:pt x="11242" y="63"/>
                      <a:pt x="14108" y="223"/>
                      <a:pt x="14281" y="376"/>
                    </a:cubicBezTo>
                    <a:cubicBezTo>
                      <a:pt x="14108" y="529"/>
                      <a:pt x="11245" y="689"/>
                      <a:pt x="7175" y="689"/>
                    </a:cubicBezTo>
                    <a:cubicBezTo>
                      <a:pt x="3105" y="689"/>
                      <a:pt x="239" y="529"/>
                      <a:pt x="66" y="376"/>
                    </a:cubicBezTo>
                    <a:cubicBezTo>
                      <a:pt x="242" y="223"/>
                      <a:pt x="3105" y="63"/>
                      <a:pt x="7175" y="63"/>
                    </a:cubicBezTo>
                    <a:close/>
                    <a:moveTo>
                      <a:pt x="7175" y="1"/>
                    </a:moveTo>
                    <a:cubicBezTo>
                      <a:pt x="5263" y="1"/>
                      <a:pt x="3471" y="37"/>
                      <a:pt x="2123" y="102"/>
                    </a:cubicBezTo>
                    <a:cubicBezTo>
                      <a:pt x="1" y="203"/>
                      <a:pt x="1" y="324"/>
                      <a:pt x="1" y="376"/>
                    </a:cubicBezTo>
                    <a:cubicBezTo>
                      <a:pt x="1" y="428"/>
                      <a:pt x="1" y="549"/>
                      <a:pt x="2123" y="650"/>
                    </a:cubicBezTo>
                    <a:cubicBezTo>
                      <a:pt x="3471" y="715"/>
                      <a:pt x="5266" y="751"/>
                      <a:pt x="7175" y="751"/>
                    </a:cubicBezTo>
                    <a:cubicBezTo>
                      <a:pt x="9081" y="751"/>
                      <a:pt x="10877" y="715"/>
                      <a:pt x="12225" y="650"/>
                    </a:cubicBezTo>
                    <a:cubicBezTo>
                      <a:pt x="14346" y="549"/>
                      <a:pt x="14346" y="428"/>
                      <a:pt x="14346" y="376"/>
                    </a:cubicBezTo>
                    <a:cubicBezTo>
                      <a:pt x="14346" y="324"/>
                      <a:pt x="14346" y="203"/>
                      <a:pt x="12225" y="102"/>
                    </a:cubicBezTo>
                    <a:cubicBezTo>
                      <a:pt x="10877" y="37"/>
                      <a:pt x="9085" y="1"/>
                      <a:pt x="7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8057;p89">
                <a:extLst>
                  <a:ext uri="{FF2B5EF4-FFF2-40B4-BE49-F238E27FC236}">
                    <a16:creationId xmlns:a16="http://schemas.microsoft.com/office/drawing/2014/main" id="{D6CF314E-E4D5-2551-F967-E213D10C2B7E}"/>
                  </a:ext>
                </a:extLst>
              </p:cNvPr>
              <p:cNvSpPr/>
              <p:nvPr/>
            </p:nvSpPr>
            <p:spPr>
              <a:xfrm flipH="1">
                <a:off x="8091293" y="3310905"/>
                <a:ext cx="631254" cy="1590332"/>
              </a:xfrm>
              <a:custGeom>
                <a:avLst/>
                <a:gdLst/>
                <a:ahLst/>
                <a:cxnLst/>
                <a:rect l="l" t="t" r="r" b="b"/>
                <a:pathLst>
                  <a:path w="11379" h="28665" extrusionOk="0">
                    <a:moveTo>
                      <a:pt x="10655" y="0"/>
                    </a:moveTo>
                    <a:cubicBezTo>
                      <a:pt x="10647" y="0"/>
                      <a:pt x="10638" y="4"/>
                      <a:pt x="10631" y="13"/>
                    </a:cubicBezTo>
                    <a:lnTo>
                      <a:pt x="10" y="14355"/>
                    </a:lnTo>
                    <a:cubicBezTo>
                      <a:pt x="0" y="14365"/>
                      <a:pt x="0" y="14381"/>
                      <a:pt x="10" y="14394"/>
                    </a:cubicBezTo>
                    <a:lnTo>
                      <a:pt x="11313" y="28655"/>
                    </a:lnTo>
                    <a:cubicBezTo>
                      <a:pt x="11320" y="28661"/>
                      <a:pt x="11330" y="28664"/>
                      <a:pt x="11339" y="28664"/>
                    </a:cubicBezTo>
                    <a:cubicBezTo>
                      <a:pt x="11366" y="28664"/>
                      <a:pt x="11379" y="28635"/>
                      <a:pt x="11366" y="28615"/>
                    </a:cubicBezTo>
                    <a:lnTo>
                      <a:pt x="75" y="14371"/>
                    </a:lnTo>
                    <a:lnTo>
                      <a:pt x="10683" y="52"/>
                    </a:lnTo>
                    <a:cubicBezTo>
                      <a:pt x="10700" y="28"/>
                      <a:pt x="10678" y="0"/>
                      <a:pt x="10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8058;p89">
                <a:extLst>
                  <a:ext uri="{FF2B5EF4-FFF2-40B4-BE49-F238E27FC236}">
                    <a16:creationId xmlns:a16="http://schemas.microsoft.com/office/drawing/2014/main" id="{42E9D889-2361-A6A7-E82B-CB6AF1C2297B}"/>
                  </a:ext>
                </a:extLst>
              </p:cNvPr>
              <p:cNvSpPr/>
              <p:nvPr/>
            </p:nvSpPr>
            <p:spPr>
              <a:xfrm flipH="1">
                <a:off x="7631459" y="3277450"/>
                <a:ext cx="535445" cy="525396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551" y="0"/>
                    </a:moveTo>
                    <a:cubicBezTo>
                      <a:pt x="1551" y="0"/>
                      <a:pt x="206" y="82"/>
                      <a:pt x="0" y="1482"/>
                    </a:cubicBezTo>
                    <a:lnTo>
                      <a:pt x="1675" y="9469"/>
                    </a:lnTo>
                    <a:lnTo>
                      <a:pt x="9652" y="3043"/>
                    </a:lnTo>
                    <a:lnTo>
                      <a:pt x="15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8059;p89">
                <a:extLst>
                  <a:ext uri="{FF2B5EF4-FFF2-40B4-BE49-F238E27FC236}">
                    <a16:creationId xmlns:a16="http://schemas.microsoft.com/office/drawing/2014/main" id="{64C32421-48D2-30FC-FA91-720566598AF6}"/>
                  </a:ext>
                </a:extLst>
              </p:cNvPr>
              <p:cNvSpPr/>
              <p:nvPr/>
            </p:nvSpPr>
            <p:spPr>
              <a:xfrm flipH="1">
                <a:off x="7631459" y="3277450"/>
                <a:ext cx="535445" cy="525396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675" y="9469"/>
                    </a:moveTo>
                    <a:lnTo>
                      <a:pt x="0" y="1482"/>
                    </a:lnTo>
                    <a:lnTo>
                      <a:pt x="0" y="1482"/>
                    </a:lnTo>
                    <a:cubicBezTo>
                      <a:pt x="206" y="82"/>
                      <a:pt x="1551" y="0"/>
                      <a:pt x="1551" y="0"/>
                    </a:cubicBezTo>
                    <a:lnTo>
                      <a:pt x="1551" y="0"/>
                    </a:lnTo>
                    <a:lnTo>
                      <a:pt x="9652" y="3043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8060;p89">
                <a:extLst>
                  <a:ext uri="{FF2B5EF4-FFF2-40B4-BE49-F238E27FC236}">
                    <a16:creationId xmlns:a16="http://schemas.microsoft.com/office/drawing/2014/main" id="{5A020A91-7AFE-BB1F-7F64-2FC39A65336C}"/>
                  </a:ext>
                </a:extLst>
              </p:cNvPr>
              <p:cNvSpPr/>
              <p:nvPr/>
            </p:nvSpPr>
            <p:spPr>
              <a:xfrm flipH="1">
                <a:off x="7629794" y="3275619"/>
                <a:ext cx="538773" cy="529057"/>
              </a:xfrm>
              <a:custGeom>
                <a:avLst/>
                <a:gdLst/>
                <a:ahLst/>
                <a:cxnLst/>
                <a:rect l="l" t="t" r="r" b="b"/>
                <a:pathLst>
                  <a:path w="9712" h="9536" extrusionOk="0">
                    <a:moveTo>
                      <a:pt x="1574" y="63"/>
                    </a:moveTo>
                    <a:lnTo>
                      <a:pt x="9620" y="3082"/>
                    </a:lnTo>
                    <a:lnTo>
                      <a:pt x="1724" y="9447"/>
                    </a:lnTo>
                    <a:lnTo>
                      <a:pt x="63" y="1515"/>
                    </a:lnTo>
                    <a:cubicBezTo>
                      <a:pt x="259" y="210"/>
                      <a:pt x="1479" y="73"/>
                      <a:pt x="1574" y="63"/>
                    </a:cubicBezTo>
                    <a:close/>
                    <a:moveTo>
                      <a:pt x="1577" y="1"/>
                    </a:moveTo>
                    <a:cubicBezTo>
                      <a:pt x="1564" y="1"/>
                      <a:pt x="210" y="102"/>
                      <a:pt x="1" y="1512"/>
                    </a:cubicBezTo>
                    <a:cubicBezTo>
                      <a:pt x="1" y="1515"/>
                      <a:pt x="1" y="1519"/>
                      <a:pt x="1" y="1522"/>
                    </a:cubicBezTo>
                    <a:lnTo>
                      <a:pt x="1675" y="9509"/>
                    </a:lnTo>
                    <a:cubicBezTo>
                      <a:pt x="1678" y="9519"/>
                      <a:pt x="1685" y="9529"/>
                      <a:pt x="1695" y="9532"/>
                    </a:cubicBezTo>
                    <a:cubicBezTo>
                      <a:pt x="1698" y="9532"/>
                      <a:pt x="1701" y="9532"/>
                      <a:pt x="1705" y="9535"/>
                    </a:cubicBezTo>
                    <a:cubicBezTo>
                      <a:pt x="1711" y="9532"/>
                      <a:pt x="1718" y="9532"/>
                      <a:pt x="1724" y="9525"/>
                    </a:cubicBezTo>
                    <a:lnTo>
                      <a:pt x="9701" y="3098"/>
                    </a:lnTo>
                    <a:cubicBezTo>
                      <a:pt x="9708" y="3092"/>
                      <a:pt x="9711" y="3082"/>
                      <a:pt x="9711" y="3069"/>
                    </a:cubicBezTo>
                    <a:cubicBezTo>
                      <a:pt x="9708" y="3059"/>
                      <a:pt x="9701" y="3049"/>
                      <a:pt x="9692" y="3046"/>
                    </a:cubicBezTo>
                    <a:lnTo>
                      <a:pt x="15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8061;p89">
                <a:extLst>
                  <a:ext uri="{FF2B5EF4-FFF2-40B4-BE49-F238E27FC236}">
                    <a16:creationId xmlns:a16="http://schemas.microsoft.com/office/drawing/2014/main" id="{AF3E4DC7-B58B-7805-59D8-008A630D8D90}"/>
                  </a:ext>
                </a:extLst>
              </p:cNvPr>
              <p:cNvSpPr/>
              <p:nvPr/>
            </p:nvSpPr>
            <p:spPr>
              <a:xfrm flipH="1">
                <a:off x="7586191" y="3437731"/>
                <a:ext cx="517193" cy="389969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8062;p89">
                <a:extLst>
                  <a:ext uri="{FF2B5EF4-FFF2-40B4-BE49-F238E27FC236}">
                    <a16:creationId xmlns:a16="http://schemas.microsoft.com/office/drawing/2014/main" id="{A975B5EA-D478-6206-3C16-5C6E65F6DAA9}"/>
                  </a:ext>
                </a:extLst>
              </p:cNvPr>
              <p:cNvSpPr/>
              <p:nvPr/>
            </p:nvSpPr>
            <p:spPr>
              <a:xfrm flipH="1">
                <a:off x="7601391" y="3435789"/>
                <a:ext cx="499830" cy="393464"/>
              </a:xfrm>
              <a:custGeom>
                <a:avLst/>
                <a:gdLst/>
                <a:ahLst/>
                <a:cxnLst/>
                <a:rect l="l" t="t" r="r" b="b"/>
                <a:pathLst>
                  <a:path w="9010" h="7092" extrusionOk="0">
                    <a:moveTo>
                      <a:pt x="7946" y="61"/>
                    </a:moveTo>
                    <a:cubicBezTo>
                      <a:pt x="8275" y="61"/>
                      <a:pt x="8520" y="149"/>
                      <a:pt x="8660" y="329"/>
                    </a:cubicBezTo>
                    <a:cubicBezTo>
                      <a:pt x="8944" y="681"/>
                      <a:pt x="8794" y="1351"/>
                      <a:pt x="8243" y="2209"/>
                    </a:cubicBezTo>
                    <a:cubicBezTo>
                      <a:pt x="7684" y="3074"/>
                      <a:pt x="6780" y="4027"/>
                      <a:pt x="5697" y="4889"/>
                    </a:cubicBezTo>
                    <a:cubicBezTo>
                      <a:pt x="4616" y="5754"/>
                      <a:pt x="3484" y="6420"/>
                      <a:pt x="2514" y="6772"/>
                    </a:cubicBezTo>
                    <a:cubicBezTo>
                      <a:pt x="2039" y="6945"/>
                      <a:pt x="1632" y="7032"/>
                      <a:pt x="1307" y="7032"/>
                    </a:cubicBezTo>
                    <a:cubicBezTo>
                      <a:pt x="976" y="7032"/>
                      <a:pt x="732" y="6942"/>
                      <a:pt x="588" y="6762"/>
                    </a:cubicBezTo>
                    <a:cubicBezTo>
                      <a:pt x="1" y="6021"/>
                      <a:pt x="1329" y="3975"/>
                      <a:pt x="3555" y="2202"/>
                    </a:cubicBezTo>
                    <a:cubicBezTo>
                      <a:pt x="4639" y="1341"/>
                      <a:pt x="5768" y="672"/>
                      <a:pt x="6738" y="319"/>
                    </a:cubicBezTo>
                    <a:cubicBezTo>
                      <a:pt x="7211" y="146"/>
                      <a:pt x="7619" y="61"/>
                      <a:pt x="7946" y="61"/>
                    </a:cubicBezTo>
                    <a:close/>
                    <a:moveTo>
                      <a:pt x="7942" y="1"/>
                    </a:moveTo>
                    <a:cubicBezTo>
                      <a:pt x="7609" y="1"/>
                      <a:pt x="7195" y="87"/>
                      <a:pt x="6715" y="260"/>
                    </a:cubicBezTo>
                    <a:cubicBezTo>
                      <a:pt x="5739" y="616"/>
                      <a:pt x="4603" y="1289"/>
                      <a:pt x="3516" y="2153"/>
                    </a:cubicBezTo>
                    <a:cubicBezTo>
                      <a:pt x="2429" y="3022"/>
                      <a:pt x="1522" y="3978"/>
                      <a:pt x="961" y="4850"/>
                    </a:cubicBezTo>
                    <a:cubicBezTo>
                      <a:pt x="393" y="5731"/>
                      <a:pt x="242" y="6426"/>
                      <a:pt x="543" y="6801"/>
                    </a:cubicBezTo>
                    <a:cubicBezTo>
                      <a:pt x="699" y="6994"/>
                      <a:pt x="961" y="7092"/>
                      <a:pt x="1310" y="7092"/>
                    </a:cubicBezTo>
                    <a:cubicBezTo>
                      <a:pt x="1643" y="7092"/>
                      <a:pt x="2061" y="7004"/>
                      <a:pt x="2537" y="6831"/>
                    </a:cubicBezTo>
                    <a:cubicBezTo>
                      <a:pt x="3513" y="6475"/>
                      <a:pt x="4649" y="5803"/>
                      <a:pt x="5736" y="4938"/>
                    </a:cubicBezTo>
                    <a:cubicBezTo>
                      <a:pt x="6826" y="4069"/>
                      <a:pt x="7730" y="3113"/>
                      <a:pt x="8295" y="2242"/>
                    </a:cubicBezTo>
                    <a:cubicBezTo>
                      <a:pt x="8863" y="1360"/>
                      <a:pt x="9010" y="665"/>
                      <a:pt x="8709" y="290"/>
                    </a:cubicBezTo>
                    <a:cubicBezTo>
                      <a:pt x="8555" y="97"/>
                      <a:pt x="8294" y="1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8063;p89">
                <a:extLst>
                  <a:ext uri="{FF2B5EF4-FFF2-40B4-BE49-F238E27FC236}">
                    <a16:creationId xmlns:a16="http://schemas.microsoft.com/office/drawing/2014/main" id="{E48F2798-12B0-7FCC-9C6B-55B17746F2F1}"/>
                  </a:ext>
                </a:extLst>
              </p:cNvPr>
              <p:cNvSpPr/>
              <p:nvPr/>
            </p:nvSpPr>
            <p:spPr>
              <a:xfrm flipH="1">
                <a:off x="7586191" y="3437731"/>
                <a:ext cx="517193" cy="389969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8064;p89">
                <a:extLst>
                  <a:ext uri="{FF2B5EF4-FFF2-40B4-BE49-F238E27FC236}">
                    <a16:creationId xmlns:a16="http://schemas.microsoft.com/office/drawing/2014/main" id="{38BCCD07-8BD8-9872-BF01-739C8DBAE922}"/>
                  </a:ext>
                </a:extLst>
              </p:cNvPr>
              <p:cNvSpPr/>
              <p:nvPr/>
            </p:nvSpPr>
            <p:spPr>
              <a:xfrm flipH="1">
                <a:off x="7768702" y="3511409"/>
                <a:ext cx="201596" cy="198341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575" extrusionOk="0">
                    <a:moveTo>
                      <a:pt x="2371" y="1"/>
                    </a:moveTo>
                    <a:cubicBezTo>
                      <a:pt x="2002" y="252"/>
                      <a:pt x="1623" y="526"/>
                      <a:pt x="1244" y="830"/>
                    </a:cubicBezTo>
                    <a:cubicBezTo>
                      <a:pt x="794" y="1189"/>
                      <a:pt x="376" y="1554"/>
                      <a:pt x="1" y="1917"/>
                    </a:cubicBezTo>
                    <a:cubicBezTo>
                      <a:pt x="304" y="3101"/>
                      <a:pt x="1731" y="3575"/>
                      <a:pt x="2681" y="2804"/>
                    </a:cubicBezTo>
                    <a:cubicBezTo>
                      <a:pt x="3634" y="2037"/>
                      <a:pt x="3467" y="542"/>
                      <a:pt x="237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A65A">
                      <a:alpha val="60392"/>
                    </a:srgbClr>
                  </a:gs>
                  <a:gs pos="100000">
                    <a:srgbClr val="D88794">
                      <a:alpha val="6117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05" name="Google Shape;8065;p89">
              <a:extLst>
                <a:ext uri="{FF2B5EF4-FFF2-40B4-BE49-F238E27FC236}">
                  <a16:creationId xmlns:a16="http://schemas.microsoft.com/office/drawing/2014/main" id="{17FE5712-A08C-DC14-DE79-78019CA9B608}"/>
                </a:ext>
              </a:extLst>
            </p:cNvPr>
            <p:cNvSpPr/>
            <p:nvPr/>
          </p:nvSpPr>
          <p:spPr>
            <a:xfrm flipH="1">
              <a:off x="7771224" y="3509689"/>
              <a:ext cx="200875" cy="180144"/>
            </a:xfrm>
            <a:custGeom>
              <a:avLst/>
              <a:gdLst/>
              <a:ahLst/>
              <a:cxnLst/>
              <a:rect l="l" t="t" r="r" b="b"/>
              <a:pathLst>
                <a:path w="3621" h="3247" extrusionOk="0">
                  <a:moveTo>
                    <a:pt x="2403" y="67"/>
                  </a:moveTo>
                  <a:cubicBezTo>
                    <a:pt x="3467" y="606"/>
                    <a:pt x="3620" y="2065"/>
                    <a:pt x="2693" y="2816"/>
                  </a:cubicBezTo>
                  <a:cubicBezTo>
                    <a:pt x="2383" y="3067"/>
                    <a:pt x="2021" y="3183"/>
                    <a:pt x="1664" y="3183"/>
                  </a:cubicBezTo>
                  <a:cubicBezTo>
                    <a:pt x="955" y="3183"/>
                    <a:pt x="270" y="2724"/>
                    <a:pt x="65" y="1957"/>
                  </a:cubicBezTo>
                  <a:lnTo>
                    <a:pt x="69" y="1957"/>
                  </a:lnTo>
                  <a:cubicBezTo>
                    <a:pt x="454" y="1589"/>
                    <a:pt x="865" y="1226"/>
                    <a:pt x="1293" y="883"/>
                  </a:cubicBezTo>
                  <a:cubicBezTo>
                    <a:pt x="1649" y="600"/>
                    <a:pt x="2024" y="325"/>
                    <a:pt x="2403" y="67"/>
                  </a:cubicBezTo>
                  <a:close/>
                  <a:moveTo>
                    <a:pt x="2401" y="1"/>
                  </a:moveTo>
                  <a:cubicBezTo>
                    <a:pt x="2396" y="1"/>
                    <a:pt x="2391" y="2"/>
                    <a:pt x="2386" y="5"/>
                  </a:cubicBezTo>
                  <a:cubicBezTo>
                    <a:pt x="1998" y="267"/>
                    <a:pt x="1619" y="547"/>
                    <a:pt x="1257" y="835"/>
                  </a:cubicBezTo>
                  <a:cubicBezTo>
                    <a:pt x="819" y="1184"/>
                    <a:pt x="402" y="1549"/>
                    <a:pt x="13" y="1925"/>
                  </a:cubicBezTo>
                  <a:cubicBezTo>
                    <a:pt x="3" y="1935"/>
                    <a:pt x="0" y="1944"/>
                    <a:pt x="3" y="1954"/>
                  </a:cubicBezTo>
                  <a:cubicBezTo>
                    <a:pt x="154" y="2538"/>
                    <a:pt x="598" y="3002"/>
                    <a:pt x="1175" y="3172"/>
                  </a:cubicBezTo>
                  <a:cubicBezTo>
                    <a:pt x="1332" y="3221"/>
                    <a:pt x="1495" y="3243"/>
                    <a:pt x="1658" y="3243"/>
                  </a:cubicBezTo>
                  <a:lnTo>
                    <a:pt x="1658" y="3247"/>
                  </a:lnTo>
                  <a:cubicBezTo>
                    <a:pt x="2451" y="3247"/>
                    <a:pt x="3140" y="2698"/>
                    <a:pt x="3323" y="1928"/>
                  </a:cubicBezTo>
                  <a:cubicBezTo>
                    <a:pt x="3503" y="1154"/>
                    <a:pt x="3127" y="358"/>
                    <a:pt x="2416" y="5"/>
                  </a:cubicBezTo>
                  <a:cubicBezTo>
                    <a:pt x="2411" y="2"/>
                    <a:pt x="2406" y="1"/>
                    <a:pt x="2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4" name="Google Shape;5478;p75">
            <a:extLst>
              <a:ext uri="{FF2B5EF4-FFF2-40B4-BE49-F238E27FC236}">
                <a16:creationId xmlns:a16="http://schemas.microsoft.com/office/drawing/2014/main" id="{D424C664-916A-7657-128A-CEA1770E867B}"/>
              </a:ext>
            </a:extLst>
          </p:cNvPr>
          <p:cNvGrpSpPr/>
          <p:nvPr/>
        </p:nvGrpSpPr>
        <p:grpSpPr>
          <a:xfrm>
            <a:off x="7199842" y="4334961"/>
            <a:ext cx="877734" cy="648607"/>
            <a:chOff x="4256075" y="2554975"/>
            <a:chExt cx="2138727" cy="1580425"/>
          </a:xfrm>
        </p:grpSpPr>
        <p:sp>
          <p:nvSpPr>
            <p:cNvPr id="3325" name="Google Shape;5479;p75">
              <a:extLst>
                <a:ext uri="{FF2B5EF4-FFF2-40B4-BE49-F238E27FC236}">
                  <a16:creationId xmlns:a16="http://schemas.microsoft.com/office/drawing/2014/main" id="{567F448E-D3AB-1130-F322-0CEEA3017D99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5480;p75">
              <a:extLst>
                <a:ext uri="{FF2B5EF4-FFF2-40B4-BE49-F238E27FC236}">
                  <a16:creationId xmlns:a16="http://schemas.microsoft.com/office/drawing/2014/main" id="{EFCA71C0-C2B2-86B9-763C-5D4A7D930B0F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5481;p75">
              <a:extLst>
                <a:ext uri="{FF2B5EF4-FFF2-40B4-BE49-F238E27FC236}">
                  <a16:creationId xmlns:a16="http://schemas.microsoft.com/office/drawing/2014/main" id="{7E114DFA-56C5-123C-8A22-8A9C82040CDB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5482;p75">
              <a:extLst>
                <a:ext uri="{FF2B5EF4-FFF2-40B4-BE49-F238E27FC236}">
                  <a16:creationId xmlns:a16="http://schemas.microsoft.com/office/drawing/2014/main" id="{4FA666B5-14C9-F759-1823-40D264FB31AE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5483;p75">
              <a:extLst>
                <a:ext uri="{FF2B5EF4-FFF2-40B4-BE49-F238E27FC236}">
                  <a16:creationId xmlns:a16="http://schemas.microsoft.com/office/drawing/2014/main" id="{E6714A57-5A40-8CE6-8FD5-9EF6E6C33422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5484;p75">
              <a:extLst>
                <a:ext uri="{FF2B5EF4-FFF2-40B4-BE49-F238E27FC236}">
                  <a16:creationId xmlns:a16="http://schemas.microsoft.com/office/drawing/2014/main" id="{8CF261CE-AFB7-8637-D626-2B890AB95905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5485;p75">
              <a:extLst>
                <a:ext uri="{FF2B5EF4-FFF2-40B4-BE49-F238E27FC236}">
                  <a16:creationId xmlns:a16="http://schemas.microsoft.com/office/drawing/2014/main" id="{DC9A3B1B-3095-ECEC-27CA-63B1CB6BFDA5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5486;p75">
              <a:extLst>
                <a:ext uri="{FF2B5EF4-FFF2-40B4-BE49-F238E27FC236}">
                  <a16:creationId xmlns:a16="http://schemas.microsoft.com/office/drawing/2014/main" id="{B71FDACC-D63D-2E08-CA9F-69B888BB20C8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5487;p75">
              <a:extLst>
                <a:ext uri="{FF2B5EF4-FFF2-40B4-BE49-F238E27FC236}">
                  <a16:creationId xmlns:a16="http://schemas.microsoft.com/office/drawing/2014/main" id="{299E6EC1-DE82-7664-D50E-79A663947720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5488;p75">
              <a:extLst>
                <a:ext uri="{FF2B5EF4-FFF2-40B4-BE49-F238E27FC236}">
                  <a16:creationId xmlns:a16="http://schemas.microsoft.com/office/drawing/2014/main" id="{908383FB-D403-9F8D-5D5B-ADD7E3550B59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5489;p75">
              <a:extLst>
                <a:ext uri="{FF2B5EF4-FFF2-40B4-BE49-F238E27FC236}">
                  <a16:creationId xmlns:a16="http://schemas.microsoft.com/office/drawing/2014/main" id="{E40775EB-F4A1-E70C-6A43-F2F95FB5BF46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5490;p75">
              <a:extLst>
                <a:ext uri="{FF2B5EF4-FFF2-40B4-BE49-F238E27FC236}">
                  <a16:creationId xmlns:a16="http://schemas.microsoft.com/office/drawing/2014/main" id="{74BA85B7-35F5-9799-06B8-5802460EF6AF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5491;p75">
              <a:extLst>
                <a:ext uri="{FF2B5EF4-FFF2-40B4-BE49-F238E27FC236}">
                  <a16:creationId xmlns:a16="http://schemas.microsoft.com/office/drawing/2014/main" id="{E7F36DB1-8461-A3F9-17C5-404BA0DE8DE4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5492;p75">
              <a:extLst>
                <a:ext uri="{FF2B5EF4-FFF2-40B4-BE49-F238E27FC236}">
                  <a16:creationId xmlns:a16="http://schemas.microsoft.com/office/drawing/2014/main" id="{7033AAC7-D228-1C28-9154-A11A201BBCFA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9" name="Google Shape;5513;p75">
            <a:extLst>
              <a:ext uri="{FF2B5EF4-FFF2-40B4-BE49-F238E27FC236}">
                <a16:creationId xmlns:a16="http://schemas.microsoft.com/office/drawing/2014/main" id="{D054130F-9019-75DD-81BD-72E56B2B3192}"/>
              </a:ext>
            </a:extLst>
          </p:cNvPr>
          <p:cNvGrpSpPr/>
          <p:nvPr/>
        </p:nvGrpSpPr>
        <p:grpSpPr>
          <a:xfrm flipH="1">
            <a:off x="2360407" y="4746805"/>
            <a:ext cx="747688" cy="446314"/>
            <a:chOff x="5274100" y="3743727"/>
            <a:chExt cx="880772" cy="525756"/>
          </a:xfrm>
        </p:grpSpPr>
        <p:sp>
          <p:nvSpPr>
            <p:cNvPr id="3340" name="Google Shape;5514;p75">
              <a:extLst>
                <a:ext uri="{FF2B5EF4-FFF2-40B4-BE49-F238E27FC236}">
                  <a16:creationId xmlns:a16="http://schemas.microsoft.com/office/drawing/2014/main" id="{25461208-3A32-74BD-9F79-436A542C1329}"/>
                </a:ext>
              </a:extLst>
            </p:cNvPr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5515;p75">
              <a:extLst>
                <a:ext uri="{FF2B5EF4-FFF2-40B4-BE49-F238E27FC236}">
                  <a16:creationId xmlns:a16="http://schemas.microsoft.com/office/drawing/2014/main" id="{2253B754-C8E7-F3C6-EB80-116BE7A42423}"/>
                </a:ext>
              </a:extLst>
            </p:cNvPr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5516;p75">
              <a:extLst>
                <a:ext uri="{FF2B5EF4-FFF2-40B4-BE49-F238E27FC236}">
                  <a16:creationId xmlns:a16="http://schemas.microsoft.com/office/drawing/2014/main" id="{F06C9915-9C03-25D1-2D13-965DF900BECE}"/>
                </a:ext>
              </a:extLst>
            </p:cNvPr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5517;p75">
              <a:extLst>
                <a:ext uri="{FF2B5EF4-FFF2-40B4-BE49-F238E27FC236}">
                  <a16:creationId xmlns:a16="http://schemas.microsoft.com/office/drawing/2014/main" id="{D6F2FF4B-B59B-E402-C3DF-11E783EDA35C}"/>
                </a:ext>
              </a:extLst>
            </p:cNvPr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5518;p75">
              <a:extLst>
                <a:ext uri="{FF2B5EF4-FFF2-40B4-BE49-F238E27FC236}">
                  <a16:creationId xmlns:a16="http://schemas.microsoft.com/office/drawing/2014/main" id="{C526FD71-C5EE-844E-4752-6F2FEB4A1BCF}"/>
                </a:ext>
              </a:extLst>
            </p:cNvPr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5519;p75">
              <a:extLst>
                <a:ext uri="{FF2B5EF4-FFF2-40B4-BE49-F238E27FC236}">
                  <a16:creationId xmlns:a16="http://schemas.microsoft.com/office/drawing/2014/main" id="{F5879AE8-2C8C-625E-6DEA-4FDDA2F3266D}"/>
                </a:ext>
              </a:extLst>
            </p:cNvPr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5520;p75">
              <a:extLst>
                <a:ext uri="{FF2B5EF4-FFF2-40B4-BE49-F238E27FC236}">
                  <a16:creationId xmlns:a16="http://schemas.microsoft.com/office/drawing/2014/main" id="{BBCBF775-67EF-9B3B-AFDB-FB188BFF33A9}"/>
                </a:ext>
              </a:extLst>
            </p:cNvPr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5521;p75">
              <a:extLst>
                <a:ext uri="{FF2B5EF4-FFF2-40B4-BE49-F238E27FC236}">
                  <a16:creationId xmlns:a16="http://schemas.microsoft.com/office/drawing/2014/main" id="{193D3483-FA2F-8274-8127-0ABFEED63E23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5522;p75">
              <a:extLst>
                <a:ext uri="{FF2B5EF4-FFF2-40B4-BE49-F238E27FC236}">
                  <a16:creationId xmlns:a16="http://schemas.microsoft.com/office/drawing/2014/main" id="{C2CBC34D-25F1-B6CD-DF74-80D2C7A8285C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5523;p75">
              <a:extLst>
                <a:ext uri="{FF2B5EF4-FFF2-40B4-BE49-F238E27FC236}">
                  <a16:creationId xmlns:a16="http://schemas.microsoft.com/office/drawing/2014/main" id="{308A3C3D-0E59-3181-61CC-6521168D0BC5}"/>
                </a:ext>
              </a:extLst>
            </p:cNvPr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5524;p75">
              <a:extLst>
                <a:ext uri="{FF2B5EF4-FFF2-40B4-BE49-F238E27FC236}">
                  <a16:creationId xmlns:a16="http://schemas.microsoft.com/office/drawing/2014/main" id="{D5996D2F-CD55-96F7-17E0-E40B114A779A}"/>
                </a:ext>
              </a:extLst>
            </p:cNvPr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5525;p75">
              <a:extLst>
                <a:ext uri="{FF2B5EF4-FFF2-40B4-BE49-F238E27FC236}">
                  <a16:creationId xmlns:a16="http://schemas.microsoft.com/office/drawing/2014/main" id="{82910DC5-7C9E-8AB8-2DE6-55EECEA11FE6}"/>
                </a:ext>
              </a:extLst>
            </p:cNvPr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5526;p75">
              <a:extLst>
                <a:ext uri="{FF2B5EF4-FFF2-40B4-BE49-F238E27FC236}">
                  <a16:creationId xmlns:a16="http://schemas.microsoft.com/office/drawing/2014/main" id="{7B998D36-CB6A-88AD-0903-AB17ADAC4289}"/>
                </a:ext>
              </a:extLst>
            </p:cNvPr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5527;p75">
              <a:extLst>
                <a:ext uri="{FF2B5EF4-FFF2-40B4-BE49-F238E27FC236}">
                  <a16:creationId xmlns:a16="http://schemas.microsoft.com/office/drawing/2014/main" id="{EF2AE43F-3FE4-D28A-C710-F68E24FAE3E0}"/>
                </a:ext>
              </a:extLst>
            </p:cNvPr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5528;p75">
              <a:extLst>
                <a:ext uri="{FF2B5EF4-FFF2-40B4-BE49-F238E27FC236}">
                  <a16:creationId xmlns:a16="http://schemas.microsoft.com/office/drawing/2014/main" id="{C567B56B-37BA-7F0E-5929-3B66FCA3814D}"/>
                </a:ext>
              </a:extLst>
            </p:cNvPr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5529;p75">
              <a:extLst>
                <a:ext uri="{FF2B5EF4-FFF2-40B4-BE49-F238E27FC236}">
                  <a16:creationId xmlns:a16="http://schemas.microsoft.com/office/drawing/2014/main" id="{CA9C115D-464F-CCBC-0FB3-2BCC271E24E4}"/>
                </a:ext>
              </a:extLst>
            </p:cNvPr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5530;p75">
              <a:extLst>
                <a:ext uri="{FF2B5EF4-FFF2-40B4-BE49-F238E27FC236}">
                  <a16:creationId xmlns:a16="http://schemas.microsoft.com/office/drawing/2014/main" id="{F72A058C-FA8F-D1DC-4084-04672F46B24F}"/>
                </a:ext>
              </a:extLst>
            </p:cNvPr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5531;p75">
              <a:extLst>
                <a:ext uri="{FF2B5EF4-FFF2-40B4-BE49-F238E27FC236}">
                  <a16:creationId xmlns:a16="http://schemas.microsoft.com/office/drawing/2014/main" id="{FDEF304E-DD00-3C47-384D-0C4F4BF29102}"/>
                </a:ext>
              </a:extLst>
            </p:cNvPr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5532;p75">
              <a:extLst>
                <a:ext uri="{FF2B5EF4-FFF2-40B4-BE49-F238E27FC236}">
                  <a16:creationId xmlns:a16="http://schemas.microsoft.com/office/drawing/2014/main" id="{9EBAF101-DB67-C1C9-6730-572E836567FF}"/>
                </a:ext>
              </a:extLst>
            </p:cNvPr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5533;p75">
              <a:extLst>
                <a:ext uri="{FF2B5EF4-FFF2-40B4-BE49-F238E27FC236}">
                  <a16:creationId xmlns:a16="http://schemas.microsoft.com/office/drawing/2014/main" id="{A3383CFD-4D39-FE9B-3E9F-234BBA8F7028}"/>
                </a:ext>
              </a:extLst>
            </p:cNvPr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5534;p75">
              <a:extLst>
                <a:ext uri="{FF2B5EF4-FFF2-40B4-BE49-F238E27FC236}">
                  <a16:creationId xmlns:a16="http://schemas.microsoft.com/office/drawing/2014/main" id="{C933678E-CFF3-8FD7-46D2-5D0E6A2DD94F}"/>
                </a:ext>
              </a:extLst>
            </p:cNvPr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5535;p75">
              <a:extLst>
                <a:ext uri="{FF2B5EF4-FFF2-40B4-BE49-F238E27FC236}">
                  <a16:creationId xmlns:a16="http://schemas.microsoft.com/office/drawing/2014/main" id="{ED4D1702-22CA-98A5-BF9D-FB0C5E67D135}"/>
                </a:ext>
              </a:extLst>
            </p:cNvPr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2" name="Google Shape;5536;p75">
            <a:extLst>
              <a:ext uri="{FF2B5EF4-FFF2-40B4-BE49-F238E27FC236}">
                <a16:creationId xmlns:a16="http://schemas.microsoft.com/office/drawing/2014/main" id="{D4056FBD-B667-3623-EECD-56050EFEF324}"/>
              </a:ext>
            </a:extLst>
          </p:cNvPr>
          <p:cNvGrpSpPr/>
          <p:nvPr/>
        </p:nvGrpSpPr>
        <p:grpSpPr>
          <a:xfrm flipH="1">
            <a:off x="4940744" y="4880135"/>
            <a:ext cx="641702" cy="221348"/>
            <a:chOff x="3010500" y="4887550"/>
            <a:chExt cx="636925" cy="219700"/>
          </a:xfrm>
        </p:grpSpPr>
        <p:sp>
          <p:nvSpPr>
            <p:cNvPr id="3363" name="Google Shape;5537;p75">
              <a:extLst>
                <a:ext uri="{FF2B5EF4-FFF2-40B4-BE49-F238E27FC236}">
                  <a16:creationId xmlns:a16="http://schemas.microsoft.com/office/drawing/2014/main" id="{86ECFE70-1D69-FB48-5945-398499FF90E3}"/>
                </a:ext>
              </a:extLst>
            </p:cNvPr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5538;p75">
              <a:extLst>
                <a:ext uri="{FF2B5EF4-FFF2-40B4-BE49-F238E27FC236}">
                  <a16:creationId xmlns:a16="http://schemas.microsoft.com/office/drawing/2014/main" id="{63A74063-B9FF-23D2-2246-3C53F3FAD213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5539;p75">
              <a:extLst>
                <a:ext uri="{FF2B5EF4-FFF2-40B4-BE49-F238E27FC236}">
                  <a16:creationId xmlns:a16="http://schemas.microsoft.com/office/drawing/2014/main" id="{E95BE00E-CEA4-223E-4B05-2219E248D9A8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5540;p75">
              <a:extLst>
                <a:ext uri="{FF2B5EF4-FFF2-40B4-BE49-F238E27FC236}">
                  <a16:creationId xmlns:a16="http://schemas.microsoft.com/office/drawing/2014/main" id="{1369E96A-379E-19AA-112D-011A68A4710E}"/>
                </a:ext>
              </a:extLst>
            </p:cNvPr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5541;p75">
              <a:extLst>
                <a:ext uri="{FF2B5EF4-FFF2-40B4-BE49-F238E27FC236}">
                  <a16:creationId xmlns:a16="http://schemas.microsoft.com/office/drawing/2014/main" id="{E6F2D4DA-7F07-1751-90D6-D6F567D4AC03}"/>
                </a:ext>
              </a:extLst>
            </p:cNvPr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5542;p75">
              <a:extLst>
                <a:ext uri="{FF2B5EF4-FFF2-40B4-BE49-F238E27FC236}">
                  <a16:creationId xmlns:a16="http://schemas.microsoft.com/office/drawing/2014/main" id="{3B85BD5E-BA1F-C4F0-7CAE-C7376E546D21}"/>
                </a:ext>
              </a:extLst>
            </p:cNvPr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5543;p75">
              <a:extLst>
                <a:ext uri="{FF2B5EF4-FFF2-40B4-BE49-F238E27FC236}">
                  <a16:creationId xmlns:a16="http://schemas.microsoft.com/office/drawing/2014/main" id="{9B833F14-B7E9-F04A-C3BF-6BE022754C8C}"/>
                </a:ext>
              </a:extLst>
            </p:cNvPr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5544;p75">
              <a:extLst>
                <a:ext uri="{FF2B5EF4-FFF2-40B4-BE49-F238E27FC236}">
                  <a16:creationId xmlns:a16="http://schemas.microsoft.com/office/drawing/2014/main" id="{87D30B48-E19B-2EB6-E53E-7AF0AF66D481}"/>
                </a:ext>
              </a:extLst>
            </p:cNvPr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5545;p75">
              <a:extLst>
                <a:ext uri="{FF2B5EF4-FFF2-40B4-BE49-F238E27FC236}">
                  <a16:creationId xmlns:a16="http://schemas.microsoft.com/office/drawing/2014/main" id="{96E1B8F0-70E6-9795-4E70-5A80EC2C9F03}"/>
                </a:ext>
              </a:extLst>
            </p:cNvPr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5546;p75">
              <a:extLst>
                <a:ext uri="{FF2B5EF4-FFF2-40B4-BE49-F238E27FC236}">
                  <a16:creationId xmlns:a16="http://schemas.microsoft.com/office/drawing/2014/main" id="{77F7C345-AA0A-D346-DE6F-863BFAFC0BD9}"/>
                </a:ext>
              </a:extLst>
            </p:cNvPr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5547;p75">
              <a:extLst>
                <a:ext uri="{FF2B5EF4-FFF2-40B4-BE49-F238E27FC236}">
                  <a16:creationId xmlns:a16="http://schemas.microsoft.com/office/drawing/2014/main" id="{BFDFB551-5B96-AD0E-7804-50FC0707DDB3}"/>
                </a:ext>
              </a:extLst>
            </p:cNvPr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5548;p75">
              <a:extLst>
                <a:ext uri="{FF2B5EF4-FFF2-40B4-BE49-F238E27FC236}">
                  <a16:creationId xmlns:a16="http://schemas.microsoft.com/office/drawing/2014/main" id="{93AB86C1-3C7F-CAA7-569F-27A51D0E2318}"/>
                </a:ext>
              </a:extLst>
            </p:cNvPr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5549;p75">
              <a:extLst>
                <a:ext uri="{FF2B5EF4-FFF2-40B4-BE49-F238E27FC236}">
                  <a16:creationId xmlns:a16="http://schemas.microsoft.com/office/drawing/2014/main" id="{B01DF006-D9F1-26FB-5D2A-9EAB48FE4B95}"/>
                </a:ext>
              </a:extLst>
            </p:cNvPr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5550;p75">
              <a:extLst>
                <a:ext uri="{FF2B5EF4-FFF2-40B4-BE49-F238E27FC236}">
                  <a16:creationId xmlns:a16="http://schemas.microsoft.com/office/drawing/2014/main" id="{F7D817C6-8D6A-38BB-C23B-4A5D2588A6FD}"/>
                </a:ext>
              </a:extLst>
            </p:cNvPr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5551;p75">
              <a:extLst>
                <a:ext uri="{FF2B5EF4-FFF2-40B4-BE49-F238E27FC236}">
                  <a16:creationId xmlns:a16="http://schemas.microsoft.com/office/drawing/2014/main" id="{74FED06E-60CB-07FD-78CD-08B37305E355}"/>
                </a:ext>
              </a:extLst>
            </p:cNvPr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5552;p75">
              <a:extLst>
                <a:ext uri="{FF2B5EF4-FFF2-40B4-BE49-F238E27FC236}">
                  <a16:creationId xmlns:a16="http://schemas.microsoft.com/office/drawing/2014/main" id="{BD1C9CE7-08F3-D5DC-E336-DC42013DAFC8}"/>
                </a:ext>
              </a:extLst>
            </p:cNvPr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9" name="Google Shape;5553;p75">
            <a:extLst>
              <a:ext uri="{FF2B5EF4-FFF2-40B4-BE49-F238E27FC236}">
                <a16:creationId xmlns:a16="http://schemas.microsoft.com/office/drawing/2014/main" id="{208FBFF6-370D-9551-4FDD-DBCDAAF81AB4}"/>
              </a:ext>
            </a:extLst>
          </p:cNvPr>
          <p:cNvGrpSpPr/>
          <p:nvPr/>
        </p:nvGrpSpPr>
        <p:grpSpPr>
          <a:xfrm flipH="1">
            <a:off x="3882257" y="4845162"/>
            <a:ext cx="918676" cy="298338"/>
            <a:chOff x="3099775" y="2031950"/>
            <a:chExt cx="513600" cy="166800"/>
          </a:xfrm>
        </p:grpSpPr>
        <p:sp>
          <p:nvSpPr>
            <p:cNvPr id="3380" name="Google Shape;5554;p75">
              <a:extLst>
                <a:ext uri="{FF2B5EF4-FFF2-40B4-BE49-F238E27FC236}">
                  <a16:creationId xmlns:a16="http://schemas.microsoft.com/office/drawing/2014/main" id="{7581D66B-F207-91B2-418C-AFA3FB16DB81}"/>
                </a:ext>
              </a:extLst>
            </p:cNvPr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5555;p75">
              <a:extLst>
                <a:ext uri="{FF2B5EF4-FFF2-40B4-BE49-F238E27FC236}">
                  <a16:creationId xmlns:a16="http://schemas.microsoft.com/office/drawing/2014/main" id="{D437F8F9-7E4C-BB5F-F461-8BCBF3C3B667}"/>
                </a:ext>
              </a:extLst>
            </p:cNvPr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5556;p75">
              <a:extLst>
                <a:ext uri="{FF2B5EF4-FFF2-40B4-BE49-F238E27FC236}">
                  <a16:creationId xmlns:a16="http://schemas.microsoft.com/office/drawing/2014/main" id="{D6DDE868-DC41-1EEA-8F1B-0F93EF7C7FDE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5557;p75">
              <a:extLst>
                <a:ext uri="{FF2B5EF4-FFF2-40B4-BE49-F238E27FC236}">
                  <a16:creationId xmlns:a16="http://schemas.microsoft.com/office/drawing/2014/main" id="{9B065D7A-EDE6-A557-4F54-BF6D7495C132}"/>
                </a:ext>
              </a:extLst>
            </p:cNvPr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5558;p75">
              <a:extLst>
                <a:ext uri="{FF2B5EF4-FFF2-40B4-BE49-F238E27FC236}">
                  <a16:creationId xmlns:a16="http://schemas.microsoft.com/office/drawing/2014/main" id="{DC7787C2-2FAB-A808-5072-D1381142320A}"/>
                </a:ext>
              </a:extLst>
            </p:cNvPr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5559;p75">
              <a:extLst>
                <a:ext uri="{FF2B5EF4-FFF2-40B4-BE49-F238E27FC236}">
                  <a16:creationId xmlns:a16="http://schemas.microsoft.com/office/drawing/2014/main" id="{AAB32146-FB7B-CCC7-F1BC-7DBD6B0C3995}"/>
                </a:ext>
              </a:extLst>
            </p:cNvPr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5560;p75">
              <a:extLst>
                <a:ext uri="{FF2B5EF4-FFF2-40B4-BE49-F238E27FC236}">
                  <a16:creationId xmlns:a16="http://schemas.microsoft.com/office/drawing/2014/main" id="{2020D50C-0C4F-3A15-3D43-6450B9554316}"/>
                </a:ext>
              </a:extLst>
            </p:cNvPr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5561;p75">
              <a:extLst>
                <a:ext uri="{FF2B5EF4-FFF2-40B4-BE49-F238E27FC236}">
                  <a16:creationId xmlns:a16="http://schemas.microsoft.com/office/drawing/2014/main" id="{2130C462-4324-6D2F-92B0-B37018F2C3FD}"/>
                </a:ext>
              </a:extLst>
            </p:cNvPr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5562;p75">
              <a:extLst>
                <a:ext uri="{FF2B5EF4-FFF2-40B4-BE49-F238E27FC236}">
                  <a16:creationId xmlns:a16="http://schemas.microsoft.com/office/drawing/2014/main" id="{D5EF50BD-D77F-CE1F-CFC5-4FDBF6851BF4}"/>
                </a:ext>
              </a:extLst>
            </p:cNvPr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5563;p75">
              <a:extLst>
                <a:ext uri="{FF2B5EF4-FFF2-40B4-BE49-F238E27FC236}">
                  <a16:creationId xmlns:a16="http://schemas.microsoft.com/office/drawing/2014/main" id="{47349256-608D-30B7-45C1-2490B729BF92}"/>
                </a:ext>
              </a:extLst>
            </p:cNvPr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5564;p75">
              <a:extLst>
                <a:ext uri="{FF2B5EF4-FFF2-40B4-BE49-F238E27FC236}">
                  <a16:creationId xmlns:a16="http://schemas.microsoft.com/office/drawing/2014/main" id="{85DEC10C-71AA-70F1-C105-8B84D61687BF}"/>
                </a:ext>
              </a:extLst>
            </p:cNvPr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5565;p75">
              <a:extLst>
                <a:ext uri="{FF2B5EF4-FFF2-40B4-BE49-F238E27FC236}">
                  <a16:creationId xmlns:a16="http://schemas.microsoft.com/office/drawing/2014/main" id="{0701A314-1B3D-7A1C-AC9E-6331A7AA82A6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5566;p75">
              <a:extLst>
                <a:ext uri="{FF2B5EF4-FFF2-40B4-BE49-F238E27FC236}">
                  <a16:creationId xmlns:a16="http://schemas.microsoft.com/office/drawing/2014/main" id="{6F6F4475-ECE1-6629-B5F7-049215F9EC6A}"/>
                </a:ext>
              </a:extLst>
            </p:cNvPr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5567;p75">
              <a:extLst>
                <a:ext uri="{FF2B5EF4-FFF2-40B4-BE49-F238E27FC236}">
                  <a16:creationId xmlns:a16="http://schemas.microsoft.com/office/drawing/2014/main" id="{456E257A-C579-E0AF-39EF-6099090DB4A3}"/>
                </a:ext>
              </a:extLst>
            </p:cNvPr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5568;p75">
              <a:extLst>
                <a:ext uri="{FF2B5EF4-FFF2-40B4-BE49-F238E27FC236}">
                  <a16:creationId xmlns:a16="http://schemas.microsoft.com/office/drawing/2014/main" id="{926ECDC9-D0FA-7FD2-F286-7F80DE5E2431}"/>
                </a:ext>
              </a:extLst>
            </p:cNvPr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5569;p75">
              <a:extLst>
                <a:ext uri="{FF2B5EF4-FFF2-40B4-BE49-F238E27FC236}">
                  <a16:creationId xmlns:a16="http://schemas.microsoft.com/office/drawing/2014/main" id="{EE11D94C-BF98-116C-6449-C2E569D8EAE3}"/>
                </a:ext>
              </a:extLst>
            </p:cNvPr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5570;p75">
              <a:extLst>
                <a:ext uri="{FF2B5EF4-FFF2-40B4-BE49-F238E27FC236}">
                  <a16:creationId xmlns:a16="http://schemas.microsoft.com/office/drawing/2014/main" id="{2436F259-BBAC-770A-5FF2-D7A23553B331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5571;p75">
              <a:extLst>
                <a:ext uri="{FF2B5EF4-FFF2-40B4-BE49-F238E27FC236}">
                  <a16:creationId xmlns:a16="http://schemas.microsoft.com/office/drawing/2014/main" id="{03FEA7B9-1AEA-2B8B-99C3-68633BB875E6}"/>
                </a:ext>
              </a:extLst>
            </p:cNvPr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5572;p75">
              <a:extLst>
                <a:ext uri="{FF2B5EF4-FFF2-40B4-BE49-F238E27FC236}">
                  <a16:creationId xmlns:a16="http://schemas.microsoft.com/office/drawing/2014/main" id="{DB2F2D73-626E-8C17-F686-27B4E2810110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5573;p75">
              <a:extLst>
                <a:ext uri="{FF2B5EF4-FFF2-40B4-BE49-F238E27FC236}">
                  <a16:creationId xmlns:a16="http://schemas.microsoft.com/office/drawing/2014/main" id="{495021DD-F4EC-60A7-FF35-ACC2A2B150E1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5574;p75">
              <a:extLst>
                <a:ext uri="{FF2B5EF4-FFF2-40B4-BE49-F238E27FC236}">
                  <a16:creationId xmlns:a16="http://schemas.microsoft.com/office/drawing/2014/main" id="{FFB0931B-7A0B-05B1-5ECB-70C0AAC96293}"/>
                </a:ext>
              </a:extLst>
            </p:cNvPr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5575;p75">
              <a:extLst>
                <a:ext uri="{FF2B5EF4-FFF2-40B4-BE49-F238E27FC236}">
                  <a16:creationId xmlns:a16="http://schemas.microsoft.com/office/drawing/2014/main" id="{9BC4B8EE-279D-629C-D375-A1FA46EC9BFE}"/>
                </a:ext>
              </a:extLst>
            </p:cNvPr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5576;p75">
              <a:extLst>
                <a:ext uri="{FF2B5EF4-FFF2-40B4-BE49-F238E27FC236}">
                  <a16:creationId xmlns:a16="http://schemas.microsoft.com/office/drawing/2014/main" id="{890E5181-3F7C-C746-9E06-8430EEB35238}"/>
                </a:ext>
              </a:extLst>
            </p:cNvPr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5577;p75">
              <a:extLst>
                <a:ext uri="{FF2B5EF4-FFF2-40B4-BE49-F238E27FC236}">
                  <a16:creationId xmlns:a16="http://schemas.microsoft.com/office/drawing/2014/main" id="{3DD0D3D0-CABD-7A22-AF89-823E1C99B7A4}"/>
                </a:ext>
              </a:extLst>
            </p:cNvPr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5578;p75">
              <a:extLst>
                <a:ext uri="{FF2B5EF4-FFF2-40B4-BE49-F238E27FC236}">
                  <a16:creationId xmlns:a16="http://schemas.microsoft.com/office/drawing/2014/main" id="{20807AA9-0558-3D04-567A-E9F49808FCAA}"/>
                </a:ext>
              </a:extLst>
            </p:cNvPr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5579;p75">
              <a:extLst>
                <a:ext uri="{FF2B5EF4-FFF2-40B4-BE49-F238E27FC236}">
                  <a16:creationId xmlns:a16="http://schemas.microsoft.com/office/drawing/2014/main" id="{A675C3F2-2FBE-1B49-5DC8-6B0A9C113E9C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5580;p75">
              <a:extLst>
                <a:ext uri="{FF2B5EF4-FFF2-40B4-BE49-F238E27FC236}">
                  <a16:creationId xmlns:a16="http://schemas.microsoft.com/office/drawing/2014/main" id="{B5591E6B-9049-4FFF-65C3-87277BFFCEE2}"/>
                </a:ext>
              </a:extLst>
            </p:cNvPr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5581;p75">
              <a:extLst>
                <a:ext uri="{FF2B5EF4-FFF2-40B4-BE49-F238E27FC236}">
                  <a16:creationId xmlns:a16="http://schemas.microsoft.com/office/drawing/2014/main" id="{F41A0D0D-184E-955A-E29D-302F11469106}"/>
                </a:ext>
              </a:extLst>
            </p:cNvPr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5582;p75">
              <a:extLst>
                <a:ext uri="{FF2B5EF4-FFF2-40B4-BE49-F238E27FC236}">
                  <a16:creationId xmlns:a16="http://schemas.microsoft.com/office/drawing/2014/main" id="{2AC656AC-5DD3-70F9-C091-BDAFAFFDED65}"/>
                </a:ext>
              </a:extLst>
            </p:cNvPr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9" name="Google Shape;7178;p83">
            <a:extLst>
              <a:ext uri="{FF2B5EF4-FFF2-40B4-BE49-F238E27FC236}">
                <a16:creationId xmlns:a16="http://schemas.microsoft.com/office/drawing/2014/main" id="{489E6240-931F-3643-0885-B95A092FECB9}"/>
              </a:ext>
            </a:extLst>
          </p:cNvPr>
          <p:cNvGrpSpPr/>
          <p:nvPr/>
        </p:nvGrpSpPr>
        <p:grpSpPr>
          <a:xfrm>
            <a:off x="3483726" y="2870402"/>
            <a:ext cx="3634440" cy="504443"/>
            <a:chOff x="3468945" y="990512"/>
            <a:chExt cx="2949314" cy="409351"/>
          </a:xfrm>
        </p:grpSpPr>
        <p:sp>
          <p:nvSpPr>
            <p:cNvPr id="3410" name="Google Shape;7179;p83">
              <a:extLst>
                <a:ext uri="{FF2B5EF4-FFF2-40B4-BE49-F238E27FC236}">
                  <a16:creationId xmlns:a16="http://schemas.microsoft.com/office/drawing/2014/main" id="{E0A9045E-EEBF-3390-630F-DB66F4E3D223}"/>
                </a:ext>
              </a:extLst>
            </p:cNvPr>
            <p:cNvSpPr/>
            <p:nvPr/>
          </p:nvSpPr>
          <p:spPr>
            <a:xfrm>
              <a:off x="3471784" y="992487"/>
              <a:ext cx="2946475" cy="407376"/>
            </a:xfrm>
            <a:custGeom>
              <a:avLst/>
              <a:gdLst/>
              <a:ahLst/>
              <a:cxnLst/>
              <a:rect l="l" t="t" r="r" b="b"/>
              <a:pathLst>
                <a:path w="47751" h="6602" extrusionOk="0">
                  <a:moveTo>
                    <a:pt x="0" y="1378"/>
                  </a:moveTo>
                  <a:lnTo>
                    <a:pt x="10252" y="6602"/>
                  </a:lnTo>
                  <a:lnTo>
                    <a:pt x="47751" y="6602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dk1">
                <a:alpha val="139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7180;p83">
              <a:extLst>
                <a:ext uri="{FF2B5EF4-FFF2-40B4-BE49-F238E27FC236}">
                  <a16:creationId xmlns:a16="http://schemas.microsoft.com/office/drawing/2014/main" id="{E67E476D-3663-BEFA-2279-B581459D6610}"/>
                </a:ext>
              </a:extLst>
            </p:cNvPr>
            <p:cNvSpPr/>
            <p:nvPr/>
          </p:nvSpPr>
          <p:spPr>
            <a:xfrm>
              <a:off x="3471784" y="992487"/>
              <a:ext cx="2053357" cy="94224"/>
            </a:xfrm>
            <a:custGeom>
              <a:avLst/>
              <a:gdLst/>
              <a:ahLst/>
              <a:cxnLst/>
              <a:rect l="l" t="t" r="r" b="b"/>
              <a:pathLst>
                <a:path w="3327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33276" y="1526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7181;p83">
              <a:extLst>
                <a:ext uri="{FF2B5EF4-FFF2-40B4-BE49-F238E27FC236}">
                  <a16:creationId xmlns:a16="http://schemas.microsoft.com/office/drawing/2014/main" id="{8D381C89-6B5A-4C86-63B5-749946A76E5E}"/>
                </a:ext>
              </a:extLst>
            </p:cNvPr>
            <p:cNvSpPr/>
            <p:nvPr/>
          </p:nvSpPr>
          <p:spPr>
            <a:xfrm>
              <a:off x="3469562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6" y="65"/>
                  </a:moveTo>
                  <a:lnTo>
                    <a:pt x="33276" y="1522"/>
                  </a:lnTo>
                  <a:lnTo>
                    <a:pt x="69" y="1522"/>
                  </a:lnTo>
                  <a:lnTo>
                    <a:pt x="69" y="65"/>
                  </a:lnTo>
                  <a:close/>
                  <a:moveTo>
                    <a:pt x="36" y="0"/>
                  </a:moveTo>
                  <a:cubicBezTo>
                    <a:pt x="18" y="0"/>
                    <a:pt x="0" y="15"/>
                    <a:pt x="4" y="33"/>
                  </a:cubicBezTo>
                  <a:lnTo>
                    <a:pt x="4" y="1558"/>
                  </a:lnTo>
                  <a:cubicBezTo>
                    <a:pt x="4" y="1576"/>
                    <a:pt x="18" y="1591"/>
                    <a:pt x="36" y="1591"/>
                  </a:cubicBezTo>
                  <a:lnTo>
                    <a:pt x="33309" y="1591"/>
                  </a:lnTo>
                  <a:cubicBezTo>
                    <a:pt x="33327" y="1591"/>
                    <a:pt x="33341" y="1576"/>
                    <a:pt x="33341" y="1558"/>
                  </a:cubicBezTo>
                  <a:lnTo>
                    <a:pt x="33341" y="33"/>
                  </a:lnTo>
                  <a:cubicBezTo>
                    <a:pt x="33341" y="15"/>
                    <a:pt x="33327" y="0"/>
                    <a:pt x="3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7182;p83">
              <a:extLst>
                <a:ext uri="{FF2B5EF4-FFF2-40B4-BE49-F238E27FC236}">
                  <a16:creationId xmlns:a16="http://schemas.microsoft.com/office/drawing/2014/main" id="{56861210-AF4A-7E4B-9192-5E94491A3FD9}"/>
                </a:ext>
              </a:extLst>
            </p:cNvPr>
            <p:cNvSpPr/>
            <p:nvPr/>
          </p:nvSpPr>
          <p:spPr>
            <a:xfrm>
              <a:off x="3471784" y="1086648"/>
              <a:ext cx="2053357" cy="26163"/>
            </a:xfrm>
            <a:custGeom>
              <a:avLst/>
              <a:gdLst/>
              <a:ahLst/>
              <a:cxnLst/>
              <a:rect l="l" t="t" r="r" b="b"/>
              <a:pathLst>
                <a:path w="33277" h="424" extrusionOk="0">
                  <a:moveTo>
                    <a:pt x="0" y="0"/>
                  </a:moveTo>
                  <a:lnTo>
                    <a:pt x="2520" y="423"/>
                  </a:lnTo>
                  <a:lnTo>
                    <a:pt x="30753" y="423"/>
                  </a:lnTo>
                  <a:lnTo>
                    <a:pt x="3327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7183;p83">
              <a:extLst>
                <a:ext uri="{FF2B5EF4-FFF2-40B4-BE49-F238E27FC236}">
                  <a16:creationId xmlns:a16="http://schemas.microsoft.com/office/drawing/2014/main" id="{79604334-CA59-FEC4-31F6-8DC57D460430}"/>
                </a:ext>
              </a:extLst>
            </p:cNvPr>
            <p:cNvSpPr/>
            <p:nvPr/>
          </p:nvSpPr>
          <p:spPr>
            <a:xfrm>
              <a:off x="3468945" y="1084612"/>
              <a:ext cx="2058787" cy="30174"/>
            </a:xfrm>
            <a:custGeom>
              <a:avLst/>
              <a:gdLst/>
              <a:ahLst/>
              <a:cxnLst/>
              <a:rect l="l" t="t" r="r" b="b"/>
              <a:pathLst>
                <a:path w="33365" h="489" extrusionOk="0">
                  <a:moveTo>
                    <a:pt x="32914" y="66"/>
                  </a:moveTo>
                  <a:lnTo>
                    <a:pt x="30795" y="420"/>
                  </a:lnTo>
                  <a:lnTo>
                    <a:pt x="2570" y="420"/>
                  </a:lnTo>
                  <a:lnTo>
                    <a:pt x="455" y="66"/>
                  </a:lnTo>
                  <a:close/>
                  <a:moveTo>
                    <a:pt x="43" y="1"/>
                  </a:moveTo>
                  <a:cubicBezTo>
                    <a:pt x="3" y="1"/>
                    <a:pt x="0" y="59"/>
                    <a:pt x="39" y="66"/>
                  </a:cubicBezTo>
                  <a:lnTo>
                    <a:pt x="2562" y="489"/>
                  </a:lnTo>
                  <a:lnTo>
                    <a:pt x="30803" y="489"/>
                  </a:lnTo>
                  <a:lnTo>
                    <a:pt x="33326" y="66"/>
                  </a:lnTo>
                  <a:cubicBezTo>
                    <a:pt x="33364" y="59"/>
                    <a:pt x="33362" y="1"/>
                    <a:pt x="33322" y="1"/>
                  </a:cubicBezTo>
                  <a:cubicBezTo>
                    <a:pt x="33321" y="1"/>
                    <a:pt x="33320" y="1"/>
                    <a:pt x="33319" y="1"/>
                  </a:cubicBezTo>
                  <a:lnTo>
                    <a:pt x="46" y="1"/>
                  </a:lnTo>
                  <a:cubicBezTo>
                    <a:pt x="45" y="1"/>
                    <a:pt x="44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7184;p83">
              <a:extLst>
                <a:ext uri="{FF2B5EF4-FFF2-40B4-BE49-F238E27FC236}">
                  <a16:creationId xmlns:a16="http://schemas.microsoft.com/office/drawing/2014/main" id="{078F8FAD-E726-7626-F857-37138723B55F}"/>
                </a:ext>
              </a:extLst>
            </p:cNvPr>
            <p:cNvSpPr/>
            <p:nvPr/>
          </p:nvSpPr>
          <p:spPr>
            <a:xfrm>
              <a:off x="3769572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7185;p83">
              <a:extLst>
                <a:ext uri="{FF2B5EF4-FFF2-40B4-BE49-F238E27FC236}">
                  <a16:creationId xmlns:a16="http://schemas.microsoft.com/office/drawing/2014/main" id="{2854777B-EB46-FFB0-6BF3-A949A2E45E59}"/>
                </a:ext>
              </a:extLst>
            </p:cNvPr>
            <p:cNvSpPr/>
            <p:nvPr/>
          </p:nvSpPr>
          <p:spPr>
            <a:xfrm>
              <a:off x="3778951" y="1234062"/>
              <a:ext cx="102862" cy="61643"/>
            </a:xfrm>
            <a:custGeom>
              <a:avLst/>
              <a:gdLst/>
              <a:ahLst/>
              <a:cxnLst/>
              <a:rect l="l" t="t" r="r" b="b"/>
              <a:pathLst>
                <a:path w="1667" h="999" extrusionOk="0">
                  <a:moveTo>
                    <a:pt x="1667" y="847"/>
                  </a:moveTo>
                  <a:lnTo>
                    <a:pt x="0" y="1"/>
                  </a:lnTo>
                  <a:lnTo>
                    <a:pt x="0" y="999"/>
                  </a:lnTo>
                  <a:lnTo>
                    <a:pt x="1667" y="999"/>
                  </a:ln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7186;p83">
              <a:extLst>
                <a:ext uri="{FF2B5EF4-FFF2-40B4-BE49-F238E27FC236}">
                  <a16:creationId xmlns:a16="http://schemas.microsoft.com/office/drawing/2014/main" id="{6EAB3555-79D5-C1C2-18F3-E80F819A79F1}"/>
                </a:ext>
              </a:extLst>
            </p:cNvPr>
            <p:cNvSpPr/>
            <p:nvPr/>
          </p:nvSpPr>
          <p:spPr>
            <a:xfrm>
              <a:off x="3767536" y="1110528"/>
              <a:ext cx="116314" cy="197888"/>
            </a:xfrm>
            <a:custGeom>
              <a:avLst/>
              <a:gdLst/>
              <a:ahLst/>
              <a:cxnLst/>
              <a:rect l="l" t="t" r="r" b="b"/>
              <a:pathLst>
                <a:path w="1885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69" y="3142"/>
                  </a:lnTo>
                  <a:lnTo>
                    <a:pt x="69" y="69"/>
                  </a:lnTo>
                  <a:close/>
                  <a:moveTo>
                    <a:pt x="33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3" y="3207"/>
                  </a:cubicBezTo>
                  <a:lnTo>
                    <a:pt x="1852" y="3207"/>
                  </a:lnTo>
                  <a:cubicBezTo>
                    <a:pt x="1870" y="3207"/>
                    <a:pt x="1884" y="3192"/>
                    <a:pt x="1884" y="3174"/>
                  </a:cubicBezTo>
                  <a:lnTo>
                    <a:pt x="1884" y="36"/>
                  </a:lnTo>
                  <a:cubicBezTo>
                    <a:pt x="1884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7187;p83">
              <a:extLst>
                <a:ext uri="{FF2B5EF4-FFF2-40B4-BE49-F238E27FC236}">
                  <a16:creationId xmlns:a16="http://schemas.microsoft.com/office/drawing/2014/main" id="{9F342228-9216-EA41-99DA-88CCBEE09EF4}"/>
                </a:ext>
              </a:extLst>
            </p:cNvPr>
            <p:cNvSpPr/>
            <p:nvPr/>
          </p:nvSpPr>
          <p:spPr>
            <a:xfrm>
              <a:off x="3692626" y="1103556"/>
              <a:ext cx="194803" cy="11230"/>
            </a:xfrm>
            <a:custGeom>
              <a:avLst/>
              <a:gdLst/>
              <a:ahLst/>
              <a:cxnLst/>
              <a:rect l="l" t="t" r="r" b="b"/>
              <a:pathLst>
                <a:path w="3157" h="182" extrusionOk="0">
                  <a:moveTo>
                    <a:pt x="1902" y="66"/>
                  </a:moveTo>
                  <a:lnTo>
                    <a:pt x="2400" y="113"/>
                  </a:lnTo>
                  <a:lnTo>
                    <a:pt x="1255" y="113"/>
                  </a:lnTo>
                  <a:lnTo>
                    <a:pt x="752" y="66"/>
                  </a:lnTo>
                  <a:close/>
                  <a:moveTo>
                    <a:pt x="27" y="1"/>
                  </a:moveTo>
                  <a:cubicBezTo>
                    <a:pt x="12" y="1"/>
                    <a:pt x="0" y="14"/>
                    <a:pt x="0" y="34"/>
                  </a:cubicBezTo>
                  <a:cubicBezTo>
                    <a:pt x="0" y="48"/>
                    <a:pt x="11" y="66"/>
                    <a:pt x="29" y="66"/>
                  </a:cubicBezTo>
                  <a:lnTo>
                    <a:pt x="1251" y="182"/>
                  </a:lnTo>
                  <a:lnTo>
                    <a:pt x="3123" y="182"/>
                  </a:lnTo>
                  <a:cubicBezTo>
                    <a:pt x="3142" y="182"/>
                    <a:pt x="3152" y="167"/>
                    <a:pt x="3156" y="149"/>
                  </a:cubicBezTo>
                  <a:cubicBezTo>
                    <a:pt x="3156" y="131"/>
                    <a:pt x="3142" y="117"/>
                    <a:pt x="3123" y="113"/>
                  </a:cubicBezTo>
                  <a:lnTo>
                    <a:pt x="1905" y="1"/>
                  </a:lnTo>
                  <a:lnTo>
                    <a:pt x="33" y="1"/>
                  </a:lnTo>
                  <a:cubicBezTo>
                    <a:pt x="31" y="1"/>
                    <a:pt x="29" y="1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7188;p83">
              <a:extLst>
                <a:ext uri="{FF2B5EF4-FFF2-40B4-BE49-F238E27FC236}">
                  <a16:creationId xmlns:a16="http://schemas.microsoft.com/office/drawing/2014/main" id="{20249E0E-A70B-96CA-35EB-EF073C06A25B}"/>
                </a:ext>
              </a:extLst>
            </p:cNvPr>
            <p:cNvSpPr/>
            <p:nvPr/>
          </p:nvSpPr>
          <p:spPr>
            <a:xfrm>
              <a:off x="3809742" y="1240973"/>
              <a:ext cx="25237" cy="28878"/>
            </a:xfrm>
            <a:custGeom>
              <a:avLst/>
              <a:gdLst/>
              <a:ahLst/>
              <a:cxnLst/>
              <a:rect l="l" t="t" r="r" b="b"/>
              <a:pathLst>
                <a:path w="409" h="468" extrusionOk="0">
                  <a:moveTo>
                    <a:pt x="206" y="1"/>
                  </a:moveTo>
                  <a:cubicBezTo>
                    <a:pt x="90" y="1"/>
                    <a:pt x="0" y="106"/>
                    <a:pt x="0" y="236"/>
                  </a:cubicBezTo>
                  <a:cubicBezTo>
                    <a:pt x="0" y="362"/>
                    <a:pt x="90" y="467"/>
                    <a:pt x="206" y="467"/>
                  </a:cubicBezTo>
                  <a:cubicBezTo>
                    <a:pt x="318" y="467"/>
                    <a:pt x="408" y="362"/>
                    <a:pt x="408" y="236"/>
                  </a:cubicBezTo>
                  <a:cubicBezTo>
                    <a:pt x="408" y="106"/>
                    <a:pt x="318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7189;p83">
              <a:extLst>
                <a:ext uri="{FF2B5EF4-FFF2-40B4-BE49-F238E27FC236}">
                  <a16:creationId xmlns:a16="http://schemas.microsoft.com/office/drawing/2014/main" id="{1A10F97F-9712-A706-A67C-36CF3140B0B8}"/>
                </a:ext>
              </a:extLst>
            </p:cNvPr>
            <p:cNvSpPr/>
            <p:nvPr/>
          </p:nvSpPr>
          <p:spPr>
            <a:xfrm>
              <a:off x="5139608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7190;p83">
              <a:extLst>
                <a:ext uri="{FF2B5EF4-FFF2-40B4-BE49-F238E27FC236}">
                  <a16:creationId xmlns:a16="http://schemas.microsoft.com/office/drawing/2014/main" id="{8F981745-2E84-D864-F62B-22FD94563B0D}"/>
                </a:ext>
              </a:extLst>
            </p:cNvPr>
            <p:cNvSpPr/>
            <p:nvPr/>
          </p:nvSpPr>
          <p:spPr>
            <a:xfrm>
              <a:off x="5137572" y="1110528"/>
              <a:ext cx="116499" cy="197888"/>
            </a:xfrm>
            <a:custGeom>
              <a:avLst/>
              <a:gdLst/>
              <a:ahLst/>
              <a:cxnLst/>
              <a:rect l="l" t="t" r="r" b="b"/>
              <a:pathLst>
                <a:path w="1888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70" y="3142"/>
                  </a:lnTo>
                  <a:lnTo>
                    <a:pt x="70" y="69"/>
                  </a:lnTo>
                  <a:close/>
                  <a:moveTo>
                    <a:pt x="37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7" y="3207"/>
                  </a:cubicBezTo>
                  <a:lnTo>
                    <a:pt x="1852" y="3207"/>
                  </a:lnTo>
                  <a:cubicBezTo>
                    <a:pt x="1870" y="3207"/>
                    <a:pt x="1888" y="3192"/>
                    <a:pt x="1888" y="3174"/>
                  </a:cubicBezTo>
                  <a:lnTo>
                    <a:pt x="1888" y="36"/>
                  </a:lnTo>
                  <a:cubicBezTo>
                    <a:pt x="1888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7191;p83">
              <a:extLst>
                <a:ext uri="{FF2B5EF4-FFF2-40B4-BE49-F238E27FC236}">
                  <a16:creationId xmlns:a16="http://schemas.microsoft.com/office/drawing/2014/main" id="{A2F948C8-8EAF-AB24-8094-60033A0D9EBD}"/>
                </a:ext>
              </a:extLst>
            </p:cNvPr>
            <p:cNvSpPr/>
            <p:nvPr/>
          </p:nvSpPr>
          <p:spPr>
            <a:xfrm>
              <a:off x="5133376" y="1102260"/>
              <a:ext cx="187398" cy="12526"/>
            </a:xfrm>
            <a:custGeom>
              <a:avLst/>
              <a:gdLst/>
              <a:ahLst/>
              <a:cxnLst/>
              <a:rect l="l" t="t" r="r" b="b"/>
              <a:pathLst>
                <a:path w="3037" h="203" extrusionOk="0">
                  <a:moveTo>
                    <a:pt x="2458" y="65"/>
                  </a:moveTo>
                  <a:lnTo>
                    <a:pt x="1920" y="134"/>
                  </a:lnTo>
                  <a:lnTo>
                    <a:pt x="582" y="134"/>
                  </a:lnTo>
                  <a:lnTo>
                    <a:pt x="1117" y="65"/>
                  </a:lnTo>
                  <a:close/>
                  <a:moveTo>
                    <a:pt x="1114" y="0"/>
                  </a:moveTo>
                  <a:lnTo>
                    <a:pt x="44" y="134"/>
                  </a:lnTo>
                  <a:cubicBezTo>
                    <a:pt x="0" y="141"/>
                    <a:pt x="4" y="203"/>
                    <a:pt x="47" y="203"/>
                  </a:cubicBezTo>
                  <a:lnTo>
                    <a:pt x="1923" y="203"/>
                  </a:lnTo>
                  <a:lnTo>
                    <a:pt x="2997" y="69"/>
                  </a:lnTo>
                  <a:cubicBezTo>
                    <a:pt x="3037" y="62"/>
                    <a:pt x="3033" y="0"/>
                    <a:pt x="2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7192;p83">
              <a:extLst>
                <a:ext uri="{FF2B5EF4-FFF2-40B4-BE49-F238E27FC236}">
                  <a16:creationId xmlns:a16="http://schemas.microsoft.com/office/drawing/2014/main" id="{97EC86EC-7097-5FE5-B7DE-F4D0F8424B01}"/>
                </a:ext>
              </a:extLst>
            </p:cNvPr>
            <p:cNvSpPr/>
            <p:nvPr/>
          </p:nvSpPr>
          <p:spPr>
            <a:xfrm>
              <a:off x="5186442" y="1240973"/>
              <a:ext cx="25299" cy="28878"/>
            </a:xfrm>
            <a:custGeom>
              <a:avLst/>
              <a:gdLst/>
              <a:ahLst/>
              <a:cxnLst/>
              <a:rect l="l" t="t" r="r" b="b"/>
              <a:pathLst>
                <a:path w="410" h="468" extrusionOk="0">
                  <a:moveTo>
                    <a:pt x="207" y="1"/>
                  </a:moveTo>
                  <a:cubicBezTo>
                    <a:pt x="91" y="1"/>
                    <a:pt x="1" y="106"/>
                    <a:pt x="1" y="236"/>
                  </a:cubicBezTo>
                  <a:cubicBezTo>
                    <a:pt x="1" y="362"/>
                    <a:pt x="91" y="467"/>
                    <a:pt x="207" y="467"/>
                  </a:cubicBezTo>
                  <a:cubicBezTo>
                    <a:pt x="319" y="467"/>
                    <a:pt x="409" y="362"/>
                    <a:pt x="409" y="236"/>
                  </a:cubicBezTo>
                  <a:cubicBezTo>
                    <a:pt x="409" y="106"/>
                    <a:pt x="319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7193;p83">
              <a:extLst>
                <a:ext uri="{FF2B5EF4-FFF2-40B4-BE49-F238E27FC236}">
                  <a16:creationId xmlns:a16="http://schemas.microsoft.com/office/drawing/2014/main" id="{10DBAF15-0FF4-86C8-001D-AFE623A67C81}"/>
                </a:ext>
              </a:extLst>
            </p:cNvPr>
            <p:cNvSpPr/>
            <p:nvPr/>
          </p:nvSpPr>
          <p:spPr>
            <a:xfrm>
              <a:off x="3471615" y="992475"/>
              <a:ext cx="2053377" cy="94224"/>
            </a:xfrm>
            <a:custGeom>
              <a:avLst/>
              <a:gdLst/>
              <a:ahLst/>
              <a:cxnLst/>
              <a:rect l="l" t="t" r="r" b="b"/>
              <a:pathLst>
                <a:path w="200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2007" y="1526"/>
                  </a:lnTo>
                  <a:lnTo>
                    <a:pt x="200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1000">
                  <a:schemeClr val="accent1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7194;p83">
              <a:extLst>
                <a:ext uri="{FF2B5EF4-FFF2-40B4-BE49-F238E27FC236}">
                  <a16:creationId xmlns:a16="http://schemas.microsoft.com/office/drawing/2014/main" id="{9BCBAA80-1E37-FE0D-2C8F-60ACEB77E935}"/>
                </a:ext>
              </a:extLst>
            </p:cNvPr>
            <p:cNvSpPr/>
            <p:nvPr/>
          </p:nvSpPr>
          <p:spPr>
            <a:xfrm>
              <a:off x="3469747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3" y="65"/>
                  </a:moveTo>
                  <a:lnTo>
                    <a:pt x="33273" y="1522"/>
                  </a:lnTo>
                  <a:lnTo>
                    <a:pt x="66" y="1522"/>
                  </a:lnTo>
                  <a:lnTo>
                    <a:pt x="66" y="65"/>
                  </a:lnTo>
                  <a:close/>
                  <a:moveTo>
                    <a:pt x="1" y="0"/>
                  </a:moveTo>
                  <a:lnTo>
                    <a:pt x="1" y="1591"/>
                  </a:lnTo>
                  <a:lnTo>
                    <a:pt x="33342" y="1591"/>
                  </a:lnTo>
                  <a:lnTo>
                    <a:pt x="33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6" name="Google Shape;7195;p83">
            <a:extLst>
              <a:ext uri="{FF2B5EF4-FFF2-40B4-BE49-F238E27FC236}">
                <a16:creationId xmlns:a16="http://schemas.microsoft.com/office/drawing/2014/main" id="{4179FF66-1406-D19F-9ED0-63A549EE3CED}"/>
              </a:ext>
            </a:extLst>
          </p:cNvPr>
          <p:cNvGrpSpPr/>
          <p:nvPr/>
        </p:nvGrpSpPr>
        <p:grpSpPr>
          <a:xfrm>
            <a:off x="5285026" y="2509971"/>
            <a:ext cx="319938" cy="360412"/>
            <a:chOff x="4181675" y="698025"/>
            <a:chExt cx="259627" cy="292471"/>
          </a:xfrm>
        </p:grpSpPr>
        <p:sp>
          <p:nvSpPr>
            <p:cNvPr id="3427" name="Google Shape;7196;p83">
              <a:extLst>
                <a:ext uri="{FF2B5EF4-FFF2-40B4-BE49-F238E27FC236}">
                  <a16:creationId xmlns:a16="http://schemas.microsoft.com/office/drawing/2014/main" id="{2F665C5C-6C88-511F-863D-190F05D1AF64}"/>
                </a:ext>
              </a:extLst>
            </p:cNvPr>
            <p:cNvSpPr/>
            <p:nvPr/>
          </p:nvSpPr>
          <p:spPr>
            <a:xfrm>
              <a:off x="4348267" y="771841"/>
              <a:ext cx="91382" cy="115501"/>
            </a:xfrm>
            <a:custGeom>
              <a:avLst/>
              <a:gdLst/>
              <a:ahLst/>
              <a:cxnLst/>
              <a:rect l="l" t="t" r="r" b="b"/>
              <a:pathLst>
                <a:path w="1769" h="2236" extrusionOk="0">
                  <a:moveTo>
                    <a:pt x="1178" y="1"/>
                  </a:moveTo>
                  <a:cubicBezTo>
                    <a:pt x="853" y="1"/>
                    <a:pt x="478" y="283"/>
                    <a:pt x="239" y="737"/>
                  </a:cubicBezTo>
                  <a:lnTo>
                    <a:pt x="619" y="914"/>
                  </a:lnTo>
                  <a:cubicBezTo>
                    <a:pt x="818" y="535"/>
                    <a:pt x="1072" y="401"/>
                    <a:pt x="1171" y="401"/>
                  </a:cubicBezTo>
                  <a:cubicBezTo>
                    <a:pt x="1180" y="401"/>
                    <a:pt x="1187" y="402"/>
                    <a:pt x="1193" y="404"/>
                  </a:cubicBezTo>
                  <a:cubicBezTo>
                    <a:pt x="1269" y="429"/>
                    <a:pt x="1342" y="700"/>
                    <a:pt x="1324" y="1019"/>
                  </a:cubicBezTo>
                  <a:cubicBezTo>
                    <a:pt x="1309" y="1214"/>
                    <a:pt x="1208" y="1781"/>
                    <a:pt x="915" y="1832"/>
                  </a:cubicBezTo>
                  <a:cubicBezTo>
                    <a:pt x="900" y="1835"/>
                    <a:pt x="884" y="1836"/>
                    <a:pt x="868" y="1836"/>
                  </a:cubicBezTo>
                  <a:cubicBezTo>
                    <a:pt x="702" y="1836"/>
                    <a:pt x="503" y="1703"/>
                    <a:pt x="351" y="1496"/>
                  </a:cubicBezTo>
                  <a:lnTo>
                    <a:pt x="1" y="1720"/>
                  </a:lnTo>
                  <a:cubicBezTo>
                    <a:pt x="232" y="2046"/>
                    <a:pt x="556" y="2235"/>
                    <a:pt x="865" y="2235"/>
                  </a:cubicBezTo>
                  <a:cubicBezTo>
                    <a:pt x="884" y="2235"/>
                    <a:pt x="903" y="2235"/>
                    <a:pt x="922" y="2233"/>
                  </a:cubicBezTo>
                  <a:cubicBezTo>
                    <a:pt x="944" y="2233"/>
                    <a:pt x="966" y="2230"/>
                    <a:pt x="984" y="2226"/>
                  </a:cubicBezTo>
                  <a:cubicBezTo>
                    <a:pt x="1645" y="2118"/>
                    <a:pt x="1736" y="1221"/>
                    <a:pt x="1747" y="1040"/>
                  </a:cubicBezTo>
                  <a:cubicBezTo>
                    <a:pt x="1757" y="838"/>
                    <a:pt x="1768" y="165"/>
                    <a:pt x="1334" y="24"/>
                  </a:cubicBezTo>
                  <a:cubicBezTo>
                    <a:pt x="1284" y="9"/>
                    <a:pt x="1232" y="1"/>
                    <a:pt x="1178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7197;p83">
              <a:extLst>
                <a:ext uri="{FF2B5EF4-FFF2-40B4-BE49-F238E27FC236}">
                  <a16:creationId xmlns:a16="http://schemas.microsoft.com/office/drawing/2014/main" id="{22A7BBC0-49E1-807B-665C-7A4646619D1F}"/>
                </a:ext>
              </a:extLst>
            </p:cNvPr>
            <p:cNvSpPr/>
            <p:nvPr/>
          </p:nvSpPr>
          <p:spPr>
            <a:xfrm>
              <a:off x="4346407" y="770085"/>
              <a:ext cx="94895" cy="119013"/>
            </a:xfrm>
            <a:custGeom>
              <a:avLst/>
              <a:gdLst/>
              <a:ahLst/>
              <a:cxnLst/>
              <a:rect l="l" t="t" r="r" b="b"/>
              <a:pathLst>
                <a:path w="1837" h="2304" extrusionOk="0">
                  <a:moveTo>
                    <a:pt x="1211" y="68"/>
                  </a:moveTo>
                  <a:cubicBezTo>
                    <a:pt x="1262" y="68"/>
                    <a:pt x="1312" y="75"/>
                    <a:pt x="1360" y="91"/>
                  </a:cubicBezTo>
                  <a:cubicBezTo>
                    <a:pt x="1772" y="225"/>
                    <a:pt x="1761" y="875"/>
                    <a:pt x="1750" y="1071"/>
                  </a:cubicBezTo>
                  <a:cubicBezTo>
                    <a:pt x="1739" y="1244"/>
                    <a:pt x="1649" y="2123"/>
                    <a:pt x="1016" y="2224"/>
                  </a:cubicBezTo>
                  <a:cubicBezTo>
                    <a:pt x="998" y="2227"/>
                    <a:pt x="976" y="2231"/>
                    <a:pt x="958" y="2231"/>
                  </a:cubicBezTo>
                  <a:cubicBezTo>
                    <a:pt x="937" y="2233"/>
                    <a:pt x="915" y="2234"/>
                    <a:pt x="893" y="2234"/>
                  </a:cubicBezTo>
                  <a:cubicBezTo>
                    <a:pt x="602" y="2234"/>
                    <a:pt x="305" y="2057"/>
                    <a:pt x="84" y="1761"/>
                  </a:cubicBezTo>
                  <a:lnTo>
                    <a:pt x="376" y="1573"/>
                  </a:lnTo>
                  <a:cubicBezTo>
                    <a:pt x="533" y="1779"/>
                    <a:pt x="732" y="1903"/>
                    <a:pt x="902" y="1903"/>
                  </a:cubicBezTo>
                  <a:cubicBezTo>
                    <a:pt x="920" y="1903"/>
                    <a:pt x="938" y="1901"/>
                    <a:pt x="955" y="1898"/>
                  </a:cubicBezTo>
                  <a:cubicBezTo>
                    <a:pt x="1273" y="1848"/>
                    <a:pt x="1378" y="1273"/>
                    <a:pt x="1392" y="1056"/>
                  </a:cubicBezTo>
                  <a:cubicBezTo>
                    <a:pt x="1410" y="771"/>
                    <a:pt x="1352" y="442"/>
                    <a:pt x="1240" y="405"/>
                  </a:cubicBezTo>
                  <a:cubicBezTo>
                    <a:pt x="1231" y="403"/>
                    <a:pt x="1221" y="401"/>
                    <a:pt x="1209" y="401"/>
                  </a:cubicBezTo>
                  <a:cubicBezTo>
                    <a:pt x="1091" y="401"/>
                    <a:pt x="834" y="552"/>
                    <a:pt x="637" y="904"/>
                  </a:cubicBezTo>
                  <a:lnTo>
                    <a:pt x="322" y="753"/>
                  </a:lnTo>
                  <a:cubicBezTo>
                    <a:pt x="557" y="332"/>
                    <a:pt x="908" y="68"/>
                    <a:pt x="1211" y="68"/>
                  </a:cubicBezTo>
                  <a:close/>
                  <a:moveTo>
                    <a:pt x="1214" y="0"/>
                  </a:moveTo>
                  <a:cubicBezTo>
                    <a:pt x="877" y="0"/>
                    <a:pt x="490" y="289"/>
                    <a:pt x="243" y="753"/>
                  </a:cubicBezTo>
                  <a:cubicBezTo>
                    <a:pt x="239" y="763"/>
                    <a:pt x="239" y="771"/>
                    <a:pt x="243" y="781"/>
                  </a:cubicBezTo>
                  <a:cubicBezTo>
                    <a:pt x="243" y="789"/>
                    <a:pt x="250" y="796"/>
                    <a:pt x="261" y="800"/>
                  </a:cubicBezTo>
                  <a:lnTo>
                    <a:pt x="637" y="977"/>
                  </a:lnTo>
                  <a:cubicBezTo>
                    <a:pt x="642" y="980"/>
                    <a:pt x="649" y="982"/>
                    <a:pt x="655" y="982"/>
                  </a:cubicBezTo>
                  <a:cubicBezTo>
                    <a:pt x="667" y="982"/>
                    <a:pt x="679" y="974"/>
                    <a:pt x="684" y="962"/>
                  </a:cubicBezTo>
                  <a:cubicBezTo>
                    <a:pt x="893" y="571"/>
                    <a:pt x="1143" y="469"/>
                    <a:pt x="1208" y="469"/>
                  </a:cubicBezTo>
                  <a:cubicBezTo>
                    <a:pt x="1212" y="469"/>
                    <a:pt x="1216" y="470"/>
                    <a:pt x="1219" y="471"/>
                  </a:cubicBezTo>
                  <a:cubicBezTo>
                    <a:pt x="1262" y="485"/>
                    <a:pt x="1345" y="716"/>
                    <a:pt x="1323" y="1049"/>
                  </a:cubicBezTo>
                  <a:cubicBezTo>
                    <a:pt x="1305" y="1288"/>
                    <a:pt x="1197" y="1790"/>
                    <a:pt x="944" y="1830"/>
                  </a:cubicBezTo>
                  <a:cubicBezTo>
                    <a:pt x="929" y="1832"/>
                    <a:pt x="914" y="1834"/>
                    <a:pt x="898" y="1834"/>
                  </a:cubicBezTo>
                  <a:cubicBezTo>
                    <a:pt x="746" y="1834"/>
                    <a:pt x="557" y="1708"/>
                    <a:pt x="416" y="1508"/>
                  </a:cubicBezTo>
                  <a:cubicBezTo>
                    <a:pt x="410" y="1499"/>
                    <a:pt x="399" y="1495"/>
                    <a:pt x="388" y="1495"/>
                  </a:cubicBezTo>
                  <a:cubicBezTo>
                    <a:pt x="382" y="1495"/>
                    <a:pt x="375" y="1497"/>
                    <a:pt x="369" y="1501"/>
                  </a:cubicBezTo>
                  <a:lnTo>
                    <a:pt x="18" y="1725"/>
                  </a:lnTo>
                  <a:cubicBezTo>
                    <a:pt x="8" y="1729"/>
                    <a:pt x="4" y="1739"/>
                    <a:pt x="4" y="1747"/>
                  </a:cubicBezTo>
                  <a:cubicBezTo>
                    <a:pt x="0" y="1757"/>
                    <a:pt x="4" y="1765"/>
                    <a:pt x="8" y="1772"/>
                  </a:cubicBezTo>
                  <a:cubicBezTo>
                    <a:pt x="246" y="2108"/>
                    <a:pt x="579" y="2303"/>
                    <a:pt x="901" y="2303"/>
                  </a:cubicBezTo>
                  <a:cubicBezTo>
                    <a:pt x="922" y="2303"/>
                    <a:pt x="940" y="2303"/>
                    <a:pt x="958" y="2300"/>
                  </a:cubicBezTo>
                  <a:cubicBezTo>
                    <a:pt x="984" y="2300"/>
                    <a:pt x="1005" y="2296"/>
                    <a:pt x="1027" y="2293"/>
                  </a:cubicBezTo>
                  <a:cubicBezTo>
                    <a:pt x="1710" y="2180"/>
                    <a:pt x="1804" y="1259"/>
                    <a:pt x="1815" y="1074"/>
                  </a:cubicBezTo>
                  <a:cubicBezTo>
                    <a:pt x="1830" y="868"/>
                    <a:pt x="1837" y="174"/>
                    <a:pt x="1381" y="26"/>
                  </a:cubicBezTo>
                  <a:cubicBezTo>
                    <a:pt x="1328" y="9"/>
                    <a:pt x="1272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7198;p83">
              <a:extLst>
                <a:ext uri="{FF2B5EF4-FFF2-40B4-BE49-F238E27FC236}">
                  <a16:creationId xmlns:a16="http://schemas.microsoft.com/office/drawing/2014/main" id="{3DDF0285-9EB2-2F60-45F0-8DE45D68A7AA}"/>
                </a:ext>
              </a:extLst>
            </p:cNvPr>
            <p:cNvSpPr/>
            <p:nvPr/>
          </p:nvSpPr>
          <p:spPr>
            <a:xfrm>
              <a:off x="4183586" y="699885"/>
              <a:ext cx="209574" cy="288906"/>
            </a:xfrm>
            <a:custGeom>
              <a:avLst/>
              <a:gdLst/>
              <a:ahLst/>
              <a:cxnLst/>
              <a:rect l="l" t="t" r="r" b="b"/>
              <a:pathLst>
                <a:path w="4057" h="5593" extrusionOk="0">
                  <a:moveTo>
                    <a:pt x="7" y="0"/>
                  </a:moveTo>
                  <a:lnTo>
                    <a:pt x="0" y="2936"/>
                  </a:lnTo>
                  <a:cubicBezTo>
                    <a:pt x="0" y="4403"/>
                    <a:pt x="810" y="5593"/>
                    <a:pt x="1811" y="5593"/>
                  </a:cubicBezTo>
                  <a:lnTo>
                    <a:pt x="2245" y="5593"/>
                  </a:lnTo>
                  <a:cubicBezTo>
                    <a:pt x="3246" y="5593"/>
                    <a:pt x="4056" y="4403"/>
                    <a:pt x="4056" y="2936"/>
                  </a:cubicBezTo>
                  <a:lnTo>
                    <a:pt x="4056" y="2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7199;p83">
              <a:extLst>
                <a:ext uri="{FF2B5EF4-FFF2-40B4-BE49-F238E27FC236}">
                  <a16:creationId xmlns:a16="http://schemas.microsoft.com/office/drawing/2014/main" id="{56836FDD-A555-FD71-A494-0D690421C1F9}"/>
                </a:ext>
              </a:extLst>
            </p:cNvPr>
            <p:cNvSpPr/>
            <p:nvPr/>
          </p:nvSpPr>
          <p:spPr>
            <a:xfrm>
              <a:off x="4183586" y="699678"/>
              <a:ext cx="209574" cy="288958"/>
            </a:xfrm>
            <a:custGeom>
              <a:avLst/>
              <a:gdLst/>
              <a:ahLst/>
              <a:cxnLst/>
              <a:rect l="l" t="t" r="r" b="b"/>
              <a:pathLst>
                <a:path w="4057" h="5594" extrusionOk="0">
                  <a:moveTo>
                    <a:pt x="4056" y="30"/>
                  </a:moveTo>
                  <a:lnTo>
                    <a:pt x="4056" y="2940"/>
                  </a:lnTo>
                  <a:cubicBezTo>
                    <a:pt x="4056" y="4407"/>
                    <a:pt x="3243" y="5593"/>
                    <a:pt x="2245" y="5593"/>
                  </a:cubicBezTo>
                  <a:lnTo>
                    <a:pt x="1811" y="5593"/>
                  </a:lnTo>
                  <a:cubicBezTo>
                    <a:pt x="810" y="5593"/>
                    <a:pt x="0" y="4407"/>
                    <a:pt x="0" y="2940"/>
                  </a:cubicBezTo>
                  <a:lnTo>
                    <a:pt x="7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7200;p83">
              <a:extLst>
                <a:ext uri="{FF2B5EF4-FFF2-40B4-BE49-F238E27FC236}">
                  <a16:creationId xmlns:a16="http://schemas.microsoft.com/office/drawing/2014/main" id="{25815755-3463-9C5C-0A39-D7B18DB1E225}"/>
                </a:ext>
              </a:extLst>
            </p:cNvPr>
            <p:cNvSpPr/>
            <p:nvPr/>
          </p:nvSpPr>
          <p:spPr>
            <a:xfrm>
              <a:off x="4181675" y="698025"/>
              <a:ext cx="213345" cy="292471"/>
            </a:xfrm>
            <a:custGeom>
              <a:avLst/>
              <a:gdLst/>
              <a:ahLst/>
              <a:cxnLst/>
              <a:rect l="l" t="t" r="r" b="b"/>
              <a:pathLst>
                <a:path w="4130" h="5662" extrusionOk="0">
                  <a:moveTo>
                    <a:pt x="77" y="69"/>
                  </a:moveTo>
                  <a:lnTo>
                    <a:pt x="4061" y="98"/>
                  </a:lnTo>
                  <a:lnTo>
                    <a:pt x="4061" y="2972"/>
                  </a:lnTo>
                  <a:cubicBezTo>
                    <a:pt x="4061" y="4418"/>
                    <a:pt x="3262" y="5593"/>
                    <a:pt x="2282" y="5593"/>
                  </a:cubicBezTo>
                  <a:lnTo>
                    <a:pt x="1848" y="5593"/>
                  </a:lnTo>
                  <a:cubicBezTo>
                    <a:pt x="869" y="5593"/>
                    <a:pt x="70" y="4418"/>
                    <a:pt x="70" y="2972"/>
                  </a:cubicBezTo>
                  <a:lnTo>
                    <a:pt x="77" y="69"/>
                  </a:lnTo>
                  <a:close/>
                  <a:moveTo>
                    <a:pt x="44" y="0"/>
                  </a:moveTo>
                  <a:cubicBezTo>
                    <a:pt x="23" y="0"/>
                    <a:pt x="8" y="15"/>
                    <a:pt x="8" y="33"/>
                  </a:cubicBezTo>
                  <a:lnTo>
                    <a:pt x="1" y="2972"/>
                  </a:lnTo>
                  <a:cubicBezTo>
                    <a:pt x="1" y="4454"/>
                    <a:pt x="829" y="5661"/>
                    <a:pt x="1848" y="5661"/>
                  </a:cubicBezTo>
                  <a:lnTo>
                    <a:pt x="2282" y="5661"/>
                  </a:lnTo>
                  <a:cubicBezTo>
                    <a:pt x="3301" y="5661"/>
                    <a:pt x="4129" y="4458"/>
                    <a:pt x="4126" y="2972"/>
                  </a:cubicBezTo>
                  <a:lnTo>
                    <a:pt x="4126" y="62"/>
                  </a:lnTo>
                  <a:cubicBezTo>
                    <a:pt x="4126" y="44"/>
                    <a:pt x="4111" y="29"/>
                    <a:pt x="4093" y="2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7">
          <a:extLst>
            <a:ext uri="{FF2B5EF4-FFF2-40B4-BE49-F238E27FC236}">
              <a16:creationId xmlns:a16="http://schemas.microsoft.com/office/drawing/2014/main" id="{025ECA79-D8F1-9428-ABCA-CAA058FC7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5639;p76">
            <a:extLst>
              <a:ext uri="{FF2B5EF4-FFF2-40B4-BE49-F238E27FC236}">
                <a16:creationId xmlns:a16="http://schemas.microsoft.com/office/drawing/2014/main" id="{0B6CF737-AEA9-8809-2FFD-7B51077938F3}"/>
              </a:ext>
            </a:extLst>
          </p:cNvPr>
          <p:cNvSpPr/>
          <p:nvPr/>
        </p:nvSpPr>
        <p:spPr>
          <a:xfrm>
            <a:off x="2828128" y="1123"/>
            <a:ext cx="3713700" cy="618006"/>
          </a:xfrm>
          <a:prstGeom prst="roundRect">
            <a:avLst>
              <a:gd name="adj" fmla="val 16218"/>
            </a:avLst>
          </a:prstGeom>
          <a:gradFill>
            <a:gsLst>
              <a:gs pos="0">
                <a:srgbClr val="545791"/>
              </a:gs>
              <a:gs pos="100000">
                <a:srgbClr val="D8879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0" name="Google Shape;2910;p66">
            <a:extLst>
              <a:ext uri="{FF2B5EF4-FFF2-40B4-BE49-F238E27FC236}">
                <a16:creationId xmlns:a16="http://schemas.microsoft.com/office/drawing/2014/main" id="{303DE27D-28E4-9B1E-3762-091AA86FB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363" y="-255360"/>
            <a:ext cx="8231994" cy="11156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Diagramme de classes</a:t>
            </a:r>
            <a:endParaRPr sz="2800" dirty="0"/>
          </a:p>
        </p:txBody>
      </p:sp>
      <p:grpSp>
        <p:nvGrpSpPr>
          <p:cNvPr id="2915" name="Google Shape;2915;p66">
            <a:extLst>
              <a:ext uri="{FF2B5EF4-FFF2-40B4-BE49-F238E27FC236}">
                <a16:creationId xmlns:a16="http://schemas.microsoft.com/office/drawing/2014/main" id="{A585E1A4-5168-91A6-DC6D-C8AA738BF33A}"/>
              </a:ext>
            </a:extLst>
          </p:cNvPr>
          <p:cNvGrpSpPr/>
          <p:nvPr/>
        </p:nvGrpSpPr>
        <p:grpSpPr>
          <a:xfrm>
            <a:off x="8431020" y="-89698"/>
            <a:ext cx="837834" cy="2550831"/>
            <a:chOff x="973775" y="2233375"/>
            <a:chExt cx="404575" cy="1231750"/>
          </a:xfrm>
        </p:grpSpPr>
        <p:sp>
          <p:nvSpPr>
            <p:cNvPr id="2916" name="Google Shape;2916;p66">
              <a:extLst>
                <a:ext uri="{FF2B5EF4-FFF2-40B4-BE49-F238E27FC236}">
                  <a16:creationId xmlns:a16="http://schemas.microsoft.com/office/drawing/2014/main" id="{0023D69A-0FA2-B760-3725-672DEDBE903D}"/>
                </a:ext>
              </a:extLst>
            </p:cNvPr>
            <p:cNvSpPr/>
            <p:nvPr/>
          </p:nvSpPr>
          <p:spPr>
            <a:xfrm>
              <a:off x="1223875" y="2922850"/>
              <a:ext cx="58575" cy="27925"/>
            </a:xfrm>
            <a:custGeom>
              <a:avLst/>
              <a:gdLst/>
              <a:ahLst/>
              <a:cxnLst/>
              <a:rect l="l" t="t" r="r" b="b"/>
              <a:pathLst>
                <a:path w="2343" h="1117" extrusionOk="0">
                  <a:moveTo>
                    <a:pt x="2332" y="0"/>
                  </a:moveTo>
                  <a:cubicBezTo>
                    <a:pt x="2254" y="5"/>
                    <a:pt x="328" y="151"/>
                    <a:pt x="1" y="1085"/>
                  </a:cubicBezTo>
                  <a:lnTo>
                    <a:pt x="94" y="1116"/>
                  </a:lnTo>
                  <a:cubicBezTo>
                    <a:pt x="401" y="239"/>
                    <a:pt x="2321" y="99"/>
                    <a:pt x="2342" y="99"/>
                  </a:cubicBezTo>
                  <a:lnTo>
                    <a:pt x="23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6">
              <a:extLst>
                <a:ext uri="{FF2B5EF4-FFF2-40B4-BE49-F238E27FC236}">
                  <a16:creationId xmlns:a16="http://schemas.microsoft.com/office/drawing/2014/main" id="{256883B2-CBCB-6B6E-A2F9-3C7BC0DDF144}"/>
                </a:ext>
              </a:extLst>
            </p:cNvPr>
            <p:cNvSpPr/>
            <p:nvPr/>
          </p:nvSpPr>
          <p:spPr>
            <a:xfrm>
              <a:off x="1042425" y="2920900"/>
              <a:ext cx="73225" cy="72050"/>
            </a:xfrm>
            <a:custGeom>
              <a:avLst/>
              <a:gdLst/>
              <a:ahLst/>
              <a:cxnLst/>
              <a:rect l="l" t="t" r="r" b="b"/>
              <a:pathLst>
                <a:path w="2929" h="2882" extrusionOk="0">
                  <a:moveTo>
                    <a:pt x="1" y="0"/>
                  </a:moveTo>
                  <a:lnTo>
                    <a:pt x="1" y="94"/>
                  </a:lnTo>
                  <a:cubicBezTo>
                    <a:pt x="2566" y="120"/>
                    <a:pt x="2835" y="2856"/>
                    <a:pt x="2835" y="2882"/>
                  </a:cubicBezTo>
                  <a:lnTo>
                    <a:pt x="2929" y="2871"/>
                  </a:lnTo>
                  <a:cubicBezTo>
                    <a:pt x="2929" y="2845"/>
                    <a:pt x="2654" y="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6">
              <a:extLst>
                <a:ext uri="{FF2B5EF4-FFF2-40B4-BE49-F238E27FC236}">
                  <a16:creationId xmlns:a16="http://schemas.microsoft.com/office/drawing/2014/main" id="{AE5093CA-0105-94A3-30AA-BBC49787DFC6}"/>
                </a:ext>
              </a:extLst>
            </p:cNvPr>
            <p:cNvSpPr/>
            <p:nvPr/>
          </p:nvSpPr>
          <p:spPr>
            <a:xfrm>
              <a:off x="975075" y="2993325"/>
              <a:ext cx="102825" cy="45950"/>
            </a:xfrm>
            <a:custGeom>
              <a:avLst/>
              <a:gdLst/>
              <a:ahLst/>
              <a:cxnLst/>
              <a:rect l="l" t="t" r="r" b="b"/>
              <a:pathLst>
                <a:path w="4113" h="1838" extrusionOk="0">
                  <a:moveTo>
                    <a:pt x="2697" y="1"/>
                  </a:moveTo>
                  <a:cubicBezTo>
                    <a:pt x="2373" y="1"/>
                    <a:pt x="2050" y="74"/>
                    <a:pt x="1760" y="208"/>
                  </a:cubicBezTo>
                  <a:cubicBezTo>
                    <a:pt x="1501" y="327"/>
                    <a:pt x="1231" y="478"/>
                    <a:pt x="1059" y="654"/>
                  </a:cubicBezTo>
                  <a:cubicBezTo>
                    <a:pt x="1059" y="654"/>
                    <a:pt x="130" y="789"/>
                    <a:pt x="0" y="1838"/>
                  </a:cubicBezTo>
                  <a:cubicBezTo>
                    <a:pt x="0" y="1838"/>
                    <a:pt x="514" y="1329"/>
                    <a:pt x="1096" y="1329"/>
                  </a:cubicBezTo>
                  <a:cubicBezTo>
                    <a:pt x="1468" y="1329"/>
                    <a:pt x="2219" y="1576"/>
                    <a:pt x="2851" y="1576"/>
                  </a:cubicBezTo>
                  <a:cubicBezTo>
                    <a:pt x="3198" y="1576"/>
                    <a:pt x="3509" y="1502"/>
                    <a:pt x="3702" y="1272"/>
                  </a:cubicBezTo>
                  <a:cubicBezTo>
                    <a:pt x="4112" y="789"/>
                    <a:pt x="4071" y="379"/>
                    <a:pt x="3401" y="125"/>
                  </a:cubicBezTo>
                  <a:cubicBezTo>
                    <a:pt x="3176" y="41"/>
                    <a:pt x="2936" y="1"/>
                    <a:pt x="2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6">
              <a:extLst>
                <a:ext uri="{FF2B5EF4-FFF2-40B4-BE49-F238E27FC236}">
                  <a16:creationId xmlns:a16="http://schemas.microsoft.com/office/drawing/2014/main" id="{63FD52F3-4463-3514-7591-3015495690B2}"/>
                </a:ext>
              </a:extLst>
            </p:cNvPr>
            <p:cNvSpPr/>
            <p:nvPr/>
          </p:nvSpPr>
          <p:spPr>
            <a:xfrm>
              <a:off x="973775" y="2992150"/>
              <a:ext cx="102700" cy="48425"/>
            </a:xfrm>
            <a:custGeom>
              <a:avLst/>
              <a:gdLst/>
              <a:ahLst/>
              <a:cxnLst/>
              <a:rect l="l" t="t" r="r" b="b"/>
              <a:pathLst>
                <a:path w="4108" h="1937" extrusionOk="0">
                  <a:moveTo>
                    <a:pt x="2791" y="99"/>
                  </a:moveTo>
                  <a:cubicBezTo>
                    <a:pt x="3011" y="99"/>
                    <a:pt x="3226" y="140"/>
                    <a:pt x="3432" y="218"/>
                  </a:cubicBezTo>
                  <a:cubicBezTo>
                    <a:pt x="3733" y="333"/>
                    <a:pt x="3910" y="478"/>
                    <a:pt x="3956" y="655"/>
                  </a:cubicBezTo>
                  <a:cubicBezTo>
                    <a:pt x="4003" y="836"/>
                    <a:pt x="3920" y="1044"/>
                    <a:pt x="3718" y="1288"/>
                  </a:cubicBezTo>
                  <a:cubicBezTo>
                    <a:pt x="3535" y="1504"/>
                    <a:pt x="3239" y="1574"/>
                    <a:pt x="2905" y="1574"/>
                  </a:cubicBezTo>
                  <a:cubicBezTo>
                    <a:pt x="2556" y="1574"/>
                    <a:pt x="2165" y="1497"/>
                    <a:pt x="1818" y="1428"/>
                  </a:cubicBezTo>
                  <a:cubicBezTo>
                    <a:pt x="1594" y="1376"/>
                    <a:pt x="1371" y="1340"/>
                    <a:pt x="1148" y="1324"/>
                  </a:cubicBezTo>
                  <a:cubicBezTo>
                    <a:pt x="707" y="1324"/>
                    <a:pt x="302" y="1610"/>
                    <a:pt x="120" y="1760"/>
                  </a:cubicBezTo>
                  <a:cubicBezTo>
                    <a:pt x="213" y="1246"/>
                    <a:pt x="608" y="847"/>
                    <a:pt x="1122" y="748"/>
                  </a:cubicBezTo>
                  <a:cubicBezTo>
                    <a:pt x="1132" y="748"/>
                    <a:pt x="1143" y="743"/>
                    <a:pt x="1148" y="732"/>
                  </a:cubicBezTo>
                  <a:cubicBezTo>
                    <a:pt x="1288" y="587"/>
                    <a:pt x="1522" y="442"/>
                    <a:pt x="1833" y="296"/>
                  </a:cubicBezTo>
                  <a:cubicBezTo>
                    <a:pt x="2119" y="166"/>
                    <a:pt x="2435" y="99"/>
                    <a:pt x="2752" y="99"/>
                  </a:cubicBezTo>
                  <a:cubicBezTo>
                    <a:pt x="2765" y="99"/>
                    <a:pt x="2778" y="99"/>
                    <a:pt x="2791" y="99"/>
                  </a:cubicBezTo>
                  <a:close/>
                  <a:moveTo>
                    <a:pt x="2752" y="0"/>
                  </a:moveTo>
                  <a:cubicBezTo>
                    <a:pt x="2429" y="0"/>
                    <a:pt x="2097" y="70"/>
                    <a:pt x="1792" y="208"/>
                  </a:cubicBezTo>
                  <a:cubicBezTo>
                    <a:pt x="1480" y="353"/>
                    <a:pt x="1241" y="504"/>
                    <a:pt x="1091" y="655"/>
                  </a:cubicBezTo>
                  <a:cubicBezTo>
                    <a:pt x="961" y="680"/>
                    <a:pt x="125" y="883"/>
                    <a:pt x="0" y="1880"/>
                  </a:cubicBezTo>
                  <a:cubicBezTo>
                    <a:pt x="0" y="1901"/>
                    <a:pt x="11" y="1921"/>
                    <a:pt x="32" y="1932"/>
                  </a:cubicBezTo>
                  <a:cubicBezTo>
                    <a:pt x="37" y="1932"/>
                    <a:pt x="42" y="1937"/>
                    <a:pt x="52" y="1937"/>
                  </a:cubicBezTo>
                  <a:cubicBezTo>
                    <a:pt x="63" y="1937"/>
                    <a:pt x="78" y="1932"/>
                    <a:pt x="84" y="1921"/>
                  </a:cubicBezTo>
                  <a:cubicBezTo>
                    <a:pt x="89" y="1916"/>
                    <a:pt x="592" y="1423"/>
                    <a:pt x="1148" y="1423"/>
                  </a:cubicBezTo>
                  <a:cubicBezTo>
                    <a:pt x="1366" y="1438"/>
                    <a:pt x="1584" y="1470"/>
                    <a:pt x="1802" y="1522"/>
                  </a:cubicBezTo>
                  <a:cubicBezTo>
                    <a:pt x="2154" y="1592"/>
                    <a:pt x="2550" y="1671"/>
                    <a:pt x="2910" y="1671"/>
                  </a:cubicBezTo>
                  <a:cubicBezTo>
                    <a:pt x="3266" y="1671"/>
                    <a:pt x="3586" y="1593"/>
                    <a:pt x="3790" y="1350"/>
                  </a:cubicBezTo>
                  <a:cubicBezTo>
                    <a:pt x="4019" y="1085"/>
                    <a:pt x="4107" y="841"/>
                    <a:pt x="4050" y="634"/>
                  </a:cubicBezTo>
                  <a:cubicBezTo>
                    <a:pt x="3998" y="421"/>
                    <a:pt x="3801" y="255"/>
                    <a:pt x="3468" y="125"/>
                  </a:cubicBezTo>
                  <a:cubicBezTo>
                    <a:pt x="3245" y="41"/>
                    <a:pt x="3001" y="0"/>
                    <a:pt x="27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6">
              <a:extLst>
                <a:ext uri="{FF2B5EF4-FFF2-40B4-BE49-F238E27FC236}">
                  <a16:creationId xmlns:a16="http://schemas.microsoft.com/office/drawing/2014/main" id="{41C66A1D-6764-3D32-B54C-06B1C4DF4D68}"/>
                </a:ext>
              </a:extLst>
            </p:cNvPr>
            <p:cNvSpPr/>
            <p:nvPr/>
          </p:nvSpPr>
          <p:spPr>
            <a:xfrm>
              <a:off x="1001300" y="3004475"/>
              <a:ext cx="47900" cy="8075"/>
            </a:xfrm>
            <a:custGeom>
              <a:avLst/>
              <a:gdLst/>
              <a:ahLst/>
              <a:cxnLst/>
              <a:rect l="l" t="t" r="r" b="b"/>
              <a:pathLst>
                <a:path w="1916" h="323" extrusionOk="0">
                  <a:moveTo>
                    <a:pt x="1023" y="0"/>
                  </a:moveTo>
                  <a:cubicBezTo>
                    <a:pt x="756" y="0"/>
                    <a:pt x="419" y="43"/>
                    <a:pt x="0" y="162"/>
                  </a:cubicBezTo>
                  <a:lnTo>
                    <a:pt x="26" y="255"/>
                  </a:lnTo>
                  <a:cubicBezTo>
                    <a:pt x="437" y="138"/>
                    <a:pt x="764" y="97"/>
                    <a:pt x="1021" y="97"/>
                  </a:cubicBezTo>
                  <a:cubicBezTo>
                    <a:pt x="1620" y="97"/>
                    <a:pt x="1839" y="319"/>
                    <a:pt x="1843" y="322"/>
                  </a:cubicBezTo>
                  <a:lnTo>
                    <a:pt x="1871" y="302"/>
                  </a:lnTo>
                  <a:lnTo>
                    <a:pt x="1871" y="302"/>
                  </a:lnTo>
                  <a:lnTo>
                    <a:pt x="1916" y="260"/>
                  </a:lnTo>
                  <a:cubicBezTo>
                    <a:pt x="1905" y="245"/>
                    <a:pt x="1666" y="0"/>
                    <a:pt x="1023" y="0"/>
                  </a:cubicBezTo>
                  <a:close/>
                  <a:moveTo>
                    <a:pt x="1885" y="291"/>
                  </a:moveTo>
                  <a:lnTo>
                    <a:pt x="1871" y="302"/>
                  </a:lnTo>
                  <a:lnTo>
                    <a:pt x="1871" y="302"/>
                  </a:lnTo>
                  <a:lnTo>
                    <a:pt x="1848" y="322"/>
                  </a:lnTo>
                  <a:lnTo>
                    <a:pt x="1885" y="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6">
              <a:extLst>
                <a:ext uri="{FF2B5EF4-FFF2-40B4-BE49-F238E27FC236}">
                  <a16:creationId xmlns:a16="http://schemas.microsoft.com/office/drawing/2014/main" id="{AE0CFBE1-23BF-4294-48FF-84227D047CF6}"/>
                </a:ext>
              </a:extLst>
            </p:cNvPr>
            <p:cNvSpPr/>
            <p:nvPr/>
          </p:nvSpPr>
          <p:spPr>
            <a:xfrm>
              <a:off x="1125375" y="2910025"/>
              <a:ext cx="98400" cy="66400"/>
            </a:xfrm>
            <a:custGeom>
              <a:avLst/>
              <a:gdLst/>
              <a:ahLst/>
              <a:cxnLst/>
              <a:rect l="l" t="t" r="r" b="b"/>
              <a:pathLst>
                <a:path w="3936" h="2656" extrusionOk="0">
                  <a:moveTo>
                    <a:pt x="2517" y="1"/>
                  </a:moveTo>
                  <a:cubicBezTo>
                    <a:pt x="2208" y="1"/>
                    <a:pt x="1858" y="77"/>
                    <a:pt x="1475" y="285"/>
                  </a:cubicBezTo>
                  <a:cubicBezTo>
                    <a:pt x="0" y="1084"/>
                    <a:pt x="1651" y="1655"/>
                    <a:pt x="1651" y="1655"/>
                  </a:cubicBezTo>
                  <a:cubicBezTo>
                    <a:pt x="1651" y="1655"/>
                    <a:pt x="1366" y="1941"/>
                    <a:pt x="1932" y="2559"/>
                  </a:cubicBezTo>
                  <a:cubicBezTo>
                    <a:pt x="1993" y="2625"/>
                    <a:pt x="2064" y="2655"/>
                    <a:pt x="2143" y="2655"/>
                  </a:cubicBezTo>
                  <a:cubicBezTo>
                    <a:pt x="2792" y="2655"/>
                    <a:pt x="3936" y="627"/>
                    <a:pt x="3936" y="627"/>
                  </a:cubicBezTo>
                  <a:cubicBezTo>
                    <a:pt x="3936" y="627"/>
                    <a:pt x="3397" y="1"/>
                    <a:pt x="2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6">
              <a:extLst>
                <a:ext uri="{FF2B5EF4-FFF2-40B4-BE49-F238E27FC236}">
                  <a16:creationId xmlns:a16="http://schemas.microsoft.com/office/drawing/2014/main" id="{406DEFEB-CF93-ACD5-A455-038749BA05EB}"/>
                </a:ext>
              </a:extLst>
            </p:cNvPr>
            <p:cNvSpPr/>
            <p:nvPr/>
          </p:nvSpPr>
          <p:spPr>
            <a:xfrm>
              <a:off x="1145225" y="2908850"/>
              <a:ext cx="79850" cy="68775"/>
            </a:xfrm>
            <a:custGeom>
              <a:avLst/>
              <a:gdLst/>
              <a:ahLst/>
              <a:cxnLst/>
              <a:rect l="l" t="t" r="r" b="b"/>
              <a:pathLst>
                <a:path w="3194" h="2751" extrusionOk="0">
                  <a:moveTo>
                    <a:pt x="1730" y="91"/>
                  </a:moveTo>
                  <a:cubicBezTo>
                    <a:pt x="2480" y="91"/>
                    <a:pt x="2968" y="561"/>
                    <a:pt x="3079" y="679"/>
                  </a:cubicBezTo>
                  <a:cubicBezTo>
                    <a:pt x="2939" y="923"/>
                    <a:pt x="1958" y="2585"/>
                    <a:pt x="1382" y="2652"/>
                  </a:cubicBezTo>
                  <a:cubicBezTo>
                    <a:pt x="1371" y="2654"/>
                    <a:pt x="1361" y="2654"/>
                    <a:pt x="1350" y="2654"/>
                  </a:cubicBezTo>
                  <a:cubicBezTo>
                    <a:pt x="1279" y="2654"/>
                    <a:pt x="1215" y="2624"/>
                    <a:pt x="1174" y="2569"/>
                  </a:cubicBezTo>
                  <a:cubicBezTo>
                    <a:pt x="650" y="2003"/>
                    <a:pt x="888" y="1739"/>
                    <a:pt x="894" y="1733"/>
                  </a:cubicBezTo>
                  <a:cubicBezTo>
                    <a:pt x="904" y="1723"/>
                    <a:pt x="909" y="1707"/>
                    <a:pt x="909" y="1692"/>
                  </a:cubicBezTo>
                  <a:cubicBezTo>
                    <a:pt x="904" y="1671"/>
                    <a:pt x="894" y="1661"/>
                    <a:pt x="878" y="1655"/>
                  </a:cubicBezTo>
                  <a:cubicBezTo>
                    <a:pt x="868" y="1650"/>
                    <a:pt x="151" y="1401"/>
                    <a:pt x="120" y="1022"/>
                  </a:cubicBezTo>
                  <a:cubicBezTo>
                    <a:pt x="104" y="814"/>
                    <a:pt x="302" y="596"/>
                    <a:pt x="707" y="373"/>
                  </a:cubicBezTo>
                  <a:cubicBezTo>
                    <a:pt x="1085" y="168"/>
                    <a:pt x="1429" y="91"/>
                    <a:pt x="1730" y="91"/>
                  </a:cubicBezTo>
                  <a:close/>
                  <a:moveTo>
                    <a:pt x="1719" y="1"/>
                  </a:moveTo>
                  <a:cubicBezTo>
                    <a:pt x="1404" y="1"/>
                    <a:pt x="1048" y="79"/>
                    <a:pt x="660" y="290"/>
                  </a:cubicBezTo>
                  <a:cubicBezTo>
                    <a:pt x="219" y="529"/>
                    <a:pt x="1" y="778"/>
                    <a:pt x="21" y="1032"/>
                  </a:cubicBezTo>
                  <a:cubicBezTo>
                    <a:pt x="53" y="1406"/>
                    <a:pt x="598" y="1650"/>
                    <a:pt x="779" y="1723"/>
                  </a:cubicBezTo>
                  <a:cubicBezTo>
                    <a:pt x="717" y="1842"/>
                    <a:pt x="644" y="2143"/>
                    <a:pt x="1101" y="2637"/>
                  </a:cubicBezTo>
                  <a:cubicBezTo>
                    <a:pt x="1164" y="2709"/>
                    <a:pt x="1252" y="2751"/>
                    <a:pt x="1345" y="2751"/>
                  </a:cubicBezTo>
                  <a:cubicBezTo>
                    <a:pt x="1361" y="2751"/>
                    <a:pt x="1376" y="2751"/>
                    <a:pt x="1392" y="2746"/>
                  </a:cubicBezTo>
                  <a:cubicBezTo>
                    <a:pt x="2062" y="2673"/>
                    <a:pt x="3136" y="778"/>
                    <a:pt x="3183" y="695"/>
                  </a:cubicBezTo>
                  <a:cubicBezTo>
                    <a:pt x="3194" y="679"/>
                    <a:pt x="3188" y="659"/>
                    <a:pt x="3178" y="638"/>
                  </a:cubicBezTo>
                  <a:cubicBezTo>
                    <a:pt x="3170" y="630"/>
                    <a:pt x="2612" y="1"/>
                    <a:pt x="1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6">
              <a:extLst>
                <a:ext uri="{FF2B5EF4-FFF2-40B4-BE49-F238E27FC236}">
                  <a16:creationId xmlns:a16="http://schemas.microsoft.com/office/drawing/2014/main" id="{2F838882-CE01-71BC-40CB-D6C17DFFE6BC}"/>
                </a:ext>
              </a:extLst>
            </p:cNvPr>
            <p:cNvSpPr/>
            <p:nvPr/>
          </p:nvSpPr>
          <p:spPr>
            <a:xfrm>
              <a:off x="1166650" y="2928425"/>
              <a:ext cx="37650" cy="23000"/>
            </a:xfrm>
            <a:custGeom>
              <a:avLst/>
              <a:gdLst/>
              <a:ahLst/>
              <a:cxnLst/>
              <a:rect l="l" t="t" r="r" b="b"/>
              <a:pathLst>
                <a:path w="1506" h="920" extrusionOk="0">
                  <a:moveTo>
                    <a:pt x="1506" y="0"/>
                  </a:moveTo>
                  <a:cubicBezTo>
                    <a:pt x="1506" y="0"/>
                    <a:pt x="561" y="218"/>
                    <a:pt x="0" y="919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6">
              <a:extLst>
                <a:ext uri="{FF2B5EF4-FFF2-40B4-BE49-F238E27FC236}">
                  <a16:creationId xmlns:a16="http://schemas.microsoft.com/office/drawing/2014/main" id="{5AA475DA-F399-E691-AE7E-74E89ADD278D}"/>
                </a:ext>
              </a:extLst>
            </p:cNvPr>
            <p:cNvSpPr/>
            <p:nvPr/>
          </p:nvSpPr>
          <p:spPr>
            <a:xfrm>
              <a:off x="1165725" y="2927250"/>
              <a:ext cx="38725" cy="24950"/>
            </a:xfrm>
            <a:custGeom>
              <a:avLst/>
              <a:gdLst/>
              <a:ahLst/>
              <a:cxnLst/>
              <a:rect l="l" t="t" r="r" b="b"/>
              <a:pathLst>
                <a:path w="1549" h="998" extrusionOk="0">
                  <a:moveTo>
                    <a:pt x="1527" y="1"/>
                  </a:moveTo>
                  <a:cubicBezTo>
                    <a:pt x="1491" y="11"/>
                    <a:pt x="562" y="229"/>
                    <a:pt x="1" y="935"/>
                  </a:cubicBezTo>
                  <a:lnTo>
                    <a:pt x="74" y="997"/>
                  </a:lnTo>
                  <a:cubicBezTo>
                    <a:pt x="619" y="317"/>
                    <a:pt x="1543" y="94"/>
                    <a:pt x="1548" y="94"/>
                  </a:cubicBezTo>
                  <a:lnTo>
                    <a:pt x="15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66">
              <a:extLst>
                <a:ext uri="{FF2B5EF4-FFF2-40B4-BE49-F238E27FC236}">
                  <a16:creationId xmlns:a16="http://schemas.microsoft.com/office/drawing/2014/main" id="{12B1515C-12C1-B87C-2201-9169F414B4AF}"/>
                </a:ext>
              </a:extLst>
            </p:cNvPr>
            <p:cNvSpPr/>
            <p:nvPr/>
          </p:nvSpPr>
          <p:spPr>
            <a:xfrm>
              <a:off x="1208575" y="2934025"/>
              <a:ext cx="102800" cy="46075"/>
            </a:xfrm>
            <a:custGeom>
              <a:avLst/>
              <a:gdLst/>
              <a:ahLst/>
              <a:cxnLst/>
              <a:rect l="l" t="t" r="r" b="b"/>
              <a:pathLst>
                <a:path w="4112" h="1843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9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9"/>
                    <a:pt x="3017" y="1329"/>
                  </a:cubicBezTo>
                  <a:cubicBezTo>
                    <a:pt x="3598" y="1329"/>
                    <a:pt x="4112" y="1843"/>
                    <a:pt x="4112" y="1843"/>
                  </a:cubicBezTo>
                  <a:cubicBezTo>
                    <a:pt x="3987" y="789"/>
                    <a:pt x="3053" y="654"/>
                    <a:pt x="3053" y="654"/>
                  </a:cubicBezTo>
                  <a:cubicBezTo>
                    <a:pt x="2882" y="477"/>
                    <a:pt x="2612" y="327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6">
              <a:extLst>
                <a:ext uri="{FF2B5EF4-FFF2-40B4-BE49-F238E27FC236}">
                  <a16:creationId xmlns:a16="http://schemas.microsoft.com/office/drawing/2014/main" id="{DB0540DA-F400-D7B1-95F8-D3792BDB6071}"/>
                </a:ext>
              </a:extLst>
            </p:cNvPr>
            <p:cNvSpPr/>
            <p:nvPr/>
          </p:nvSpPr>
          <p:spPr>
            <a:xfrm>
              <a:off x="1210000" y="2932850"/>
              <a:ext cx="102675" cy="48425"/>
            </a:xfrm>
            <a:custGeom>
              <a:avLst/>
              <a:gdLst/>
              <a:ahLst/>
              <a:cxnLst/>
              <a:rect l="l" t="t" r="r" b="b"/>
              <a:pathLst>
                <a:path w="4107" h="1937" extrusionOk="0">
                  <a:moveTo>
                    <a:pt x="1355" y="97"/>
                  </a:moveTo>
                  <a:cubicBezTo>
                    <a:pt x="1665" y="97"/>
                    <a:pt x="1983" y="165"/>
                    <a:pt x="2274" y="301"/>
                  </a:cubicBezTo>
                  <a:cubicBezTo>
                    <a:pt x="2586" y="441"/>
                    <a:pt x="2819" y="586"/>
                    <a:pt x="2960" y="737"/>
                  </a:cubicBezTo>
                  <a:cubicBezTo>
                    <a:pt x="2965" y="742"/>
                    <a:pt x="2975" y="747"/>
                    <a:pt x="2986" y="747"/>
                  </a:cubicBezTo>
                  <a:cubicBezTo>
                    <a:pt x="3494" y="851"/>
                    <a:pt x="3889" y="1251"/>
                    <a:pt x="3988" y="1760"/>
                  </a:cubicBezTo>
                  <a:cubicBezTo>
                    <a:pt x="3806" y="1609"/>
                    <a:pt x="3406" y="1324"/>
                    <a:pt x="2960" y="1324"/>
                  </a:cubicBezTo>
                  <a:cubicBezTo>
                    <a:pt x="2736" y="1339"/>
                    <a:pt x="2508" y="1376"/>
                    <a:pt x="2290" y="1427"/>
                  </a:cubicBezTo>
                  <a:cubicBezTo>
                    <a:pt x="1941" y="1497"/>
                    <a:pt x="1548" y="1576"/>
                    <a:pt x="1198" y="1576"/>
                  </a:cubicBezTo>
                  <a:cubicBezTo>
                    <a:pt x="866" y="1576"/>
                    <a:pt x="572" y="1505"/>
                    <a:pt x="390" y="1287"/>
                  </a:cubicBezTo>
                  <a:cubicBezTo>
                    <a:pt x="187" y="1048"/>
                    <a:pt x="104" y="836"/>
                    <a:pt x="151" y="659"/>
                  </a:cubicBezTo>
                  <a:cubicBezTo>
                    <a:pt x="198" y="477"/>
                    <a:pt x="374" y="332"/>
                    <a:pt x="675" y="218"/>
                  </a:cubicBezTo>
                  <a:cubicBezTo>
                    <a:pt x="887" y="137"/>
                    <a:pt x="1118" y="97"/>
                    <a:pt x="1355" y="97"/>
                  </a:cubicBezTo>
                  <a:close/>
                  <a:moveTo>
                    <a:pt x="1359" y="1"/>
                  </a:moveTo>
                  <a:cubicBezTo>
                    <a:pt x="1109" y="1"/>
                    <a:pt x="863" y="44"/>
                    <a:pt x="639" y="130"/>
                  </a:cubicBezTo>
                  <a:cubicBezTo>
                    <a:pt x="307" y="254"/>
                    <a:pt x="115" y="425"/>
                    <a:pt x="57" y="633"/>
                  </a:cubicBezTo>
                  <a:cubicBezTo>
                    <a:pt x="0" y="841"/>
                    <a:pt x="89" y="1085"/>
                    <a:pt x="317" y="1350"/>
                  </a:cubicBezTo>
                  <a:cubicBezTo>
                    <a:pt x="521" y="1593"/>
                    <a:pt x="841" y="1671"/>
                    <a:pt x="1198" y="1671"/>
                  </a:cubicBezTo>
                  <a:cubicBezTo>
                    <a:pt x="1558" y="1671"/>
                    <a:pt x="1956" y="1591"/>
                    <a:pt x="2311" y="1521"/>
                  </a:cubicBezTo>
                  <a:cubicBezTo>
                    <a:pt x="2523" y="1469"/>
                    <a:pt x="2741" y="1438"/>
                    <a:pt x="2960" y="1422"/>
                  </a:cubicBezTo>
                  <a:cubicBezTo>
                    <a:pt x="3515" y="1422"/>
                    <a:pt x="4019" y="1915"/>
                    <a:pt x="4024" y="1921"/>
                  </a:cubicBezTo>
                  <a:cubicBezTo>
                    <a:pt x="4029" y="1931"/>
                    <a:pt x="4045" y="1936"/>
                    <a:pt x="4055" y="1936"/>
                  </a:cubicBezTo>
                  <a:cubicBezTo>
                    <a:pt x="4065" y="1936"/>
                    <a:pt x="4071" y="1936"/>
                    <a:pt x="4081" y="1931"/>
                  </a:cubicBezTo>
                  <a:cubicBezTo>
                    <a:pt x="4097" y="1921"/>
                    <a:pt x="4107" y="1900"/>
                    <a:pt x="4107" y="1879"/>
                  </a:cubicBezTo>
                  <a:cubicBezTo>
                    <a:pt x="3982" y="882"/>
                    <a:pt x="3146" y="680"/>
                    <a:pt x="3017" y="654"/>
                  </a:cubicBezTo>
                  <a:cubicBezTo>
                    <a:pt x="2866" y="503"/>
                    <a:pt x="2632" y="353"/>
                    <a:pt x="2316" y="213"/>
                  </a:cubicBezTo>
                  <a:cubicBezTo>
                    <a:pt x="2014" y="72"/>
                    <a:pt x="1683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6">
              <a:extLst>
                <a:ext uri="{FF2B5EF4-FFF2-40B4-BE49-F238E27FC236}">
                  <a16:creationId xmlns:a16="http://schemas.microsoft.com/office/drawing/2014/main" id="{42CE94F4-B9F4-4044-F469-E75FED3FBC59}"/>
                </a:ext>
              </a:extLst>
            </p:cNvPr>
            <p:cNvSpPr/>
            <p:nvPr/>
          </p:nvSpPr>
          <p:spPr>
            <a:xfrm>
              <a:off x="1238150" y="2946325"/>
              <a:ext cx="46750" cy="6125"/>
            </a:xfrm>
            <a:custGeom>
              <a:avLst/>
              <a:gdLst/>
              <a:ahLst/>
              <a:cxnLst/>
              <a:rect l="l" t="t" r="r" b="b"/>
              <a:pathLst>
                <a:path w="1870" h="245" extrusionOk="0">
                  <a:moveTo>
                    <a:pt x="859" y="1"/>
                  </a:moveTo>
                  <a:cubicBezTo>
                    <a:pt x="227" y="1"/>
                    <a:pt x="1" y="245"/>
                    <a:pt x="1" y="245"/>
                  </a:cubicBezTo>
                  <a:lnTo>
                    <a:pt x="1870" y="162"/>
                  </a:lnTo>
                  <a:cubicBezTo>
                    <a:pt x="1454" y="43"/>
                    <a:pt x="1122" y="1"/>
                    <a:pt x="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66">
              <a:extLst>
                <a:ext uri="{FF2B5EF4-FFF2-40B4-BE49-F238E27FC236}">
                  <a16:creationId xmlns:a16="http://schemas.microsoft.com/office/drawing/2014/main" id="{29BC8840-ED31-1B10-3A2D-187E48D99ECD}"/>
                </a:ext>
              </a:extLst>
            </p:cNvPr>
            <p:cNvSpPr/>
            <p:nvPr/>
          </p:nvSpPr>
          <p:spPr>
            <a:xfrm>
              <a:off x="1237250" y="2945150"/>
              <a:ext cx="47925" cy="8075"/>
            </a:xfrm>
            <a:custGeom>
              <a:avLst/>
              <a:gdLst/>
              <a:ahLst/>
              <a:cxnLst/>
              <a:rect l="l" t="t" r="r" b="b"/>
              <a:pathLst>
                <a:path w="1917" h="323" extrusionOk="0">
                  <a:moveTo>
                    <a:pt x="893" y="1"/>
                  </a:moveTo>
                  <a:cubicBezTo>
                    <a:pt x="252" y="1"/>
                    <a:pt x="15" y="244"/>
                    <a:pt x="1" y="255"/>
                  </a:cubicBezTo>
                  <a:lnTo>
                    <a:pt x="73" y="323"/>
                  </a:lnTo>
                  <a:cubicBezTo>
                    <a:pt x="77" y="319"/>
                    <a:pt x="296" y="97"/>
                    <a:pt x="895" y="97"/>
                  </a:cubicBezTo>
                  <a:cubicBezTo>
                    <a:pt x="1152" y="97"/>
                    <a:pt x="1480" y="138"/>
                    <a:pt x="1890" y="255"/>
                  </a:cubicBezTo>
                  <a:lnTo>
                    <a:pt x="1916" y="162"/>
                  </a:lnTo>
                  <a:cubicBezTo>
                    <a:pt x="1496" y="43"/>
                    <a:pt x="1160" y="1"/>
                    <a:pt x="8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66">
              <a:extLst>
                <a:ext uri="{FF2B5EF4-FFF2-40B4-BE49-F238E27FC236}">
                  <a16:creationId xmlns:a16="http://schemas.microsoft.com/office/drawing/2014/main" id="{76FE297A-24D8-0F6D-E854-D296C396A498}"/>
                </a:ext>
              </a:extLst>
            </p:cNvPr>
            <p:cNvSpPr/>
            <p:nvPr/>
          </p:nvSpPr>
          <p:spPr>
            <a:xfrm>
              <a:off x="1274250" y="2896000"/>
              <a:ext cx="102800" cy="45950"/>
            </a:xfrm>
            <a:custGeom>
              <a:avLst/>
              <a:gdLst/>
              <a:ahLst/>
              <a:cxnLst/>
              <a:rect l="l" t="t" r="r" b="b"/>
              <a:pathLst>
                <a:path w="4112" h="1838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8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8"/>
                    <a:pt x="3017" y="1328"/>
                  </a:cubicBezTo>
                  <a:cubicBezTo>
                    <a:pt x="3598" y="1328"/>
                    <a:pt x="4112" y="1837"/>
                    <a:pt x="4112" y="1837"/>
                  </a:cubicBezTo>
                  <a:cubicBezTo>
                    <a:pt x="3982" y="788"/>
                    <a:pt x="3053" y="653"/>
                    <a:pt x="3053" y="653"/>
                  </a:cubicBezTo>
                  <a:cubicBezTo>
                    <a:pt x="2882" y="477"/>
                    <a:pt x="2612" y="326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6">
              <a:extLst>
                <a:ext uri="{FF2B5EF4-FFF2-40B4-BE49-F238E27FC236}">
                  <a16:creationId xmlns:a16="http://schemas.microsoft.com/office/drawing/2014/main" id="{41045132-9777-FE5B-5F9E-48787178C9A7}"/>
                </a:ext>
              </a:extLst>
            </p:cNvPr>
            <p:cNvSpPr/>
            <p:nvPr/>
          </p:nvSpPr>
          <p:spPr>
            <a:xfrm>
              <a:off x="1275675" y="2894800"/>
              <a:ext cx="102675" cy="48300"/>
            </a:xfrm>
            <a:custGeom>
              <a:avLst/>
              <a:gdLst/>
              <a:ahLst/>
              <a:cxnLst/>
              <a:rect l="l" t="t" r="r" b="b"/>
              <a:pathLst>
                <a:path w="4107" h="1932" extrusionOk="0">
                  <a:moveTo>
                    <a:pt x="1359" y="97"/>
                  </a:moveTo>
                  <a:cubicBezTo>
                    <a:pt x="1667" y="97"/>
                    <a:pt x="1984" y="165"/>
                    <a:pt x="2274" y="297"/>
                  </a:cubicBezTo>
                  <a:cubicBezTo>
                    <a:pt x="2586" y="442"/>
                    <a:pt x="2819" y="587"/>
                    <a:pt x="2960" y="733"/>
                  </a:cubicBezTo>
                  <a:cubicBezTo>
                    <a:pt x="2965" y="743"/>
                    <a:pt x="2975" y="748"/>
                    <a:pt x="2985" y="748"/>
                  </a:cubicBezTo>
                  <a:cubicBezTo>
                    <a:pt x="3494" y="847"/>
                    <a:pt x="3889" y="1247"/>
                    <a:pt x="3987" y="1755"/>
                  </a:cubicBezTo>
                  <a:cubicBezTo>
                    <a:pt x="3806" y="1605"/>
                    <a:pt x="3406" y="1324"/>
                    <a:pt x="2960" y="1324"/>
                  </a:cubicBezTo>
                  <a:cubicBezTo>
                    <a:pt x="2736" y="1340"/>
                    <a:pt x="2508" y="1371"/>
                    <a:pt x="2290" y="1423"/>
                  </a:cubicBezTo>
                  <a:cubicBezTo>
                    <a:pt x="1941" y="1495"/>
                    <a:pt x="1548" y="1574"/>
                    <a:pt x="1198" y="1574"/>
                  </a:cubicBezTo>
                  <a:cubicBezTo>
                    <a:pt x="866" y="1574"/>
                    <a:pt x="572" y="1503"/>
                    <a:pt x="390" y="1288"/>
                  </a:cubicBezTo>
                  <a:cubicBezTo>
                    <a:pt x="187" y="1044"/>
                    <a:pt x="104" y="836"/>
                    <a:pt x="151" y="655"/>
                  </a:cubicBezTo>
                  <a:cubicBezTo>
                    <a:pt x="198" y="478"/>
                    <a:pt x="374" y="333"/>
                    <a:pt x="675" y="219"/>
                  </a:cubicBezTo>
                  <a:cubicBezTo>
                    <a:pt x="888" y="137"/>
                    <a:pt x="1121" y="97"/>
                    <a:pt x="1359" y="97"/>
                  </a:cubicBezTo>
                  <a:close/>
                  <a:moveTo>
                    <a:pt x="1355" y="0"/>
                  </a:moveTo>
                  <a:cubicBezTo>
                    <a:pt x="1106" y="0"/>
                    <a:pt x="862" y="42"/>
                    <a:pt x="639" y="125"/>
                  </a:cubicBezTo>
                  <a:cubicBezTo>
                    <a:pt x="307" y="250"/>
                    <a:pt x="109" y="421"/>
                    <a:pt x="57" y="634"/>
                  </a:cubicBezTo>
                  <a:cubicBezTo>
                    <a:pt x="0" y="842"/>
                    <a:pt x="89" y="1080"/>
                    <a:pt x="317" y="1350"/>
                  </a:cubicBezTo>
                  <a:cubicBezTo>
                    <a:pt x="521" y="1593"/>
                    <a:pt x="841" y="1672"/>
                    <a:pt x="1198" y="1672"/>
                  </a:cubicBezTo>
                  <a:cubicBezTo>
                    <a:pt x="1558" y="1672"/>
                    <a:pt x="1956" y="1592"/>
                    <a:pt x="2311" y="1522"/>
                  </a:cubicBezTo>
                  <a:cubicBezTo>
                    <a:pt x="2523" y="1470"/>
                    <a:pt x="2741" y="1439"/>
                    <a:pt x="2960" y="1423"/>
                  </a:cubicBezTo>
                  <a:cubicBezTo>
                    <a:pt x="3515" y="1423"/>
                    <a:pt x="4019" y="1916"/>
                    <a:pt x="4024" y="1922"/>
                  </a:cubicBezTo>
                  <a:cubicBezTo>
                    <a:pt x="4029" y="1927"/>
                    <a:pt x="4045" y="1932"/>
                    <a:pt x="4055" y="1932"/>
                  </a:cubicBezTo>
                  <a:cubicBezTo>
                    <a:pt x="4065" y="1932"/>
                    <a:pt x="4071" y="1932"/>
                    <a:pt x="4076" y="1927"/>
                  </a:cubicBezTo>
                  <a:cubicBezTo>
                    <a:pt x="4097" y="1922"/>
                    <a:pt x="4107" y="1901"/>
                    <a:pt x="4107" y="1880"/>
                  </a:cubicBezTo>
                  <a:cubicBezTo>
                    <a:pt x="3982" y="883"/>
                    <a:pt x="3146" y="681"/>
                    <a:pt x="3017" y="655"/>
                  </a:cubicBezTo>
                  <a:cubicBezTo>
                    <a:pt x="2866" y="504"/>
                    <a:pt x="2632" y="354"/>
                    <a:pt x="2316" y="208"/>
                  </a:cubicBezTo>
                  <a:cubicBezTo>
                    <a:pt x="2011" y="70"/>
                    <a:pt x="1679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6">
              <a:extLst>
                <a:ext uri="{FF2B5EF4-FFF2-40B4-BE49-F238E27FC236}">
                  <a16:creationId xmlns:a16="http://schemas.microsoft.com/office/drawing/2014/main" id="{5D627374-93AB-38AE-C18F-E7657B8B8B7A}"/>
                </a:ext>
              </a:extLst>
            </p:cNvPr>
            <p:cNvSpPr/>
            <p:nvPr/>
          </p:nvSpPr>
          <p:spPr>
            <a:xfrm>
              <a:off x="1303825" y="2908275"/>
              <a:ext cx="46750" cy="6025"/>
            </a:xfrm>
            <a:custGeom>
              <a:avLst/>
              <a:gdLst/>
              <a:ahLst/>
              <a:cxnLst/>
              <a:rect l="l" t="t" r="r" b="b"/>
              <a:pathLst>
                <a:path w="1870" h="241" extrusionOk="0">
                  <a:moveTo>
                    <a:pt x="853" y="1"/>
                  </a:moveTo>
                  <a:cubicBezTo>
                    <a:pt x="225" y="1"/>
                    <a:pt x="1" y="240"/>
                    <a:pt x="1" y="240"/>
                  </a:cubicBezTo>
                  <a:lnTo>
                    <a:pt x="1870" y="162"/>
                  </a:lnTo>
                  <a:cubicBezTo>
                    <a:pt x="1451" y="43"/>
                    <a:pt x="1117" y="1"/>
                    <a:pt x="8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6">
              <a:extLst>
                <a:ext uri="{FF2B5EF4-FFF2-40B4-BE49-F238E27FC236}">
                  <a16:creationId xmlns:a16="http://schemas.microsoft.com/office/drawing/2014/main" id="{E64A11D7-6151-8554-AFB7-344FED737D9E}"/>
                </a:ext>
              </a:extLst>
            </p:cNvPr>
            <p:cNvSpPr/>
            <p:nvPr/>
          </p:nvSpPr>
          <p:spPr>
            <a:xfrm>
              <a:off x="1302925" y="2907050"/>
              <a:ext cx="47925" cy="8150"/>
            </a:xfrm>
            <a:custGeom>
              <a:avLst/>
              <a:gdLst/>
              <a:ahLst/>
              <a:cxnLst/>
              <a:rect l="l" t="t" r="r" b="b"/>
              <a:pathLst>
                <a:path w="1917" h="326" extrusionOk="0">
                  <a:moveTo>
                    <a:pt x="887" y="0"/>
                  </a:moveTo>
                  <a:cubicBezTo>
                    <a:pt x="251" y="0"/>
                    <a:pt x="15" y="244"/>
                    <a:pt x="1" y="258"/>
                  </a:cubicBezTo>
                  <a:lnTo>
                    <a:pt x="73" y="326"/>
                  </a:lnTo>
                  <a:cubicBezTo>
                    <a:pt x="77" y="322"/>
                    <a:pt x="296" y="100"/>
                    <a:pt x="895" y="100"/>
                  </a:cubicBezTo>
                  <a:cubicBezTo>
                    <a:pt x="1152" y="100"/>
                    <a:pt x="1480" y="141"/>
                    <a:pt x="1890" y="258"/>
                  </a:cubicBezTo>
                  <a:lnTo>
                    <a:pt x="1916" y="165"/>
                  </a:lnTo>
                  <a:cubicBezTo>
                    <a:pt x="1493" y="43"/>
                    <a:pt x="1155" y="0"/>
                    <a:pt x="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6">
              <a:extLst>
                <a:ext uri="{FF2B5EF4-FFF2-40B4-BE49-F238E27FC236}">
                  <a16:creationId xmlns:a16="http://schemas.microsoft.com/office/drawing/2014/main" id="{9FA4CA9D-DC97-B720-B155-F0AFAA07B63F}"/>
                </a:ext>
              </a:extLst>
            </p:cNvPr>
            <p:cNvSpPr/>
            <p:nvPr/>
          </p:nvSpPr>
          <p:spPr>
            <a:xfrm>
              <a:off x="1132000" y="2880975"/>
              <a:ext cx="75025" cy="45575"/>
            </a:xfrm>
            <a:custGeom>
              <a:avLst/>
              <a:gdLst/>
              <a:ahLst/>
              <a:cxnLst/>
              <a:rect l="l" t="t" r="r" b="b"/>
              <a:pathLst>
                <a:path w="3001" h="1823" extrusionOk="0">
                  <a:moveTo>
                    <a:pt x="2035" y="1"/>
                  </a:moveTo>
                  <a:cubicBezTo>
                    <a:pt x="1791" y="1"/>
                    <a:pt x="1651" y="92"/>
                    <a:pt x="1651" y="92"/>
                  </a:cubicBezTo>
                  <a:cubicBezTo>
                    <a:pt x="1562" y="77"/>
                    <a:pt x="1473" y="70"/>
                    <a:pt x="1383" y="70"/>
                  </a:cubicBezTo>
                  <a:cubicBezTo>
                    <a:pt x="1253" y="70"/>
                    <a:pt x="1123" y="85"/>
                    <a:pt x="997" y="112"/>
                  </a:cubicBezTo>
                  <a:cubicBezTo>
                    <a:pt x="592" y="190"/>
                    <a:pt x="260" y="450"/>
                    <a:pt x="145" y="839"/>
                  </a:cubicBezTo>
                  <a:cubicBezTo>
                    <a:pt x="0" y="1348"/>
                    <a:pt x="270" y="1654"/>
                    <a:pt x="810" y="1800"/>
                  </a:cubicBezTo>
                  <a:cubicBezTo>
                    <a:pt x="867" y="1815"/>
                    <a:pt x="922" y="1823"/>
                    <a:pt x="974" y="1823"/>
                  </a:cubicBezTo>
                  <a:cubicBezTo>
                    <a:pt x="1579" y="1823"/>
                    <a:pt x="1850" y="843"/>
                    <a:pt x="2108" y="585"/>
                  </a:cubicBezTo>
                  <a:cubicBezTo>
                    <a:pt x="2261" y="434"/>
                    <a:pt x="2513" y="400"/>
                    <a:pt x="2711" y="400"/>
                  </a:cubicBezTo>
                  <a:cubicBezTo>
                    <a:pt x="2875" y="400"/>
                    <a:pt x="3001" y="424"/>
                    <a:pt x="3001" y="424"/>
                  </a:cubicBezTo>
                  <a:cubicBezTo>
                    <a:pt x="2605" y="86"/>
                    <a:pt x="2271" y="1"/>
                    <a:pt x="20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6">
              <a:extLst>
                <a:ext uri="{FF2B5EF4-FFF2-40B4-BE49-F238E27FC236}">
                  <a16:creationId xmlns:a16="http://schemas.microsoft.com/office/drawing/2014/main" id="{475098DC-8E4B-1187-0E50-8B452B96D564}"/>
                </a:ext>
              </a:extLst>
            </p:cNvPr>
            <p:cNvSpPr/>
            <p:nvPr/>
          </p:nvSpPr>
          <p:spPr>
            <a:xfrm>
              <a:off x="1132900" y="2879750"/>
              <a:ext cx="75425" cy="48050"/>
            </a:xfrm>
            <a:custGeom>
              <a:avLst/>
              <a:gdLst/>
              <a:ahLst/>
              <a:cxnLst/>
              <a:rect l="l" t="t" r="r" b="b"/>
              <a:pathLst>
                <a:path w="3017" h="1922" extrusionOk="0">
                  <a:moveTo>
                    <a:pt x="1999" y="107"/>
                  </a:moveTo>
                  <a:cubicBezTo>
                    <a:pt x="2199" y="107"/>
                    <a:pt x="2473" y="171"/>
                    <a:pt x="2799" y="411"/>
                  </a:cubicBezTo>
                  <a:cubicBezTo>
                    <a:pt x="2760" y="408"/>
                    <a:pt x="2716" y="406"/>
                    <a:pt x="2669" y="406"/>
                  </a:cubicBezTo>
                  <a:cubicBezTo>
                    <a:pt x="2466" y="406"/>
                    <a:pt x="2205" y="443"/>
                    <a:pt x="2041" y="608"/>
                  </a:cubicBezTo>
                  <a:cubicBezTo>
                    <a:pt x="1937" y="727"/>
                    <a:pt x="1849" y="862"/>
                    <a:pt x="1781" y="1008"/>
                  </a:cubicBezTo>
                  <a:cubicBezTo>
                    <a:pt x="1577" y="1374"/>
                    <a:pt x="1327" y="1827"/>
                    <a:pt x="936" y="1827"/>
                  </a:cubicBezTo>
                  <a:cubicBezTo>
                    <a:pt x="889" y="1827"/>
                    <a:pt x="841" y="1821"/>
                    <a:pt x="790" y="1807"/>
                  </a:cubicBezTo>
                  <a:cubicBezTo>
                    <a:pt x="488" y="1724"/>
                    <a:pt x="286" y="1594"/>
                    <a:pt x="193" y="1423"/>
                  </a:cubicBezTo>
                  <a:cubicBezTo>
                    <a:pt x="109" y="1278"/>
                    <a:pt x="99" y="1106"/>
                    <a:pt x="161" y="904"/>
                  </a:cubicBezTo>
                  <a:cubicBezTo>
                    <a:pt x="260" y="546"/>
                    <a:pt x="566" y="286"/>
                    <a:pt x="971" y="208"/>
                  </a:cubicBezTo>
                  <a:cubicBezTo>
                    <a:pt x="1101" y="182"/>
                    <a:pt x="1231" y="172"/>
                    <a:pt x="1366" y="167"/>
                  </a:cubicBezTo>
                  <a:cubicBezTo>
                    <a:pt x="1444" y="167"/>
                    <a:pt x="1527" y="177"/>
                    <a:pt x="1605" y="198"/>
                  </a:cubicBezTo>
                  <a:cubicBezTo>
                    <a:pt x="1615" y="198"/>
                    <a:pt x="1631" y="198"/>
                    <a:pt x="1641" y="187"/>
                  </a:cubicBezTo>
                  <a:cubicBezTo>
                    <a:pt x="1644" y="187"/>
                    <a:pt x="1774" y="107"/>
                    <a:pt x="1999" y="107"/>
                  </a:cubicBezTo>
                  <a:close/>
                  <a:moveTo>
                    <a:pt x="1998" y="1"/>
                  </a:moveTo>
                  <a:cubicBezTo>
                    <a:pt x="1790" y="1"/>
                    <a:pt x="1652" y="65"/>
                    <a:pt x="1605" y="94"/>
                  </a:cubicBezTo>
                  <a:cubicBezTo>
                    <a:pt x="1516" y="79"/>
                    <a:pt x="1426" y="72"/>
                    <a:pt x="1337" y="72"/>
                  </a:cubicBezTo>
                  <a:cubicBezTo>
                    <a:pt x="1206" y="72"/>
                    <a:pt x="1077" y="87"/>
                    <a:pt x="951" y="115"/>
                  </a:cubicBezTo>
                  <a:cubicBezTo>
                    <a:pt x="509" y="198"/>
                    <a:pt x="177" y="488"/>
                    <a:pt x="68" y="878"/>
                  </a:cubicBezTo>
                  <a:cubicBezTo>
                    <a:pt x="0" y="1101"/>
                    <a:pt x="11" y="1303"/>
                    <a:pt x="104" y="1464"/>
                  </a:cubicBezTo>
                  <a:cubicBezTo>
                    <a:pt x="218" y="1662"/>
                    <a:pt x="437" y="1807"/>
                    <a:pt x="764" y="1895"/>
                  </a:cubicBezTo>
                  <a:cubicBezTo>
                    <a:pt x="821" y="1911"/>
                    <a:pt x="878" y="1921"/>
                    <a:pt x="940" y="1921"/>
                  </a:cubicBezTo>
                  <a:cubicBezTo>
                    <a:pt x="1387" y="1921"/>
                    <a:pt x="1662" y="1423"/>
                    <a:pt x="1869" y="1049"/>
                  </a:cubicBezTo>
                  <a:cubicBezTo>
                    <a:pt x="1932" y="914"/>
                    <a:pt x="2015" y="784"/>
                    <a:pt x="2108" y="670"/>
                  </a:cubicBezTo>
                  <a:cubicBezTo>
                    <a:pt x="2248" y="530"/>
                    <a:pt x="2489" y="499"/>
                    <a:pt x="2678" y="499"/>
                  </a:cubicBezTo>
                  <a:cubicBezTo>
                    <a:pt x="2832" y="499"/>
                    <a:pt x="2952" y="520"/>
                    <a:pt x="2955" y="520"/>
                  </a:cubicBezTo>
                  <a:cubicBezTo>
                    <a:pt x="2958" y="520"/>
                    <a:pt x="2962" y="521"/>
                    <a:pt x="2965" y="521"/>
                  </a:cubicBezTo>
                  <a:cubicBezTo>
                    <a:pt x="2982" y="521"/>
                    <a:pt x="2998" y="511"/>
                    <a:pt x="3006" y="494"/>
                  </a:cubicBezTo>
                  <a:cubicBezTo>
                    <a:pt x="3017" y="473"/>
                    <a:pt x="3012" y="452"/>
                    <a:pt x="2991" y="436"/>
                  </a:cubicBezTo>
                  <a:cubicBezTo>
                    <a:pt x="2586" y="91"/>
                    <a:pt x="2244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6">
              <a:extLst>
                <a:ext uri="{FF2B5EF4-FFF2-40B4-BE49-F238E27FC236}">
                  <a16:creationId xmlns:a16="http://schemas.microsoft.com/office/drawing/2014/main" id="{E4F484E3-6470-D380-60C1-10082A7406EF}"/>
                </a:ext>
              </a:extLst>
            </p:cNvPr>
            <p:cNvSpPr/>
            <p:nvPr/>
          </p:nvSpPr>
          <p:spPr>
            <a:xfrm>
              <a:off x="1147825" y="2882225"/>
              <a:ext cx="25850" cy="25200"/>
            </a:xfrm>
            <a:custGeom>
              <a:avLst/>
              <a:gdLst/>
              <a:ahLst/>
              <a:cxnLst/>
              <a:rect l="l" t="t" r="r" b="b"/>
              <a:pathLst>
                <a:path w="1034" h="1008" extrusionOk="0">
                  <a:moveTo>
                    <a:pt x="997" y="0"/>
                  </a:moveTo>
                  <a:cubicBezTo>
                    <a:pt x="0" y="405"/>
                    <a:pt x="120" y="981"/>
                    <a:pt x="125" y="1007"/>
                  </a:cubicBezTo>
                  <a:lnTo>
                    <a:pt x="219" y="986"/>
                  </a:lnTo>
                  <a:cubicBezTo>
                    <a:pt x="213" y="966"/>
                    <a:pt x="120" y="462"/>
                    <a:pt x="1034" y="88"/>
                  </a:cubicBezTo>
                  <a:lnTo>
                    <a:pt x="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6">
              <a:extLst>
                <a:ext uri="{FF2B5EF4-FFF2-40B4-BE49-F238E27FC236}">
                  <a16:creationId xmlns:a16="http://schemas.microsoft.com/office/drawing/2014/main" id="{76FB88DA-16DC-71D2-37F8-A0A233999CDE}"/>
                </a:ext>
              </a:extLst>
            </p:cNvPr>
            <p:cNvSpPr/>
            <p:nvPr/>
          </p:nvSpPr>
          <p:spPr>
            <a:xfrm>
              <a:off x="1115125" y="2922325"/>
              <a:ext cx="29750" cy="55575"/>
            </a:xfrm>
            <a:custGeom>
              <a:avLst/>
              <a:gdLst/>
              <a:ahLst/>
              <a:cxnLst/>
              <a:rect l="l" t="t" r="r" b="b"/>
              <a:pathLst>
                <a:path w="1190" h="2223" extrusionOk="0">
                  <a:moveTo>
                    <a:pt x="1132" y="0"/>
                  </a:moveTo>
                  <a:cubicBezTo>
                    <a:pt x="1122" y="11"/>
                    <a:pt x="0" y="826"/>
                    <a:pt x="795" y="2222"/>
                  </a:cubicBezTo>
                  <a:lnTo>
                    <a:pt x="883" y="2176"/>
                  </a:lnTo>
                  <a:cubicBezTo>
                    <a:pt x="130" y="857"/>
                    <a:pt x="1148" y="114"/>
                    <a:pt x="1189" y="83"/>
                  </a:cubicBezTo>
                  <a:lnTo>
                    <a:pt x="11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6">
              <a:extLst>
                <a:ext uri="{FF2B5EF4-FFF2-40B4-BE49-F238E27FC236}">
                  <a16:creationId xmlns:a16="http://schemas.microsoft.com/office/drawing/2014/main" id="{9EC6D91B-A963-EC7F-5C93-D915E0289400}"/>
                </a:ext>
              </a:extLst>
            </p:cNvPr>
            <p:cNvSpPr/>
            <p:nvPr/>
          </p:nvSpPr>
          <p:spPr>
            <a:xfrm>
              <a:off x="1007775" y="2898000"/>
              <a:ext cx="76350" cy="52750"/>
            </a:xfrm>
            <a:custGeom>
              <a:avLst/>
              <a:gdLst/>
              <a:ahLst/>
              <a:cxnLst/>
              <a:rect l="l" t="t" r="r" b="b"/>
              <a:pathLst>
                <a:path w="3054" h="2110" extrusionOk="0">
                  <a:moveTo>
                    <a:pt x="1660" y="1"/>
                  </a:moveTo>
                  <a:cubicBezTo>
                    <a:pt x="1523" y="1"/>
                    <a:pt x="1348" y="56"/>
                    <a:pt x="1127" y="194"/>
                  </a:cubicBezTo>
                  <a:cubicBezTo>
                    <a:pt x="1" y="895"/>
                    <a:pt x="608" y="2105"/>
                    <a:pt x="608" y="2105"/>
                  </a:cubicBezTo>
                  <a:cubicBezTo>
                    <a:pt x="608" y="2105"/>
                    <a:pt x="725" y="2109"/>
                    <a:pt x="905" y="2109"/>
                  </a:cubicBezTo>
                  <a:cubicBezTo>
                    <a:pt x="1560" y="2109"/>
                    <a:pt x="3054" y="2052"/>
                    <a:pt x="2809" y="1518"/>
                  </a:cubicBezTo>
                  <a:cubicBezTo>
                    <a:pt x="2552" y="970"/>
                    <a:pt x="2291" y="919"/>
                    <a:pt x="2203" y="919"/>
                  </a:cubicBezTo>
                  <a:cubicBezTo>
                    <a:pt x="2182" y="919"/>
                    <a:pt x="2171" y="921"/>
                    <a:pt x="2171" y="921"/>
                  </a:cubicBezTo>
                  <a:cubicBezTo>
                    <a:pt x="2171" y="921"/>
                    <a:pt x="2221" y="1"/>
                    <a:pt x="16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6">
              <a:extLst>
                <a:ext uri="{FF2B5EF4-FFF2-40B4-BE49-F238E27FC236}">
                  <a16:creationId xmlns:a16="http://schemas.microsoft.com/office/drawing/2014/main" id="{D0C1EB5F-831C-74E4-0119-B3A655A492D3}"/>
                </a:ext>
              </a:extLst>
            </p:cNvPr>
            <p:cNvSpPr/>
            <p:nvPr/>
          </p:nvSpPr>
          <p:spPr>
            <a:xfrm>
              <a:off x="1006750" y="2896775"/>
              <a:ext cx="73600" cy="55150"/>
            </a:xfrm>
            <a:custGeom>
              <a:avLst/>
              <a:gdLst/>
              <a:ahLst/>
              <a:cxnLst/>
              <a:rect l="l" t="t" r="r" b="b"/>
              <a:pathLst>
                <a:path w="2944" h="2206" extrusionOk="0">
                  <a:moveTo>
                    <a:pt x="1700" y="98"/>
                  </a:moveTo>
                  <a:cubicBezTo>
                    <a:pt x="1769" y="98"/>
                    <a:pt x="1831" y="114"/>
                    <a:pt x="1885" y="145"/>
                  </a:cubicBezTo>
                  <a:cubicBezTo>
                    <a:pt x="2191" y="327"/>
                    <a:pt x="2165" y="965"/>
                    <a:pt x="2165" y="970"/>
                  </a:cubicBezTo>
                  <a:cubicBezTo>
                    <a:pt x="2160" y="986"/>
                    <a:pt x="2170" y="1001"/>
                    <a:pt x="2181" y="1007"/>
                  </a:cubicBezTo>
                  <a:cubicBezTo>
                    <a:pt x="2188" y="1014"/>
                    <a:pt x="2199" y="1019"/>
                    <a:pt x="2210" y="1019"/>
                  </a:cubicBezTo>
                  <a:cubicBezTo>
                    <a:pt x="2214" y="1019"/>
                    <a:pt x="2218" y="1018"/>
                    <a:pt x="2222" y="1017"/>
                  </a:cubicBezTo>
                  <a:cubicBezTo>
                    <a:pt x="2223" y="1017"/>
                    <a:pt x="2229" y="1016"/>
                    <a:pt x="2241" y="1016"/>
                  </a:cubicBezTo>
                  <a:cubicBezTo>
                    <a:pt x="2310" y="1016"/>
                    <a:pt x="2560" y="1054"/>
                    <a:pt x="2809" y="1588"/>
                  </a:cubicBezTo>
                  <a:cubicBezTo>
                    <a:pt x="2840" y="1645"/>
                    <a:pt x="2835" y="1713"/>
                    <a:pt x="2804" y="1770"/>
                  </a:cubicBezTo>
                  <a:cubicBezTo>
                    <a:pt x="2618" y="2044"/>
                    <a:pt x="1605" y="2107"/>
                    <a:pt x="972" y="2107"/>
                  </a:cubicBezTo>
                  <a:cubicBezTo>
                    <a:pt x="861" y="2107"/>
                    <a:pt x="761" y="2105"/>
                    <a:pt x="680" y="2102"/>
                  </a:cubicBezTo>
                  <a:cubicBezTo>
                    <a:pt x="597" y="1926"/>
                    <a:pt x="197" y="908"/>
                    <a:pt x="1194" y="285"/>
                  </a:cubicBezTo>
                  <a:cubicBezTo>
                    <a:pt x="1391" y="160"/>
                    <a:pt x="1561" y="98"/>
                    <a:pt x="1700" y="98"/>
                  </a:cubicBezTo>
                  <a:close/>
                  <a:moveTo>
                    <a:pt x="1703" y="1"/>
                  </a:moveTo>
                  <a:cubicBezTo>
                    <a:pt x="1545" y="1"/>
                    <a:pt x="1357" y="68"/>
                    <a:pt x="1142" y="202"/>
                  </a:cubicBezTo>
                  <a:cubicBezTo>
                    <a:pt x="0" y="924"/>
                    <a:pt x="597" y="2159"/>
                    <a:pt x="608" y="2175"/>
                  </a:cubicBezTo>
                  <a:cubicBezTo>
                    <a:pt x="613" y="2190"/>
                    <a:pt x="628" y="2201"/>
                    <a:pt x="649" y="2201"/>
                  </a:cubicBezTo>
                  <a:cubicBezTo>
                    <a:pt x="665" y="2201"/>
                    <a:pt x="784" y="2206"/>
                    <a:pt x="955" y="2206"/>
                  </a:cubicBezTo>
                  <a:cubicBezTo>
                    <a:pt x="1516" y="2206"/>
                    <a:pt x="2653" y="2159"/>
                    <a:pt x="2882" y="1822"/>
                  </a:cubicBezTo>
                  <a:cubicBezTo>
                    <a:pt x="2939" y="1739"/>
                    <a:pt x="2944" y="1635"/>
                    <a:pt x="2892" y="1547"/>
                  </a:cubicBezTo>
                  <a:cubicBezTo>
                    <a:pt x="2643" y="1012"/>
                    <a:pt x="2378" y="929"/>
                    <a:pt x="2264" y="924"/>
                  </a:cubicBezTo>
                  <a:cubicBezTo>
                    <a:pt x="2264" y="752"/>
                    <a:pt x="2243" y="243"/>
                    <a:pt x="1937" y="62"/>
                  </a:cubicBezTo>
                  <a:cubicBezTo>
                    <a:pt x="1868" y="21"/>
                    <a:pt x="1790" y="1"/>
                    <a:pt x="1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6">
              <a:extLst>
                <a:ext uri="{FF2B5EF4-FFF2-40B4-BE49-F238E27FC236}">
                  <a16:creationId xmlns:a16="http://schemas.microsoft.com/office/drawing/2014/main" id="{840BC872-263A-DB41-EE29-C3244C66A5EF}"/>
                </a:ext>
              </a:extLst>
            </p:cNvPr>
            <p:cNvSpPr/>
            <p:nvPr/>
          </p:nvSpPr>
          <p:spPr>
            <a:xfrm>
              <a:off x="1030500" y="2919725"/>
              <a:ext cx="31675" cy="18850"/>
            </a:xfrm>
            <a:custGeom>
              <a:avLst/>
              <a:gdLst/>
              <a:ahLst/>
              <a:cxnLst/>
              <a:rect l="l" t="t" r="r" b="b"/>
              <a:pathLst>
                <a:path w="1267" h="754" extrusionOk="0">
                  <a:moveTo>
                    <a:pt x="1257" y="0"/>
                  </a:moveTo>
                  <a:cubicBezTo>
                    <a:pt x="504" y="94"/>
                    <a:pt x="21" y="665"/>
                    <a:pt x="0" y="691"/>
                  </a:cubicBezTo>
                  <a:lnTo>
                    <a:pt x="73" y="753"/>
                  </a:lnTo>
                  <a:cubicBezTo>
                    <a:pt x="78" y="748"/>
                    <a:pt x="556" y="193"/>
                    <a:pt x="1267" y="99"/>
                  </a:cubicBezTo>
                  <a:lnTo>
                    <a:pt x="12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6">
              <a:extLst>
                <a:ext uri="{FF2B5EF4-FFF2-40B4-BE49-F238E27FC236}">
                  <a16:creationId xmlns:a16="http://schemas.microsoft.com/office/drawing/2014/main" id="{A21DE23B-A3DE-9881-1210-87336399EACA}"/>
                </a:ext>
              </a:extLst>
            </p:cNvPr>
            <p:cNvSpPr/>
            <p:nvPr/>
          </p:nvSpPr>
          <p:spPr>
            <a:xfrm>
              <a:off x="1107200" y="2914925"/>
              <a:ext cx="23000" cy="41425"/>
            </a:xfrm>
            <a:custGeom>
              <a:avLst/>
              <a:gdLst/>
              <a:ahLst/>
              <a:cxnLst/>
              <a:rect l="l" t="t" r="r" b="b"/>
              <a:pathLst>
                <a:path w="920" h="1657" extrusionOk="0">
                  <a:moveTo>
                    <a:pt x="42" y="0"/>
                  </a:moveTo>
                  <a:lnTo>
                    <a:pt x="0" y="89"/>
                  </a:lnTo>
                  <a:cubicBezTo>
                    <a:pt x="774" y="447"/>
                    <a:pt x="826" y="1641"/>
                    <a:pt x="826" y="1656"/>
                  </a:cubicBezTo>
                  <a:lnTo>
                    <a:pt x="919" y="1651"/>
                  </a:lnTo>
                  <a:cubicBezTo>
                    <a:pt x="919" y="1599"/>
                    <a:pt x="867" y="385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6">
              <a:extLst>
                <a:ext uri="{FF2B5EF4-FFF2-40B4-BE49-F238E27FC236}">
                  <a16:creationId xmlns:a16="http://schemas.microsoft.com/office/drawing/2014/main" id="{8AF2D7A8-9DA7-F1CF-AF33-E7C93C3904A9}"/>
                </a:ext>
              </a:extLst>
            </p:cNvPr>
            <p:cNvSpPr/>
            <p:nvPr/>
          </p:nvSpPr>
          <p:spPr>
            <a:xfrm>
              <a:off x="1037625" y="2892150"/>
              <a:ext cx="109325" cy="60175"/>
            </a:xfrm>
            <a:custGeom>
              <a:avLst/>
              <a:gdLst/>
              <a:ahLst/>
              <a:cxnLst/>
              <a:rect l="l" t="t" r="r" b="b"/>
              <a:pathLst>
                <a:path w="4373" h="2407" extrusionOk="0">
                  <a:moveTo>
                    <a:pt x="1474" y="1"/>
                  </a:moveTo>
                  <a:cubicBezTo>
                    <a:pt x="1253" y="1"/>
                    <a:pt x="1015" y="117"/>
                    <a:pt x="785" y="444"/>
                  </a:cubicBezTo>
                  <a:cubicBezTo>
                    <a:pt x="1" y="1555"/>
                    <a:pt x="1486" y="2407"/>
                    <a:pt x="1486" y="2407"/>
                  </a:cubicBezTo>
                  <a:cubicBezTo>
                    <a:pt x="1486" y="2407"/>
                    <a:pt x="4372" y="1441"/>
                    <a:pt x="3567" y="953"/>
                  </a:cubicBezTo>
                  <a:cubicBezTo>
                    <a:pt x="3130" y="689"/>
                    <a:pt x="2838" y="629"/>
                    <a:pt x="2662" y="629"/>
                  </a:cubicBezTo>
                  <a:cubicBezTo>
                    <a:pt x="2512" y="629"/>
                    <a:pt x="2446" y="673"/>
                    <a:pt x="2446" y="673"/>
                  </a:cubicBezTo>
                  <a:cubicBezTo>
                    <a:pt x="2446" y="673"/>
                    <a:pt x="2008" y="1"/>
                    <a:pt x="14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6">
              <a:extLst>
                <a:ext uri="{FF2B5EF4-FFF2-40B4-BE49-F238E27FC236}">
                  <a16:creationId xmlns:a16="http://schemas.microsoft.com/office/drawing/2014/main" id="{97FA1A44-E0FD-7BAA-B1D2-325EC06765C5}"/>
                </a:ext>
              </a:extLst>
            </p:cNvPr>
            <p:cNvSpPr/>
            <p:nvPr/>
          </p:nvSpPr>
          <p:spPr>
            <a:xfrm>
              <a:off x="1049300" y="2891025"/>
              <a:ext cx="82450" cy="62525"/>
            </a:xfrm>
            <a:custGeom>
              <a:avLst/>
              <a:gdLst/>
              <a:ahLst/>
              <a:cxnLst/>
              <a:rect l="l" t="t" r="r" b="b"/>
              <a:pathLst>
                <a:path w="3298" h="2501" extrusionOk="0">
                  <a:moveTo>
                    <a:pt x="1019" y="95"/>
                  </a:moveTo>
                  <a:cubicBezTo>
                    <a:pt x="1517" y="105"/>
                    <a:pt x="1937" y="738"/>
                    <a:pt x="1943" y="743"/>
                  </a:cubicBezTo>
                  <a:cubicBezTo>
                    <a:pt x="1953" y="757"/>
                    <a:pt x="1968" y="764"/>
                    <a:pt x="1983" y="764"/>
                  </a:cubicBezTo>
                  <a:cubicBezTo>
                    <a:pt x="1991" y="764"/>
                    <a:pt x="1998" y="762"/>
                    <a:pt x="2005" y="759"/>
                  </a:cubicBezTo>
                  <a:cubicBezTo>
                    <a:pt x="2007" y="757"/>
                    <a:pt x="2066" y="722"/>
                    <a:pt x="2196" y="722"/>
                  </a:cubicBezTo>
                  <a:cubicBezTo>
                    <a:pt x="2362" y="722"/>
                    <a:pt x="2645" y="780"/>
                    <a:pt x="3074" y="1039"/>
                  </a:cubicBezTo>
                  <a:cubicBezTo>
                    <a:pt x="3158" y="1091"/>
                    <a:pt x="3199" y="1148"/>
                    <a:pt x="3194" y="1211"/>
                  </a:cubicBezTo>
                  <a:cubicBezTo>
                    <a:pt x="3147" y="1600"/>
                    <a:pt x="1631" y="2192"/>
                    <a:pt x="1024" y="2400"/>
                  </a:cubicBezTo>
                  <a:cubicBezTo>
                    <a:pt x="910" y="2327"/>
                    <a:pt x="287" y="1917"/>
                    <a:pt x="162" y="1346"/>
                  </a:cubicBezTo>
                  <a:cubicBezTo>
                    <a:pt x="100" y="1065"/>
                    <a:pt x="162" y="795"/>
                    <a:pt x="359" y="515"/>
                  </a:cubicBezTo>
                  <a:cubicBezTo>
                    <a:pt x="551" y="235"/>
                    <a:pt x="775" y="95"/>
                    <a:pt x="1008" y="95"/>
                  </a:cubicBezTo>
                  <a:close/>
                  <a:moveTo>
                    <a:pt x="993" y="1"/>
                  </a:moveTo>
                  <a:cubicBezTo>
                    <a:pt x="733" y="1"/>
                    <a:pt x="492" y="156"/>
                    <a:pt x="276" y="458"/>
                  </a:cubicBezTo>
                  <a:cubicBezTo>
                    <a:pt x="68" y="754"/>
                    <a:pt x="1" y="1060"/>
                    <a:pt x="63" y="1366"/>
                  </a:cubicBezTo>
                  <a:cubicBezTo>
                    <a:pt x="214" y="2041"/>
                    <a:pt x="961" y="2477"/>
                    <a:pt x="993" y="2493"/>
                  </a:cubicBezTo>
                  <a:cubicBezTo>
                    <a:pt x="998" y="2498"/>
                    <a:pt x="1008" y="2498"/>
                    <a:pt x="1019" y="2498"/>
                  </a:cubicBezTo>
                  <a:cubicBezTo>
                    <a:pt x="1020" y="2500"/>
                    <a:pt x="1022" y="2501"/>
                    <a:pt x="1024" y="2501"/>
                  </a:cubicBezTo>
                  <a:cubicBezTo>
                    <a:pt x="1027" y="2501"/>
                    <a:pt x="1031" y="2498"/>
                    <a:pt x="1034" y="2498"/>
                  </a:cubicBezTo>
                  <a:cubicBezTo>
                    <a:pt x="1257" y="2426"/>
                    <a:pt x="3230" y="1751"/>
                    <a:pt x="3287" y="1226"/>
                  </a:cubicBezTo>
                  <a:cubicBezTo>
                    <a:pt x="3298" y="1122"/>
                    <a:pt x="3246" y="1029"/>
                    <a:pt x="3121" y="956"/>
                  </a:cubicBezTo>
                  <a:cubicBezTo>
                    <a:pt x="2677" y="689"/>
                    <a:pt x="2376" y="626"/>
                    <a:pt x="2190" y="626"/>
                  </a:cubicBezTo>
                  <a:cubicBezTo>
                    <a:pt x="2098" y="626"/>
                    <a:pt x="2034" y="641"/>
                    <a:pt x="1995" y="655"/>
                  </a:cubicBezTo>
                  <a:cubicBezTo>
                    <a:pt x="1896" y="520"/>
                    <a:pt x="1501" y="6"/>
                    <a:pt x="1019" y="1"/>
                  </a:cubicBezTo>
                  <a:cubicBezTo>
                    <a:pt x="1010" y="1"/>
                    <a:pt x="1002" y="1"/>
                    <a:pt x="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6">
              <a:extLst>
                <a:ext uri="{FF2B5EF4-FFF2-40B4-BE49-F238E27FC236}">
                  <a16:creationId xmlns:a16="http://schemas.microsoft.com/office/drawing/2014/main" id="{34BB72BA-F74C-F946-C288-E41A8D01637F}"/>
                </a:ext>
              </a:extLst>
            </p:cNvPr>
            <p:cNvSpPr/>
            <p:nvPr/>
          </p:nvSpPr>
          <p:spPr>
            <a:xfrm>
              <a:off x="1074500" y="2907775"/>
              <a:ext cx="24800" cy="29500"/>
            </a:xfrm>
            <a:custGeom>
              <a:avLst/>
              <a:gdLst/>
              <a:ahLst/>
              <a:cxnLst/>
              <a:rect l="l" t="t" r="r" b="b"/>
              <a:pathLst>
                <a:path w="992" h="1180" extrusionOk="0">
                  <a:moveTo>
                    <a:pt x="950" y="1"/>
                  </a:moveTo>
                  <a:cubicBezTo>
                    <a:pt x="483" y="234"/>
                    <a:pt x="135" y="655"/>
                    <a:pt x="0" y="1164"/>
                  </a:cubicBezTo>
                  <a:lnTo>
                    <a:pt x="99" y="1179"/>
                  </a:lnTo>
                  <a:cubicBezTo>
                    <a:pt x="229" y="707"/>
                    <a:pt x="556" y="312"/>
                    <a:pt x="992" y="89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6">
              <a:extLst>
                <a:ext uri="{FF2B5EF4-FFF2-40B4-BE49-F238E27FC236}">
                  <a16:creationId xmlns:a16="http://schemas.microsoft.com/office/drawing/2014/main" id="{DA4FC4BA-D8FF-E9BE-34F9-AE13364E8B06}"/>
                </a:ext>
              </a:extLst>
            </p:cNvPr>
            <p:cNvSpPr/>
            <p:nvPr/>
          </p:nvSpPr>
          <p:spPr>
            <a:xfrm>
              <a:off x="1172625" y="2586425"/>
              <a:ext cx="88400" cy="248175"/>
            </a:xfrm>
            <a:custGeom>
              <a:avLst/>
              <a:gdLst/>
              <a:ahLst/>
              <a:cxnLst/>
              <a:rect l="l" t="t" r="r" b="b"/>
              <a:pathLst>
                <a:path w="3536" h="9927" extrusionOk="0">
                  <a:moveTo>
                    <a:pt x="88" y="0"/>
                  </a:moveTo>
                  <a:lnTo>
                    <a:pt x="0" y="31"/>
                  </a:lnTo>
                  <a:lnTo>
                    <a:pt x="3442" y="9927"/>
                  </a:lnTo>
                  <a:lnTo>
                    <a:pt x="3536" y="9896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6">
              <a:extLst>
                <a:ext uri="{FF2B5EF4-FFF2-40B4-BE49-F238E27FC236}">
                  <a16:creationId xmlns:a16="http://schemas.microsoft.com/office/drawing/2014/main" id="{AB77EEC1-F85B-5FD9-7411-5DE536CB509F}"/>
                </a:ext>
              </a:extLst>
            </p:cNvPr>
            <p:cNvSpPr/>
            <p:nvPr/>
          </p:nvSpPr>
          <p:spPr>
            <a:xfrm>
              <a:off x="1258800" y="2833675"/>
              <a:ext cx="72575" cy="203150"/>
            </a:xfrm>
            <a:custGeom>
              <a:avLst/>
              <a:gdLst/>
              <a:ahLst/>
              <a:cxnLst/>
              <a:rect l="l" t="t" r="r" b="b"/>
              <a:pathLst>
                <a:path w="2903" h="8126" extrusionOk="0">
                  <a:moveTo>
                    <a:pt x="89" y="0"/>
                  </a:moveTo>
                  <a:lnTo>
                    <a:pt x="0" y="31"/>
                  </a:lnTo>
                  <a:lnTo>
                    <a:pt x="2710" y="7819"/>
                  </a:lnTo>
                  <a:lnTo>
                    <a:pt x="789" y="5389"/>
                  </a:lnTo>
                  <a:lnTo>
                    <a:pt x="712" y="5452"/>
                  </a:lnTo>
                  <a:lnTo>
                    <a:pt x="2809" y="8105"/>
                  </a:lnTo>
                  <a:cubicBezTo>
                    <a:pt x="2819" y="8115"/>
                    <a:pt x="2835" y="8125"/>
                    <a:pt x="2851" y="8125"/>
                  </a:cubicBezTo>
                  <a:cubicBezTo>
                    <a:pt x="2856" y="8125"/>
                    <a:pt x="2866" y="8120"/>
                    <a:pt x="2871" y="8115"/>
                  </a:cubicBezTo>
                  <a:cubicBezTo>
                    <a:pt x="2892" y="8105"/>
                    <a:pt x="2903" y="8079"/>
                    <a:pt x="2897" y="8058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6">
              <a:extLst>
                <a:ext uri="{FF2B5EF4-FFF2-40B4-BE49-F238E27FC236}">
                  <a16:creationId xmlns:a16="http://schemas.microsoft.com/office/drawing/2014/main" id="{8C58B10A-0674-D008-C85B-348E39B4F7AB}"/>
                </a:ext>
              </a:extLst>
            </p:cNvPr>
            <p:cNvSpPr/>
            <p:nvPr/>
          </p:nvSpPr>
          <p:spPr>
            <a:xfrm>
              <a:off x="1146650" y="2547425"/>
              <a:ext cx="47400" cy="40450"/>
            </a:xfrm>
            <a:custGeom>
              <a:avLst/>
              <a:gdLst/>
              <a:ahLst/>
              <a:cxnLst/>
              <a:rect l="l" t="t" r="r" b="b"/>
              <a:pathLst>
                <a:path w="1896" h="1618" extrusionOk="0">
                  <a:moveTo>
                    <a:pt x="1079" y="101"/>
                  </a:moveTo>
                  <a:cubicBezTo>
                    <a:pt x="1082" y="101"/>
                    <a:pt x="1084" y="101"/>
                    <a:pt x="1086" y="101"/>
                  </a:cubicBezTo>
                  <a:cubicBezTo>
                    <a:pt x="1475" y="101"/>
                    <a:pt x="1792" y="418"/>
                    <a:pt x="1797" y="813"/>
                  </a:cubicBezTo>
                  <a:cubicBezTo>
                    <a:pt x="1797" y="1241"/>
                    <a:pt x="1445" y="1527"/>
                    <a:pt x="1077" y="1527"/>
                  </a:cubicBezTo>
                  <a:cubicBezTo>
                    <a:pt x="902" y="1527"/>
                    <a:pt x="723" y="1462"/>
                    <a:pt x="577" y="1316"/>
                  </a:cubicBezTo>
                  <a:cubicBezTo>
                    <a:pt x="127" y="871"/>
                    <a:pt x="445" y="101"/>
                    <a:pt x="1079" y="101"/>
                  </a:cubicBezTo>
                  <a:close/>
                  <a:moveTo>
                    <a:pt x="1080" y="1"/>
                  </a:moveTo>
                  <a:cubicBezTo>
                    <a:pt x="882" y="1"/>
                    <a:pt x="680" y="75"/>
                    <a:pt x="515" y="242"/>
                  </a:cubicBezTo>
                  <a:cubicBezTo>
                    <a:pt x="1" y="750"/>
                    <a:pt x="364" y="1617"/>
                    <a:pt x="1086" y="1617"/>
                  </a:cubicBezTo>
                  <a:cubicBezTo>
                    <a:pt x="1532" y="1617"/>
                    <a:pt x="1891" y="1259"/>
                    <a:pt x="1896" y="813"/>
                  </a:cubicBezTo>
                  <a:cubicBezTo>
                    <a:pt x="1892" y="325"/>
                    <a:pt x="1495" y="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6">
              <a:extLst>
                <a:ext uri="{FF2B5EF4-FFF2-40B4-BE49-F238E27FC236}">
                  <a16:creationId xmlns:a16="http://schemas.microsoft.com/office/drawing/2014/main" id="{516D68B9-9BCC-604E-9530-816AE3E7E3BA}"/>
                </a:ext>
              </a:extLst>
            </p:cNvPr>
            <p:cNvSpPr/>
            <p:nvPr/>
          </p:nvSpPr>
          <p:spPr>
            <a:xfrm>
              <a:off x="1172625" y="2233375"/>
              <a:ext cx="2350" cy="315300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66">
              <a:extLst>
                <a:ext uri="{FF2B5EF4-FFF2-40B4-BE49-F238E27FC236}">
                  <a16:creationId xmlns:a16="http://schemas.microsoft.com/office/drawing/2014/main" id="{EA96C31D-1E18-0844-1ECC-F250B00657F1}"/>
                </a:ext>
              </a:extLst>
            </p:cNvPr>
            <p:cNvSpPr/>
            <p:nvPr/>
          </p:nvSpPr>
          <p:spPr>
            <a:xfrm>
              <a:off x="1027250" y="3022125"/>
              <a:ext cx="302825" cy="158775"/>
            </a:xfrm>
            <a:custGeom>
              <a:avLst/>
              <a:gdLst/>
              <a:ahLst/>
              <a:cxnLst/>
              <a:rect l="l" t="t" r="r" b="b"/>
              <a:pathLst>
                <a:path w="12113" h="6351" extrusionOk="0">
                  <a:moveTo>
                    <a:pt x="6059" y="1"/>
                  </a:moveTo>
                  <a:cubicBezTo>
                    <a:pt x="2716" y="1"/>
                    <a:pt x="6" y="239"/>
                    <a:pt x="6" y="535"/>
                  </a:cubicBezTo>
                  <a:cubicBezTo>
                    <a:pt x="11" y="541"/>
                    <a:pt x="11" y="546"/>
                    <a:pt x="11" y="551"/>
                  </a:cubicBezTo>
                  <a:lnTo>
                    <a:pt x="0" y="551"/>
                  </a:lnTo>
                  <a:lnTo>
                    <a:pt x="1786" y="5878"/>
                  </a:lnTo>
                  <a:cubicBezTo>
                    <a:pt x="1786" y="6137"/>
                    <a:pt x="3687" y="6350"/>
                    <a:pt x="6028" y="6350"/>
                  </a:cubicBezTo>
                  <a:cubicBezTo>
                    <a:pt x="8369" y="6350"/>
                    <a:pt x="10270" y="6137"/>
                    <a:pt x="10270" y="5878"/>
                  </a:cubicBezTo>
                  <a:lnTo>
                    <a:pt x="12035" y="624"/>
                  </a:lnTo>
                  <a:cubicBezTo>
                    <a:pt x="12081" y="598"/>
                    <a:pt x="12113" y="567"/>
                    <a:pt x="12113" y="535"/>
                  </a:cubicBezTo>
                  <a:cubicBezTo>
                    <a:pt x="12113" y="239"/>
                    <a:pt x="9403" y="1"/>
                    <a:pt x="6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6">
              <a:extLst>
                <a:ext uri="{FF2B5EF4-FFF2-40B4-BE49-F238E27FC236}">
                  <a16:creationId xmlns:a16="http://schemas.microsoft.com/office/drawing/2014/main" id="{04F96E59-CBE3-A9F6-C847-C39595D304D4}"/>
                </a:ext>
              </a:extLst>
            </p:cNvPr>
            <p:cNvSpPr/>
            <p:nvPr/>
          </p:nvSpPr>
          <p:spPr>
            <a:xfrm>
              <a:off x="1025950" y="3020825"/>
              <a:ext cx="305300" cy="161225"/>
            </a:xfrm>
            <a:custGeom>
              <a:avLst/>
              <a:gdLst/>
              <a:ahLst/>
              <a:cxnLst/>
              <a:rect l="l" t="t" r="r" b="b"/>
              <a:pathLst>
                <a:path w="12212" h="6449" extrusionOk="0">
                  <a:moveTo>
                    <a:pt x="6106" y="99"/>
                  </a:moveTo>
                  <a:cubicBezTo>
                    <a:pt x="7721" y="99"/>
                    <a:pt x="9242" y="156"/>
                    <a:pt x="10384" y="255"/>
                  </a:cubicBezTo>
                  <a:cubicBezTo>
                    <a:pt x="12092" y="411"/>
                    <a:pt x="12113" y="587"/>
                    <a:pt x="12113" y="587"/>
                  </a:cubicBezTo>
                  <a:cubicBezTo>
                    <a:pt x="12113" y="587"/>
                    <a:pt x="12107" y="603"/>
                    <a:pt x="12056" y="634"/>
                  </a:cubicBezTo>
                  <a:cubicBezTo>
                    <a:pt x="12045" y="639"/>
                    <a:pt x="12040" y="650"/>
                    <a:pt x="12035" y="660"/>
                  </a:cubicBezTo>
                  <a:lnTo>
                    <a:pt x="10275" y="5914"/>
                  </a:lnTo>
                  <a:cubicBezTo>
                    <a:pt x="10270" y="5919"/>
                    <a:pt x="10270" y="5924"/>
                    <a:pt x="10275" y="5930"/>
                  </a:cubicBezTo>
                  <a:cubicBezTo>
                    <a:pt x="10275" y="6080"/>
                    <a:pt x="8873" y="6350"/>
                    <a:pt x="6080" y="6350"/>
                  </a:cubicBezTo>
                  <a:cubicBezTo>
                    <a:pt x="3287" y="6350"/>
                    <a:pt x="1885" y="6080"/>
                    <a:pt x="1885" y="5930"/>
                  </a:cubicBezTo>
                  <a:cubicBezTo>
                    <a:pt x="1890" y="5924"/>
                    <a:pt x="1890" y="5919"/>
                    <a:pt x="1885" y="5914"/>
                  </a:cubicBezTo>
                  <a:lnTo>
                    <a:pt x="110" y="613"/>
                  </a:lnTo>
                  <a:lnTo>
                    <a:pt x="110" y="619"/>
                  </a:lnTo>
                  <a:cubicBezTo>
                    <a:pt x="110" y="608"/>
                    <a:pt x="110" y="598"/>
                    <a:pt x="104" y="587"/>
                  </a:cubicBezTo>
                  <a:cubicBezTo>
                    <a:pt x="104" y="587"/>
                    <a:pt x="104" y="582"/>
                    <a:pt x="104" y="582"/>
                  </a:cubicBezTo>
                  <a:cubicBezTo>
                    <a:pt x="115" y="561"/>
                    <a:pt x="250" y="395"/>
                    <a:pt x="1833" y="255"/>
                  </a:cubicBezTo>
                  <a:cubicBezTo>
                    <a:pt x="2975" y="156"/>
                    <a:pt x="4491" y="99"/>
                    <a:pt x="6106" y="99"/>
                  </a:cubicBezTo>
                  <a:close/>
                  <a:moveTo>
                    <a:pt x="6111" y="1"/>
                  </a:moveTo>
                  <a:cubicBezTo>
                    <a:pt x="4491" y="1"/>
                    <a:pt x="2975" y="58"/>
                    <a:pt x="1828" y="162"/>
                  </a:cubicBezTo>
                  <a:cubicBezTo>
                    <a:pt x="115" y="312"/>
                    <a:pt x="16" y="494"/>
                    <a:pt x="11" y="572"/>
                  </a:cubicBezTo>
                  <a:cubicBezTo>
                    <a:pt x="6" y="587"/>
                    <a:pt x="0" y="603"/>
                    <a:pt x="6" y="613"/>
                  </a:cubicBezTo>
                  <a:lnTo>
                    <a:pt x="1792" y="5935"/>
                  </a:lnTo>
                  <a:cubicBezTo>
                    <a:pt x="1833" y="6314"/>
                    <a:pt x="4372" y="6449"/>
                    <a:pt x="6080" y="6449"/>
                  </a:cubicBezTo>
                  <a:cubicBezTo>
                    <a:pt x="7793" y="6449"/>
                    <a:pt x="10327" y="6314"/>
                    <a:pt x="10373" y="5935"/>
                  </a:cubicBezTo>
                  <a:lnTo>
                    <a:pt x="12123" y="707"/>
                  </a:lnTo>
                  <a:cubicBezTo>
                    <a:pt x="12170" y="686"/>
                    <a:pt x="12206" y="639"/>
                    <a:pt x="12211" y="587"/>
                  </a:cubicBezTo>
                  <a:cubicBezTo>
                    <a:pt x="12211" y="515"/>
                    <a:pt x="12211" y="323"/>
                    <a:pt x="10394" y="162"/>
                  </a:cubicBezTo>
                  <a:cubicBezTo>
                    <a:pt x="9252" y="58"/>
                    <a:pt x="7731" y="1"/>
                    <a:pt x="6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6">
              <a:extLst>
                <a:ext uri="{FF2B5EF4-FFF2-40B4-BE49-F238E27FC236}">
                  <a16:creationId xmlns:a16="http://schemas.microsoft.com/office/drawing/2014/main" id="{DB963094-8B85-F90E-D38E-B7E777266AC9}"/>
                </a:ext>
              </a:extLst>
            </p:cNvPr>
            <p:cNvSpPr/>
            <p:nvPr/>
          </p:nvSpPr>
          <p:spPr>
            <a:xfrm>
              <a:off x="1008950" y="3022125"/>
              <a:ext cx="339425" cy="62475"/>
            </a:xfrm>
            <a:custGeom>
              <a:avLst/>
              <a:gdLst/>
              <a:ahLst/>
              <a:cxnLst/>
              <a:rect l="l" t="t" r="r" b="b"/>
              <a:pathLst>
                <a:path w="13577" h="2499" extrusionOk="0">
                  <a:moveTo>
                    <a:pt x="6791" y="1"/>
                  </a:moveTo>
                  <a:cubicBezTo>
                    <a:pt x="3048" y="1"/>
                    <a:pt x="6" y="271"/>
                    <a:pt x="6" y="603"/>
                  </a:cubicBezTo>
                  <a:cubicBezTo>
                    <a:pt x="6" y="608"/>
                    <a:pt x="11" y="608"/>
                    <a:pt x="11" y="613"/>
                  </a:cubicBezTo>
                  <a:lnTo>
                    <a:pt x="0" y="613"/>
                  </a:lnTo>
                  <a:lnTo>
                    <a:pt x="431" y="1890"/>
                  </a:lnTo>
                  <a:cubicBezTo>
                    <a:pt x="551" y="2258"/>
                    <a:pt x="889" y="2498"/>
                    <a:pt x="1266" y="2498"/>
                  </a:cubicBezTo>
                  <a:cubicBezTo>
                    <a:pt x="1299" y="2498"/>
                    <a:pt x="1332" y="2496"/>
                    <a:pt x="1366" y="2493"/>
                  </a:cubicBezTo>
                  <a:cubicBezTo>
                    <a:pt x="2607" y="2342"/>
                    <a:pt x="4574" y="2249"/>
                    <a:pt x="6791" y="2249"/>
                  </a:cubicBezTo>
                  <a:cubicBezTo>
                    <a:pt x="8977" y="2249"/>
                    <a:pt x="10913" y="2342"/>
                    <a:pt x="12154" y="2482"/>
                  </a:cubicBezTo>
                  <a:cubicBezTo>
                    <a:pt x="12188" y="2486"/>
                    <a:pt x="12221" y="2488"/>
                    <a:pt x="12254" y="2488"/>
                  </a:cubicBezTo>
                  <a:cubicBezTo>
                    <a:pt x="12631" y="2488"/>
                    <a:pt x="12969" y="2248"/>
                    <a:pt x="13089" y="1885"/>
                  </a:cubicBezTo>
                  <a:lnTo>
                    <a:pt x="13488" y="696"/>
                  </a:lnTo>
                  <a:cubicBezTo>
                    <a:pt x="13545" y="665"/>
                    <a:pt x="13577" y="634"/>
                    <a:pt x="13577" y="603"/>
                  </a:cubicBezTo>
                  <a:cubicBezTo>
                    <a:pt x="13577" y="271"/>
                    <a:pt x="10539" y="1"/>
                    <a:pt x="6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66">
              <a:extLst>
                <a:ext uri="{FF2B5EF4-FFF2-40B4-BE49-F238E27FC236}">
                  <a16:creationId xmlns:a16="http://schemas.microsoft.com/office/drawing/2014/main" id="{96325CD0-605D-B068-BFBB-D06F7FEAFA0C}"/>
                </a:ext>
              </a:extLst>
            </p:cNvPr>
            <p:cNvSpPr/>
            <p:nvPr/>
          </p:nvSpPr>
          <p:spPr>
            <a:xfrm>
              <a:off x="1007650" y="3020825"/>
              <a:ext cx="342025" cy="64925"/>
            </a:xfrm>
            <a:custGeom>
              <a:avLst/>
              <a:gdLst/>
              <a:ahLst/>
              <a:cxnLst/>
              <a:rect l="l" t="t" r="r" b="b"/>
              <a:pathLst>
                <a:path w="13681" h="2597" extrusionOk="0">
                  <a:moveTo>
                    <a:pt x="6843" y="99"/>
                  </a:moveTo>
                  <a:cubicBezTo>
                    <a:pt x="8655" y="99"/>
                    <a:pt x="10358" y="162"/>
                    <a:pt x="11640" y="276"/>
                  </a:cubicBezTo>
                  <a:cubicBezTo>
                    <a:pt x="13561" y="447"/>
                    <a:pt x="13582" y="650"/>
                    <a:pt x="13582" y="655"/>
                  </a:cubicBezTo>
                  <a:cubicBezTo>
                    <a:pt x="13582" y="660"/>
                    <a:pt x="13566" y="681"/>
                    <a:pt x="13514" y="707"/>
                  </a:cubicBezTo>
                  <a:cubicBezTo>
                    <a:pt x="13504" y="712"/>
                    <a:pt x="13499" y="722"/>
                    <a:pt x="13494" y="733"/>
                  </a:cubicBezTo>
                  <a:lnTo>
                    <a:pt x="13094" y="1922"/>
                  </a:lnTo>
                  <a:cubicBezTo>
                    <a:pt x="12979" y="2267"/>
                    <a:pt x="12656" y="2492"/>
                    <a:pt x="12301" y="2492"/>
                  </a:cubicBezTo>
                  <a:cubicBezTo>
                    <a:pt x="12271" y="2492"/>
                    <a:pt x="12241" y="2491"/>
                    <a:pt x="12211" y="2488"/>
                  </a:cubicBezTo>
                  <a:cubicBezTo>
                    <a:pt x="10913" y="2337"/>
                    <a:pt x="8956" y="2254"/>
                    <a:pt x="6843" y="2254"/>
                  </a:cubicBezTo>
                  <a:cubicBezTo>
                    <a:pt x="4689" y="2254"/>
                    <a:pt x="2711" y="2342"/>
                    <a:pt x="1413" y="2493"/>
                  </a:cubicBezTo>
                  <a:cubicBezTo>
                    <a:pt x="1383" y="2496"/>
                    <a:pt x="1353" y="2497"/>
                    <a:pt x="1323" y="2497"/>
                  </a:cubicBezTo>
                  <a:cubicBezTo>
                    <a:pt x="968" y="2497"/>
                    <a:pt x="645" y="2272"/>
                    <a:pt x="525" y="1927"/>
                  </a:cubicBezTo>
                  <a:lnTo>
                    <a:pt x="109" y="681"/>
                  </a:lnTo>
                  <a:cubicBezTo>
                    <a:pt x="115" y="676"/>
                    <a:pt x="115" y="665"/>
                    <a:pt x="109" y="655"/>
                  </a:cubicBezTo>
                  <a:cubicBezTo>
                    <a:pt x="109" y="655"/>
                    <a:pt x="109" y="650"/>
                    <a:pt x="109" y="650"/>
                  </a:cubicBezTo>
                  <a:cubicBezTo>
                    <a:pt x="120" y="619"/>
                    <a:pt x="250" y="437"/>
                    <a:pt x="2051" y="276"/>
                  </a:cubicBezTo>
                  <a:cubicBezTo>
                    <a:pt x="3334" y="167"/>
                    <a:pt x="5036" y="99"/>
                    <a:pt x="6843" y="99"/>
                  </a:cubicBezTo>
                  <a:close/>
                  <a:moveTo>
                    <a:pt x="6843" y="1"/>
                  </a:moveTo>
                  <a:cubicBezTo>
                    <a:pt x="5031" y="1"/>
                    <a:pt x="3323" y="68"/>
                    <a:pt x="2041" y="182"/>
                  </a:cubicBezTo>
                  <a:cubicBezTo>
                    <a:pt x="115" y="349"/>
                    <a:pt x="16" y="551"/>
                    <a:pt x="11" y="639"/>
                  </a:cubicBezTo>
                  <a:cubicBezTo>
                    <a:pt x="6" y="655"/>
                    <a:pt x="0" y="670"/>
                    <a:pt x="6" y="681"/>
                  </a:cubicBezTo>
                  <a:lnTo>
                    <a:pt x="437" y="1958"/>
                  </a:lnTo>
                  <a:cubicBezTo>
                    <a:pt x="561" y="2337"/>
                    <a:pt x="914" y="2597"/>
                    <a:pt x="1319" y="2597"/>
                  </a:cubicBezTo>
                  <a:cubicBezTo>
                    <a:pt x="1350" y="2597"/>
                    <a:pt x="1387" y="2591"/>
                    <a:pt x="1423" y="2591"/>
                  </a:cubicBezTo>
                  <a:cubicBezTo>
                    <a:pt x="2721" y="2436"/>
                    <a:pt x="4694" y="2347"/>
                    <a:pt x="6843" y="2347"/>
                  </a:cubicBezTo>
                  <a:cubicBezTo>
                    <a:pt x="8956" y="2347"/>
                    <a:pt x="10903" y="2436"/>
                    <a:pt x="12201" y="2581"/>
                  </a:cubicBezTo>
                  <a:cubicBezTo>
                    <a:pt x="12235" y="2585"/>
                    <a:pt x="12269" y="2586"/>
                    <a:pt x="12302" y="2586"/>
                  </a:cubicBezTo>
                  <a:cubicBezTo>
                    <a:pt x="12699" y="2586"/>
                    <a:pt x="13058" y="2336"/>
                    <a:pt x="13187" y="1953"/>
                  </a:cubicBezTo>
                  <a:lnTo>
                    <a:pt x="13582" y="785"/>
                  </a:lnTo>
                  <a:cubicBezTo>
                    <a:pt x="13644" y="743"/>
                    <a:pt x="13681" y="702"/>
                    <a:pt x="13681" y="655"/>
                  </a:cubicBezTo>
                  <a:cubicBezTo>
                    <a:pt x="13681" y="572"/>
                    <a:pt x="13681" y="359"/>
                    <a:pt x="11645" y="182"/>
                  </a:cubicBezTo>
                  <a:cubicBezTo>
                    <a:pt x="10363" y="68"/>
                    <a:pt x="8660" y="1"/>
                    <a:pt x="6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6">
              <a:extLst>
                <a:ext uri="{FF2B5EF4-FFF2-40B4-BE49-F238E27FC236}">
                  <a16:creationId xmlns:a16="http://schemas.microsoft.com/office/drawing/2014/main" id="{C5D9BC6A-EE97-0018-8C24-F7FDD9040FBA}"/>
                </a:ext>
              </a:extLst>
            </p:cNvPr>
            <p:cNvSpPr/>
            <p:nvPr/>
          </p:nvSpPr>
          <p:spPr>
            <a:xfrm>
              <a:off x="1026075" y="2952550"/>
              <a:ext cx="43000" cy="84275"/>
            </a:xfrm>
            <a:custGeom>
              <a:avLst/>
              <a:gdLst/>
              <a:ahLst/>
              <a:cxnLst/>
              <a:rect l="l" t="t" r="r" b="b"/>
              <a:pathLst>
                <a:path w="1720" h="3371" extrusionOk="0">
                  <a:moveTo>
                    <a:pt x="1086" y="1"/>
                  </a:moveTo>
                  <a:lnTo>
                    <a:pt x="6" y="3303"/>
                  </a:lnTo>
                  <a:cubicBezTo>
                    <a:pt x="1" y="3329"/>
                    <a:pt x="11" y="3355"/>
                    <a:pt x="32" y="3365"/>
                  </a:cubicBezTo>
                  <a:cubicBezTo>
                    <a:pt x="42" y="3365"/>
                    <a:pt x="47" y="3370"/>
                    <a:pt x="53" y="3370"/>
                  </a:cubicBezTo>
                  <a:cubicBezTo>
                    <a:pt x="73" y="3370"/>
                    <a:pt x="89" y="3360"/>
                    <a:pt x="99" y="3344"/>
                  </a:cubicBezTo>
                  <a:lnTo>
                    <a:pt x="1719" y="525"/>
                  </a:lnTo>
                  <a:lnTo>
                    <a:pt x="1636" y="479"/>
                  </a:lnTo>
                  <a:lnTo>
                    <a:pt x="250" y="2893"/>
                  </a:lnTo>
                  <a:lnTo>
                    <a:pt x="1179" y="32"/>
                  </a:lnTo>
                  <a:lnTo>
                    <a:pt x="1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6">
              <a:extLst>
                <a:ext uri="{FF2B5EF4-FFF2-40B4-BE49-F238E27FC236}">
                  <a16:creationId xmlns:a16="http://schemas.microsoft.com/office/drawing/2014/main" id="{1F9F3901-D1C9-5A45-9BC2-9F2C1AFB42A2}"/>
                </a:ext>
              </a:extLst>
            </p:cNvPr>
            <p:cNvSpPr/>
            <p:nvPr/>
          </p:nvSpPr>
          <p:spPr>
            <a:xfrm>
              <a:off x="1053200" y="2586425"/>
              <a:ext cx="121775" cy="366950"/>
            </a:xfrm>
            <a:custGeom>
              <a:avLst/>
              <a:gdLst/>
              <a:ahLst/>
              <a:cxnLst/>
              <a:rect l="l" t="t" r="r" b="b"/>
              <a:pathLst>
                <a:path w="4871" h="14678" extrusionOk="0">
                  <a:moveTo>
                    <a:pt x="4777" y="0"/>
                  </a:moveTo>
                  <a:lnTo>
                    <a:pt x="1" y="14651"/>
                  </a:lnTo>
                  <a:lnTo>
                    <a:pt x="94" y="14677"/>
                  </a:lnTo>
                  <a:lnTo>
                    <a:pt x="4871" y="31"/>
                  </a:lnTo>
                  <a:lnTo>
                    <a:pt x="4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6">
              <a:extLst>
                <a:ext uri="{FF2B5EF4-FFF2-40B4-BE49-F238E27FC236}">
                  <a16:creationId xmlns:a16="http://schemas.microsoft.com/office/drawing/2014/main" id="{9D56C066-A12B-23BD-F5E3-76A2DF0B16EC}"/>
                </a:ext>
              </a:extLst>
            </p:cNvPr>
            <p:cNvSpPr/>
            <p:nvPr/>
          </p:nvSpPr>
          <p:spPr>
            <a:xfrm>
              <a:off x="1281375" y="3029400"/>
              <a:ext cx="47925" cy="143450"/>
            </a:xfrm>
            <a:custGeom>
              <a:avLst/>
              <a:gdLst/>
              <a:ahLst/>
              <a:cxnLst/>
              <a:rect l="l" t="t" r="r" b="b"/>
              <a:pathLst>
                <a:path w="1917" h="5738" extrusionOk="0">
                  <a:moveTo>
                    <a:pt x="1828" y="0"/>
                  </a:moveTo>
                  <a:lnTo>
                    <a:pt x="920" y="2077"/>
                  </a:lnTo>
                  <a:lnTo>
                    <a:pt x="634" y="2404"/>
                  </a:lnTo>
                  <a:cubicBezTo>
                    <a:pt x="629" y="2409"/>
                    <a:pt x="624" y="2420"/>
                    <a:pt x="624" y="2425"/>
                  </a:cubicBezTo>
                  <a:lnTo>
                    <a:pt x="1" y="5722"/>
                  </a:lnTo>
                  <a:lnTo>
                    <a:pt x="94" y="5737"/>
                  </a:lnTo>
                  <a:lnTo>
                    <a:pt x="712" y="2456"/>
                  </a:lnTo>
                  <a:lnTo>
                    <a:pt x="998" y="2139"/>
                  </a:lnTo>
                  <a:cubicBezTo>
                    <a:pt x="998" y="2134"/>
                    <a:pt x="1003" y="2129"/>
                    <a:pt x="1003" y="2124"/>
                  </a:cubicBezTo>
                  <a:lnTo>
                    <a:pt x="1916" y="42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6">
              <a:extLst>
                <a:ext uri="{FF2B5EF4-FFF2-40B4-BE49-F238E27FC236}">
                  <a16:creationId xmlns:a16="http://schemas.microsoft.com/office/drawing/2014/main" id="{8F221973-7CA4-6726-287A-EB2A140CA5C2}"/>
                </a:ext>
              </a:extLst>
            </p:cNvPr>
            <p:cNvSpPr/>
            <p:nvPr/>
          </p:nvSpPr>
          <p:spPr>
            <a:xfrm>
              <a:off x="1026075" y="3035500"/>
              <a:ext cx="199775" cy="146550"/>
            </a:xfrm>
            <a:custGeom>
              <a:avLst/>
              <a:gdLst/>
              <a:ahLst/>
              <a:cxnLst/>
              <a:rect l="l" t="t" r="r" b="b"/>
              <a:pathLst>
                <a:path w="7991" h="5862" extrusionOk="0">
                  <a:moveTo>
                    <a:pt x="94" y="0"/>
                  </a:moveTo>
                  <a:lnTo>
                    <a:pt x="1" y="26"/>
                  </a:lnTo>
                  <a:lnTo>
                    <a:pt x="535" y="1968"/>
                  </a:lnTo>
                  <a:cubicBezTo>
                    <a:pt x="535" y="1973"/>
                    <a:pt x="541" y="1978"/>
                    <a:pt x="541" y="1978"/>
                  </a:cubicBezTo>
                  <a:lnTo>
                    <a:pt x="930" y="2622"/>
                  </a:lnTo>
                  <a:lnTo>
                    <a:pt x="1787" y="5348"/>
                  </a:lnTo>
                  <a:cubicBezTo>
                    <a:pt x="1828" y="5727"/>
                    <a:pt x="4367" y="5862"/>
                    <a:pt x="6075" y="5862"/>
                  </a:cubicBezTo>
                  <a:cubicBezTo>
                    <a:pt x="6750" y="5862"/>
                    <a:pt x="7394" y="5846"/>
                    <a:pt x="7991" y="5810"/>
                  </a:cubicBezTo>
                  <a:lnTo>
                    <a:pt x="7985" y="5716"/>
                  </a:lnTo>
                  <a:cubicBezTo>
                    <a:pt x="7388" y="5748"/>
                    <a:pt x="6745" y="5763"/>
                    <a:pt x="6075" y="5763"/>
                  </a:cubicBezTo>
                  <a:cubicBezTo>
                    <a:pt x="3282" y="5763"/>
                    <a:pt x="1880" y="5493"/>
                    <a:pt x="1880" y="5343"/>
                  </a:cubicBezTo>
                  <a:cubicBezTo>
                    <a:pt x="1880" y="5337"/>
                    <a:pt x="1880" y="5332"/>
                    <a:pt x="1880" y="5327"/>
                  </a:cubicBezTo>
                  <a:lnTo>
                    <a:pt x="1023" y="2591"/>
                  </a:lnTo>
                  <a:cubicBezTo>
                    <a:pt x="1023" y="2586"/>
                    <a:pt x="1018" y="2581"/>
                    <a:pt x="1018" y="2581"/>
                  </a:cubicBezTo>
                  <a:lnTo>
                    <a:pt x="629" y="193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6">
              <a:extLst>
                <a:ext uri="{FF2B5EF4-FFF2-40B4-BE49-F238E27FC236}">
                  <a16:creationId xmlns:a16="http://schemas.microsoft.com/office/drawing/2014/main" id="{9B1BDDEA-9FD1-B2EB-8CCE-FEFD1E22F6A1}"/>
                </a:ext>
              </a:extLst>
            </p:cNvPr>
            <p:cNvSpPr/>
            <p:nvPr/>
          </p:nvSpPr>
          <p:spPr>
            <a:xfrm>
              <a:off x="1172750" y="2888450"/>
              <a:ext cx="106050" cy="217800"/>
            </a:xfrm>
            <a:custGeom>
              <a:avLst/>
              <a:gdLst/>
              <a:ahLst/>
              <a:cxnLst/>
              <a:rect l="l" t="t" r="r" b="b"/>
              <a:pathLst>
                <a:path w="4242" h="8712" extrusionOk="0">
                  <a:moveTo>
                    <a:pt x="3364" y="0"/>
                  </a:moveTo>
                  <a:lnTo>
                    <a:pt x="3271" y="26"/>
                  </a:lnTo>
                  <a:lnTo>
                    <a:pt x="4138" y="3219"/>
                  </a:lnTo>
                  <a:lnTo>
                    <a:pt x="0" y="8655"/>
                  </a:lnTo>
                  <a:lnTo>
                    <a:pt x="78" y="8712"/>
                  </a:lnTo>
                  <a:lnTo>
                    <a:pt x="4231" y="3261"/>
                  </a:lnTo>
                  <a:cubicBezTo>
                    <a:pt x="4242" y="3250"/>
                    <a:pt x="4242" y="3235"/>
                    <a:pt x="4237" y="3219"/>
                  </a:cubicBezTo>
                  <a:lnTo>
                    <a:pt x="3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6">
              <a:extLst>
                <a:ext uri="{FF2B5EF4-FFF2-40B4-BE49-F238E27FC236}">
                  <a16:creationId xmlns:a16="http://schemas.microsoft.com/office/drawing/2014/main" id="{03F5EB67-BD2E-BEDE-9989-D71426C1D542}"/>
                </a:ext>
              </a:extLst>
            </p:cNvPr>
            <p:cNvSpPr/>
            <p:nvPr/>
          </p:nvSpPr>
          <p:spPr>
            <a:xfrm>
              <a:off x="1172625" y="2586300"/>
              <a:ext cx="84375" cy="302675"/>
            </a:xfrm>
            <a:custGeom>
              <a:avLst/>
              <a:gdLst/>
              <a:ahLst/>
              <a:cxnLst/>
              <a:rect l="l" t="t" r="r" b="b"/>
              <a:pathLst>
                <a:path w="3375" h="12107" extrusionOk="0">
                  <a:moveTo>
                    <a:pt x="94" y="0"/>
                  </a:moveTo>
                  <a:lnTo>
                    <a:pt x="0" y="26"/>
                  </a:lnTo>
                  <a:lnTo>
                    <a:pt x="3281" y="12107"/>
                  </a:lnTo>
                  <a:lnTo>
                    <a:pt x="3375" y="12081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6">
              <a:extLst>
                <a:ext uri="{FF2B5EF4-FFF2-40B4-BE49-F238E27FC236}">
                  <a16:creationId xmlns:a16="http://schemas.microsoft.com/office/drawing/2014/main" id="{CF0AC7A8-98B5-40DE-FA6D-0581F4E0E922}"/>
                </a:ext>
              </a:extLst>
            </p:cNvPr>
            <p:cNvSpPr/>
            <p:nvPr/>
          </p:nvSpPr>
          <p:spPr>
            <a:xfrm>
              <a:off x="1066825" y="2585400"/>
              <a:ext cx="108225" cy="380025"/>
            </a:xfrm>
            <a:custGeom>
              <a:avLst/>
              <a:gdLst/>
              <a:ahLst/>
              <a:cxnLst/>
              <a:rect l="l" t="t" r="r" b="b"/>
              <a:pathLst>
                <a:path w="4329" h="15201" extrusionOk="0">
                  <a:moveTo>
                    <a:pt x="4275" y="0"/>
                  </a:moveTo>
                  <a:cubicBezTo>
                    <a:pt x="4256" y="0"/>
                    <a:pt x="4237" y="11"/>
                    <a:pt x="4232" y="36"/>
                  </a:cubicBezTo>
                  <a:lnTo>
                    <a:pt x="1" y="15175"/>
                  </a:lnTo>
                  <a:lnTo>
                    <a:pt x="94" y="15201"/>
                  </a:lnTo>
                  <a:lnTo>
                    <a:pt x="4232" y="405"/>
                  </a:lnTo>
                  <a:lnTo>
                    <a:pt x="4232" y="11852"/>
                  </a:lnTo>
                  <a:lnTo>
                    <a:pt x="4326" y="11852"/>
                  </a:lnTo>
                  <a:lnTo>
                    <a:pt x="4326" y="52"/>
                  </a:lnTo>
                  <a:cubicBezTo>
                    <a:pt x="4328" y="19"/>
                    <a:pt x="4301" y="0"/>
                    <a:pt x="4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6">
              <a:extLst>
                <a:ext uri="{FF2B5EF4-FFF2-40B4-BE49-F238E27FC236}">
                  <a16:creationId xmlns:a16="http://schemas.microsoft.com/office/drawing/2014/main" id="{59537EB1-C5DF-2C09-5292-B09E9EF8B14C}"/>
                </a:ext>
              </a:extLst>
            </p:cNvPr>
            <p:cNvSpPr/>
            <p:nvPr/>
          </p:nvSpPr>
          <p:spPr>
            <a:xfrm>
              <a:off x="1066975" y="2964500"/>
              <a:ext cx="107750" cy="141900"/>
            </a:xfrm>
            <a:custGeom>
              <a:avLst/>
              <a:gdLst/>
              <a:ahLst/>
              <a:cxnLst/>
              <a:rect l="l" t="t" r="r" b="b"/>
              <a:pathLst>
                <a:path w="4310" h="5676" extrusionOk="0">
                  <a:moveTo>
                    <a:pt x="78" y="1"/>
                  </a:moveTo>
                  <a:lnTo>
                    <a:pt x="0" y="58"/>
                  </a:lnTo>
                  <a:lnTo>
                    <a:pt x="4231" y="5675"/>
                  </a:lnTo>
                  <a:lnTo>
                    <a:pt x="4309" y="5618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6">
              <a:extLst>
                <a:ext uri="{FF2B5EF4-FFF2-40B4-BE49-F238E27FC236}">
                  <a16:creationId xmlns:a16="http://schemas.microsoft.com/office/drawing/2014/main" id="{318DAAFF-61D8-F853-FFE5-2F857FBFC435}"/>
                </a:ext>
              </a:extLst>
            </p:cNvPr>
            <p:cNvSpPr/>
            <p:nvPr/>
          </p:nvSpPr>
          <p:spPr>
            <a:xfrm>
              <a:off x="1172625" y="3105450"/>
              <a:ext cx="6625" cy="75450"/>
            </a:xfrm>
            <a:custGeom>
              <a:avLst/>
              <a:gdLst/>
              <a:ahLst/>
              <a:cxnLst/>
              <a:rect l="l" t="t" r="r" b="b"/>
              <a:pathLst>
                <a:path w="265" h="3018" extrusionOk="0">
                  <a:moveTo>
                    <a:pt x="99" y="1"/>
                  </a:moveTo>
                  <a:lnTo>
                    <a:pt x="0" y="6"/>
                  </a:lnTo>
                  <a:lnTo>
                    <a:pt x="171" y="3017"/>
                  </a:lnTo>
                  <a:lnTo>
                    <a:pt x="265" y="3012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6">
              <a:extLst>
                <a:ext uri="{FF2B5EF4-FFF2-40B4-BE49-F238E27FC236}">
                  <a16:creationId xmlns:a16="http://schemas.microsoft.com/office/drawing/2014/main" id="{E02E74F0-9E49-780C-C2F9-4B822A98959D}"/>
                </a:ext>
              </a:extLst>
            </p:cNvPr>
            <p:cNvSpPr/>
            <p:nvPr/>
          </p:nvSpPr>
          <p:spPr>
            <a:xfrm>
              <a:off x="1146400" y="3283650"/>
              <a:ext cx="44025" cy="152275"/>
            </a:xfrm>
            <a:custGeom>
              <a:avLst/>
              <a:gdLst/>
              <a:ahLst/>
              <a:cxnLst/>
              <a:rect l="l" t="t" r="r" b="b"/>
              <a:pathLst>
                <a:path w="1761" h="6091" extrusionOk="0">
                  <a:moveTo>
                    <a:pt x="94" y="1"/>
                  </a:moveTo>
                  <a:lnTo>
                    <a:pt x="0" y="37"/>
                  </a:lnTo>
                  <a:cubicBezTo>
                    <a:pt x="21" y="79"/>
                    <a:pt x="1646" y="4658"/>
                    <a:pt x="68" y="6018"/>
                  </a:cubicBezTo>
                  <a:lnTo>
                    <a:pt x="135" y="6091"/>
                  </a:lnTo>
                  <a:cubicBezTo>
                    <a:pt x="1760" y="4684"/>
                    <a:pt x="161" y="193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6">
              <a:extLst>
                <a:ext uri="{FF2B5EF4-FFF2-40B4-BE49-F238E27FC236}">
                  <a16:creationId xmlns:a16="http://schemas.microsoft.com/office/drawing/2014/main" id="{BA6B14BE-3987-0107-2E7A-DF28594F9D19}"/>
                </a:ext>
              </a:extLst>
            </p:cNvPr>
            <p:cNvSpPr/>
            <p:nvPr/>
          </p:nvSpPr>
          <p:spPr>
            <a:xfrm>
              <a:off x="1098500" y="340412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94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6">
              <a:extLst>
                <a:ext uri="{FF2B5EF4-FFF2-40B4-BE49-F238E27FC236}">
                  <a16:creationId xmlns:a16="http://schemas.microsoft.com/office/drawing/2014/main" id="{D44106E7-A3E7-2DE9-F9EB-3F6F385C4757}"/>
                </a:ext>
              </a:extLst>
            </p:cNvPr>
            <p:cNvSpPr/>
            <p:nvPr/>
          </p:nvSpPr>
          <p:spPr>
            <a:xfrm>
              <a:off x="1097075" y="340292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8" y="724"/>
                    <a:pt x="2136" y="734"/>
                    <a:pt x="2154" y="734"/>
                  </a:cubicBezTo>
                  <a:cubicBezTo>
                    <a:pt x="2164" y="734"/>
                    <a:pt x="2173" y="730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6"/>
                    <a:pt x="717" y="484"/>
                  </a:cubicBezTo>
                  <a:cubicBezTo>
                    <a:pt x="1" y="1636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lnTo>
                    <a:pt x="1304" y="2488"/>
                  </a:ln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39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3"/>
                    <a:pt x="1781" y="11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6">
              <a:extLst>
                <a:ext uri="{FF2B5EF4-FFF2-40B4-BE49-F238E27FC236}">
                  <a16:creationId xmlns:a16="http://schemas.microsoft.com/office/drawing/2014/main" id="{D469E950-8FBB-A7FC-0B4C-496CF9D9A743}"/>
                </a:ext>
              </a:extLst>
            </p:cNvPr>
            <p:cNvSpPr/>
            <p:nvPr/>
          </p:nvSpPr>
          <p:spPr>
            <a:xfrm>
              <a:off x="1130550" y="342007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6">
              <a:extLst>
                <a:ext uri="{FF2B5EF4-FFF2-40B4-BE49-F238E27FC236}">
                  <a16:creationId xmlns:a16="http://schemas.microsoft.com/office/drawing/2014/main" id="{B0BE919E-0216-560C-E079-E1DAF7A59BFD}"/>
                </a:ext>
              </a:extLst>
            </p:cNvPr>
            <p:cNvSpPr/>
            <p:nvPr/>
          </p:nvSpPr>
          <p:spPr>
            <a:xfrm>
              <a:off x="1129275" y="341902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6">
              <a:extLst>
                <a:ext uri="{FF2B5EF4-FFF2-40B4-BE49-F238E27FC236}">
                  <a16:creationId xmlns:a16="http://schemas.microsoft.com/office/drawing/2014/main" id="{1DA1D4C1-94F3-95C9-2364-C307A8D8D9E6}"/>
                </a:ext>
              </a:extLst>
            </p:cNvPr>
            <p:cNvSpPr/>
            <p:nvPr/>
          </p:nvSpPr>
          <p:spPr>
            <a:xfrm>
              <a:off x="1127825" y="3018750"/>
              <a:ext cx="30550" cy="69075"/>
            </a:xfrm>
            <a:custGeom>
              <a:avLst/>
              <a:gdLst/>
              <a:ahLst/>
              <a:cxnLst/>
              <a:rect l="l" t="t" r="r" b="b"/>
              <a:pathLst>
                <a:path w="1222" h="2763" extrusionOk="0">
                  <a:moveTo>
                    <a:pt x="1138" y="1"/>
                  </a:moveTo>
                  <a:cubicBezTo>
                    <a:pt x="1091" y="73"/>
                    <a:pt x="1" y="1813"/>
                    <a:pt x="323" y="2763"/>
                  </a:cubicBezTo>
                  <a:lnTo>
                    <a:pt x="416" y="2731"/>
                  </a:lnTo>
                  <a:cubicBezTo>
                    <a:pt x="105" y="1823"/>
                    <a:pt x="1211" y="73"/>
                    <a:pt x="1221" y="53"/>
                  </a:cubicBezTo>
                  <a:lnTo>
                    <a:pt x="1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6">
              <a:extLst>
                <a:ext uri="{FF2B5EF4-FFF2-40B4-BE49-F238E27FC236}">
                  <a16:creationId xmlns:a16="http://schemas.microsoft.com/office/drawing/2014/main" id="{9994BD87-5240-19E5-DF27-63C8324226BF}"/>
                </a:ext>
              </a:extLst>
            </p:cNvPr>
            <p:cNvSpPr/>
            <p:nvPr/>
          </p:nvSpPr>
          <p:spPr>
            <a:xfrm>
              <a:off x="1012575" y="2955800"/>
              <a:ext cx="139950" cy="76875"/>
            </a:xfrm>
            <a:custGeom>
              <a:avLst/>
              <a:gdLst/>
              <a:ahLst/>
              <a:cxnLst/>
              <a:rect l="l" t="t" r="r" b="b"/>
              <a:pathLst>
                <a:path w="5598" h="3075" extrusionOk="0">
                  <a:moveTo>
                    <a:pt x="1672" y="1"/>
                  </a:moveTo>
                  <a:cubicBezTo>
                    <a:pt x="1327" y="1"/>
                    <a:pt x="978" y="186"/>
                    <a:pt x="722" y="759"/>
                  </a:cubicBezTo>
                  <a:cubicBezTo>
                    <a:pt x="1" y="2373"/>
                    <a:pt x="2135" y="3074"/>
                    <a:pt x="2135" y="3074"/>
                  </a:cubicBezTo>
                  <a:cubicBezTo>
                    <a:pt x="2135" y="3074"/>
                    <a:pt x="5597" y="1101"/>
                    <a:pt x="4429" y="686"/>
                  </a:cubicBezTo>
                  <a:cubicBezTo>
                    <a:pt x="3992" y="532"/>
                    <a:pt x="3670" y="484"/>
                    <a:pt x="3439" y="484"/>
                  </a:cubicBezTo>
                  <a:cubicBezTo>
                    <a:pt x="3053" y="484"/>
                    <a:pt x="2918" y="619"/>
                    <a:pt x="2918" y="619"/>
                  </a:cubicBezTo>
                  <a:cubicBezTo>
                    <a:pt x="2918" y="619"/>
                    <a:pt x="2303" y="1"/>
                    <a:pt x="16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6">
              <a:extLst>
                <a:ext uri="{FF2B5EF4-FFF2-40B4-BE49-F238E27FC236}">
                  <a16:creationId xmlns:a16="http://schemas.microsoft.com/office/drawing/2014/main" id="{D65762E5-D7FB-569C-39E1-FA3C839BC460}"/>
                </a:ext>
              </a:extLst>
            </p:cNvPr>
            <p:cNvSpPr/>
            <p:nvPr/>
          </p:nvSpPr>
          <p:spPr>
            <a:xfrm>
              <a:off x="1024400" y="2954650"/>
              <a:ext cx="107750" cy="79250"/>
            </a:xfrm>
            <a:custGeom>
              <a:avLst/>
              <a:gdLst/>
              <a:ahLst/>
              <a:cxnLst/>
              <a:rect l="l" t="t" r="r" b="b"/>
              <a:pathLst>
                <a:path w="4310" h="3170" extrusionOk="0">
                  <a:moveTo>
                    <a:pt x="1194" y="93"/>
                  </a:moveTo>
                  <a:cubicBezTo>
                    <a:pt x="1802" y="93"/>
                    <a:pt x="2404" y="690"/>
                    <a:pt x="2414" y="701"/>
                  </a:cubicBezTo>
                  <a:cubicBezTo>
                    <a:pt x="2425" y="709"/>
                    <a:pt x="2436" y="713"/>
                    <a:pt x="2448" y="713"/>
                  </a:cubicBezTo>
                  <a:cubicBezTo>
                    <a:pt x="2460" y="713"/>
                    <a:pt x="2471" y="709"/>
                    <a:pt x="2482" y="701"/>
                  </a:cubicBezTo>
                  <a:cubicBezTo>
                    <a:pt x="2482" y="698"/>
                    <a:pt x="2612" y="581"/>
                    <a:pt x="2969" y="581"/>
                  </a:cubicBezTo>
                  <a:cubicBezTo>
                    <a:pt x="3195" y="581"/>
                    <a:pt x="3510" y="628"/>
                    <a:pt x="3941" y="779"/>
                  </a:cubicBezTo>
                  <a:cubicBezTo>
                    <a:pt x="4076" y="825"/>
                    <a:pt x="4143" y="893"/>
                    <a:pt x="4148" y="981"/>
                  </a:cubicBezTo>
                  <a:cubicBezTo>
                    <a:pt x="4195" y="1495"/>
                    <a:pt x="2388" y="2653"/>
                    <a:pt x="1656" y="3068"/>
                  </a:cubicBezTo>
                  <a:cubicBezTo>
                    <a:pt x="1511" y="3016"/>
                    <a:pt x="571" y="2653"/>
                    <a:pt x="255" y="1942"/>
                  </a:cubicBezTo>
                  <a:cubicBezTo>
                    <a:pt x="104" y="1599"/>
                    <a:pt x="114" y="1220"/>
                    <a:pt x="296" y="825"/>
                  </a:cubicBezTo>
                  <a:cubicBezTo>
                    <a:pt x="478" y="405"/>
                    <a:pt x="732" y="166"/>
                    <a:pt x="1044" y="109"/>
                  </a:cubicBezTo>
                  <a:cubicBezTo>
                    <a:pt x="1090" y="99"/>
                    <a:pt x="1142" y="93"/>
                    <a:pt x="1194" y="93"/>
                  </a:cubicBezTo>
                  <a:close/>
                  <a:moveTo>
                    <a:pt x="1195" y="0"/>
                  </a:moveTo>
                  <a:cubicBezTo>
                    <a:pt x="1138" y="0"/>
                    <a:pt x="1080" y="5"/>
                    <a:pt x="1023" y="16"/>
                  </a:cubicBezTo>
                  <a:cubicBezTo>
                    <a:pt x="680" y="78"/>
                    <a:pt x="405" y="337"/>
                    <a:pt x="203" y="784"/>
                  </a:cubicBezTo>
                  <a:cubicBezTo>
                    <a:pt x="16" y="1210"/>
                    <a:pt x="0" y="1615"/>
                    <a:pt x="166" y="1983"/>
                  </a:cubicBezTo>
                  <a:cubicBezTo>
                    <a:pt x="525" y="2793"/>
                    <a:pt x="1604" y="3151"/>
                    <a:pt x="1646" y="3167"/>
                  </a:cubicBezTo>
                  <a:lnTo>
                    <a:pt x="1662" y="3167"/>
                  </a:lnTo>
                  <a:cubicBezTo>
                    <a:pt x="1665" y="3169"/>
                    <a:pt x="1668" y="3169"/>
                    <a:pt x="1672" y="3169"/>
                  </a:cubicBezTo>
                  <a:cubicBezTo>
                    <a:pt x="1678" y="3169"/>
                    <a:pt x="1684" y="3167"/>
                    <a:pt x="1687" y="3167"/>
                  </a:cubicBezTo>
                  <a:cubicBezTo>
                    <a:pt x="1797" y="3105"/>
                    <a:pt x="4309" y="1661"/>
                    <a:pt x="4247" y="976"/>
                  </a:cubicBezTo>
                  <a:cubicBezTo>
                    <a:pt x="4237" y="846"/>
                    <a:pt x="4143" y="748"/>
                    <a:pt x="3977" y="690"/>
                  </a:cubicBezTo>
                  <a:cubicBezTo>
                    <a:pt x="3534" y="534"/>
                    <a:pt x="3205" y="485"/>
                    <a:pt x="2967" y="485"/>
                  </a:cubicBezTo>
                  <a:cubicBezTo>
                    <a:pt x="2674" y="485"/>
                    <a:pt x="2516" y="559"/>
                    <a:pt x="2451" y="602"/>
                  </a:cubicBezTo>
                  <a:cubicBezTo>
                    <a:pt x="2314" y="475"/>
                    <a:pt x="1766" y="0"/>
                    <a:pt x="1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6">
              <a:extLst>
                <a:ext uri="{FF2B5EF4-FFF2-40B4-BE49-F238E27FC236}">
                  <a16:creationId xmlns:a16="http://schemas.microsoft.com/office/drawing/2014/main" id="{B9DCC154-416E-97CA-A72C-C816AB1B52F9}"/>
                </a:ext>
              </a:extLst>
            </p:cNvPr>
            <p:cNvSpPr/>
            <p:nvPr/>
          </p:nvSpPr>
          <p:spPr>
            <a:xfrm>
              <a:off x="1063325" y="2971250"/>
              <a:ext cx="22225" cy="41825"/>
            </a:xfrm>
            <a:custGeom>
              <a:avLst/>
              <a:gdLst/>
              <a:ahLst/>
              <a:cxnLst/>
              <a:rect l="l" t="t" r="r" b="b"/>
              <a:pathLst>
                <a:path w="889" h="1673" extrusionOk="0">
                  <a:moveTo>
                    <a:pt x="888" y="1"/>
                  </a:moveTo>
                  <a:lnTo>
                    <a:pt x="888" y="1"/>
                  </a:lnTo>
                  <a:cubicBezTo>
                    <a:pt x="369" y="405"/>
                    <a:pt x="42" y="1013"/>
                    <a:pt x="1" y="1672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6">
              <a:extLst>
                <a:ext uri="{FF2B5EF4-FFF2-40B4-BE49-F238E27FC236}">
                  <a16:creationId xmlns:a16="http://schemas.microsoft.com/office/drawing/2014/main" id="{8635BF81-FC4E-7578-2CC3-6B67B1C9B957}"/>
                </a:ext>
              </a:extLst>
            </p:cNvPr>
            <p:cNvSpPr/>
            <p:nvPr/>
          </p:nvSpPr>
          <p:spPr>
            <a:xfrm>
              <a:off x="1062025" y="297035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0"/>
                  </a:moveTo>
                  <a:cubicBezTo>
                    <a:pt x="375" y="410"/>
                    <a:pt x="42" y="1033"/>
                    <a:pt x="1" y="1708"/>
                  </a:cubicBezTo>
                  <a:lnTo>
                    <a:pt x="99" y="1708"/>
                  </a:lnTo>
                  <a:cubicBezTo>
                    <a:pt x="146" y="1064"/>
                    <a:pt x="463" y="473"/>
                    <a:pt x="972" y="78"/>
                  </a:cubicBez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6">
              <a:extLst>
                <a:ext uri="{FF2B5EF4-FFF2-40B4-BE49-F238E27FC236}">
                  <a16:creationId xmlns:a16="http://schemas.microsoft.com/office/drawing/2014/main" id="{2765ADD8-2DA0-77BB-8247-FAD1B8F9A037}"/>
                </a:ext>
              </a:extLst>
            </p:cNvPr>
            <p:cNvSpPr/>
            <p:nvPr/>
          </p:nvSpPr>
          <p:spPr>
            <a:xfrm>
              <a:off x="1082025" y="2975375"/>
              <a:ext cx="139925" cy="76900"/>
            </a:xfrm>
            <a:custGeom>
              <a:avLst/>
              <a:gdLst/>
              <a:ahLst/>
              <a:cxnLst/>
              <a:rect l="l" t="t" r="r" b="b"/>
              <a:pathLst>
                <a:path w="5597" h="3076" extrusionOk="0">
                  <a:moveTo>
                    <a:pt x="1667" y="0"/>
                  </a:moveTo>
                  <a:cubicBezTo>
                    <a:pt x="1323" y="0"/>
                    <a:pt x="975" y="184"/>
                    <a:pt x="722" y="754"/>
                  </a:cubicBezTo>
                  <a:cubicBezTo>
                    <a:pt x="0" y="2374"/>
                    <a:pt x="2134" y="3075"/>
                    <a:pt x="2134" y="3075"/>
                  </a:cubicBezTo>
                  <a:cubicBezTo>
                    <a:pt x="2134" y="3075"/>
                    <a:pt x="5597" y="1097"/>
                    <a:pt x="4429" y="687"/>
                  </a:cubicBezTo>
                  <a:cubicBezTo>
                    <a:pt x="3991" y="533"/>
                    <a:pt x="3670" y="485"/>
                    <a:pt x="3439" y="485"/>
                  </a:cubicBezTo>
                  <a:cubicBezTo>
                    <a:pt x="3052" y="485"/>
                    <a:pt x="2918" y="619"/>
                    <a:pt x="2918" y="619"/>
                  </a:cubicBezTo>
                  <a:cubicBezTo>
                    <a:pt x="2918" y="619"/>
                    <a:pt x="2299" y="0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6">
              <a:extLst>
                <a:ext uri="{FF2B5EF4-FFF2-40B4-BE49-F238E27FC236}">
                  <a16:creationId xmlns:a16="http://schemas.microsoft.com/office/drawing/2014/main" id="{D34623CF-9790-EC8F-F69C-482B5CD53BCC}"/>
                </a:ext>
              </a:extLst>
            </p:cNvPr>
            <p:cNvSpPr/>
            <p:nvPr/>
          </p:nvSpPr>
          <p:spPr>
            <a:xfrm>
              <a:off x="1093825" y="2974225"/>
              <a:ext cx="107750" cy="79200"/>
            </a:xfrm>
            <a:custGeom>
              <a:avLst/>
              <a:gdLst/>
              <a:ahLst/>
              <a:cxnLst/>
              <a:rect l="l" t="t" r="r" b="b"/>
              <a:pathLst>
                <a:path w="4310" h="3168" extrusionOk="0">
                  <a:moveTo>
                    <a:pt x="1195" y="94"/>
                  </a:moveTo>
                  <a:cubicBezTo>
                    <a:pt x="1797" y="94"/>
                    <a:pt x="2404" y="691"/>
                    <a:pt x="2415" y="702"/>
                  </a:cubicBezTo>
                  <a:cubicBezTo>
                    <a:pt x="2425" y="710"/>
                    <a:pt x="2437" y="713"/>
                    <a:pt x="2448" y="713"/>
                  </a:cubicBezTo>
                  <a:cubicBezTo>
                    <a:pt x="2459" y="713"/>
                    <a:pt x="2469" y="710"/>
                    <a:pt x="2477" y="702"/>
                  </a:cubicBezTo>
                  <a:cubicBezTo>
                    <a:pt x="2480" y="699"/>
                    <a:pt x="2611" y="580"/>
                    <a:pt x="2968" y="580"/>
                  </a:cubicBezTo>
                  <a:cubicBezTo>
                    <a:pt x="3194" y="580"/>
                    <a:pt x="3510" y="627"/>
                    <a:pt x="3941" y="780"/>
                  </a:cubicBezTo>
                  <a:cubicBezTo>
                    <a:pt x="4071" y="826"/>
                    <a:pt x="4139" y="894"/>
                    <a:pt x="4149" y="982"/>
                  </a:cubicBezTo>
                  <a:cubicBezTo>
                    <a:pt x="4196" y="1496"/>
                    <a:pt x="2384" y="2649"/>
                    <a:pt x="1657" y="3069"/>
                  </a:cubicBezTo>
                  <a:cubicBezTo>
                    <a:pt x="1506" y="3012"/>
                    <a:pt x="567" y="2654"/>
                    <a:pt x="255" y="1937"/>
                  </a:cubicBezTo>
                  <a:cubicBezTo>
                    <a:pt x="99" y="1595"/>
                    <a:pt x="115" y="1221"/>
                    <a:pt x="291" y="821"/>
                  </a:cubicBezTo>
                  <a:cubicBezTo>
                    <a:pt x="478" y="406"/>
                    <a:pt x="728" y="167"/>
                    <a:pt x="1039" y="110"/>
                  </a:cubicBezTo>
                  <a:cubicBezTo>
                    <a:pt x="1091" y="100"/>
                    <a:pt x="1143" y="94"/>
                    <a:pt x="1195" y="94"/>
                  </a:cubicBezTo>
                  <a:close/>
                  <a:moveTo>
                    <a:pt x="1201" y="0"/>
                  </a:moveTo>
                  <a:cubicBezTo>
                    <a:pt x="1142" y="0"/>
                    <a:pt x="1083" y="5"/>
                    <a:pt x="1024" y="16"/>
                  </a:cubicBezTo>
                  <a:cubicBezTo>
                    <a:pt x="676" y="79"/>
                    <a:pt x="400" y="338"/>
                    <a:pt x="203" y="785"/>
                  </a:cubicBezTo>
                  <a:cubicBezTo>
                    <a:pt x="16" y="1211"/>
                    <a:pt x="1" y="1610"/>
                    <a:pt x="167" y="1979"/>
                  </a:cubicBezTo>
                  <a:cubicBezTo>
                    <a:pt x="525" y="2789"/>
                    <a:pt x="1600" y="3152"/>
                    <a:pt x="1647" y="3168"/>
                  </a:cubicBezTo>
                  <a:lnTo>
                    <a:pt x="1662" y="3168"/>
                  </a:lnTo>
                  <a:cubicBezTo>
                    <a:pt x="1672" y="3168"/>
                    <a:pt x="1678" y="3168"/>
                    <a:pt x="1688" y="3163"/>
                  </a:cubicBezTo>
                  <a:cubicBezTo>
                    <a:pt x="1797" y="3100"/>
                    <a:pt x="4310" y="1662"/>
                    <a:pt x="4248" y="972"/>
                  </a:cubicBezTo>
                  <a:cubicBezTo>
                    <a:pt x="4232" y="842"/>
                    <a:pt x="4144" y="749"/>
                    <a:pt x="3972" y="691"/>
                  </a:cubicBezTo>
                  <a:cubicBezTo>
                    <a:pt x="3529" y="535"/>
                    <a:pt x="3202" y="486"/>
                    <a:pt x="2964" y="486"/>
                  </a:cubicBezTo>
                  <a:cubicBezTo>
                    <a:pt x="2673" y="486"/>
                    <a:pt x="2517" y="560"/>
                    <a:pt x="2451" y="603"/>
                  </a:cubicBezTo>
                  <a:cubicBezTo>
                    <a:pt x="2315" y="476"/>
                    <a:pt x="1770" y="0"/>
                    <a:pt x="1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6">
              <a:extLst>
                <a:ext uri="{FF2B5EF4-FFF2-40B4-BE49-F238E27FC236}">
                  <a16:creationId xmlns:a16="http://schemas.microsoft.com/office/drawing/2014/main" id="{21715B19-1412-37A1-E114-A87A90D90858}"/>
                </a:ext>
              </a:extLst>
            </p:cNvPr>
            <p:cNvSpPr/>
            <p:nvPr/>
          </p:nvSpPr>
          <p:spPr>
            <a:xfrm>
              <a:off x="1132650" y="2990850"/>
              <a:ext cx="22350" cy="41675"/>
            </a:xfrm>
            <a:custGeom>
              <a:avLst/>
              <a:gdLst/>
              <a:ahLst/>
              <a:cxnLst/>
              <a:rect l="l" t="t" r="r" b="b"/>
              <a:pathLst>
                <a:path w="894" h="1667" extrusionOk="0">
                  <a:moveTo>
                    <a:pt x="893" y="0"/>
                  </a:moveTo>
                  <a:cubicBezTo>
                    <a:pt x="369" y="405"/>
                    <a:pt x="47" y="1013"/>
                    <a:pt x="0" y="1667"/>
                  </a:cubicBezTo>
                  <a:lnTo>
                    <a:pt x="8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6">
              <a:extLst>
                <a:ext uri="{FF2B5EF4-FFF2-40B4-BE49-F238E27FC236}">
                  <a16:creationId xmlns:a16="http://schemas.microsoft.com/office/drawing/2014/main" id="{76182BD2-E932-7D82-82C7-4A9A3FAB99F9}"/>
                </a:ext>
              </a:extLst>
            </p:cNvPr>
            <p:cNvSpPr/>
            <p:nvPr/>
          </p:nvSpPr>
          <p:spPr>
            <a:xfrm>
              <a:off x="1131475" y="298980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1"/>
                  </a:moveTo>
                  <a:cubicBezTo>
                    <a:pt x="374" y="416"/>
                    <a:pt x="42" y="1039"/>
                    <a:pt x="0" y="1709"/>
                  </a:cubicBezTo>
                  <a:lnTo>
                    <a:pt x="99" y="1709"/>
                  </a:lnTo>
                  <a:cubicBezTo>
                    <a:pt x="146" y="1070"/>
                    <a:pt x="462" y="473"/>
                    <a:pt x="971" y="7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6">
              <a:extLst>
                <a:ext uri="{FF2B5EF4-FFF2-40B4-BE49-F238E27FC236}">
                  <a16:creationId xmlns:a16="http://schemas.microsoft.com/office/drawing/2014/main" id="{0A857679-314B-AB19-905C-A88041F31E2E}"/>
                </a:ext>
              </a:extLst>
            </p:cNvPr>
            <p:cNvSpPr/>
            <p:nvPr/>
          </p:nvSpPr>
          <p:spPr>
            <a:xfrm>
              <a:off x="1053725" y="3010575"/>
              <a:ext cx="86200" cy="76350"/>
            </a:xfrm>
            <a:custGeom>
              <a:avLst/>
              <a:gdLst/>
              <a:ahLst/>
              <a:cxnLst/>
              <a:rect l="l" t="t" r="r" b="b"/>
              <a:pathLst>
                <a:path w="3448" h="3054" extrusionOk="0">
                  <a:moveTo>
                    <a:pt x="1466" y="1"/>
                  </a:moveTo>
                  <a:cubicBezTo>
                    <a:pt x="1288" y="1"/>
                    <a:pt x="1072" y="156"/>
                    <a:pt x="821" y="603"/>
                  </a:cubicBezTo>
                  <a:cubicBezTo>
                    <a:pt x="1" y="2056"/>
                    <a:pt x="1008" y="3053"/>
                    <a:pt x="1008" y="3053"/>
                  </a:cubicBezTo>
                  <a:cubicBezTo>
                    <a:pt x="1008" y="3053"/>
                    <a:pt x="3448" y="1662"/>
                    <a:pt x="2903" y="1091"/>
                  </a:cubicBezTo>
                  <a:cubicBezTo>
                    <a:pt x="2629" y="799"/>
                    <a:pt x="2422" y="727"/>
                    <a:pt x="2284" y="727"/>
                  </a:cubicBezTo>
                  <a:cubicBezTo>
                    <a:pt x="2151" y="727"/>
                    <a:pt x="2082" y="795"/>
                    <a:pt x="2082" y="795"/>
                  </a:cubicBezTo>
                  <a:cubicBezTo>
                    <a:pt x="2082" y="795"/>
                    <a:pt x="1870" y="1"/>
                    <a:pt x="1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66">
              <a:extLst>
                <a:ext uri="{FF2B5EF4-FFF2-40B4-BE49-F238E27FC236}">
                  <a16:creationId xmlns:a16="http://schemas.microsoft.com/office/drawing/2014/main" id="{5A94F637-428F-CC7A-55A9-1FC653F06BF9}"/>
                </a:ext>
              </a:extLst>
            </p:cNvPr>
            <p:cNvSpPr/>
            <p:nvPr/>
          </p:nvSpPr>
          <p:spPr>
            <a:xfrm>
              <a:off x="1052425" y="3009350"/>
              <a:ext cx="77525" cy="78750"/>
            </a:xfrm>
            <a:custGeom>
              <a:avLst/>
              <a:gdLst/>
              <a:ahLst/>
              <a:cxnLst/>
              <a:rect l="l" t="t" r="r" b="b"/>
              <a:pathLst>
                <a:path w="3101" h="3150" extrusionOk="0">
                  <a:moveTo>
                    <a:pt x="1517" y="96"/>
                  </a:moveTo>
                  <a:lnTo>
                    <a:pt x="1543" y="101"/>
                  </a:lnTo>
                  <a:cubicBezTo>
                    <a:pt x="1885" y="143"/>
                    <a:pt x="2082" y="849"/>
                    <a:pt x="2082" y="854"/>
                  </a:cubicBezTo>
                  <a:cubicBezTo>
                    <a:pt x="2088" y="875"/>
                    <a:pt x="2098" y="885"/>
                    <a:pt x="2114" y="891"/>
                  </a:cubicBezTo>
                  <a:cubicBezTo>
                    <a:pt x="2118" y="892"/>
                    <a:pt x="2122" y="893"/>
                    <a:pt x="2127" y="893"/>
                  </a:cubicBezTo>
                  <a:cubicBezTo>
                    <a:pt x="2140" y="893"/>
                    <a:pt x="2153" y="888"/>
                    <a:pt x="2160" y="880"/>
                  </a:cubicBezTo>
                  <a:cubicBezTo>
                    <a:pt x="2207" y="843"/>
                    <a:pt x="2262" y="822"/>
                    <a:pt x="2322" y="822"/>
                  </a:cubicBezTo>
                  <a:cubicBezTo>
                    <a:pt x="2328" y="822"/>
                    <a:pt x="2335" y="823"/>
                    <a:pt x="2342" y="823"/>
                  </a:cubicBezTo>
                  <a:cubicBezTo>
                    <a:pt x="2456" y="828"/>
                    <a:pt x="2648" y="891"/>
                    <a:pt x="2918" y="1171"/>
                  </a:cubicBezTo>
                  <a:cubicBezTo>
                    <a:pt x="2970" y="1223"/>
                    <a:pt x="2996" y="1301"/>
                    <a:pt x="2981" y="1373"/>
                  </a:cubicBezTo>
                  <a:cubicBezTo>
                    <a:pt x="2898" y="1945"/>
                    <a:pt x="1314" y="2889"/>
                    <a:pt x="1065" y="3035"/>
                  </a:cubicBezTo>
                  <a:cubicBezTo>
                    <a:pt x="909" y="2869"/>
                    <a:pt x="182" y="1965"/>
                    <a:pt x="909" y="673"/>
                  </a:cubicBezTo>
                  <a:cubicBezTo>
                    <a:pt x="1127" y="294"/>
                    <a:pt x="1330" y="96"/>
                    <a:pt x="1517" y="96"/>
                  </a:cubicBezTo>
                  <a:close/>
                  <a:moveTo>
                    <a:pt x="1524" y="1"/>
                  </a:moveTo>
                  <a:cubicBezTo>
                    <a:pt x="1302" y="1"/>
                    <a:pt x="1067" y="209"/>
                    <a:pt x="831" y="626"/>
                  </a:cubicBezTo>
                  <a:cubicBezTo>
                    <a:pt x="1" y="2095"/>
                    <a:pt x="1013" y="3123"/>
                    <a:pt x="1029" y="3133"/>
                  </a:cubicBezTo>
                  <a:cubicBezTo>
                    <a:pt x="1034" y="3144"/>
                    <a:pt x="1049" y="3149"/>
                    <a:pt x="1060" y="3149"/>
                  </a:cubicBezTo>
                  <a:cubicBezTo>
                    <a:pt x="1070" y="3149"/>
                    <a:pt x="1075" y="3144"/>
                    <a:pt x="1086" y="3139"/>
                  </a:cubicBezTo>
                  <a:cubicBezTo>
                    <a:pt x="1164" y="3097"/>
                    <a:pt x="2986" y="2054"/>
                    <a:pt x="3084" y="1389"/>
                  </a:cubicBezTo>
                  <a:cubicBezTo>
                    <a:pt x="3100" y="1285"/>
                    <a:pt x="3069" y="1176"/>
                    <a:pt x="2996" y="1103"/>
                  </a:cubicBezTo>
                  <a:cubicBezTo>
                    <a:pt x="2757" y="859"/>
                    <a:pt x="2539" y="730"/>
                    <a:pt x="2347" y="730"/>
                  </a:cubicBezTo>
                  <a:cubicBezTo>
                    <a:pt x="2339" y="729"/>
                    <a:pt x="2330" y="729"/>
                    <a:pt x="2321" y="729"/>
                  </a:cubicBezTo>
                  <a:cubicBezTo>
                    <a:pt x="2264" y="729"/>
                    <a:pt x="2211" y="743"/>
                    <a:pt x="2166" y="766"/>
                  </a:cubicBezTo>
                  <a:cubicBezTo>
                    <a:pt x="2103" y="579"/>
                    <a:pt x="1906" y="44"/>
                    <a:pt x="1563" y="3"/>
                  </a:cubicBezTo>
                  <a:cubicBezTo>
                    <a:pt x="1550" y="1"/>
                    <a:pt x="1537" y="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66">
              <a:extLst>
                <a:ext uri="{FF2B5EF4-FFF2-40B4-BE49-F238E27FC236}">
                  <a16:creationId xmlns:a16="http://schemas.microsoft.com/office/drawing/2014/main" id="{86B7FDBD-8D7E-D0C0-9AA5-5D529F0D67FD}"/>
                </a:ext>
              </a:extLst>
            </p:cNvPr>
            <p:cNvSpPr/>
            <p:nvPr/>
          </p:nvSpPr>
          <p:spPr>
            <a:xfrm>
              <a:off x="1082550" y="3030425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29" y="1"/>
                  </a:moveTo>
                  <a:lnTo>
                    <a:pt x="929" y="1"/>
                  </a:lnTo>
                  <a:cubicBezTo>
                    <a:pt x="254" y="546"/>
                    <a:pt x="0" y="1481"/>
                    <a:pt x="0" y="1481"/>
                  </a:cubicBezTo>
                  <a:lnTo>
                    <a:pt x="9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6">
              <a:extLst>
                <a:ext uri="{FF2B5EF4-FFF2-40B4-BE49-F238E27FC236}">
                  <a16:creationId xmlns:a16="http://schemas.microsoft.com/office/drawing/2014/main" id="{3AE5E10F-8FA2-EC33-E246-CA039214C2B7}"/>
                </a:ext>
              </a:extLst>
            </p:cNvPr>
            <p:cNvSpPr/>
            <p:nvPr/>
          </p:nvSpPr>
          <p:spPr>
            <a:xfrm>
              <a:off x="1081375" y="3029525"/>
              <a:ext cx="25200" cy="38325"/>
            </a:xfrm>
            <a:custGeom>
              <a:avLst/>
              <a:gdLst/>
              <a:ahLst/>
              <a:cxnLst/>
              <a:rect l="l" t="t" r="r" b="b"/>
              <a:pathLst>
                <a:path w="1008" h="1533" extrusionOk="0">
                  <a:moveTo>
                    <a:pt x="945" y="1"/>
                  </a:moveTo>
                  <a:cubicBezTo>
                    <a:pt x="265" y="546"/>
                    <a:pt x="11" y="1465"/>
                    <a:pt x="0" y="1506"/>
                  </a:cubicBezTo>
                  <a:lnTo>
                    <a:pt x="94" y="1532"/>
                  </a:lnTo>
                  <a:cubicBezTo>
                    <a:pt x="94" y="1522"/>
                    <a:pt x="348" y="603"/>
                    <a:pt x="1008" y="73"/>
                  </a:cubicBezTo>
                  <a:lnTo>
                    <a:pt x="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6">
              <a:extLst>
                <a:ext uri="{FF2B5EF4-FFF2-40B4-BE49-F238E27FC236}">
                  <a16:creationId xmlns:a16="http://schemas.microsoft.com/office/drawing/2014/main" id="{67E93373-120F-3C5A-0E01-D59E0E141E0B}"/>
                </a:ext>
              </a:extLst>
            </p:cNvPr>
            <p:cNvSpPr/>
            <p:nvPr/>
          </p:nvSpPr>
          <p:spPr>
            <a:xfrm>
              <a:off x="1259175" y="2986150"/>
              <a:ext cx="81150" cy="63525"/>
            </a:xfrm>
            <a:custGeom>
              <a:avLst/>
              <a:gdLst/>
              <a:ahLst/>
              <a:cxnLst/>
              <a:rect l="l" t="t" r="r" b="b"/>
              <a:pathLst>
                <a:path w="3246" h="2541" extrusionOk="0">
                  <a:moveTo>
                    <a:pt x="1174" y="0"/>
                  </a:moveTo>
                  <a:cubicBezTo>
                    <a:pt x="598" y="0"/>
                    <a:pt x="821" y="1024"/>
                    <a:pt x="821" y="1024"/>
                  </a:cubicBezTo>
                  <a:cubicBezTo>
                    <a:pt x="821" y="1024"/>
                    <a:pt x="799" y="1017"/>
                    <a:pt x="763" y="1017"/>
                  </a:cubicBezTo>
                  <a:cubicBezTo>
                    <a:pt x="649" y="1017"/>
                    <a:pt x="390" y="1086"/>
                    <a:pt x="224" y="1663"/>
                  </a:cubicBezTo>
                  <a:cubicBezTo>
                    <a:pt x="1" y="2421"/>
                    <a:pt x="2804" y="2540"/>
                    <a:pt x="2804" y="2540"/>
                  </a:cubicBezTo>
                  <a:cubicBezTo>
                    <a:pt x="2804" y="2540"/>
                    <a:pt x="3246" y="1196"/>
                    <a:pt x="1854" y="277"/>
                  </a:cubicBezTo>
                  <a:cubicBezTo>
                    <a:pt x="1553" y="78"/>
                    <a:pt x="1333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6">
              <a:extLst>
                <a:ext uri="{FF2B5EF4-FFF2-40B4-BE49-F238E27FC236}">
                  <a16:creationId xmlns:a16="http://schemas.microsoft.com/office/drawing/2014/main" id="{30CBC980-7F0C-C80F-BEBD-495ECA296479}"/>
                </a:ext>
              </a:extLst>
            </p:cNvPr>
            <p:cNvSpPr/>
            <p:nvPr/>
          </p:nvSpPr>
          <p:spPr>
            <a:xfrm>
              <a:off x="1262825" y="2984800"/>
              <a:ext cx="78675" cy="66050"/>
            </a:xfrm>
            <a:custGeom>
              <a:avLst/>
              <a:gdLst/>
              <a:ahLst/>
              <a:cxnLst/>
              <a:rect l="l" t="t" r="r" b="b"/>
              <a:pathLst>
                <a:path w="3147" h="2642" extrusionOk="0">
                  <a:moveTo>
                    <a:pt x="1030" y="103"/>
                  </a:moveTo>
                  <a:cubicBezTo>
                    <a:pt x="1194" y="103"/>
                    <a:pt x="1415" y="191"/>
                    <a:pt x="1682" y="367"/>
                  </a:cubicBezTo>
                  <a:cubicBezTo>
                    <a:pt x="2923" y="1187"/>
                    <a:pt x="2684" y="2324"/>
                    <a:pt x="2627" y="2542"/>
                  </a:cubicBezTo>
                  <a:cubicBezTo>
                    <a:pt x="2337" y="2527"/>
                    <a:pt x="499" y="2413"/>
                    <a:pt x="161" y="1940"/>
                  </a:cubicBezTo>
                  <a:cubicBezTo>
                    <a:pt x="115" y="1883"/>
                    <a:pt x="99" y="1800"/>
                    <a:pt x="125" y="1727"/>
                  </a:cubicBezTo>
                  <a:cubicBezTo>
                    <a:pt x="234" y="1359"/>
                    <a:pt x="374" y="1213"/>
                    <a:pt x="478" y="1156"/>
                  </a:cubicBezTo>
                  <a:cubicBezTo>
                    <a:pt x="519" y="1135"/>
                    <a:pt x="566" y="1120"/>
                    <a:pt x="618" y="1120"/>
                  </a:cubicBezTo>
                  <a:cubicBezTo>
                    <a:pt x="634" y="1120"/>
                    <a:pt x="649" y="1125"/>
                    <a:pt x="665" y="1125"/>
                  </a:cubicBezTo>
                  <a:cubicBezTo>
                    <a:pt x="671" y="1128"/>
                    <a:pt x="678" y="1129"/>
                    <a:pt x="684" y="1129"/>
                  </a:cubicBezTo>
                  <a:cubicBezTo>
                    <a:pt x="713" y="1129"/>
                    <a:pt x="736" y="1102"/>
                    <a:pt x="727" y="1068"/>
                  </a:cubicBezTo>
                  <a:cubicBezTo>
                    <a:pt x="727" y="1063"/>
                    <a:pt x="571" y="346"/>
                    <a:pt x="857" y="149"/>
                  </a:cubicBezTo>
                  <a:cubicBezTo>
                    <a:pt x="904" y="118"/>
                    <a:pt x="962" y="103"/>
                    <a:pt x="1030" y="103"/>
                  </a:cubicBezTo>
                  <a:close/>
                  <a:moveTo>
                    <a:pt x="1031" y="0"/>
                  </a:moveTo>
                  <a:cubicBezTo>
                    <a:pt x="943" y="0"/>
                    <a:pt x="867" y="22"/>
                    <a:pt x="805" y="66"/>
                  </a:cubicBezTo>
                  <a:cubicBezTo>
                    <a:pt x="519" y="263"/>
                    <a:pt x="587" y="829"/>
                    <a:pt x="618" y="1021"/>
                  </a:cubicBezTo>
                  <a:cubicBezTo>
                    <a:pt x="556" y="1021"/>
                    <a:pt x="494" y="1037"/>
                    <a:pt x="436" y="1068"/>
                  </a:cubicBezTo>
                  <a:cubicBezTo>
                    <a:pt x="265" y="1161"/>
                    <a:pt x="130" y="1374"/>
                    <a:pt x="31" y="1701"/>
                  </a:cubicBezTo>
                  <a:cubicBezTo>
                    <a:pt x="0" y="1800"/>
                    <a:pt x="21" y="1909"/>
                    <a:pt x="83" y="1992"/>
                  </a:cubicBezTo>
                  <a:cubicBezTo>
                    <a:pt x="478" y="2542"/>
                    <a:pt x="2570" y="2641"/>
                    <a:pt x="2658" y="2641"/>
                  </a:cubicBezTo>
                  <a:cubicBezTo>
                    <a:pt x="2662" y="2642"/>
                    <a:pt x="2665" y="2642"/>
                    <a:pt x="2668" y="2642"/>
                  </a:cubicBezTo>
                  <a:cubicBezTo>
                    <a:pt x="2690" y="2642"/>
                    <a:pt x="2706" y="2627"/>
                    <a:pt x="2710" y="2605"/>
                  </a:cubicBezTo>
                  <a:cubicBezTo>
                    <a:pt x="2710" y="2594"/>
                    <a:pt x="3146" y="1213"/>
                    <a:pt x="1740" y="284"/>
                  </a:cubicBezTo>
                  <a:cubicBezTo>
                    <a:pt x="1452" y="95"/>
                    <a:pt x="1214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6">
              <a:extLst>
                <a:ext uri="{FF2B5EF4-FFF2-40B4-BE49-F238E27FC236}">
                  <a16:creationId xmlns:a16="http://schemas.microsoft.com/office/drawing/2014/main" id="{1C27A933-B137-6F8F-0319-1A8B8D3B481D}"/>
                </a:ext>
              </a:extLst>
            </p:cNvPr>
            <p:cNvSpPr/>
            <p:nvPr/>
          </p:nvSpPr>
          <p:spPr>
            <a:xfrm>
              <a:off x="1279700" y="3011750"/>
              <a:ext cx="37650" cy="22350"/>
            </a:xfrm>
            <a:custGeom>
              <a:avLst/>
              <a:gdLst/>
              <a:ahLst/>
              <a:cxnLst/>
              <a:rect l="l" t="t" r="r" b="b"/>
              <a:pathLst>
                <a:path w="1506" h="894" extrusionOk="0">
                  <a:moveTo>
                    <a:pt x="0" y="0"/>
                  </a:moveTo>
                  <a:lnTo>
                    <a:pt x="1506" y="893"/>
                  </a:lnTo>
                  <a:cubicBezTo>
                    <a:pt x="1506" y="893"/>
                    <a:pt x="857" y="18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66">
              <a:extLst>
                <a:ext uri="{FF2B5EF4-FFF2-40B4-BE49-F238E27FC236}">
                  <a16:creationId xmlns:a16="http://schemas.microsoft.com/office/drawing/2014/main" id="{05B1EF38-0132-368D-3954-FD49B4B516B3}"/>
                </a:ext>
              </a:extLst>
            </p:cNvPr>
            <p:cNvSpPr/>
            <p:nvPr/>
          </p:nvSpPr>
          <p:spPr>
            <a:xfrm>
              <a:off x="1279425" y="3010575"/>
              <a:ext cx="38700" cy="24300"/>
            </a:xfrm>
            <a:custGeom>
              <a:avLst/>
              <a:gdLst/>
              <a:ahLst/>
              <a:cxnLst/>
              <a:rect l="l" t="t" r="r" b="b"/>
              <a:pathLst>
                <a:path w="1548" h="972" extrusionOk="0">
                  <a:moveTo>
                    <a:pt x="22" y="1"/>
                  </a:moveTo>
                  <a:lnTo>
                    <a:pt x="1" y="94"/>
                  </a:lnTo>
                  <a:cubicBezTo>
                    <a:pt x="832" y="265"/>
                    <a:pt x="1470" y="966"/>
                    <a:pt x="1480" y="971"/>
                  </a:cubicBezTo>
                  <a:lnTo>
                    <a:pt x="1548" y="909"/>
                  </a:lnTo>
                  <a:cubicBezTo>
                    <a:pt x="1522" y="878"/>
                    <a:pt x="878" y="177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66">
              <a:extLst>
                <a:ext uri="{FF2B5EF4-FFF2-40B4-BE49-F238E27FC236}">
                  <a16:creationId xmlns:a16="http://schemas.microsoft.com/office/drawing/2014/main" id="{85BADCD4-C0ED-C26F-17FA-B63108EC03E9}"/>
                </a:ext>
              </a:extLst>
            </p:cNvPr>
            <p:cNvSpPr/>
            <p:nvPr/>
          </p:nvSpPr>
          <p:spPr>
            <a:xfrm>
              <a:off x="1158075" y="2972000"/>
              <a:ext cx="139825" cy="76900"/>
            </a:xfrm>
            <a:custGeom>
              <a:avLst/>
              <a:gdLst/>
              <a:ahLst/>
              <a:cxnLst/>
              <a:rect l="l" t="t" r="r" b="b"/>
              <a:pathLst>
                <a:path w="5593" h="3076" extrusionOk="0">
                  <a:moveTo>
                    <a:pt x="3928" y="0"/>
                  </a:moveTo>
                  <a:cubicBezTo>
                    <a:pt x="3297" y="0"/>
                    <a:pt x="2680" y="619"/>
                    <a:pt x="2680" y="619"/>
                  </a:cubicBezTo>
                  <a:cubicBezTo>
                    <a:pt x="2680" y="619"/>
                    <a:pt x="2543" y="485"/>
                    <a:pt x="2157" y="485"/>
                  </a:cubicBezTo>
                  <a:cubicBezTo>
                    <a:pt x="1925" y="485"/>
                    <a:pt x="1604" y="533"/>
                    <a:pt x="1169" y="687"/>
                  </a:cubicBezTo>
                  <a:cubicBezTo>
                    <a:pt x="1" y="1097"/>
                    <a:pt x="3463" y="3075"/>
                    <a:pt x="3463" y="3075"/>
                  </a:cubicBezTo>
                  <a:cubicBezTo>
                    <a:pt x="3463" y="3075"/>
                    <a:pt x="5592" y="2374"/>
                    <a:pt x="4876" y="754"/>
                  </a:cubicBezTo>
                  <a:cubicBezTo>
                    <a:pt x="4621" y="184"/>
                    <a:pt x="427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66">
              <a:extLst>
                <a:ext uri="{FF2B5EF4-FFF2-40B4-BE49-F238E27FC236}">
                  <a16:creationId xmlns:a16="http://schemas.microsoft.com/office/drawing/2014/main" id="{8892405D-8582-E42C-C649-0C9462ECD235}"/>
                </a:ext>
              </a:extLst>
            </p:cNvPr>
            <p:cNvSpPr/>
            <p:nvPr/>
          </p:nvSpPr>
          <p:spPr>
            <a:xfrm>
              <a:off x="1178450" y="2970750"/>
              <a:ext cx="107750" cy="79300"/>
            </a:xfrm>
            <a:custGeom>
              <a:avLst/>
              <a:gdLst/>
              <a:ahLst/>
              <a:cxnLst/>
              <a:rect l="l" t="t" r="r" b="b"/>
              <a:pathLst>
                <a:path w="4310" h="3172" extrusionOk="0">
                  <a:moveTo>
                    <a:pt x="3114" y="95"/>
                  </a:moveTo>
                  <a:cubicBezTo>
                    <a:pt x="3165" y="95"/>
                    <a:pt x="3216" y="99"/>
                    <a:pt x="3266" y="109"/>
                  </a:cubicBezTo>
                  <a:cubicBezTo>
                    <a:pt x="3578" y="171"/>
                    <a:pt x="3832" y="410"/>
                    <a:pt x="4014" y="825"/>
                  </a:cubicBezTo>
                  <a:cubicBezTo>
                    <a:pt x="4190" y="1225"/>
                    <a:pt x="4206" y="1599"/>
                    <a:pt x="4055" y="1941"/>
                  </a:cubicBezTo>
                  <a:cubicBezTo>
                    <a:pt x="3739" y="2653"/>
                    <a:pt x="2799" y="3016"/>
                    <a:pt x="2648" y="3068"/>
                  </a:cubicBezTo>
                  <a:cubicBezTo>
                    <a:pt x="1922" y="2653"/>
                    <a:pt x="115" y="1500"/>
                    <a:pt x="162" y="981"/>
                  </a:cubicBezTo>
                  <a:cubicBezTo>
                    <a:pt x="167" y="893"/>
                    <a:pt x="240" y="830"/>
                    <a:pt x="369" y="784"/>
                  </a:cubicBezTo>
                  <a:cubicBezTo>
                    <a:pt x="800" y="628"/>
                    <a:pt x="1117" y="581"/>
                    <a:pt x="1340" y="581"/>
                  </a:cubicBezTo>
                  <a:cubicBezTo>
                    <a:pt x="1693" y="581"/>
                    <a:pt x="1828" y="701"/>
                    <a:pt x="1828" y="701"/>
                  </a:cubicBezTo>
                  <a:cubicBezTo>
                    <a:pt x="1839" y="711"/>
                    <a:pt x="1850" y="716"/>
                    <a:pt x="1862" y="716"/>
                  </a:cubicBezTo>
                  <a:cubicBezTo>
                    <a:pt x="1874" y="716"/>
                    <a:pt x="1885" y="711"/>
                    <a:pt x="1896" y="701"/>
                  </a:cubicBezTo>
                  <a:cubicBezTo>
                    <a:pt x="1905" y="696"/>
                    <a:pt x="2511" y="95"/>
                    <a:pt x="3114" y="95"/>
                  </a:cubicBezTo>
                  <a:close/>
                  <a:moveTo>
                    <a:pt x="3116" y="0"/>
                  </a:moveTo>
                  <a:cubicBezTo>
                    <a:pt x="2545" y="0"/>
                    <a:pt x="1996" y="480"/>
                    <a:pt x="1859" y="607"/>
                  </a:cubicBezTo>
                  <a:cubicBezTo>
                    <a:pt x="1793" y="561"/>
                    <a:pt x="1637" y="485"/>
                    <a:pt x="1342" y="485"/>
                  </a:cubicBezTo>
                  <a:cubicBezTo>
                    <a:pt x="1104" y="485"/>
                    <a:pt x="776" y="535"/>
                    <a:pt x="333" y="690"/>
                  </a:cubicBezTo>
                  <a:cubicBezTo>
                    <a:pt x="167" y="753"/>
                    <a:pt x="73" y="846"/>
                    <a:pt x="63" y="976"/>
                  </a:cubicBezTo>
                  <a:cubicBezTo>
                    <a:pt x="1" y="1661"/>
                    <a:pt x="2513" y="3104"/>
                    <a:pt x="2623" y="3167"/>
                  </a:cubicBezTo>
                  <a:cubicBezTo>
                    <a:pt x="2628" y="3172"/>
                    <a:pt x="2638" y="3172"/>
                    <a:pt x="2648" y="3172"/>
                  </a:cubicBezTo>
                  <a:lnTo>
                    <a:pt x="2664" y="3172"/>
                  </a:lnTo>
                  <a:cubicBezTo>
                    <a:pt x="2711" y="3156"/>
                    <a:pt x="3785" y="2793"/>
                    <a:pt x="4144" y="1983"/>
                  </a:cubicBezTo>
                  <a:cubicBezTo>
                    <a:pt x="4310" y="1614"/>
                    <a:pt x="4294" y="1209"/>
                    <a:pt x="4107" y="784"/>
                  </a:cubicBezTo>
                  <a:cubicBezTo>
                    <a:pt x="3910" y="342"/>
                    <a:pt x="3630" y="83"/>
                    <a:pt x="3287" y="15"/>
                  </a:cubicBezTo>
                  <a:cubicBezTo>
                    <a:pt x="3230" y="5"/>
                    <a:pt x="3173" y="0"/>
                    <a:pt x="3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66">
              <a:extLst>
                <a:ext uri="{FF2B5EF4-FFF2-40B4-BE49-F238E27FC236}">
                  <a16:creationId xmlns:a16="http://schemas.microsoft.com/office/drawing/2014/main" id="{4C2A25FC-9E4C-C0EC-73E9-6F7C376D8EDD}"/>
                </a:ext>
              </a:extLst>
            </p:cNvPr>
            <p:cNvSpPr/>
            <p:nvPr/>
          </p:nvSpPr>
          <p:spPr>
            <a:xfrm>
              <a:off x="1225050" y="2987475"/>
              <a:ext cx="22225" cy="41675"/>
            </a:xfrm>
            <a:custGeom>
              <a:avLst/>
              <a:gdLst/>
              <a:ahLst/>
              <a:cxnLst/>
              <a:rect l="l" t="t" r="r" b="b"/>
              <a:pathLst>
                <a:path w="889" h="1667" extrusionOk="0">
                  <a:moveTo>
                    <a:pt x="1" y="0"/>
                  </a:moveTo>
                  <a:lnTo>
                    <a:pt x="888" y="1667"/>
                  </a:lnTo>
                  <a:cubicBezTo>
                    <a:pt x="847" y="1013"/>
                    <a:pt x="520" y="40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66">
              <a:extLst>
                <a:ext uri="{FF2B5EF4-FFF2-40B4-BE49-F238E27FC236}">
                  <a16:creationId xmlns:a16="http://schemas.microsoft.com/office/drawing/2014/main" id="{588FAAB1-48A6-2EED-D242-90A4F9A811B4}"/>
                </a:ext>
              </a:extLst>
            </p:cNvPr>
            <p:cNvSpPr/>
            <p:nvPr/>
          </p:nvSpPr>
          <p:spPr>
            <a:xfrm>
              <a:off x="1224275" y="2986425"/>
              <a:ext cx="24175" cy="42875"/>
            </a:xfrm>
            <a:custGeom>
              <a:avLst/>
              <a:gdLst/>
              <a:ahLst/>
              <a:cxnLst/>
              <a:rect l="l" t="t" r="r" b="b"/>
              <a:pathLst>
                <a:path w="967" h="1715" extrusionOk="0">
                  <a:moveTo>
                    <a:pt x="57" y="1"/>
                  </a:moveTo>
                  <a:lnTo>
                    <a:pt x="0" y="79"/>
                  </a:lnTo>
                  <a:cubicBezTo>
                    <a:pt x="509" y="473"/>
                    <a:pt x="826" y="1070"/>
                    <a:pt x="873" y="1714"/>
                  </a:cubicBezTo>
                  <a:lnTo>
                    <a:pt x="966" y="1709"/>
                  </a:lnTo>
                  <a:cubicBezTo>
                    <a:pt x="924" y="1039"/>
                    <a:pt x="597" y="416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66">
              <a:extLst>
                <a:ext uri="{FF2B5EF4-FFF2-40B4-BE49-F238E27FC236}">
                  <a16:creationId xmlns:a16="http://schemas.microsoft.com/office/drawing/2014/main" id="{D9E2E154-6B8B-99DA-EA16-9EE4A0879450}"/>
                </a:ext>
              </a:extLst>
            </p:cNvPr>
            <p:cNvSpPr/>
            <p:nvPr/>
          </p:nvSpPr>
          <p:spPr>
            <a:xfrm>
              <a:off x="1121350" y="2938625"/>
              <a:ext cx="142150" cy="60950"/>
            </a:xfrm>
            <a:custGeom>
              <a:avLst/>
              <a:gdLst/>
              <a:ahLst/>
              <a:cxnLst/>
              <a:rect l="l" t="t" r="r" b="b"/>
              <a:pathLst>
                <a:path w="5686" h="2438" extrusionOk="0">
                  <a:moveTo>
                    <a:pt x="1778" y="1"/>
                  </a:moveTo>
                  <a:cubicBezTo>
                    <a:pt x="1504" y="1"/>
                    <a:pt x="1220" y="109"/>
                    <a:pt x="956" y="407"/>
                  </a:cubicBezTo>
                  <a:cubicBezTo>
                    <a:pt x="0" y="1482"/>
                    <a:pt x="1984" y="2437"/>
                    <a:pt x="1984" y="2437"/>
                  </a:cubicBezTo>
                  <a:cubicBezTo>
                    <a:pt x="1984" y="2437"/>
                    <a:pt x="5685" y="1638"/>
                    <a:pt x="4600" y="1093"/>
                  </a:cubicBezTo>
                  <a:cubicBezTo>
                    <a:pt x="3964" y="773"/>
                    <a:pt x="3568" y="707"/>
                    <a:pt x="3350" y="707"/>
                  </a:cubicBezTo>
                  <a:cubicBezTo>
                    <a:pt x="3197" y="707"/>
                    <a:pt x="3131" y="740"/>
                    <a:pt x="3131" y="740"/>
                  </a:cubicBezTo>
                  <a:cubicBezTo>
                    <a:pt x="3131" y="740"/>
                    <a:pt x="2492" y="1"/>
                    <a:pt x="17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66">
              <a:extLst>
                <a:ext uri="{FF2B5EF4-FFF2-40B4-BE49-F238E27FC236}">
                  <a16:creationId xmlns:a16="http://schemas.microsoft.com/office/drawing/2014/main" id="{665EE33B-B298-3871-C7D4-135E7BB00259}"/>
                </a:ext>
              </a:extLst>
            </p:cNvPr>
            <p:cNvSpPr/>
            <p:nvPr/>
          </p:nvSpPr>
          <p:spPr>
            <a:xfrm>
              <a:off x="1136525" y="2937375"/>
              <a:ext cx="106325" cy="63500"/>
            </a:xfrm>
            <a:custGeom>
              <a:avLst/>
              <a:gdLst/>
              <a:ahLst/>
              <a:cxnLst/>
              <a:rect l="l" t="t" r="r" b="b"/>
              <a:pathLst>
                <a:path w="4253" h="2540" extrusionOk="0">
                  <a:moveTo>
                    <a:pt x="1174" y="99"/>
                  </a:moveTo>
                  <a:cubicBezTo>
                    <a:pt x="1854" y="104"/>
                    <a:pt x="2482" y="816"/>
                    <a:pt x="2488" y="826"/>
                  </a:cubicBezTo>
                  <a:cubicBezTo>
                    <a:pt x="2498" y="836"/>
                    <a:pt x="2510" y="842"/>
                    <a:pt x="2523" y="842"/>
                  </a:cubicBezTo>
                  <a:cubicBezTo>
                    <a:pt x="2530" y="842"/>
                    <a:pt x="2537" y="840"/>
                    <a:pt x="2545" y="836"/>
                  </a:cubicBezTo>
                  <a:cubicBezTo>
                    <a:pt x="2547" y="834"/>
                    <a:pt x="2606" y="809"/>
                    <a:pt x="2739" y="809"/>
                  </a:cubicBezTo>
                  <a:cubicBezTo>
                    <a:pt x="2947" y="809"/>
                    <a:pt x="3338" y="872"/>
                    <a:pt x="3972" y="1189"/>
                  </a:cubicBezTo>
                  <a:cubicBezTo>
                    <a:pt x="4092" y="1246"/>
                    <a:pt x="4149" y="1309"/>
                    <a:pt x="4144" y="1376"/>
                  </a:cubicBezTo>
                  <a:cubicBezTo>
                    <a:pt x="4097" y="1724"/>
                    <a:pt x="2477" y="2202"/>
                    <a:pt x="1382" y="2441"/>
                  </a:cubicBezTo>
                  <a:cubicBezTo>
                    <a:pt x="1252" y="2373"/>
                    <a:pt x="281" y="1859"/>
                    <a:pt x="151" y="1210"/>
                  </a:cubicBezTo>
                  <a:cubicBezTo>
                    <a:pt x="99" y="961"/>
                    <a:pt x="183" y="722"/>
                    <a:pt x="385" y="488"/>
                  </a:cubicBezTo>
                  <a:cubicBezTo>
                    <a:pt x="613" y="229"/>
                    <a:pt x="878" y="99"/>
                    <a:pt x="1169" y="99"/>
                  </a:cubicBezTo>
                  <a:close/>
                  <a:moveTo>
                    <a:pt x="1174" y="0"/>
                  </a:moveTo>
                  <a:cubicBezTo>
                    <a:pt x="852" y="0"/>
                    <a:pt x="562" y="141"/>
                    <a:pt x="312" y="426"/>
                  </a:cubicBezTo>
                  <a:cubicBezTo>
                    <a:pt x="89" y="681"/>
                    <a:pt x="1" y="951"/>
                    <a:pt x="58" y="1226"/>
                  </a:cubicBezTo>
                  <a:cubicBezTo>
                    <a:pt x="203" y="1973"/>
                    <a:pt x="1309" y="2508"/>
                    <a:pt x="1356" y="2534"/>
                  </a:cubicBezTo>
                  <a:cubicBezTo>
                    <a:pt x="1361" y="2534"/>
                    <a:pt x="1371" y="2539"/>
                    <a:pt x="1377" y="2539"/>
                  </a:cubicBezTo>
                  <a:lnTo>
                    <a:pt x="1387" y="2539"/>
                  </a:lnTo>
                  <a:cubicBezTo>
                    <a:pt x="1673" y="2477"/>
                    <a:pt x="4175" y="1921"/>
                    <a:pt x="4237" y="1387"/>
                  </a:cubicBezTo>
                  <a:cubicBezTo>
                    <a:pt x="4253" y="1278"/>
                    <a:pt x="4175" y="1184"/>
                    <a:pt x="4014" y="1101"/>
                  </a:cubicBezTo>
                  <a:cubicBezTo>
                    <a:pt x="3372" y="777"/>
                    <a:pt x="2968" y="710"/>
                    <a:pt x="2742" y="710"/>
                  </a:cubicBezTo>
                  <a:cubicBezTo>
                    <a:pt x="2642" y="710"/>
                    <a:pt x="2576" y="723"/>
                    <a:pt x="2540" y="733"/>
                  </a:cubicBezTo>
                  <a:cubicBezTo>
                    <a:pt x="2415" y="603"/>
                    <a:pt x="1833" y="6"/>
                    <a:pt x="1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66">
              <a:extLst>
                <a:ext uri="{FF2B5EF4-FFF2-40B4-BE49-F238E27FC236}">
                  <a16:creationId xmlns:a16="http://schemas.microsoft.com/office/drawing/2014/main" id="{8D0B97F0-3114-10EC-7ACF-6E29A6709EA9}"/>
                </a:ext>
              </a:extLst>
            </p:cNvPr>
            <p:cNvSpPr/>
            <p:nvPr/>
          </p:nvSpPr>
          <p:spPr>
            <a:xfrm>
              <a:off x="1170150" y="2955925"/>
              <a:ext cx="29875" cy="28600"/>
            </a:xfrm>
            <a:custGeom>
              <a:avLst/>
              <a:gdLst/>
              <a:ahLst/>
              <a:cxnLst/>
              <a:rect l="l" t="t" r="r" b="b"/>
              <a:pathLst>
                <a:path w="1195" h="1144" extrusionOk="0">
                  <a:moveTo>
                    <a:pt x="1163" y="1"/>
                  </a:moveTo>
                  <a:cubicBezTo>
                    <a:pt x="167" y="359"/>
                    <a:pt x="6" y="1091"/>
                    <a:pt x="0" y="1122"/>
                  </a:cubicBezTo>
                  <a:lnTo>
                    <a:pt x="94" y="1143"/>
                  </a:lnTo>
                  <a:cubicBezTo>
                    <a:pt x="99" y="1138"/>
                    <a:pt x="250" y="437"/>
                    <a:pt x="1195" y="94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66">
              <a:extLst>
                <a:ext uri="{FF2B5EF4-FFF2-40B4-BE49-F238E27FC236}">
                  <a16:creationId xmlns:a16="http://schemas.microsoft.com/office/drawing/2014/main" id="{C46CE4A1-8884-7826-1747-6C19BA0960E6}"/>
                </a:ext>
              </a:extLst>
            </p:cNvPr>
            <p:cNvSpPr/>
            <p:nvPr/>
          </p:nvSpPr>
          <p:spPr>
            <a:xfrm>
              <a:off x="1137950" y="3111950"/>
              <a:ext cx="43900" cy="152275"/>
            </a:xfrm>
            <a:custGeom>
              <a:avLst/>
              <a:gdLst/>
              <a:ahLst/>
              <a:cxnLst/>
              <a:rect l="l" t="t" r="r" b="b"/>
              <a:pathLst>
                <a:path w="1756" h="6091" extrusionOk="0">
                  <a:moveTo>
                    <a:pt x="89" y="0"/>
                  </a:moveTo>
                  <a:lnTo>
                    <a:pt x="1" y="37"/>
                  </a:lnTo>
                  <a:cubicBezTo>
                    <a:pt x="16" y="83"/>
                    <a:pt x="1641" y="4657"/>
                    <a:pt x="68" y="6017"/>
                  </a:cubicBezTo>
                  <a:lnTo>
                    <a:pt x="131" y="6090"/>
                  </a:lnTo>
                  <a:cubicBezTo>
                    <a:pt x="1756" y="4683"/>
                    <a:pt x="162" y="192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66">
              <a:extLst>
                <a:ext uri="{FF2B5EF4-FFF2-40B4-BE49-F238E27FC236}">
                  <a16:creationId xmlns:a16="http://schemas.microsoft.com/office/drawing/2014/main" id="{F41577E0-0CBD-A22D-4047-47ECBCD5196D}"/>
                </a:ext>
              </a:extLst>
            </p:cNvPr>
            <p:cNvSpPr/>
            <p:nvPr/>
          </p:nvSpPr>
          <p:spPr>
            <a:xfrm>
              <a:off x="1098500" y="325797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89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66">
              <a:extLst>
                <a:ext uri="{FF2B5EF4-FFF2-40B4-BE49-F238E27FC236}">
                  <a16:creationId xmlns:a16="http://schemas.microsoft.com/office/drawing/2014/main" id="{5AA5F123-BFBC-A92E-F377-B4A05ED3ACEF}"/>
                </a:ext>
              </a:extLst>
            </p:cNvPr>
            <p:cNvSpPr/>
            <p:nvPr/>
          </p:nvSpPr>
          <p:spPr>
            <a:xfrm>
              <a:off x="1097075" y="325677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9" y="723"/>
                    <a:pt x="2129" y="728"/>
                    <a:pt x="2145" y="733"/>
                  </a:cubicBezTo>
                  <a:cubicBezTo>
                    <a:pt x="2155" y="733"/>
                    <a:pt x="2171" y="733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7"/>
                    <a:pt x="717" y="484"/>
                  </a:cubicBezTo>
                  <a:cubicBezTo>
                    <a:pt x="1" y="1637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cubicBezTo>
                    <a:pt x="1288" y="2488"/>
                    <a:pt x="1298" y="2488"/>
                    <a:pt x="1304" y="2483"/>
                  </a:cubicBez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40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4"/>
                    <a:pt x="1781" y="12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66">
              <a:extLst>
                <a:ext uri="{FF2B5EF4-FFF2-40B4-BE49-F238E27FC236}">
                  <a16:creationId xmlns:a16="http://schemas.microsoft.com/office/drawing/2014/main" id="{F50A8221-5F38-935D-B9E0-70989493FDE5}"/>
                </a:ext>
              </a:extLst>
            </p:cNvPr>
            <p:cNvSpPr/>
            <p:nvPr/>
          </p:nvSpPr>
          <p:spPr>
            <a:xfrm>
              <a:off x="1130550" y="327392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66">
              <a:extLst>
                <a:ext uri="{FF2B5EF4-FFF2-40B4-BE49-F238E27FC236}">
                  <a16:creationId xmlns:a16="http://schemas.microsoft.com/office/drawing/2014/main" id="{BEAD350E-0CA3-9DEA-4C35-629625D50E21}"/>
                </a:ext>
              </a:extLst>
            </p:cNvPr>
            <p:cNvSpPr/>
            <p:nvPr/>
          </p:nvSpPr>
          <p:spPr>
            <a:xfrm>
              <a:off x="1129275" y="327287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66">
              <a:extLst>
                <a:ext uri="{FF2B5EF4-FFF2-40B4-BE49-F238E27FC236}">
                  <a16:creationId xmlns:a16="http://schemas.microsoft.com/office/drawing/2014/main" id="{022DF261-D265-F5CD-52E8-8CB7F0F803AA}"/>
                </a:ext>
              </a:extLst>
            </p:cNvPr>
            <p:cNvSpPr/>
            <p:nvPr/>
          </p:nvSpPr>
          <p:spPr>
            <a:xfrm>
              <a:off x="1084750" y="3133200"/>
              <a:ext cx="86200" cy="76250"/>
            </a:xfrm>
            <a:custGeom>
              <a:avLst/>
              <a:gdLst/>
              <a:ahLst/>
              <a:cxnLst/>
              <a:rect l="l" t="t" r="r" b="b"/>
              <a:pathLst>
                <a:path w="3448" h="3050" extrusionOk="0">
                  <a:moveTo>
                    <a:pt x="1465" y="0"/>
                  </a:moveTo>
                  <a:cubicBezTo>
                    <a:pt x="1287" y="0"/>
                    <a:pt x="1071" y="154"/>
                    <a:pt x="821" y="599"/>
                  </a:cubicBezTo>
                  <a:cubicBezTo>
                    <a:pt x="0" y="2058"/>
                    <a:pt x="1008" y="3049"/>
                    <a:pt x="1008" y="3049"/>
                  </a:cubicBezTo>
                  <a:cubicBezTo>
                    <a:pt x="1008" y="3049"/>
                    <a:pt x="3448" y="1663"/>
                    <a:pt x="2902" y="1087"/>
                  </a:cubicBezTo>
                  <a:cubicBezTo>
                    <a:pt x="2630" y="799"/>
                    <a:pt x="2424" y="727"/>
                    <a:pt x="2286" y="727"/>
                  </a:cubicBezTo>
                  <a:cubicBezTo>
                    <a:pt x="2151" y="727"/>
                    <a:pt x="2082" y="796"/>
                    <a:pt x="2082" y="796"/>
                  </a:cubicBezTo>
                  <a:cubicBezTo>
                    <a:pt x="2082" y="796"/>
                    <a:pt x="1869" y="0"/>
                    <a:pt x="1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66">
              <a:extLst>
                <a:ext uri="{FF2B5EF4-FFF2-40B4-BE49-F238E27FC236}">
                  <a16:creationId xmlns:a16="http://schemas.microsoft.com/office/drawing/2014/main" id="{1CBC6DD4-4609-261D-8D94-D94275A711F3}"/>
                </a:ext>
              </a:extLst>
            </p:cNvPr>
            <p:cNvSpPr/>
            <p:nvPr/>
          </p:nvSpPr>
          <p:spPr>
            <a:xfrm>
              <a:off x="1083450" y="3131975"/>
              <a:ext cx="77500" cy="78775"/>
            </a:xfrm>
            <a:custGeom>
              <a:avLst/>
              <a:gdLst/>
              <a:ahLst/>
              <a:cxnLst/>
              <a:rect l="l" t="t" r="r" b="b"/>
              <a:pathLst>
                <a:path w="3100" h="3151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8" y="887"/>
                    <a:pt x="2113" y="892"/>
                  </a:cubicBezTo>
                  <a:cubicBezTo>
                    <a:pt x="2117" y="893"/>
                    <a:pt x="2122" y="894"/>
                    <a:pt x="2126" y="894"/>
                  </a:cubicBezTo>
                  <a:cubicBezTo>
                    <a:pt x="2139" y="894"/>
                    <a:pt x="2152" y="888"/>
                    <a:pt x="2160" y="876"/>
                  </a:cubicBezTo>
                  <a:cubicBezTo>
                    <a:pt x="2207" y="844"/>
                    <a:pt x="2262" y="823"/>
                    <a:pt x="2318" y="823"/>
                  </a:cubicBezTo>
                  <a:cubicBezTo>
                    <a:pt x="2324" y="823"/>
                    <a:pt x="2330" y="824"/>
                    <a:pt x="2337" y="824"/>
                  </a:cubicBezTo>
                  <a:cubicBezTo>
                    <a:pt x="2456" y="829"/>
                    <a:pt x="2648" y="892"/>
                    <a:pt x="2918" y="1172"/>
                  </a:cubicBezTo>
                  <a:cubicBezTo>
                    <a:pt x="2970" y="1224"/>
                    <a:pt x="2996" y="1297"/>
                    <a:pt x="2980" y="1375"/>
                  </a:cubicBezTo>
                  <a:cubicBezTo>
                    <a:pt x="2897" y="1946"/>
                    <a:pt x="1314" y="2891"/>
                    <a:pt x="1065" y="3036"/>
                  </a:cubicBezTo>
                  <a:cubicBezTo>
                    <a:pt x="909" y="2870"/>
                    <a:pt x="182" y="1961"/>
                    <a:pt x="909" y="674"/>
                  </a:cubicBezTo>
                  <a:cubicBezTo>
                    <a:pt x="1122" y="295"/>
                    <a:pt x="1329" y="97"/>
                    <a:pt x="1511" y="97"/>
                  </a:cubicBezTo>
                  <a:close/>
                  <a:moveTo>
                    <a:pt x="1516" y="1"/>
                  </a:moveTo>
                  <a:cubicBezTo>
                    <a:pt x="1292" y="1"/>
                    <a:pt x="1064" y="209"/>
                    <a:pt x="831" y="622"/>
                  </a:cubicBezTo>
                  <a:cubicBezTo>
                    <a:pt x="0" y="2096"/>
                    <a:pt x="1013" y="3124"/>
                    <a:pt x="1023" y="3135"/>
                  </a:cubicBezTo>
                  <a:cubicBezTo>
                    <a:pt x="1034" y="3140"/>
                    <a:pt x="1044" y="3145"/>
                    <a:pt x="1060" y="3150"/>
                  </a:cubicBezTo>
                  <a:cubicBezTo>
                    <a:pt x="1070" y="3145"/>
                    <a:pt x="1075" y="3145"/>
                    <a:pt x="1085" y="3140"/>
                  </a:cubicBezTo>
                  <a:cubicBezTo>
                    <a:pt x="1163" y="3098"/>
                    <a:pt x="2980" y="2055"/>
                    <a:pt x="3079" y="1390"/>
                  </a:cubicBezTo>
                  <a:cubicBezTo>
                    <a:pt x="3100" y="1286"/>
                    <a:pt x="3069" y="1177"/>
                    <a:pt x="2991" y="1105"/>
                  </a:cubicBezTo>
                  <a:cubicBezTo>
                    <a:pt x="2757" y="855"/>
                    <a:pt x="2539" y="726"/>
                    <a:pt x="2342" y="726"/>
                  </a:cubicBezTo>
                  <a:cubicBezTo>
                    <a:pt x="2280" y="726"/>
                    <a:pt x="2217" y="741"/>
                    <a:pt x="2160" y="767"/>
                  </a:cubicBezTo>
                  <a:cubicBezTo>
                    <a:pt x="2103" y="580"/>
                    <a:pt x="1906" y="46"/>
                    <a:pt x="1563" y="4"/>
                  </a:cubicBezTo>
                  <a:cubicBezTo>
                    <a:pt x="1548" y="2"/>
                    <a:pt x="1532" y="1"/>
                    <a:pt x="1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66">
              <a:extLst>
                <a:ext uri="{FF2B5EF4-FFF2-40B4-BE49-F238E27FC236}">
                  <a16:creationId xmlns:a16="http://schemas.microsoft.com/office/drawing/2014/main" id="{BFF7158F-3C6B-03D4-27E0-D09521D1481C}"/>
                </a:ext>
              </a:extLst>
            </p:cNvPr>
            <p:cNvSpPr/>
            <p:nvPr/>
          </p:nvSpPr>
          <p:spPr>
            <a:xfrm>
              <a:off x="1113550" y="3153100"/>
              <a:ext cx="23275" cy="37000"/>
            </a:xfrm>
            <a:custGeom>
              <a:avLst/>
              <a:gdLst/>
              <a:ahLst/>
              <a:cxnLst/>
              <a:rect l="l" t="t" r="r" b="b"/>
              <a:pathLst>
                <a:path w="931" h="1480" extrusionOk="0">
                  <a:moveTo>
                    <a:pt x="930" y="0"/>
                  </a:moveTo>
                  <a:lnTo>
                    <a:pt x="930" y="0"/>
                  </a:lnTo>
                  <a:cubicBezTo>
                    <a:pt x="250" y="545"/>
                    <a:pt x="1" y="1480"/>
                    <a:pt x="1" y="1480"/>
                  </a:cubicBezTo>
                  <a:lnTo>
                    <a:pt x="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66">
              <a:extLst>
                <a:ext uri="{FF2B5EF4-FFF2-40B4-BE49-F238E27FC236}">
                  <a16:creationId xmlns:a16="http://schemas.microsoft.com/office/drawing/2014/main" id="{BA322A30-0F0F-F52D-C48A-94304E1A9705}"/>
                </a:ext>
              </a:extLst>
            </p:cNvPr>
            <p:cNvSpPr/>
            <p:nvPr/>
          </p:nvSpPr>
          <p:spPr>
            <a:xfrm>
              <a:off x="1112250" y="3152175"/>
              <a:ext cx="25225" cy="38200"/>
            </a:xfrm>
            <a:custGeom>
              <a:avLst/>
              <a:gdLst/>
              <a:ahLst/>
              <a:cxnLst/>
              <a:rect l="l" t="t" r="r" b="b"/>
              <a:pathLst>
                <a:path w="1009" h="1528" extrusionOk="0">
                  <a:moveTo>
                    <a:pt x="951" y="1"/>
                  </a:moveTo>
                  <a:cubicBezTo>
                    <a:pt x="266" y="546"/>
                    <a:pt x="11" y="1465"/>
                    <a:pt x="1" y="1501"/>
                  </a:cubicBezTo>
                  <a:lnTo>
                    <a:pt x="100" y="1527"/>
                  </a:lnTo>
                  <a:cubicBezTo>
                    <a:pt x="100" y="1522"/>
                    <a:pt x="354" y="603"/>
                    <a:pt x="1008" y="73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66">
              <a:extLst>
                <a:ext uri="{FF2B5EF4-FFF2-40B4-BE49-F238E27FC236}">
                  <a16:creationId xmlns:a16="http://schemas.microsoft.com/office/drawing/2014/main" id="{EFF9CDF8-A727-EA3C-0586-7E541F831B2A}"/>
                </a:ext>
              </a:extLst>
            </p:cNvPr>
            <p:cNvSpPr/>
            <p:nvPr/>
          </p:nvSpPr>
          <p:spPr>
            <a:xfrm>
              <a:off x="1055675" y="3106400"/>
              <a:ext cx="74525" cy="58425"/>
            </a:xfrm>
            <a:custGeom>
              <a:avLst/>
              <a:gdLst/>
              <a:ahLst/>
              <a:cxnLst/>
              <a:rect l="l" t="t" r="r" b="b"/>
              <a:pathLst>
                <a:path w="2981" h="2337" extrusionOk="0">
                  <a:moveTo>
                    <a:pt x="2140" y="1"/>
                  </a:moveTo>
                  <a:cubicBezTo>
                    <a:pt x="1989" y="1"/>
                    <a:pt x="1784" y="53"/>
                    <a:pt x="1511" y="181"/>
                  </a:cubicBezTo>
                  <a:cubicBezTo>
                    <a:pt x="0" y="887"/>
                    <a:pt x="234" y="2283"/>
                    <a:pt x="234" y="2283"/>
                  </a:cubicBezTo>
                  <a:cubicBezTo>
                    <a:pt x="234" y="2283"/>
                    <a:pt x="741" y="2336"/>
                    <a:pt x="1314" y="2336"/>
                  </a:cubicBezTo>
                  <a:cubicBezTo>
                    <a:pt x="2087" y="2336"/>
                    <a:pt x="2981" y="2240"/>
                    <a:pt x="2918" y="1790"/>
                  </a:cubicBezTo>
                  <a:cubicBezTo>
                    <a:pt x="2824" y="1119"/>
                    <a:pt x="2522" y="1073"/>
                    <a:pt x="2440" y="1073"/>
                  </a:cubicBezTo>
                  <a:cubicBezTo>
                    <a:pt x="2427" y="1073"/>
                    <a:pt x="2420" y="1074"/>
                    <a:pt x="2420" y="1074"/>
                  </a:cubicBezTo>
                  <a:cubicBezTo>
                    <a:pt x="2420" y="1074"/>
                    <a:pt x="2824" y="1"/>
                    <a:pt x="2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66">
              <a:extLst>
                <a:ext uri="{FF2B5EF4-FFF2-40B4-BE49-F238E27FC236}">
                  <a16:creationId xmlns:a16="http://schemas.microsoft.com/office/drawing/2014/main" id="{FF976A27-8F5A-A9EA-1BD1-AA6944FC3777}"/>
                </a:ext>
              </a:extLst>
            </p:cNvPr>
            <p:cNvSpPr/>
            <p:nvPr/>
          </p:nvSpPr>
          <p:spPr>
            <a:xfrm>
              <a:off x="1054625" y="3105325"/>
              <a:ext cx="75575" cy="60775"/>
            </a:xfrm>
            <a:custGeom>
              <a:avLst/>
              <a:gdLst/>
              <a:ahLst/>
              <a:cxnLst/>
              <a:rect l="l" t="t" r="r" b="b"/>
              <a:pathLst>
                <a:path w="3023" h="2431" extrusionOk="0">
                  <a:moveTo>
                    <a:pt x="2178" y="95"/>
                  </a:moveTo>
                  <a:cubicBezTo>
                    <a:pt x="2280" y="95"/>
                    <a:pt x="2360" y="120"/>
                    <a:pt x="2415" y="172"/>
                  </a:cubicBezTo>
                  <a:cubicBezTo>
                    <a:pt x="2669" y="405"/>
                    <a:pt x="2410" y="1096"/>
                    <a:pt x="2410" y="1101"/>
                  </a:cubicBezTo>
                  <a:cubicBezTo>
                    <a:pt x="2405" y="1117"/>
                    <a:pt x="2410" y="1137"/>
                    <a:pt x="2420" y="1148"/>
                  </a:cubicBezTo>
                  <a:cubicBezTo>
                    <a:pt x="2431" y="1163"/>
                    <a:pt x="2446" y="1169"/>
                    <a:pt x="2467" y="1169"/>
                  </a:cubicBezTo>
                  <a:cubicBezTo>
                    <a:pt x="2473" y="1168"/>
                    <a:pt x="2479" y="1168"/>
                    <a:pt x="2486" y="1168"/>
                  </a:cubicBezTo>
                  <a:cubicBezTo>
                    <a:pt x="2542" y="1168"/>
                    <a:pt x="2597" y="1188"/>
                    <a:pt x="2643" y="1226"/>
                  </a:cubicBezTo>
                  <a:cubicBezTo>
                    <a:pt x="2737" y="1298"/>
                    <a:pt x="2856" y="1459"/>
                    <a:pt x="2908" y="1844"/>
                  </a:cubicBezTo>
                  <a:cubicBezTo>
                    <a:pt x="2924" y="1916"/>
                    <a:pt x="2898" y="1994"/>
                    <a:pt x="2846" y="2046"/>
                  </a:cubicBezTo>
                  <a:cubicBezTo>
                    <a:pt x="2621" y="2276"/>
                    <a:pt x="1957" y="2333"/>
                    <a:pt x="1361" y="2333"/>
                  </a:cubicBezTo>
                  <a:cubicBezTo>
                    <a:pt x="882" y="2333"/>
                    <a:pt x="447" y="2296"/>
                    <a:pt x="318" y="2285"/>
                  </a:cubicBezTo>
                  <a:lnTo>
                    <a:pt x="318" y="2280"/>
                  </a:lnTo>
                  <a:cubicBezTo>
                    <a:pt x="292" y="2056"/>
                    <a:pt x="224" y="893"/>
                    <a:pt x="1569" y="270"/>
                  </a:cubicBezTo>
                  <a:cubicBezTo>
                    <a:pt x="1817" y="154"/>
                    <a:pt x="2023" y="95"/>
                    <a:pt x="2178" y="95"/>
                  </a:cubicBezTo>
                  <a:close/>
                  <a:moveTo>
                    <a:pt x="2176" y="0"/>
                  </a:moveTo>
                  <a:cubicBezTo>
                    <a:pt x="2006" y="0"/>
                    <a:pt x="1790" y="61"/>
                    <a:pt x="1527" y="182"/>
                  </a:cubicBezTo>
                  <a:cubicBezTo>
                    <a:pt x="1" y="893"/>
                    <a:pt x="229" y="2321"/>
                    <a:pt x="229" y="2337"/>
                  </a:cubicBezTo>
                  <a:cubicBezTo>
                    <a:pt x="229" y="2358"/>
                    <a:pt x="250" y="2373"/>
                    <a:pt x="271" y="2373"/>
                  </a:cubicBezTo>
                  <a:cubicBezTo>
                    <a:pt x="312" y="2378"/>
                    <a:pt x="800" y="2430"/>
                    <a:pt x="1356" y="2430"/>
                  </a:cubicBezTo>
                  <a:cubicBezTo>
                    <a:pt x="1974" y="2430"/>
                    <a:pt x="2669" y="2363"/>
                    <a:pt x="2913" y="2119"/>
                  </a:cubicBezTo>
                  <a:cubicBezTo>
                    <a:pt x="2991" y="2041"/>
                    <a:pt x="3022" y="1937"/>
                    <a:pt x="3007" y="1833"/>
                  </a:cubicBezTo>
                  <a:cubicBezTo>
                    <a:pt x="2960" y="1496"/>
                    <a:pt x="2856" y="1267"/>
                    <a:pt x="2701" y="1148"/>
                  </a:cubicBezTo>
                  <a:cubicBezTo>
                    <a:pt x="2649" y="1112"/>
                    <a:pt x="2592" y="1086"/>
                    <a:pt x="2529" y="1075"/>
                  </a:cubicBezTo>
                  <a:cubicBezTo>
                    <a:pt x="2586" y="883"/>
                    <a:pt x="2737" y="338"/>
                    <a:pt x="2482" y="104"/>
                  </a:cubicBezTo>
                  <a:cubicBezTo>
                    <a:pt x="2406" y="35"/>
                    <a:pt x="2304" y="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66">
              <a:extLst>
                <a:ext uri="{FF2B5EF4-FFF2-40B4-BE49-F238E27FC236}">
                  <a16:creationId xmlns:a16="http://schemas.microsoft.com/office/drawing/2014/main" id="{7105894C-B4B6-E05A-B49D-2C22D47DDB95}"/>
                </a:ext>
              </a:extLst>
            </p:cNvPr>
            <p:cNvSpPr/>
            <p:nvPr/>
          </p:nvSpPr>
          <p:spPr>
            <a:xfrm>
              <a:off x="1075650" y="3133225"/>
              <a:ext cx="40525" cy="16650"/>
            </a:xfrm>
            <a:custGeom>
              <a:avLst/>
              <a:gdLst/>
              <a:ahLst/>
              <a:cxnLst/>
              <a:rect l="l" t="t" r="r" b="b"/>
              <a:pathLst>
                <a:path w="1621" h="666" extrusionOk="0">
                  <a:moveTo>
                    <a:pt x="1621" y="1"/>
                  </a:moveTo>
                  <a:lnTo>
                    <a:pt x="1621" y="1"/>
                  </a:lnTo>
                  <a:cubicBezTo>
                    <a:pt x="749" y="53"/>
                    <a:pt x="1" y="665"/>
                    <a:pt x="1" y="665"/>
                  </a:cubicBezTo>
                  <a:lnTo>
                    <a:pt x="16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66">
              <a:extLst>
                <a:ext uri="{FF2B5EF4-FFF2-40B4-BE49-F238E27FC236}">
                  <a16:creationId xmlns:a16="http://schemas.microsoft.com/office/drawing/2014/main" id="{32553B15-239D-F85E-9FA6-25AF7AEF7097}"/>
                </a:ext>
              </a:extLst>
            </p:cNvPr>
            <p:cNvSpPr/>
            <p:nvPr/>
          </p:nvSpPr>
          <p:spPr>
            <a:xfrm>
              <a:off x="1074875" y="3132050"/>
              <a:ext cx="41300" cy="18725"/>
            </a:xfrm>
            <a:custGeom>
              <a:avLst/>
              <a:gdLst/>
              <a:ahLst/>
              <a:cxnLst/>
              <a:rect l="l" t="t" r="r" b="b"/>
              <a:pathLst>
                <a:path w="1652" h="749" extrusionOk="0">
                  <a:moveTo>
                    <a:pt x="1647" y="1"/>
                  </a:moveTo>
                  <a:cubicBezTo>
                    <a:pt x="774" y="48"/>
                    <a:pt x="32" y="645"/>
                    <a:pt x="1" y="671"/>
                  </a:cubicBezTo>
                  <a:lnTo>
                    <a:pt x="63" y="749"/>
                  </a:lnTo>
                  <a:cubicBezTo>
                    <a:pt x="73" y="743"/>
                    <a:pt x="811" y="146"/>
                    <a:pt x="1652" y="94"/>
                  </a:cubicBez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66">
              <a:extLst>
                <a:ext uri="{FF2B5EF4-FFF2-40B4-BE49-F238E27FC236}">
                  <a16:creationId xmlns:a16="http://schemas.microsoft.com/office/drawing/2014/main" id="{8A8F38FB-794C-7AF4-A62A-8D582FCA4500}"/>
                </a:ext>
              </a:extLst>
            </p:cNvPr>
            <p:cNvSpPr/>
            <p:nvPr/>
          </p:nvSpPr>
          <p:spPr>
            <a:xfrm>
              <a:off x="1069300" y="3076675"/>
              <a:ext cx="109050" cy="59825"/>
            </a:xfrm>
            <a:custGeom>
              <a:avLst/>
              <a:gdLst/>
              <a:ahLst/>
              <a:cxnLst/>
              <a:rect l="l" t="t" r="r" b="b"/>
              <a:pathLst>
                <a:path w="4362" h="2393" extrusionOk="0">
                  <a:moveTo>
                    <a:pt x="3061" y="1"/>
                  </a:moveTo>
                  <a:cubicBezTo>
                    <a:pt x="2569" y="1"/>
                    <a:pt x="2088" y="482"/>
                    <a:pt x="2088" y="482"/>
                  </a:cubicBezTo>
                  <a:cubicBezTo>
                    <a:pt x="2088" y="482"/>
                    <a:pt x="1983" y="380"/>
                    <a:pt x="1686" y="380"/>
                  </a:cubicBezTo>
                  <a:cubicBezTo>
                    <a:pt x="1505" y="380"/>
                    <a:pt x="1253" y="417"/>
                    <a:pt x="909" y="539"/>
                  </a:cubicBezTo>
                  <a:cubicBezTo>
                    <a:pt x="1" y="856"/>
                    <a:pt x="2695" y="2393"/>
                    <a:pt x="2695" y="2393"/>
                  </a:cubicBezTo>
                  <a:cubicBezTo>
                    <a:pt x="2695" y="2393"/>
                    <a:pt x="4362" y="1847"/>
                    <a:pt x="3801" y="591"/>
                  </a:cubicBezTo>
                  <a:cubicBezTo>
                    <a:pt x="3602" y="145"/>
                    <a:pt x="3330" y="1"/>
                    <a:pt x="3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66">
              <a:extLst>
                <a:ext uri="{FF2B5EF4-FFF2-40B4-BE49-F238E27FC236}">
                  <a16:creationId xmlns:a16="http://schemas.microsoft.com/office/drawing/2014/main" id="{093E7A04-405A-E18D-6380-2811BEBDA3A9}"/>
                </a:ext>
              </a:extLst>
            </p:cNvPr>
            <p:cNvSpPr/>
            <p:nvPr/>
          </p:nvSpPr>
          <p:spPr>
            <a:xfrm>
              <a:off x="1085125" y="3075525"/>
              <a:ext cx="84275" cy="62200"/>
            </a:xfrm>
            <a:custGeom>
              <a:avLst/>
              <a:gdLst/>
              <a:ahLst/>
              <a:cxnLst/>
              <a:rect l="l" t="t" r="r" b="b"/>
              <a:pathLst>
                <a:path w="3371" h="2488" extrusionOk="0">
                  <a:moveTo>
                    <a:pt x="2431" y="97"/>
                  </a:moveTo>
                  <a:cubicBezTo>
                    <a:pt x="2471" y="97"/>
                    <a:pt x="2511" y="100"/>
                    <a:pt x="2550" y="107"/>
                  </a:cubicBezTo>
                  <a:cubicBezTo>
                    <a:pt x="2789" y="154"/>
                    <a:pt x="2981" y="336"/>
                    <a:pt x="3121" y="658"/>
                  </a:cubicBezTo>
                  <a:cubicBezTo>
                    <a:pt x="3261" y="964"/>
                    <a:pt x="3272" y="1255"/>
                    <a:pt x="3152" y="1520"/>
                  </a:cubicBezTo>
                  <a:cubicBezTo>
                    <a:pt x="2913" y="2065"/>
                    <a:pt x="2202" y="2340"/>
                    <a:pt x="2072" y="2387"/>
                  </a:cubicBezTo>
                  <a:cubicBezTo>
                    <a:pt x="1506" y="2065"/>
                    <a:pt x="110" y="1172"/>
                    <a:pt x="141" y="777"/>
                  </a:cubicBezTo>
                  <a:cubicBezTo>
                    <a:pt x="151" y="715"/>
                    <a:pt x="198" y="668"/>
                    <a:pt x="297" y="632"/>
                  </a:cubicBezTo>
                  <a:cubicBezTo>
                    <a:pt x="536" y="538"/>
                    <a:pt x="790" y="486"/>
                    <a:pt x="1050" y="476"/>
                  </a:cubicBezTo>
                  <a:cubicBezTo>
                    <a:pt x="1320" y="476"/>
                    <a:pt x="1423" y="564"/>
                    <a:pt x="1423" y="564"/>
                  </a:cubicBezTo>
                  <a:cubicBezTo>
                    <a:pt x="1434" y="572"/>
                    <a:pt x="1445" y="576"/>
                    <a:pt x="1457" y="576"/>
                  </a:cubicBezTo>
                  <a:cubicBezTo>
                    <a:pt x="1469" y="576"/>
                    <a:pt x="1481" y="572"/>
                    <a:pt x="1491" y="564"/>
                  </a:cubicBezTo>
                  <a:cubicBezTo>
                    <a:pt x="1496" y="564"/>
                    <a:pt x="1964" y="97"/>
                    <a:pt x="2431" y="97"/>
                  </a:cubicBezTo>
                  <a:close/>
                  <a:moveTo>
                    <a:pt x="2423" y="1"/>
                  </a:moveTo>
                  <a:cubicBezTo>
                    <a:pt x="1985" y="1"/>
                    <a:pt x="1572" y="358"/>
                    <a:pt x="1455" y="466"/>
                  </a:cubicBezTo>
                  <a:cubicBezTo>
                    <a:pt x="1398" y="432"/>
                    <a:pt x="1275" y="378"/>
                    <a:pt x="1055" y="378"/>
                  </a:cubicBezTo>
                  <a:cubicBezTo>
                    <a:pt x="868" y="378"/>
                    <a:pt x="611" y="417"/>
                    <a:pt x="266" y="538"/>
                  </a:cubicBezTo>
                  <a:cubicBezTo>
                    <a:pt x="131" y="585"/>
                    <a:pt x="53" y="663"/>
                    <a:pt x="48" y="767"/>
                  </a:cubicBezTo>
                  <a:cubicBezTo>
                    <a:pt x="1" y="1302"/>
                    <a:pt x="1834" y="2361"/>
                    <a:pt x="2041" y="2480"/>
                  </a:cubicBezTo>
                  <a:cubicBezTo>
                    <a:pt x="2049" y="2484"/>
                    <a:pt x="2053" y="2487"/>
                    <a:pt x="2059" y="2487"/>
                  </a:cubicBezTo>
                  <a:cubicBezTo>
                    <a:pt x="2062" y="2487"/>
                    <a:pt x="2064" y="2487"/>
                    <a:pt x="2067" y="2485"/>
                  </a:cubicBezTo>
                  <a:cubicBezTo>
                    <a:pt x="2069" y="2487"/>
                    <a:pt x="2071" y="2488"/>
                    <a:pt x="2072" y="2488"/>
                  </a:cubicBezTo>
                  <a:cubicBezTo>
                    <a:pt x="2076" y="2488"/>
                    <a:pt x="2079" y="2485"/>
                    <a:pt x="2083" y="2485"/>
                  </a:cubicBezTo>
                  <a:cubicBezTo>
                    <a:pt x="2119" y="2475"/>
                    <a:pt x="2960" y="2189"/>
                    <a:pt x="3241" y="1556"/>
                  </a:cubicBezTo>
                  <a:cubicBezTo>
                    <a:pt x="3370" y="1265"/>
                    <a:pt x="3360" y="948"/>
                    <a:pt x="3209" y="616"/>
                  </a:cubicBezTo>
                  <a:cubicBezTo>
                    <a:pt x="3054" y="268"/>
                    <a:pt x="2836" y="61"/>
                    <a:pt x="2566" y="14"/>
                  </a:cubicBezTo>
                  <a:cubicBezTo>
                    <a:pt x="2518" y="5"/>
                    <a:pt x="2470" y="1"/>
                    <a:pt x="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66">
              <a:extLst>
                <a:ext uri="{FF2B5EF4-FFF2-40B4-BE49-F238E27FC236}">
                  <a16:creationId xmlns:a16="http://schemas.microsoft.com/office/drawing/2014/main" id="{9DFEC534-9504-0025-D6D8-55407AB9DB8A}"/>
                </a:ext>
              </a:extLst>
            </p:cNvPr>
            <p:cNvSpPr/>
            <p:nvPr/>
          </p:nvSpPr>
          <p:spPr>
            <a:xfrm>
              <a:off x="1121475" y="3088700"/>
              <a:ext cx="17425" cy="32475"/>
            </a:xfrm>
            <a:custGeom>
              <a:avLst/>
              <a:gdLst/>
              <a:ahLst/>
              <a:cxnLst/>
              <a:rect l="l" t="t" r="r" b="b"/>
              <a:pathLst>
                <a:path w="697" h="1299" extrusionOk="0">
                  <a:moveTo>
                    <a:pt x="1" y="1"/>
                  </a:moveTo>
                  <a:lnTo>
                    <a:pt x="696" y="1299"/>
                  </a:lnTo>
                  <a:cubicBezTo>
                    <a:pt x="660" y="790"/>
                    <a:pt x="411" y="31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66">
              <a:extLst>
                <a:ext uri="{FF2B5EF4-FFF2-40B4-BE49-F238E27FC236}">
                  <a16:creationId xmlns:a16="http://schemas.microsoft.com/office/drawing/2014/main" id="{FE7E553C-7EF8-60FF-7D17-2F396ED1038B}"/>
                </a:ext>
              </a:extLst>
            </p:cNvPr>
            <p:cNvSpPr/>
            <p:nvPr/>
          </p:nvSpPr>
          <p:spPr>
            <a:xfrm>
              <a:off x="1120825" y="3087800"/>
              <a:ext cx="19375" cy="33375"/>
            </a:xfrm>
            <a:custGeom>
              <a:avLst/>
              <a:gdLst/>
              <a:ahLst/>
              <a:cxnLst/>
              <a:rect l="l" t="t" r="r" b="b"/>
              <a:pathLst>
                <a:path w="775" h="1335" extrusionOk="0">
                  <a:moveTo>
                    <a:pt x="63" y="1"/>
                  </a:moveTo>
                  <a:lnTo>
                    <a:pt x="1" y="73"/>
                  </a:lnTo>
                  <a:cubicBezTo>
                    <a:pt x="395" y="385"/>
                    <a:pt x="639" y="842"/>
                    <a:pt x="676" y="1335"/>
                  </a:cubicBezTo>
                  <a:lnTo>
                    <a:pt x="774" y="1335"/>
                  </a:lnTo>
                  <a:cubicBezTo>
                    <a:pt x="743" y="811"/>
                    <a:pt x="483" y="323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66">
              <a:extLst>
                <a:ext uri="{FF2B5EF4-FFF2-40B4-BE49-F238E27FC236}">
                  <a16:creationId xmlns:a16="http://schemas.microsoft.com/office/drawing/2014/main" id="{BA479A7E-B164-1C5E-8890-E3BE536A68DB}"/>
                </a:ext>
              </a:extLst>
            </p:cNvPr>
            <p:cNvSpPr/>
            <p:nvPr/>
          </p:nvSpPr>
          <p:spPr>
            <a:xfrm>
              <a:off x="1127825" y="3164900"/>
              <a:ext cx="30550" cy="69200"/>
            </a:xfrm>
            <a:custGeom>
              <a:avLst/>
              <a:gdLst/>
              <a:ahLst/>
              <a:cxnLst/>
              <a:rect l="l" t="t" r="r" b="b"/>
              <a:pathLst>
                <a:path w="1222" h="2768" extrusionOk="0">
                  <a:moveTo>
                    <a:pt x="1138" y="0"/>
                  </a:moveTo>
                  <a:cubicBezTo>
                    <a:pt x="1091" y="73"/>
                    <a:pt x="1" y="1812"/>
                    <a:pt x="323" y="2768"/>
                  </a:cubicBezTo>
                  <a:lnTo>
                    <a:pt x="416" y="2736"/>
                  </a:lnTo>
                  <a:cubicBezTo>
                    <a:pt x="105" y="1823"/>
                    <a:pt x="1211" y="73"/>
                    <a:pt x="1221" y="52"/>
                  </a:cubicBezTo>
                  <a:lnTo>
                    <a:pt x="11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66">
              <a:extLst>
                <a:ext uri="{FF2B5EF4-FFF2-40B4-BE49-F238E27FC236}">
                  <a16:creationId xmlns:a16="http://schemas.microsoft.com/office/drawing/2014/main" id="{165B56BA-74DD-5974-45B1-922202ACD481}"/>
                </a:ext>
              </a:extLst>
            </p:cNvPr>
            <p:cNvSpPr/>
            <p:nvPr/>
          </p:nvSpPr>
          <p:spPr>
            <a:xfrm>
              <a:off x="1093175" y="3304900"/>
              <a:ext cx="86350" cy="76250"/>
            </a:xfrm>
            <a:custGeom>
              <a:avLst/>
              <a:gdLst/>
              <a:ahLst/>
              <a:cxnLst/>
              <a:rect l="l" t="t" r="r" b="b"/>
              <a:pathLst>
                <a:path w="3454" h="3050" extrusionOk="0">
                  <a:moveTo>
                    <a:pt x="1465" y="1"/>
                  </a:moveTo>
                  <a:cubicBezTo>
                    <a:pt x="1287" y="1"/>
                    <a:pt x="1072" y="155"/>
                    <a:pt x="821" y="599"/>
                  </a:cubicBezTo>
                  <a:cubicBezTo>
                    <a:pt x="1" y="2058"/>
                    <a:pt x="1013" y="3050"/>
                    <a:pt x="1013" y="3050"/>
                  </a:cubicBezTo>
                  <a:cubicBezTo>
                    <a:pt x="1013" y="3050"/>
                    <a:pt x="3453" y="1664"/>
                    <a:pt x="2908" y="1087"/>
                  </a:cubicBezTo>
                  <a:cubicBezTo>
                    <a:pt x="2633" y="799"/>
                    <a:pt x="2425" y="728"/>
                    <a:pt x="2287" y="728"/>
                  </a:cubicBezTo>
                  <a:cubicBezTo>
                    <a:pt x="2151" y="728"/>
                    <a:pt x="2083" y="797"/>
                    <a:pt x="2083" y="797"/>
                  </a:cubicBezTo>
                  <a:cubicBezTo>
                    <a:pt x="2083" y="797"/>
                    <a:pt x="1870" y="1"/>
                    <a:pt x="1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6">
              <a:extLst>
                <a:ext uri="{FF2B5EF4-FFF2-40B4-BE49-F238E27FC236}">
                  <a16:creationId xmlns:a16="http://schemas.microsoft.com/office/drawing/2014/main" id="{23798CF8-481B-72AC-6E0D-18BEB17583FD}"/>
                </a:ext>
              </a:extLst>
            </p:cNvPr>
            <p:cNvSpPr/>
            <p:nvPr/>
          </p:nvSpPr>
          <p:spPr>
            <a:xfrm>
              <a:off x="1092025" y="3303700"/>
              <a:ext cx="77375" cy="78625"/>
            </a:xfrm>
            <a:custGeom>
              <a:avLst/>
              <a:gdLst/>
              <a:ahLst/>
              <a:cxnLst/>
              <a:rect l="l" t="t" r="r" b="b"/>
              <a:pathLst>
                <a:path w="3095" h="3145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7" y="886"/>
                    <a:pt x="2113" y="891"/>
                  </a:cubicBezTo>
                  <a:cubicBezTo>
                    <a:pt x="2129" y="891"/>
                    <a:pt x="2144" y="891"/>
                    <a:pt x="2160" y="876"/>
                  </a:cubicBezTo>
                  <a:cubicBezTo>
                    <a:pt x="2201" y="839"/>
                    <a:pt x="2258" y="823"/>
                    <a:pt x="2313" y="823"/>
                  </a:cubicBezTo>
                  <a:cubicBezTo>
                    <a:pt x="2321" y="823"/>
                    <a:pt x="2329" y="823"/>
                    <a:pt x="2336" y="824"/>
                  </a:cubicBezTo>
                  <a:cubicBezTo>
                    <a:pt x="2456" y="824"/>
                    <a:pt x="2648" y="886"/>
                    <a:pt x="2913" y="1167"/>
                  </a:cubicBezTo>
                  <a:cubicBezTo>
                    <a:pt x="2970" y="1224"/>
                    <a:pt x="2990" y="1296"/>
                    <a:pt x="2980" y="1374"/>
                  </a:cubicBezTo>
                  <a:cubicBezTo>
                    <a:pt x="2892" y="1945"/>
                    <a:pt x="1314" y="2890"/>
                    <a:pt x="1064" y="3036"/>
                  </a:cubicBezTo>
                  <a:cubicBezTo>
                    <a:pt x="909" y="2869"/>
                    <a:pt x="182" y="1961"/>
                    <a:pt x="909" y="668"/>
                  </a:cubicBezTo>
                  <a:cubicBezTo>
                    <a:pt x="1121" y="289"/>
                    <a:pt x="1329" y="97"/>
                    <a:pt x="1511" y="97"/>
                  </a:cubicBezTo>
                  <a:close/>
                  <a:moveTo>
                    <a:pt x="1512" y="1"/>
                  </a:moveTo>
                  <a:cubicBezTo>
                    <a:pt x="1291" y="1"/>
                    <a:pt x="1058" y="209"/>
                    <a:pt x="826" y="621"/>
                  </a:cubicBezTo>
                  <a:cubicBezTo>
                    <a:pt x="0" y="2096"/>
                    <a:pt x="1012" y="3124"/>
                    <a:pt x="1023" y="3134"/>
                  </a:cubicBezTo>
                  <a:cubicBezTo>
                    <a:pt x="1033" y="3139"/>
                    <a:pt x="1044" y="3145"/>
                    <a:pt x="1059" y="3145"/>
                  </a:cubicBezTo>
                  <a:cubicBezTo>
                    <a:pt x="1064" y="3145"/>
                    <a:pt x="1075" y="3145"/>
                    <a:pt x="1080" y="3139"/>
                  </a:cubicBezTo>
                  <a:cubicBezTo>
                    <a:pt x="1158" y="3098"/>
                    <a:pt x="2980" y="2054"/>
                    <a:pt x="3079" y="1390"/>
                  </a:cubicBezTo>
                  <a:cubicBezTo>
                    <a:pt x="3094" y="1286"/>
                    <a:pt x="3063" y="1177"/>
                    <a:pt x="2990" y="1104"/>
                  </a:cubicBezTo>
                  <a:cubicBezTo>
                    <a:pt x="2757" y="855"/>
                    <a:pt x="2534" y="725"/>
                    <a:pt x="2342" y="725"/>
                  </a:cubicBezTo>
                  <a:cubicBezTo>
                    <a:pt x="2279" y="725"/>
                    <a:pt x="2217" y="741"/>
                    <a:pt x="2160" y="767"/>
                  </a:cubicBezTo>
                  <a:cubicBezTo>
                    <a:pt x="2097" y="580"/>
                    <a:pt x="1900" y="45"/>
                    <a:pt x="1558" y="4"/>
                  </a:cubicBezTo>
                  <a:cubicBezTo>
                    <a:pt x="1542" y="2"/>
                    <a:pt x="1527" y="1"/>
                    <a:pt x="1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66">
              <a:extLst>
                <a:ext uri="{FF2B5EF4-FFF2-40B4-BE49-F238E27FC236}">
                  <a16:creationId xmlns:a16="http://schemas.microsoft.com/office/drawing/2014/main" id="{FE3A26EA-1C13-5CE7-9E8A-FBB36293F512}"/>
                </a:ext>
              </a:extLst>
            </p:cNvPr>
            <p:cNvSpPr/>
            <p:nvPr/>
          </p:nvSpPr>
          <p:spPr>
            <a:xfrm>
              <a:off x="1122000" y="3324800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30" y="1"/>
                  </a:moveTo>
                  <a:lnTo>
                    <a:pt x="930" y="1"/>
                  </a:lnTo>
                  <a:cubicBezTo>
                    <a:pt x="255" y="546"/>
                    <a:pt x="0" y="1480"/>
                    <a:pt x="0" y="1480"/>
                  </a:cubicBezTo>
                  <a:lnTo>
                    <a:pt x="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66">
              <a:extLst>
                <a:ext uri="{FF2B5EF4-FFF2-40B4-BE49-F238E27FC236}">
                  <a16:creationId xmlns:a16="http://schemas.microsoft.com/office/drawing/2014/main" id="{DAC51752-05CB-0277-3EAE-CE46F4E773D6}"/>
                </a:ext>
              </a:extLst>
            </p:cNvPr>
            <p:cNvSpPr/>
            <p:nvPr/>
          </p:nvSpPr>
          <p:spPr>
            <a:xfrm>
              <a:off x="1120825" y="3323775"/>
              <a:ext cx="25200" cy="38300"/>
            </a:xfrm>
            <a:custGeom>
              <a:avLst/>
              <a:gdLst/>
              <a:ahLst/>
              <a:cxnLst/>
              <a:rect l="l" t="t" r="r" b="b"/>
              <a:pathLst>
                <a:path w="1008" h="1532" extrusionOk="0">
                  <a:moveTo>
                    <a:pt x="945" y="0"/>
                  </a:moveTo>
                  <a:cubicBezTo>
                    <a:pt x="265" y="550"/>
                    <a:pt x="11" y="1469"/>
                    <a:pt x="1" y="1506"/>
                  </a:cubicBezTo>
                  <a:lnTo>
                    <a:pt x="94" y="1532"/>
                  </a:lnTo>
                  <a:cubicBezTo>
                    <a:pt x="99" y="1526"/>
                    <a:pt x="354" y="608"/>
                    <a:pt x="1008" y="78"/>
                  </a:cubicBez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66">
              <a:extLst>
                <a:ext uri="{FF2B5EF4-FFF2-40B4-BE49-F238E27FC236}">
                  <a16:creationId xmlns:a16="http://schemas.microsoft.com/office/drawing/2014/main" id="{B2CFED1F-446B-38F7-2CD1-93D426E56848}"/>
                </a:ext>
              </a:extLst>
            </p:cNvPr>
            <p:cNvSpPr/>
            <p:nvPr/>
          </p:nvSpPr>
          <p:spPr>
            <a:xfrm>
              <a:off x="1103425" y="3195625"/>
              <a:ext cx="108925" cy="59775"/>
            </a:xfrm>
            <a:custGeom>
              <a:avLst/>
              <a:gdLst/>
              <a:ahLst/>
              <a:cxnLst/>
              <a:rect l="l" t="t" r="r" b="b"/>
              <a:pathLst>
                <a:path w="4357" h="2391" extrusionOk="0">
                  <a:moveTo>
                    <a:pt x="3057" y="0"/>
                  </a:moveTo>
                  <a:cubicBezTo>
                    <a:pt x="2567" y="0"/>
                    <a:pt x="2088" y="480"/>
                    <a:pt x="2088" y="480"/>
                  </a:cubicBezTo>
                  <a:cubicBezTo>
                    <a:pt x="2088" y="480"/>
                    <a:pt x="1984" y="377"/>
                    <a:pt x="1686" y="377"/>
                  </a:cubicBezTo>
                  <a:cubicBezTo>
                    <a:pt x="1505" y="377"/>
                    <a:pt x="1253" y="415"/>
                    <a:pt x="909" y="537"/>
                  </a:cubicBezTo>
                  <a:cubicBezTo>
                    <a:pt x="1" y="853"/>
                    <a:pt x="2695" y="2390"/>
                    <a:pt x="2695" y="2390"/>
                  </a:cubicBezTo>
                  <a:cubicBezTo>
                    <a:pt x="2695" y="2390"/>
                    <a:pt x="4357" y="1845"/>
                    <a:pt x="3796" y="589"/>
                  </a:cubicBezTo>
                  <a:cubicBezTo>
                    <a:pt x="3598" y="144"/>
                    <a:pt x="3326" y="0"/>
                    <a:pt x="3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66">
              <a:extLst>
                <a:ext uri="{FF2B5EF4-FFF2-40B4-BE49-F238E27FC236}">
                  <a16:creationId xmlns:a16="http://schemas.microsoft.com/office/drawing/2014/main" id="{4A116743-6723-0ABD-15AB-3DC87317A85B}"/>
                </a:ext>
              </a:extLst>
            </p:cNvPr>
            <p:cNvSpPr/>
            <p:nvPr/>
          </p:nvSpPr>
          <p:spPr>
            <a:xfrm>
              <a:off x="1119150" y="3194425"/>
              <a:ext cx="84250" cy="62250"/>
            </a:xfrm>
            <a:custGeom>
              <a:avLst/>
              <a:gdLst/>
              <a:ahLst/>
              <a:cxnLst/>
              <a:rect l="l" t="t" r="r" b="b"/>
              <a:pathLst>
                <a:path w="3370" h="2490" extrusionOk="0">
                  <a:moveTo>
                    <a:pt x="2436" y="97"/>
                  </a:moveTo>
                  <a:cubicBezTo>
                    <a:pt x="2474" y="97"/>
                    <a:pt x="2512" y="100"/>
                    <a:pt x="2549" y="107"/>
                  </a:cubicBezTo>
                  <a:cubicBezTo>
                    <a:pt x="2788" y="154"/>
                    <a:pt x="2980" y="341"/>
                    <a:pt x="3126" y="657"/>
                  </a:cubicBezTo>
                  <a:cubicBezTo>
                    <a:pt x="3260" y="964"/>
                    <a:pt x="3271" y="1254"/>
                    <a:pt x="3157" y="1519"/>
                  </a:cubicBezTo>
                  <a:cubicBezTo>
                    <a:pt x="2918" y="2064"/>
                    <a:pt x="2201" y="2339"/>
                    <a:pt x="2072" y="2386"/>
                  </a:cubicBezTo>
                  <a:cubicBezTo>
                    <a:pt x="1506" y="2064"/>
                    <a:pt x="109" y="1171"/>
                    <a:pt x="145" y="777"/>
                  </a:cubicBezTo>
                  <a:cubicBezTo>
                    <a:pt x="151" y="714"/>
                    <a:pt x="203" y="668"/>
                    <a:pt x="301" y="631"/>
                  </a:cubicBezTo>
                  <a:cubicBezTo>
                    <a:pt x="540" y="538"/>
                    <a:pt x="794" y="486"/>
                    <a:pt x="1054" y="476"/>
                  </a:cubicBezTo>
                  <a:cubicBezTo>
                    <a:pt x="1324" y="476"/>
                    <a:pt x="1428" y="564"/>
                    <a:pt x="1428" y="564"/>
                  </a:cubicBezTo>
                  <a:cubicBezTo>
                    <a:pt x="1438" y="572"/>
                    <a:pt x="1450" y="576"/>
                    <a:pt x="1462" y="576"/>
                  </a:cubicBezTo>
                  <a:cubicBezTo>
                    <a:pt x="1473" y="576"/>
                    <a:pt x="1485" y="572"/>
                    <a:pt x="1495" y="564"/>
                  </a:cubicBezTo>
                  <a:cubicBezTo>
                    <a:pt x="1495" y="559"/>
                    <a:pt x="1970" y="97"/>
                    <a:pt x="2436" y="97"/>
                  </a:cubicBezTo>
                  <a:close/>
                  <a:moveTo>
                    <a:pt x="2423" y="0"/>
                  </a:moveTo>
                  <a:cubicBezTo>
                    <a:pt x="1988" y="0"/>
                    <a:pt x="1571" y="357"/>
                    <a:pt x="1454" y="465"/>
                  </a:cubicBezTo>
                  <a:cubicBezTo>
                    <a:pt x="1398" y="432"/>
                    <a:pt x="1274" y="378"/>
                    <a:pt x="1054" y="378"/>
                  </a:cubicBezTo>
                  <a:cubicBezTo>
                    <a:pt x="867" y="378"/>
                    <a:pt x="610" y="416"/>
                    <a:pt x="265" y="538"/>
                  </a:cubicBezTo>
                  <a:cubicBezTo>
                    <a:pt x="130" y="585"/>
                    <a:pt x="57" y="663"/>
                    <a:pt x="47" y="766"/>
                  </a:cubicBezTo>
                  <a:cubicBezTo>
                    <a:pt x="0" y="1301"/>
                    <a:pt x="1833" y="2360"/>
                    <a:pt x="2046" y="2480"/>
                  </a:cubicBezTo>
                  <a:cubicBezTo>
                    <a:pt x="2051" y="2485"/>
                    <a:pt x="2061" y="2490"/>
                    <a:pt x="2066" y="2490"/>
                  </a:cubicBezTo>
                  <a:cubicBezTo>
                    <a:pt x="2072" y="2490"/>
                    <a:pt x="2077" y="2490"/>
                    <a:pt x="2082" y="2485"/>
                  </a:cubicBezTo>
                  <a:cubicBezTo>
                    <a:pt x="2118" y="2474"/>
                    <a:pt x="2959" y="2194"/>
                    <a:pt x="3245" y="1555"/>
                  </a:cubicBezTo>
                  <a:cubicBezTo>
                    <a:pt x="3370" y="1265"/>
                    <a:pt x="3359" y="953"/>
                    <a:pt x="3214" y="616"/>
                  </a:cubicBezTo>
                  <a:cubicBezTo>
                    <a:pt x="3058" y="268"/>
                    <a:pt x="2840" y="60"/>
                    <a:pt x="2565" y="14"/>
                  </a:cubicBezTo>
                  <a:cubicBezTo>
                    <a:pt x="2518" y="4"/>
                    <a:pt x="2470" y="0"/>
                    <a:pt x="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66">
              <a:extLst>
                <a:ext uri="{FF2B5EF4-FFF2-40B4-BE49-F238E27FC236}">
                  <a16:creationId xmlns:a16="http://schemas.microsoft.com/office/drawing/2014/main" id="{740E77C4-7C61-83EA-5064-B34FE9E1B394}"/>
                </a:ext>
              </a:extLst>
            </p:cNvPr>
            <p:cNvSpPr/>
            <p:nvPr/>
          </p:nvSpPr>
          <p:spPr>
            <a:xfrm>
              <a:off x="1155600" y="3207725"/>
              <a:ext cx="17300" cy="32475"/>
            </a:xfrm>
            <a:custGeom>
              <a:avLst/>
              <a:gdLst/>
              <a:ahLst/>
              <a:cxnLst/>
              <a:rect l="l" t="t" r="r" b="b"/>
              <a:pathLst>
                <a:path w="692" h="1299" extrusionOk="0">
                  <a:moveTo>
                    <a:pt x="1" y="1"/>
                  </a:moveTo>
                  <a:lnTo>
                    <a:pt x="691" y="1299"/>
                  </a:lnTo>
                  <a:cubicBezTo>
                    <a:pt x="660" y="785"/>
                    <a:pt x="406" y="31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66">
              <a:extLst>
                <a:ext uri="{FF2B5EF4-FFF2-40B4-BE49-F238E27FC236}">
                  <a16:creationId xmlns:a16="http://schemas.microsoft.com/office/drawing/2014/main" id="{BAC81958-E74D-04DC-E5E2-256EFAC8DCFD}"/>
                </a:ext>
              </a:extLst>
            </p:cNvPr>
            <p:cNvSpPr/>
            <p:nvPr/>
          </p:nvSpPr>
          <p:spPr>
            <a:xfrm>
              <a:off x="1154975" y="3206700"/>
              <a:ext cx="19350" cy="33500"/>
            </a:xfrm>
            <a:custGeom>
              <a:avLst/>
              <a:gdLst/>
              <a:ahLst/>
              <a:cxnLst/>
              <a:rect l="l" t="t" r="r" b="b"/>
              <a:pathLst>
                <a:path w="774" h="1340" extrusionOk="0">
                  <a:moveTo>
                    <a:pt x="57" y="0"/>
                  </a:moveTo>
                  <a:lnTo>
                    <a:pt x="0" y="78"/>
                  </a:lnTo>
                  <a:cubicBezTo>
                    <a:pt x="389" y="384"/>
                    <a:pt x="639" y="841"/>
                    <a:pt x="675" y="1340"/>
                  </a:cubicBezTo>
                  <a:lnTo>
                    <a:pt x="774" y="1340"/>
                  </a:lnTo>
                  <a:cubicBezTo>
                    <a:pt x="737" y="810"/>
                    <a:pt x="478" y="322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6" name="Google Shape;3016;p66">
            <a:extLst>
              <a:ext uri="{FF2B5EF4-FFF2-40B4-BE49-F238E27FC236}">
                <a16:creationId xmlns:a16="http://schemas.microsoft.com/office/drawing/2014/main" id="{618CE686-7DD4-1106-1792-2583D2F4B808}"/>
              </a:ext>
            </a:extLst>
          </p:cNvPr>
          <p:cNvGrpSpPr/>
          <p:nvPr/>
        </p:nvGrpSpPr>
        <p:grpSpPr>
          <a:xfrm>
            <a:off x="8213271" y="3280134"/>
            <a:ext cx="995682" cy="1601525"/>
            <a:chOff x="4678300" y="1270125"/>
            <a:chExt cx="439750" cy="707325"/>
          </a:xfrm>
        </p:grpSpPr>
        <p:sp>
          <p:nvSpPr>
            <p:cNvPr id="3017" name="Google Shape;3017;p66">
              <a:extLst>
                <a:ext uri="{FF2B5EF4-FFF2-40B4-BE49-F238E27FC236}">
                  <a16:creationId xmlns:a16="http://schemas.microsoft.com/office/drawing/2014/main" id="{122ABF85-2CFC-4ACF-8912-374B451EEDE6}"/>
                </a:ext>
              </a:extLst>
            </p:cNvPr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" y="11495"/>
                  </a:lnTo>
                  <a:lnTo>
                    <a:pt x="13598" y="11495"/>
                  </a:lnTo>
                  <a:lnTo>
                    <a:pt x="135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66">
              <a:extLst>
                <a:ext uri="{FF2B5EF4-FFF2-40B4-BE49-F238E27FC236}">
                  <a16:creationId xmlns:a16="http://schemas.microsoft.com/office/drawing/2014/main" id="{FEE0CC34-EDA0-3A43-ABC6-85736E6245F9}"/>
                </a:ext>
              </a:extLst>
            </p:cNvPr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3598" y="1"/>
                  </a:lnTo>
                  <a:lnTo>
                    <a:pt x="13598" y="11495"/>
                  </a:lnTo>
                  <a:lnTo>
                    <a:pt x="1" y="1149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66">
              <a:extLst>
                <a:ext uri="{FF2B5EF4-FFF2-40B4-BE49-F238E27FC236}">
                  <a16:creationId xmlns:a16="http://schemas.microsoft.com/office/drawing/2014/main" id="{D35E5C2A-A739-D557-CE19-078104B94836}"/>
                </a:ext>
              </a:extLst>
            </p:cNvPr>
            <p:cNvSpPr/>
            <p:nvPr/>
          </p:nvSpPr>
          <p:spPr>
            <a:xfrm>
              <a:off x="4678825" y="1687600"/>
              <a:ext cx="342275" cy="289850"/>
            </a:xfrm>
            <a:custGeom>
              <a:avLst/>
              <a:gdLst/>
              <a:ahLst/>
              <a:cxnLst/>
              <a:rect l="l" t="t" r="r" b="b"/>
              <a:pathLst>
                <a:path w="13691" h="11594" extrusionOk="0">
                  <a:moveTo>
                    <a:pt x="13592" y="100"/>
                  </a:moveTo>
                  <a:lnTo>
                    <a:pt x="13592" y="11500"/>
                  </a:lnTo>
                  <a:lnTo>
                    <a:pt x="94" y="11500"/>
                  </a:lnTo>
                  <a:lnTo>
                    <a:pt x="94" y="100"/>
                  </a:lnTo>
                  <a:close/>
                  <a:moveTo>
                    <a:pt x="47" y="1"/>
                  </a:moveTo>
                  <a:cubicBezTo>
                    <a:pt x="21" y="1"/>
                    <a:pt x="0" y="27"/>
                    <a:pt x="0" y="53"/>
                  </a:cubicBezTo>
                  <a:lnTo>
                    <a:pt x="0" y="11547"/>
                  </a:lnTo>
                  <a:cubicBezTo>
                    <a:pt x="0" y="11573"/>
                    <a:pt x="21" y="11594"/>
                    <a:pt x="47" y="11594"/>
                  </a:cubicBezTo>
                  <a:lnTo>
                    <a:pt x="13644" y="11594"/>
                  </a:lnTo>
                  <a:cubicBezTo>
                    <a:pt x="13670" y="11594"/>
                    <a:pt x="13691" y="11573"/>
                    <a:pt x="13691" y="11547"/>
                  </a:cubicBezTo>
                  <a:lnTo>
                    <a:pt x="13691" y="53"/>
                  </a:lnTo>
                  <a:cubicBezTo>
                    <a:pt x="13691" y="27"/>
                    <a:pt x="13670" y="1"/>
                    <a:pt x="13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66">
              <a:extLst>
                <a:ext uri="{FF2B5EF4-FFF2-40B4-BE49-F238E27FC236}">
                  <a16:creationId xmlns:a16="http://schemas.microsoft.com/office/drawing/2014/main" id="{DBA8415A-1553-7274-F2CE-940415FED7AC}"/>
                </a:ext>
              </a:extLst>
            </p:cNvPr>
            <p:cNvSpPr/>
            <p:nvPr/>
          </p:nvSpPr>
          <p:spPr>
            <a:xfrm>
              <a:off x="5019900" y="1678650"/>
              <a:ext cx="48825" cy="297650"/>
            </a:xfrm>
            <a:custGeom>
              <a:avLst/>
              <a:gdLst/>
              <a:ahLst/>
              <a:cxnLst/>
              <a:rect l="l" t="t" r="r" b="b"/>
              <a:pathLst>
                <a:path w="1953" h="11906" extrusionOk="0">
                  <a:moveTo>
                    <a:pt x="1953" y="1"/>
                  </a:moveTo>
                  <a:lnTo>
                    <a:pt x="1" y="411"/>
                  </a:lnTo>
                  <a:lnTo>
                    <a:pt x="1" y="11905"/>
                  </a:lnTo>
                  <a:lnTo>
                    <a:pt x="1953" y="11313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66">
              <a:extLst>
                <a:ext uri="{FF2B5EF4-FFF2-40B4-BE49-F238E27FC236}">
                  <a16:creationId xmlns:a16="http://schemas.microsoft.com/office/drawing/2014/main" id="{15D31895-BA3E-7CBC-3DC2-6705462949AC}"/>
                </a:ext>
              </a:extLst>
            </p:cNvPr>
            <p:cNvSpPr/>
            <p:nvPr/>
          </p:nvSpPr>
          <p:spPr>
            <a:xfrm>
              <a:off x="5018750" y="1677325"/>
              <a:ext cx="51275" cy="300125"/>
            </a:xfrm>
            <a:custGeom>
              <a:avLst/>
              <a:gdLst/>
              <a:ahLst/>
              <a:cxnLst/>
              <a:rect l="l" t="t" r="r" b="b"/>
              <a:pathLst>
                <a:path w="2051" h="12005" extrusionOk="0">
                  <a:moveTo>
                    <a:pt x="1952" y="111"/>
                  </a:moveTo>
                  <a:lnTo>
                    <a:pt x="1952" y="11330"/>
                  </a:lnTo>
                  <a:lnTo>
                    <a:pt x="94" y="11891"/>
                  </a:lnTo>
                  <a:lnTo>
                    <a:pt x="94" y="505"/>
                  </a:lnTo>
                  <a:lnTo>
                    <a:pt x="1952" y="111"/>
                  </a:lnTo>
                  <a:close/>
                  <a:moveTo>
                    <a:pt x="1998" y="1"/>
                  </a:moveTo>
                  <a:cubicBezTo>
                    <a:pt x="1995" y="1"/>
                    <a:pt x="1992" y="1"/>
                    <a:pt x="1989" y="2"/>
                  </a:cubicBezTo>
                  <a:lnTo>
                    <a:pt x="36" y="417"/>
                  </a:lnTo>
                  <a:cubicBezTo>
                    <a:pt x="16" y="422"/>
                    <a:pt x="0" y="438"/>
                    <a:pt x="0" y="464"/>
                  </a:cubicBezTo>
                  <a:lnTo>
                    <a:pt x="0" y="11958"/>
                  </a:lnTo>
                  <a:cubicBezTo>
                    <a:pt x="0" y="11974"/>
                    <a:pt x="5" y="11989"/>
                    <a:pt x="16" y="11994"/>
                  </a:cubicBezTo>
                  <a:cubicBezTo>
                    <a:pt x="26" y="12005"/>
                    <a:pt x="36" y="12005"/>
                    <a:pt x="47" y="12005"/>
                  </a:cubicBezTo>
                  <a:lnTo>
                    <a:pt x="62" y="12005"/>
                  </a:lnTo>
                  <a:lnTo>
                    <a:pt x="2014" y="11413"/>
                  </a:lnTo>
                  <a:cubicBezTo>
                    <a:pt x="2035" y="11408"/>
                    <a:pt x="2051" y="11387"/>
                    <a:pt x="2051" y="11366"/>
                  </a:cubicBezTo>
                  <a:lnTo>
                    <a:pt x="2051" y="48"/>
                  </a:lnTo>
                  <a:cubicBezTo>
                    <a:pt x="2051" y="21"/>
                    <a:pt x="2026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6">
              <a:extLst>
                <a:ext uri="{FF2B5EF4-FFF2-40B4-BE49-F238E27FC236}">
                  <a16:creationId xmlns:a16="http://schemas.microsoft.com/office/drawing/2014/main" id="{67246E01-9579-C46E-FB23-B9355C620879}"/>
                </a:ext>
              </a:extLst>
            </p:cNvPr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6">
              <a:extLst>
                <a:ext uri="{FF2B5EF4-FFF2-40B4-BE49-F238E27FC236}">
                  <a16:creationId xmlns:a16="http://schemas.microsoft.com/office/drawing/2014/main" id="{7BAC84AC-0FD9-076C-372B-08F5B121D78E}"/>
                </a:ext>
              </a:extLst>
            </p:cNvPr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6">
              <a:extLst>
                <a:ext uri="{FF2B5EF4-FFF2-40B4-BE49-F238E27FC236}">
                  <a16:creationId xmlns:a16="http://schemas.microsoft.com/office/drawing/2014/main" id="{D8A11BA9-A521-1080-6C01-CBC44FE57CCC}"/>
                </a:ext>
              </a:extLst>
            </p:cNvPr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6">
              <a:extLst>
                <a:ext uri="{FF2B5EF4-FFF2-40B4-BE49-F238E27FC236}">
                  <a16:creationId xmlns:a16="http://schemas.microsoft.com/office/drawing/2014/main" id="{D8A6AC15-E86F-E777-02E7-4BA0BD488B02}"/>
                </a:ext>
              </a:extLst>
            </p:cNvPr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6">
              <a:extLst>
                <a:ext uri="{FF2B5EF4-FFF2-40B4-BE49-F238E27FC236}">
                  <a16:creationId xmlns:a16="http://schemas.microsoft.com/office/drawing/2014/main" id="{81FBDE52-DF29-6127-771B-C03A545CD5CC}"/>
                </a:ext>
              </a:extLst>
            </p:cNvPr>
            <p:cNvSpPr/>
            <p:nvPr/>
          </p:nvSpPr>
          <p:spPr>
            <a:xfrm>
              <a:off x="4795750" y="1718225"/>
              <a:ext cx="86875" cy="25100"/>
            </a:xfrm>
            <a:custGeom>
              <a:avLst/>
              <a:gdLst/>
              <a:ahLst/>
              <a:cxnLst/>
              <a:rect l="l" t="t" r="r" b="b"/>
              <a:pathLst>
                <a:path w="3475" h="1004" extrusionOk="0">
                  <a:moveTo>
                    <a:pt x="502" y="1"/>
                  </a:moveTo>
                  <a:cubicBezTo>
                    <a:pt x="229" y="1"/>
                    <a:pt x="1" y="225"/>
                    <a:pt x="1" y="499"/>
                  </a:cubicBezTo>
                  <a:cubicBezTo>
                    <a:pt x="1" y="779"/>
                    <a:pt x="229" y="1003"/>
                    <a:pt x="502" y="1003"/>
                  </a:cubicBezTo>
                  <a:cubicBezTo>
                    <a:pt x="508" y="1003"/>
                    <a:pt x="514" y="1003"/>
                    <a:pt x="520" y="1003"/>
                  </a:cubicBezTo>
                  <a:lnTo>
                    <a:pt x="2970" y="1003"/>
                  </a:lnTo>
                  <a:cubicBezTo>
                    <a:pt x="3246" y="1003"/>
                    <a:pt x="3469" y="780"/>
                    <a:pt x="3474" y="499"/>
                  </a:cubicBezTo>
                  <a:cubicBezTo>
                    <a:pt x="3474" y="224"/>
                    <a:pt x="3246" y="1"/>
                    <a:pt x="2970" y="1"/>
                  </a:cubicBezTo>
                  <a:lnTo>
                    <a:pt x="520" y="1"/>
                  </a:lnTo>
                  <a:cubicBezTo>
                    <a:pt x="514" y="1"/>
                    <a:pt x="508" y="1"/>
                    <a:pt x="5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6">
              <a:extLst>
                <a:ext uri="{FF2B5EF4-FFF2-40B4-BE49-F238E27FC236}">
                  <a16:creationId xmlns:a16="http://schemas.microsoft.com/office/drawing/2014/main" id="{79F00C36-C1E5-B506-3DD7-C17F3A223702}"/>
                </a:ext>
              </a:extLst>
            </p:cNvPr>
            <p:cNvSpPr/>
            <p:nvPr/>
          </p:nvSpPr>
          <p:spPr>
            <a:xfrm>
              <a:off x="4794975" y="1716950"/>
              <a:ext cx="88800" cy="27525"/>
            </a:xfrm>
            <a:custGeom>
              <a:avLst/>
              <a:gdLst/>
              <a:ahLst/>
              <a:cxnLst/>
              <a:rect l="l" t="t" r="r" b="b"/>
              <a:pathLst>
                <a:path w="3552" h="1101" extrusionOk="0">
                  <a:moveTo>
                    <a:pt x="3001" y="99"/>
                  </a:moveTo>
                  <a:cubicBezTo>
                    <a:pt x="3251" y="99"/>
                    <a:pt x="3453" y="301"/>
                    <a:pt x="3453" y="556"/>
                  </a:cubicBezTo>
                  <a:cubicBezTo>
                    <a:pt x="3453" y="805"/>
                    <a:pt x="3251" y="1007"/>
                    <a:pt x="3001" y="1007"/>
                  </a:cubicBezTo>
                  <a:lnTo>
                    <a:pt x="551" y="1007"/>
                  </a:lnTo>
                  <a:cubicBezTo>
                    <a:pt x="302" y="1007"/>
                    <a:pt x="99" y="805"/>
                    <a:pt x="99" y="556"/>
                  </a:cubicBezTo>
                  <a:cubicBezTo>
                    <a:pt x="99" y="301"/>
                    <a:pt x="302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50" y="0"/>
                    <a:pt x="1" y="244"/>
                    <a:pt x="1" y="550"/>
                  </a:cubicBezTo>
                  <a:cubicBezTo>
                    <a:pt x="1" y="857"/>
                    <a:pt x="250" y="1101"/>
                    <a:pt x="551" y="1101"/>
                  </a:cubicBezTo>
                  <a:lnTo>
                    <a:pt x="3001" y="1101"/>
                  </a:lnTo>
                  <a:cubicBezTo>
                    <a:pt x="3303" y="1101"/>
                    <a:pt x="3552" y="857"/>
                    <a:pt x="3552" y="550"/>
                  </a:cubicBezTo>
                  <a:cubicBezTo>
                    <a:pt x="3552" y="244"/>
                    <a:pt x="3303" y="0"/>
                    <a:pt x="3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6">
              <a:extLst>
                <a:ext uri="{FF2B5EF4-FFF2-40B4-BE49-F238E27FC236}">
                  <a16:creationId xmlns:a16="http://schemas.microsoft.com/office/drawing/2014/main" id="{3BEFD767-A4D3-55F1-122D-D0C181322156}"/>
                </a:ext>
              </a:extLst>
            </p:cNvPr>
            <p:cNvSpPr/>
            <p:nvPr/>
          </p:nvSpPr>
          <p:spPr>
            <a:xfrm>
              <a:off x="4679975" y="1678000"/>
              <a:ext cx="388750" cy="10925"/>
            </a:xfrm>
            <a:custGeom>
              <a:avLst/>
              <a:gdLst/>
              <a:ahLst/>
              <a:cxnLst/>
              <a:rect l="l" t="t" r="r" b="b"/>
              <a:pathLst>
                <a:path w="15550" h="437" extrusionOk="0">
                  <a:moveTo>
                    <a:pt x="1953" y="1"/>
                  </a:moveTo>
                  <a:lnTo>
                    <a:pt x="1" y="437"/>
                  </a:lnTo>
                  <a:lnTo>
                    <a:pt x="13598" y="437"/>
                  </a:lnTo>
                  <a:lnTo>
                    <a:pt x="155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6">
              <a:extLst>
                <a:ext uri="{FF2B5EF4-FFF2-40B4-BE49-F238E27FC236}">
                  <a16:creationId xmlns:a16="http://schemas.microsoft.com/office/drawing/2014/main" id="{BC99C30C-B9CF-965F-8B4E-119CE18A0524}"/>
                </a:ext>
              </a:extLst>
            </p:cNvPr>
            <p:cNvSpPr/>
            <p:nvPr/>
          </p:nvSpPr>
          <p:spPr>
            <a:xfrm>
              <a:off x="4678300" y="1676825"/>
              <a:ext cx="391725" cy="13275"/>
            </a:xfrm>
            <a:custGeom>
              <a:avLst/>
              <a:gdLst/>
              <a:ahLst/>
              <a:cxnLst/>
              <a:rect l="l" t="t" r="r" b="b"/>
              <a:pathLst>
                <a:path w="15669" h="531" extrusionOk="0">
                  <a:moveTo>
                    <a:pt x="15176" y="100"/>
                  </a:moveTo>
                  <a:lnTo>
                    <a:pt x="13660" y="432"/>
                  </a:lnTo>
                  <a:lnTo>
                    <a:pt x="509" y="432"/>
                  </a:lnTo>
                  <a:lnTo>
                    <a:pt x="2025" y="100"/>
                  </a:lnTo>
                  <a:close/>
                  <a:moveTo>
                    <a:pt x="2010" y="1"/>
                  </a:moveTo>
                  <a:lnTo>
                    <a:pt x="57" y="437"/>
                  </a:lnTo>
                  <a:cubicBezTo>
                    <a:pt x="0" y="447"/>
                    <a:pt x="11" y="531"/>
                    <a:pt x="68" y="531"/>
                  </a:cubicBezTo>
                  <a:lnTo>
                    <a:pt x="13675" y="531"/>
                  </a:lnTo>
                  <a:lnTo>
                    <a:pt x="15632" y="100"/>
                  </a:lnTo>
                  <a:cubicBezTo>
                    <a:pt x="15653" y="94"/>
                    <a:pt x="15669" y="68"/>
                    <a:pt x="15669" y="42"/>
                  </a:cubicBezTo>
                  <a:cubicBezTo>
                    <a:pt x="15664" y="22"/>
                    <a:pt x="15643" y="1"/>
                    <a:pt x="15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6">
              <a:extLst>
                <a:ext uri="{FF2B5EF4-FFF2-40B4-BE49-F238E27FC236}">
                  <a16:creationId xmlns:a16="http://schemas.microsoft.com/office/drawing/2014/main" id="{26273141-518F-0D85-B2F5-C81026707058}"/>
                </a:ext>
              </a:extLst>
            </p:cNvPr>
            <p:cNvSpPr/>
            <p:nvPr/>
          </p:nvSpPr>
          <p:spPr>
            <a:xfrm>
              <a:off x="4728000" y="1678650"/>
              <a:ext cx="340725" cy="297650"/>
            </a:xfrm>
            <a:custGeom>
              <a:avLst/>
              <a:gdLst/>
              <a:ahLst/>
              <a:cxnLst/>
              <a:rect l="l" t="t" r="r" b="b"/>
              <a:pathLst>
                <a:path w="13629" h="11906" extrusionOk="0">
                  <a:moveTo>
                    <a:pt x="13629" y="1"/>
                  </a:moveTo>
                  <a:lnTo>
                    <a:pt x="11677" y="411"/>
                  </a:lnTo>
                  <a:lnTo>
                    <a:pt x="11677" y="888"/>
                  </a:lnTo>
                  <a:lnTo>
                    <a:pt x="1" y="328"/>
                  </a:lnTo>
                  <a:lnTo>
                    <a:pt x="2186" y="2586"/>
                  </a:lnTo>
                  <a:lnTo>
                    <a:pt x="11677" y="3676"/>
                  </a:lnTo>
                  <a:lnTo>
                    <a:pt x="11677" y="11905"/>
                  </a:lnTo>
                  <a:lnTo>
                    <a:pt x="13629" y="11313"/>
                  </a:lnTo>
                  <a:lnTo>
                    <a:pt x="13629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6">
              <a:extLst>
                <a:ext uri="{FF2B5EF4-FFF2-40B4-BE49-F238E27FC236}">
                  <a16:creationId xmlns:a16="http://schemas.microsoft.com/office/drawing/2014/main" id="{7964759C-0877-021B-E781-A1A67DD26E46}"/>
                </a:ext>
              </a:extLst>
            </p:cNvPr>
            <p:cNvSpPr/>
            <p:nvPr/>
          </p:nvSpPr>
          <p:spPr>
            <a:xfrm>
              <a:off x="4771750" y="1297200"/>
              <a:ext cx="268050" cy="328125"/>
            </a:xfrm>
            <a:custGeom>
              <a:avLst/>
              <a:gdLst/>
              <a:ahLst/>
              <a:cxnLst/>
              <a:rect l="l" t="t" r="r" b="b"/>
              <a:pathLst>
                <a:path w="10722" h="13125" extrusionOk="0">
                  <a:moveTo>
                    <a:pt x="6853" y="0"/>
                  </a:moveTo>
                  <a:lnTo>
                    <a:pt x="0" y="2887"/>
                  </a:lnTo>
                  <a:lnTo>
                    <a:pt x="3868" y="13125"/>
                  </a:lnTo>
                  <a:lnTo>
                    <a:pt x="10721" y="10238"/>
                  </a:lnTo>
                  <a:lnTo>
                    <a:pt x="68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6">
              <a:extLst>
                <a:ext uri="{FF2B5EF4-FFF2-40B4-BE49-F238E27FC236}">
                  <a16:creationId xmlns:a16="http://schemas.microsoft.com/office/drawing/2014/main" id="{FE68136A-24E5-2448-BA3E-1A18DB707D5F}"/>
                </a:ext>
              </a:extLst>
            </p:cNvPr>
            <p:cNvSpPr/>
            <p:nvPr/>
          </p:nvSpPr>
          <p:spPr>
            <a:xfrm>
              <a:off x="4770325" y="1295825"/>
              <a:ext cx="270900" cy="330675"/>
            </a:xfrm>
            <a:custGeom>
              <a:avLst/>
              <a:gdLst/>
              <a:ahLst/>
              <a:cxnLst/>
              <a:rect l="l" t="t" r="r" b="b"/>
              <a:pathLst>
                <a:path w="10836" h="13227" extrusionOk="0">
                  <a:moveTo>
                    <a:pt x="6879" y="118"/>
                  </a:moveTo>
                  <a:lnTo>
                    <a:pt x="10716" y="10262"/>
                  </a:lnTo>
                  <a:lnTo>
                    <a:pt x="3956" y="13118"/>
                  </a:lnTo>
                  <a:lnTo>
                    <a:pt x="120" y="2968"/>
                  </a:lnTo>
                  <a:lnTo>
                    <a:pt x="6879" y="118"/>
                  </a:lnTo>
                  <a:close/>
                  <a:moveTo>
                    <a:pt x="6906" y="0"/>
                  </a:moveTo>
                  <a:cubicBezTo>
                    <a:pt x="6901" y="0"/>
                    <a:pt x="6895" y="1"/>
                    <a:pt x="6890" y="3"/>
                  </a:cubicBezTo>
                  <a:lnTo>
                    <a:pt x="37" y="2895"/>
                  </a:lnTo>
                  <a:cubicBezTo>
                    <a:pt x="16" y="2906"/>
                    <a:pt x="0" y="2937"/>
                    <a:pt x="11" y="2963"/>
                  </a:cubicBezTo>
                  <a:lnTo>
                    <a:pt x="3884" y="13195"/>
                  </a:lnTo>
                  <a:cubicBezTo>
                    <a:pt x="3884" y="13211"/>
                    <a:pt x="3894" y="13221"/>
                    <a:pt x="3910" y="13227"/>
                  </a:cubicBezTo>
                  <a:lnTo>
                    <a:pt x="3925" y="13227"/>
                  </a:lnTo>
                  <a:cubicBezTo>
                    <a:pt x="3936" y="13227"/>
                    <a:pt x="3941" y="13227"/>
                    <a:pt x="3946" y="13221"/>
                  </a:cubicBezTo>
                  <a:lnTo>
                    <a:pt x="10794" y="10335"/>
                  </a:lnTo>
                  <a:cubicBezTo>
                    <a:pt x="10820" y="10324"/>
                    <a:pt x="10835" y="10293"/>
                    <a:pt x="10820" y="10273"/>
                  </a:cubicBezTo>
                  <a:lnTo>
                    <a:pt x="6952" y="35"/>
                  </a:lnTo>
                  <a:cubicBezTo>
                    <a:pt x="6944" y="14"/>
                    <a:pt x="6926" y="0"/>
                    <a:pt x="6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6">
              <a:extLst>
                <a:ext uri="{FF2B5EF4-FFF2-40B4-BE49-F238E27FC236}">
                  <a16:creationId xmlns:a16="http://schemas.microsoft.com/office/drawing/2014/main" id="{299DE4D5-77A4-4E4A-1469-4E9E290CB01C}"/>
                </a:ext>
              </a:extLst>
            </p:cNvPr>
            <p:cNvSpPr/>
            <p:nvPr/>
          </p:nvSpPr>
          <p:spPr>
            <a:xfrm>
              <a:off x="4823675" y="1300700"/>
              <a:ext cx="217275" cy="285175"/>
            </a:xfrm>
            <a:custGeom>
              <a:avLst/>
              <a:gdLst/>
              <a:ahLst/>
              <a:cxnLst/>
              <a:rect l="l" t="t" r="r" b="b"/>
              <a:pathLst>
                <a:path w="8691" h="11407" extrusionOk="0">
                  <a:moveTo>
                    <a:pt x="7819" y="0"/>
                  </a:moveTo>
                  <a:lnTo>
                    <a:pt x="0" y="468"/>
                  </a:lnTo>
                  <a:lnTo>
                    <a:pt x="872" y="11407"/>
                  </a:lnTo>
                  <a:lnTo>
                    <a:pt x="8691" y="10939"/>
                  </a:lnTo>
                  <a:lnTo>
                    <a:pt x="78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66">
              <a:extLst>
                <a:ext uri="{FF2B5EF4-FFF2-40B4-BE49-F238E27FC236}">
                  <a16:creationId xmlns:a16="http://schemas.microsoft.com/office/drawing/2014/main" id="{3A4C29FE-3F5F-EA48-2E90-86CE844F6E6A}"/>
                </a:ext>
              </a:extLst>
            </p:cNvPr>
            <p:cNvSpPr/>
            <p:nvPr/>
          </p:nvSpPr>
          <p:spPr>
            <a:xfrm>
              <a:off x="4822375" y="1299400"/>
              <a:ext cx="219875" cy="287775"/>
            </a:xfrm>
            <a:custGeom>
              <a:avLst/>
              <a:gdLst/>
              <a:ahLst/>
              <a:cxnLst/>
              <a:rect l="l" t="t" r="r" b="b"/>
              <a:pathLst>
                <a:path w="8795" h="11511" extrusionOk="0">
                  <a:moveTo>
                    <a:pt x="7824" y="99"/>
                  </a:moveTo>
                  <a:lnTo>
                    <a:pt x="8691" y="10945"/>
                  </a:lnTo>
                  <a:lnTo>
                    <a:pt x="966" y="11407"/>
                  </a:lnTo>
                  <a:lnTo>
                    <a:pt x="104" y="566"/>
                  </a:lnTo>
                  <a:lnTo>
                    <a:pt x="7824" y="99"/>
                  </a:lnTo>
                  <a:close/>
                  <a:moveTo>
                    <a:pt x="7865" y="1"/>
                  </a:moveTo>
                  <a:lnTo>
                    <a:pt x="47" y="473"/>
                  </a:lnTo>
                  <a:cubicBezTo>
                    <a:pt x="36" y="473"/>
                    <a:pt x="21" y="478"/>
                    <a:pt x="16" y="489"/>
                  </a:cubicBezTo>
                  <a:cubicBezTo>
                    <a:pt x="5" y="499"/>
                    <a:pt x="0" y="509"/>
                    <a:pt x="0" y="525"/>
                  </a:cubicBezTo>
                  <a:lnTo>
                    <a:pt x="877" y="11464"/>
                  </a:lnTo>
                  <a:cubicBezTo>
                    <a:pt x="877" y="11490"/>
                    <a:pt x="898" y="11511"/>
                    <a:pt x="924" y="11511"/>
                  </a:cubicBezTo>
                  <a:lnTo>
                    <a:pt x="929" y="11511"/>
                  </a:lnTo>
                  <a:lnTo>
                    <a:pt x="8748" y="11038"/>
                  </a:lnTo>
                  <a:cubicBezTo>
                    <a:pt x="8758" y="11038"/>
                    <a:pt x="8774" y="11033"/>
                    <a:pt x="8779" y="11022"/>
                  </a:cubicBezTo>
                  <a:cubicBezTo>
                    <a:pt x="8790" y="11012"/>
                    <a:pt x="8795" y="10997"/>
                    <a:pt x="8795" y="10986"/>
                  </a:cubicBezTo>
                  <a:lnTo>
                    <a:pt x="7917" y="47"/>
                  </a:lnTo>
                  <a:cubicBezTo>
                    <a:pt x="7917" y="21"/>
                    <a:pt x="7891" y="1"/>
                    <a:pt x="7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66">
              <a:extLst>
                <a:ext uri="{FF2B5EF4-FFF2-40B4-BE49-F238E27FC236}">
                  <a16:creationId xmlns:a16="http://schemas.microsoft.com/office/drawing/2014/main" id="{427C2A4F-7EB9-F814-E32A-B24AB3718E55}"/>
                </a:ext>
              </a:extLst>
            </p:cNvPr>
            <p:cNvSpPr/>
            <p:nvPr/>
          </p:nvSpPr>
          <p:spPr>
            <a:xfrm>
              <a:off x="4852875" y="1271225"/>
              <a:ext cx="233500" cy="302850"/>
            </a:xfrm>
            <a:custGeom>
              <a:avLst/>
              <a:gdLst/>
              <a:ahLst/>
              <a:cxnLst/>
              <a:rect l="l" t="t" r="r" b="b"/>
              <a:pathLst>
                <a:path w="9340" h="12114" extrusionOk="0">
                  <a:moveTo>
                    <a:pt x="2549" y="1"/>
                  </a:moveTo>
                  <a:lnTo>
                    <a:pt x="0" y="10685"/>
                  </a:lnTo>
                  <a:lnTo>
                    <a:pt x="6791" y="12113"/>
                  </a:lnTo>
                  <a:lnTo>
                    <a:pt x="9340" y="1429"/>
                  </a:lnTo>
                  <a:lnTo>
                    <a:pt x="25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66">
              <a:extLst>
                <a:ext uri="{FF2B5EF4-FFF2-40B4-BE49-F238E27FC236}">
                  <a16:creationId xmlns:a16="http://schemas.microsoft.com/office/drawing/2014/main" id="{04662FDF-353F-A770-8ED3-ED4FF6070EC8}"/>
                </a:ext>
              </a:extLst>
            </p:cNvPr>
            <p:cNvSpPr/>
            <p:nvPr/>
          </p:nvSpPr>
          <p:spPr>
            <a:xfrm>
              <a:off x="4851575" y="1270125"/>
              <a:ext cx="236100" cy="305250"/>
            </a:xfrm>
            <a:custGeom>
              <a:avLst/>
              <a:gdLst/>
              <a:ahLst/>
              <a:cxnLst/>
              <a:rect l="l" t="t" r="r" b="b"/>
              <a:pathLst>
                <a:path w="9444" h="12210" extrusionOk="0">
                  <a:moveTo>
                    <a:pt x="2638" y="102"/>
                  </a:moveTo>
                  <a:lnTo>
                    <a:pt x="9340" y="1514"/>
                  </a:lnTo>
                  <a:lnTo>
                    <a:pt x="6807" y="12100"/>
                  </a:lnTo>
                  <a:lnTo>
                    <a:pt x="109" y="10693"/>
                  </a:lnTo>
                  <a:lnTo>
                    <a:pt x="2638" y="102"/>
                  </a:lnTo>
                  <a:close/>
                  <a:moveTo>
                    <a:pt x="2598" y="1"/>
                  </a:moveTo>
                  <a:cubicBezTo>
                    <a:pt x="2577" y="1"/>
                    <a:pt x="2559" y="19"/>
                    <a:pt x="2555" y="40"/>
                  </a:cubicBezTo>
                  <a:lnTo>
                    <a:pt x="5" y="10719"/>
                  </a:lnTo>
                  <a:cubicBezTo>
                    <a:pt x="0" y="10735"/>
                    <a:pt x="0" y="10745"/>
                    <a:pt x="11" y="10761"/>
                  </a:cubicBezTo>
                  <a:cubicBezTo>
                    <a:pt x="16" y="10771"/>
                    <a:pt x="26" y="10776"/>
                    <a:pt x="42" y="10781"/>
                  </a:cubicBezTo>
                  <a:lnTo>
                    <a:pt x="6832" y="12209"/>
                  </a:lnTo>
                  <a:lnTo>
                    <a:pt x="6843" y="12209"/>
                  </a:lnTo>
                  <a:cubicBezTo>
                    <a:pt x="6864" y="12209"/>
                    <a:pt x="6884" y="12193"/>
                    <a:pt x="6890" y="12173"/>
                  </a:cubicBezTo>
                  <a:lnTo>
                    <a:pt x="9439" y="1488"/>
                  </a:lnTo>
                  <a:cubicBezTo>
                    <a:pt x="9444" y="1473"/>
                    <a:pt x="9444" y="1462"/>
                    <a:pt x="9434" y="1452"/>
                  </a:cubicBezTo>
                  <a:cubicBezTo>
                    <a:pt x="9428" y="1436"/>
                    <a:pt x="9418" y="1431"/>
                    <a:pt x="9402" y="1431"/>
                  </a:cubicBezTo>
                  <a:lnTo>
                    <a:pt x="2612" y="3"/>
                  </a:lnTo>
                  <a:cubicBezTo>
                    <a:pt x="2607" y="2"/>
                    <a:pt x="2602" y="1"/>
                    <a:pt x="2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66">
              <a:extLst>
                <a:ext uri="{FF2B5EF4-FFF2-40B4-BE49-F238E27FC236}">
                  <a16:creationId xmlns:a16="http://schemas.microsoft.com/office/drawing/2014/main" id="{FD892374-CB26-5CB7-27BE-723899D710CB}"/>
                </a:ext>
              </a:extLst>
            </p:cNvPr>
            <p:cNvSpPr/>
            <p:nvPr/>
          </p:nvSpPr>
          <p:spPr>
            <a:xfrm>
              <a:off x="4839375" y="1360150"/>
              <a:ext cx="258425" cy="205600"/>
            </a:xfrm>
            <a:custGeom>
              <a:avLst/>
              <a:gdLst/>
              <a:ahLst/>
              <a:cxnLst/>
              <a:rect l="l" t="t" r="r" b="b"/>
              <a:pathLst>
                <a:path w="10337" h="8224" extrusionOk="0">
                  <a:moveTo>
                    <a:pt x="1485" y="0"/>
                  </a:moveTo>
                  <a:lnTo>
                    <a:pt x="0" y="5633"/>
                  </a:lnTo>
                  <a:lnTo>
                    <a:pt x="8847" y="8224"/>
                  </a:lnTo>
                  <a:lnTo>
                    <a:pt x="10337" y="2591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66">
              <a:extLst>
                <a:ext uri="{FF2B5EF4-FFF2-40B4-BE49-F238E27FC236}">
                  <a16:creationId xmlns:a16="http://schemas.microsoft.com/office/drawing/2014/main" id="{07B25762-0CA3-E94F-FBAE-8C3357C044E7}"/>
                </a:ext>
              </a:extLst>
            </p:cNvPr>
            <p:cNvSpPr/>
            <p:nvPr/>
          </p:nvSpPr>
          <p:spPr>
            <a:xfrm>
              <a:off x="4837950" y="1358850"/>
              <a:ext cx="261025" cy="208200"/>
            </a:xfrm>
            <a:custGeom>
              <a:avLst/>
              <a:gdLst/>
              <a:ahLst/>
              <a:cxnLst/>
              <a:rect l="l" t="t" r="r" b="b"/>
              <a:pathLst>
                <a:path w="10441" h="8328" extrusionOk="0">
                  <a:moveTo>
                    <a:pt x="1578" y="109"/>
                  </a:moveTo>
                  <a:lnTo>
                    <a:pt x="10332" y="2674"/>
                  </a:lnTo>
                  <a:lnTo>
                    <a:pt x="8873" y="8219"/>
                  </a:lnTo>
                  <a:lnTo>
                    <a:pt x="114" y="5649"/>
                  </a:lnTo>
                  <a:lnTo>
                    <a:pt x="1578" y="109"/>
                  </a:lnTo>
                  <a:close/>
                  <a:moveTo>
                    <a:pt x="1558" y="0"/>
                  </a:moveTo>
                  <a:cubicBezTo>
                    <a:pt x="1542" y="0"/>
                    <a:pt x="1532" y="0"/>
                    <a:pt x="1516" y="6"/>
                  </a:cubicBezTo>
                  <a:cubicBezTo>
                    <a:pt x="1506" y="11"/>
                    <a:pt x="1500" y="21"/>
                    <a:pt x="1495" y="37"/>
                  </a:cubicBezTo>
                  <a:lnTo>
                    <a:pt x="10" y="5670"/>
                  </a:lnTo>
                  <a:cubicBezTo>
                    <a:pt x="0" y="5696"/>
                    <a:pt x="16" y="5722"/>
                    <a:pt x="42" y="5732"/>
                  </a:cubicBezTo>
                  <a:lnTo>
                    <a:pt x="8893" y="8328"/>
                  </a:lnTo>
                  <a:lnTo>
                    <a:pt x="8904" y="8328"/>
                  </a:lnTo>
                  <a:cubicBezTo>
                    <a:pt x="8914" y="8328"/>
                    <a:pt x="8919" y="8323"/>
                    <a:pt x="8925" y="8317"/>
                  </a:cubicBezTo>
                  <a:cubicBezTo>
                    <a:pt x="8935" y="8312"/>
                    <a:pt x="8945" y="8302"/>
                    <a:pt x="8951" y="8291"/>
                  </a:cubicBezTo>
                  <a:lnTo>
                    <a:pt x="10435" y="2653"/>
                  </a:lnTo>
                  <a:cubicBezTo>
                    <a:pt x="10441" y="2627"/>
                    <a:pt x="10430" y="2601"/>
                    <a:pt x="10404" y="2596"/>
                  </a:cubicBezTo>
                  <a:lnTo>
                    <a:pt x="15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66">
              <a:extLst>
                <a:ext uri="{FF2B5EF4-FFF2-40B4-BE49-F238E27FC236}">
                  <a16:creationId xmlns:a16="http://schemas.microsoft.com/office/drawing/2014/main" id="{05084A13-CF18-E692-C134-29E7CC6F9B94}"/>
                </a:ext>
              </a:extLst>
            </p:cNvPr>
            <p:cNvSpPr/>
            <p:nvPr/>
          </p:nvSpPr>
          <p:spPr>
            <a:xfrm>
              <a:off x="4776800" y="1414150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" y="0"/>
                  </a:moveTo>
                  <a:lnTo>
                    <a:pt x="1" y="11494"/>
                  </a:lnTo>
                  <a:lnTo>
                    <a:pt x="13598" y="11494"/>
                  </a:lnTo>
                  <a:lnTo>
                    <a:pt x="13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66">
              <a:extLst>
                <a:ext uri="{FF2B5EF4-FFF2-40B4-BE49-F238E27FC236}">
                  <a16:creationId xmlns:a16="http://schemas.microsoft.com/office/drawing/2014/main" id="{84077D39-D6E0-0B9B-9637-0EFF4B5AA73C}"/>
                </a:ext>
              </a:extLst>
            </p:cNvPr>
            <p:cNvSpPr/>
            <p:nvPr/>
          </p:nvSpPr>
          <p:spPr>
            <a:xfrm>
              <a:off x="4776800" y="1414150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3598" y="11494"/>
                  </a:moveTo>
                  <a:lnTo>
                    <a:pt x="1" y="11494"/>
                  </a:lnTo>
                  <a:lnTo>
                    <a:pt x="1" y="0"/>
                  </a:lnTo>
                  <a:lnTo>
                    <a:pt x="1359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66">
              <a:extLst>
                <a:ext uri="{FF2B5EF4-FFF2-40B4-BE49-F238E27FC236}">
                  <a16:creationId xmlns:a16="http://schemas.microsoft.com/office/drawing/2014/main" id="{8BED49F0-D2FE-445A-A83C-420110265E5C}"/>
                </a:ext>
              </a:extLst>
            </p:cNvPr>
            <p:cNvSpPr/>
            <p:nvPr/>
          </p:nvSpPr>
          <p:spPr>
            <a:xfrm>
              <a:off x="4775650" y="1412975"/>
              <a:ext cx="342400" cy="289850"/>
            </a:xfrm>
            <a:custGeom>
              <a:avLst/>
              <a:gdLst/>
              <a:ahLst/>
              <a:cxnLst/>
              <a:rect l="l" t="t" r="r" b="b"/>
              <a:pathLst>
                <a:path w="13696" h="11594" extrusionOk="0">
                  <a:moveTo>
                    <a:pt x="13597" y="99"/>
                  </a:moveTo>
                  <a:lnTo>
                    <a:pt x="13597" y="11495"/>
                  </a:lnTo>
                  <a:lnTo>
                    <a:pt x="99" y="11495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11541"/>
                  </a:lnTo>
                  <a:cubicBezTo>
                    <a:pt x="0" y="11567"/>
                    <a:pt x="21" y="11593"/>
                    <a:pt x="47" y="11593"/>
                  </a:cubicBezTo>
                  <a:lnTo>
                    <a:pt x="13644" y="11593"/>
                  </a:lnTo>
                  <a:cubicBezTo>
                    <a:pt x="13675" y="11593"/>
                    <a:pt x="13696" y="11567"/>
                    <a:pt x="13696" y="11541"/>
                  </a:cubicBezTo>
                  <a:lnTo>
                    <a:pt x="13696" y="47"/>
                  </a:lnTo>
                  <a:cubicBezTo>
                    <a:pt x="13696" y="21"/>
                    <a:pt x="13675" y="0"/>
                    <a:pt x="13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66">
              <a:extLst>
                <a:ext uri="{FF2B5EF4-FFF2-40B4-BE49-F238E27FC236}">
                  <a16:creationId xmlns:a16="http://schemas.microsoft.com/office/drawing/2014/main" id="{9F6C7BB0-68E6-50A4-1DEB-F32338349DB4}"/>
                </a:ext>
              </a:extLst>
            </p:cNvPr>
            <p:cNvSpPr/>
            <p:nvPr/>
          </p:nvSpPr>
          <p:spPr>
            <a:xfrm>
              <a:off x="4728000" y="1414150"/>
              <a:ext cx="48825" cy="287375"/>
            </a:xfrm>
            <a:custGeom>
              <a:avLst/>
              <a:gdLst/>
              <a:ahLst/>
              <a:cxnLst/>
              <a:rect l="l" t="t" r="r" b="b"/>
              <a:pathLst>
                <a:path w="1953" h="11495" extrusionOk="0">
                  <a:moveTo>
                    <a:pt x="1953" y="0"/>
                  </a:moveTo>
                  <a:lnTo>
                    <a:pt x="1" y="88"/>
                  </a:lnTo>
                  <a:lnTo>
                    <a:pt x="1" y="10908"/>
                  </a:lnTo>
                  <a:lnTo>
                    <a:pt x="1953" y="1149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66">
              <a:extLst>
                <a:ext uri="{FF2B5EF4-FFF2-40B4-BE49-F238E27FC236}">
                  <a16:creationId xmlns:a16="http://schemas.microsoft.com/office/drawing/2014/main" id="{4397E9DA-FBB7-45F9-935A-163967D49B00}"/>
                </a:ext>
              </a:extLst>
            </p:cNvPr>
            <p:cNvSpPr/>
            <p:nvPr/>
          </p:nvSpPr>
          <p:spPr>
            <a:xfrm>
              <a:off x="4726850" y="1412975"/>
              <a:ext cx="51275" cy="289850"/>
            </a:xfrm>
            <a:custGeom>
              <a:avLst/>
              <a:gdLst/>
              <a:ahLst/>
              <a:cxnLst/>
              <a:rect l="l" t="t" r="r" b="b"/>
              <a:pathLst>
                <a:path w="2051" h="11594" extrusionOk="0">
                  <a:moveTo>
                    <a:pt x="1952" y="99"/>
                  </a:moveTo>
                  <a:lnTo>
                    <a:pt x="1952" y="11479"/>
                  </a:lnTo>
                  <a:lnTo>
                    <a:pt x="99" y="10918"/>
                  </a:lnTo>
                  <a:lnTo>
                    <a:pt x="99" y="187"/>
                  </a:lnTo>
                  <a:lnTo>
                    <a:pt x="1952" y="99"/>
                  </a:lnTo>
                  <a:close/>
                  <a:moveTo>
                    <a:pt x="1999" y="0"/>
                  </a:moveTo>
                  <a:lnTo>
                    <a:pt x="47" y="89"/>
                  </a:lnTo>
                  <a:cubicBezTo>
                    <a:pt x="21" y="89"/>
                    <a:pt x="0" y="109"/>
                    <a:pt x="0" y="135"/>
                  </a:cubicBezTo>
                  <a:lnTo>
                    <a:pt x="0" y="10955"/>
                  </a:lnTo>
                  <a:cubicBezTo>
                    <a:pt x="0" y="10975"/>
                    <a:pt x="10" y="10996"/>
                    <a:pt x="31" y="11001"/>
                  </a:cubicBezTo>
                  <a:lnTo>
                    <a:pt x="1988" y="11593"/>
                  </a:lnTo>
                  <a:lnTo>
                    <a:pt x="1999" y="11593"/>
                  </a:lnTo>
                  <a:cubicBezTo>
                    <a:pt x="2030" y="11593"/>
                    <a:pt x="2051" y="11567"/>
                    <a:pt x="2051" y="11541"/>
                  </a:cubicBezTo>
                  <a:lnTo>
                    <a:pt x="2051" y="47"/>
                  </a:lnTo>
                  <a:cubicBezTo>
                    <a:pt x="2051" y="21"/>
                    <a:pt x="2025" y="0"/>
                    <a:pt x="1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66">
              <a:extLst>
                <a:ext uri="{FF2B5EF4-FFF2-40B4-BE49-F238E27FC236}">
                  <a16:creationId xmlns:a16="http://schemas.microsoft.com/office/drawing/2014/main" id="{B6340B0A-EB70-3239-CCBB-654DC6E83D27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66">
              <a:extLst>
                <a:ext uri="{FF2B5EF4-FFF2-40B4-BE49-F238E27FC236}">
                  <a16:creationId xmlns:a16="http://schemas.microsoft.com/office/drawing/2014/main" id="{0BEEC59B-C04C-3B0F-FE30-17376509B69F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66">
              <a:extLst>
                <a:ext uri="{FF2B5EF4-FFF2-40B4-BE49-F238E27FC236}">
                  <a16:creationId xmlns:a16="http://schemas.microsoft.com/office/drawing/2014/main" id="{973F64E2-A3D6-02FD-84F3-39C549FE3A93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66">
              <a:extLst>
                <a:ext uri="{FF2B5EF4-FFF2-40B4-BE49-F238E27FC236}">
                  <a16:creationId xmlns:a16="http://schemas.microsoft.com/office/drawing/2014/main" id="{45D343AB-5C03-E2E1-6038-E9A8D7CCE2FE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66">
              <a:extLst>
                <a:ext uri="{FF2B5EF4-FFF2-40B4-BE49-F238E27FC236}">
                  <a16:creationId xmlns:a16="http://schemas.microsoft.com/office/drawing/2014/main" id="{5A317247-2E16-2D84-D6FC-B86D960DCE0F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66">
              <a:extLst>
                <a:ext uri="{FF2B5EF4-FFF2-40B4-BE49-F238E27FC236}">
                  <a16:creationId xmlns:a16="http://schemas.microsoft.com/office/drawing/2014/main" id="{8CF78CA8-7F81-8D24-17A8-25203BF5D638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66">
              <a:extLst>
                <a:ext uri="{FF2B5EF4-FFF2-40B4-BE49-F238E27FC236}">
                  <a16:creationId xmlns:a16="http://schemas.microsoft.com/office/drawing/2014/main" id="{D42C5BF1-A404-35E1-3FC4-37421120CBD9}"/>
                </a:ext>
              </a:extLst>
            </p:cNvPr>
            <p:cNvSpPr/>
            <p:nvPr/>
          </p:nvSpPr>
          <p:spPr>
            <a:xfrm>
              <a:off x="4914250" y="1443475"/>
              <a:ext cx="88550" cy="25200"/>
            </a:xfrm>
            <a:custGeom>
              <a:avLst/>
              <a:gdLst/>
              <a:ahLst/>
              <a:cxnLst/>
              <a:rect l="l" t="t" r="r" b="b"/>
              <a:pathLst>
                <a:path w="3542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038" y="1008"/>
                  </a:lnTo>
                  <a:cubicBezTo>
                    <a:pt x="3313" y="1008"/>
                    <a:pt x="3542" y="779"/>
                    <a:pt x="3542" y="504"/>
                  </a:cubicBezTo>
                  <a:cubicBezTo>
                    <a:pt x="3542" y="224"/>
                    <a:pt x="3313" y="0"/>
                    <a:pt x="30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66">
              <a:extLst>
                <a:ext uri="{FF2B5EF4-FFF2-40B4-BE49-F238E27FC236}">
                  <a16:creationId xmlns:a16="http://schemas.microsoft.com/office/drawing/2014/main" id="{6C7465C7-697D-DB1E-725F-9764AF6E08B8}"/>
                </a:ext>
              </a:extLst>
            </p:cNvPr>
            <p:cNvSpPr/>
            <p:nvPr/>
          </p:nvSpPr>
          <p:spPr>
            <a:xfrm>
              <a:off x="4913100" y="1442175"/>
              <a:ext cx="90875" cy="27675"/>
            </a:xfrm>
            <a:custGeom>
              <a:avLst/>
              <a:gdLst/>
              <a:ahLst/>
              <a:cxnLst/>
              <a:rect l="l" t="t" r="r" b="b"/>
              <a:pathLst>
                <a:path w="3635" h="1107" extrusionOk="0">
                  <a:moveTo>
                    <a:pt x="3084" y="99"/>
                  </a:moveTo>
                  <a:cubicBezTo>
                    <a:pt x="3333" y="99"/>
                    <a:pt x="3536" y="307"/>
                    <a:pt x="3536" y="556"/>
                  </a:cubicBezTo>
                  <a:cubicBezTo>
                    <a:pt x="3536" y="805"/>
                    <a:pt x="3333" y="1008"/>
                    <a:pt x="3084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084" y="1106"/>
                  </a:lnTo>
                  <a:cubicBezTo>
                    <a:pt x="3390" y="1106"/>
                    <a:pt x="3634" y="857"/>
                    <a:pt x="3634" y="556"/>
                  </a:cubicBezTo>
                  <a:cubicBezTo>
                    <a:pt x="3634" y="250"/>
                    <a:pt x="3390" y="0"/>
                    <a:pt x="3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2" name="Google Shape;3052;p66">
            <a:extLst>
              <a:ext uri="{FF2B5EF4-FFF2-40B4-BE49-F238E27FC236}">
                <a16:creationId xmlns:a16="http://schemas.microsoft.com/office/drawing/2014/main" id="{008F80A5-7573-2025-7C4E-03AD67BEA0BC}"/>
              </a:ext>
            </a:extLst>
          </p:cNvPr>
          <p:cNvGrpSpPr/>
          <p:nvPr/>
        </p:nvGrpSpPr>
        <p:grpSpPr>
          <a:xfrm>
            <a:off x="593870" y="4543004"/>
            <a:ext cx="618948" cy="457375"/>
            <a:chOff x="4256075" y="2554975"/>
            <a:chExt cx="2138727" cy="1580425"/>
          </a:xfrm>
        </p:grpSpPr>
        <p:sp>
          <p:nvSpPr>
            <p:cNvPr id="3053" name="Google Shape;3053;p66">
              <a:extLst>
                <a:ext uri="{FF2B5EF4-FFF2-40B4-BE49-F238E27FC236}">
                  <a16:creationId xmlns:a16="http://schemas.microsoft.com/office/drawing/2014/main" id="{2D7125EC-BB0D-FFF3-68A6-C99ACFD58935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66">
              <a:extLst>
                <a:ext uri="{FF2B5EF4-FFF2-40B4-BE49-F238E27FC236}">
                  <a16:creationId xmlns:a16="http://schemas.microsoft.com/office/drawing/2014/main" id="{1F0538A3-27C6-CD17-55C4-EECE95C8BBF3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66">
              <a:extLst>
                <a:ext uri="{FF2B5EF4-FFF2-40B4-BE49-F238E27FC236}">
                  <a16:creationId xmlns:a16="http://schemas.microsoft.com/office/drawing/2014/main" id="{0973A233-C6B8-F9D3-05D9-11FA5C155146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66">
              <a:extLst>
                <a:ext uri="{FF2B5EF4-FFF2-40B4-BE49-F238E27FC236}">
                  <a16:creationId xmlns:a16="http://schemas.microsoft.com/office/drawing/2014/main" id="{FD767CD3-89A3-CADD-8890-8BC3DFF01135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66">
              <a:extLst>
                <a:ext uri="{FF2B5EF4-FFF2-40B4-BE49-F238E27FC236}">
                  <a16:creationId xmlns:a16="http://schemas.microsoft.com/office/drawing/2014/main" id="{5A7FD3FC-E5DD-E2EC-5BE8-71DFD737DDE0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66">
              <a:extLst>
                <a:ext uri="{FF2B5EF4-FFF2-40B4-BE49-F238E27FC236}">
                  <a16:creationId xmlns:a16="http://schemas.microsoft.com/office/drawing/2014/main" id="{D2863835-1869-D51D-237D-5975596B2F5E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66">
              <a:extLst>
                <a:ext uri="{FF2B5EF4-FFF2-40B4-BE49-F238E27FC236}">
                  <a16:creationId xmlns:a16="http://schemas.microsoft.com/office/drawing/2014/main" id="{E10F32DC-10CA-7B65-7E5A-5D5D2BD5D9D8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66">
              <a:extLst>
                <a:ext uri="{FF2B5EF4-FFF2-40B4-BE49-F238E27FC236}">
                  <a16:creationId xmlns:a16="http://schemas.microsoft.com/office/drawing/2014/main" id="{3827B3F3-105D-E6C3-AA98-E9533D803EA3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66">
              <a:extLst>
                <a:ext uri="{FF2B5EF4-FFF2-40B4-BE49-F238E27FC236}">
                  <a16:creationId xmlns:a16="http://schemas.microsoft.com/office/drawing/2014/main" id="{DB8B2027-962F-C693-FF7D-E4FFF4276A91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66">
              <a:extLst>
                <a:ext uri="{FF2B5EF4-FFF2-40B4-BE49-F238E27FC236}">
                  <a16:creationId xmlns:a16="http://schemas.microsoft.com/office/drawing/2014/main" id="{499E01BC-62F9-7B1E-46CD-ECF0E40A6A8B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66">
              <a:extLst>
                <a:ext uri="{FF2B5EF4-FFF2-40B4-BE49-F238E27FC236}">
                  <a16:creationId xmlns:a16="http://schemas.microsoft.com/office/drawing/2014/main" id="{8B67CF52-BC21-2EEF-AB42-E630AD9DBD59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66">
              <a:extLst>
                <a:ext uri="{FF2B5EF4-FFF2-40B4-BE49-F238E27FC236}">
                  <a16:creationId xmlns:a16="http://schemas.microsoft.com/office/drawing/2014/main" id="{7E84E22B-3308-9387-0F9F-7CE59E83FD95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66">
              <a:extLst>
                <a:ext uri="{FF2B5EF4-FFF2-40B4-BE49-F238E27FC236}">
                  <a16:creationId xmlns:a16="http://schemas.microsoft.com/office/drawing/2014/main" id="{EED2ED31-0C88-4B6E-A4DF-2DB5DCC3522C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66">
              <a:extLst>
                <a:ext uri="{FF2B5EF4-FFF2-40B4-BE49-F238E27FC236}">
                  <a16:creationId xmlns:a16="http://schemas.microsoft.com/office/drawing/2014/main" id="{C92AF219-7CAE-9290-804A-613680D81A27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7" name="Google Shape;3067;p66">
            <a:extLst>
              <a:ext uri="{FF2B5EF4-FFF2-40B4-BE49-F238E27FC236}">
                <a16:creationId xmlns:a16="http://schemas.microsoft.com/office/drawing/2014/main" id="{1D046E53-FAE4-A19A-591A-7E8A88245D16}"/>
              </a:ext>
            </a:extLst>
          </p:cNvPr>
          <p:cNvSpPr/>
          <p:nvPr/>
        </p:nvSpPr>
        <p:spPr>
          <a:xfrm rot="-4511497" flipH="1">
            <a:off x="538982" y="43447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8" name="Google Shape;3068;p66">
            <a:extLst>
              <a:ext uri="{FF2B5EF4-FFF2-40B4-BE49-F238E27FC236}">
                <a16:creationId xmlns:a16="http://schemas.microsoft.com/office/drawing/2014/main" id="{BAB28E48-16D0-9EE7-E93E-26D77582959E}"/>
              </a:ext>
            </a:extLst>
          </p:cNvPr>
          <p:cNvSpPr/>
          <p:nvPr/>
        </p:nvSpPr>
        <p:spPr>
          <a:xfrm flipH="1">
            <a:off x="960888" y="20402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66">
            <a:extLst>
              <a:ext uri="{FF2B5EF4-FFF2-40B4-BE49-F238E27FC236}">
                <a16:creationId xmlns:a16="http://schemas.microsoft.com/office/drawing/2014/main" id="{AFA1AB6B-49F7-0C28-D10F-E71BB03A6957}"/>
              </a:ext>
            </a:extLst>
          </p:cNvPr>
          <p:cNvSpPr/>
          <p:nvPr/>
        </p:nvSpPr>
        <p:spPr>
          <a:xfrm flipH="1">
            <a:off x="809188" y="569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66">
            <a:extLst>
              <a:ext uri="{FF2B5EF4-FFF2-40B4-BE49-F238E27FC236}">
                <a16:creationId xmlns:a16="http://schemas.microsoft.com/office/drawing/2014/main" id="{7B51D8D7-1169-AD16-D4DC-F087CE23C75C}"/>
              </a:ext>
            </a:extLst>
          </p:cNvPr>
          <p:cNvSpPr/>
          <p:nvPr/>
        </p:nvSpPr>
        <p:spPr>
          <a:xfrm rot="-4514075" flipH="1">
            <a:off x="294014" y="282557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66">
            <a:extLst>
              <a:ext uri="{FF2B5EF4-FFF2-40B4-BE49-F238E27FC236}">
                <a16:creationId xmlns:a16="http://schemas.microsoft.com/office/drawing/2014/main" id="{86A119D4-C973-BBD8-39D8-8B2E9ABBB57A}"/>
              </a:ext>
            </a:extLst>
          </p:cNvPr>
          <p:cNvSpPr/>
          <p:nvPr/>
        </p:nvSpPr>
        <p:spPr>
          <a:xfrm flipH="1">
            <a:off x="370688" y="1511263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66">
            <a:extLst>
              <a:ext uri="{FF2B5EF4-FFF2-40B4-BE49-F238E27FC236}">
                <a16:creationId xmlns:a16="http://schemas.microsoft.com/office/drawing/2014/main" id="{5192951C-D9E2-D943-C756-A729F41BF97F}"/>
              </a:ext>
            </a:extLst>
          </p:cNvPr>
          <p:cNvSpPr/>
          <p:nvPr/>
        </p:nvSpPr>
        <p:spPr>
          <a:xfrm rot="-4514075" flipH="1">
            <a:off x="491689" y="1092232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3" name="Google Shape;3073;p66">
            <a:extLst>
              <a:ext uri="{FF2B5EF4-FFF2-40B4-BE49-F238E27FC236}">
                <a16:creationId xmlns:a16="http://schemas.microsoft.com/office/drawing/2014/main" id="{A7E69A18-C742-27C0-1A47-6560D147B7B7}"/>
              </a:ext>
            </a:extLst>
          </p:cNvPr>
          <p:cNvSpPr/>
          <p:nvPr/>
        </p:nvSpPr>
        <p:spPr>
          <a:xfrm flipH="1">
            <a:off x="294063" y="185877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4" name="Google Shape;3074;p66">
            <a:extLst>
              <a:ext uri="{FF2B5EF4-FFF2-40B4-BE49-F238E27FC236}">
                <a16:creationId xmlns:a16="http://schemas.microsoft.com/office/drawing/2014/main" id="{9BF3054A-74EE-7601-CFDF-236981390957}"/>
              </a:ext>
            </a:extLst>
          </p:cNvPr>
          <p:cNvSpPr/>
          <p:nvPr/>
        </p:nvSpPr>
        <p:spPr>
          <a:xfrm flipH="1">
            <a:off x="593863" y="813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66">
            <a:extLst>
              <a:ext uri="{FF2B5EF4-FFF2-40B4-BE49-F238E27FC236}">
                <a16:creationId xmlns:a16="http://schemas.microsoft.com/office/drawing/2014/main" id="{FDC59CFF-0BE9-CE14-77BF-1EC923D3CD9A}"/>
              </a:ext>
            </a:extLst>
          </p:cNvPr>
          <p:cNvSpPr/>
          <p:nvPr/>
        </p:nvSpPr>
        <p:spPr>
          <a:xfrm rot="-4511497" flipH="1">
            <a:off x="176332" y="98772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6" name="Google Shape;3076;p66">
            <a:extLst>
              <a:ext uri="{FF2B5EF4-FFF2-40B4-BE49-F238E27FC236}">
                <a16:creationId xmlns:a16="http://schemas.microsoft.com/office/drawing/2014/main" id="{2B637775-E8F9-6174-D1A7-135F311515E6}"/>
              </a:ext>
            </a:extLst>
          </p:cNvPr>
          <p:cNvGrpSpPr/>
          <p:nvPr/>
        </p:nvGrpSpPr>
        <p:grpSpPr>
          <a:xfrm>
            <a:off x="8090775" y="2649850"/>
            <a:ext cx="758675" cy="1431862"/>
            <a:chOff x="401225" y="3201250"/>
            <a:chExt cx="758675" cy="1431862"/>
          </a:xfrm>
        </p:grpSpPr>
        <p:sp>
          <p:nvSpPr>
            <p:cNvPr id="3077" name="Google Shape;3077;p66">
              <a:extLst>
                <a:ext uri="{FF2B5EF4-FFF2-40B4-BE49-F238E27FC236}">
                  <a16:creationId xmlns:a16="http://schemas.microsoft.com/office/drawing/2014/main" id="{2535B89D-1D20-A804-96D4-9E78512AF389}"/>
                </a:ext>
              </a:extLst>
            </p:cNvPr>
            <p:cNvSpPr/>
            <p:nvPr/>
          </p:nvSpPr>
          <p:spPr>
            <a:xfrm flipH="1">
              <a:off x="401225" y="4207625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6">
              <a:extLst>
                <a:ext uri="{FF2B5EF4-FFF2-40B4-BE49-F238E27FC236}">
                  <a16:creationId xmlns:a16="http://schemas.microsoft.com/office/drawing/2014/main" id="{C5A827F9-4691-D830-373D-29C4D02B9E7D}"/>
                </a:ext>
              </a:extLst>
            </p:cNvPr>
            <p:cNvSpPr/>
            <p:nvPr/>
          </p:nvSpPr>
          <p:spPr>
            <a:xfrm flipH="1">
              <a:off x="688100" y="39037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6">
              <a:extLst>
                <a:ext uri="{FF2B5EF4-FFF2-40B4-BE49-F238E27FC236}">
                  <a16:creationId xmlns:a16="http://schemas.microsoft.com/office/drawing/2014/main" id="{4B801EC9-E1B5-E891-528F-DA89B1786B92}"/>
                </a:ext>
              </a:extLst>
            </p:cNvPr>
            <p:cNvSpPr/>
            <p:nvPr/>
          </p:nvSpPr>
          <p:spPr>
            <a:xfrm rot="-4514075" flipH="1">
              <a:off x="594327" y="45886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6">
              <a:extLst>
                <a:ext uri="{FF2B5EF4-FFF2-40B4-BE49-F238E27FC236}">
                  <a16:creationId xmlns:a16="http://schemas.microsoft.com/office/drawing/2014/main" id="{FA125293-447E-261B-D98C-135C3CF095C4}"/>
                </a:ext>
              </a:extLst>
            </p:cNvPr>
            <p:cNvSpPr/>
            <p:nvPr/>
          </p:nvSpPr>
          <p:spPr>
            <a:xfrm flipH="1">
              <a:off x="701600" y="36113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6">
              <a:extLst>
                <a:ext uri="{FF2B5EF4-FFF2-40B4-BE49-F238E27FC236}">
                  <a16:creationId xmlns:a16="http://schemas.microsoft.com/office/drawing/2014/main" id="{C8B9467A-BCC3-2D82-2C76-90E6A03230A8}"/>
                </a:ext>
              </a:extLst>
            </p:cNvPr>
            <p:cNvSpPr/>
            <p:nvPr/>
          </p:nvSpPr>
          <p:spPr>
            <a:xfrm flipH="1">
              <a:off x="1132900" y="39826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6">
              <a:extLst>
                <a:ext uri="{FF2B5EF4-FFF2-40B4-BE49-F238E27FC236}">
                  <a16:creationId xmlns:a16="http://schemas.microsoft.com/office/drawing/2014/main" id="{6BE03E50-0F04-B2A5-10ED-034DB5C47644}"/>
                </a:ext>
              </a:extLst>
            </p:cNvPr>
            <p:cNvSpPr/>
            <p:nvPr/>
          </p:nvSpPr>
          <p:spPr>
            <a:xfrm flipH="1">
              <a:off x="902463" y="3409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66">
              <a:extLst>
                <a:ext uri="{FF2B5EF4-FFF2-40B4-BE49-F238E27FC236}">
                  <a16:creationId xmlns:a16="http://schemas.microsoft.com/office/drawing/2014/main" id="{A9A91A3A-8383-B800-CF88-24440BFF7C23}"/>
                </a:ext>
              </a:extLst>
            </p:cNvPr>
            <p:cNvSpPr/>
            <p:nvPr/>
          </p:nvSpPr>
          <p:spPr>
            <a:xfrm rot="-4514075" flipH="1">
              <a:off x="493152" y="33350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66">
              <a:extLst>
                <a:ext uri="{FF2B5EF4-FFF2-40B4-BE49-F238E27FC236}">
                  <a16:creationId xmlns:a16="http://schemas.microsoft.com/office/drawing/2014/main" id="{0E503349-1CB0-19D7-C6F4-C2FAA12FE2CC}"/>
                </a:ext>
              </a:extLst>
            </p:cNvPr>
            <p:cNvSpPr/>
            <p:nvPr/>
          </p:nvSpPr>
          <p:spPr>
            <a:xfrm flipH="1">
              <a:off x="1042975" y="384082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66">
              <a:extLst>
                <a:ext uri="{FF2B5EF4-FFF2-40B4-BE49-F238E27FC236}">
                  <a16:creationId xmlns:a16="http://schemas.microsoft.com/office/drawing/2014/main" id="{154F1CA0-AD6D-16B0-DFDA-BF50DE3B953C}"/>
                </a:ext>
              </a:extLst>
            </p:cNvPr>
            <p:cNvSpPr/>
            <p:nvPr/>
          </p:nvSpPr>
          <p:spPr>
            <a:xfrm flipH="1">
              <a:off x="638613" y="3201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9403;p95">
            <a:extLst>
              <a:ext uri="{FF2B5EF4-FFF2-40B4-BE49-F238E27FC236}">
                <a16:creationId xmlns:a16="http://schemas.microsoft.com/office/drawing/2014/main" id="{AE760056-859F-64A6-95BA-CDEB40438E6F}"/>
              </a:ext>
            </a:extLst>
          </p:cNvPr>
          <p:cNvGrpSpPr/>
          <p:nvPr/>
        </p:nvGrpSpPr>
        <p:grpSpPr>
          <a:xfrm flipH="1">
            <a:off x="-231963" y="3155852"/>
            <a:ext cx="1438629" cy="2005849"/>
            <a:chOff x="572677" y="714325"/>
            <a:chExt cx="1167813" cy="1628256"/>
          </a:xfrm>
        </p:grpSpPr>
        <p:sp>
          <p:nvSpPr>
            <p:cNvPr id="3" name="Google Shape;9404;p95">
              <a:extLst>
                <a:ext uri="{FF2B5EF4-FFF2-40B4-BE49-F238E27FC236}">
                  <a16:creationId xmlns:a16="http://schemas.microsoft.com/office/drawing/2014/main" id="{D549D8C6-5272-0051-2872-D6E3F14E780B}"/>
                </a:ext>
              </a:extLst>
            </p:cNvPr>
            <p:cNvSpPr/>
            <p:nvPr/>
          </p:nvSpPr>
          <p:spPr>
            <a:xfrm>
              <a:off x="572677" y="730248"/>
              <a:ext cx="1101991" cy="1612333"/>
            </a:xfrm>
            <a:custGeom>
              <a:avLst/>
              <a:gdLst/>
              <a:ahLst/>
              <a:cxnLst/>
              <a:rect l="l" t="t" r="r" b="b"/>
              <a:pathLst>
                <a:path w="23841" h="34882" extrusionOk="0">
                  <a:moveTo>
                    <a:pt x="6582" y="3958"/>
                  </a:moveTo>
                  <a:cubicBezTo>
                    <a:pt x="6695" y="3958"/>
                    <a:pt x="6787" y="3996"/>
                    <a:pt x="6833" y="4073"/>
                  </a:cubicBezTo>
                  <a:cubicBezTo>
                    <a:pt x="6928" y="4236"/>
                    <a:pt x="6784" y="4507"/>
                    <a:pt x="6512" y="4679"/>
                  </a:cubicBezTo>
                  <a:cubicBezTo>
                    <a:pt x="6370" y="4769"/>
                    <a:pt x="6222" y="4815"/>
                    <a:pt x="6098" y="4815"/>
                  </a:cubicBezTo>
                  <a:cubicBezTo>
                    <a:pt x="5984" y="4815"/>
                    <a:pt x="5892" y="4776"/>
                    <a:pt x="5847" y="4698"/>
                  </a:cubicBezTo>
                  <a:cubicBezTo>
                    <a:pt x="5751" y="4537"/>
                    <a:pt x="5896" y="4266"/>
                    <a:pt x="6168" y="4093"/>
                  </a:cubicBezTo>
                  <a:cubicBezTo>
                    <a:pt x="6310" y="4003"/>
                    <a:pt x="6459" y="3958"/>
                    <a:pt x="6582" y="3958"/>
                  </a:cubicBezTo>
                  <a:close/>
                  <a:moveTo>
                    <a:pt x="19444" y="11266"/>
                  </a:moveTo>
                  <a:cubicBezTo>
                    <a:pt x="19618" y="11266"/>
                    <a:pt x="19838" y="11289"/>
                    <a:pt x="20066" y="11335"/>
                  </a:cubicBezTo>
                  <a:cubicBezTo>
                    <a:pt x="20527" y="11428"/>
                    <a:pt x="20844" y="11582"/>
                    <a:pt x="20773" y="11677"/>
                  </a:cubicBezTo>
                  <a:cubicBezTo>
                    <a:pt x="20738" y="11725"/>
                    <a:pt x="20610" y="11749"/>
                    <a:pt x="20432" y="11749"/>
                  </a:cubicBezTo>
                  <a:cubicBezTo>
                    <a:pt x="20258" y="11749"/>
                    <a:pt x="20038" y="11726"/>
                    <a:pt x="19810" y="11680"/>
                  </a:cubicBezTo>
                  <a:cubicBezTo>
                    <a:pt x="19349" y="11587"/>
                    <a:pt x="19032" y="11434"/>
                    <a:pt x="19103" y="11339"/>
                  </a:cubicBezTo>
                  <a:cubicBezTo>
                    <a:pt x="19139" y="11291"/>
                    <a:pt x="19267" y="11266"/>
                    <a:pt x="19444" y="11266"/>
                  </a:cubicBezTo>
                  <a:close/>
                  <a:moveTo>
                    <a:pt x="20764" y="11858"/>
                  </a:moveTo>
                  <a:cubicBezTo>
                    <a:pt x="20780" y="11858"/>
                    <a:pt x="20795" y="11858"/>
                    <a:pt x="20811" y="11859"/>
                  </a:cubicBezTo>
                  <a:cubicBezTo>
                    <a:pt x="21052" y="11865"/>
                    <a:pt x="21243" y="11930"/>
                    <a:pt x="21236" y="12002"/>
                  </a:cubicBezTo>
                  <a:cubicBezTo>
                    <a:pt x="21229" y="12070"/>
                    <a:pt x="21050" y="12120"/>
                    <a:pt x="20828" y="12120"/>
                  </a:cubicBezTo>
                  <a:cubicBezTo>
                    <a:pt x="20814" y="12120"/>
                    <a:pt x="20801" y="12120"/>
                    <a:pt x="20787" y="12120"/>
                  </a:cubicBezTo>
                  <a:cubicBezTo>
                    <a:pt x="20546" y="12112"/>
                    <a:pt x="20355" y="12048"/>
                    <a:pt x="20362" y="11976"/>
                  </a:cubicBezTo>
                  <a:cubicBezTo>
                    <a:pt x="20369" y="11908"/>
                    <a:pt x="20545" y="11858"/>
                    <a:pt x="20764" y="11858"/>
                  </a:cubicBezTo>
                  <a:close/>
                  <a:moveTo>
                    <a:pt x="16946" y="12382"/>
                  </a:moveTo>
                  <a:cubicBezTo>
                    <a:pt x="17095" y="12382"/>
                    <a:pt x="17266" y="12470"/>
                    <a:pt x="17351" y="12596"/>
                  </a:cubicBezTo>
                  <a:cubicBezTo>
                    <a:pt x="17446" y="12739"/>
                    <a:pt x="17395" y="12878"/>
                    <a:pt x="17236" y="12906"/>
                  </a:cubicBezTo>
                  <a:cubicBezTo>
                    <a:pt x="17217" y="12909"/>
                    <a:pt x="17197" y="12911"/>
                    <a:pt x="17177" y="12911"/>
                  </a:cubicBezTo>
                  <a:cubicBezTo>
                    <a:pt x="17028" y="12911"/>
                    <a:pt x="16858" y="12824"/>
                    <a:pt x="16774" y="12698"/>
                  </a:cubicBezTo>
                  <a:cubicBezTo>
                    <a:pt x="16677" y="12554"/>
                    <a:pt x="16728" y="12415"/>
                    <a:pt x="16887" y="12387"/>
                  </a:cubicBezTo>
                  <a:cubicBezTo>
                    <a:pt x="16906" y="12384"/>
                    <a:pt x="16926" y="12382"/>
                    <a:pt x="16946" y="12382"/>
                  </a:cubicBezTo>
                  <a:close/>
                  <a:moveTo>
                    <a:pt x="4022" y="12030"/>
                  </a:moveTo>
                  <a:cubicBezTo>
                    <a:pt x="4122" y="12030"/>
                    <a:pt x="4200" y="12058"/>
                    <a:pt x="4243" y="12118"/>
                  </a:cubicBezTo>
                  <a:cubicBezTo>
                    <a:pt x="4387" y="12317"/>
                    <a:pt x="4112" y="12783"/>
                    <a:pt x="3628" y="13159"/>
                  </a:cubicBezTo>
                  <a:cubicBezTo>
                    <a:pt x="3293" y="13421"/>
                    <a:pt x="2945" y="13570"/>
                    <a:pt x="2715" y="13570"/>
                  </a:cubicBezTo>
                  <a:cubicBezTo>
                    <a:pt x="2615" y="13570"/>
                    <a:pt x="2537" y="13541"/>
                    <a:pt x="2493" y="13481"/>
                  </a:cubicBezTo>
                  <a:cubicBezTo>
                    <a:pt x="2350" y="13283"/>
                    <a:pt x="2626" y="12816"/>
                    <a:pt x="3109" y="12440"/>
                  </a:cubicBezTo>
                  <a:cubicBezTo>
                    <a:pt x="3444" y="12179"/>
                    <a:pt x="3793" y="12030"/>
                    <a:pt x="4022" y="12030"/>
                  </a:cubicBezTo>
                  <a:close/>
                  <a:moveTo>
                    <a:pt x="2837" y="13868"/>
                  </a:moveTo>
                  <a:cubicBezTo>
                    <a:pt x="3002" y="13868"/>
                    <a:pt x="3132" y="13929"/>
                    <a:pt x="3168" y="14039"/>
                  </a:cubicBezTo>
                  <a:cubicBezTo>
                    <a:pt x="3222" y="14205"/>
                    <a:pt x="3039" y="14420"/>
                    <a:pt x="2760" y="14519"/>
                  </a:cubicBezTo>
                  <a:cubicBezTo>
                    <a:pt x="2665" y="14553"/>
                    <a:pt x="2571" y="14570"/>
                    <a:pt x="2487" y="14570"/>
                  </a:cubicBezTo>
                  <a:cubicBezTo>
                    <a:pt x="2323" y="14570"/>
                    <a:pt x="2194" y="14509"/>
                    <a:pt x="2157" y="14400"/>
                  </a:cubicBezTo>
                  <a:cubicBezTo>
                    <a:pt x="2104" y="14233"/>
                    <a:pt x="2285" y="14018"/>
                    <a:pt x="2564" y="13918"/>
                  </a:cubicBezTo>
                  <a:cubicBezTo>
                    <a:pt x="2659" y="13884"/>
                    <a:pt x="2753" y="13868"/>
                    <a:pt x="2837" y="13868"/>
                  </a:cubicBezTo>
                  <a:close/>
                  <a:moveTo>
                    <a:pt x="7506" y="13809"/>
                  </a:moveTo>
                  <a:cubicBezTo>
                    <a:pt x="7509" y="13809"/>
                    <a:pt x="7513" y="13809"/>
                    <a:pt x="7517" y="13809"/>
                  </a:cubicBezTo>
                  <a:cubicBezTo>
                    <a:pt x="7722" y="13820"/>
                    <a:pt x="7871" y="14127"/>
                    <a:pt x="7849" y="14495"/>
                  </a:cubicBezTo>
                  <a:cubicBezTo>
                    <a:pt x="7828" y="14854"/>
                    <a:pt x="7650" y="15139"/>
                    <a:pt x="7449" y="15139"/>
                  </a:cubicBezTo>
                  <a:cubicBezTo>
                    <a:pt x="7445" y="15139"/>
                    <a:pt x="7441" y="15139"/>
                    <a:pt x="7438" y="15139"/>
                  </a:cubicBezTo>
                  <a:cubicBezTo>
                    <a:pt x="7233" y="15128"/>
                    <a:pt x="7084" y="14821"/>
                    <a:pt x="7106" y="14454"/>
                  </a:cubicBezTo>
                  <a:cubicBezTo>
                    <a:pt x="7127" y="14094"/>
                    <a:pt x="7305" y="13809"/>
                    <a:pt x="7506" y="13809"/>
                  </a:cubicBezTo>
                  <a:close/>
                  <a:moveTo>
                    <a:pt x="13677" y="20669"/>
                  </a:moveTo>
                  <a:cubicBezTo>
                    <a:pt x="13705" y="20966"/>
                    <a:pt x="13737" y="21262"/>
                    <a:pt x="13774" y="21558"/>
                  </a:cubicBezTo>
                  <a:cubicBezTo>
                    <a:pt x="13662" y="21553"/>
                    <a:pt x="13550" y="21550"/>
                    <a:pt x="13435" y="21547"/>
                  </a:cubicBezTo>
                  <a:cubicBezTo>
                    <a:pt x="13439" y="21358"/>
                    <a:pt x="13443" y="21169"/>
                    <a:pt x="13446" y="20979"/>
                  </a:cubicBezTo>
                  <a:cubicBezTo>
                    <a:pt x="13521" y="20875"/>
                    <a:pt x="13598" y="20771"/>
                    <a:pt x="13677" y="20669"/>
                  </a:cubicBezTo>
                  <a:close/>
                  <a:moveTo>
                    <a:pt x="12707" y="14919"/>
                  </a:moveTo>
                  <a:cubicBezTo>
                    <a:pt x="12797" y="16581"/>
                    <a:pt x="12831" y="18247"/>
                    <a:pt x="12797" y="19911"/>
                  </a:cubicBezTo>
                  <a:cubicBezTo>
                    <a:pt x="12791" y="20253"/>
                    <a:pt x="12779" y="20597"/>
                    <a:pt x="12767" y="20941"/>
                  </a:cubicBezTo>
                  <a:cubicBezTo>
                    <a:pt x="12623" y="21137"/>
                    <a:pt x="12483" y="21337"/>
                    <a:pt x="12347" y="21540"/>
                  </a:cubicBezTo>
                  <a:cubicBezTo>
                    <a:pt x="11980" y="21542"/>
                    <a:pt x="11621" y="21552"/>
                    <a:pt x="11278" y="21567"/>
                  </a:cubicBezTo>
                  <a:cubicBezTo>
                    <a:pt x="11273" y="21534"/>
                    <a:pt x="11268" y="21502"/>
                    <a:pt x="11264" y="21469"/>
                  </a:cubicBezTo>
                  <a:cubicBezTo>
                    <a:pt x="11319" y="21103"/>
                    <a:pt x="11378" y="20737"/>
                    <a:pt x="11440" y="20372"/>
                  </a:cubicBezTo>
                  <a:cubicBezTo>
                    <a:pt x="11736" y="18657"/>
                    <a:pt x="12125" y="16956"/>
                    <a:pt x="12599" y="15280"/>
                  </a:cubicBezTo>
                  <a:lnTo>
                    <a:pt x="12707" y="14919"/>
                  </a:lnTo>
                  <a:close/>
                  <a:moveTo>
                    <a:pt x="6567" y="1"/>
                  </a:moveTo>
                  <a:cubicBezTo>
                    <a:pt x="4859" y="278"/>
                    <a:pt x="2947" y="1077"/>
                    <a:pt x="963" y="2667"/>
                  </a:cubicBezTo>
                  <a:cubicBezTo>
                    <a:pt x="963" y="2667"/>
                    <a:pt x="1846" y="2777"/>
                    <a:pt x="2175" y="3173"/>
                  </a:cubicBezTo>
                  <a:cubicBezTo>
                    <a:pt x="2505" y="3571"/>
                    <a:pt x="5413" y="7319"/>
                    <a:pt x="9384" y="7810"/>
                  </a:cubicBezTo>
                  <a:cubicBezTo>
                    <a:pt x="9672" y="7845"/>
                    <a:pt x="10019" y="7875"/>
                    <a:pt x="10381" y="7875"/>
                  </a:cubicBezTo>
                  <a:cubicBezTo>
                    <a:pt x="10864" y="7875"/>
                    <a:pt x="11375" y="7822"/>
                    <a:pt x="11810" y="7656"/>
                  </a:cubicBezTo>
                  <a:lnTo>
                    <a:pt x="11887" y="8017"/>
                  </a:lnTo>
                  <a:cubicBezTo>
                    <a:pt x="12218" y="9833"/>
                    <a:pt x="12476" y="11664"/>
                    <a:pt x="12616" y="13507"/>
                  </a:cubicBezTo>
                  <a:lnTo>
                    <a:pt x="12484" y="13867"/>
                  </a:lnTo>
                  <a:lnTo>
                    <a:pt x="12080" y="15126"/>
                  </a:lnTo>
                  <a:cubicBezTo>
                    <a:pt x="11623" y="16615"/>
                    <a:pt x="11237" y="18126"/>
                    <a:pt x="10917" y="19651"/>
                  </a:cubicBezTo>
                  <a:cubicBezTo>
                    <a:pt x="10829" y="19271"/>
                    <a:pt x="10730" y="18892"/>
                    <a:pt x="10623" y="18518"/>
                  </a:cubicBezTo>
                  <a:cubicBezTo>
                    <a:pt x="10469" y="17934"/>
                    <a:pt x="10251" y="17372"/>
                    <a:pt x="10054" y="16803"/>
                  </a:cubicBezTo>
                  <a:lnTo>
                    <a:pt x="9701" y="15970"/>
                  </a:lnTo>
                  <a:cubicBezTo>
                    <a:pt x="9644" y="15839"/>
                    <a:pt x="9591" y="15705"/>
                    <a:pt x="9529" y="15575"/>
                  </a:cubicBezTo>
                  <a:cubicBezTo>
                    <a:pt x="9558" y="15542"/>
                    <a:pt x="9589" y="15511"/>
                    <a:pt x="9617" y="15477"/>
                  </a:cubicBezTo>
                  <a:cubicBezTo>
                    <a:pt x="10376" y="14600"/>
                    <a:pt x="11578" y="12936"/>
                    <a:pt x="10721" y="11769"/>
                  </a:cubicBezTo>
                  <a:cubicBezTo>
                    <a:pt x="10453" y="11403"/>
                    <a:pt x="10033" y="11192"/>
                    <a:pt x="9594" y="11086"/>
                  </a:cubicBezTo>
                  <a:cubicBezTo>
                    <a:pt x="9520" y="11068"/>
                    <a:pt x="9446" y="11053"/>
                    <a:pt x="9372" y="11041"/>
                  </a:cubicBezTo>
                  <a:cubicBezTo>
                    <a:pt x="8869" y="10959"/>
                    <a:pt x="8337" y="11042"/>
                    <a:pt x="7842" y="10943"/>
                  </a:cubicBezTo>
                  <a:cubicBezTo>
                    <a:pt x="7897" y="10537"/>
                    <a:pt x="8208" y="10174"/>
                    <a:pt x="8230" y="9723"/>
                  </a:cubicBezTo>
                  <a:cubicBezTo>
                    <a:pt x="8260" y="9064"/>
                    <a:pt x="7765" y="8839"/>
                    <a:pt x="7213" y="8839"/>
                  </a:cubicBezTo>
                  <a:cubicBezTo>
                    <a:pt x="7169" y="8839"/>
                    <a:pt x="7123" y="8841"/>
                    <a:pt x="7078" y="8844"/>
                  </a:cubicBezTo>
                  <a:cubicBezTo>
                    <a:pt x="4475" y="9008"/>
                    <a:pt x="1" y="12377"/>
                    <a:pt x="350" y="19902"/>
                  </a:cubicBezTo>
                  <a:cubicBezTo>
                    <a:pt x="350" y="19902"/>
                    <a:pt x="968" y="19188"/>
                    <a:pt x="1491" y="19130"/>
                  </a:cubicBezTo>
                  <a:cubicBezTo>
                    <a:pt x="1980" y="19074"/>
                    <a:pt x="6205" y="18736"/>
                    <a:pt x="9025" y="16090"/>
                  </a:cubicBezTo>
                  <a:cubicBezTo>
                    <a:pt x="9136" y="16115"/>
                    <a:pt x="9172" y="16123"/>
                    <a:pt x="9283" y="16146"/>
                  </a:cubicBezTo>
                  <a:lnTo>
                    <a:pt x="9601" y="16970"/>
                  </a:lnTo>
                  <a:cubicBezTo>
                    <a:pt x="9774" y="17532"/>
                    <a:pt x="9970" y="18086"/>
                    <a:pt x="10100" y="18660"/>
                  </a:cubicBezTo>
                  <a:cubicBezTo>
                    <a:pt x="10321" y="19534"/>
                    <a:pt x="10492" y="20423"/>
                    <a:pt x="10602" y="21317"/>
                  </a:cubicBezTo>
                  <a:cubicBezTo>
                    <a:pt x="10504" y="21437"/>
                    <a:pt x="10450" y="21502"/>
                    <a:pt x="10353" y="21620"/>
                  </a:cubicBezTo>
                  <a:cubicBezTo>
                    <a:pt x="8595" y="21754"/>
                    <a:pt x="7382" y="22035"/>
                    <a:pt x="7382" y="22361"/>
                  </a:cubicBezTo>
                  <a:lnTo>
                    <a:pt x="7247" y="23544"/>
                  </a:lnTo>
                  <a:cubicBezTo>
                    <a:pt x="7247" y="23544"/>
                    <a:pt x="7149" y="23858"/>
                    <a:pt x="7187" y="24078"/>
                  </a:cubicBezTo>
                  <a:lnTo>
                    <a:pt x="6848" y="27053"/>
                  </a:lnTo>
                  <a:lnTo>
                    <a:pt x="6847" y="27053"/>
                  </a:lnTo>
                  <a:cubicBezTo>
                    <a:pt x="6847" y="27053"/>
                    <a:pt x="6848" y="27054"/>
                    <a:pt x="6848" y="27054"/>
                  </a:cubicBezTo>
                  <a:lnTo>
                    <a:pt x="6495" y="30109"/>
                  </a:lnTo>
                  <a:cubicBezTo>
                    <a:pt x="2101" y="31670"/>
                    <a:pt x="3950" y="34306"/>
                    <a:pt x="12787" y="34832"/>
                  </a:cubicBezTo>
                  <a:cubicBezTo>
                    <a:pt x="13347" y="34865"/>
                    <a:pt x="13908" y="34882"/>
                    <a:pt x="14468" y="34882"/>
                  </a:cubicBezTo>
                  <a:cubicBezTo>
                    <a:pt x="15521" y="34882"/>
                    <a:pt x="16574" y="34824"/>
                    <a:pt x="17621" y="34712"/>
                  </a:cubicBezTo>
                  <a:cubicBezTo>
                    <a:pt x="18414" y="34627"/>
                    <a:pt x="19190" y="34418"/>
                    <a:pt x="19909" y="34074"/>
                  </a:cubicBezTo>
                  <a:cubicBezTo>
                    <a:pt x="20499" y="33792"/>
                    <a:pt x="20771" y="33532"/>
                    <a:pt x="20009" y="33304"/>
                  </a:cubicBezTo>
                  <a:cubicBezTo>
                    <a:pt x="20069" y="33237"/>
                    <a:pt x="18924" y="30550"/>
                    <a:pt x="18995" y="30523"/>
                  </a:cubicBezTo>
                  <a:lnTo>
                    <a:pt x="18805" y="30523"/>
                  </a:lnTo>
                  <a:cubicBezTo>
                    <a:pt x="18807" y="30352"/>
                    <a:pt x="18799" y="30179"/>
                    <a:pt x="18779" y="30004"/>
                  </a:cubicBezTo>
                  <a:lnTo>
                    <a:pt x="18460" y="27186"/>
                  </a:lnTo>
                  <a:cubicBezTo>
                    <a:pt x="18518" y="27109"/>
                    <a:pt x="18583" y="27048"/>
                    <a:pt x="18660" y="27018"/>
                  </a:cubicBezTo>
                  <a:lnTo>
                    <a:pt x="18660" y="27018"/>
                  </a:lnTo>
                  <a:lnTo>
                    <a:pt x="18441" y="27019"/>
                  </a:lnTo>
                  <a:lnTo>
                    <a:pt x="18140" y="24380"/>
                  </a:lnTo>
                  <a:cubicBezTo>
                    <a:pt x="18274" y="23990"/>
                    <a:pt x="18415" y="23608"/>
                    <a:pt x="18660" y="23510"/>
                  </a:cubicBezTo>
                  <a:lnTo>
                    <a:pt x="18660" y="23510"/>
                  </a:lnTo>
                  <a:lnTo>
                    <a:pt x="18042" y="23513"/>
                  </a:lnTo>
                  <a:lnTo>
                    <a:pt x="17911" y="22361"/>
                  </a:lnTo>
                  <a:cubicBezTo>
                    <a:pt x="17911" y="22003"/>
                    <a:pt x="16445" y="21699"/>
                    <a:pt x="14401" y="21586"/>
                  </a:cubicBezTo>
                  <a:cubicBezTo>
                    <a:pt x="14318" y="21067"/>
                    <a:pt x="14248" y="20546"/>
                    <a:pt x="14195" y="20024"/>
                  </a:cubicBezTo>
                  <a:cubicBezTo>
                    <a:pt x="14683" y="19458"/>
                    <a:pt x="15222" y="18936"/>
                    <a:pt x="15815" y="18482"/>
                  </a:cubicBezTo>
                  <a:cubicBezTo>
                    <a:pt x="16192" y="18190"/>
                    <a:pt x="16593" y="17928"/>
                    <a:pt x="17013" y="17698"/>
                  </a:cubicBezTo>
                  <a:cubicBezTo>
                    <a:pt x="17014" y="17717"/>
                    <a:pt x="17014" y="17735"/>
                    <a:pt x="17016" y="17754"/>
                  </a:cubicBezTo>
                  <a:cubicBezTo>
                    <a:pt x="17034" y="17938"/>
                    <a:pt x="17113" y="18157"/>
                    <a:pt x="17295" y="18387"/>
                  </a:cubicBezTo>
                  <a:cubicBezTo>
                    <a:pt x="17874" y="19122"/>
                    <a:pt x="18931" y="19383"/>
                    <a:pt x="19501" y="19480"/>
                  </a:cubicBezTo>
                  <a:cubicBezTo>
                    <a:pt x="19732" y="19520"/>
                    <a:pt x="19946" y="19537"/>
                    <a:pt x="20143" y="19537"/>
                  </a:cubicBezTo>
                  <a:cubicBezTo>
                    <a:pt x="21728" y="19537"/>
                    <a:pt x="22272" y="18405"/>
                    <a:pt x="22346" y="18275"/>
                  </a:cubicBezTo>
                  <a:cubicBezTo>
                    <a:pt x="22386" y="18204"/>
                    <a:pt x="22515" y="18186"/>
                    <a:pt x="22638" y="18186"/>
                  </a:cubicBezTo>
                  <a:cubicBezTo>
                    <a:pt x="22768" y="18186"/>
                    <a:pt x="22892" y="18207"/>
                    <a:pt x="22892" y="18207"/>
                  </a:cubicBezTo>
                  <a:cubicBezTo>
                    <a:pt x="22788" y="18131"/>
                    <a:pt x="22686" y="18059"/>
                    <a:pt x="22584" y="17988"/>
                  </a:cubicBezTo>
                  <a:cubicBezTo>
                    <a:pt x="20018" y="16187"/>
                    <a:pt x="18182" y="15590"/>
                    <a:pt x="17099" y="15590"/>
                  </a:cubicBezTo>
                  <a:cubicBezTo>
                    <a:pt x="16481" y="15590"/>
                    <a:pt x="16109" y="15785"/>
                    <a:pt x="15987" y="16061"/>
                  </a:cubicBezTo>
                  <a:cubicBezTo>
                    <a:pt x="15909" y="16241"/>
                    <a:pt x="15968" y="16510"/>
                    <a:pt x="16375" y="16778"/>
                  </a:cubicBezTo>
                  <a:cubicBezTo>
                    <a:pt x="16632" y="16948"/>
                    <a:pt x="16868" y="16989"/>
                    <a:pt x="17103" y="17130"/>
                  </a:cubicBezTo>
                  <a:cubicBezTo>
                    <a:pt x="17105" y="17175"/>
                    <a:pt x="17101" y="17216"/>
                    <a:pt x="17095" y="17255"/>
                  </a:cubicBezTo>
                  <a:cubicBezTo>
                    <a:pt x="16558" y="17502"/>
                    <a:pt x="16044" y="17798"/>
                    <a:pt x="15564" y="18140"/>
                  </a:cubicBezTo>
                  <a:cubicBezTo>
                    <a:pt x="15054" y="18500"/>
                    <a:pt x="14578" y="18906"/>
                    <a:pt x="14135" y="19345"/>
                  </a:cubicBezTo>
                  <a:cubicBezTo>
                    <a:pt x="14125" y="19212"/>
                    <a:pt x="14115" y="19079"/>
                    <a:pt x="14107" y="18947"/>
                  </a:cubicBezTo>
                  <a:cubicBezTo>
                    <a:pt x="14039" y="17587"/>
                    <a:pt x="14071" y="16206"/>
                    <a:pt x="14424" y="14903"/>
                  </a:cubicBezTo>
                  <a:cubicBezTo>
                    <a:pt x="14593" y="14281"/>
                    <a:pt x="14842" y="13679"/>
                    <a:pt x="15207" y="13157"/>
                  </a:cubicBezTo>
                  <a:cubicBezTo>
                    <a:pt x="15342" y="13207"/>
                    <a:pt x="15473" y="13252"/>
                    <a:pt x="15592" y="13292"/>
                  </a:cubicBezTo>
                  <a:cubicBezTo>
                    <a:pt x="17107" y="13793"/>
                    <a:pt x="18903" y="13918"/>
                    <a:pt x="20325" y="13918"/>
                  </a:cubicBezTo>
                  <a:cubicBezTo>
                    <a:pt x="21600" y="13918"/>
                    <a:pt x="22575" y="13818"/>
                    <a:pt x="22776" y="13800"/>
                  </a:cubicBezTo>
                  <a:cubicBezTo>
                    <a:pt x="22811" y="13797"/>
                    <a:pt x="22847" y="13796"/>
                    <a:pt x="22883" y="13796"/>
                  </a:cubicBezTo>
                  <a:cubicBezTo>
                    <a:pt x="23301" y="13796"/>
                    <a:pt x="23841" y="13974"/>
                    <a:pt x="23841" y="13974"/>
                  </a:cubicBezTo>
                  <a:cubicBezTo>
                    <a:pt x="22641" y="11270"/>
                    <a:pt x="19115" y="10331"/>
                    <a:pt x="16893" y="10331"/>
                  </a:cubicBezTo>
                  <a:cubicBezTo>
                    <a:pt x="16631" y="10331"/>
                    <a:pt x="16386" y="10344"/>
                    <a:pt x="16166" y="10368"/>
                  </a:cubicBezTo>
                  <a:cubicBezTo>
                    <a:pt x="15683" y="10422"/>
                    <a:pt x="15269" y="10571"/>
                    <a:pt x="15448" y="10850"/>
                  </a:cubicBezTo>
                  <a:cubicBezTo>
                    <a:pt x="15560" y="11026"/>
                    <a:pt x="15884" y="11134"/>
                    <a:pt x="16015" y="11289"/>
                  </a:cubicBezTo>
                  <a:cubicBezTo>
                    <a:pt x="15645" y="11385"/>
                    <a:pt x="15210" y="11414"/>
                    <a:pt x="14831" y="11505"/>
                  </a:cubicBezTo>
                  <a:cubicBezTo>
                    <a:pt x="14775" y="11518"/>
                    <a:pt x="14720" y="11533"/>
                    <a:pt x="14665" y="11548"/>
                  </a:cubicBezTo>
                  <a:cubicBezTo>
                    <a:pt x="14342" y="11640"/>
                    <a:pt x="14057" y="11773"/>
                    <a:pt x="13925" y="11949"/>
                  </a:cubicBezTo>
                  <a:cubicBezTo>
                    <a:pt x="13620" y="12354"/>
                    <a:pt x="14208" y="12736"/>
                    <a:pt x="14856" y="13016"/>
                  </a:cubicBezTo>
                  <a:cubicBezTo>
                    <a:pt x="14472" y="13554"/>
                    <a:pt x="14206" y="14163"/>
                    <a:pt x="14017" y="14785"/>
                  </a:cubicBezTo>
                  <a:cubicBezTo>
                    <a:pt x="13606" y="16150"/>
                    <a:pt x="13536" y="17572"/>
                    <a:pt x="13566" y="18970"/>
                  </a:cubicBezTo>
                  <a:cubicBezTo>
                    <a:pt x="13575" y="19279"/>
                    <a:pt x="13592" y="19587"/>
                    <a:pt x="13613" y="19895"/>
                  </a:cubicBezTo>
                  <a:cubicBezTo>
                    <a:pt x="13559" y="19954"/>
                    <a:pt x="13508" y="20015"/>
                    <a:pt x="13455" y="20075"/>
                  </a:cubicBezTo>
                  <a:cubicBezTo>
                    <a:pt x="13455" y="20023"/>
                    <a:pt x="13456" y="19970"/>
                    <a:pt x="13456" y="19917"/>
                  </a:cubicBezTo>
                  <a:cubicBezTo>
                    <a:pt x="13457" y="17906"/>
                    <a:pt x="13367" y="15896"/>
                    <a:pt x="13188" y="13895"/>
                  </a:cubicBezTo>
                  <a:cubicBezTo>
                    <a:pt x="13177" y="13763"/>
                    <a:pt x="13164" y="13631"/>
                    <a:pt x="13151" y="13499"/>
                  </a:cubicBezTo>
                  <a:lnTo>
                    <a:pt x="13392" y="12792"/>
                  </a:lnTo>
                  <a:cubicBezTo>
                    <a:pt x="13526" y="12376"/>
                    <a:pt x="13694" y="11975"/>
                    <a:pt x="13852" y="11570"/>
                  </a:cubicBezTo>
                  <a:lnTo>
                    <a:pt x="14091" y="10961"/>
                  </a:lnTo>
                  <a:lnTo>
                    <a:pt x="14211" y="10658"/>
                  </a:lnTo>
                  <a:lnTo>
                    <a:pt x="14347" y="10361"/>
                  </a:lnTo>
                  <a:lnTo>
                    <a:pt x="14889" y="9173"/>
                  </a:lnTo>
                  <a:cubicBezTo>
                    <a:pt x="15067" y="8791"/>
                    <a:pt x="15277" y="8425"/>
                    <a:pt x="15471" y="8052"/>
                  </a:cubicBezTo>
                  <a:cubicBezTo>
                    <a:pt x="15475" y="8073"/>
                    <a:pt x="15478" y="8094"/>
                    <a:pt x="15484" y="8114"/>
                  </a:cubicBezTo>
                  <a:cubicBezTo>
                    <a:pt x="15547" y="8357"/>
                    <a:pt x="15687" y="8586"/>
                    <a:pt x="15943" y="8726"/>
                  </a:cubicBezTo>
                  <a:cubicBezTo>
                    <a:pt x="16044" y="8781"/>
                    <a:pt x="16152" y="8818"/>
                    <a:pt x="16263" y="8840"/>
                  </a:cubicBezTo>
                  <a:cubicBezTo>
                    <a:pt x="16280" y="8844"/>
                    <a:pt x="16297" y="8845"/>
                    <a:pt x="16315" y="8847"/>
                  </a:cubicBezTo>
                  <a:cubicBezTo>
                    <a:pt x="16351" y="8853"/>
                    <a:pt x="16388" y="8858"/>
                    <a:pt x="16425" y="8862"/>
                  </a:cubicBezTo>
                  <a:cubicBezTo>
                    <a:pt x="16450" y="8863"/>
                    <a:pt x="16474" y="8863"/>
                    <a:pt x="16499" y="8864"/>
                  </a:cubicBezTo>
                  <a:cubicBezTo>
                    <a:pt x="16520" y="8864"/>
                    <a:pt x="16541" y="8864"/>
                    <a:pt x="16562" y="8864"/>
                  </a:cubicBezTo>
                  <a:cubicBezTo>
                    <a:pt x="16572" y="8864"/>
                    <a:pt x="16583" y="8864"/>
                    <a:pt x="16593" y="8864"/>
                  </a:cubicBezTo>
                  <a:cubicBezTo>
                    <a:pt x="16619" y="8863"/>
                    <a:pt x="16646" y="8860"/>
                    <a:pt x="16672" y="8858"/>
                  </a:cubicBezTo>
                  <a:cubicBezTo>
                    <a:pt x="16703" y="8856"/>
                    <a:pt x="16733" y="8853"/>
                    <a:pt x="16765" y="8849"/>
                  </a:cubicBezTo>
                  <a:cubicBezTo>
                    <a:pt x="16792" y="8846"/>
                    <a:pt x="16818" y="8841"/>
                    <a:pt x="16846" y="8837"/>
                  </a:cubicBezTo>
                  <a:cubicBezTo>
                    <a:pt x="16877" y="8831"/>
                    <a:pt x="16908" y="8826"/>
                    <a:pt x="16939" y="8819"/>
                  </a:cubicBezTo>
                  <a:cubicBezTo>
                    <a:pt x="16966" y="8813"/>
                    <a:pt x="16993" y="8808"/>
                    <a:pt x="17020" y="8801"/>
                  </a:cubicBezTo>
                  <a:cubicBezTo>
                    <a:pt x="17053" y="8793"/>
                    <a:pt x="17084" y="8784"/>
                    <a:pt x="17116" y="8775"/>
                  </a:cubicBezTo>
                  <a:cubicBezTo>
                    <a:pt x="17142" y="8769"/>
                    <a:pt x="17169" y="8761"/>
                    <a:pt x="17195" y="8753"/>
                  </a:cubicBezTo>
                  <a:cubicBezTo>
                    <a:pt x="17230" y="8742"/>
                    <a:pt x="17263" y="8730"/>
                    <a:pt x="17298" y="8718"/>
                  </a:cubicBezTo>
                  <a:cubicBezTo>
                    <a:pt x="17321" y="8710"/>
                    <a:pt x="17345" y="8702"/>
                    <a:pt x="17370" y="8694"/>
                  </a:cubicBezTo>
                  <a:cubicBezTo>
                    <a:pt x="17418" y="8676"/>
                    <a:pt x="17467" y="8655"/>
                    <a:pt x="17515" y="8635"/>
                  </a:cubicBezTo>
                  <a:cubicBezTo>
                    <a:pt x="17539" y="8625"/>
                    <a:pt x="17561" y="8615"/>
                    <a:pt x="17585" y="8605"/>
                  </a:cubicBezTo>
                  <a:cubicBezTo>
                    <a:pt x="17625" y="8587"/>
                    <a:pt x="17667" y="8569"/>
                    <a:pt x="17707" y="8550"/>
                  </a:cubicBezTo>
                  <a:cubicBezTo>
                    <a:pt x="17730" y="8539"/>
                    <a:pt x="17753" y="8528"/>
                    <a:pt x="17776" y="8517"/>
                  </a:cubicBezTo>
                  <a:cubicBezTo>
                    <a:pt x="17809" y="8500"/>
                    <a:pt x="17841" y="8484"/>
                    <a:pt x="17873" y="8467"/>
                  </a:cubicBezTo>
                  <a:cubicBezTo>
                    <a:pt x="17897" y="8455"/>
                    <a:pt x="17921" y="8443"/>
                    <a:pt x="17944" y="8430"/>
                  </a:cubicBezTo>
                  <a:cubicBezTo>
                    <a:pt x="17975" y="8413"/>
                    <a:pt x="18005" y="8398"/>
                    <a:pt x="18034" y="8381"/>
                  </a:cubicBezTo>
                  <a:cubicBezTo>
                    <a:pt x="18058" y="8367"/>
                    <a:pt x="18080" y="8355"/>
                    <a:pt x="18102" y="8342"/>
                  </a:cubicBezTo>
                  <a:cubicBezTo>
                    <a:pt x="18133" y="8325"/>
                    <a:pt x="18162" y="8308"/>
                    <a:pt x="18191" y="8291"/>
                  </a:cubicBezTo>
                  <a:cubicBezTo>
                    <a:pt x="18212" y="8278"/>
                    <a:pt x="18232" y="8266"/>
                    <a:pt x="18254" y="8253"/>
                  </a:cubicBezTo>
                  <a:cubicBezTo>
                    <a:pt x="18283" y="8235"/>
                    <a:pt x="18311" y="8218"/>
                    <a:pt x="18339" y="8201"/>
                  </a:cubicBezTo>
                  <a:cubicBezTo>
                    <a:pt x="18358" y="8188"/>
                    <a:pt x="18377" y="8177"/>
                    <a:pt x="18396" y="8165"/>
                  </a:cubicBezTo>
                  <a:cubicBezTo>
                    <a:pt x="18426" y="8146"/>
                    <a:pt x="18456" y="8125"/>
                    <a:pt x="18486" y="8106"/>
                  </a:cubicBezTo>
                  <a:cubicBezTo>
                    <a:pt x="18499" y="8097"/>
                    <a:pt x="18514" y="8089"/>
                    <a:pt x="18527" y="8080"/>
                  </a:cubicBezTo>
                  <a:cubicBezTo>
                    <a:pt x="18570" y="8052"/>
                    <a:pt x="18610" y="8024"/>
                    <a:pt x="18648" y="7998"/>
                  </a:cubicBezTo>
                  <a:cubicBezTo>
                    <a:pt x="21042" y="6346"/>
                    <a:pt x="21458" y="3631"/>
                    <a:pt x="21516" y="3336"/>
                  </a:cubicBezTo>
                  <a:cubicBezTo>
                    <a:pt x="21574" y="3040"/>
                    <a:pt x="22105" y="2673"/>
                    <a:pt x="22105" y="2673"/>
                  </a:cubicBezTo>
                  <a:cubicBezTo>
                    <a:pt x="22074" y="2672"/>
                    <a:pt x="22043" y="2671"/>
                    <a:pt x="22011" y="2671"/>
                  </a:cubicBezTo>
                  <a:cubicBezTo>
                    <a:pt x="21923" y="2671"/>
                    <a:pt x="21834" y="2675"/>
                    <a:pt x="21746" y="2681"/>
                  </a:cubicBezTo>
                  <a:cubicBezTo>
                    <a:pt x="21694" y="2682"/>
                    <a:pt x="21640" y="2682"/>
                    <a:pt x="21589" y="2684"/>
                  </a:cubicBezTo>
                  <a:cubicBezTo>
                    <a:pt x="21565" y="2685"/>
                    <a:pt x="21542" y="2686"/>
                    <a:pt x="21518" y="2687"/>
                  </a:cubicBezTo>
                  <a:cubicBezTo>
                    <a:pt x="21370" y="2693"/>
                    <a:pt x="21225" y="2701"/>
                    <a:pt x="21081" y="2711"/>
                  </a:cubicBezTo>
                  <a:cubicBezTo>
                    <a:pt x="21070" y="2712"/>
                    <a:pt x="21060" y="2713"/>
                    <a:pt x="21050" y="2713"/>
                  </a:cubicBezTo>
                  <a:cubicBezTo>
                    <a:pt x="16359" y="3047"/>
                    <a:pt x="14122" y="5406"/>
                    <a:pt x="13940" y="6771"/>
                  </a:cubicBezTo>
                  <a:cubicBezTo>
                    <a:pt x="13898" y="7090"/>
                    <a:pt x="14012" y="7393"/>
                    <a:pt x="14456" y="7393"/>
                  </a:cubicBezTo>
                  <a:cubicBezTo>
                    <a:pt x="14483" y="7393"/>
                    <a:pt x="14511" y="7392"/>
                    <a:pt x="14541" y="7389"/>
                  </a:cubicBezTo>
                  <a:cubicBezTo>
                    <a:pt x="14866" y="7365"/>
                    <a:pt x="15137" y="7180"/>
                    <a:pt x="15431" y="7137"/>
                  </a:cubicBezTo>
                  <a:cubicBezTo>
                    <a:pt x="15445" y="7200"/>
                    <a:pt x="15450" y="7266"/>
                    <a:pt x="15452" y="7331"/>
                  </a:cubicBezTo>
                  <a:lnTo>
                    <a:pt x="15170" y="7836"/>
                  </a:lnTo>
                  <a:cubicBezTo>
                    <a:pt x="14960" y="8224"/>
                    <a:pt x="14730" y="8602"/>
                    <a:pt x="14535" y="8997"/>
                  </a:cubicBezTo>
                  <a:lnTo>
                    <a:pt x="13960" y="10187"/>
                  </a:lnTo>
                  <a:lnTo>
                    <a:pt x="13816" y="10485"/>
                  </a:lnTo>
                  <a:lnTo>
                    <a:pt x="13687" y="10790"/>
                  </a:lnTo>
                  <a:lnTo>
                    <a:pt x="13432" y="11398"/>
                  </a:lnTo>
                  <a:cubicBezTo>
                    <a:pt x="13296" y="11723"/>
                    <a:pt x="13155" y="12046"/>
                    <a:pt x="13030" y="12375"/>
                  </a:cubicBezTo>
                  <a:cubicBezTo>
                    <a:pt x="12851" y="10885"/>
                    <a:pt x="12600" y="9403"/>
                    <a:pt x="12302" y="7933"/>
                  </a:cubicBezTo>
                  <a:lnTo>
                    <a:pt x="12194" y="7463"/>
                  </a:lnTo>
                  <a:cubicBezTo>
                    <a:pt x="12484" y="7277"/>
                    <a:pt x="12713" y="7017"/>
                    <a:pt x="12831" y="6650"/>
                  </a:cubicBezTo>
                  <a:cubicBezTo>
                    <a:pt x="12967" y="6225"/>
                    <a:pt x="12902" y="5763"/>
                    <a:pt x="12745" y="5344"/>
                  </a:cubicBezTo>
                  <a:cubicBezTo>
                    <a:pt x="12719" y="5273"/>
                    <a:pt x="12690" y="5205"/>
                    <a:pt x="12658" y="5136"/>
                  </a:cubicBezTo>
                  <a:cubicBezTo>
                    <a:pt x="12449" y="4678"/>
                    <a:pt x="12098" y="4287"/>
                    <a:pt x="11904" y="3827"/>
                  </a:cubicBezTo>
                  <a:cubicBezTo>
                    <a:pt x="12247" y="3644"/>
                    <a:pt x="12694" y="3698"/>
                    <a:pt x="13052" y="3464"/>
                  </a:cubicBezTo>
                  <a:cubicBezTo>
                    <a:pt x="13618" y="3094"/>
                    <a:pt x="13458" y="2502"/>
                    <a:pt x="13103" y="2028"/>
                  </a:cubicBezTo>
                  <a:cubicBezTo>
                    <a:pt x="12453" y="1164"/>
                    <a:pt x="11182" y="343"/>
                    <a:pt x="9507" y="24"/>
                  </a:cubicBezTo>
                  <a:lnTo>
                    <a:pt x="9507" y="24"/>
                  </a:lnTo>
                  <a:cubicBezTo>
                    <a:pt x="9562" y="136"/>
                    <a:pt x="9578" y="244"/>
                    <a:pt x="9546" y="340"/>
                  </a:cubicBezTo>
                  <a:cubicBezTo>
                    <a:pt x="9471" y="570"/>
                    <a:pt x="9151" y="689"/>
                    <a:pt x="8709" y="689"/>
                  </a:cubicBezTo>
                  <a:cubicBezTo>
                    <a:pt x="8370" y="689"/>
                    <a:pt x="7959" y="619"/>
                    <a:pt x="7534" y="475"/>
                  </a:cubicBezTo>
                  <a:cubicBezTo>
                    <a:pt x="7159" y="347"/>
                    <a:pt x="6827" y="180"/>
                    <a:pt x="6567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405;p95">
              <a:extLst>
                <a:ext uri="{FF2B5EF4-FFF2-40B4-BE49-F238E27FC236}">
                  <a16:creationId xmlns:a16="http://schemas.microsoft.com/office/drawing/2014/main" id="{9AD8604C-9E3A-0E8A-A838-26A34496E0C4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406;p95">
              <a:extLst>
                <a:ext uri="{FF2B5EF4-FFF2-40B4-BE49-F238E27FC236}">
                  <a16:creationId xmlns:a16="http://schemas.microsoft.com/office/drawing/2014/main" id="{94A2A913-244E-2A22-E123-5432FB44FA25}"/>
                </a:ext>
              </a:extLst>
            </p:cNvPr>
            <p:cNvSpPr/>
            <p:nvPr/>
          </p:nvSpPr>
          <p:spPr>
            <a:xfrm>
              <a:off x="979718" y="1709853"/>
              <a:ext cx="486723" cy="76128"/>
            </a:xfrm>
            <a:custGeom>
              <a:avLst/>
              <a:gdLst/>
              <a:ahLst/>
              <a:cxnLst/>
              <a:rect l="l" t="t" r="r" b="b"/>
              <a:pathLst>
                <a:path w="10530" h="1647" extrusionOk="0">
                  <a:moveTo>
                    <a:pt x="5265" y="0"/>
                  </a:moveTo>
                  <a:cubicBezTo>
                    <a:pt x="2357" y="0"/>
                    <a:pt x="1" y="369"/>
                    <a:pt x="1" y="823"/>
                  </a:cubicBezTo>
                  <a:cubicBezTo>
                    <a:pt x="1" y="1278"/>
                    <a:pt x="2357" y="1646"/>
                    <a:pt x="5265" y="1646"/>
                  </a:cubicBezTo>
                  <a:cubicBezTo>
                    <a:pt x="8172" y="1646"/>
                    <a:pt x="10530" y="1278"/>
                    <a:pt x="10530" y="823"/>
                  </a:cubicBezTo>
                  <a:cubicBezTo>
                    <a:pt x="10530" y="369"/>
                    <a:pt x="8172" y="0"/>
                    <a:pt x="52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407;p95">
              <a:extLst>
                <a:ext uri="{FF2B5EF4-FFF2-40B4-BE49-F238E27FC236}">
                  <a16:creationId xmlns:a16="http://schemas.microsoft.com/office/drawing/2014/main" id="{E995033F-ADE7-C73E-A5F6-3B4FBBEEF61C}"/>
                </a:ext>
              </a:extLst>
            </p:cNvPr>
            <p:cNvSpPr/>
            <p:nvPr/>
          </p:nvSpPr>
          <p:spPr>
            <a:xfrm>
              <a:off x="969549" y="1273610"/>
              <a:ext cx="200652" cy="628811"/>
            </a:xfrm>
            <a:custGeom>
              <a:avLst/>
              <a:gdLst/>
              <a:ahLst/>
              <a:cxnLst/>
              <a:rect l="l" t="t" r="r" b="b"/>
              <a:pathLst>
                <a:path w="4341" h="13604" extrusionOk="0">
                  <a:moveTo>
                    <a:pt x="245" y="0"/>
                  </a:moveTo>
                  <a:lnTo>
                    <a:pt x="1" y="185"/>
                  </a:lnTo>
                  <a:cubicBezTo>
                    <a:pt x="666" y="1158"/>
                    <a:pt x="1304" y="2154"/>
                    <a:pt x="1772" y="3237"/>
                  </a:cubicBezTo>
                  <a:lnTo>
                    <a:pt x="1958" y="3637"/>
                  </a:lnTo>
                  <a:cubicBezTo>
                    <a:pt x="2019" y="3770"/>
                    <a:pt x="2067" y="3911"/>
                    <a:pt x="2122" y="4047"/>
                  </a:cubicBezTo>
                  <a:lnTo>
                    <a:pt x="2439" y="4870"/>
                  </a:lnTo>
                  <a:cubicBezTo>
                    <a:pt x="2613" y="5432"/>
                    <a:pt x="2809" y="5987"/>
                    <a:pt x="2939" y="6560"/>
                  </a:cubicBezTo>
                  <a:cubicBezTo>
                    <a:pt x="3226" y="7698"/>
                    <a:pt x="3428" y="8859"/>
                    <a:pt x="3523" y="10029"/>
                  </a:cubicBezTo>
                  <a:lnTo>
                    <a:pt x="3582" y="10906"/>
                  </a:lnTo>
                  <a:cubicBezTo>
                    <a:pt x="3588" y="11200"/>
                    <a:pt x="3601" y="11492"/>
                    <a:pt x="3602" y="11784"/>
                  </a:cubicBezTo>
                  <a:cubicBezTo>
                    <a:pt x="3603" y="12366"/>
                    <a:pt x="3582" y="12962"/>
                    <a:pt x="3522" y="13518"/>
                  </a:cubicBezTo>
                  <a:lnTo>
                    <a:pt x="4293" y="13604"/>
                  </a:lnTo>
                  <a:cubicBezTo>
                    <a:pt x="4340" y="12974"/>
                    <a:pt x="4339" y="12379"/>
                    <a:pt x="4319" y="11770"/>
                  </a:cubicBezTo>
                  <a:cubicBezTo>
                    <a:pt x="4308" y="11467"/>
                    <a:pt x="4286" y="11166"/>
                    <a:pt x="4268" y="10865"/>
                  </a:cubicBezTo>
                  <a:lnTo>
                    <a:pt x="4179" y="9963"/>
                  </a:lnTo>
                  <a:cubicBezTo>
                    <a:pt x="4041" y="8762"/>
                    <a:pt x="3796" y="7576"/>
                    <a:pt x="3461" y="6418"/>
                  </a:cubicBezTo>
                  <a:cubicBezTo>
                    <a:pt x="3308" y="5835"/>
                    <a:pt x="3089" y="5272"/>
                    <a:pt x="2891" y="4703"/>
                  </a:cubicBezTo>
                  <a:lnTo>
                    <a:pt x="2540" y="3870"/>
                  </a:lnTo>
                  <a:cubicBezTo>
                    <a:pt x="2479" y="3732"/>
                    <a:pt x="2425" y="3592"/>
                    <a:pt x="2359" y="3457"/>
                  </a:cubicBezTo>
                  <a:lnTo>
                    <a:pt x="2154" y="3055"/>
                  </a:lnTo>
                  <a:cubicBezTo>
                    <a:pt x="1640" y="1963"/>
                    <a:pt x="954" y="966"/>
                    <a:pt x="24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408;p95">
              <a:extLst>
                <a:ext uri="{FF2B5EF4-FFF2-40B4-BE49-F238E27FC236}">
                  <a16:creationId xmlns:a16="http://schemas.microsoft.com/office/drawing/2014/main" id="{FD06334B-F493-B630-9FA0-B9F10EB9F72A}"/>
                </a:ext>
              </a:extLst>
            </p:cNvPr>
            <p:cNvSpPr/>
            <p:nvPr/>
          </p:nvSpPr>
          <p:spPr>
            <a:xfrm>
              <a:off x="1103084" y="972844"/>
              <a:ext cx="312973" cy="922139"/>
            </a:xfrm>
            <a:custGeom>
              <a:avLst/>
              <a:gdLst/>
              <a:ahLst/>
              <a:cxnLst/>
              <a:rect l="l" t="t" r="r" b="b"/>
              <a:pathLst>
                <a:path w="6771" h="19950" extrusionOk="0">
                  <a:moveTo>
                    <a:pt x="6517" y="0"/>
                  </a:moveTo>
                  <a:lnTo>
                    <a:pt x="5797" y="1108"/>
                  </a:lnTo>
                  <a:cubicBezTo>
                    <a:pt x="5679" y="1296"/>
                    <a:pt x="5552" y="1476"/>
                    <a:pt x="5442" y="1666"/>
                  </a:cubicBezTo>
                  <a:lnTo>
                    <a:pt x="5119" y="2243"/>
                  </a:lnTo>
                  <a:cubicBezTo>
                    <a:pt x="4909" y="2631"/>
                    <a:pt x="4679" y="3009"/>
                    <a:pt x="4485" y="3404"/>
                  </a:cubicBezTo>
                  <a:lnTo>
                    <a:pt x="3909" y="4595"/>
                  </a:lnTo>
                  <a:lnTo>
                    <a:pt x="3766" y="4893"/>
                  </a:lnTo>
                  <a:lnTo>
                    <a:pt x="3637" y="5197"/>
                  </a:lnTo>
                  <a:lnTo>
                    <a:pt x="3380" y="5806"/>
                  </a:lnTo>
                  <a:cubicBezTo>
                    <a:pt x="3211" y="6213"/>
                    <a:pt x="3032" y="6616"/>
                    <a:pt x="2889" y="7033"/>
                  </a:cubicBezTo>
                  <a:lnTo>
                    <a:pt x="2433" y="8274"/>
                  </a:lnTo>
                  <a:lnTo>
                    <a:pt x="2029" y="9534"/>
                  </a:lnTo>
                  <a:cubicBezTo>
                    <a:pt x="1512" y="11219"/>
                    <a:pt x="1080" y="12929"/>
                    <a:pt x="740" y="14660"/>
                  </a:cubicBezTo>
                  <a:cubicBezTo>
                    <a:pt x="573" y="15526"/>
                    <a:pt x="420" y="16395"/>
                    <a:pt x="297" y="17269"/>
                  </a:cubicBezTo>
                  <a:cubicBezTo>
                    <a:pt x="169" y="18145"/>
                    <a:pt x="69" y="19014"/>
                    <a:pt x="0" y="19910"/>
                  </a:cubicBezTo>
                  <a:lnTo>
                    <a:pt x="774" y="19950"/>
                  </a:lnTo>
                  <a:cubicBezTo>
                    <a:pt x="821" y="19097"/>
                    <a:pt x="901" y="18223"/>
                    <a:pt x="1009" y="17363"/>
                  </a:cubicBezTo>
                  <a:cubicBezTo>
                    <a:pt x="1112" y="16499"/>
                    <a:pt x="1243" y="15638"/>
                    <a:pt x="1387" y="14780"/>
                  </a:cubicBezTo>
                  <a:cubicBezTo>
                    <a:pt x="1685" y="13064"/>
                    <a:pt x="2074" y="11364"/>
                    <a:pt x="2548" y="9688"/>
                  </a:cubicBezTo>
                  <a:lnTo>
                    <a:pt x="2919" y="8436"/>
                  </a:lnTo>
                  <a:lnTo>
                    <a:pt x="3341" y="7199"/>
                  </a:lnTo>
                  <a:cubicBezTo>
                    <a:pt x="3474" y="6784"/>
                    <a:pt x="3643" y="6382"/>
                    <a:pt x="3801" y="5976"/>
                  </a:cubicBezTo>
                  <a:lnTo>
                    <a:pt x="4040" y="5369"/>
                  </a:lnTo>
                  <a:lnTo>
                    <a:pt x="4160" y="5066"/>
                  </a:lnTo>
                  <a:lnTo>
                    <a:pt x="4296" y="4769"/>
                  </a:lnTo>
                  <a:lnTo>
                    <a:pt x="4838" y="3580"/>
                  </a:lnTo>
                  <a:cubicBezTo>
                    <a:pt x="5022" y="3184"/>
                    <a:pt x="5240" y="2808"/>
                    <a:pt x="5440" y="2420"/>
                  </a:cubicBezTo>
                  <a:lnTo>
                    <a:pt x="5745" y="1843"/>
                  </a:lnTo>
                  <a:cubicBezTo>
                    <a:pt x="5849" y="1652"/>
                    <a:pt x="5971" y="1471"/>
                    <a:pt x="6083" y="1285"/>
                  </a:cubicBezTo>
                  <a:lnTo>
                    <a:pt x="6771" y="174"/>
                  </a:lnTo>
                  <a:lnTo>
                    <a:pt x="6769" y="174"/>
                  </a:lnTo>
                  <a:lnTo>
                    <a:pt x="65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409;p95">
              <a:extLst>
                <a:ext uri="{FF2B5EF4-FFF2-40B4-BE49-F238E27FC236}">
                  <a16:creationId xmlns:a16="http://schemas.microsoft.com/office/drawing/2014/main" id="{5518F2A8-9F5E-81F0-895E-952C221CBEED}"/>
                </a:ext>
              </a:extLst>
            </p:cNvPr>
            <p:cNvSpPr/>
            <p:nvPr/>
          </p:nvSpPr>
          <p:spPr>
            <a:xfrm>
              <a:off x="1115194" y="813748"/>
              <a:ext cx="145370" cy="1100234"/>
            </a:xfrm>
            <a:custGeom>
              <a:avLst/>
              <a:gdLst/>
              <a:ahLst/>
              <a:cxnLst/>
              <a:rect l="l" t="t" r="r" b="b"/>
              <a:pathLst>
                <a:path w="3145" h="23803" extrusionOk="0">
                  <a:moveTo>
                    <a:pt x="286" y="1"/>
                  </a:moveTo>
                  <a:lnTo>
                    <a:pt x="286" y="1"/>
                  </a:lnTo>
                  <a:lnTo>
                    <a:pt x="286" y="1"/>
                  </a:lnTo>
                  <a:lnTo>
                    <a:pt x="287" y="1"/>
                  </a:lnTo>
                  <a:close/>
                  <a:moveTo>
                    <a:pt x="286" y="1"/>
                  </a:moveTo>
                  <a:lnTo>
                    <a:pt x="0" y="112"/>
                  </a:lnTo>
                  <a:lnTo>
                    <a:pt x="474" y="1528"/>
                  </a:lnTo>
                  <a:cubicBezTo>
                    <a:pt x="549" y="1764"/>
                    <a:pt x="642" y="1996"/>
                    <a:pt x="703" y="2238"/>
                  </a:cubicBezTo>
                  <a:lnTo>
                    <a:pt x="896" y="2959"/>
                  </a:lnTo>
                  <a:lnTo>
                    <a:pt x="1088" y="3680"/>
                  </a:lnTo>
                  <a:cubicBezTo>
                    <a:pt x="1154" y="3920"/>
                    <a:pt x="1219" y="4161"/>
                    <a:pt x="1266" y="4405"/>
                  </a:cubicBezTo>
                  <a:lnTo>
                    <a:pt x="1573" y="5867"/>
                  </a:lnTo>
                  <a:cubicBezTo>
                    <a:pt x="1931" y="7825"/>
                    <a:pt x="2205" y="9800"/>
                    <a:pt x="2336" y="11789"/>
                  </a:cubicBezTo>
                  <a:cubicBezTo>
                    <a:pt x="2474" y="13775"/>
                    <a:pt x="2525" y="15769"/>
                    <a:pt x="2485" y="17760"/>
                  </a:cubicBezTo>
                  <a:cubicBezTo>
                    <a:pt x="2462" y="18756"/>
                    <a:pt x="2425" y="19750"/>
                    <a:pt x="2359" y="20743"/>
                  </a:cubicBezTo>
                  <a:cubicBezTo>
                    <a:pt x="2298" y="21735"/>
                    <a:pt x="2209" y="22732"/>
                    <a:pt x="2091" y="23706"/>
                  </a:cubicBezTo>
                  <a:lnTo>
                    <a:pt x="2861" y="23803"/>
                  </a:lnTo>
                  <a:cubicBezTo>
                    <a:pt x="2964" y="22788"/>
                    <a:pt x="3033" y="21789"/>
                    <a:pt x="3075" y="20782"/>
                  </a:cubicBezTo>
                  <a:cubicBezTo>
                    <a:pt x="3122" y="19777"/>
                    <a:pt x="3141" y="18772"/>
                    <a:pt x="3143" y="17767"/>
                  </a:cubicBezTo>
                  <a:cubicBezTo>
                    <a:pt x="3144" y="15756"/>
                    <a:pt x="3055" y="13746"/>
                    <a:pt x="2875" y="11744"/>
                  </a:cubicBezTo>
                  <a:cubicBezTo>
                    <a:pt x="2704" y="9741"/>
                    <a:pt x="2389" y="7751"/>
                    <a:pt x="1989" y="5783"/>
                  </a:cubicBezTo>
                  <a:lnTo>
                    <a:pt x="1650" y="4313"/>
                  </a:lnTo>
                  <a:cubicBezTo>
                    <a:pt x="1598" y="4066"/>
                    <a:pt x="1527" y="3826"/>
                    <a:pt x="1457" y="3585"/>
                  </a:cubicBezTo>
                  <a:lnTo>
                    <a:pt x="1247" y="2860"/>
                  </a:lnTo>
                  <a:lnTo>
                    <a:pt x="1038" y="2135"/>
                  </a:lnTo>
                  <a:cubicBezTo>
                    <a:pt x="972" y="1893"/>
                    <a:pt x="874" y="1660"/>
                    <a:pt x="794" y="142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410;p95">
              <a:extLst>
                <a:ext uri="{FF2B5EF4-FFF2-40B4-BE49-F238E27FC236}">
                  <a16:creationId xmlns:a16="http://schemas.microsoft.com/office/drawing/2014/main" id="{29924DB9-1152-DAF0-F9CC-37742F4F6F14}"/>
                </a:ext>
              </a:extLst>
            </p:cNvPr>
            <p:cNvSpPr/>
            <p:nvPr/>
          </p:nvSpPr>
          <p:spPr>
            <a:xfrm>
              <a:off x="683019" y="714325"/>
              <a:ext cx="584946" cy="364095"/>
            </a:xfrm>
            <a:custGeom>
              <a:avLst/>
              <a:gdLst/>
              <a:ahLst/>
              <a:cxnLst/>
              <a:rect l="l" t="t" r="r" b="b"/>
              <a:pathLst>
                <a:path w="12655" h="7877" extrusionOk="0">
                  <a:moveTo>
                    <a:pt x="5619" y="3958"/>
                  </a:moveTo>
                  <a:cubicBezTo>
                    <a:pt x="5732" y="3958"/>
                    <a:pt x="5824" y="3996"/>
                    <a:pt x="5869" y="4074"/>
                  </a:cubicBezTo>
                  <a:cubicBezTo>
                    <a:pt x="5965" y="4235"/>
                    <a:pt x="5821" y="4507"/>
                    <a:pt x="5549" y="4679"/>
                  </a:cubicBezTo>
                  <a:cubicBezTo>
                    <a:pt x="5407" y="4769"/>
                    <a:pt x="5258" y="4815"/>
                    <a:pt x="5134" y="4815"/>
                  </a:cubicBezTo>
                  <a:cubicBezTo>
                    <a:pt x="5021" y="4815"/>
                    <a:pt x="4929" y="4776"/>
                    <a:pt x="4884" y="4699"/>
                  </a:cubicBezTo>
                  <a:cubicBezTo>
                    <a:pt x="4788" y="4537"/>
                    <a:pt x="4933" y="4266"/>
                    <a:pt x="5205" y="4093"/>
                  </a:cubicBezTo>
                  <a:cubicBezTo>
                    <a:pt x="5347" y="4003"/>
                    <a:pt x="5495" y="3958"/>
                    <a:pt x="5619" y="3958"/>
                  </a:cubicBezTo>
                  <a:close/>
                  <a:moveTo>
                    <a:pt x="5604" y="0"/>
                  </a:moveTo>
                  <a:cubicBezTo>
                    <a:pt x="3895" y="279"/>
                    <a:pt x="1984" y="1078"/>
                    <a:pt x="1" y="2668"/>
                  </a:cubicBezTo>
                  <a:cubicBezTo>
                    <a:pt x="1" y="2668"/>
                    <a:pt x="883" y="2777"/>
                    <a:pt x="1212" y="3174"/>
                  </a:cubicBezTo>
                  <a:cubicBezTo>
                    <a:pt x="1541" y="3571"/>
                    <a:pt x="4450" y="7320"/>
                    <a:pt x="8421" y="7811"/>
                  </a:cubicBezTo>
                  <a:cubicBezTo>
                    <a:pt x="8709" y="7846"/>
                    <a:pt x="9057" y="7877"/>
                    <a:pt x="9421" y="7877"/>
                  </a:cubicBezTo>
                  <a:cubicBezTo>
                    <a:pt x="10427" y="7877"/>
                    <a:pt x="11551" y="7645"/>
                    <a:pt x="11868" y="6651"/>
                  </a:cubicBezTo>
                  <a:cubicBezTo>
                    <a:pt x="12003" y="6226"/>
                    <a:pt x="11938" y="5764"/>
                    <a:pt x="11782" y="5345"/>
                  </a:cubicBezTo>
                  <a:cubicBezTo>
                    <a:pt x="11756" y="5274"/>
                    <a:pt x="11727" y="5205"/>
                    <a:pt x="11695" y="5137"/>
                  </a:cubicBezTo>
                  <a:cubicBezTo>
                    <a:pt x="11486" y="4678"/>
                    <a:pt x="11135" y="4288"/>
                    <a:pt x="10941" y="3827"/>
                  </a:cubicBezTo>
                  <a:cubicBezTo>
                    <a:pt x="11284" y="3645"/>
                    <a:pt x="11732" y="3699"/>
                    <a:pt x="12090" y="3465"/>
                  </a:cubicBezTo>
                  <a:cubicBezTo>
                    <a:pt x="12654" y="3094"/>
                    <a:pt x="12496" y="2502"/>
                    <a:pt x="12140" y="2029"/>
                  </a:cubicBezTo>
                  <a:cubicBezTo>
                    <a:pt x="11490" y="1165"/>
                    <a:pt x="10219" y="344"/>
                    <a:pt x="8545" y="24"/>
                  </a:cubicBezTo>
                  <a:lnTo>
                    <a:pt x="8545" y="24"/>
                  </a:lnTo>
                  <a:cubicBezTo>
                    <a:pt x="8599" y="136"/>
                    <a:pt x="8614" y="244"/>
                    <a:pt x="8583" y="341"/>
                  </a:cubicBezTo>
                  <a:cubicBezTo>
                    <a:pt x="8508" y="570"/>
                    <a:pt x="8188" y="689"/>
                    <a:pt x="7746" y="689"/>
                  </a:cubicBezTo>
                  <a:cubicBezTo>
                    <a:pt x="7407" y="689"/>
                    <a:pt x="6996" y="619"/>
                    <a:pt x="6571" y="474"/>
                  </a:cubicBezTo>
                  <a:cubicBezTo>
                    <a:pt x="6195" y="347"/>
                    <a:pt x="5864" y="181"/>
                    <a:pt x="56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411;p95">
              <a:extLst>
                <a:ext uri="{FF2B5EF4-FFF2-40B4-BE49-F238E27FC236}">
                  <a16:creationId xmlns:a16="http://schemas.microsoft.com/office/drawing/2014/main" id="{5C1A13BA-CF88-3EE5-E670-C61D679D7EC5}"/>
                </a:ext>
              </a:extLst>
            </p:cNvPr>
            <p:cNvSpPr/>
            <p:nvPr/>
          </p:nvSpPr>
          <p:spPr>
            <a:xfrm>
              <a:off x="638508" y="1122927"/>
              <a:ext cx="535257" cy="511313"/>
            </a:xfrm>
            <a:custGeom>
              <a:avLst/>
              <a:gdLst/>
              <a:ahLst/>
              <a:cxnLst/>
              <a:rect l="l" t="t" r="r" b="b"/>
              <a:pathLst>
                <a:path w="11580" h="11062" extrusionOk="0">
                  <a:moveTo>
                    <a:pt x="4022" y="3189"/>
                  </a:moveTo>
                  <a:cubicBezTo>
                    <a:pt x="4122" y="3189"/>
                    <a:pt x="4200" y="3218"/>
                    <a:pt x="4243" y="3278"/>
                  </a:cubicBezTo>
                  <a:cubicBezTo>
                    <a:pt x="4387" y="3477"/>
                    <a:pt x="4112" y="3943"/>
                    <a:pt x="3628" y="4319"/>
                  </a:cubicBezTo>
                  <a:cubicBezTo>
                    <a:pt x="3292" y="4581"/>
                    <a:pt x="2944" y="4731"/>
                    <a:pt x="2715" y="4731"/>
                  </a:cubicBezTo>
                  <a:cubicBezTo>
                    <a:pt x="2614" y="4731"/>
                    <a:pt x="2537" y="4702"/>
                    <a:pt x="2493" y="4642"/>
                  </a:cubicBezTo>
                  <a:cubicBezTo>
                    <a:pt x="2350" y="4442"/>
                    <a:pt x="2625" y="3977"/>
                    <a:pt x="3108" y="3601"/>
                  </a:cubicBezTo>
                  <a:cubicBezTo>
                    <a:pt x="3444" y="3339"/>
                    <a:pt x="3793" y="3189"/>
                    <a:pt x="4022" y="3189"/>
                  </a:cubicBezTo>
                  <a:close/>
                  <a:moveTo>
                    <a:pt x="2838" y="5029"/>
                  </a:moveTo>
                  <a:cubicBezTo>
                    <a:pt x="3002" y="5029"/>
                    <a:pt x="3132" y="5089"/>
                    <a:pt x="3168" y="5199"/>
                  </a:cubicBezTo>
                  <a:cubicBezTo>
                    <a:pt x="3222" y="5364"/>
                    <a:pt x="3040" y="5581"/>
                    <a:pt x="2761" y="5680"/>
                  </a:cubicBezTo>
                  <a:cubicBezTo>
                    <a:pt x="2666" y="5714"/>
                    <a:pt x="2572" y="5731"/>
                    <a:pt x="2488" y="5731"/>
                  </a:cubicBezTo>
                  <a:cubicBezTo>
                    <a:pt x="2323" y="5731"/>
                    <a:pt x="2193" y="5670"/>
                    <a:pt x="2157" y="5559"/>
                  </a:cubicBezTo>
                  <a:cubicBezTo>
                    <a:pt x="2103" y="5394"/>
                    <a:pt x="2285" y="5177"/>
                    <a:pt x="2564" y="5079"/>
                  </a:cubicBezTo>
                  <a:cubicBezTo>
                    <a:pt x="2659" y="5045"/>
                    <a:pt x="2753" y="5029"/>
                    <a:pt x="2838" y="5029"/>
                  </a:cubicBezTo>
                  <a:close/>
                  <a:moveTo>
                    <a:pt x="7505" y="4970"/>
                  </a:moveTo>
                  <a:cubicBezTo>
                    <a:pt x="7509" y="4970"/>
                    <a:pt x="7513" y="4970"/>
                    <a:pt x="7517" y="4970"/>
                  </a:cubicBezTo>
                  <a:cubicBezTo>
                    <a:pt x="7722" y="4981"/>
                    <a:pt x="7871" y="5288"/>
                    <a:pt x="7849" y="5655"/>
                  </a:cubicBezTo>
                  <a:cubicBezTo>
                    <a:pt x="7828" y="6016"/>
                    <a:pt x="7649" y="6300"/>
                    <a:pt x="7448" y="6300"/>
                  </a:cubicBezTo>
                  <a:cubicBezTo>
                    <a:pt x="7444" y="6300"/>
                    <a:pt x="7441" y="6300"/>
                    <a:pt x="7437" y="6300"/>
                  </a:cubicBezTo>
                  <a:cubicBezTo>
                    <a:pt x="7232" y="6289"/>
                    <a:pt x="7083" y="5982"/>
                    <a:pt x="7106" y="5614"/>
                  </a:cubicBezTo>
                  <a:cubicBezTo>
                    <a:pt x="7127" y="5254"/>
                    <a:pt x="7305" y="4970"/>
                    <a:pt x="7505" y="4970"/>
                  </a:cubicBezTo>
                  <a:close/>
                  <a:moveTo>
                    <a:pt x="7214" y="0"/>
                  </a:moveTo>
                  <a:cubicBezTo>
                    <a:pt x="7169" y="0"/>
                    <a:pt x="7123" y="2"/>
                    <a:pt x="7078" y="5"/>
                  </a:cubicBezTo>
                  <a:cubicBezTo>
                    <a:pt x="4476" y="168"/>
                    <a:pt x="0" y="3537"/>
                    <a:pt x="350" y="11062"/>
                  </a:cubicBezTo>
                  <a:cubicBezTo>
                    <a:pt x="350" y="11062"/>
                    <a:pt x="967" y="10349"/>
                    <a:pt x="1492" y="10290"/>
                  </a:cubicBezTo>
                  <a:cubicBezTo>
                    <a:pt x="2016" y="10230"/>
                    <a:pt x="6840" y="9848"/>
                    <a:pt x="9618" y="6638"/>
                  </a:cubicBezTo>
                  <a:cubicBezTo>
                    <a:pt x="10376" y="5760"/>
                    <a:pt x="11579" y="4097"/>
                    <a:pt x="10722" y="2930"/>
                  </a:cubicBezTo>
                  <a:cubicBezTo>
                    <a:pt x="10453" y="2564"/>
                    <a:pt x="10033" y="2352"/>
                    <a:pt x="9595" y="2247"/>
                  </a:cubicBezTo>
                  <a:cubicBezTo>
                    <a:pt x="9521" y="2229"/>
                    <a:pt x="9446" y="2213"/>
                    <a:pt x="9372" y="2202"/>
                  </a:cubicBezTo>
                  <a:cubicBezTo>
                    <a:pt x="8869" y="2120"/>
                    <a:pt x="8338" y="2202"/>
                    <a:pt x="7843" y="2104"/>
                  </a:cubicBezTo>
                  <a:cubicBezTo>
                    <a:pt x="7898" y="1696"/>
                    <a:pt x="8209" y="1333"/>
                    <a:pt x="8230" y="883"/>
                  </a:cubicBezTo>
                  <a:cubicBezTo>
                    <a:pt x="8260" y="224"/>
                    <a:pt x="7765" y="0"/>
                    <a:pt x="721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412;p95">
              <a:extLst>
                <a:ext uri="{FF2B5EF4-FFF2-40B4-BE49-F238E27FC236}">
                  <a16:creationId xmlns:a16="http://schemas.microsoft.com/office/drawing/2014/main" id="{058EF25D-3878-1DE6-76A2-9F5A0B3D6DB1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extrusionOk="0">
                  <a:moveTo>
                    <a:pt x="3129" y="0"/>
                  </a:moveTo>
                  <a:cubicBezTo>
                    <a:pt x="2459" y="265"/>
                    <a:pt x="1863" y="722"/>
                    <a:pt x="1426" y="1294"/>
                  </a:cubicBezTo>
                  <a:cubicBezTo>
                    <a:pt x="983" y="1866"/>
                    <a:pt x="687" y="2530"/>
                    <a:pt x="482" y="3208"/>
                  </a:cubicBezTo>
                  <a:cubicBezTo>
                    <a:pt x="71" y="4573"/>
                    <a:pt x="1" y="5994"/>
                    <a:pt x="31" y="7393"/>
                  </a:cubicBezTo>
                  <a:cubicBezTo>
                    <a:pt x="75" y="8793"/>
                    <a:pt x="238" y="10183"/>
                    <a:pt x="478" y="11558"/>
                  </a:cubicBezTo>
                  <a:cubicBezTo>
                    <a:pt x="719" y="12935"/>
                    <a:pt x="1023" y="14290"/>
                    <a:pt x="1416" y="15644"/>
                  </a:cubicBezTo>
                  <a:lnTo>
                    <a:pt x="2155" y="15409"/>
                  </a:lnTo>
                  <a:cubicBezTo>
                    <a:pt x="1742" y="14117"/>
                    <a:pt x="1399" y="12777"/>
                    <a:pt x="1125" y="11436"/>
                  </a:cubicBezTo>
                  <a:cubicBezTo>
                    <a:pt x="852" y="10093"/>
                    <a:pt x="653" y="8734"/>
                    <a:pt x="572" y="7369"/>
                  </a:cubicBezTo>
                  <a:cubicBezTo>
                    <a:pt x="504" y="6010"/>
                    <a:pt x="536" y="4629"/>
                    <a:pt x="889" y="3326"/>
                  </a:cubicBezTo>
                  <a:cubicBezTo>
                    <a:pt x="1066" y="2678"/>
                    <a:pt x="1326" y="2051"/>
                    <a:pt x="1717" y="1514"/>
                  </a:cubicBezTo>
                  <a:cubicBezTo>
                    <a:pt x="2105" y="976"/>
                    <a:pt x="2633" y="547"/>
                    <a:pt x="3245" y="284"/>
                  </a:cubicBezTo>
                  <a:lnTo>
                    <a:pt x="312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413;p95">
              <a:extLst>
                <a:ext uri="{FF2B5EF4-FFF2-40B4-BE49-F238E27FC236}">
                  <a16:creationId xmlns:a16="http://schemas.microsoft.com/office/drawing/2014/main" id="{418BCB94-9FB4-B265-A50E-9C33C2F8BA33}"/>
                </a:ext>
              </a:extLst>
            </p:cNvPr>
            <p:cNvSpPr/>
            <p:nvPr/>
          </p:nvSpPr>
          <p:spPr>
            <a:xfrm>
              <a:off x="1236296" y="1370861"/>
              <a:ext cx="106959" cy="520928"/>
            </a:xfrm>
            <a:custGeom>
              <a:avLst/>
              <a:gdLst/>
              <a:ahLst/>
              <a:cxnLst/>
              <a:rect l="l" t="t" r="r" b="b"/>
              <a:pathLst>
                <a:path w="2314" h="11270" extrusionOk="0">
                  <a:moveTo>
                    <a:pt x="1722" y="0"/>
                  </a:moveTo>
                  <a:cubicBezTo>
                    <a:pt x="1656" y="5"/>
                    <a:pt x="1578" y="8"/>
                    <a:pt x="1489" y="8"/>
                  </a:cubicBezTo>
                  <a:cubicBezTo>
                    <a:pt x="1489" y="8"/>
                    <a:pt x="1" y="3390"/>
                    <a:pt x="1519" y="9393"/>
                  </a:cubicBezTo>
                  <a:cubicBezTo>
                    <a:pt x="1828" y="10614"/>
                    <a:pt x="2081" y="11163"/>
                    <a:pt x="2313" y="11269"/>
                  </a:cubicBezTo>
                  <a:cubicBezTo>
                    <a:pt x="2093" y="10457"/>
                    <a:pt x="1895" y="9633"/>
                    <a:pt x="1727" y="8810"/>
                  </a:cubicBezTo>
                  <a:cubicBezTo>
                    <a:pt x="1454" y="7467"/>
                    <a:pt x="1256" y="6108"/>
                    <a:pt x="1174" y="4743"/>
                  </a:cubicBezTo>
                  <a:cubicBezTo>
                    <a:pt x="1106" y="3384"/>
                    <a:pt x="1138" y="2003"/>
                    <a:pt x="1491" y="700"/>
                  </a:cubicBezTo>
                  <a:cubicBezTo>
                    <a:pt x="1556" y="462"/>
                    <a:pt x="1632" y="228"/>
                    <a:pt x="17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414;p95">
              <a:extLst>
                <a:ext uri="{FF2B5EF4-FFF2-40B4-BE49-F238E27FC236}">
                  <a16:creationId xmlns:a16="http://schemas.microsoft.com/office/drawing/2014/main" id="{4D40D453-3BBA-0CB5-9215-D97123C95440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fill="none" extrusionOk="0">
                  <a:moveTo>
                    <a:pt x="3245" y="284"/>
                  </a:moveTo>
                  <a:cubicBezTo>
                    <a:pt x="2633" y="547"/>
                    <a:pt x="2105" y="976"/>
                    <a:pt x="1717" y="1514"/>
                  </a:cubicBezTo>
                  <a:cubicBezTo>
                    <a:pt x="1326" y="2051"/>
                    <a:pt x="1066" y="2678"/>
                    <a:pt x="889" y="3326"/>
                  </a:cubicBezTo>
                  <a:cubicBezTo>
                    <a:pt x="536" y="4629"/>
                    <a:pt x="504" y="6010"/>
                    <a:pt x="572" y="7369"/>
                  </a:cubicBezTo>
                  <a:cubicBezTo>
                    <a:pt x="653" y="8734"/>
                    <a:pt x="852" y="10093"/>
                    <a:pt x="1125" y="11436"/>
                  </a:cubicBezTo>
                  <a:cubicBezTo>
                    <a:pt x="1399" y="12777"/>
                    <a:pt x="1742" y="14117"/>
                    <a:pt x="2155" y="15409"/>
                  </a:cubicBezTo>
                  <a:lnTo>
                    <a:pt x="1416" y="15644"/>
                  </a:lnTo>
                  <a:cubicBezTo>
                    <a:pt x="1023" y="14290"/>
                    <a:pt x="719" y="12935"/>
                    <a:pt x="478" y="11558"/>
                  </a:cubicBezTo>
                  <a:cubicBezTo>
                    <a:pt x="238" y="10183"/>
                    <a:pt x="75" y="8793"/>
                    <a:pt x="31" y="7393"/>
                  </a:cubicBezTo>
                  <a:cubicBezTo>
                    <a:pt x="1" y="5994"/>
                    <a:pt x="71" y="4573"/>
                    <a:pt x="482" y="3208"/>
                  </a:cubicBezTo>
                  <a:cubicBezTo>
                    <a:pt x="687" y="2530"/>
                    <a:pt x="983" y="1866"/>
                    <a:pt x="1426" y="1294"/>
                  </a:cubicBezTo>
                  <a:cubicBezTo>
                    <a:pt x="1863" y="722"/>
                    <a:pt x="2459" y="265"/>
                    <a:pt x="3129" y="0"/>
                  </a:cubicBezTo>
                  <a:lnTo>
                    <a:pt x="3245" y="28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415;p95">
              <a:extLst>
                <a:ext uri="{FF2B5EF4-FFF2-40B4-BE49-F238E27FC236}">
                  <a16:creationId xmlns:a16="http://schemas.microsoft.com/office/drawing/2014/main" id="{4CE29CF3-90F9-99EF-8568-2B6A84A45B91}"/>
                </a:ext>
              </a:extLst>
            </p:cNvPr>
            <p:cNvSpPr/>
            <p:nvPr/>
          </p:nvSpPr>
          <p:spPr>
            <a:xfrm>
              <a:off x="1262457" y="1191798"/>
              <a:ext cx="478033" cy="168481"/>
            </a:xfrm>
            <a:custGeom>
              <a:avLst/>
              <a:gdLst/>
              <a:ahLst/>
              <a:cxnLst/>
              <a:rect l="l" t="t" r="r" b="b"/>
              <a:pathLst>
                <a:path w="10342" h="3645" extrusionOk="0">
                  <a:moveTo>
                    <a:pt x="5948" y="937"/>
                  </a:moveTo>
                  <a:cubicBezTo>
                    <a:pt x="6121" y="937"/>
                    <a:pt x="6340" y="960"/>
                    <a:pt x="6566" y="1005"/>
                  </a:cubicBezTo>
                  <a:cubicBezTo>
                    <a:pt x="7028" y="1099"/>
                    <a:pt x="7345" y="1252"/>
                    <a:pt x="7274" y="1347"/>
                  </a:cubicBezTo>
                  <a:cubicBezTo>
                    <a:pt x="7238" y="1395"/>
                    <a:pt x="7110" y="1420"/>
                    <a:pt x="6931" y="1420"/>
                  </a:cubicBezTo>
                  <a:cubicBezTo>
                    <a:pt x="6758" y="1420"/>
                    <a:pt x="6538" y="1397"/>
                    <a:pt x="6311" y="1350"/>
                  </a:cubicBezTo>
                  <a:cubicBezTo>
                    <a:pt x="5849" y="1257"/>
                    <a:pt x="5533" y="1105"/>
                    <a:pt x="5604" y="1010"/>
                  </a:cubicBezTo>
                  <a:cubicBezTo>
                    <a:pt x="5640" y="961"/>
                    <a:pt x="5769" y="937"/>
                    <a:pt x="5948" y="937"/>
                  </a:cubicBezTo>
                  <a:close/>
                  <a:moveTo>
                    <a:pt x="7271" y="1528"/>
                  </a:moveTo>
                  <a:cubicBezTo>
                    <a:pt x="7285" y="1528"/>
                    <a:pt x="7298" y="1528"/>
                    <a:pt x="7312" y="1528"/>
                  </a:cubicBezTo>
                  <a:cubicBezTo>
                    <a:pt x="7554" y="1536"/>
                    <a:pt x="7744" y="1600"/>
                    <a:pt x="7737" y="1673"/>
                  </a:cubicBezTo>
                  <a:cubicBezTo>
                    <a:pt x="7729" y="1740"/>
                    <a:pt x="7554" y="1790"/>
                    <a:pt x="7335" y="1790"/>
                  </a:cubicBezTo>
                  <a:cubicBezTo>
                    <a:pt x="7319" y="1790"/>
                    <a:pt x="7304" y="1790"/>
                    <a:pt x="7288" y="1789"/>
                  </a:cubicBezTo>
                  <a:cubicBezTo>
                    <a:pt x="7047" y="1783"/>
                    <a:pt x="6856" y="1718"/>
                    <a:pt x="6863" y="1646"/>
                  </a:cubicBezTo>
                  <a:cubicBezTo>
                    <a:pt x="6870" y="1579"/>
                    <a:pt x="7049" y="1528"/>
                    <a:pt x="7271" y="1528"/>
                  </a:cubicBezTo>
                  <a:close/>
                  <a:moveTo>
                    <a:pt x="3447" y="2053"/>
                  </a:moveTo>
                  <a:cubicBezTo>
                    <a:pt x="3596" y="2053"/>
                    <a:pt x="3765" y="2140"/>
                    <a:pt x="3850" y="2266"/>
                  </a:cubicBezTo>
                  <a:cubicBezTo>
                    <a:pt x="3947" y="2409"/>
                    <a:pt x="3896" y="2548"/>
                    <a:pt x="3737" y="2576"/>
                  </a:cubicBezTo>
                  <a:cubicBezTo>
                    <a:pt x="3718" y="2579"/>
                    <a:pt x="3698" y="2581"/>
                    <a:pt x="3678" y="2581"/>
                  </a:cubicBezTo>
                  <a:cubicBezTo>
                    <a:pt x="3529" y="2581"/>
                    <a:pt x="3358" y="2494"/>
                    <a:pt x="3273" y="2368"/>
                  </a:cubicBezTo>
                  <a:cubicBezTo>
                    <a:pt x="3177" y="2225"/>
                    <a:pt x="3228" y="2086"/>
                    <a:pt x="3388" y="2058"/>
                  </a:cubicBezTo>
                  <a:cubicBezTo>
                    <a:pt x="3407" y="2055"/>
                    <a:pt x="3427" y="2053"/>
                    <a:pt x="3447" y="2053"/>
                  </a:cubicBezTo>
                  <a:close/>
                  <a:moveTo>
                    <a:pt x="3394" y="0"/>
                  </a:moveTo>
                  <a:cubicBezTo>
                    <a:pt x="3131" y="0"/>
                    <a:pt x="2887" y="14"/>
                    <a:pt x="2667" y="38"/>
                  </a:cubicBezTo>
                  <a:cubicBezTo>
                    <a:pt x="2184" y="93"/>
                    <a:pt x="1770" y="241"/>
                    <a:pt x="1949" y="520"/>
                  </a:cubicBezTo>
                  <a:cubicBezTo>
                    <a:pt x="2061" y="696"/>
                    <a:pt x="2385" y="805"/>
                    <a:pt x="2516" y="959"/>
                  </a:cubicBezTo>
                  <a:cubicBezTo>
                    <a:pt x="2146" y="1056"/>
                    <a:pt x="1710" y="1085"/>
                    <a:pt x="1332" y="1176"/>
                  </a:cubicBezTo>
                  <a:cubicBezTo>
                    <a:pt x="1276" y="1189"/>
                    <a:pt x="1221" y="1202"/>
                    <a:pt x="1166" y="1218"/>
                  </a:cubicBezTo>
                  <a:cubicBezTo>
                    <a:pt x="843" y="1311"/>
                    <a:pt x="558" y="1443"/>
                    <a:pt x="425" y="1619"/>
                  </a:cubicBezTo>
                  <a:cubicBezTo>
                    <a:pt x="1" y="2182"/>
                    <a:pt x="1306" y="2703"/>
                    <a:pt x="2092" y="2963"/>
                  </a:cubicBezTo>
                  <a:cubicBezTo>
                    <a:pt x="3608" y="3464"/>
                    <a:pt x="5404" y="3588"/>
                    <a:pt x="6825" y="3588"/>
                  </a:cubicBezTo>
                  <a:cubicBezTo>
                    <a:pt x="8101" y="3588"/>
                    <a:pt x="9076" y="3488"/>
                    <a:pt x="9277" y="3470"/>
                  </a:cubicBezTo>
                  <a:cubicBezTo>
                    <a:pt x="9312" y="3467"/>
                    <a:pt x="9347" y="3466"/>
                    <a:pt x="9384" y="3466"/>
                  </a:cubicBezTo>
                  <a:cubicBezTo>
                    <a:pt x="9801" y="3466"/>
                    <a:pt x="10342" y="3645"/>
                    <a:pt x="10342" y="3645"/>
                  </a:cubicBezTo>
                  <a:cubicBezTo>
                    <a:pt x="9142" y="940"/>
                    <a:pt x="5616" y="0"/>
                    <a:pt x="339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416;p95">
              <a:extLst>
                <a:ext uri="{FF2B5EF4-FFF2-40B4-BE49-F238E27FC236}">
                  <a16:creationId xmlns:a16="http://schemas.microsoft.com/office/drawing/2014/main" id="{3B0D1FBA-1864-665F-A11D-261EDEAE80C4}"/>
                </a:ext>
              </a:extLst>
            </p:cNvPr>
            <p:cNvSpPr/>
            <p:nvPr/>
          </p:nvSpPr>
          <p:spPr>
            <a:xfrm>
              <a:off x="1280854" y="837876"/>
              <a:ext cx="379487" cy="286302"/>
            </a:xfrm>
            <a:custGeom>
              <a:avLst/>
              <a:gdLst/>
              <a:ahLst/>
              <a:cxnLst/>
              <a:rect l="l" t="t" r="r" b="b"/>
              <a:pathLst>
                <a:path w="8210" h="6194" extrusionOk="0">
                  <a:moveTo>
                    <a:pt x="8209" y="1"/>
                  </a:moveTo>
                  <a:lnTo>
                    <a:pt x="8209" y="1"/>
                  </a:lnTo>
                  <a:cubicBezTo>
                    <a:pt x="2796" y="26"/>
                    <a:pt x="238" y="2635"/>
                    <a:pt x="44" y="4098"/>
                  </a:cubicBezTo>
                  <a:cubicBezTo>
                    <a:pt x="1" y="4417"/>
                    <a:pt x="115" y="4721"/>
                    <a:pt x="561" y="4721"/>
                  </a:cubicBezTo>
                  <a:cubicBezTo>
                    <a:pt x="587" y="4721"/>
                    <a:pt x="615" y="4720"/>
                    <a:pt x="644" y="4717"/>
                  </a:cubicBezTo>
                  <a:cubicBezTo>
                    <a:pt x="970" y="4693"/>
                    <a:pt x="1240" y="4507"/>
                    <a:pt x="1534" y="4464"/>
                  </a:cubicBezTo>
                  <a:lnTo>
                    <a:pt x="1534" y="4464"/>
                  </a:lnTo>
                  <a:cubicBezTo>
                    <a:pt x="1591" y="4739"/>
                    <a:pt x="1516" y="5039"/>
                    <a:pt x="1561" y="5319"/>
                  </a:cubicBezTo>
                  <a:cubicBezTo>
                    <a:pt x="1568" y="5361"/>
                    <a:pt x="1576" y="5401"/>
                    <a:pt x="1587" y="5442"/>
                  </a:cubicBezTo>
                  <a:cubicBezTo>
                    <a:pt x="1650" y="5684"/>
                    <a:pt x="1790" y="5914"/>
                    <a:pt x="2046" y="6054"/>
                  </a:cubicBezTo>
                  <a:cubicBezTo>
                    <a:pt x="2226" y="6152"/>
                    <a:pt x="2427" y="6193"/>
                    <a:pt x="2636" y="6193"/>
                  </a:cubicBezTo>
                  <a:cubicBezTo>
                    <a:pt x="3379" y="6193"/>
                    <a:pt x="4241" y="5677"/>
                    <a:pt x="4752" y="5325"/>
                  </a:cubicBezTo>
                  <a:cubicBezTo>
                    <a:pt x="7146" y="3673"/>
                    <a:pt x="7562" y="959"/>
                    <a:pt x="7620" y="663"/>
                  </a:cubicBezTo>
                  <a:cubicBezTo>
                    <a:pt x="7677" y="367"/>
                    <a:pt x="8209" y="1"/>
                    <a:pt x="82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417;p95">
              <a:extLst>
                <a:ext uri="{FF2B5EF4-FFF2-40B4-BE49-F238E27FC236}">
                  <a16:creationId xmlns:a16="http://schemas.microsoft.com/office/drawing/2014/main" id="{23B564B3-ABCE-D26E-C3E0-E679400648FB}"/>
                </a:ext>
              </a:extLst>
            </p:cNvPr>
            <p:cNvSpPr/>
            <p:nvPr/>
          </p:nvSpPr>
          <p:spPr>
            <a:xfrm>
              <a:off x="1390169" y="837876"/>
              <a:ext cx="270171" cy="292357"/>
            </a:xfrm>
            <a:custGeom>
              <a:avLst/>
              <a:gdLst/>
              <a:ahLst/>
              <a:cxnLst/>
              <a:rect l="l" t="t" r="r" b="b"/>
              <a:pathLst>
                <a:path w="5845" h="6325" extrusionOk="0">
                  <a:moveTo>
                    <a:pt x="5255" y="663"/>
                  </a:moveTo>
                  <a:cubicBezTo>
                    <a:pt x="5312" y="367"/>
                    <a:pt x="5844" y="1"/>
                    <a:pt x="5844" y="1"/>
                  </a:cubicBezTo>
                  <a:cubicBezTo>
                    <a:pt x="5133" y="4"/>
                    <a:pt x="4472" y="53"/>
                    <a:pt x="3859" y="137"/>
                  </a:cubicBezTo>
                  <a:cubicBezTo>
                    <a:pt x="4304" y="486"/>
                    <a:pt x="4322" y="1015"/>
                    <a:pt x="4284" y="1539"/>
                  </a:cubicBezTo>
                  <a:cubicBezTo>
                    <a:pt x="4223" y="2359"/>
                    <a:pt x="2815" y="4945"/>
                    <a:pt x="1469" y="5648"/>
                  </a:cubicBezTo>
                  <a:cubicBezTo>
                    <a:pt x="579" y="6113"/>
                    <a:pt x="558" y="6033"/>
                    <a:pt x="1" y="6167"/>
                  </a:cubicBezTo>
                  <a:cubicBezTo>
                    <a:pt x="794" y="6324"/>
                    <a:pt x="1812" y="5720"/>
                    <a:pt x="2387" y="5325"/>
                  </a:cubicBezTo>
                  <a:cubicBezTo>
                    <a:pt x="4781" y="3673"/>
                    <a:pt x="5197" y="959"/>
                    <a:pt x="5254" y="6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418;p95">
              <a:extLst>
                <a:ext uri="{FF2B5EF4-FFF2-40B4-BE49-F238E27FC236}">
                  <a16:creationId xmlns:a16="http://schemas.microsoft.com/office/drawing/2014/main" id="{30BEDD33-4775-C401-4427-45BB2DF267A6}"/>
                </a:ext>
              </a:extLst>
            </p:cNvPr>
            <p:cNvSpPr/>
            <p:nvPr/>
          </p:nvSpPr>
          <p:spPr>
            <a:xfrm>
              <a:off x="1121065" y="1491593"/>
              <a:ext cx="364557" cy="405140"/>
            </a:xfrm>
            <a:custGeom>
              <a:avLst/>
              <a:gdLst/>
              <a:ahLst/>
              <a:cxnLst/>
              <a:rect l="l" t="t" r="r" b="b"/>
              <a:pathLst>
                <a:path w="7887" h="8765" extrusionOk="0">
                  <a:moveTo>
                    <a:pt x="7790" y="0"/>
                  </a:moveTo>
                  <a:cubicBezTo>
                    <a:pt x="6842" y="298"/>
                    <a:pt x="5936" y="745"/>
                    <a:pt x="5123" y="1325"/>
                  </a:cubicBezTo>
                  <a:cubicBezTo>
                    <a:pt x="4307" y="1899"/>
                    <a:pt x="3578" y="2594"/>
                    <a:pt x="2933" y="3353"/>
                  </a:cubicBezTo>
                  <a:cubicBezTo>
                    <a:pt x="2288" y="4114"/>
                    <a:pt x="1725" y="4942"/>
                    <a:pt x="1238" y="5810"/>
                  </a:cubicBezTo>
                  <a:cubicBezTo>
                    <a:pt x="751" y="6684"/>
                    <a:pt x="329" y="7575"/>
                    <a:pt x="0" y="8548"/>
                  </a:cubicBezTo>
                  <a:lnTo>
                    <a:pt x="745" y="8765"/>
                  </a:lnTo>
                  <a:cubicBezTo>
                    <a:pt x="1007" y="7875"/>
                    <a:pt x="1386" y="6971"/>
                    <a:pt x="1818" y="6122"/>
                  </a:cubicBezTo>
                  <a:cubicBezTo>
                    <a:pt x="2254" y="5268"/>
                    <a:pt x="2763" y="4450"/>
                    <a:pt x="3353" y="3695"/>
                  </a:cubicBezTo>
                  <a:cubicBezTo>
                    <a:pt x="3943" y="2941"/>
                    <a:pt x="4615" y="2249"/>
                    <a:pt x="5376" y="1667"/>
                  </a:cubicBezTo>
                  <a:cubicBezTo>
                    <a:pt x="6132" y="1079"/>
                    <a:pt x="6982" y="616"/>
                    <a:pt x="7886" y="291"/>
                  </a:cubicBezTo>
                  <a:lnTo>
                    <a:pt x="779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419;p95">
              <a:extLst>
                <a:ext uri="{FF2B5EF4-FFF2-40B4-BE49-F238E27FC236}">
                  <a16:creationId xmlns:a16="http://schemas.microsoft.com/office/drawing/2014/main" id="{9D84AF5A-BD68-4FF3-8D55-5D5B786C7ED6}"/>
                </a:ext>
              </a:extLst>
            </p:cNvPr>
            <p:cNvSpPr/>
            <p:nvPr/>
          </p:nvSpPr>
          <p:spPr>
            <a:xfrm>
              <a:off x="1373806" y="1434879"/>
              <a:ext cx="322864" cy="182533"/>
            </a:xfrm>
            <a:custGeom>
              <a:avLst/>
              <a:gdLst/>
              <a:ahLst/>
              <a:cxnLst/>
              <a:rect l="l" t="t" r="r" b="b"/>
              <a:pathLst>
                <a:path w="6985" h="3949" extrusionOk="0">
                  <a:moveTo>
                    <a:pt x="1192" y="1"/>
                  </a:moveTo>
                  <a:cubicBezTo>
                    <a:pt x="573" y="1"/>
                    <a:pt x="200" y="196"/>
                    <a:pt x="79" y="472"/>
                  </a:cubicBezTo>
                  <a:cubicBezTo>
                    <a:pt x="0" y="652"/>
                    <a:pt x="60" y="921"/>
                    <a:pt x="467" y="1190"/>
                  </a:cubicBezTo>
                  <a:cubicBezTo>
                    <a:pt x="724" y="1359"/>
                    <a:pt x="960" y="1401"/>
                    <a:pt x="1195" y="1542"/>
                  </a:cubicBezTo>
                  <a:cubicBezTo>
                    <a:pt x="1203" y="1740"/>
                    <a:pt x="1106" y="1880"/>
                    <a:pt x="1104" y="2076"/>
                  </a:cubicBezTo>
                  <a:cubicBezTo>
                    <a:pt x="1104" y="2104"/>
                    <a:pt x="1105" y="2135"/>
                    <a:pt x="1109" y="2166"/>
                  </a:cubicBezTo>
                  <a:cubicBezTo>
                    <a:pt x="1126" y="2349"/>
                    <a:pt x="1206" y="2568"/>
                    <a:pt x="1388" y="2798"/>
                  </a:cubicBezTo>
                  <a:cubicBezTo>
                    <a:pt x="1967" y="3533"/>
                    <a:pt x="3023" y="3794"/>
                    <a:pt x="3593" y="3891"/>
                  </a:cubicBezTo>
                  <a:cubicBezTo>
                    <a:pt x="3825" y="3931"/>
                    <a:pt x="4039" y="3949"/>
                    <a:pt x="4237" y="3949"/>
                  </a:cubicBezTo>
                  <a:cubicBezTo>
                    <a:pt x="5820" y="3949"/>
                    <a:pt x="6363" y="2816"/>
                    <a:pt x="6438" y="2686"/>
                  </a:cubicBezTo>
                  <a:cubicBezTo>
                    <a:pt x="6479" y="2615"/>
                    <a:pt x="6608" y="2597"/>
                    <a:pt x="6730" y="2597"/>
                  </a:cubicBezTo>
                  <a:cubicBezTo>
                    <a:pt x="6861" y="2597"/>
                    <a:pt x="6985" y="2617"/>
                    <a:pt x="6985" y="2617"/>
                  </a:cubicBezTo>
                  <a:cubicBezTo>
                    <a:pt x="4257" y="645"/>
                    <a:pt x="2317" y="1"/>
                    <a:pt x="119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420;p95">
              <a:extLst>
                <a:ext uri="{FF2B5EF4-FFF2-40B4-BE49-F238E27FC236}">
                  <a16:creationId xmlns:a16="http://schemas.microsoft.com/office/drawing/2014/main" id="{60E7892E-6D5F-7184-4295-1A4D1550275C}"/>
                </a:ext>
              </a:extLst>
            </p:cNvPr>
            <p:cNvSpPr/>
            <p:nvPr/>
          </p:nvSpPr>
          <p:spPr>
            <a:xfrm>
              <a:off x="1476789" y="1469499"/>
              <a:ext cx="219880" cy="161733"/>
            </a:xfrm>
            <a:custGeom>
              <a:avLst/>
              <a:gdLst/>
              <a:ahLst/>
              <a:cxnLst/>
              <a:rect l="l" t="t" r="r" b="b"/>
              <a:pathLst>
                <a:path w="4757" h="3499" extrusionOk="0">
                  <a:moveTo>
                    <a:pt x="1782" y="972"/>
                  </a:moveTo>
                  <a:cubicBezTo>
                    <a:pt x="1782" y="972"/>
                    <a:pt x="1" y="1482"/>
                    <a:pt x="232" y="2820"/>
                  </a:cubicBezTo>
                  <a:cubicBezTo>
                    <a:pt x="651" y="2998"/>
                    <a:pt x="1072" y="3092"/>
                    <a:pt x="1365" y="3142"/>
                  </a:cubicBezTo>
                  <a:cubicBezTo>
                    <a:pt x="3448" y="3499"/>
                    <a:pt x="4126" y="2084"/>
                    <a:pt x="4210" y="1937"/>
                  </a:cubicBezTo>
                  <a:cubicBezTo>
                    <a:pt x="4294" y="1790"/>
                    <a:pt x="4757" y="1868"/>
                    <a:pt x="4757" y="1868"/>
                  </a:cubicBezTo>
                  <a:cubicBezTo>
                    <a:pt x="4563" y="1730"/>
                    <a:pt x="4376" y="1598"/>
                    <a:pt x="4190" y="1472"/>
                  </a:cubicBezTo>
                  <a:cubicBezTo>
                    <a:pt x="3216" y="884"/>
                    <a:pt x="2207" y="304"/>
                    <a:pt x="2207" y="304"/>
                  </a:cubicBezTo>
                  <a:cubicBezTo>
                    <a:pt x="2207" y="304"/>
                    <a:pt x="1357" y="1"/>
                    <a:pt x="1782" y="9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421;p95">
              <a:extLst>
                <a:ext uri="{FF2B5EF4-FFF2-40B4-BE49-F238E27FC236}">
                  <a16:creationId xmlns:a16="http://schemas.microsoft.com/office/drawing/2014/main" id="{0B57A9E4-A59E-D354-953B-2DA5A0A405FD}"/>
                </a:ext>
              </a:extLst>
            </p:cNvPr>
            <p:cNvSpPr/>
            <p:nvPr/>
          </p:nvSpPr>
          <p:spPr>
            <a:xfrm>
              <a:off x="1373806" y="1414495"/>
              <a:ext cx="322864" cy="216737"/>
            </a:xfrm>
            <a:custGeom>
              <a:avLst/>
              <a:gdLst/>
              <a:ahLst/>
              <a:cxnLst/>
              <a:rect l="l" t="t" r="r" b="b"/>
              <a:pathLst>
                <a:path w="6985" h="4689" fill="none" extrusionOk="0">
                  <a:moveTo>
                    <a:pt x="1388" y="3239"/>
                  </a:moveTo>
                  <a:cubicBezTo>
                    <a:pt x="1967" y="3974"/>
                    <a:pt x="3023" y="4235"/>
                    <a:pt x="3593" y="4332"/>
                  </a:cubicBezTo>
                  <a:cubicBezTo>
                    <a:pt x="5676" y="4689"/>
                    <a:pt x="6354" y="3274"/>
                    <a:pt x="6438" y="3127"/>
                  </a:cubicBezTo>
                  <a:cubicBezTo>
                    <a:pt x="6522" y="2980"/>
                    <a:pt x="6985" y="3058"/>
                    <a:pt x="6985" y="3058"/>
                  </a:cubicBezTo>
                  <a:cubicBezTo>
                    <a:pt x="2757" y="1"/>
                    <a:pt x="421" y="134"/>
                    <a:pt x="79" y="913"/>
                  </a:cubicBezTo>
                  <a:cubicBezTo>
                    <a:pt x="0" y="1093"/>
                    <a:pt x="60" y="1362"/>
                    <a:pt x="467" y="1631"/>
                  </a:cubicBezTo>
                  <a:cubicBezTo>
                    <a:pt x="724" y="1800"/>
                    <a:pt x="960" y="1842"/>
                    <a:pt x="1195" y="1983"/>
                  </a:cubicBezTo>
                  <a:cubicBezTo>
                    <a:pt x="1203" y="2181"/>
                    <a:pt x="1106" y="2321"/>
                    <a:pt x="1104" y="2517"/>
                  </a:cubicBezTo>
                  <a:cubicBezTo>
                    <a:pt x="1104" y="2545"/>
                    <a:pt x="1105" y="2576"/>
                    <a:pt x="1109" y="2607"/>
                  </a:cubicBezTo>
                  <a:cubicBezTo>
                    <a:pt x="1126" y="2790"/>
                    <a:pt x="1206" y="3009"/>
                    <a:pt x="1388" y="32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422;p95">
              <a:extLst>
                <a:ext uri="{FF2B5EF4-FFF2-40B4-BE49-F238E27FC236}">
                  <a16:creationId xmlns:a16="http://schemas.microsoft.com/office/drawing/2014/main" id="{A5421B6F-CAC1-A3A4-1ECB-A0ED07562804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143" y="1"/>
                  </a:move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423;p95">
              <a:extLst>
                <a:ext uri="{FF2B5EF4-FFF2-40B4-BE49-F238E27FC236}">
                  <a16:creationId xmlns:a16="http://schemas.microsoft.com/office/drawing/2014/main" id="{686C180D-E5B9-4085-671A-F062CBBA459A}"/>
                </a:ext>
              </a:extLst>
            </p:cNvPr>
            <p:cNvSpPr/>
            <p:nvPr/>
          </p:nvSpPr>
          <p:spPr>
            <a:xfrm>
              <a:off x="989240" y="2205028"/>
              <a:ext cx="342555" cy="101089"/>
            </a:xfrm>
            <a:custGeom>
              <a:avLst/>
              <a:gdLst/>
              <a:ahLst/>
              <a:cxnLst/>
              <a:rect l="l" t="t" r="r" b="b"/>
              <a:pathLst>
                <a:path w="7411" h="2187" extrusionOk="0">
                  <a:moveTo>
                    <a:pt x="700" y="0"/>
                  </a:moveTo>
                  <a:cubicBezTo>
                    <a:pt x="700" y="0"/>
                    <a:pt x="3432" y="274"/>
                    <a:pt x="6530" y="121"/>
                  </a:cubicBezTo>
                  <a:lnTo>
                    <a:pt x="7411" y="1579"/>
                  </a:lnTo>
                  <a:cubicBezTo>
                    <a:pt x="7411" y="1579"/>
                    <a:pt x="3766" y="2186"/>
                    <a:pt x="1884" y="1458"/>
                  </a:cubicBezTo>
                  <a:cubicBezTo>
                    <a:pt x="1" y="729"/>
                    <a:pt x="700" y="0"/>
                    <a:pt x="700" y="0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424;p95">
              <a:extLst>
                <a:ext uri="{FF2B5EF4-FFF2-40B4-BE49-F238E27FC236}">
                  <a16:creationId xmlns:a16="http://schemas.microsoft.com/office/drawing/2014/main" id="{2420A2E4-B614-CF70-AA29-C64D63C6D631}"/>
                </a:ext>
              </a:extLst>
            </p:cNvPr>
            <p:cNvSpPr/>
            <p:nvPr/>
          </p:nvSpPr>
          <p:spPr>
            <a:xfrm>
              <a:off x="728733" y="1121309"/>
              <a:ext cx="445030" cy="474890"/>
            </a:xfrm>
            <a:custGeom>
              <a:avLst/>
              <a:gdLst/>
              <a:ahLst/>
              <a:cxnLst/>
              <a:rect l="l" t="t" r="r" b="b"/>
              <a:pathLst>
                <a:path w="9628" h="10274" extrusionOk="0">
                  <a:moveTo>
                    <a:pt x="8770" y="2964"/>
                  </a:moveTo>
                  <a:cubicBezTo>
                    <a:pt x="8501" y="2599"/>
                    <a:pt x="8081" y="2387"/>
                    <a:pt x="7643" y="2282"/>
                  </a:cubicBezTo>
                  <a:cubicBezTo>
                    <a:pt x="7569" y="2264"/>
                    <a:pt x="7494" y="2248"/>
                    <a:pt x="7420" y="2237"/>
                  </a:cubicBezTo>
                  <a:cubicBezTo>
                    <a:pt x="6917" y="2155"/>
                    <a:pt x="6386" y="2237"/>
                    <a:pt x="5891" y="2138"/>
                  </a:cubicBezTo>
                  <a:cubicBezTo>
                    <a:pt x="5946" y="1731"/>
                    <a:pt x="6257" y="1368"/>
                    <a:pt x="6278" y="918"/>
                  </a:cubicBezTo>
                  <a:cubicBezTo>
                    <a:pt x="6310" y="205"/>
                    <a:pt x="5729" y="0"/>
                    <a:pt x="5126" y="39"/>
                  </a:cubicBezTo>
                  <a:cubicBezTo>
                    <a:pt x="4948" y="50"/>
                    <a:pt x="4761" y="78"/>
                    <a:pt x="4567" y="119"/>
                  </a:cubicBezTo>
                  <a:cubicBezTo>
                    <a:pt x="5166" y="83"/>
                    <a:pt x="5743" y="290"/>
                    <a:pt x="5711" y="999"/>
                  </a:cubicBezTo>
                  <a:cubicBezTo>
                    <a:pt x="5690" y="1450"/>
                    <a:pt x="5379" y="1812"/>
                    <a:pt x="5324" y="2220"/>
                  </a:cubicBezTo>
                  <a:cubicBezTo>
                    <a:pt x="5819" y="2317"/>
                    <a:pt x="6350" y="2236"/>
                    <a:pt x="6853" y="2317"/>
                  </a:cubicBezTo>
                  <a:cubicBezTo>
                    <a:pt x="6927" y="2330"/>
                    <a:pt x="7002" y="2344"/>
                    <a:pt x="7076" y="2362"/>
                  </a:cubicBezTo>
                  <a:cubicBezTo>
                    <a:pt x="7514" y="2467"/>
                    <a:pt x="7935" y="2679"/>
                    <a:pt x="8203" y="3046"/>
                  </a:cubicBezTo>
                  <a:cubicBezTo>
                    <a:pt x="9061" y="4213"/>
                    <a:pt x="7858" y="5877"/>
                    <a:pt x="7099" y="6754"/>
                  </a:cubicBezTo>
                  <a:cubicBezTo>
                    <a:pt x="4986" y="9196"/>
                    <a:pt x="1687" y="10001"/>
                    <a:pt x="0" y="10273"/>
                  </a:cubicBezTo>
                  <a:cubicBezTo>
                    <a:pt x="1382" y="10102"/>
                    <a:pt x="5279" y="9432"/>
                    <a:pt x="7666" y="6673"/>
                  </a:cubicBezTo>
                  <a:cubicBezTo>
                    <a:pt x="8424" y="5795"/>
                    <a:pt x="9627" y="4131"/>
                    <a:pt x="8770" y="29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425;p95">
              <a:extLst>
                <a:ext uri="{FF2B5EF4-FFF2-40B4-BE49-F238E27FC236}">
                  <a16:creationId xmlns:a16="http://schemas.microsoft.com/office/drawing/2014/main" id="{D0FCCFBB-41E8-160D-5791-DD318AB3195C}"/>
                </a:ext>
              </a:extLst>
            </p:cNvPr>
            <p:cNvSpPr/>
            <p:nvPr/>
          </p:nvSpPr>
          <p:spPr>
            <a:xfrm>
              <a:off x="638508" y="1121355"/>
              <a:ext cx="535257" cy="512885"/>
            </a:xfrm>
            <a:custGeom>
              <a:avLst/>
              <a:gdLst/>
              <a:ahLst/>
              <a:cxnLst/>
              <a:rect l="l" t="t" r="r" b="b"/>
              <a:pathLst>
                <a:path w="11580" h="11096" fill="none" extrusionOk="0">
                  <a:moveTo>
                    <a:pt x="9595" y="2281"/>
                  </a:moveTo>
                  <a:cubicBezTo>
                    <a:pt x="9521" y="2263"/>
                    <a:pt x="9446" y="2247"/>
                    <a:pt x="9372" y="2236"/>
                  </a:cubicBezTo>
                  <a:cubicBezTo>
                    <a:pt x="8869" y="2154"/>
                    <a:pt x="8338" y="2236"/>
                    <a:pt x="7843" y="2138"/>
                  </a:cubicBezTo>
                  <a:cubicBezTo>
                    <a:pt x="7898" y="1730"/>
                    <a:pt x="8209" y="1367"/>
                    <a:pt x="8230" y="917"/>
                  </a:cubicBezTo>
                  <a:cubicBezTo>
                    <a:pt x="8262" y="204"/>
                    <a:pt x="7681" y="1"/>
                    <a:pt x="7078" y="39"/>
                  </a:cubicBezTo>
                  <a:cubicBezTo>
                    <a:pt x="4476" y="202"/>
                    <a:pt x="0" y="3571"/>
                    <a:pt x="350" y="11096"/>
                  </a:cubicBezTo>
                  <a:cubicBezTo>
                    <a:pt x="350" y="11096"/>
                    <a:pt x="967" y="10383"/>
                    <a:pt x="1492" y="10324"/>
                  </a:cubicBezTo>
                  <a:cubicBezTo>
                    <a:pt x="2016" y="10264"/>
                    <a:pt x="6840" y="9882"/>
                    <a:pt x="9618" y="6672"/>
                  </a:cubicBezTo>
                  <a:cubicBezTo>
                    <a:pt x="10376" y="5794"/>
                    <a:pt x="11579" y="4131"/>
                    <a:pt x="10722" y="2964"/>
                  </a:cubicBezTo>
                  <a:cubicBezTo>
                    <a:pt x="10453" y="2598"/>
                    <a:pt x="10033" y="2386"/>
                    <a:pt x="9595" y="2281"/>
                  </a:cubicBezTo>
                  <a:close/>
                  <a:moveTo>
                    <a:pt x="2761" y="5714"/>
                  </a:moveTo>
                  <a:cubicBezTo>
                    <a:pt x="2482" y="5814"/>
                    <a:pt x="2212" y="5760"/>
                    <a:pt x="2157" y="5593"/>
                  </a:cubicBezTo>
                  <a:cubicBezTo>
                    <a:pt x="2103" y="5428"/>
                    <a:pt x="2285" y="5211"/>
                    <a:pt x="2564" y="5113"/>
                  </a:cubicBezTo>
                  <a:cubicBezTo>
                    <a:pt x="2843" y="5013"/>
                    <a:pt x="3113" y="5067"/>
                    <a:pt x="3168" y="5233"/>
                  </a:cubicBezTo>
                  <a:cubicBezTo>
                    <a:pt x="3222" y="5398"/>
                    <a:pt x="3040" y="5615"/>
                    <a:pt x="2761" y="5714"/>
                  </a:cubicBezTo>
                  <a:close/>
                  <a:moveTo>
                    <a:pt x="3628" y="4353"/>
                  </a:moveTo>
                  <a:cubicBezTo>
                    <a:pt x="3145" y="4730"/>
                    <a:pt x="2637" y="4874"/>
                    <a:pt x="2493" y="4676"/>
                  </a:cubicBezTo>
                  <a:cubicBezTo>
                    <a:pt x="2350" y="4476"/>
                    <a:pt x="2625" y="4011"/>
                    <a:pt x="3108" y="3635"/>
                  </a:cubicBezTo>
                  <a:cubicBezTo>
                    <a:pt x="3591" y="3259"/>
                    <a:pt x="4100" y="3114"/>
                    <a:pt x="4243" y="3312"/>
                  </a:cubicBezTo>
                  <a:cubicBezTo>
                    <a:pt x="4387" y="3511"/>
                    <a:pt x="4112" y="3977"/>
                    <a:pt x="3628" y="4353"/>
                  </a:cubicBezTo>
                  <a:close/>
                  <a:moveTo>
                    <a:pt x="7437" y="6334"/>
                  </a:moveTo>
                  <a:cubicBezTo>
                    <a:pt x="7232" y="6323"/>
                    <a:pt x="7083" y="6016"/>
                    <a:pt x="7106" y="5648"/>
                  </a:cubicBezTo>
                  <a:cubicBezTo>
                    <a:pt x="7127" y="5281"/>
                    <a:pt x="7312" y="4993"/>
                    <a:pt x="7517" y="5004"/>
                  </a:cubicBezTo>
                  <a:cubicBezTo>
                    <a:pt x="7722" y="5015"/>
                    <a:pt x="7871" y="5322"/>
                    <a:pt x="7849" y="5689"/>
                  </a:cubicBezTo>
                  <a:cubicBezTo>
                    <a:pt x="7827" y="6056"/>
                    <a:pt x="7642" y="6344"/>
                    <a:pt x="7437" y="63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426;p95">
              <a:extLst>
                <a:ext uri="{FF2B5EF4-FFF2-40B4-BE49-F238E27FC236}">
                  <a16:creationId xmlns:a16="http://schemas.microsoft.com/office/drawing/2014/main" id="{B1BD4DAD-68D9-986A-E028-07305AFB80BD}"/>
                </a:ext>
              </a:extLst>
            </p:cNvPr>
            <p:cNvSpPr/>
            <p:nvPr/>
          </p:nvSpPr>
          <p:spPr>
            <a:xfrm>
              <a:off x="670108" y="1248894"/>
              <a:ext cx="295547" cy="328503"/>
            </a:xfrm>
            <a:custGeom>
              <a:avLst/>
              <a:gdLst/>
              <a:ahLst/>
              <a:cxnLst/>
              <a:rect l="l" t="t" r="r" b="b"/>
              <a:pathLst>
                <a:path w="6394" h="7107" fill="none" extrusionOk="0">
                  <a:moveTo>
                    <a:pt x="6394" y="0"/>
                  </a:moveTo>
                  <a:cubicBezTo>
                    <a:pt x="6394" y="0"/>
                    <a:pt x="2030" y="3290"/>
                    <a:pt x="0" y="710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427;p95">
              <a:extLst>
                <a:ext uri="{FF2B5EF4-FFF2-40B4-BE49-F238E27FC236}">
                  <a16:creationId xmlns:a16="http://schemas.microsoft.com/office/drawing/2014/main" id="{5B9A2235-7E4D-4EA6-27BF-72FE5E506F96}"/>
                </a:ext>
              </a:extLst>
            </p:cNvPr>
            <p:cNvSpPr/>
            <p:nvPr/>
          </p:nvSpPr>
          <p:spPr>
            <a:xfrm>
              <a:off x="1351804" y="832792"/>
              <a:ext cx="308535" cy="211468"/>
            </a:xfrm>
            <a:custGeom>
              <a:avLst/>
              <a:gdLst/>
              <a:ahLst/>
              <a:cxnLst/>
              <a:rect l="l" t="t" r="r" b="b"/>
              <a:pathLst>
                <a:path w="6675" h="4575" fill="none" extrusionOk="0">
                  <a:moveTo>
                    <a:pt x="0" y="4574"/>
                  </a:moveTo>
                  <a:cubicBezTo>
                    <a:pt x="0" y="4574"/>
                    <a:pt x="3294" y="1"/>
                    <a:pt x="6674" y="11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428;p95">
              <a:extLst>
                <a:ext uri="{FF2B5EF4-FFF2-40B4-BE49-F238E27FC236}">
                  <a16:creationId xmlns:a16="http://schemas.microsoft.com/office/drawing/2014/main" id="{99762A44-EB2C-3777-6213-6D59C0BDF0A0}"/>
                </a:ext>
              </a:extLst>
            </p:cNvPr>
            <p:cNvSpPr/>
            <p:nvPr/>
          </p:nvSpPr>
          <p:spPr>
            <a:xfrm>
              <a:off x="1428995" y="1491778"/>
              <a:ext cx="267674" cy="64111"/>
            </a:xfrm>
            <a:custGeom>
              <a:avLst/>
              <a:gdLst/>
              <a:ahLst/>
              <a:cxnLst/>
              <a:rect l="l" t="t" r="r" b="b"/>
              <a:pathLst>
                <a:path w="5791" h="1387" fill="none" extrusionOk="0">
                  <a:moveTo>
                    <a:pt x="1" y="311"/>
                  </a:moveTo>
                  <a:cubicBezTo>
                    <a:pt x="1" y="311"/>
                    <a:pt x="2628" y="1"/>
                    <a:pt x="5791" y="13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429;p95">
              <a:extLst>
                <a:ext uri="{FF2B5EF4-FFF2-40B4-BE49-F238E27FC236}">
                  <a16:creationId xmlns:a16="http://schemas.microsoft.com/office/drawing/2014/main" id="{A97566E0-D58D-F807-C546-512CD615AD2A}"/>
                </a:ext>
              </a:extLst>
            </p:cNvPr>
            <p:cNvSpPr/>
            <p:nvPr/>
          </p:nvSpPr>
          <p:spPr>
            <a:xfrm>
              <a:off x="683019" y="759206"/>
              <a:ext cx="505813" cy="132011"/>
            </a:xfrm>
            <a:custGeom>
              <a:avLst/>
              <a:gdLst/>
              <a:ahLst/>
              <a:cxnLst/>
              <a:rect l="l" t="t" r="r" b="b"/>
              <a:pathLst>
                <a:path w="10943" h="2856" fill="none" extrusionOk="0">
                  <a:moveTo>
                    <a:pt x="1" y="1697"/>
                  </a:moveTo>
                  <a:cubicBezTo>
                    <a:pt x="1" y="1697"/>
                    <a:pt x="5156" y="1"/>
                    <a:pt x="10942" y="285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430;p95">
              <a:extLst>
                <a:ext uri="{FF2B5EF4-FFF2-40B4-BE49-F238E27FC236}">
                  <a16:creationId xmlns:a16="http://schemas.microsoft.com/office/drawing/2014/main" id="{CE9C1DB0-E6D8-043C-0DBF-B72C064FCDBC}"/>
                </a:ext>
              </a:extLst>
            </p:cNvPr>
            <p:cNvSpPr/>
            <p:nvPr/>
          </p:nvSpPr>
          <p:spPr>
            <a:xfrm>
              <a:off x="1254369" y="1767353"/>
              <a:ext cx="228385" cy="543299"/>
            </a:xfrm>
            <a:custGeom>
              <a:avLst/>
              <a:gdLst/>
              <a:ahLst/>
              <a:cxnLst/>
              <a:rect l="l" t="t" r="r" b="b"/>
              <a:pathLst>
                <a:path w="4941" h="11754" extrusionOk="0">
                  <a:moveTo>
                    <a:pt x="4666" y="7222"/>
                  </a:moveTo>
                  <a:lnTo>
                    <a:pt x="3846" y="0"/>
                  </a:lnTo>
                  <a:cubicBezTo>
                    <a:pt x="3272" y="150"/>
                    <a:pt x="2403" y="269"/>
                    <a:pt x="1361" y="337"/>
                  </a:cubicBezTo>
                  <a:lnTo>
                    <a:pt x="2193" y="7667"/>
                  </a:lnTo>
                  <a:cubicBezTo>
                    <a:pt x="2393" y="9417"/>
                    <a:pt x="1456" y="11009"/>
                    <a:pt x="1" y="11754"/>
                  </a:cubicBezTo>
                  <a:lnTo>
                    <a:pt x="620" y="11754"/>
                  </a:lnTo>
                  <a:cubicBezTo>
                    <a:pt x="3052" y="11754"/>
                    <a:pt x="4941" y="9637"/>
                    <a:pt x="4666" y="722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31;p95">
              <a:extLst>
                <a:ext uri="{FF2B5EF4-FFF2-40B4-BE49-F238E27FC236}">
                  <a16:creationId xmlns:a16="http://schemas.microsoft.com/office/drawing/2014/main" id="{3B96823F-C51A-58A3-AC0E-F05B049F0545}"/>
                </a:ext>
              </a:extLst>
            </p:cNvPr>
            <p:cNvSpPr/>
            <p:nvPr/>
          </p:nvSpPr>
          <p:spPr>
            <a:xfrm>
              <a:off x="969550" y="1801000"/>
              <a:ext cx="502213" cy="117624"/>
            </a:xfrm>
            <a:custGeom>
              <a:avLst/>
              <a:gdLst/>
              <a:ahLst/>
              <a:cxnLst/>
              <a:rect l="l" t="t" r="r" b="b"/>
              <a:pathLst>
                <a:path w="11814" h="2545" fill="none" extrusionOk="0">
                  <a:moveTo>
                    <a:pt x="0" y="35"/>
                  </a:moveTo>
                  <a:cubicBezTo>
                    <a:pt x="700" y="414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1"/>
                    <a:pt x="4210" y="2501"/>
                  </a:cubicBezTo>
                  <a:cubicBezTo>
                    <a:pt x="4707" y="2545"/>
                    <a:pt x="5289" y="1217"/>
                    <a:pt x="5851" y="1210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2"/>
                    <a:pt x="8880" y="881"/>
                  </a:cubicBezTo>
                  <a:cubicBezTo>
                    <a:pt x="9381" y="778"/>
                    <a:pt x="10227" y="1960"/>
                    <a:pt x="10754" y="1801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32;p95">
              <a:extLst>
                <a:ext uri="{FF2B5EF4-FFF2-40B4-BE49-F238E27FC236}">
                  <a16:creationId xmlns:a16="http://schemas.microsoft.com/office/drawing/2014/main" id="{214D49C5-1178-5DFE-7261-9A6EF9A1AAE4}"/>
                </a:ext>
              </a:extLst>
            </p:cNvPr>
            <p:cNvSpPr/>
            <p:nvPr/>
          </p:nvSpPr>
          <p:spPr>
            <a:xfrm>
              <a:off x="959925" y="1963150"/>
              <a:ext cx="525693" cy="117676"/>
            </a:xfrm>
            <a:custGeom>
              <a:avLst/>
              <a:gdLst/>
              <a:ahLst/>
              <a:cxnLst/>
              <a:rect l="l" t="t" r="r" b="b"/>
              <a:pathLst>
                <a:path w="11814" h="2546" fill="none" extrusionOk="0">
                  <a:moveTo>
                    <a:pt x="0" y="35"/>
                  </a:moveTo>
                  <a:cubicBezTo>
                    <a:pt x="700" y="415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0"/>
                    <a:pt x="4210" y="2501"/>
                  </a:cubicBezTo>
                  <a:cubicBezTo>
                    <a:pt x="4707" y="2546"/>
                    <a:pt x="5289" y="1218"/>
                    <a:pt x="5851" y="1211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3"/>
                    <a:pt x="8880" y="881"/>
                  </a:cubicBezTo>
                  <a:cubicBezTo>
                    <a:pt x="9381" y="778"/>
                    <a:pt x="10227" y="1960"/>
                    <a:pt x="10754" y="1802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33;p95">
              <a:extLst>
                <a:ext uri="{FF2B5EF4-FFF2-40B4-BE49-F238E27FC236}">
                  <a16:creationId xmlns:a16="http://schemas.microsoft.com/office/drawing/2014/main" id="{13440FE6-0A17-4781-E676-E19C0170DA1A}"/>
                </a:ext>
              </a:extLst>
            </p:cNvPr>
            <p:cNvSpPr/>
            <p:nvPr/>
          </p:nvSpPr>
          <p:spPr>
            <a:xfrm>
              <a:off x="940225" y="2125100"/>
              <a:ext cx="569515" cy="117874"/>
            </a:xfrm>
            <a:custGeom>
              <a:avLst/>
              <a:gdLst/>
              <a:ahLst/>
              <a:cxnLst/>
              <a:rect l="l" t="t" r="r" b="b"/>
              <a:pathLst>
                <a:path w="12488" h="2550" fill="none" extrusionOk="0">
                  <a:moveTo>
                    <a:pt x="1" y="33"/>
                  </a:moveTo>
                  <a:cubicBezTo>
                    <a:pt x="744" y="415"/>
                    <a:pt x="55" y="1569"/>
                    <a:pt x="1057" y="1869"/>
                  </a:cubicBezTo>
                  <a:cubicBezTo>
                    <a:pt x="1511" y="2005"/>
                    <a:pt x="2371" y="830"/>
                    <a:pt x="2997" y="945"/>
                  </a:cubicBezTo>
                  <a:cubicBezTo>
                    <a:pt x="3499" y="1038"/>
                    <a:pt x="3872" y="2455"/>
                    <a:pt x="4472" y="2506"/>
                  </a:cubicBezTo>
                  <a:cubicBezTo>
                    <a:pt x="4994" y="2549"/>
                    <a:pt x="5600" y="1222"/>
                    <a:pt x="6189" y="1215"/>
                  </a:cubicBezTo>
                  <a:cubicBezTo>
                    <a:pt x="6720" y="1210"/>
                    <a:pt x="7353" y="2529"/>
                    <a:pt x="7932" y="2469"/>
                  </a:cubicBezTo>
                  <a:cubicBezTo>
                    <a:pt x="8464" y="2414"/>
                    <a:pt x="8816" y="996"/>
                    <a:pt x="9385" y="885"/>
                  </a:cubicBezTo>
                  <a:cubicBezTo>
                    <a:pt x="9911" y="783"/>
                    <a:pt x="10769" y="1968"/>
                    <a:pt x="11324" y="1810"/>
                  </a:cubicBezTo>
                  <a:cubicBezTo>
                    <a:pt x="11842" y="1662"/>
                    <a:pt x="11947" y="203"/>
                    <a:pt x="12487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34;p95">
              <a:extLst>
                <a:ext uri="{FF2B5EF4-FFF2-40B4-BE49-F238E27FC236}">
                  <a16:creationId xmlns:a16="http://schemas.microsoft.com/office/drawing/2014/main" id="{B35BC7A1-1A3F-A091-2D1C-F85C03D0A0EA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fill="none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435;p95">
              <a:extLst>
                <a:ext uri="{FF2B5EF4-FFF2-40B4-BE49-F238E27FC236}">
                  <a16:creationId xmlns:a16="http://schemas.microsoft.com/office/drawing/2014/main" id="{E131E62E-617F-100D-AB52-854556157B9F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436;p95">
              <a:extLst>
                <a:ext uri="{FF2B5EF4-FFF2-40B4-BE49-F238E27FC236}">
                  <a16:creationId xmlns:a16="http://schemas.microsoft.com/office/drawing/2014/main" id="{DAFC3F29-5FB3-48E7-F678-0CA90E676D66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fill="none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437;p95">
              <a:extLst>
                <a:ext uri="{FF2B5EF4-FFF2-40B4-BE49-F238E27FC236}">
                  <a16:creationId xmlns:a16="http://schemas.microsoft.com/office/drawing/2014/main" id="{4C5C6DE0-9D41-EA38-95FC-43FBAA4D9935}"/>
                </a:ext>
              </a:extLst>
            </p:cNvPr>
            <p:cNvSpPr/>
            <p:nvPr/>
          </p:nvSpPr>
          <p:spPr>
            <a:xfrm>
              <a:off x="1378706" y="1236124"/>
              <a:ext cx="361784" cy="124154"/>
            </a:xfrm>
            <a:custGeom>
              <a:avLst/>
              <a:gdLst/>
              <a:ahLst/>
              <a:cxnLst/>
              <a:rect l="l" t="t" r="r" b="b"/>
              <a:pathLst>
                <a:path w="7827" h="2686" fill="none" extrusionOk="0">
                  <a:moveTo>
                    <a:pt x="1" y="0"/>
                  </a:moveTo>
                  <a:cubicBezTo>
                    <a:pt x="1" y="0"/>
                    <a:pt x="7236" y="1616"/>
                    <a:pt x="7827" y="26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438;p95">
              <a:extLst>
                <a:ext uri="{FF2B5EF4-FFF2-40B4-BE49-F238E27FC236}">
                  <a16:creationId xmlns:a16="http://schemas.microsoft.com/office/drawing/2014/main" id="{34294C35-FBD5-DBCE-8D12-E3706D7DDF4E}"/>
                </a:ext>
              </a:extLst>
            </p:cNvPr>
            <p:cNvSpPr/>
            <p:nvPr/>
          </p:nvSpPr>
          <p:spPr>
            <a:xfrm>
              <a:off x="1280761" y="837876"/>
              <a:ext cx="379579" cy="300400"/>
            </a:xfrm>
            <a:custGeom>
              <a:avLst/>
              <a:gdLst/>
              <a:ahLst/>
              <a:cxnLst/>
              <a:rect l="l" t="t" r="r" b="b"/>
              <a:pathLst>
                <a:path w="8212" h="6499" fill="none" extrusionOk="0">
                  <a:moveTo>
                    <a:pt x="2048" y="6054"/>
                  </a:moveTo>
                  <a:cubicBezTo>
                    <a:pt x="2865" y="6499"/>
                    <a:pt x="4098" y="5776"/>
                    <a:pt x="4754" y="5325"/>
                  </a:cubicBezTo>
                  <a:cubicBezTo>
                    <a:pt x="7148" y="3673"/>
                    <a:pt x="7564" y="959"/>
                    <a:pt x="7622" y="663"/>
                  </a:cubicBezTo>
                  <a:cubicBezTo>
                    <a:pt x="7679" y="367"/>
                    <a:pt x="8211" y="1"/>
                    <a:pt x="8211" y="1"/>
                  </a:cubicBezTo>
                  <a:cubicBezTo>
                    <a:pt x="2798" y="26"/>
                    <a:pt x="240" y="2635"/>
                    <a:pt x="46" y="4098"/>
                  </a:cubicBezTo>
                  <a:cubicBezTo>
                    <a:pt x="0" y="4436"/>
                    <a:pt x="131" y="4757"/>
                    <a:pt x="646" y="4717"/>
                  </a:cubicBezTo>
                  <a:cubicBezTo>
                    <a:pt x="972" y="4693"/>
                    <a:pt x="1242" y="4507"/>
                    <a:pt x="1536" y="4464"/>
                  </a:cubicBezTo>
                  <a:cubicBezTo>
                    <a:pt x="1593" y="4739"/>
                    <a:pt x="1518" y="5039"/>
                    <a:pt x="1563" y="5319"/>
                  </a:cubicBezTo>
                  <a:cubicBezTo>
                    <a:pt x="1570" y="5361"/>
                    <a:pt x="1578" y="5401"/>
                    <a:pt x="1589" y="5442"/>
                  </a:cubicBezTo>
                  <a:cubicBezTo>
                    <a:pt x="1652" y="5684"/>
                    <a:pt x="1792" y="5914"/>
                    <a:pt x="2048" y="60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3821;p70">
            <a:extLst>
              <a:ext uri="{FF2B5EF4-FFF2-40B4-BE49-F238E27FC236}">
                <a16:creationId xmlns:a16="http://schemas.microsoft.com/office/drawing/2014/main" id="{13F7A924-3783-DED3-A83A-D6D451F2EB6B}"/>
              </a:ext>
            </a:extLst>
          </p:cNvPr>
          <p:cNvGrpSpPr/>
          <p:nvPr/>
        </p:nvGrpSpPr>
        <p:grpSpPr>
          <a:xfrm flipH="1">
            <a:off x="-355215" y="-461988"/>
            <a:ext cx="4112052" cy="1759055"/>
            <a:chOff x="2146611" y="-20"/>
            <a:chExt cx="4112052" cy="1759055"/>
          </a:xfrm>
        </p:grpSpPr>
        <p:sp>
          <p:nvSpPr>
            <p:cNvPr id="39" name="Google Shape;3822;p70">
              <a:extLst>
                <a:ext uri="{FF2B5EF4-FFF2-40B4-BE49-F238E27FC236}">
                  <a16:creationId xmlns:a16="http://schemas.microsoft.com/office/drawing/2014/main" id="{9DD037D1-97E5-5F4C-7CBF-9AACD110D283}"/>
                </a:ext>
              </a:extLst>
            </p:cNvPr>
            <p:cNvSpPr/>
            <p:nvPr/>
          </p:nvSpPr>
          <p:spPr>
            <a:xfrm>
              <a:off x="2146611" y="-19"/>
              <a:ext cx="4112052" cy="1759054"/>
            </a:xfrm>
            <a:custGeom>
              <a:avLst/>
              <a:gdLst/>
              <a:ahLst/>
              <a:cxnLst/>
              <a:rect l="l" t="t" r="r" b="b"/>
              <a:pathLst>
                <a:path w="40972" h="17527" fill="none" extrusionOk="0">
                  <a:moveTo>
                    <a:pt x="0" y="1"/>
                  </a:moveTo>
                  <a:cubicBezTo>
                    <a:pt x="0" y="1"/>
                    <a:pt x="8288" y="17527"/>
                    <a:pt x="24985" y="1"/>
                  </a:cubicBezTo>
                  <a:cubicBezTo>
                    <a:pt x="24985" y="1"/>
                    <a:pt x="32563" y="9118"/>
                    <a:pt x="40972" y="6750"/>
                  </a:cubicBez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" name="Google Shape;3823;p70">
              <a:extLst>
                <a:ext uri="{FF2B5EF4-FFF2-40B4-BE49-F238E27FC236}">
                  <a16:creationId xmlns:a16="http://schemas.microsoft.com/office/drawing/2014/main" id="{9E02285C-B1F7-B0D8-2FCC-46FE23D02914}"/>
                </a:ext>
              </a:extLst>
            </p:cNvPr>
            <p:cNvGrpSpPr/>
            <p:nvPr/>
          </p:nvGrpSpPr>
          <p:grpSpPr>
            <a:xfrm>
              <a:off x="2177824" y="38319"/>
              <a:ext cx="3637840" cy="812133"/>
              <a:chOff x="1877588" y="354800"/>
              <a:chExt cx="906175" cy="202300"/>
            </a:xfrm>
          </p:grpSpPr>
          <p:sp>
            <p:nvSpPr>
              <p:cNvPr id="59" name="Google Shape;3824;p70">
                <a:extLst>
                  <a:ext uri="{FF2B5EF4-FFF2-40B4-BE49-F238E27FC236}">
                    <a16:creationId xmlns:a16="http://schemas.microsoft.com/office/drawing/2014/main" id="{AD721347-BA96-9F0B-9F67-B9772A3F220E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3825;p70">
                <a:extLst>
                  <a:ext uri="{FF2B5EF4-FFF2-40B4-BE49-F238E27FC236}">
                    <a16:creationId xmlns:a16="http://schemas.microsoft.com/office/drawing/2014/main" id="{6C1B2A68-08CA-CB41-51B2-B1B1A799934F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3826;p70">
                <a:extLst>
                  <a:ext uri="{FF2B5EF4-FFF2-40B4-BE49-F238E27FC236}">
                    <a16:creationId xmlns:a16="http://schemas.microsoft.com/office/drawing/2014/main" id="{C9CE5EFE-70E5-B768-9B34-CF1B33AC4E20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3827;p70">
                <a:extLst>
                  <a:ext uri="{FF2B5EF4-FFF2-40B4-BE49-F238E27FC236}">
                    <a16:creationId xmlns:a16="http://schemas.microsoft.com/office/drawing/2014/main" id="{44215187-651F-0C4E-07A7-27C18E13A742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3828;p70">
                <a:extLst>
                  <a:ext uri="{FF2B5EF4-FFF2-40B4-BE49-F238E27FC236}">
                    <a16:creationId xmlns:a16="http://schemas.microsoft.com/office/drawing/2014/main" id="{3E9E3D52-DB1A-364C-9B43-840227144827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3829;p70">
                <a:extLst>
                  <a:ext uri="{FF2B5EF4-FFF2-40B4-BE49-F238E27FC236}">
                    <a16:creationId xmlns:a16="http://schemas.microsoft.com/office/drawing/2014/main" id="{E23451A4-0D7C-5AB7-B56B-0A6248C2585C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3830;p70">
                <a:extLst>
                  <a:ext uri="{FF2B5EF4-FFF2-40B4-BE49-F238E27FC236}">
                    <a16:creationId xmlns:a16="http://schemas.microsoft.com/office/drawing/2014/main" id="{108A617E-A7E6-5ECC-3610-6EB4C8A4335F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3831;p70">
                <a:extLst>
                  <a:ext uri="{FF2B5EF4-FFF2-40B4-BE49-F238E27FC236}">
                    <a16:creationId xmlns:a16="http://schemas.microsoft.com/office/drawing/2014/main" id="{D326371B-C06B-0457-D691-A2428658104A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3832;p70">
                <a:extLst>
                  <a:ext uri="{FF2B5EF4-FFF2-40B4-BE49-F238E27FC236}">
                    <a16:creationId xmlns:a16="http://schemas.microsoft.com/office/drawing/2014/main" id="{8F0AD6EF-5C56-8754-345E-5DF2DE44D860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3833;p70">
                <a:extLst>
                  <a:ext uri="{FF2B5EF4-FFF2-40B4-BE49-F238E27FC236}">
                    <a16:creationId xmlns:a16="http://schemas.microsoft.com/office/drawing/2014/main" id="{04108338-FA27-12BD-35CB-A445806B42C6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3834;p70">
                <a:extLst>
                  <a:ext uri="{FF2B5EF4-FFF2-40B4-BE49-F238E27FC236}">
                    <a16:creationId xmlns:a16="http://schemas.microsoft.com/office/drawing/2014/main" id="{3CE2A9B6-CF59-44E0-EDD1-C7B9B2321191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3835;p70">
                <a:extLst>
                  <a:ext uri="{FF2B5EF4-FFF2-40B4-BE49-F238E27FC236}">
                    <a16:creationId xmlns:a16="http://schemas.microsoft.com/office/drawing/2014/main" id="{09A44570-BA5E-3087-7C48-43078229FDCD}"/>
                  </a:ext>
                </a:extLst>
              </p:cNvPr>
              <p:cNvSpPr/>
              <p:nvPr/>
            </p:nvSpPr>
            <p:spPr>
              <a:xfrm>
                <a:off x="2479313" y="35480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3836;p70">
                <a:extLst>
                  <a:ext uri="{FF2B5EF4-FFF2-40B4-BE49-F238E27FC236}">
                    <a16:creationId xmlns:a16="http://schemas.microsoft.com/office/drawing/2014/main" id="{B426912C-FCE6-0499-BF00-78A9B8C2A0EA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3837;p70">
                <a:extLst>
                  <a:ext uri="{FF2B5EF4-FFF2-40B4-BE49-F238E27FC236}">
                    <a16:creationId xmlns:a16="http://schemas.microsoft.com/office/drawing/2014/main" id="{EE08BC8F-FC5E-72B1-5931-FE41BC493444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3838;p70">
                <a:extLst>
                  <a:ext uri="{FF2B5EF4-FFF2-40B4-BE49-F238E27FC236}">
                    <a16:creationId xmlns:a16="http://schemas.microsoft.com/office/drawing/2014/main" id="{8425716A-3DDF-643E-E866-AFA6342DCC79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3839;p70">
                <a:extLst>
                  <a:ext uri="{FF2B5EF4-FFF2-40B4-BE49-F238E27FC236}">
                    <a16:creationId xmlns:a16="http://schemas.microsoft.com/office/drawing/2014/main" id="{EC9A165F-C107-1022-F371-D23B722F89AD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3840;p70">
                <a:extLst>
                  <a:ext uri="{FF2B5EF4-FFF2-40B4-BE49-F238E27FC236}">
                    <a16:creationId xmlns:a16="http://schemas.microsoft.com/office/drawing/2014/main" id="{B5E55DDD-0731-80E3-ADDF-FF735EA8F5B2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3841;p70">
              <a:extLst>
                <a:ext uri="{FF2B5EF4-FFF2-40B4-BE49-F238E27FC236}">
                  <a16:creationId xmlns:a16="http://schemas.microsoft.com/office/drawing/2014/main" id="{2EE61BA3-A756-1CB3-4E97-AACEBA16DBB0}"/>
                </a:ext>
              </a:extLst>
            </p:cNvPr>
            <p:cNvGrpSpPr/>
            <p:nvPr/>
          </p:nvGrpSpPr>
          <p:grpSpPr>
            <a:xfrm>
              <a:off x="2177824" y="-20"/>
              <a:ext cx="3637840" cy="850471"/>
              <a:chOff x="1877588" y="345250"/>
              <a:chExt cx="906175" cy="211850"/>
            </a:xfrm>
          </p:grpSpPr>
          <p:sp>
            <p:nvSpPr>
              <p:cNvPr id="42" name="Google Shape;3842;p70">
                <a:extLst>
                  <a:ext uri="{FF2B5EF4-FFF2-40B4-BE49-F238E27FC236}">
                    <a16:creationId xmlns:a16="http://schemas.microsoft.com/office/drawing/2014/main" id="{09254569-D4E5-A571-5512-4391B88672A1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843;p70">
                <a:extLst>
                  <a:ext uri="{FF2B5EF4-FFF2-40B4-BE49-F238E27FC236}">
                    <a16:creationId xmlns:a16="http://schemas.microsoft.com/office/drawing/2014/main" id="{C9F391DC-06F9-6FDE-48BB-1938BE57BE75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844;p70">
                <a:extLst>
                  <a:ext uri="{FF2B5EF4-FFF2-40B4-BE49-F238E27FC236}">
                    <a16:creationId xmlns:a16="http://schemas.microsoft.com/office/drawing/2014/main" id="{36C0F4B7-A4D5-5DC2-1DF8-4137AFF16AFB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845;p70">
                <a:extLst>
                  <a:ext uri="{FF2B5EF4-FFF2-40B4-BE49-F238E27FC236}">
                    <a16:creationId xmlns:a16="http://schemas.microsoft.com/office/drawing/2014/main" id="{2D52E9FF-17BA-37DD-D194-6A781D095C71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846;p70">
                <a:extLst>
                  <a:ext uri="{FF2B5EF4-FFF2-40B4-BE49-F238E27FC236}">
                    <a16:creationId xmlns:a16="http://schemas.microsoft.com/office/drawing/2014/main" id="{8949B219-C22A-E7E0-3C22-BAA21C4AA833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847;p70">
                <a:extLst>
                  <a:ext uri="{FF2B5EF4-FFF2-40B4-BE49-F238E27FC236}">
                    <a16:creationId xmlns:a16="http://schemas.microsoft.com/office/drawing/2014/main" id="{CFAB5DD9-D8C5-E931-58C5-37C9F9A7BC62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848;p70">
                <a:extLst>
                  <a:ext uri="{FF2B5EF4-FFF2-40B4-BE49-F238E27FC236}">
                    <a16:creationId xmlns:a16="http://schemas.microsoft.com/office/drawing/2014/main" id="{EAC699EE-BA0E-8A05-F271-7DB918E91369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849;p70">
                <a:extLst>
                  <a:ext uri="{FF2B5EF4-FFF2-40B4-BE49-F238E27FC236}">
                    <a16:creationId xmlns:a16="http://schemas.microsoft.com/office/drawing/2014/main" id="{895B6850-DF95-2150-8D17-8DD14DCEACF3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3850;p70">
                <a:extLst>
                  <a:ext uri="{FF2B5EF4-FFF2-40B4-BE49-F238E27FC236}">
                    <a16:creationId xmlns:a16="http://schemas.microsoft.com/office/drawing/2014/main" id="{F1D924FB-9B99-11E3-D900-BEC4518C8D97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" name="Google Shape;3851;p70">
                <a:extLst>
                  <a:ext uri="{FF2B5EF4-FFF2-40B4-BE49-F238E27FC236}">
                    <a16:creationId xmlns:a16="http://schemas.microsoft.com/office/drawing/2014/main" id="{229B0801-6BFE-8E9E-1CD6-9FF874E704B4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3852;p70">
                <a:extLst>
                  <a:ext uri="{FF2B5EF4-FFF2-40B4-BE49-F238E27FC236}">
                    <a16:creationId xmlns:a16="http://schemas.microsoft.com/office/drawing/2014/main" id="{0A995E1D-2974-BC6A-89B0-733258EA26B4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3853;p70">
                <a:extLst>
                  <a:ext uri="{FF2B5EF4-FFF2-40B4-BE49-F238E27FC236}">
                    <a16:creationId xmlns:a16="http://schemas.microsoft.com/office/drawing/2014/main" id="{3A2EB2EB-115A-5EF5-A7B1-E6A267E0748D}"/>
                  </a:ext>
                </a:extLst>
              </p:cNvPr>
              <p:cNvSpPr/>
              <p:nvPr/>
            </p:nvSpPr>
            <p:spPr>
              <a:xfrm>
                <a:off x="2484610" y="34525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3854;p70">
                <a:extLst>
                  <a:ext uri="{FF2B5EF4-FFF2-40B4-BE49-F238E27FC236}">
                    <a16:creationId xmlns:a16="http://schemas.microsoft.com/office/drawing/2014/main" id="{9F4F9138-2104-9894-C05F-B966C64EC605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3855;p70">
                <a:extLst>
                  <a:ext uri="{FF2B5EF4-FFF2-40B4-BE49-F238E27FC236}">
                    <a16:creationId xmlns:a16="http://schemas.microsoft.com/office/drawing/2014/main" id="{12F3C874-7C43-0FED-2440-C83C13876241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3856;p70">
                <a:extLst>
                  <a:ext uri="{FF2B5EF4-FFF2-40B4-BE49-F238E27FC236}">
                    <a16:creationId xmlns:a16="http://schemas.microsoft.com/office/drawing/2014/main" id="{35C02BA4-1EB2-5F3A-5F4F-4384DB8C53D5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3857;p70">
                <a:extLst>
                  <a:ext uri="{FF2B5EF4-FFF2-40B4-BE49-F238E27FC236}">
                    <a16:creationId xmlns:a16="http://schemas.microsoft.com/office/drawing/2014/main" id="{8F10C7E0-A7B5-A518-D0D4-80EE3C23539C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3858;p70">
                <a:extLst>
                  <a:ext uri="{FF2B5EF4-FFF2-40B4-BE49-F238E27FC236}">
                    <a16:creationId xmlns:a16="http://schemas.microsoft.com/office/drawing/2014/main" id="{3EFB520B-C7B0-30A0-E0D1-EB9271582809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92" name="Google Shape;4518;p72">
            <a:extLst>
              <a:ext uri="{FF2B5EF4-FFF2-40B4-BE49-F238E27FC236}">
                <a16:creationId xmlns:a16="http://schemas.microsoft.com/office/drawing/2014/main" id="{299134AE-A6BB-2422-3A85-B5F065F985EA}"/>
              </a:ext>
            </a:extLst>
          </p:cNvPr>
          <p:cNvGrpSpPr/>
          <p:nvPr/>
        </p:nvGrpSpPr>
        <p:grpSpPr>
          <a:xfrm flipH="1">
            <a:off x="-211816" y="283266"/>
            <a:ext cx="1326576" cy="2005859"/>
            <a:chOff x="2868213" y="570728"/>
            <a:chExt cx="1143502" cy="1729040"/>
          </a:xfrm>
        </p:grpSpPr>
        <p:sp>
          <p:nvSpPr>
            <p:cNvPr id="2893" name="Google Shape;4519;p72">
              <a:extLst>
                <a:ext uri="{FF2B5EF4-FFF2-40B4-BE49-F238E27FC236}">
                  <a16:creationId xmlns:a16="http://schemas.microsoft.com/office/drawing/2014/main" id="{68FF6CDA-C6A2-5132-5CFE-3C3447B655AB}"/>
                </a:ext>
              </a:extLst>
            </p:cNvPr>
            <p:cNvSpPr/>
            <p:nvPr/>
          </p:nvSpPr>
          <p:spPr>
            <a:xfrm>
              <a:off x="3857646" y="2164558"/>
              <a:ext cx="103304" cy="135209"/>
            </a:xfrm>
            <a:custGeom>
              <a:avLst/>
              <a:gdLst/>
              <a:ahLst/>
              <a:cxnLst/>
              <a:rect l="l" t="t" r="r" b="b"/>
              <a:pathLst>
                <a:path w="1282" h="1678" extrusionOk="0">
                  <a:moveTo>
                    <a:pt x="728" y="0"/>
                  </a:moveTo>
                  <a:lnTo>
                    <a:pt x="0" y="705"/>
                  </a:lnTo>
                  <a:lnTo>
                    <a:pt x="1137" y="1678"/>
                  </a:lnTo>
                  <a:lnTo>
                    <a:pt x="1282" y="1618"/>
                  </a:lnTo>
                  <a:lnTo>
                    <a:pt x="145" y="646"/>
                  </a:lnTo>
                  <a:lnTo>
                    <a:pt x="776" y="41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4" name="Google Shape;4520;p72">
              <a:extLst>
                <a:ext uri="{FF2B5EF4-FFF2-40B4-BE49-F238E27FC236}">
                  <a16:creationId xmlns:a16="http://schemas.microsoft.com/office/drawing/2014/main" id="{137248ED-2352-66C3-4FBB-978B9CC4B9F2}"/>
                </a:ext>
              </a:extLst>
            </p:cNvPr>
            <p:cNvGrpSpPr/>
            <p:nvPr/>
          </p:nvGrpSpPr>
          <p:grpSpPr>
            <a:xfrm>
              <a:off x="2918172" y="1891399"/>
              <a:ext cx="591296" cy="369369"/>
              <a:chOff x="2918172" y="1891399"/>
              <a:chExt cx="591296" cy="369369"/>
            </a:xfrm>
          </p:grpSpPr>
          <p:sp>
            <p:nvSpPr>
              <p:cNvPr id="2904" name="Google Shape;4521;p72">
                <a:extLst>
                  <a:ext uri="{FF2B5EF4-FFF2-40B4-BE49-F238E27FC236}">
                    <a16:creationId xmlns:a16="http://schemas.microsoft.com/office/drawing/2014/main" id="{2F9C269B-C907-E375-951E-B91D3A6C0582}"/>
                  </a:ext>
                </a:extLst>
              </p:cNvPr>
              <p:cNvSpPr/>
              <p:nvPr/>
            </p:nvSpPr>
            <p:spPr>
              <a:xfrm>
                <a:off x="2963780" y="2242719"/>
                <a:ext cx="545688" cy="18049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224" extrusionOk="0">
                    <a:moveTo>
                      <a:pt x="175" y="1"/>
                    </a:moveTo>
                    <a:lnTo>
                      <a:pt x="1" y="224"/>
                    </a:lnTo>
                    <a:lnTo>
                      <a:pt x="6751" y="224"/>
                    </a:lnTo>
                    <a:cubicBezTo>
                      <a:pt x="6757" y="156"/>
                      <a:pt x="6764" y="81"/>
                      <a:pt x="6772" y="1"/>
                    </a:cubicBez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4522;p72">
                <a:extLst>
                  <a:ext uri="{FF2B5EF4-FFF2-40B4-BE49-F238E27FC236}">
                    <a16:creationId xmlns:a16="http://schemas.microsoft.com/office/drawing/2014/main" id="{94F87651-97B8-498F-F23E-AE1885919234}"/>
                  </a:ext>
                </a:extLst>
              </p:cNvPr>
              <p:cNvSpPr/>
              <p:nvPr/>
            </p:nvSpPr>
            <p:spPr>
              <a:xfrm>
                <a:off x="2918172" y="1891399"/>
                <a:ext cx="21273" cy="30248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754" extrusionOk="0">
                    <a:moveTo>
                      <a:pt x="264" y="0"/>
                    </a:moveTo>
                    <a:lnTo>
                      <a:pt x="1" y="188"/>
                    </a:lnTo>
                    <a:lnTo>
                      <a:pt x="1" y="3753"/>
                    </a:lnTo>
                    <a:lnTo>
                      <a:pt x="228" y="3574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95" name="Google Shape;4523;p72">
              <a:extLst>
                <a:ext uri="{FF2B5EF4-FFF2-40B4-BE49-F238E27FC236}">
                  <a16:creationId xmlns:a16="http://schemas.microsoft.com/office/drawing/2014/main" id="{7A697CAC-E512-35B4-22A3-6A143664D773}"/>
                </a:ext>
              </a:extLst>
            </p:cNvPr>
            <p:cNvSpPr/>
            <p:nvPr/>
          </p:nvSpPr>
          <p:spPr>
            <a:xfrm>
              <a:off x="3590848" y="2153439"/>
              <a:ext cx="307332" cy="99916"/>
            </a:xfrm>
            <a:custGeom>
              <a:avLst/>
              <a:gdLst/>
              <a:ahLst/>
              <a:cxnLst/>
              <a:rect l="l" t="t" r="r" b="b"/>
              <a:pathLst>
                <a:path w="3814" h="1240" extrusionOk="0">
                  <a:moveTo>
                    <a:pt x="85" y="1"/>
                  </a:moveTo>
                  <a:cubicBezTo>
                    <a:pt x="59" y="90"/>
                    <a:pt x="31" y="184"/>
                    <a:pt x="1" y="266"/>
                  </a:cubicBezTo>
                  <a:cubicBezTo>
                    <a:pt x="83" y="557"/>
                    <a:pt x="211" y="1006"/>
                    <a:pt x="211" y="1006"/>
                  </a:cubicBezTo>
                  <a:lnTo>
                    <a:pt x="211" y="1007"/>
                  </a:lnTo>
                  <a:lnTo>
                    <a:pt x="765" y="1085"/>
                  </a:lnTo>
                  <a:lnTo>
                    <a:pt x="1198" y="691"/>
                  </a:lnTo>
                  <a:lnTo>
                    <a:pt x="1826" y="1240"/>
                  </a:lnTo>
                  <a:lnTo>
                    <a:pt x="3813" y="1240"/>
                  </a:lnTo>
                  <a:lnTo>
                    <a:pt x="3311" y="843"/>
                  </a:lnTo>
                  <a:lnTo>
                    <a:pt x="3311" y="843"/>
                  </a:lnTo>
                  <a:lnTo>
                    <a:pt x="3418" y="1108"/>
                  </a:lnTo>
                  <a:lnTo>
                    <a:pt x="1961" y="1108"/>
                  </a:lnTo>
                  <a:lnTo>
                    <a:pt x="1333" y="559"/>
                  </a:lnTo>
                  <a:lnTo>
                    <a:pt x="899" y="954"/>
                  </a:lnTo>
                  <a:lnTo>
                    <a:pt x="347" y="875"/>
                  </a:lnTo>
                  <a:lnTo>
                    <a:pt x="109" y="45"/>
                  </a:lnTo>
                  <a:cubicBezTo>
                    <a:pt x="101" y="19"/>
                    <a:pt x="94" y="5"/>
                    <a:pt x="85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4524;p72">
              <a:extLst>
                <a:ext uri="{FF2B5EF4-FFF2-40B4-BE49-F238E27FC236}">
                  <a16:creationId xmlns:a16="http://schemas.microsoft.com/office/drawing/2014/main" id="{7BB09E2C-1E75-50C4-ED5D-AA450206910F}"/>
                </a:ext>
              </a:extLst>
            </p:cNvPr>
            <p:cNvSpPr/>
            <p:nvPr/>
          </p:nvSpPr>
          <p:spPr>
            <a:xfrm>
              <a:off x="3540647" y="2127331"/>
              <a:ext cx="25222" cy="100883"/>
            </a:xfrm>
            <a:custGeom>
              <a:avLst/>
              <a:gdLst/>
              <a:ahLst/>
              <a:cxnLst/>
              <a:rect l="l" t="t" r="r" b="b"/>
              <a:pathLst>
                <a:path w="313" h="1252" extrusionOk="0">
                  <a:moveTo>
                    <a:pt x="22" y="1"/>
                  </a:moveTo>
                  <a:cubicBezTo>
                    <a:pt x="1" y="248"/>
                    <a:pt x="36" y="334"/>
                    <a:pt x="15" y="560"/>
                  </a:cubicBezTo>
                  <a:cubicBezTo>
                    <a:pt x="66" y="935"/>
                    <a:pt x="128" y="1251"/>
                    <a:pt x="203" y="1251"/>
                  </a:cubicBezTo>
                  <a:cubicBezTo>
                    <a:pt x="234" y="1251"/>
                    <a:pt x="262" y="1225"/>
                    <a:pt x="287" y="1186"/>
                  </a:cubicBezTo>
                  <a:cubicBezTo>
                    <a:pt x="296" y="1159"/>
                    <a:pt x="304" y="1132"/>
                    <a:pt x="312" y="1106"/>
                  </a:cubicBezTo>
                  <a:cubicBezTo>
                    <a:pt x="211" y="1005"/>
                    <a:pt x="71" y="518"/>
                    <a:pt x="22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4525;p72">
              <a:extLst>
                <a:ext uri="{FF2B5EF4-FFF2-40B4-BE49-F238E27FC236}">
                  <a16:creationId xmlns:a16="http://schemas.microsoft.com/office/drawing/2014/main" id="{464F90D5-2795-2D99-300F-2F2C5FEAF14D}"/>
                </a:ext>
              </a:extLst>
            </p:cNvPr>
            <p:cNvSpPr/>
            <p:nvPr/>
          </p:nvSpPr>
          <p:spPr>
            <a:xfrm>
              <a:off x="2868213" y="2174550"/>
              <a:ext cx="71555" cy="120141"/>
            </a:xfrm>
            <a:custGeom>
              <a:avLst/>
              <a:gdLst/>
              <a:ahLst/>
              <a:cxnLst/>
              <a:rect l="l" t="t" r="r" b="b"/>
              <a:pathLst>
                <a:path w="888" h="1491" extrusionOk="0">
                  <a:moveTo>
                    <a:pt x="809" y="1"/>
                  </a:moveTo>
                  <a:lnTo>
                    <a:pt x="0" y="951"/>
                  </a:lnTo>
                  <a:lnTo>
                    <a:pt x="709" y="1491"/>
                  </a:lnTo>
                  <a:lnTo>
                    <a:pt x="828" y="1474"/>
                  </a:lnTo>
                  <a:lnTo>
                    <a:pt x="138" y="944"/>
                  </a:lnTo>
                  <a:lnTo>
                    <a:pt x="887" y="61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4526;p72">
              <a:extLst>
                <a:ext uri="{FF2B5EF4-FFF2-40B4-BE49-F238E27FC236}">
                  <a16:creationId xmlns:a16="http://schemas.microsoft.com/office/drawing/2014/main" id="{8F38AAFB-88B5-C198-F111-974B4DD28912}"/>
                </a:ext>
              </a:extLst>
            </p:cNvPr>
            <p:cNvSpPr/>
            <p:nvPr/>
          </p:nvSpPr>
          <p:spPr>
            <a:xfrm>
              <a:off x="2936463" y="637043"/>
              <a:ext cx="1006202" cy="1605748"/>
            </a:xfrm>
            <a:custGeom>
              <a:avLst/>
              <a:gdLst/>
              <a:ahLst/>
              <a:cxnLst/>
              <a:rect l="l" t="t" r="r" b="b"/>
              <a:pathLst>
                <a:path w="12487" h="19928" fill="none" extrusionOk="0">
                  <a:moveTo>
                    <a:pt x="11585" y="19609"/>
                  </a:moveTo>
                  <a:lnTo>
                    <a:pt x="12176" y="19007"/>
                  </a:lnTo>
                  <a:lnTo>
                    <a:pt x="12486" y="19260"/>
                  </a:lnTo>
                  <a:lnTo>
                    <a:pt x="12486" y="1"/>
                  </a:lnTo>
                  <a:lnTo>
                    <a:pt x="37" y="1"/>
                  </a:lnTo>
                  <a:lnTo>
                    <a:pt x="0" y="19223"/>
                  </a:lnTo>
                  <a:lnTo>
                    <a:pt x="273" y="18910"/>
                  </a:lnTo>
                  <a:lnTo>
                    <a:pt x="951" y="19427"/>
                  </a:lnTo>
                  <a:lnTo>
                    <a:pt x="514" y="19928"/>
                  </a:lnTo>
                  <a:lnTo>
                    <a:pt x="7331" y="19928"/>
                  </a:lnTo>
                  <a:cubicBezTo>
                    <a:pt x="7369" y="19551"/>
                    <a:pt x="7520" y="18774"/>
                    <a:pt x="7520" y="18497"/>
                  </a:cubicBezTo>
                  <a:cubicBezTo>
                    <a:pt x="7520" y="18181"/>
                    <a:pt x="7639" y="19615"/>
                    <a:pt x="7836" y="19615"/>
                  </a:cubicBezTo>
                  <a:cubicBezTo>
                    <a:pt x="8033" y="19615"/>
                    <a:pt x="8152" y="18589"/>
                    <a:pt x="8231" y="18864"/>
                  </a:cubicBezTo>
                  <a:cubicBezTo>
                    <a:pt x="8275" y="19020"/>
                    <a:pt x="8344" y="19263"/>
                    <a:pt x="8397" y="19446"/>
                  </a:cubicBezTo>
                  <a:cubicBezTo>
                    <a:pt x="8440" y="19597"/>
                    <a:pt x="8567" y="19708"/>
                    <a:pt x="8723" y="19730"/>
                  </a:cubicBezTo>
                  <a:lnTo>
                    <a:pt x="8835" y="19746"/>
                  </a:lnTo>
                  <a:cubicBezTo>
                    <a:pt x="8952" y="19763"/>
                    <a:pt x="9070" y="19726"/>
                    <a:pt x="9159" y="19646"/>
                  </a:cubicBezTo>
                  <a:lnTo>
                    <a:pt x="9357" y="19466"/>
                  </a:lnTo>
                  <a:cubicBezTo>
                    <a:pt x="9412" y="19416"/>
                    <a:pt x="9497" y="19416"/>
                    <a:pt x="9553" y="19465"/>
                  </a:cubicBezTo>
                  <a:lnTo>
                    <a:pt x="10082" y="19928"/>
                  </a:lnTo>
                  <a:lnTo>
                    <a:pt x="11941" y="19928"/>
                  </a:lnTo>
                  <a:lnTo>
                    <a:pt x="11585" y="19609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4527;p72">
              <a:extLst>
                <a:ext uri="{FF2B5EF4-FFF2-40B4-BE49-F238E27FC236}">
                  <a16:creationId xmlns:a16="http://schemas.microsoft.com/office/drawing/2014/main" id="{5F490083-71E9-700B-B71C-6DDC2C64900A}"/>
                </a:ext>
              </a:extLst>
            </p:cNvPr>
            <p:cNvSpPr/>
            <p:nvPr/>
          </p:nvSpPr>
          <p:spPr>
            <a:xfrm>
              <a:off x="2874659" y="570728"/>
              <a:ext cx="122885" cy="132792"/>
            </a:xfrm>
            <a:custGeom>
              <a:avLst/>
              <a:gdLst/>
              <a:ahLst/>
              <a:cxnLst/>
              <a:rect l="l" t="t" r="r" b="b"/>
              <a:pathLst>
                <a:path w="1525" h="1648" extrusionOk="0">
                  <a:moveTo>
                    <a:pt x="759" y="0"/>
                  </a:moveTo>
                  <a:lnTo>
                    <a:pt x="1" y="408"/>
                  </a:lnTo>
                  <a:lnTo>
                    <a:pt x="767" y="1647"/>
                  </a:lnTo>
                  <a:lnTo>
                    <a:pt x="1524" y="1238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4528;p72">
              <a:extLst>
                <a:ext uri="{FF2B5EF4-FFF2-40B4-BE49-F238E27FC236}">
                  <a16:creationId xmlns:a16="http://schemas.microsoft.com/office/drawing/2014/main" id="{07F6B004-D134-550B-06C9-70E793359C07}"/>
                </a:ext>
              </a:extLst>
            </p:cNvPr>
            <p:cNvSpPr/>
            <p:nvPr/>
          </p:nvSpPr>
          <p:spPr>
            <a:xfrm>
              <a:off x="3884559" y="576932"/>
              <a:ext cx="127155" cy="132711"/>
            </a:xfrm>
            <a:custGeom>
              <a:avLst/>
              <a:gdLst/>
              <a:ahLst/>
              <a:cxnLst/>
              <a:rect l="l" t="t" r="r" b="b"/>
              <a:pathLst>
                <a:path w="1578" h="1647" extrusionOk="0">
                  <a:moveTo>
                    <a:pt x="855" y="1"/>
                  </a:moveTo>
                  <a:lnTo>
                    <a:pt x="0" y="1161"/>
                  </a:lnTo>
                  <a:lnTo>
                    <a:pt x="723" y="1646"/>
                  </a:lnTo>
                  <a:lnTo>
                    <a:pt x="1578" y="485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4529;p72">
              <a:extLst>
                <a:ext uri="{FF2B5EF4-FFF2-40B4-BE49-F238E27FC236}">
                  <a16:creationId xmlns:a16="http://schemas.microsoft.com/office/drawing/2014/main" id="{38F27681-866E-E717-63FD-6AD497936885}"/>
                </a:ext>
              </a:extLst>
            </p:cNvPr>
            <p:cNvSpPr/>
            <p:nvPr/>
          </p:nvSpPr>
          <p:spPr>
            <a:xfrm>
              <a:off x="2880380" y="2160771"/>
              <a:ext cx="132796" cy="130938"/>
            </a:xfrm>
            <a:custGeom>
              <a:avLst/>
              <a:gdLst/>
              <a:ahLst/>
              <a:cxnLst/>
              <a:rect l="l" t="t" r="r" b="b"/>
              <a:pathLst>
                <a:path w="1648" h="1625" fill="none" extrusionOk="0">
                  <a:moveTo>
                    <a:pt x="678" y="1625"/>
                  </a:moveTo>
                  <a:lnTo>
                    <a:pt x="0" y="1108"/>
                  </a:lnTo>
                  <a:lnTo>
                    <a:pt x="969" y="0"/>
                  </a:lnTo>
                  <a:lnTo>
                    <a:pt x="1647" y="517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4530;p72">
              <a:extLst>
                <a:ext uri="{FF2B5EF4-FFF2-40B4-BE49-F238E27FC236}">
                  <a16:creationId xmlns:a16="http://schemas.microsoft.com/office/drawing/2014/main" id="{BF3C96ED-A2E9-AFBA-BF54-5D64EE788BB0}"/>
                </a:ext>
              </a:extLst>
            </p:cNvPr>
            <p:cNvSpPr/>
            <p:nvPr/>
          </p:nvSpPr>
          <p:spPr>
            <a:xfrm>
              <a:off x="3869894" y="2168507"/>
              <a:ext cx="138759" cy="126507"/>
            </a:xfrm>
            <a:custGeom>
              <a:avLst/>
              <a:gdLst/>
              <a:ahLst/>
              <a:cxnLst/>
              <a:rect l="l" t="t" r="r" b="b"/>
              <a:pathLst>
                <a:path w="1722" h="1570" fill="none" extrusionOk="0">
                  <a:moveTo>
                    <a:pt x="1721" y="966"/>
                  </a:moveTo>
                  <a:lnTo>
                    <a:pt x="1130" y="1569"/>
                  </a:lnTo>
                  <a:lnTo>
                    <a:pt x="1" y="603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4531;p72">
              <a:extLst>
                <a:ext uri="{FF2B5EF4-FFF2-40B4-BE49-F238E27FC236}">
                  <a16:creationId xmlns:a16="http://schemas.microsoft.com/office/drawing/2014/main" id="{BFEDD560-D09B-BCEF-CEC0-838ADBB0664D}"/>
                </a:ext>
              </a:extLst>
            </p:cNvPr>
            <p:cNvSpPr/>
            <p:nvPr/>
          </p:nvSpPr>
          <p:spPr>
            <a:xfrm>
              <a:off x="3031386" y="771850"/>
              <a:ext cx="803624" cy="1394877"/>
            </a:xfrm>
            <a:custGeom>
              <a:avLst/>
              <a:gdLst/>
              <a:ahLst/>
              <a:cxnLst/>
              <a:rect l="l" t="t" r="r" b="b"/>
              <a:pathLst>
                <a:path w="9973" h="17311" extrusionOk="0">
                  <a:moveTo>
                    <a:pt x="6816" y="100"/>
                  </a:moveTo>
                  <a:cubicBezTo>
                    <a:pt x="6685" y="100"/>
                    <a:pt x="6579" y="207"/>
                    <a:pt x="6579" y="337"/>
                  </a:cubicBezTo>
                  <a:cubicBezTo>
                    <a:pt x="6579" y="468"/>
                    <a:pt x="6685" y="574"/>
                    <a:pt x="6816" y="574"/>
                  </a:cubicBezTo>
                  <a:cubicBezTo>
                    <a:pt x="6947" y="574"/>
                    <a:pt x="7052" y="468"/>
                    <a:pt x="7052" y="337"/>
                  </a:cubicBezTo>
                  <a:cubicBezTo>
                    <a:pt x="7052" y="207"/>
                    <a:pt x="6947" y="100"/>
                    <a:pt x="6816" y="100"/>
                  </a:cubicBezTo>
                  <a:close/>
                  <a:moveTo>
                    <a:pt x="9737" y="3415"/>
                  </a:moveTo>
                  <a:cubicBezTo>
                    <a:pt x="9606" y="3415"/>
                    <a:pt x="9500" y="3522"/>
                    <a:pt x="9500" y="3653"/>
                  </a:cubicBezTo>
                  <a:cubicBezTo>
                    <a:pt x="9500" y="3784"/>
                    <a:pt x="9606" y="3889"/>
                    <a:pt x="9737" y="3889"/>
                  </a:cubicBezTo>
                  <a:cubicBezTo>
                    <a:pt x="9868" y="3889"/>
                    <a:pt x="9973" y="3784"/>
                    <a:pt x="9973" y="3653"/>
                  </a:cubicBezTo>
                  <a:cubicBezTo>
                    <a:pt x="9973" y="3522"/>
                    <a:pt x="9868" y="3415"/>
                    <a:pt x="9737" y="3415"/>
                  </a:cubicBezTo>
                  <a:close/>
                  <a:moveTo>
                    <a:pt x="3264" y="1"/>
                  </a:moveTo>
                  <a:lnTo>
                    <a:pt x="3003" y="1812"/>
                  </a:lnTo>
                  <a:lnTo>
                    <a:pt x="1856" y="385"/>
                  </a:lnTo>
                  <a:lnTo>
                    <a:pt x="2355" y="2147"/>
                  </a:lnTo>
                  <a:lnTo>
                    <a:pt x="726" y="1310"/>
                  </a:lnTo>
                  <a:lnTo>
                    <a:pt x="1897" y="2717"/>
                  </a:lnTo>
                  <a:lnTo>
                    <a:pt x="69" y="2614"/>
                  </a:lnTo>
                  <a:lnTo>
                    <a:pt x="69" y="2614"/>
                  </a:lnTo>
                  <a:lnTo>
                    <a:pt x="1713" y="3423"/>
                  </a:lnTo>
                  <a:lnTo>
                    <a:pt x="1" y="4073"/>
                  </a:lnTo>
                  <a:lnTo>
                    <a:pt x="1830" y="4144"/>
                  </a:lnTo>
                  <a:lnTo>
                    <a:pt x="531" y="5434"/>
                  </a:lnTo>
                  <a:lnTo>
                    <a:pt x="2231" y="4754"/>
                  </a:lnTo>
                  <a:lnTo>
                    <a:pt x="1568" y="6462"/>
                  </a:lnTo>
                  <a:lnTo>
                    <a:pt x="2845" y="5149"/>
                  </a:lnTo>
                  <a:lnTo>
                    <a:pt x="2934" y="6978"/>
                  </a:lnTo>
                  <a:lnTo>
                    <a:pt x="3567" y="5260"/>
                  </a:lnTo>
                  <a:lnTo>
                    <a:pt x="4392" y="6894"/>
                  </a:lnTo>
                  <a:lnTo>
                    <a:pt x="4271" y="5067"/>
                  </a:lnTo>
                  <a:lnTo>
                    <a:pt x="5690" y="6224"/>
                  </a:lnTo>
                  <a:lnTo>
                    <a:pt x="4836" y="4604"/>
                  </a:lnTo>
                  <a:lnTo>
                    <a:pt x="6603" y="5085"/>
                  </a:lnTo>
                  <a:lnTo>
                    <a:pt x="6603" y="5085"/>
                  </a:lnTo>
                  <a:lnTo>
                    <a:pt x="5164" y="3952"/>
                  </a:lnTo>
                  <a:lnTo>
                    <a:pt x="6974" y="3672"/>
                  </a:lnTo>
                  <a:lnTo>
                    <a:pt x="5199" y="3223"/>
                  </a:lnTo>
                  <a:lnTo>
                    <a:pt x="6739" y="2231"/>
                  </a:lnTo>
                  <a:lnTo>
                    <a:pt x="4934" y="2543"/>
                  </a:lnTo>
                  <a:lnTo>
                    <a:pt x="5937" y="1010"/>
                  </a:lnTo>
                  <a:lnTo>
                    <a:pt x="4415" y="2028"/>
                  </a:lnTo>
                  <a:lnTo>
                    <a:pt x="4415" y="2028"/>
                  </a:lnTo>
                  <a:lnTo>
                    <a:pt x="4708" y="221"/>
                  </a:lnTo>
                  <a:lnTo>
                    <a:pt x="3733" y="1771"/>
                  </a:lnTo>
                  <a:lnTo>
                    <a:pt x="3264" y="1"/>
                  </a:lnTo>
                  <a:close/>
                  <a:moveTo>
                    <a:pt x="1447" y="8468"/>
                  </a:moveTo>
                  <a:cubicBezTo>
                    <a:pt x="1317" y="8468"/>
                    <a:pt x="1211" y="8575"/>
                    <a:pt x="1211" y="8705"/>
                  </a:cubicBezTo>
                  <a:cubicBezTo>
                    <a:pt x="1211" y="8836"/>
                    <a:pt x="1317" y="8942"/>
                    <a:pt x="1447" y="8942"/>
                  </a:cubicBezTo>
                  <a:cubicBezTo>
                    <a:pt x="1578" y="8942"/>
                    <a:pt x="1685" y="8836"/>
                    <a:pt x="1685" y="8705"/>
                  </a:cubicBezTo>
                  <a:cubicBezTo>
                    <a:pt x="1685" y="8575"/>
                    <a:pt x="1578" y="8468"/>
                    <a:pt x="1447" y="8468"/>
                  </a:cubicBezTo>
                  <a:close/>
                  <a:moveTo>
                    <a:pt x="8100" y="6504"/>
                  </a:moveTo>
                  <a:lnTo>
                    <a:pt x="7980" y="7333"/>
                  </a:lnTo>
                  <a:lnTo>
                    <a:pt x="7454" y="6680"/>
                  </a:lnTo>
                  <a:lnTo>
                    <a:pt x="7683" y="7487"/>
                  </a:lnTo>
                  <a:lnTo>
                    <a:pt x="7683" y="7487"/>
                  </a:lnTo>
                  <a:lnTo>
                    <a:pt x="6937" y="7104"/>
                  </a:lnTo>
                  <a:lnTo>
                    <a:pt x="7473" y="7748"/>
                  </a:lnTo>
                  <a:lnTo>
                    <a:pt x="6637" y="7701"/>
                  </a:lnTo>
                  <a:lnTo>
                    <a:pt x="7388" y="8071"/>
                  </a:lnTo>
                  <a:lnTo>
                    <a:pt x="6605" y="8369"/>
                  </a:lnTo>
                  <a:lnTo>
                    <a:pt x="7442" y="8400"/>
                  </a:lnTo>
                  <a:lnTo>
                    <a:pt x="6847" y="8990"/>
                  </a:lnTo>
                  <a:lnTo>
                    <a:pt x="7626" y="8680"/>
                  </a:lnTo>
                  <a:lnTo>
                    <a:pt x="7322" y="9461"/>
                  </a:lnTo>
                  <a:lnTo>
                    <a:pt x="7907" y="8860"/>
                  </a:lnTo>
                  <a:lnTo>
                    <a:pt x="7947" y="9697"/>
                  </a:lnTo>
                  <a:lnTo>
                    <a:pt x="8238" y="8911"/>
                  </a:lnTo>
                  <a:lnTo>
                    <a:pt x="8615" y="9659"/>
                  </a:lnTo>
                  <a:lnTo>
                    <a:pt x="8559" y="8822"/>
                  </a:lnTo>
                  <a:lnTo>
                    <a:pt x="9209" y="9352"/>
                  </a:lnTo>
                  <a:lnTo>
                    <a:pt x="8818" y="8612"/>
                  </a:lnTo>
                  <a:lnTo>
                    <a:pt x="8819" y="8612"/>
                  </a:lnTo>
                  <a:lnTo>
                    <a:pt x="9628" y="8831"/>
                  </a:lnTo>
                  <a:lnTo>
                    <a:pt x="8969" y="8313"/>
                  </a:lnTo>
                  <a:lnTo>
                    <a:pt x="9797" y="8185"/>
                  </a:lnTo>
                  <a:lnTo>
                    <a:pt x="8985" y="7979"/>
                  </a:lnTo>
                  <a:lnTo>
                    <a:pt x="9688" y="7525"/>
                  </a:lnTo>
                  <a:lnTo>
                    <a:pt x="8863" y="7667"/>
                  </a:lnTo>
                  <a:lnTo>
                    <a:pt x="9322" y="6967"/>
                  </a:lnTo>
                  <a:lnTo>
                    <a:pt x="8625" y="7433"/>
                  </a:lnTo>
                  <a:lnTo>
                    <a:pt x="8760" y="6605"/>
                  </a:lnTo>
                  <a:lnTo>
                    <a:pt x="8313" y="7314"/>
                  </a:lnTo>
                  <a:lnTo>
                    <a:pt x="8100" y="6504"/>
                  </a:lnTo>
                  <a:close/>
                  <a:moveTo>
                    <a:pt x="8947" y="12021"/>
                  </a:moveTo>
                  <a:cubicBezTo>
                    <a:pt x="8817" y="12021"/>
                    <a:pt x="8710" y="12127"/>
                    <a:pt x="8710" y="12257"/>
                  </a:cubicBezTo>
                  <a:cubicBezTo>
                    <a:pt x="8710" y="12388"/>
                    <a:pt x="8817" y="12495"/>
                    <a:pt x="8947" y="12495"/>
                  </a:cubicBezTo>
                  <a:cubicBezTo>
                    <a:pt x="9078" y="12495"/>
                    <a:pt x="9184" y="12388"/>
                    <a:pt x="9184" y="12257"/>
                  </a:cubicBezTo>
                  <a:cubicBezTo>
                    <a:pt x="9184" y="12127"/>
                    <a:pt x="9078" y="12021"/>
                    <a:pt x="8947" y="12021"/>
                  </a:cubicBezTo>
                  <a:close/>
                  <a:moveTo>
                    <a:pt x="9711" y="13336"/>
                  </a:moveTo>
                  <a:cubicBezTo>
                    <a:pt x="9580" y="13336"/>
                    <a:pt x="9473" y="13443"/>
                    <a:pt x="9473" y="13574"/>
                  </a:cubicBezTo>
                  <a:cubicBezTo>
                    <a:pt x="9473" y="13704"/>
                    <a:pt x="9580" y="13810"/>
                    <a:pt x="9711" y="13810"/>
                  </a:cubicBezTo>
                  <a:cubicBezTo>
                    <a:pt x="9841" y="13810"/>
                    <a:pt x="9947" y="13704"/>
                    <a:pt x="9947" y="13574"/>
                  </a:cubicBezTo>
                  <a:cubicBezTo>
                    <a:pt x="9947" y="13443"/>
                    <a:pt x="9841" y="13336"/>
                    <a:pt x="9711" y="13336"/>
                  </a:cubicBezTo>
                  <a:close/>
                  <a:moveTo>
                    <a:pt x="3659" y="9948"/>
                  </a:moveTo>
                  <a:lnTo>
                    <a:pt x="3441" y="11454"/>
                  </a:lnTo>
                  <a:lnTo>
                    <a:pt x="2489" y="10269"/>
                  </a:lnTo>
                  <a:lnTo>
                    <a:pt x="2902" y="11732"/>
                  </a:lnTo>
                  <a:lnTo>
                    <a:pt x="1550" y="11036"/>
                  </a:lnTo>
                  <a:lnTo>
                    <a:pt x="2524" y="12205"/>
                  </a:lnTo>
                  <a:lnTo>
                    <a:pt x="1006" y="12120"/>
                  </a:lnTo>
                  <a:lnTo>
                    <a:pt x="2369" y="12791"/>
                  </a:lnTo>
                  <a:lnTo>
                    <a:pt x="948" y="13331"/>
                  </a:lnTo>
                  <a:lnTo>
                    <a:pt x="2468" y="13389"/>
                  </a:lnTo>
                  <a:lnTo>
                    <a:pt x="1389" y="14461"/>
                  </a:lnTo>
                  <a:lnTo>
                    <a:pt x="2800" y="13896"/>
                  </a:lnTo>
                  <a:lnTo>
                    <a:pt x="2250" y="15314"/>
                  </a:lnTo>
                  <a:lnTo>
                    <a:pt x="3310" y="14224"/>
                  </a:lnTo>
                  <a:lnTo>
                    <a:pt x="3384" y="15743"/>
                  </a:lnTo>
                  <a:lnTo>
                    <a:pt x="3910" y="14315"/>
                  </a:lnTo>
                  <a:lnTo>
                    <a:pt x="4594" y="15673"/>
                  </a:lnTo>
                  <a:lnTo>
                    <a:pt x="4494" y="14155"/>
                  </a:lnTo>
                  <a:lnTo>
                    <a:pt x="5672" y="15117"/>
                  </a:lnTo>
                  <a:lnTo>
                    <a:pt x="5672" y="15117"/>
                  </a:lnTo>
                  <a:lnTo>
                    <a:pt x="4964" y="13772"/>
                  </a:lnTo>
                  <a:lnTo>
                    <a:pt x="6430" y="14171"/>
                  </a:lnTo>
                  <a:lnTo>
                    <a:pt x="5236" y="13230"/>
                  </a:lnTo>
                  <a:lnTo>
                    <a:pt x="6739" y="12998"/>
                  </a:lnTo>
                  <a:lnTo>
                    <a:pt x="5265" y="12625"/>
                  </a:lnTo>
                  <a:lnTo>
                    <a:pt x="6542" y="11801"/>
                  </a:lnTo>
                  <a:lnTo>
                    <a:pt x="6542" y="11801"/>
                  </a:lnTo>
                  <a:lnTo>
                    <a:pt x="5045" y="12060"/>
                  </a:lnTo>
                  <a:lnTo>
                    <a:pt x="5877" y="10787"/>
                  </a:lnTo>
                  <a:lnTo>
                    <a:pt x="5877" y="10787"/>
                  </a:lnTo>
                  <a:lnTo>
                    <a:pt x="4613" y="11633"/>
                  </a:lnTo>
                  <a:lnTo>
                    <a:pt x="4857" y="10132"/>
                  </a:lnTo>
                  <a:lnTo>
                    <a:pt x="4046" y="11419"/>
                  </a:lnTo>
                  <a:lnTo>
                    <a:pt x="3659" y="9948"/>
                  </a:lnTo>
                  <a:close/>
                  <a:moveTo>
                    <a:pt x="1290" y="16836"/>
                  </a:moveTo>
                  <a:cubicBezTo>
                    <a:pt x="1159" y="16836"/>
                    <a:pt x="1053" y="16943"/>
                    <a:pt x="1053" y="17073"/>
                  </a:cubicBezTo>
                  <a:cubicBezTo>
                    <a:pt x="1053" y="17204"/>
                    <a:pt x="1159" y="17310"/>
                    <a:pt x="1290" y="17310"/>
                  </a:cubicBezTo>
                  <a:cubicBezTo>
                    <a:pt x="1420" y="17310"/>
                    <a:pt x="1527" y="17204"/>
                    <a:pt x="1527" y="17073"/>
                  </a:cubicBezTo>
                  <a:cubicBezTo>
                    <a:pt x="1527" y="16943"/>
                    <a:pt x="1420" y="16836"/>
                    <a:pt x="1290" y="16836"/>
                  </a:cubicBezTo>
                  <a:close/>
                </a:path>
              </a:pathLst>
            </a:custGeom>
            <a:solidFill>
              <a:schemeClr val="dk2">
                <a:alpha val="62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6" name="Google Shape;3805;p70">
            <a:extLst>
              <a:ext uri="{FF2B5EF4-FFF2-40B4-BE49-F238E27FC236}">
                <a16:creationId xmlns:a16="http://schemas.microsoft.com/office/drawing/2014/main" id="{41101F66-4697-2C09-8FBB-73829723F58B}"/>
              </a:ext>
            </a:extLst>
          </p:cNvPr>
          <p:cNvGrpSpPr/>
          <p:nvPr/>
        </p:nvGrpSpPr>
        <p:grpSpPr>
          <a:xfrm>
            <a:off x="7592413" y="-528136"/>
            <a:ext cx="929460" cy="693361"/>
            <a:chOff x="3305881" y="234313"/>
            <a:chExt cx="756150" cy="564075"/>
          </a:xfrm>
        </p:grpSpPr>
        <p:sp>
          <p:nvSpPr>
            <p:cNvPr id="2907" name="Google Shape;3806;p70">
              <a:extLst>
                <a:ext uri="{FF2B5EF4-FFF2-40B4-BE49-F238E27FC236}">
                  <a16:creationId xmlns:a16="http://schemas.microsoft.com/office/drawing/2014/main" id="{19DE2C22-F0D2-1897-6962-CD3B5AF71395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807;p70">
              <a:extLst>
                <a:ext uri="{FF2B5EF4-FFF2-40B4-BE49-F238E27FC236}">
                  <a16:creationId xmlns:a16="http://schemas.microsoft.com/office/drawing/2014/main" id="{3FDE3A8D-98C9-7A51-5667-D57F9502136D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0" y="22562"/>
                  </a:lnTo>
                  <a:lnTo>
                    <a:pt x="30246" y="22562"/>
                  </a:lnTo>
                  <a:lnTo>
                    <a:pt x="30246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D88794">
                    <a:alpha val="61176"/>
                  </a:srgbClr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808;p70">
              <a:extLst>
                <a:ext uri="{FF2B5EF4-FFF2-40B4-BE49-F238E27FC236}">
                  <a16:creationId xmlns:a16="http://schemas.microsoft.com/office/drawing/2014/main" id="{CA2B20CC-559F-D6D0-F67D-6D00D7E34E67}"/>
                </a:ext>
              </a:extLst>
            </p:cNvPr>
            <p:cNvSpPr/>
            <p:nvPr/>
          </p:nvSpPr>
          <p:spPr>
            <a:xfrm>
              <a:off x="3722600" y="470075"/>
              <a:ext cx="182625" cy="50975"/>
            </a:xfrm>
            <a:custGeom>
              <a:avLst/>
              <a:gdLst/>
              <a:ahLst/>
              <a:cxnLst/>
              <a:rect l="l" t="t" r="r" b="b"/>
              <a:pathLst>
                <a:path w="7305" h="2039" extrusionOk="0">
                  <a:moveTo>
                    <a:pt x="3642" y="0"/>
                  </a:moveTo>
                  <a:cubicBezTo>
                    <a:pt x="3430" y="0"/>
                    <a:pt x="3222" y="13"/>
                    <a:pt x="3022" y="40"/>
                  </a:cubicBezTo>
                  <a:cubicBezTo>
                    <a:pt x="1513" y="246"/>
                    <a:pt x="735" y="1052"/>
                    <a:pt x="735" y="1052"/>
                  </a:cubicBezTo>
                  <a:lnTo>
                    <a:pt x="27" y="1100"/>
                  </a:lnTo>
                  <a:lnTo>
                    <a:pt x="0" y="1285"/>
                  </a:lnTo>
                  <a:cubicBezTo>
                    <a:pt x="0" y="1285"/>
                    <a:pt x="51" y="1284"/>
                    <a:pt x="138" y="1284"/>
                  </a:cubicBezTo>
                  <a:cubicBezTo>
                    <a:pt x="415" y="1284"/>
                    <a:pt x="1055" y="1296"/>
                    <a:pt x="1572" y="1399"/>
                  </a:cubicBezTo>
                  <a:cubicBezTo>
                    <a:pt x="2240" y="1533"/>
                    <a:pt x="3460" y="2038"/>
                    <a:pt x="5298" y="2038"/>
                  </a:cubicBezTo>
                  <a:cubicBezTo>
                    <a:pt x="5334" y="2038"/>
                    <a:pt x="5369" y="2038"/>
                    <a:pt x="5405" y="2038"/>
                  </a:cubicBezTo>
                  <a:cubicBezTo>
                    <a:pt x="7304" y="2019"/>
                    <a:pt x="7192" y="1579"/>
                    <a:pt x="6859" y="1023"/>
                  </a:cubicBezTo>
                  <a:cubicBezTo>
                    <a:pt x="6570" y="541"/>
                    <a:pt x="5030" y="0"/>
                    <a:pt x="36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8" name="Google Shape;3809;p70">
              <a:extLst>
                <a:ext uri="{FF2B5EF4-FFF2-40B4-BE49-F238E27FC236}">
                  <a16:creationId xmlns:a16="http://schemas.microsoft.com/office/drawing/2014/main" id="{84C55CE4-013B-E897-5CB9-470F855983E1}"/>
                </a:ext>
              </a:extLst>
            </p:cNvPr>
            <p:cNvGrpSpPr/>
            <p:nvPr/>
          </p:nvGrpSpPr>
          <p:grpSpPr>
            <a:xfrm>
              <a:off x="3459375" y="327950"/>
              <a:ext cx="466050" cy="395225"/>
              <a:chOff x="3459375" y="327950"/>
              <a:chExt cx="466050" cy="395225"/>
            </a:xfrm>
          </p:grpSpPr>
          <p:sp>
            <p:nvSpPr>
              <p:cNvPr id="3092" name="Google Shape;3810;p70">
                <a:extLst>
                  <a:ext uri="{FF2B5EF4-FFF2-40B4-BE49-F238E27FC236}">
                    <a16:creationId xmlns:a16="http://schemas.microsoft.com/office/drawing/2014/main" id="{06583758-8437-4936-8FD4-8146E4BA6F99}"/>
                  </a:ext>
                </a:extLst>
              </p:cNvPr>
              <p:cNvSpPr/>
              <p:nvPr/>
            </p:nvSpPr>
            <p:spPr>
              <a:xfrm>
                <a:off x="3749525" y="334925"/>
                <a:ext cx="175900" cy="13797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5519" extrusionOk="0">
                    <a:moveTo>
                      <a:pt x="6702" y="1"/>
                    </a:moveTo>
                    <a:cubicBezTo>
                      <a:pt x="5858" y="1"/>
                      <a:pt x="3463" y="948"/>
                      <a:pt x="2395" y="1828"/>
                    </a:cubicBezTo>
                    <a:cubicBezTo>
                      <a:pt x="1050" y="2938"/>
                      <a:pt x="0" y="5519"/>
                      <a:pt x="0" y="5519"/>
                    </a:cubicBezTo>
                    <a:cubicBezTo>
                      <a:pt x="0" y="5519"/>
                      <a:pt x="2083" y="4349"/>
                      <a:pt x="3332" y="3764"/>
                    </a:cubicBezTo>
                    <a:cubicBezTo>
                      <a:pt x="4581" y="3181"/>
                      <a:pt x="6801" y="913"/>
                      <a:pt x="6996" y="209"/>
                    </a:cubicBezTo>
                    <a:cubicBezTo>
                      <a:pt x="7036" y="64"/>
                      <a:pt x="6921" y="1"/>
                      <a:pt x="6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811;p70">
                <a:extLst>
                  <a:ext uri="{FF2B5EF4-FFF2-40B4-BE49-F238E27FC236}">
                    <a16:creationId xmlns:a16="http://schemas.microsoft.com/office/drawing/2014/main" id="{47D37BA2-E3DF-0DC6-514A-27EDC1CE1730}"/>
                  </a:ext>
                </a:extLst>
              </p:cNvPr>
              <p:cNvSpPr/>
              <p:nvPr/>
            </p:nvSpPr>
            <p:spPr>
              <a:xfrm>
                <a:off x="3629350" y="540375"/>
                <a:ext cx="228425" cy="592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2368" extrusionOk="0">
                    <a:moveTo>
                      <a:pt x="5756" y="1"/>
                    </a:moveTo>
                    <a:cubicBezTo>
                      <a:pt x="4206" y="1"/>
                      <a:pt x="2313" y="627"/>
                      <a:pt x="1193" y="1738"/>
                    </a:cubicBezTo>
                    <a:lnTo>
                      <a:pt x="295" y="1829"/>
                    </a:lnTo>
                    <a:lnTo>
                      <a:pt x="1" y="2124"/>
                    </a:lnTo>
                    <a:lnTo>
                      <a:pt x="1089" y="1989"/>
                    </a:lnTo>
                    <a:lnTo>
                      <a:pt x="1089" y="1989"/>
                    </a:lnTo>
                    <a:cubicBezTo>
                      <a:pt x="1089" y="1989"/>
                      <a:pt x="893" y="2351"/>
                      <a:pt x="2265" y="2351"/>
                    </a:cubicBezTo>
                    <a:cubicBezTo>
                      <a:pt x="2334" y="2351"/>
                      <a:pt x="2407" y="2350"/>
                      <a:pt x="2485" y="2348"/>
                    </a:cubicBezTo>
                    <a:cubicBezTo>
                      <a:pt x="2661" y="2344"/>
                      <a:pt x="2849" y="2342"/>
                      <a:pt x="3044" y="2342"/>
                    </a:cubicBezTo>
                    <a:cubicBezTo>
                      <a:pt x="3793" y="2342"/>
                      <a:pt x="4653" y="2368"/>
                      <a:pt x="5441" y="2368"/>
                    </a:cubicBezTo>
                    <a:cubicBezTo>
                      <a:pt x="6318" y="2368"/>
                      <a:pt x="7106" y="2336"/>
                      <a:pt x="7554" y="2200"/>
                    </a:cubicBezTo>
                    <a:cubicBezTo>
                      <a:pt x="8509" y="1910"/>
                      <a:pt x="9136" y="1583"/>
                      <a:pt x="9136" y="1583"/>
                    </a:cubicBezTo>
                    <a:cubicBezTo>
                      <a:pt x="9136" y="1583"/>
                      <a:pt x="8399" y="466"/>
                      <a:pt x="6758" y="102"/>
                    </a:cubicBezTo>
                    <a:cubicBezTo>
                      <a:pt x="6451" y="34"/>
                      <a:pt x="6112" y="1"/>
                      <a:pt x="57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812;p70">
                <a:extLst>
                  <a:ext uri="{FF2B5EF4-FFF2-40B4-BE49-F238E27FC236}">
                    <a16:creationId xmlns:a16="http://schemas.microsoft.com/office/drawing/2014/main" id="{35DA6100-AC52-BA08-9632-262304039F3D}"/>
                  </a:ext>
                </a:extLst>
              </p:cNvPr>
              <p:cNvSpPr/>
              <p:nvPr/>
            </p:nvSpPr>
            <p:spPr>
              <a:xfrm>
                <a:off x="3626900" y="397625"/>
                <a:ext cx="108225" cy="185650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7426" extrusionOk="0">
                    <a:moveTo>
                      <a:pt x="3924" y="0"/>
                    </a:moveTo>
                    <a:cubicBezTo>
                      <a:pt x="3555" y="0"/>
                      <a:pt x="2898" y="112"/>
                      <a:pt x="2210" y="760"/>
                    </a:cubicBezTo>
                    <a:cubicBezTo>
                      <a:pt x="1160" y="1747"/>
                      <a:pt x="60" y="3449"/>
                      <a:pt x="239" y="4726"/>
                    </a:cubicBezTo>
                    <a:cubicBezTo>
                      <a:pt x="419" y="6003"/>
                      <a:pt x="304" y="6398"/>
                      <a:pt x="304" y="6398"/>
                    </a:cubicBezTo>
                    <a:lnTo>
                      <a:pt x="0" y="7425"/>
                    </a:lnTo>
                    <a:lnTo>
                      <a:pt x="425" y="7110"/>
                    </a:lnTo>
                    <a:lnTo>
                      <a:pt x="425" y="7111"/>
                    </a:lnTo>
                    <a:cubicBezTo>
                      <a:pt x="425" y="7111"/>
                      <a:pt x="509" y="6557"/>
                      <a:pt x="501" y="6456"/>
                    </a:cubicBezTo>
                    <a:cubicBezTo>
                      <a:pt x="501" y="6456"/>
                      <a:pt x="857" y="6309"/>
                      <a:pt x="1683" y="5033"/>
                    </a:cubicBezTo>
                    <a:cubicBezTo>
                      <a:pt x="2509" y="3756"/>
                      <a:pt x="3883" y="2046"/>
                      <a:pt x="4106" y="1157"/>
                    </a:cubicBezTo>
                    <a:cubicBezTo>
                      <a:pt x="4328" y="268"/>
                      <a:pt x="4231" y="31"/>
                      <a:pt x="4231" y="31"/>
                    </a:cubicBezTo>
                    <a:cubicBezTo>
                      <a:pt x="4231" y="31"/>
                      <a:pt x="4116" y="0"/>
                      <a:pt x="39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813;p70">
                <a:extLst>
                  <a:ext uri="{FF2B5EF4-FFF2-40B4-BE49-F238E27FC236}">
                    <a16:creationId xmlns:a16="http://schemas.microsoft.com/office/drawing/2014/main" id="{BABCFAB9-82FC-34ED-0F06-239A4B18532E}"/>
                  </a:ext>
                </a:extLst>
              </p:cNvPr>
              <p:cNvSpPr/>
              <p:nvPr/>
            </p:nvSpPr>
            <p:spPr>
              <a:xfrm>
                <a:off x="3459375" y="508750"/>
                <a:ext cx="89500" cy="201750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8070" extrusionOk="0">
                    <a:moveTo>
                      <a:pt x="3409" y="0"/>
                    </a:moveTo>
                    <a:cubicBezTo>
                      <a:pt x="3236" y="0"/>
                      <a:pt x="2349" y="54"/>
                      <a:pt x="1595" y="1105"/>
                    </a:cubicBezTo>
                    <a:cubicBezTo>
                      <a:pt x="754" y="2275"/>
                      <a:pt x="0" y="4157"/>
                      <a:pt x="423" y="5376"/>
                    </a:cubicBezTo>
                    <a:cubicBezTo>
                      <a:pt x="845" y="6594"/>
                      <a:pt x="807" y="7003"/>
                      <a:pt x="807" y="7003"/>
                    </a:cubicBezTo>
                    <a:lnTo>
                      <a:pt x="706" y="8070"/>
                    </a:lnTo>
                    <a:lnTo>
                      <a:pt x="1062" y="7680"/>
                    </a:lnTo>
                    <a:cubicBezTo>
                      <a:pt x="1062" y="7680"/>
                      <a:pt x="1038" y="7120"/>
                      <a:pt x="1012" y="7022"/>
                    </a:cubicBezTo>
                    <a:cubicBezTo>
                      <a:pt x="1012" y="7022"/>
                      <a:pt x="1332" y="6811"/>
                      <a:pt x="1898" y="5399"/>
                    </a:cubicBezTo>
                    <a:cubicBezTo>
                      <a:pt x="2463" y="3988"/>
                      <a:pt x="3484" y="2046"/>
                      <a:pt x="3532" y="1130"/>
                    </a:cubicBezTo>
                    <a:cubicBezTo>
                      <a:pt x="3580" y="215"/>
                      <a:pt x="3439" y="1"/>
                      <a:pt x="3439" y="1"/>
                    </a:cubicBezTo>
                    <a:cubicBezTo>
                      <a:pt x="3439" y="1"/>
                      <a:pt x="3428" y="0"/>
                      <a:pt x="34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814;p70">
                <a:extLst>
                  <a:ext uri="{FF2B5EF4-FFF2-40B4-BE49-F238E27FC236}">
                    <a16:creationId xmlns:a16="http://schemas.microsoft.com/office/drawing/2014/main" id="{441AF8C7-ADE0-1D64-4C82-AD452C2E866F}"/>
                  </a:ext>
                </a:extLst>
              </p:cNvPr>
              <p:cNvSpPr/>
              <p:nvPr/>
            </p:nvSpPr>
            <p:spPr>
              <a:xfrm>
                <a:off x="3720750" y="327950"/>
                <a:ext cx="51425" cy="165675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6627" extrusionOk="0">
                    <a:moveTo>
                      <a:pt x="1008" y="1"/>
                    </a:moveTo>
                    <a:cubicBezTo>
                      <a:pt x="1001" y="1"/>
                      <a:pt x="998" y="3"/>
                      <a:pt x="998" y="3"/>
                    </a:cubicBezTo>
                    <a:cubicBezTo>
                      <a:pt x="998" y="3"/>
                      <a:pt x="291" y="347"/>
                      <a:pt x="231" y="1549"/>
                    </a:cubicBezTo>
                    <a:cubicBezTo>
                      <a:pt x="173" y="2753"/>
                      <a:pt x="1" y="3933"/>
                      <a:pt x="349" y="5956"/>
                    </a:cubicBezTo>
                    <a:lnTo>
                      <a:pt x="192" y="6627"/>
                    </a:lnTo>
                    <a:lnTo>
                      <a:pt x="333" y="6465"/>
                    </a:lnTo>
                    <a:lnTo>
                      <a:pt x="530" y="5932"/>
                    </a:lnTo>
                    <a:cubicBezTo>
                      <a:pt x="530" y="5932"/>
                      <a:pt x="1156" y="5433"/>
                      <a:pt x="1418" y="4302"/>
                    </a:cubicBezTo>
                    <a:cubicBezTo>
                      <a:pt x="1680" y="3172"/>
                      <a:pt x="2056" y="1942"/>
                      <a:pt x="1585" y="923"/>
                    </a:cubicBezTo>
                    <a:cubicBezTo>
                      <a:pt x="1190" y="70"/>
                      <a:pt x="1045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815;p70">
                <a:extLst>
                  <a:ext uri="{FF2B5EF4-FFF2-40B4-BE49-F238E27FC236}">
                    <a16:creationId xmlns:a16="http://schemas.microsoft.com/office/drawing/2014/main" id="{01465B97-C222-E963-8941-FD147E7207F5}"/>
                  </a:ext>
                </a:extLst>
              </p:cNvPr>
              <p:cNvSpPr/>
              <p:nvPr/>
            </p:nvSpPr>
            <p:spPr>
              <a:xfrm>
                <a:off x="3521800" y="638350"/>
                <a:ext cx="266075" cy="77850"/>
              </a:xfrm>
              <a:custGeom>
                <a:avLst/>
                <a:gdLst/>
                <a:ahLst/>
                <a:cxnLst/>
                <a:rect l="l" t="t" r="r" b="b"/>
                <a:pathLst>
                  <a:path w="10643" h="3114" extrusionOk="0">
                    <a:moveTo>
                      <a:pt x="4693" y="1"/>
                    </a:moveTo>
                    <a:cubicBezTo>
                      <a:pt x="2480" y="1"/>
                      <a:pt x="1008" y="1228"/>
                      <a:pt x="1008" y="1228"/>
                    </a:cubicBezTo>
                    <a:lnTo>
                      <a:pt x="384" y="1312"/>
                    </a:lnTo>
                    <a:lnTo>
                      <a:pt x="384" y="1311"/>
                    </a:lnTo>
                    <a:lnTo>
                      <a:pt x="1" y="1642"/>
                    </a:lnTo>
                    <a:lnTo>
                      <a:pt x="1059" y="1518"/>
                    </a:lnTo>
                    <a:cubicBezTo>
                      <a:pt x="1059" y="1518"/>
                      <a:pt x="2254" y="1893"/>
                      <a:pt x="3095" y="2170"/>
                    </a:cubicBezTo>
                    <a:cubicBezTo>
                      <a:pt x="3938" y="2447"/>
                      <a:pt x="5421" y="2598"/>
                      <a:pt x="7258" y="3019"/>
                    </a:cubicBezTo>
                    <a:cubicBezTo>
                      <a:pt x="7548" y="3086"/>
                      <a:pt x="7830" y="3113"/>
                      <a:pt x="8100" y="3113"/>
                    </a:cubicBezTo>
                    <a:cubicBezTo>
                      <a:pt x="9544" y="3113"/>
                      <a:pt x="10643" y="2317"/>
                      <a:pt x="10643" y="2317"/>
                    </a:cubicBezTo>
                    <a:cubicBezTo>
                      <a:pt x="9782" y="904"/>
                      <a:pt x="7788" y="270"/>
                      <a:pt x="5263" y="28"/>
                    </a:cubicBezTo>
                    <a:cubicBezTo>
                      <a:pt x="5068" y="9"/>
                      <a:pt x="4878" y="1"/>
                      <a:pt x="46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816;p70">
                <a:extLst>
                  <a:ext uri="{FF2B5EF4-FFF2-40B4-BE49-F238E27FC236}">
                    <a16:creationId xmlns:a16="http://schemas.microsoft.com/office/drawing/2014/main" id="{986A5227-35A4-8E06-31D3-7478B885CD58}"/>
                  </a:ext>
                </a:extLst>
              </p:cNvPr>
              <p:cNvSpPr/>
              <p:nvPr/>
            </p:nvSpPr>
            <p:spPr>
              <a:xfrm>
                <a:off x="3555250" y="445575"/>
                <a:ext cx="50625" cy="194400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7776" extrusionOk="0">
                    <a:moveTo>
                      <a:pt x="614" y="1"/>
                    </a:moveTo>
                    <a:cubicBezTo>
                      <a:pt x="585" y="1"/>
                      <a:pt x="554" y="30"/>
                      <a:pt x="515" y="98"/>
                    </a:cubicBezTo>
                    <a:cubicBezTo>
                      <a:pt x="334" y="415"/>
                      <a:pt x="0" y="1541"/>
                      <a:pt x="262" y="2091"/>
                    </a:cubicBezTo>
                    <a:cubicBezTo>
                      <a:pt x="524" y="2642"/>
                      <a:pt x="18" y="3475"/>
                      <a:pt x="982" y="4637"/>
                    </a:cubicBezTo>
                    <a:cubicBezTo>
                      <a:pt x="982" y="4637"/>
                      <a:pt x="1043" y="6466"/>
                      <a:pt x="962" y="6899"/>
                    </a:cubicBezTo>
                    <a:cubicBezTo>
                      <a:pt x="880" y="7331"/>
                      <a:pt x="541" y="7730"/>
                      <a:pt x="541" y="7730"/>
                    </a:cubicBezTo>
                    <a:lnTo>
                      <a:pt x="768" y="7776"/>
                    </a:lnTo>
                    <a:cubicBezTo>
                      <a:pt x="768" y="7776"/>
                      <a:pt x="822" y="7442"/>
                      <a:pt x="1033" y="7285"/>
                    </a:cubicBezTo>
                    <a:cubicBezTo>
                      <a:pt x="1246" y="7127"/>
                      <a:pt x="1574" y="6958"/>
                      <a:pt x="1675" y="6656"/>
                    </a:cubicBezTo>
                    <a:cubicBezTo>
                      <a:pt x="1777" y="6354"/>
                      <a:pt x="2025" y="2249"/>
                      <a:pt x="1962" y="1928"/>
                    </a:cubicBezTo>
                    <a:cubicBezTo>
                      <a:pt x="1899" y="1607"/>
                      <a:pt x="1506" y="990"/>
                      <a:pt x="1107" y="651"/>
                    </a:cubicBezTo>
                    <a:cubicBezTo>
                      <a:pt x="793" y="386"/>
                      <a:pt x="719" y="1"/>
                      <a:pt x="6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817;p70">
                <a:extLst>
                  <a:ext uri="{FF2B5EF4-FFF2-40B4-BE49-F238E27FC236}">
                    <a16:creationId xmlns:a16="http://schemas.microsoft.com/office/drawing/2014/main" id="{B1C38A9C-831B-5F71-D37E-99A8CC2CED49}"/>
                  </a:ext>
                </a:extLst>
              </p:cNvPr>
              <p:cNvSpPr/>
              <p:nvPr/>
            </p:nvSpPr>
            <p:spPr>
              <a:xfrm>
                <a:off x="3461950" y="460150"/>
                <a:ext cx="30645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0521" extrusionOk="0">
                    <a:moveTo>
                      <a:pt x="11986" y="0"/>
                    </a:moveTo>
                    <a:cubicBezTo>
                      <a:pt x="10806" y="1006"/>
                      <a:pt x="8028" y="3433"/>
                      <a:pt x="5784" y="5641"/>
                    </a:cubicBezTo>
                    <a:cubicBezTo>
                      <a:pt x="3540" y="7848"/>
                      <a:pt x="88" y="10069"/>
                      <a:pt x="88" y="10069"/>
                    </a:cubicBezTo>
                    <a:cubicBezTo>
                      <a:pt x="0" y="10277"/>
                      <a:pt x="170" y="10520"/>
                      <a:pt x="170" y="10520"/>
                    </a:cubicBezTo>
                    <a:cubicBezTo>
                      <a:pt x="170" y="10520"/>
                      <a:pt x="1494" y="9697"/>
                      <a:pt x="2018" y="9203"/>
                    </a:cubicBezTo>
                    <a:cubicBezTo>
                      <a:pt x="2542" y="8710"/>
                      <a:pt x="3702" y="7989"/>
                      <a:pt x="4135" y="7568"/>
                    </a:cubicBezTo>
                    <a:cubicBezTo>
                      <a:pt x="4568" y="7147"/>
                      <a:pt x="5635" y="6118"/>
                      <a:pt x="6391" y="5599"/>
                    </a:cubicBezTo>
                    <a:cubicBezTo>
                      <a:pt x="7147" y="5079"/>
                      <a:pt x="9792" y="2290"/>
                      <a:pt x="10326" y="1776"/>
                    </a:cubicBezTo>
                    <a:cubicBezTo>
                      <a:pt x="10859" y="1262"/>
                      <a:pt x="12256" y="27"/>
                      <a:pt x="12256" y="27"/>
                    </a:cubicBezTo>
                    <a:lnTo>
                      <a:pt x="12257" y="27"/>
                    </a:lnTo>
                    <a:lnTo>
                      <a:pt x="119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89" name="Google Shape;3818;p70">
              <a:extLst>
                <a:ext uri="{FF2B5EF4-FFF2-40B4-BE49-F238E27FC236}">
                  <a16:creationId xmlns:a16="http://schemas.microsoft.com/office/drawing/2014/main" id="{A2B356AD-4EE2-9F8B-2107-21E864F324EA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fill="none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dk2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819;p70">
              <a:extLst>
                <a:ext uri="{FF2B5EF4-FFF2-40B4-BE49-F238E27FC236}">
                  <a16:creationId xmlns:a16="http://schemas.microsoft.com/office/drawing/2014/main" id="{973A2781-7465-D029-C2EE-BBF48420CB70}"/>
                </a:ext>
              </a:extLst>
            </p:cNvPr>
            <p:cNvSpPr/>
            <p:nvPr/>
          </p:nvSpPr>
          <p:spPr>
            <a:xfrm>
              <a:off x="3342200" y="273750"/>
              <a:ext cx="25600" cy="25550"/>
            </a:xfrm>
            <a:custGeom>
              <a:avLst/>
              <a:gdLst/>
              <a:ahLst/>
              <a:cxnLst/>
              <a:rect l="l" t="t" r="r" b="b"/>
              <a:pathLst>
                <a:path w="1024" h="1022" extrusionOk="0">
                  <a:moveTo>
                    <a:pt x="512" y="0"/>
                  </a:moveTo>
                  <a:cubicBezTo>
                    <a:pt x="229" y="0"/>
                    <a:pt x="1" y="229"/>
                    <a:pt x="1" y="511"/>
                  </a:cubicBezTo>
                  <a:cubicBezTo>
                    <a:pt x="1" y="793"/>
                    <a:pt x="229" y="1022"/>
                    <a:pt x="512" y="1022"/>
                  </a:cubicBezTo>
                  <a:cubicBezTo>
                    <a:pt x="794" y="1022"/>
                    <a:pt x="1024" y="793"/>
                    <a:pt x="1024" y="511"/>
                  </a:cubicBezTo>
                  <a:cubicBezTo>
                    <a:pt x="1024" y="229"/>
                    <a:pt x="794" y="0"/>
                    <a:pt x="5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820;p70">
              <a:extLst>
                <a:ext uri="{FF2B5EF4-FFF2-40B4-BE49-F238E27FC236}">
                  <a16:creationId xmlns:a16="http://schemas.microsoft.com/office/drawing/2014/main" id="{D22864DB-1FD4-7CC5-6228-1C016DD5223E}"/>
                </a:ext>
              </a:extLst>
            </p:cNvPr>
            <p:cNvSpPr/>
            <p:nvPr/>
          </p:nvSpPr>
          <p:spPr>
            <a:xfrm>
              <a:off x="4010650" y="27375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3"/>
                    <a:pt x="229" y="1022"/>
                    <a:pt x="511" y="1022"/>
                  </a:cubicBezTo>
                  <a:cubicBezTo>
                    <a:pt x="794" y="1022"/>
                    <a:pt x="1022" y="793"/>
                    <a:pt x="1022" y="511"/>
                  </a:cubicBezTo>
                  <a:cubicBezTo>
                    <a:pt x="1022" y="229"/>
                    <a:pt x="794" y="0"/>
                    <a:pt x="5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3" name="Google Shape;8049;p89">
            <a:extLst>
              <a:ext uri="{FF2B5EF4-FFF2-40B4-BE49-F238E27FC236}">
                <a16:creationId xmlns:a16="http://schemas.microsoft.com/office/drawing/2014/main" id="{2F80B6F4-CFE9-CC56-4E9F-4ABF2E311126}"/>
              </a:ext>
            </a:extLst>
          </p:cNvPr>
          <p:cNvGrpSpPr/>
          <p:nvPr/>
        </p:nvGrpSpPr>
        <p:grpSpPr>
          <a:xfrm>
            <a:off x="9314887" y="3539247"/>
            <a:ext cx="903307" cy="1403103"/>
            <a:chOff x="7586191" y="3275619"/>
            <a:chExt cx="1136357" cy="1706563"/>
          </a:xfrm>
        </p:grpSpPr>
        <p:grpSp>
          <p:nvGrpSpPr>
            <p:cNvPr id="3304" name="Google Shape;8050;p89">
              <a:extLst>
                <a:ext uri="{FF2B5EF4-FFF2-40B4-BE49-F238E27FC236}">
                  <a16:creationId xmlns:a16="http://schemas.microsoft.com/office/drawing/2014/main" id="{742A972D-D8A4-37D1-FC53-1821DA731FD7}"/>
                </a:ext>
              </a:extLst>
            </p:cNvPr>
            <p:cNvGrpSpPr/>
            <p:nvPr/>
          </p:nvGrpSpPr>
          <p:grpSpPr>
            <a:xfrm>
              <a:off x="7586191" y="3275619"/>
              <a:ext cx="1136357" cy="1706563"/>
              <a:chOff x="7586191" y="3275619"/>
              <a:chExt cx="1136357" cy="1706563"/>
            </a:xfrm>
          </p:grpSpPr>
          <p:sp>
            <p:nvSpPr>
              <p:cNvPr id="3306" name="Google Shape;8051;p89">
                <a:extLst>
                  <a:ext uri="{FF2B5EF4-FFF2-40B4-BE49-F238E27FC236}">
                    <a16:creationId xmlns:a16="http://schemas.microsoft.com/office/drawing/2014/main" id="{5BC63679-03F0-0E18-4B19-D612875B2D50}"/>
                  </a:ext>
                </a:extLst>
              </p:cNvPr>
              <p:cNvSpPr/>
              <p:nvPr/>
            </p:nvSpPr>
            <p:spPr>
              <a:xfrm flipH="1">
                <a:off x="7698694" y="4893747"/>
                <a:ext cx="793520" cy="86604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8052;p89">
                <a:extLst>
                  <a:ext uri="{FF2B5EF4-FFF2-40B4-BE49-F238E27FC236}">
                    <a16:creationId xmlns:a16="http://schemas.microsoft.com/office/drawing/2014/main" id="{F043618B-36C1-A706-FDC4-28F7BE8198C1}"/>
                  </a:ext>
                </a:extLst>
              </p:cNvPr>
              <p:cNvSpPr/>
              <p:nvPr/>
            </p:nvSpPr>
            <p:spPr>
              <a:xfrm flipH="1">
                <a:off x="7698694" y="4893747"/>
                <a:ext cx="793520" cy="86604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8053;p89">
                <a:extLst>
                  <a:ext uri="{FF2B5EF4-FFF2-40B4-BE49-F238E27FC236}">
                    <a16:creationId xmlns:a16="http://schemas.microsoft.com/office/drawing/2014/main" id="{CC6F2AB5-F003-82E8-7916-53E9F79180C7}"/>
                  </a:ext>
                </a:extLst>
              </p:cNvPr>
              <p:cNvSpPr/>
              <p:nvPr/>
            </p:nvSpPr>
            <p:spPr>
              <a:xfrm flipH="1">
                <a:off x="7696919" y="4892138"/>
                <a:ext cx="797126" cy="90044"/>
              </a:xfrm>
              <a:custGeom>
                <a:avLst/>
                <a:gdLst/>
                <a:ahLst/>
                <a:cxnLst/>
                <a:rect l="l" t="t" r="r" b="b"/>
                <a:pathLst>
                  <a:path w="14369" h="1623" extrusionOk="0">
                    <a:moveTo>
                      <a:pt x="14310" y="62"/>
                    </a:moveTo>
                    <a:lnTo>
                      <a:pt x="14310" y="1218"/>
                    </a:lnTo>
                    <a:cubicBezTo>
                      <a:pt x="14300" y="1224"/>
                      <a:pt x="14294" y="1231"/>
                      <a:pt x="14290" y="1244"/>
                    </a:cubicBezTo>
                    <a:cubicBezTo>
                      <a:pt x="14166" y="1397"/>
                      <a:pt x="11287" y="1560"/>
                      <a:pt x="7181" y="1560"/>
                    </a:cubicBezTo>
                    <a:cubicBezTo>
                      <a:pt x="3072" y="1560"/>
                      <a:pt x="193" y="1397"/>
                      <a:pt x="69" y="1244"/>
                    </a:cubicBezTo>
                    <a:cubicBezTo>
                      <a:pt x="69" y="1237"/>
                      <a:pt x="66" y="1234"/>
                      <a:pt x="66" y="1227"/>
                    </a:cubicBezTo>
                    <a:lnTo>
                      <a:pt x="66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1247"/>
                    </a:lnTo>
                    <a:cubicBezTo>
                      <a:pt x="0" y="1253"/>
                      <a:pt x="4" y="1263"/>
                      <a:pt x="10" y="1270"/>
                    </a:cubicBezTo>
                    <a:cubicBezTo>
                      <a:pt x="40" y="1329"/>
                      <a:pt x="275" y="1430"/>
                      <a:pt x="2129" y="1521"/>
                    </a:cubicBezTo>
                    <a:cubicBezTo>
                      <a:pt x="3477" y="1586"/>
                      <a:pt x="5272" y="1622"/>
                      <a:pt x="7181" y="1622"/>
                    </a:cubicBezTo>
                    <a:cubicBezTo>
                      <a:pt x="9087" y="1622"/>
                      <a:pt x="10883" y="1586"/>
                      <a:pt x="12231" y="1521"/>
                    </a:cubicBezTo>
                    <a:cubicBezTo>
                      <a:pt x="14006" y="1433"/>
                      <a:pt x="14297" y="1335"/>
                      <a:pt x="14343" y="1276"/>
                    </a:cubicBezTo>
                    <a:cubicBezTo>
                      <a:pt x="14359" y="1276"/>
                      <a:pt x="14369" y="1263"/>
                      <a:pt x="14369" y="1247"/>
                    </a:cubicBezTo>
                    <a:lnTo>
                      <a:pt x="14369" y="29"/>
                    </a:lnTo>
                    <a:cubicBezTo>
                      <a:pt x="14369" y="13"/>
                      <a:pt x="14356" y="0"/>
                      <a:pt x="143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8054;p89">
                <a:extLst>
                  <a:ext uri="{FF2B5EF4-FFF2-40B4-BE49-F238E27FC236}">
                    <a16:creationId xmlns:a16="http://schemas.microsoft.com/office/drawing/2014/main" id="{D42C56BC-0054-AB94-1C1B-1D11085A94FE}"/>
                  </a:ext>
                </a:extLst>
              </p:cNvPr>
              <p:cNvSpPr/>
              <p:nvPr/>
            </p:nvSpPr>
            <p:spPr>
              <a:xfrm flipH="1">
                <a:off x="7699471" y="4875106"/>
                <a:ext cx="792577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7145" y="0"/>
                    </a:moveTo>
                    <a:cubicBezTo>
                      <a:pt x="3199" y="0"/>
                      <a:pt x="0" y="154"/>
                      <a:pt x="0" y="343"/>
                    </a:cubicBezTo>
                    <a:cubicBezTo>
                      <a:pt x="0" y="532"/>
                      <a:pt x="3199" y="689"/>
                      <a:pt x="7145" y="689"/>
                    </a:cubicBezTo>
                    <a:cubicBezTo>
                      <a:pt x="11088" y="689"/>
                      <a:pt x="14287" y="532"/>
                      <a:pt x="14287" y="343"/>
                    </a:cubicBezTo>
                    <a:cubicBezTo>
                      <a:pt x="14287" y="154"/>
                      <a:pt x="11088" y="0"/>
                      <a:pt x="71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8055;p89">
                <a:extLst>
                  <a:ext uri="{FF2B5EF4-FFF2-40B4-BE49-F238E27FC236}">
                    <a16:creationId xmlns:a16="http://schemas.microsoft.com/office/drawing/2014/main" id="{1B832999-B753-FA7A-F5CE-6FA3F0C27B5E}"/>
                  </a:ext>
                </a:extLst>
              </p:cNvPr>
              <p:cNvSpPr/>
              <p:nvPr/>
            </p:nvSpPr>
            <p:spPr>
              <a:xfrm flipH="1">
                <a:off x="7699471" y="4875106"/>
                <a:ext cx="792577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14287" y="343"/>
                    </a:moveTo>
                    <a:cubicBezTo>
                      <a:pt x="14287" y="532"/>
                      <a:pt x="11088" y="689"/>
                      <a:pt x="7145" y="689"/>
                    </a:cubicBezTo>
                    <a:cubicBezTo>
                      <a:pt x="3199" y="689"/>
                      <a:pt x="0" y="532"/>
                      <a:pt x="0" y="343"/>
                    </a:cubicBezTo>
                    <a:cubicBezTo>
                      <a:pt x="0" y="154"/>
                      <a:pt x="3199" y="0"/>
                      <a:pt x="7145" y="0"/>
                    </a:cubicBezTo>
                    <a:cubicBezTo>
                      <a:pt x="11088" y="0"/>
                      <a:pt x="14287" y="154"/>
                      <a:pt x="14287" y="343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8056;p89">
                <a:extLst>
                  <a:ext uri="{FF2B5EF4-FFF2-40B4-BE49-F238E27FC236}">
                    <a16:creationId xmlns:a16="http://schemas.microsoft.com/office/drawing/2014/main" id="{9508157E-02C7-918C-6C6E-6AC8CFE37033}"/>
                  </a:ext>
                </a:extLst>
              </p:cNvPr>
              <p:cNvSpPr/>
              <p:nvPr/>
            </p:nvSpPr>
            <p:spPr>
              <a:xfrm flipH="1">
                <a:off x="7697806" y="4873275"/>
                <a:ext cx="795905" cy="41721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752" extrusionOk="0">
                    <a:moveTo>
                      <a:pt x="7175" y="63"/>
                    </a:moveTo>
                    <a:cubicBezTo>
                      <a:pt x="11242" y="63"/>
                      <a:pt x="14108" y="223"/>
                      <a:pt x="14281" y="376"/>
                    </a:cubicBezTo>
                    <a:cubicBezTo>
                      <a:pt x="14108" y="529"/>
                      <a:pt x="11245" y="689"/>
                      <a:pt x="7175" y="689"/>
                    </a:cubicBezTo>
                    <a:cubicBezTo>
                      <a:pt x="3105" y="689"/>
                      <a:pt x="239" y="529"/>
                      <a:pt x="66" y="376"/>
                    </a:cubicBezTo>
                    <a:cubicBezTo>
                      <a:pt x="242" y="223"/>
                      <a:pt x="3105" y="63"/>
                      <a:pt x="7175" y="63"/>
                    </a:cubicBezTo>
                    <a:close/>
                    <a:moveTo>
                      <a:pt x="7175" y="1"/>
                    </a:moveTo>
                    <a:cubicBezTo>
                      <a:pt x="5263" y="1"/>
                      <a:pt x="3471" y="37"/>
                      <a:pt x="2123" y="102"/>
                    </a:cubicBezTo>
                    <a:cubicBezTo>
                      <a:pt x="1" y="203"/>
                      <a:pt x="1" y="324"/>
                      <a:pt x="1" y="376"/>
                    </a:cubicBezTo>
                    <a:cubicBezTo>
                      <a:pt x="1" y="428"/>
                      <a:pt x="1" y="549"/>
                      <a:pt x="2123" y="650"/>
                    </a:cubicBezTo>
                    <a:cubicBezTo>
                      <a:pt x="3471" y="715"/>
                      <a:pt x="5266" y="751"/>
                      <a:pt x="7175" y="751"/>
                    </a:cubicBezTo>
                    <a:cubicBezTo>
                      <a:pt x="9081" y="751"/>
                      <a:pt x="10877" y="715"/>
                      <a:pt x="12225" y="650"/>
                    </a:cubicBezTo>
                    <a:cubicBezTo>
                      <a:pt x="14346" y="549"/>
                      <a:pt x="14346" y="428"/>
                      <a:pt x="14346" y="376"/>
                    </a:cubicBezTo>
                    <a:cubicBezTo>
                      <a:pt x="14346" y="324"/>
                      <a:pt x="14346" y="203"/>
                      <a:pt x="12225" y="102"/>
                    </a:cubicBezTo>
                    <a:cubicBezTo>
                      <a:pt x="10877" y="37"/>
                      <a:pt x="9085" y="1"/>
                      <a:pt x="7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8057;p89">
                <a:extLst>
                  <a:ext uri="{FF2B5EF4-FFF2-40B4-BE49-F238E27FC236}">
                    <a16:creationId xmlns:a16="http://schemas.microsoft.com/office/drawing/2014/main" id="{F3F212A6-CCDD-9787-99DB-B571A411745E}"/>
                  </a:ext>
                </a:extLst>
              </p:cNvPr>
              <p:cNvSpPr/>
              <p:nvPr/>
            </p:nvSpPr>
            <p:spPr>
              <a:xfrm flipH="1">
                <a:off x="8091293" y="3310905"/>
                <a:ext cx="631254" cy="1590332"/>
              </a:xfrm>
              <a:custGeom>
                <a:avLst/>
                <a:gdLst/>
                <a:ahLst/>
                <a:cxnLst/>
                <a:rect l="l" t="t" r="r" b="b"/>
                <a:pathLst>
                  <a:path w="11379" h="28665" extrusionOk="0">
                    <a:moveTo>
                      <a:pt x="10655" y="0"/>
                    </a:moveTo>
                    <a:cubicBezTo>
                      <a:pt x="10647" y="0"/>
                      <a:pt x="10638" y="4"/>
                      <a:pt x="10631" y="13"/>
                    </a:cubicBezTo>
                    <a:lnTo>
                      <a:pt x="10" y="14355"/>
                    </a:lnTo>
                    <a:cubicBezTo>
                      <a:pt x="0" y="14365"/>
                      <a:pt x="0" y="14381"/>
                      <a:pt x="10" y="14394"/>
                    </a:cubicBezTo>
                    <a:lnTo>
                      <a:pt x="11313" y="28655"/>
                    </a:lnTo>
                    <a:cubicBezTo>
                      <a:pt x="11320" y="28661"/>
                      <a:pt x="11330" y="28664"/>
                      <a:pt x="11339" y="28664"/>
                    </a:cubicBezTo>
                    <a:cubicBezTo>
                      <a:pt x="11366" y="28664"/>
                      <a:pt x="11379" y="28635"/>
                      <a:pt x="11366" y="28615"/>
                    </a:cubicBezTo>
                    <a:lnTo>
                      <a:pt x="75" y="14371"/>
                    </a:lnTo>
                    <a:lnTo>
                      <a:pt x="10683" y="52"/>
                    </a:lnTo>
                    <a:cubicBezTo>
                      <a:pt x="10700" y="28"/>
                      <a:pt x="10678" y="0"/>
                      <a:pt x="10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8058;p89">
                <a:extLst>
                  <a:ext uri="{FF2B5EF4-FFF2-40B4-BE49-F238E27FC236}">
                    <a16:creationId xmlns:a16="http://schemas.microsoft.com/office/drawing/2014/main" id="{C985F5E7-0ECC-C530-5C28-AB7C7457BA47}"/>
                  </a:ext>
                </a:extLst>
              </p:cNvPr>
              <p:cNvSpPr/>
              <p:nvPr/>
            </p:nvSpPr>
            <p:spPr>
              <a:xfrm flipH="1">
                <a:off x="7631459" y="3277450"/>
                <a:ext cx="535445" cy="525396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551" y="0"/>
                    </a:moveTo>
                    <a:cubicBezTo>
                      <a:pt x="1551" y="0"/>
                      <a:pt x="206" y="82"/>
                      <a:pt x="0" y="1482"/>
                    </a:cubicBezTo>
                    <a:lnTo>
                      <a:pt x="1675" y="9469"/>
                    </a:lnTo>
                    <a:lnTo>
                      <a:pt x="9652" y="3043"/>
                    </a:lnTo>
                    <a:lnTo>
                      <a:pt x="15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8059;p89">
                <a:extLst>
                  <a:ext uri="{FF2B5EF4-FFF2-40B4-BE49-F238E27FC236}">
                    <a16:creationId xmlns:a16="http://schemas.microsoft.com/office/drawing/2014/main" id="{9B51AD47-E1CB-F8EB-BA39-48754FFEE83D}"/>
                  </a:ext>
                </a:extLst>
              </p:cNvPr>
              <p:cNvSpPr/>
              <p:nvPr/>
            </p:nvSpPr>
            <p:spPr>
              <a:xfrm flipH="1">
                <a:off x="7631459" y="3277450"/>
                <a:ext cx="535445" cy="525396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675" y="9469"/>
                    </a:moveTo>
                    <a:lnTo>
                      <a:pt x="0" y="1482"/>
                    </a:lnTo>
                    <a:lnTo>
                      <a:pt x="0" y="1482"/>
                    </a:lnTo>
                    <a:cubicBezTo>
                      <a:pt x="206" y="82"/>
                      <a:pt x="1551" y="0"/>
                      <a:pt x="1551" y="0"/>
                    </a:cubicBezTo>
                    <a:lnTo>
                      <a:pt x="1551" y="0"/>
                    </a:lnTo>
                    <a:lnTo>
                      <a:pt x="9652" y="3043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8060;p89">
                <a:extLst>
                  <a:ext uri="{FF2B5EF4-FFF2-40B4-BE49-F238E27FC236}">
                    <a16:creationId xmlns:a16="http://schemas.microsoft.com/office/drawing/2014/main" id="{4A55ECA8-DA15-176E-01BC-9E6E23682DD8}"/>
                  </a:ext>
                </a:extLst>
              </p:cNvPr>
              <p:cNvSpPr/>
              <p:nvPr/>
            </p:nvSpPr>
            <p:spPr>
              <a:xfrm flipH="1">
                <a:off x="7629794" y="3275619"/>
                <a:ext cx="538773" cy="529057"/>
              </a:xfrm>
              <a:custGeom>
                <a:avLst/>
                <a:gdLst/>
                <a:ahLst/>
                <a:cxnLst/>
                <a:rect l="l" t="t" r="r" b="b"/>
                <a:pathLst>
                  <a:path w="9712" h="9536" extrusionOk="0">
                    <a:moveTo>
                      <a:pt x="1574" y="63"/>
                    </a:moveTo>
                    <a:lnTo>
                      <a:pt x="9620" y="3082"/>
                    </a:lnTo>
                    <a:lnTo>
                      <a:pt x="1724" y="9447"/>
                    </a:lnTo>
                    <a:lnTo>
                      <a:pt x="63" y="1515"/>
                    </a:lnTo>
                    <a:cubicBezTo>
                      <a:pt x="259" y="210"/>
                      <a:pt x="1479" y="73"/>
                      <a:pt x="1574" y="63"/>
                    </a:cubicBezTo>
                    <a:close/>
                    <a:moveTo>
                      <a:pt x="1577" y="1"/>
                    </a:moveTo>
                    <a:cubicBezTo>
                      <a:pt x="1564" y="1"/>
                      <a:pt x="210" y="102"/>
                      <a:pt x="1" y="1512"/>
                    </a:cubicBezTo>
                    <a:cubicBezTo>
                      <a:pt x="1" y="1515"/>
                      <a:pt x="1" y="1519"/>
                      <a:pt x="1" y="1522"/>
                    </a:cubicBezTo>
                    <a:lnTo>
                      <a:pt x="1675" y="9509"/>
                    </a:lnTo>
                    <a:cubicBezTo>
                      <a:pt x="1678" y="9519"/>
                      <a:pt x="1685" y="9529"/>
                      <a:pt x="1695" y="9532"/>
                    </a:cubicBezTo>
                    <a:cubicBezTo>
                      <a:pt x="1698" y="9532"/>
                      <a:pt x="1701" y="9532"/>
                      <a:pt x="1705" y="9535"/>
                    </a:cubicBezTo>
                    <a:cubicBezTo>
                      <a:pt x="1711" y="9532"/>
                      <a:pt x="1718" y="9532"/>
                      <a:pt x="1724" y="9525"/>
                    </a:cubicBezTo>
                    <a:lnTo>
                      <a:pt x="9701" y="3098"/>
                    </a:lnTo>
                    <a:cubicBezTo>
                      <a:pt x="9708" y="3092"/>
                      <a:pt x="9711" y="3082"/>
                      <a:pt x="9711" y="3069"/>
                    </a:cubicBezTo>
                    <a:cubicBezTo>
                      <a:pt x="9708" y="3059"/>
                      <a:pt x="9701" y="3049"/>
                      <a:pt x="9692" y="3046"/>
                    </a:cubicBezTo>
                    <a:lnTo>
                      <a:pt x="15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8061;p89">
                <a:extLst>
                  <a:ext uri="{FF2B5EF4-FFF2-40B4-BE49-F238E27FC236}">
                    <a16:creationId xmlns:a16="http://schemas.microsoft.com/office/drawing/2014/main" id="{5278A8BE-C814-F8FF-4C55-16BB08BCFC78}"/>
                  </a:ext>
                </a:extLst>
              </p:cNvPr>
              <p:cNvSpPr/>
              <p:nvPr/>
            </p:nvSpPr>
            <p:spPr>
              <a:xfrm flipH="1">
                <a:off x="7586191" y="3437731"/>
                <a:ext cx="517193" cy="389969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8062;p89">
                <a:extLst>
                  <a:ext uri="{FF2B5EF4-FFF2-40B4-BE49-F238E27FC236}">
                    <a16:creationId xmlns:a16="http://schemas.microsoft.com/office/drawing/2014/main" id="{2E6999E0-18EA-0B88-303D-8E07FF55991A}"/>
                  </a:ext>
                </a:extLst>
              </p:cNvPr>
              <p:cNvSpPr/>
              <p:nvPr/>
            </p:nvSpPr>
            <p:spPr>
              <a:xfrm flipH="1">
                <a:off x="7601391" y="3435789"/>
                <a:ext cx="499830" cy="393464"/>
              </a:xfrm>
              <a:custGeom>
                <a:avLst/>
                <a:gdLst/>
                <a:ahLst/>
                <a:cxnLst/>
                <a:rect l="l" t="t" r="r" b="b"/>
                <a:pathLst>
                  <a:path w="9010" h="7092" extrusionOk="0">
                    <a:moveTo>
                      <a:pt x="7946" y="61"/>
                    </a:moveTo>
                    <a:cubicBezTo>
                      <a:pt x="8275" y="61"/>
                      <a:pt x="8520" y="149"/>
                      <a:pt x="8660" y="329"/>
                    </a:cubicBezTo>
                    <a:cubicBezTo>
                      <a:pt x="8944" y="681"/>
                      <a:pt x="8794" y="1351"/>
                      <a:pt x="8243" y="2209"/>
                    </a:cubicBezTo>
                    <a:cubicBezTo>
                      <a:pt x="7684" y="3074"/>
                      <a:pt x="6780" y="4027"/>
                      <a:pt x="5697" y="4889"/>
                    </a:cubicBezTo>
                    <a:cubicBezTo>
                      <a:pt x="4616" y="5754"/>
                      <a:pt x="3484" y="6420"/>
                      <a:pt x="2514" y="6772"/>
                    </a:cubicBezTo>
                    <a:cubicBezTo>
                      <a:pt x="2039" y="6945"/>
                      <a:pt x="1632" y="7032"/>
                      <a:pt x="1307" y="7032"/>
                    </a:cubicBezTo>
                    <a:cubicBezTo>
                      <a:pt x="976" y="7032"/>
                      <a:pt x="732" y="6942"/>
                      <a:pt x="588" y="6762"/>
                    </a:cubicBezTo>
                    <a:cubicBezTo>
                      <a:pt x="1" y="6021"/>
                      <a:pt x="1329" y="3975"/>
                      <a:pt x="3555" y="2202"/>
                    </a:cubicBezTo>
                    <a:cubicBezTo>
                      <a:pt x="4639" y="1341"/>
                      <a:pt x="5768" y="672"/>
                      <a:pt x="6738" y="319"/>
                    </a:cubicBezTo>
                    <a:cubicBezTo>
                      <a:pt x="7211" y="146"/>
                      <a:pt x="7619" y="61"/>
                      <a:pt x="7946" y="61"/>
                    </a:cubicBezTo>
                    <a:close/>
                    <a:moveTo>
                      <a:pt x="7942" y="1"/>
                    </a:moveTo>
                    <a:cubicBezTo>
                      <a:pt x="7609" y="1"/>
                      <a:pt x="7195" y="87"/>
                      <a:pt x="6715" y="260"/>
                    </a:cubicBezTo>
                    <a:cubicBezTo>
                      <a:pt x="5739" y="616"/>
                      <a:pt x="4603" y="1289"/>
                      <a:pt x="3516" y="2153"/>
                    </a:cubicBezTo>
                    <a:cubicBezTo>
                      <a:pt x="2429" y="3022"/>
                      <a:pt x="1522" y="3978"/>
                      <a:pt x="961" y="4850"/>
                    </a:cubicBezTo>
                    <a:cubicBezTo>
                      <a:pt x="393" y="5731"/>
                      <a:pt x="242" y="6426"/>
                      <a:pt x="543" y="6801"/>
                    </a:cubicBezTo>
                    <a:cubicBezTo>
                      <a:pt x="699" y="6994"/>
                      <a:pt x="961" y="7092"/>
                      <a:pt x="1310" y="7092"/>
                    </a:cubicBezTo>
                    <a:cubicBezTo>
                      <a:pt x="1643" y="7092"/>
                      <a:pt x="2061" y="7004"/>
                      <a:pt x="2537" y="6831"/>
                    </a:cubicBezTo>
                    <a:cubicBezTo>
                      <a:pt x="3513" y="6475"/>
                      <a:pt x="4649" y="5803"/>
                      <a:pt x="5736" y="4938"/>
                    </a:cubicBezTo>
                    <a:cubicBezTo>
                      <a:pt x="6826" y="4069"/>
                      <a:pt x="7730" y="3113"/>
                      <a:pt x="8295" y="2242"/>
                    </a:cubicBezTo>
                    <a:cubicBezTo>
                      <a:pt x="8863" y="1360"/>
                      <a:pt x="9010" y="665"/>
                      <a:pt x="8709" y="290"/>
                    </a:cubicBezTo>
                    <a:cubicBezTo>
                      <a:pt x="8555" y="97"/>
                      <a:pt x="8294" y="1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8063;p89">
                <a:extLst>
                  <a:ext uri="{FF2B5EF4-FFF2-40B4-BE49-F238E27FC236}">
                    <a16:creationId xmlns:a16="http://schemas.microsoft.com/office/drawing/2014/main" id="{40659B33-A09A-18D1-97ED-27B0CF2117C0}"/>
                  </a:ext>
                </a:extLst>
              </p:cNvPr>
              <p:cNvSpPr/>
              <p:nvPr/>
            </p:nvSpPr>
            <p:spPr>
              <a:xfrm flipH="1">
                <a:off x="7586191" y="3437731"/>
                <a:ext cx="517193" cy="389969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8064;p89">
                <a:extLst>
                  <a:ext uri="{FF2B5EF4-FFF2-40B4-BE49-F238E27FC236}">
                    <a16:creationId xmlns:a16="http://schemas.microsoft.com/office/drawing/2014/main" id="{30FE7882-813E-81CD-7AF8-8EA65C5FA735}"/>
                  </a:ext>
                </a:extLst>
              </p:cNvPr>
              <p:cNvSpPr/>
              <p:nvPr/>
            </p:nvSpPr>
            <p:spPr>
              <a:xfrm flipH="1">
                <a:off x="7768702" y="3511409"/>
                <a:ext cx="201596" cy="198341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575" extrusionOk="0">
                    <a:moveTo>
                      <a:pt x="2371" y="1"/>
                    </a:moveTo>
                    <a:cubicBezTo>
                      <a:pt x="2002" y="252"/>
                      <a:pt x="1623" y="526"/>
                      <a:pt x="1244" y="830"/>
                    </a:cubicBezTo>
                    <a:cubicBezTo>
                      <a:pt x="794" y="1189"/>
                      <a:pt x="376" y="1554"/>
                      <a:pt x="1" y="1917"/>
                    </a:cubicBezTo>
                    <a:cubicBezTo>
                      <a:pt x="304" y="3101"/>
                      <a:pt x="1731" y="3575"/>
                      <a:pt x="2681" y="2804"/>
                    </a:cubicBezTo>
                    <a:cubicBezTo>
                      <a:pt x="3634" y="2037"/>
                      <a:pt x="3467" y="542"/>
                      <a:pt x="237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A65A">
                      <a:alpha val="60392"/>
                    </a:srgbClr>
                  </a:gs>
                  <a:gs pos="100000">
                    <a:srgbClr val="D88794">
                      <a:alpha val="6117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05" name="Google Shape;8065;p89">
              <a:extLst>
                <a:ext uri="{FF2B5EF4-FFF2-40B4-BE49-F238E27FC236}">
                  <a16:creationId xmlns:a16="http://schemas.microsoft.com/office/drawing/2014/main" id="{FB6A6818-EC9E-BE68-3496-18EDFCFCED11}"/>
                </a:ext>
              </a:extLst>
            </p:cNvPr>
            <p:cNvSpPr/>
            <p:nvPr/>
          </p:nvSpPr>
          <p:spPr>
            <a:xfrm flipH="1">
              <a:off x="7771224" y="3509689"/>
              <a:ext cx="200875" cy="180144"/>
            </a:xfrm>
            <a:custGeom>
              <a:avLst/>
              <a:gdLst/>
              <a:ahLst/>
              <a:cxnLst/>
              <a:rect l="l" t="t" r="r" b="b"/>
              <a:pathLst>
                <a:path w="3621" h="3247" extrusionOk="0">
                  <a:moveTo>
                    <a:pt x="2403" y="67"/>
                  </a:moveTo>
                  <a:cubicBezTo>
                    <a:pt x="3467" y="606"/>
                    <a:pt x="3620" y="2065"/>
                    <a:pt x="2693" y="2816"/>
                  </a:cubicBezTo>
                  <a:cubicBezTo>
                    <a:pt x="2383" y="3067"/>
                    <a:pt x="2021" y="3183"/>
                    <a:pt x="1664" y="3183"/>
                  </a:cubicBezTo>
                  <a:cubicBezTo>
                    <a:pt x="955" y="3183"/>
                    <a:pt x="270" y="2724"/>
                    <a:pt x="65" y="1957"/>
                  </a:cubicBezTo>
                  <a:lnTo>
                    <a:pt x="69" y="1957"/>
                  </a:lnTo>
                  <a:cubicBezTo>
                    <a:pt x="454" y="1589"/>
                    <a:pt x="865" y="1226"/>
                    <a:pt x="1293" y="883"/>
                  </a:cubicBezTo>
                  <a:cubicBezTo>
                    <a:pt x="1649" y="600"/>
                    <a:pt x="2024" y="325"/>
                    <a:pt x="2403" y="67"/>
                  </a:cubicBezTo>
                  <a:close/>
                  <a:moveTo>
                    <a:pt x="2401" y="1"/>
                  </a:moveTo>
                  <a:cubicBezTo>
                    <a:pt x="2396" y="1"/>
                    <a:pt x="2391" y="2"/>
                    <a:pt x="2386" y="5"/>
                  </a:cubicBezTo>
                  <a:cubicBezTo>
                    <a:pt x="1998" y="267"/>
                    <a:pt x="1619" y="547"/>
                    <a:pt x="1257" y="835"/>
                  </a:cubicBezTo>
                  <a:cubicBezTo>
                    <a:pt x="819" y="1184"/>
                    <a:pt x="402" y="1549"/>
                    <a:pt x="13" y="1925"/>
                  </a:cubicBezTo>
                  <a:cubicBezTo>
                    <a:pt x="3" y="1935"/>
                    <a:pt x="0" y="1944"/>
                    <a:pt x="3" y="1954"/>
                  </a:cubicBezTo>
                  <a:cubicBezTo>
                    <a:pt x="154" y="2538"/>
                    <a:pt x="598" y="3002"/>
                    <a:pt x="1175" y="3172"/>
                  </a:cubicBezTo>
                  <a:cubicBezTo>
                    <a:pt x="1332" y="3221"/>
                    <a:pt x="1495" y="3243"/>
                    <a:pt x="1658" y="3243"/>
                  </a:cubicBezTo>
                  <a:lnTo>
                    <a:pt x="1658" y="3247"/>
                  </a:lnTo>
                  <a:cubicBezTo>
                    <a:pt x="2451" y="3247"/>
                    <a:pt x="3140" y="2698"/>
                    <a:pt x="3323" y="1928"/>
                  </a:cubicBezTo>
                  <a:cubicBezTo>
                    <a:pt x="3503" y="1154"/>
                    <a:pt x="3127" y="358"/>
                    <a:pt x="2416" y="5"/>
                  </a:cubicBezTo>
                  <a:cubicBezTo>
                    <a:pt x="2411" y="2"/>
                    <a:pt x="2406" y="1"/>
                    <a:pt x="2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4" name="Google Shape;5478;p75">
            <a:extLst>
              <a:ext uri="{FF2B5EF4-FFF2-40B4-BE49-F238E27FC236}">
                <a16:creationId xmlns:a16="http://schemas.microsoft.com/office/drawing/2014/main" id="{8F14CE68-9A90-7D8E-250C-E612DB8CF5BF}"/>
              </a:ext>
            </a:extLst>
          </p:cNvPr>
          <p:cNvGrpSpPr/>
          <p:nvPr/>
        </p:nvGrpSpPr>
        <p:grpSpPr>
          <a:xfrm>
            <a:off x="7837795" y="4384579"/>
            <a:ext cx="877734" cy="648607"/>
            <a:chOff x="4256075" y="2554975"/>
            <a:chExt cx="2138727" cy="1580425"/>
          </a:xfrm>
        </p:grpSpPr>
        <p:sp>
          <p:nvSpPr>
            <p:cNvPr id="3325" name="Google Shape;5479;p75">
              <a:extLst>
                <a:ext uri="{FF2B5EF4-FFF2-40B4-BE49-F238E27FC236}">
                  <a16:creationId xmlns:a16="http://schemas.microsoft.com/office/drawing/2014/main" id="{D49603B4-FD6C-A667-909D-384B0814E249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5480;p75">
              <a:extLst>
                <a:ext uri="{FF2B5EF4-FFF2-40B4-BE49-F238E27FC236}">
                  <a16:creationId xmlns:a16="http://schemas.microsoft.com/office/drawing/2014/main" id="{3CA3B97F-37DE-B846-6511-FA49F4C14DA4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5481;p75">
              <a:extLst>
                <a:ext uri="{FF2B5EF4-FFF2-40B4-BE49-F238E27FC236}">
                  <a16:creationId xmlns:a16="http://schemas.microsoft.com/office/drawing/2014/main" id="{D8EDEAC3-1669-FB41-380D-4E1F10F065FE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5482;p75">
              <a:extLst>
                <a:ext uri="{FF2B5EF4-FFF2-40B4-BE49-F238E27FC236}">
                  <a16:creationId xmlns:a16="http://schemas.microsoft.com/office/drawing/2014/main" id="{892A01C4-0186-4315-8EBA-8B5B606A99C6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5483;p75">
              <a:extLst>
                <a:ext uri="{FF2B5EF4-FFF2-40B4-BE49-F238E27FC236}">
                  <a16:creationId xmlns:a16="http://schemas.microsoft.com/office/drawing/2014/main" id="{F951E548-164B-6171-9D09-2FDF9BD945B1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5484;p75">
              <a:extLst>
                <a:ext uri="{FF2B5EF4-FFF2-40B4-BE49-F238E27FC236}">
                  <a16:creationId xmlns:a16="http://schemas.microsoft.com/office/drawing/2014/main" id="{B8E9BB4C-623C-3C09-14A4-3D3F6FC787A3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5485;p75">
              <a:extLst>
                <a:ext uri="{FF2B5EF4-FFF2-40B4-BE49-F238E27FC236}">
                  <a16:creationId xmlns:a16="http://schemas.microsoft.com/office/drawing/2014/main" id="{D80534F7-CD33-2FB8-A071-14CFECC0F6BF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5486;p75">
              <a:extLst>
                <a:ext uri="{FF2B5EF4-FFF2-40B4-BE49-F238E27FC236}">
                  <a16:creationId xmlns:a16="http://schemas.microsoft.com/office/drawing/2014/main" id="{FF66B528-B276-3FE1-C45F-4305745CD7FC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5487;p75">
              <a:extLst>
                <a:ext uri="{FF2B5EF4-FFF2-40B4-BE49-F238E27FC236}">
                  <a16:creationId xmlns:a16="http://schemas.microsoft.com/office/drawing/2014/main" id="{087B2226-5701-FFF8-93DE-1E279E10B1DF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5488;p75">
              <a:extLst>
                <a:ext uri="{FF2B5EF4-FFF2-40B4-BE49-F238E27FC236}">
                  <a16:creationId xmlns:a16="http://schemas.microsoft.com/office/drawing/2014/main" id="{7D8AC63D-C80F-EC9A-F5BA-A059043F8D7A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5489;p75">
              <a:extLst>
                <a:ext uri="{FF2B5EF4-FFF2-40B4-BE49-F238E27FC236}">
                  <a16:creationId xmlns:a16="http://schemas.microsoft.com/office/drawing/2014/main" id="{F25E1A1E-5BC5-6F4D-7DCF-1C3239B7BBC6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5490;p75">
              <a:extLst>
                <a:ext uri="{FF2B5EF4-FFF2-40B4-BE49-F238E27FC236}">
                  <a16:creationId xmlns:a16="http://schemas.microsoft.com/office/drawing/2014/main" id="{EB1D35B1-8557-05D2-8632-9EC097380028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5491;p75">
              <a:extLst>
                <a:ext uri="{FF2B5EF4-FFF2-40B4-BE49-F238E27FC236}">
                  <a16:creationId xmlns:a16="http://schemas.microsoft.com/office/drawing/2014/main" id="{F8AF4434-4F1D-569D-6A08-F77D7B4CDEF8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5492;p75">
              <a:extLst>
                <a:ext uri="{FF2B5EF4-FFF2-40B4-BE49-F238E27FC236}">
                  <a16:creationId xmlns:a16="http://schemas.microsoft.com/office/drawing/2014/main" id="{069DE967-DD61-141E-83A2-F2ABBC592BE5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9" name="Google Shape;5513;p75">
            <a:extLst>
              <a:ext uri="{FF2B5EF4-FFF2-40B4-BE49-F238E27FC236}">
                <a16:creationId xmlns:a16="http://schemas.microsoft.com/office/drawing/2014/main" id="{1C61CAE7-DAC6-3197-B0C1-66E43897D470}"/>
              </a:ext>
            </a:extLst>
          </p:cNvPr>
          <p:cNvGrpSpPr/>
          <p:nvPr/>
        </p:nvGrpSpPr>
        <p:grpSpPr>
          <a:xfrm flipH="1">
            <a:off x="-1609082" y="4697186"/>
            <a:ext cx="747688" cy="446314"/>
            <a:chOff x="5274100" y="3743727"/>
            <a:chExt cx="880772" cy="525756"/>
          </a:xfrm>
        </p:grpSpPr>
        <p:sp>
          <p:nvSpPr>
            <p:cNvPr id="3340" name="Google Shape;5514;p75">
              <a:extLst>
                <a:ext uri="{FF2B5EF4-FFF2-40B4-BE49-F238E27FC236}">
                  <a16:creationId xmlns:a16="http://schemas.microsoft.com/office/drawing/2014/main" id="{F14159BE-327C-9FB3-9B8B-DC44AC25A7FE}"/>
                </a:ext>
              </a:extLst>
            </p:cNvPr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5515;p75">
              <a:extLst>
                <a:ext uri="{FF2B5EF4-FFF2-40B4-BE49-F238E27FC236}">
                  <a16:creationId xmlns:a16="http://schemas.microsoft.com/office/drawing/2014/main" id="{BF48CDEA-6C60-3DAD-82B1-6D036E285356}"/>
                </a:ext>
              </a:extLst>
            </p:cNvPr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5516;p75">
              <a:extLst>
                <a:ext uri="{FF2B5EF4-FFF2-40B4-BE49-F238E27FC236}">
                  <a16:creationId xmlns:a16="http://schemas.microsoft.com/office/drawing/2014/main" id="{F8523543-B032-79B3-5E27-1EB17181DEAC}"/>
                </a:ext>
              </a:extLst>
            </p:cNvPr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5517;p75">
              <a:extLst>
                <a:ext uri="{FF2B5EF4-FFF2-40B4-BE49-F238E27FC236}">
                  <a16:creationId xmlns:a16="http://schemas.microsoft.com/office/drawing/2014/main" id="{BA9C0DAF-EE9A-1A9B-4AFF-F7FE31802091}"/>
                </a:ext>
              </a:extLst>
            </p:cNvPr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5518;p75">
              <a:extLst>
                <a:ext uri="{FF2B5EF4-FFF2-40B4-BE49-F238E27FC236}">
                  <a16:creationId xmlns:a16="http://schemas.microsoft.com/office/drawing/2014/main" id="{BA7FE4C1-3847-18EE-746A-07EC775D5A65}"/>
                </a:ext>
              </a:extLst>
            </p:cNvPr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5519;p75">
              <a:extLst>
                <a:ext uri="{FF2B5EF4-FFF2-40B4-BE49-F238E27FC236}">
                  <a16:creationId xmlns:a16="http://schemas.microsoft.com/office/drawing/2014/main" id="{DC2B8515-2D9A-BBED-5B83-85B91EC1C6AA}"/>
                </a:ext>
              </a:extLst>
            </p:cNvPr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5520;p75">
              <a:extLst>
                <a:ext uri="{FF2B5EF4-FFF2-40B4-BE49-F238E27FC236}">
                  <a16:creationId xmlns:a16="http://schemas.microsoft.com/office/drawing/2014/main" id="{9FCCB5FF-A51D-BE02-FED8-9D06CC42766D}"/>
                </a:ext>
              </a:extLst>
            </p:cNvPr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5521;p75">
              <a:extLst>
                <a:ext uri="{FF2B5EF4-FFF2-40B4-BE49-F238E27FC236}">
                  <a16:creationId xmlns:a16="http://schemas.microsoft.com/office/drawing/2014/main" id="{4E74E5A8-7798-6300-F9B7-CA6F1EDA5271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5522;p75">
              <a:extLst>
                <a:ext uri="{FF2B5EF4-FFF2-40B4-BE49-F238E27FC236}">
                  <a16:creationId xmlns:a16="http://schemas.microsoft.com/office/drawing/2014/main" id="{B094C61E-38A0-FEC6-D1A4-FA78F1F04E8F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5523;p75">
              <a:extLst>
                <a:ext uri="{FF2B5EF4-FFF2-40B4-BE49-F238E27FC236}">
                  <a16:creationId xmlns:a16="http://schemas.microsoft.com/office/drawing/2014/main" id="{9BB9D2FC-4220-353C-CF42-77CE075773B9}"/>
                </a:ext>
              </a:extLst>
            </p:cNvPr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5524;p75">
              <a:extLst>
                <a:ext uri="{FF2B5EF4-FFF2-40B4-BE49-F238E27FC236}">
                  <a16:creationId xmlns:a16="http://schemas.microsoft.com/office/drawing/2014/main" id="{29C51A77-646D-6B19-20BF-77732269E0A2}"/>
                </a:ext>
              </a:extLst>
            </p:cNvPr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5525;p75">
              <a:extLst>
                <a:ext uri="{FF2B5EF4-FFF2-40B4-BE49-F238E27FC236}">
                  <a16:creationId xmlns:a16="http://schemas.microsoft.com/office/drawing/2014/main" id="{5B8B9B86-0B47-4C63-49BA-38C120B3BE25}"/>
                </a:ext>
              </a:extLst>
            </p:cNvPr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5526;p75">
              <a:extLst>
                <a:ext uri="{FF2B5EF4-FFF2-40B4-BE49-F238E27FC236}">
                  <a16:creationId xmlns:a16="http://schemas.microsoft.com/office/drawing/2014/main" id="{E73C5638-3FCC-B7D7-820D-ABEDE768AEA2}"/>
                </a:ext>
              </a:extLst>
            </p:cNvPr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5527;p75">
              <a:extLst>
                <a:ext uri="{FF2B5EF4-FFF2-40B4-BE49-F238E27FC236}">
                  <a16:creationId xmlns:a16="http://schemas.microsoft.com/office/drawing/2014/main" id="{6E23B84E-BEE9-34C2-A6CB-9096A655FC36}"/>
                </a:ext>
              </a:extLst>
            </p:cNvPr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5528;p75">
              <a:extLst>
                <a:ext uri="{FF2B5EF4-FFF2-40B4-BE49-F238E27FC236}">
                  <a16:creationId xmlns:a16="http://schemas.microsoft.com/office/drawing/2014/main" id="{9B96E0EF-5BC0-2DFA-D318-AF1DFC5B556B}"/>
                </a:ext>
              </a:extLst>
            </p:cNvPr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5529;p75">
              <a:extLst>
                <a:ext uri="{FF2B5EF4-FFF2-40B4-BE49-F238E27FC236}">
                  <a16:creationId xmlns:a16="http://schemas.microsoft.com/office/drawing/2014/main" id="{1E26DCF7-CCFF-A3C3-EB8D-5D1F280A9DE2}"/>
                </a:ext>
              </a:extLst>
            </p:cNvPr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5530;p75">
              <a:extLst>
                <a:ext uri="{FF2B5EF4-FFF2-40B4-BE49-F238E27FC236}">
                  <a16:creationId xmlns:a16="http://schemas.microsoft.com/office/drawing/2014/main" id="{2C5B39DA-9A19-9A84-4C59-C721E1374FF4}"/>
                </a:ext>
              </a:extLst>
            </p:cNvPr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5531;p75">
              <a:extLst>
                <a:ext uri="{FF2B5EF4-FFF2-40B4-BE49-F238E27FC236}">
                  <a16:creationId xmlns:a16="http://schemas.microsoft.com/office/drawing/2014/main" id="{CF8AFEFF-0094-6A89-1B87-0D3CE0315E12}"/>
                </a:ext>
              </a:extLst>
            </p:cNvPr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5532;p75">
              <a:extLst>
                <a:ext uri="{FF2B5EF4-FFF2-40B4-BE49-F238E27FC236}">
                  <a16:creationId xmlns:a16="http://schemas.microsoft.com/office/drawing/2014/main" id="{21261832-B353-9B20-F896-E51564660630}"/>
                </a:ext>
              </a:extLst>
            </p:cNvPr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5533;p75">
              <a:extLst>
                <a:ext uri="{FF2B5EF4-FFF2-40B4-BE49-F238E27FC236}">
                  <a16:creationId xmlns:a16="http://schemas.microsoft.com/office/drawing/2014/main" id="{43CAD6BF-596D-E5C8-7B79-72BD310AC3FF}"/>
                </a:ext>
              </a:extLst>
            </p:cNvPr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5534;p75">
              <a:extLst>
                <a:ext uri="{FF2B5EF4-FFF2-40B4-BE49-F238E27FC236}">
                  <a16:creationId xmlns:a16="http://schemas.microsoft.com/office/drawing/2014/main" id="{194AF78F-D352-19EF-3642-B1F8F6AADE2E}"/>
                </a:ext>
              </a:extLst>
            </p:cNvPr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5535;p75">
              <a:extLst>
                <a:ext uri="{FF2B5EF4-FFF2-40B4-BE49-F238E27FC236}">
                  <a16:creationId xmlns:a16="http://schemas.microsoft.com/office/drawing/2014/main" id="{845A8080-75CB-6C56-CE1E-DDCBAB17D2A5}"/>
                </a:ext>
              </a:extLst>
            </p:cNvPr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2" name="Google Shape;5536;p75">
            <a:extLst>
              <a:ext uri="{FF2B5EF4-FFF2-40B4-BE49-F238E27FC236}">
                <a16:creationId xmlns:a16="http://schemas.microsoft.com/office/drawing/2014/main" id="{A810B5DF-4FD3-4F1A-8BB7-169A0737153F}"/>
              </a:ext>
            </a:extLst>
          </p:cNvPr>
          <p:cNvGrpSpPr/>
          <p:nvPr/>
        </p:nvGrpSpPr>
        <p:grpSpPr>
          <a:xfrm flipH="1">
            <a:off x="7811535" y="4922152"/>
            <a:ext cx="641702" cy="221348"/>
            <a:chOff x="3010500" y="4887550"/>
            <a:chExt cx="636925" cy="219700"/>
          </a:xfrm>
        </p:grpSpPr>
        <p:sp>
          <p:nvSpPr>
            <p:cNvPr id="3363" name="Google Shape;5537;p75">
              <a:extLst>
                <a:ext uri="{FF2B5EF4-FFF2-40B4-BE49-F238E27FC236}">
                  <a16:creationId xmlns:a16="http://schemas.microsoft.com/office/drawing/2014/main" id="{DCC43E40-931F-375F-3385-1E64782F21B6}"/>
                </a:ext>
              </a:extLst>
            </p:cNvPr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5538;p75">
              <a:extLst>
                <a:ext uri="{FF2B5EF4-FFF2-40B4-BE49-F238E27FC236}">
                  <a16:creationId xmlns:a16="http://schemas.microsoft.com/office/drawing/2014/main" id="{5C01C068-7C43-0C99-7C44-18C3473669B3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5539;p75">
              <a:extLst>
                <a:ext uri="{FF2B5EF4-FFF2-40B4-BE49-F238E27FC236}">
                  <a16:creationId xmlns:a16="http://schemas.microsoft.com/office/drawing/2014/main" id="{29BAE5A5-78D4-A0A0-E875-4326FAF20C1C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5540;p75">
              <a:extLst>
                <a:ext uri="{FF2B5EF4-FFF2-40B4-BE49-F238E27FC236}">
                  <a16:creationId xmlns:a16="http://schemas.microsoft.com/office/drawing/2014/main" id="{54AF36D6-51C0-6614-DF53-B015DE4F770D}"/>
                </a:ext>
              </a:extLst>
            </p:cNvPr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5541;p75">
              <a:extLst>
                <a:ext uri="{FF2B5EF4-FFF2-40B4-BE49-F238E27FC236}">
                  <a16:creationId xmlns:a16="http://schemas.microsoft.com/office/drawing/2014/main" id="{59C6D2B1-475C-96D5-1BB3-AEAE8FDAE9E8}"/>
                </a:ext>
              </a:extLst>
            </p:cNvPr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5542;p75">
              <a:extLst>
                <a:ext uri="{FF2B5EF4-FFF2-40B4-BE49-F238E27FC236}">
                  <a16:creationId xmlns:a16="http://schemas.microsoft.com/office/drawing/2014/main" id="{CE34EEF2-59B4-920F-888A-CD60CD5E1155}"/>
                </a:ext>
              </a:extLst>
            </p:cNvPr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5543;p75">
              <a:extLst>
                <a:ext uri="{FF2B5EF4-FFF2-40B4-BE49-F238E27FC236}">
                  <a16:creationId xmlns:a16="http://schemas.microsoft.com/office/drawing/2014/main" id="{C42C1B10-7096-C7FF-551A-BF34ED0B5F7E}"/>
                </a:ext>
              </a:extLst>
            </p:cNvPr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5544;p75">
              <a:extLst>
                <a:ext uri="{FF2B5EF4-FFF2-40B4-BE49-F238E27FC236}">
                  <a16:creationId xmlns:a16="http://schemas.microsoft.com/office/drawing/2014/main" id="{1765FB26-12FE-D737-F82C-6183D5689CD3}"/>
                </a:ext>
              </a:extLst>
            </p:cNvPr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5545;p75">
              <a:extLst>
                <a:ext uri="{FF2B5EF4-FFF2-40B4-BE49-F238E27FC236}">
                  <a16:creationId xmlns:a16="http://schemas.microsoft.com/office/drawing/2014/main" id="{C0D00BE6-84A8-5501-1A85-CA9C03EABB00}"/>
                </a:ext>
              </a:extLst>
            </p:cNvPr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5546;p75">
              <a:extLst>
                <a:ext uri="{FF2B5EF4-FFF2-40B4-BE49-F238E27FC236}">
                  <a16:creationId xmlns:a16="http://schemas.microsoft.com/office/drawing/2014/main" id="{7B3741D4-DB02-51B7-F381-650E6D18953C}"/>
                </a:ext>
              </a:extLst>
            </p:cNvPr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5547;p75">
              <a:extLst>
                <a:ext uri="{FF2B5EF4-FFF2-40B4-BE49-F238E27FC236}">
                  <a16:creationId xmlns:a16="http://schemas.microsoft.com/office/drawing/2014/main" id="{FF8F47F9-4274-108E-2E74-CE703F474203}"/>
                </a:ext>
              </a:extLst>
            </p:cNvPr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5548;p75">
              <a:extLst>
                <a:ext uri="{FF2B5EF4-FFF2-40B4-BE49-F238E27FC236}">
                  <a16:creationId xmlns:a16="http://schemas.microsoft.com/office/drawing/2014/main" id="{0FF697E9-7784-5D6C-33AB-8C3176BA5A3F}"/>
                </a:ext>
              </a:extLst>
            </p:cNvPr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5549;p75">
              <a:extLst>
                <a:ext uri="{FF2B5EF4-FFF2-40B4-BE49-F238E27FC236}">
                  <a16:creationId xmlns:a16="http://schemas.microsoft.com/office/drawing/2014/main" id="{C5C59F56-AB9C-6985-D37C-26CAA0586B1D}"/>
                </a:ext>
              </a:extLst>
            </p:cNvPr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5550;p75">
              <a:extLst>
                <a:ext uri="{FF2B5EF4-FFF2-40B4-BE49-F238E27FC236}">
                  <a16:creationId xmlns:a16="http://schemas.microsoft.com/office/drawing/2014/main" id="{2AC712AA-C747-E440-5D0D-24E0F3570CC9}"/>
                </a:ext>
              </a:extLst>
            </p:cNvPr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5551;p75">
              <a:extLst>
                <a:ext uri="{FF2B5EF4-FFF2-40B4-BE49-F238E27FC236}">
                  <a16:creationId xmlns:a16="http://schemas.microsoft.com/office/drawing/2014/main" id="{9657FBE7-6CFF-7882-573E-629476F1BC07}"/>
                </a:ext>
              </a:extLst>
            </p:cNvPr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5552;p75">
              <a:extLst>
                <a:ext uri="{FF2B5EF4-FFF2-40B4-BE49-F238E27FC236}">
                  <a16:creationId xmlns:a16="http://schemas.microsoft.com/office/drawing/2014/main" id="{4CFE982E-0D0D-5ED5-AD12-3BA4F2F7760C}"/>
                </a:ext>
              </a:extLst>
            </p:cNvPr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9" name="Google Shape;5553;p75">
            <a:extLst>
              <a:ext uri="{FF2B5EF4-FFF2-40B4-BE49-F238E27FC236}">
                <a16:creationId xmlns:a16="http://schemas.microsoft.com/office/drawing/2014/main" id="{376163B1-627B-7B57-BE67-8F34E025B2B6}"/>
              </a:ext>
            </a:extLst>
          </p:cNvPr>
          <p:cNvGrpSpPr/>
          <p:nvPr/>
        </p:nvGrpSpPr>
        <p:grpSpPr>
          <a:xfrm flipH="1">
            <a:off x="822688" y="4939475"/>
            <a:ext cx="918676" cy="298338"/>
            <a:chOff x="3099775" y="2031950"/>
            <a:chExt cx="513600" cy="166800"/>
          </a:xfrm>
        </p:grpSpPr>
        <p:sp>
          <p:nvSpPr>
            <p:cNvPr id="3380" name="Google Shape;5554;p75">
              <a:extLst>
                <a:ext uri="{FF2B5EF4-FFF2-40B4-BE49-F238E27FC236}">
                  <a16:creationId xmlns:a16="http://schemas.microsoft.com/office/drawing/2014/main" id="{34DCCEFC-A330-0F37-7E46-9A57794E41DB}"/>
                </a:ext>
              </a:extLst>
            </p:cNvPr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5555;p75">
              <a:extLst>
                <a:ext uri="{FF2B5EF4-FFF2-40B4-BE49-F238E27FC236}">
                  <a16:creationId xmlns:a16="http://schemas.microsoft.com/office/drawing/2014/main" id="{E7759F5E-F088-F0B6-69BB-90120070794D}"/>
                </a:ext>
              </a:extLst>
            </p:cNvPr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5556;p75">
              <a:extLst>
                <a:ext uri="{FF2B5EF4-FFF2-40B4-BE49-F238E27FC236}">
                  <a16:creationId xmlns:a16="http://schemas.microsoft.com/office/drawing/2014/main" id="{615A253A-49E4-157E-1A3B-696B38D923CA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5557;p75">
              <a:extLst>
                <a:ext uri="{FF2B5EF4-FFF2-40B4-BE49-F238E27FC236}">
                  <a16:creationId xmlns:a16="http://schemas.microsoft.com/office/drawing/2014/main" id="{3229D5A0-15D2-4147-7BC3-5A71FCC74DB1}"/>
                </a:ext>
              </a:extLst>
            </p:cNvPr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5558;p75">
              <a:extLst>
                <a:ext uri="{FF2B5EF4-FFF2-40B4-BE49-F238E27FC236}">
                  <a16:creationId xmlns:a16="http://schemas.microsoft.com/office/drawing/2014/main" id="{A7B5D8AF-0CA6-19FF-1737-B97EE59BCEB7}"/>
                </a:ext>
              </a:extLst>
            </p:cNvPr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5559;p75">
              <a:extLst>
                <a:ext uri="{FF2B5EF4-FFF2-40B4-BE49-F238E27FC236}">
                  <a16:creationId xmlns:a16="http://schemas.microsoft.com/office/drawing/2014/main" id="{F2973764-EA14-4762-A3FB-9A80C66AF9FC}"/>
                </a:ext>
              </a:extLst>
            </p:cNvPr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5560;p75">
              <a:extLst>
                <a:ext uri="{FF2B5EF4-FFF2-40B4-BE49-F238E27FC236}">
                  <a16:creationId xmlns:a16="http://schemas.microsoft.com/office/drawing/2014/main" id="{4A7D6E53-5652-C8FC-F2AE-A5632D0FB5E7}"/>
                </a:ext>
              </a:extLst>
            </p:cNvPr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5561;p75">
              <a:extLst>
                <a:ext uri="{FF2B5EF4-FFF2-40B4-BE49-F238E27FC236}">
                  <a16:creationId xmlns:a16="http://schemas.microsoft.com/office/drawing/2014/main" id="{BFE5ACCD-AE73-C384-38F0-4AC9949B14AF}"/>
                </a:ext>
              </a:extLst>
            </p:cNvPr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5562;p75">
              <a:extLst>
                <a:ext uri="{FF2B5EF4-FFF2-40B4-BE49-F238E27FC236}">
                  <a16:creationId xmlns:a16="http://schemas.microsoft.com/office/drawing/2014/main" id="{E24BA686-4AD1-E69B-AC0C-1AA0B3F8719E}"/>
                </a:ext>
              </a:extLst>
            </p:cNvPr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5563;p75">
              <a:extLst>
                <a:ext uri="{FF2B5EF4-FFF2-40B4-BE49-F238E27FC236}">
                  <a16:creationId xmlns:a16="http://schemas.microsoft.com/office/drawing/2014/main" id="{C3AB26F8-CFDF-72DB-9443-9AF6FE464535}"/>
                </a:ext>
              </a:extLst>
            </p:cNvPr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5564;p75">
              <a:extLst>
                <a:ext uri="{FF2B5EF4-FFF2-40B4-BE49-F238E27FC236}">
                  <a16:creationId xmlns:a16="http://schemas.microsoft.com/office/drawing/2014/main" id="{92C68653-FE3E-E2BB-3498-E184658BC765}"/>
                </a:ext>
              </a:extLst>
            </p:cNvPr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5565;p75">
              <a:extLst>
                <a:ext uri="{FF2B5EF4-FFF2-40B4-BE49-F238E27FC236}">
                  <a16:creationId xmlns:a16="http://schemas.microsoft.com/office/drawing/2014/main" id="{92915727-9A45-B0C0-F3DB-7A34DBCC319E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5566;p75">
              <a:extLst>
                <a:ext uri="{FF2B5EF4-FFF2-40B4-BE49-F238E27FC236}">
                  <a16:creationId xmlns:a16="http://schemas.microsoft.com/office/drawing/2014/main" id="{CE822182-9F0F-28B8-05AE-4B5D85415DBC}"/>
                </a:ext>
              </a:extLst>
            </p:cNvPr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5567;p75">
              <a:extLst>
                <a:ext uri="{FF2B5EF4-FFF2-40B4-BE49-F238E27FC236}">
                  <a16:creationId xmlns:a16="http://schemas.microsoft.com/office/drawing/2014/main" id="{44ECDAB0-2D6D-1998-0BC5-89E4ECCBC56E}"/>
                </a:ext>
              </a:extLst>
            </p:cNvPr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5568;p75">
              <a:extLst>
                <a:ext uri="{FF2B5EF4-FFF2-40B4-BE49-F238E27FC236}">
                  <a16:creationId xmlns:a16="http://schemas.microsoft.com/office/drawing/2014/main" id="{5DB278F0-AFA6-36CF-CF7A-8EB4AE063151}"/>
                </a:ext>
              </a:extLst>
            </p:cNvPr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5569;p75">
              <a:extLst>
                <a:ext uri="{FF2B5EF4-FFF2-40B4-BE49-F238E27FC236}">
                  <a16:creationId xmlns:a16="http://schemas.microsoft.com/office/drawing/2014/main" id="{6D2EE7B1-A1C1-689D-49E6-A53600C90039}"/>
                </a:ext>
              </a:extLst>
            </p:cNvPr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5570;p75">
              <a:extLst>
                <a:ext uri="{FF2B5EF4-FFF2-40B4-BE49-F238E27FC236}">
                  <a16:creationId xmlns:a16="http://schemas.microsoft.com/office/drawing/2014/main" id="{A2DAE889-6CEE-4E12-40B0-FB32AFA73FE0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5571;p75">
              <a:extLst>
                <a:ext uri="{FF2B5EF4-FFF2-40B4-BE49-F238E27FC236}">
                  <a16:creationId xmlns:a16="http://schemas.microsoft.com/office/drawing/2014/main" id="{6857594A-A8F2-5669-FE28-B4FD5DA1D94D}"/>
                </a:ext>
              </a:extLst>
            </p:cNvPr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5572;p75">
              <a:extLst>
                <a:ext uri="{FF2B5EF4-FFF2-40B4-BE49-F238E27FC236}">
                  <a16:creationId xmlns:a16="http://schemas.microsoft.com/office/drawing/2014/main" id="{EE8CC053-15DF-ABA0-7CCD-95E0C144A1D9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5573;p75">
              <a:extLst>
                <a:ext uri="{FF2B5EF4-FFF2-40B4-BE49-F238E27FC236}">
                  <a16:creationId xmlns:a16="http://schemas.microsoft.com/office/drawing/2014/main" id="{03DF96A3-62BF-693F-6AEB-BF875C441D17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5574;p75">
              <a:extLst>
                <a:ext uri="{FF2B5EF4-FFF2-40B4-BE49-F238E27FC236}">
                  <a16:creationId xmlns:a16="http://schemas.microsoft.com/office/drawing/2014/main" id="{15BC9EC4-BB21-6A9B-8812-F285E94C3060}"/>
                </a:ext>
              </a:extLst>
            </p:cNvPr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5575;p75">
              <a:extLst>
                <a:ext uri="{FF2B5EF4-FFF2-40B4-BE49-F238E27FC236}">
                  <a16:creationId xmlns:a16="http://schemas.microsoft.com/office/drawing/2014/main" id="{0AF53FA1-A21F-570A-5A4B-D951313AF727}"/>
                </a:ext>
              </a:extLst>
            </p:cNvPr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5576;p75">
              <a:extLst>
                <a:ext uri="{FF2B5EF4-FFF2-40B4-BE49-F238E27FC236}">
                  <a16:creationId xmlns:a16="http://schemas.microsoft.com/office/drawing/2014/main" id="{B8F1D3E5-55F5-1234-DF32-906CA3836D92}"/>
                </a:ext>
              </a:extLst>
            </p:cNvPr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5577;p75">
              <a:extLst>
                <a:ext uri="{FF2B5EF4-FFF2-40B4-BE49-F238E27FC236}">
                  <a16:creationId xmlns:a16="http://schemas.microsoft.com/office/drawing/2014/main" id="{5B03E7D4-DDC9-BB4A-F2C7-A2715BC60DF0}"/>
                </a:ext>
              </a:extLst>
            </p:cNvPr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5578;p75">
              <a:extLst>
                <a:ext uri="{FF2B5EF4-FFF2-40B4-BE49-F238E27FC236}">
                  <a16:creationId xmlns:a16="http://schemas.microsoft.com/office/drawing/2014/main" id="{B321F2CC-D625-8DF6-058A-386386E366B2}"/>
                </a:ext>
              </a:extLst>
            </p:cNvPr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5579;p75">
              <a:extLst>
                <a:ext uri="{FF2B5EF4-FFF2-40B4-BE49-F238E27FC236}">
                  <a16:creationId xmlns:a16="http://schemas.microsoft.com/office/drawing/2014/main" id="{B4427262-C196-8F04-CC50-0EEC4C64DA5D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5580;p75">
              <a:extLst>
                <a:ext uri="{FF2B5EF4-FFF2-40B4-BE49-F238E27FC236}">
                  <a16:creationId xmlns:a16="http://schemas.microsoft.com/office/drawing/2014/main" id="{2982BE14-5B6E-602E-1BB4-08B804A62BF4}"/>
                </a:ext>
              </a:extLst>
            </p:cNvPr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5581;p75">
              <a:extLst>
                <a:ext uri="{FF2B5EF4-FFF2-40B4-BE49-F238E27FC236}">
                  <a16:creationId xmlns:a16="http://schemas.microsoft.com/office/drawing/2014/main" id="{A42F5DA5-CDA4-450E-0734-98E6AC617740}"/>
                </a:ext>
              </a:extLst>
            </p:cNvPr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5582;p75">
              <a:extLst>
                <a:ext uri="{FF2B5EF4-FFF2-40B4-BE49-F238E27FC236}">
                  <a16:creationId xmlns:a16="http://schemas.microsoft.com/office/drawing/2014/main" id="{C49742E6-E5FA-4725-CB1F-886CC770CBBF}"/>
                </a:ext>
              </a:extLst>
            </p:cNvPr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9" name="Google Shape;7178;p83">
            <a:extLst>
              <a:ext uri="{FF2B5EF4-FFF2-40B4-BE49-F238E27FC236}">
                <a16:creationId xmlns:a16="http://schemas.microsoft.com/office/drawing/2014/main" id="{5CBDA330-E7F1-6F25-1225-7119244EFB80}"/>
              </a:ext>
            </a:extLst>
          </p:cNvPr>
          <p:cNvGrpSpPr/>
          <p:nvPr/>
        </p:nvGrpSpPr>
        <p:grpSpPr>
          <a:xfrm>
            <a:off x="3582964" y="-504443"/>
            <a:ext cx="3634440" cy="504443"/>
            <a:chOff x="3468945" y="990512"/>
            <a:chExt cx="2949314" cy="409351"/>
          </a:xfrm>
        </p:grpSpPr>
        <p:sp>
          <p:nvSpPr>
            <p:cNvPr id="3410" name="Google Shape;7179;p83">
              <a:extLst>
                <a:ext uri="{FF2B5EF4-FFF2-40B4-BE49-F238E27FC236}">
                  <a16:creationId xmlns:a16="http://schemas.microsoft.com/office/drawing/2014/main" id="{B909FD60-A28B-38C8-67C2-E68223316161}"/>
                </a:ext>
              </a:extLst>
            </p:cNvPr>
            <p:cNvSpPr/>
            <p:nvPr/>
          </p:nvSpPr>
          <p:spPr>
            <a:xfrm>
              <a:off x="3471784" y="992487"/>
              <a:ext cx="2946475" cy="407376"/>
            </a:xfrm>
            <a:custGeom>
              <a:avLst/>
              <a:gdLst/>
              <a:ahLst/>
              <a:cxnLst/>
              <a:rect l="l" t="t" r="r" b="b"/>
              <a:pathLst>
                <a:path w="47751" h="6602" extrusionOk="0">
                  <a:moveTo>
                    <a:pt x="0" y="1378"/>
                  </a:moveTo>
                  <a:lnTo>
                    <a:pt x="10252" y="6602"/>
                  </a:lnTo>
                  <a:lnTo>
                    <a:pt x="47751" y="6602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dk1">
                <a:alpha val="139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7180;p83">
              <a:extLst>
                <a:ext uri="{FF2B5EF4-FFF2-40B4-BE49-F238E27FC236}">
                  <a16:creationId xmlns:a16="http://schemas.microsoft.com/office/drawing/2014/main" id="{5EE897EB-1332-E938-F84A-AE1E0ACFCA36}"/>
                </a:ext>
              </a:extLst>
            </p:cNvPr>
            <p:cNvSpPr/>
            <p:nvPr/>
          </p:nvSpPr>
          <p:spPr>
            <a:xfrm>
              <a:off x="3471784" y="992487"/>
              <a:ext cx="2053357" cy="94224"/>
            </a:xfrm>
            <a:custGeom>
              <a:avLst/>
              <a:gdLst/>
              <a:ahLst/>
              <a:cxnLst/>
              <a:rect l="l" t="t" r="r" b="b"/>
              <a:pathLst>
                <a:path w="3327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33276" y="1526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7181;p83">
              <a:extLst>
                <a:ext uri="{FF2B5EF4-FFF2-40B4-BE49-F238E27FC236}">
                  <a16:creationId xmlns:a16="http://schemas.microsoft.com/office/drawing/2014/main" id="{C1DFEBD9-77E5-8670-9644-A105213EF6F9}"/>
                </a:ext>
              </a:extLst>
            </p:cNvPr>
            <p:cNvSpPr/>
            <p:nvPr/>
          </p:nvSpPr>
          <p:spPr>
            <a:xfrm>
              <a:off x="3469562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6" y="65"/>
                  </a:moveTo>
                  <a:lnTo>
                    <a:pt x="33276" y="1522"/>
                  </a:lnTo>
                  <a:lnTo>
                    <a:pt x="69" y="1522"/>
                  </a:lnTo>
                  <a:lnTo>
                    <a:pt x="69" y="65"/>
                  </a:lnTo>
                  <a:close/>
                  <a:moveTo>
                    <a:pt x="36" y="0"/>
                  </a:moveTo>
                  <a:cubicBezTo>
                    <a:pt x="18" y="0"/>
                    <a:pt x="0" y="15"/>
                    <a:pt x="4" y="33"/>
                  </a:cubicBezTo>
                  <a:lnTo>
                    <a:pt x="4" y="1558"/>
                  </a:lnTo>
                  <a:cubicBezTo>
                    <a:pt x="4" y="1576"/>
                    <a:pt x="18" y="1591"/>
                    <a:pt x="36" y="1591"/>
                  </a:cubicBezTo>
                  <a:lnTo>
                    <a:pt x="33309" y="1591"/>
                  </a:lnTo>
                  <a:cubicBezTo>
                    <a:pt x="33327" y="1591"/>
                    <a:pt x="33341" y="1576"/>
                    <a:pt x="33341" y="1558"/>
                  </a:cubicBezTo>
                  <a:lnTo>
                    <a:pt x="33341" y="33"/>
                  </a:lnTo>
                  <a:cubicBezTo>
                    <a:pt x="33341" y="15"/>
                    <a:pt x="33327" y="0"/>
                    <a:pt x="3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7182;p83">
              <a:extLst>
                <a:ext uri="{FF2B5EF4-FFF2-40B4-BE49-F238E27FC236}">
                  <a16:creationId xmlns:a16="http://schemas.microsoft.com/office/drawing/2014/main" id="{9432EAD5-61BF-B9FE-2D97-736A4AE46AA0}"/>
                </a:ext>
              </a:extLst>
            </p:cNvPr>
            <p:cNvSpPr/>
            <p:nvPr/>
          </p:nvSpPr>
          <p:spPr>
            <a:xfrm>
              <a:off x="3471784" y="1086648"/>
              <a:ext cx="2053357" cy="26163"/>
            </a:xfrm>
            <a:custGeom>
              <a:avLst/>
              <a:gdLst/>
              <a:ahLst/>
              <a:cxnLst/>
              <a:rect l="l" t="t" r="r" b="b"/>
              <a:pathLst>
                <a:path w="33277" h="424" extrusionOk="0">
                  <a:moveTo>
                    <a:pt x="0" y="0"/>
                  </a:moveTo>
                  <a:lnTo>
                    <a:pt x="2520" y="423"/>
                  </a:lnTo>
                  <a:lnTo>
                    <a:pt x="30753" y="423"/>
                  </a:lnTo>
                  <a:lnTo>
                    <a:pt x="3327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7183;p83">
              <a:extLst>
                <a:ext uri="{FF2B5EF4-FFF2-40B4-BE49-F238E27FC236}">
                  <a16:creationId xmlns:a16="http://schemas.microsoft.com/office/drawing/2014/main" id="{AF598DEC-6F71-D76E-EE13-F05713085047}"/>
                </a:ext>
              </a:extLst>
            </p:cNvPr>
            <p:cNvSpPr/>
            <p:nvPr/>
          </p:nvSpPr>
          <p:spPr>
            <a:xfrm>
              <a:off x="3468945" y="1084612"/>
              <a:ext cx="2058787" cy="30174"/>
            </a:xfrm>
            <a:custGeom>
              <a:avLst/>
              <a:gdLst/>
              <a:ahLst/>
              <a:cxnLst/>
              <a:rect l="l" t="t" r="r" b="b"/>
              <a:pathLst>
                <a:path w="33365" h="489" extrusionOk="0">
                  <a:moveTo>
                    <a:pt x="32914" y="66"/>
                  </a:moveTo>
                  <a:lnTo>
                    <a:pt x="30795" y="420"/>
                  </a:lnTo>
                  <a:lnTo>
                    <a:pt x="2570" y="420"/>
                  </a:lnTo>
                  <a:lnTo>
                    <a:pt x="455" y="66"/>
                  </a:lnTo>
                  <a:close/>
                  <a:moveTo>
                    <a:pt x="43" y="1"/>
                  </a:moveTo>
                  <a:cubicBezTo>
                    <a:pt x="3" y="1"/>
                    <a:pt x="0" y="59"/>
                    <a:pt x="39" y="66"/>
                  </a:cubicBezTo>
                  <a:lnTo>
                    <a:pt x="2562" y="489"/>
                  </a:lnTo>
                  <a:lnTo>
                    <a:pt x="30803" y="489"/>
                  </a:lnTo>
                  <a:lnTo>
                    <a:pt x="33326" y="66"/>
                  </a:lnTo>
                  <a:cubicBezTo>
                    <a:pt x="33364" y="59"/>
                    <a:pt x="33362" y="1"/>
                    <a:pt x="33322" y="1"/>
                  </a:cubicBezTo>
                  <a:cubicBezTo>
                    <a:pt x="33321" y="1"/>
                    <a:pt x="33320" y="1"/>
                    <a:pt x="33319" y="1"/>
                  </a:cubicBezTo>
                  <a:lnTo>
                    <a:pt x="46" y="1"/>
                  </a:lnTo>
                  <a:cubicBezTo>
                    <a:pt x="45" y="1"/>
                    <a:pt x="44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7184;p83">
              <a:extLst>
                <a:ext uri="{FF2B5EF4-FFF2-40B4-BE49-F238E27FC236}">
                  <a16:creationId xmlns:a16="http://schemas.microsoft.com/office/drawing/2014/main" id="{BD387662-93B7-9422-B215-248004FD8606}"/>
                </a:ext>
              </a:extLst>
            </p:cNvPr>
            <p:cNvSpPr/>
            <p:nvPr/>
          </p:nvSpPr>
          <p:spPr>
            <a:xfrm>
              <a:off x="3769572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7185;p83">
              <a:extLst>
                <a:ext uri="{FF2B5EF4-FFF2-40B4-BE49-F238E27FC236}">
                  <a16:creationId xmlns:a16="http://schemas.microsoft.com/office/drawing/2014/main" id="{BFDB57E1-E951-FB2F-3DA0-1E995BD6FDEF}"/>
                </a:ext>
              </a:extLst>
            </p:cNvPr>
            <p:cNvSpPr/>
            <p:nvPr/>
          </p:nvSpPr>
          <p:spPr>
            <a:xfrm>
              <a:off x="3778951" y="1234062"/>
              <a:ext cx="102862" cy="61643"/>
            </a:xfrm>
            <a:custGeom>
              <a:avLst/>
              <a:gdLst/>
              <a:ahLst/>
              <a:cxnLst/>
              <a:rect l="l" t="t" r="r" b="b"/>
              <a:pathLst>
                <a:path w="1667" h="999" extrusionOk="0">
                  <a:moveTo>
                    <a:pt x="1667" y="847"/>
                  </a:moveTo>
                  <a:lnTo>
                    <a:pt x="0" y="1"/>
                  </a:lnTo>
                  <a:lnTo>
                    <a:pt x="0" y="999"/>
                  </a:lnTo>
                  <a:lnTo>
                    <a:pt x="1667" y="999"/>
                  </a:ln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7186;p83">
              <a:extLst>
                <a:ext uri="{FF2B5EF4-FFF2-40B4-BE49-F238E27FC236}">
                  <a16:creationId xmlns:a16="http://schemas.microsoft.com/office/drawing/2014/main" id="{A6D4A30D-CD90-10FC-3589-31B0AB84D61A}"/>
                </a:ext>
              </a:extLst>
            </p:cNvPr>
            <p:cNvSpPr/>
            <p:nvPr/>
          </p:nvSpPr>
          <p:spPr>
            <a:xfrm>
              <a:off x="3767536" y="1110528"/>
              <a:ext cx="116314" cy="197888"/>
            </a:xfrm>
            <a:custGeom>
              <a:avLst/>
              <a:gdLst/>
              <a:ahLst/>
              <a:cxnLst/>
              <a:rect l="l" t="t" r="r" b="b"/>
              <a:pathLst>
                <a:path w="1885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69" y="3142"/>
                  </a:lnTo>
                  <a:lnTo>
                    <a:pt x="69" y="69"/>
                  </a:lnTo>
                  <a:close/>
                  <a:moveTo>
                    <a:pt x="33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3" y="3207"/>
                  </a:cubicBezTo>
                  <a:lnTo>
                    <a:pt x="1852" y="3207"/>
                  </a:lnTo>
                  <a:cubicBezTo>
                    <a:pt x="1870" y="3207"/>
                    <a:pt x="1884" y="3192"/>
                    <a:pt x="1884" y="3174"/>
                  </a:cubicBezTo>
                  <a:lnTo>
                    <a:pt x="1884" y="36"/>
                  </a:lnTo>
                  <a:cubicBezTo>
                    <a:pt x="1884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7187;p83">
              <a:extLst>
                <a:ext uri="{FF2B5EF4-FFF2-40B4-BE49-F238E27FC236}">
                  <a16:creationId xmlns:a16="http://schemas.microsoft.com/office/drawing/2014/main" id="{46EC43B0-95B4-87E8-56A7-DF0842957652}"/>
                </a:ext>
              </a:extLst>
            </p:cNvPr>
            <p:cNvSpPr/>
            <p:nvPr/>
          </p:nvSpPr>
          <p:spPr>
            <a:xfrm>
              <a:off x="3692626" y="1103556"/>
              <a:ext cx="194803" cy="11230"/>
            </a:xfrm>
            <a:custGeom>
              <a:avLst/>
              <a:gdLst/>
              <a:ahLst/>
              <a:cxnLst/>
              <a:rect l="l" t="t" r="r" b="b"/>
              <a:pathLst>
                <a:path w="3157" h="182" extrusionOk="0">
                  <a:moveTo>
                    <a:pt x="1902" y="66"/>
                  </a:moveTo>
                  <a:lnTo>
                    <a:pt x="2400" y="113"/>
                  </a:lnTo>
                  <a:lnTo>
                    <a:pt x="1255" y="113"/>
                  </a:lnTo>
                  <a:lnTo>
                    <a:pt x="752" y="66"/>
                  </a:lnTo>
                  <a:close/>
                  <a:moveTo>
                    <a:pt x="27" y="1"/>
                  </a:moveTo>
                  <a:cubicBezTo>
                    <a:pt x="12" y="1"/>
                    <a:pt x="0" y="14"/>
                    <a:pt x="0" y="34"/>
                  </a:cubicBezTo>
                  <a:cubicBezTo>
                    <a:pt x="0" y="48"/>
                    <a:pt x="11" y="66"/>
                    <a:pt x="29" y="66"/>
                  </a:cubicBezTo>
                  <a:lnTo>
                    <a:pt x="1251" y="182"/>
                  </a:lnTo>
                  <a:lnTo>
                    <a:pt x="3123" y="182"/>
                  </a:lnTo>
                  <a:cubicBezTo>
                    <a:pt x="3142" y="182"/>
                    <a:pt x="3152" y="167"/>
                    <a:pt x="3156" y="149"/>
                  </a:cubicBezTo>
                  <a:cubicBezTo>
                    <a:pt x="3156" y="131"/>
                    <a:pt x="3142" y="117"/>
                    <a:pt x="3123" y="113"/>
                  </a:cubicBezTo>
                  <a:lnTo>
                    <a:pt x="1905" y="1"/>
                  </a:lnTo>
                  <a:lnTo>
                    <a:pt x="33" y="1"/>
                  </a:lnTo>
                  <a:cubicBezTo>
                    <a:pt x="31" y="1"/>
                    <a:pt x="29" y="1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7188;p83">
              <a:extLst>
                <a:ext uri="{FF2B5EF4-FFF2-40B4-BE49-F238E27FC236}">
                  <a16:creationId xmlns:a16="http://schemas.microsoft.com/office/drawing/2014/main" id="{B89DA66C-AC01-C6D1-4152-40360906401B}"/>
                </a:ext>
              </a:extLst>
            </p:cNvPr>
            <p:cNvSpPr/>
            <p:nvPr/>
          </p:nvSpPr>
          <p:spPr>
            <a:xfrm>
              <a:off x="3809742" y="1240973"/>
              <a:ext cx="25237" cy="28878"/>
            </a:xfrm>
            <a:custGeom>
              <a:avLst/>
              <a:gdLst/>
              <a:ahLst/>
              <a:cxnLst/>
              <a:rect l="l" t="t" r="r" b="b"/>
              <a:pathLst>
                <a:path w="409" h="468" extrusionOk="0">
                  <a:moveTo>
                    <a:pt x="206" y="1"/>
                  </a:moveTo>
                  <a:cubicBezTo>
                    <a:pt x="90" y="1"/>
                    <a:pt x="0" y="106"/>
                    <a:pt x="0" y="236"/>
                  </a:cubicBezTo>
                  <a:cubicBezTo>
                    <a:pt x="0" y="362"/>
                    <a:pt x="90" y="467"/>
                    <a:pt x="206" y="467"/>
                  </a:cubicBezTo>
                  <a:cubicBezTo>
                    <a:pt x="318" y="467"/>
                    <a:pt x="408" y="362"/>
                    <a:pt x="408" y="236"/>
                  </a:cubicBezTo>
                  <a:cubicBezTo>
                    <a:pt x="408" y="106"/>
                    <a:pt x="318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7189;p83">
              <a:extLst>
                <a:ext uri="{FF2B5EF4-FFF2-40B4-BE49-F238E27FC236}">
                  <a16:creationId xmlns:a16="http://schemas.microsoft.com/office/drawing/2014/main" id="{438EFC52-7193-6180-13C1-1F3F81A6FCAA}"/>
                </a:ext>
              </a:extLst>
            </p:cNvPr>
            <p:cNvSpPr/>
            <p:nvPr/>
          </p:nvSpPr>
          <p:spPr>
            <a:xfrm>
              <a:off x="5139608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7190;p83">
              <a:extLst>
                <a:ext uri="{FF2B5EF4-FFF2-40B4-BE49-F238E27FC236}">
                  <a16:creationId xmlns:a16="http://schemas.microsoft.com/office/drawing/2014/main" id="{13942415-E8B3-41BA-478B-486BDDC0D54D}"/>
                </a:ext>
              </a:extLst>
            </p:cNvPr>
            <p:cNvSpPr/>
            <p:nvPr/>
          </p:nvSpPr>
          <p:spPr>
            <a:xfrm>
              <a:off x="5137572" y="1110528"/>
              <a:ext cx="116499" cy="197888"/>
            </a:xfrm>
            <a:custGeom>
              <a:avLst/>
              <a:gdLst/>
              <a:ahLst/>
              <a:cxnLst/>
              <a:rect l="l" t="t" r="r" b="b"/>
              <a:pathLst>
                <a:path w="1888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70" y="3142"/>
                  </a:lnTo>
                  <a:lnTo>
                    <a:pt x="70" y="69"/>
                  </a:lnTo>
                  <a:close/>
                  <a:moveTo>
                    <a:pt x="37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7" y="3207"/>
                  </a:cubicBezTo>
                  <a:lnTo>
                    <a:pt x="1852" y="3207"/>
                  </a:lnTo>
                  <a:cubicBezTo>
                    <a:pt x="1870" y="3207"/>
                    <a:pt x="1888" y="3192"/>
                    <a:pt x="1888" y="3174"/>
                  </a:cubicBezTo>
                  <a:lnTo>
                    <a:pt x="1888" y="36"/>
                  </a:lnTo>
                  <a:cubicBezTo>
                    <a:pt x="1888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7191;p83">
              <a:extLst>
                <a:ext uri="{FF2B5EF4-FFF2-40B4-BE49-F238E27FC236}">
                  <a16:creationId xmlns:a16="http://schemas.microsoft.com/office/drawing/2014/main" id="{47C3F83F-EA15-C57F-31F1-12B83D5B8A77}"/>
                </a:ext>
              </a:extLst>
            </p:cNvPr>
            <p:cNvSpPr/>
            <p:nvPr/>
          </p:nvSpPr>
          <p:spPr>
            <a:xfrm>
              <a:off x="5133376" y="1102260"/>
              <a:ext cx="187398" cy="12526"/>
            </a:xfrm>
            <a:custGeom>
              <a:avLst/>
              <a:gdLst/>
              <a:ahLst/>
              <a:cxnLst/>
              <a:rect l="l" t="t" r="r" b="b"/>
              <a:pathLst>
                <a:path w="3037" h="203" extrusionOk="0">
                  <a:moveTo>
                    <a:pt x="2458" y="65"/>
                  </a:moveTo>
                  <a:lnTo>
                    <a:pt x="1920" y="134"/>
                  </a:lnTo>
                  <a:lnTo>
                    <a:pt x="582" y="134"/>
                  </a:lnTo>
                  <a:lnTo>
                    <a:pt x="1117" y="65"/>
                  </a:lnTo>
                  <a:close/>
                  <a:moveTo>
                    <a:pt x="1114" y="0"/>
                  </a:moveTo>
                  <a:lnTo>
                    <a:pt x="44" y="134"/>
                  </a:lnTo>
                  <a:cubicBezTo>
                    <a:pt x="0" y="141"/>
                    <a:pt x="4" y="203"/>
                    <a:pt x="47" y="203"/>
                  </a:cubicBezTo>
                  <a:lnTo>
                    <a:pt x="1923" y="203"/>
                  </a:lnTo>
                  <a:lnTo>
                    <a:pt x="2997" y="69"/>
                  </a:lnTo>
                  <a:cubicBezTo>
                    <a:pt x="3037" y="62"/>
                    <a:pt x="3033" y="0"/>
                    <a:pt x="2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7192;p83">
              <a:extLst>
                <a:ext uri="{FF2B5EF4-FFF2-40B4-BE49-F238E27FC236}">
                  <a16:creationId xmlns:a16="http://schemas.microsoft.com/office/drawing/2014/main" id="{C5FD2C4F-088D-D041-2E73-B39FD8C5FE50}"/>
                </a:ext>
              </a:extLst>
            </p:cNvPr>
            <p:cNvSpPr/>
            <p:nvPr/>
          </p:nvSpPr>
          <p:spPr>
            <a:xfrm>
              <a:off x="5186442" y="1240973"/>
              <a:ext cx="25299" cy="28878"/>
            </a:xfrm>
            <a:custGeom>
              <a:avLst/>
              <a:gdLst/>
              <a:ahLst/>
              <a:cxnLst/>
              <a:rect l="l" t="t" r="r" b="b"/>
              <a:pathLst>
                <a:path w="410" h="468" extrusionOk="0">
                  <a:moveTo>
                    <a:pt x="207" y="1"/>
                  </a:moveTo>
                  <a:cubicBezTo>
                    <a:pt x="91" y="1"/>
                    <a:pt x="1" y="106"/>
                    <a:pt x="1" y="236"/>
                  </a:cubicBezTo>
                  <a:cubicBezTo>
                    <a:pt x="1" y="362"/>
                    <a:pt x="91" y="467"/>
                    <a:pt x="207" y="467"/>
                  </a:cubicBezTo>
                  <a:cubicBezTo>
                    <a:pt x="319" y="467"/>
                    <a:pt x="409" y="362"/>
                    <a:pt x="409" y="236"/>
                  </a:cubicBezTo>
                  <a:cubicBezTo>
                    <a:pt x="409" y="106"/>
                    <a:pt x="319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7193;p83">
              <a:extLst>
                <a:ext uri="{FF2B5EF4-FFF2-40B4-BE49-F238E27FC236}">
                  <a16:creationId xmlns:a16="http://schemas.microsoft.com/office/drawing/2014/main" id="{36F53267-1A9A-6911-C6BD-BE48F4136DFF}"/>
                </a:ext>
              </a:extLst>
            </p:cNvPr>
            <p:cNvSpPr/>
            <p:nvPr/>
          </p:nvSpPr>
          <p:spPr>
            <a:xfrm>
              <a:off x="3471615" y="992475"/>
              <a:ext cx="2053377" cy="94224"/>
            </a:xfrm>
            <a:custGeom>
              <a:avLst/>
              <a:gdLst/>
              <a:ahLst/>
              <a:cxnLst/>
              <a:rect l="l" t="t" r="r" b="b"/>
              <a:pathLst>
                <a:path w="200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2007" y="1526"/>
                  </a:lnTo>
                  <a:lnTo>
                    <a:pt x="200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1000">
                  <a:schemeClr val="accent1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7194;p83">
              <a:extLst>
                <a:ext uri="{FF2B5EF4-FFF2-40B4-BE49-F238E27FC236}">
                  <a16:creationId xmlns:a16="http://schemas.microsoft.com/office/drawing/2014/main" id="{2AFD1F06-E62F-7A29-1A8C-8931EC5C260C}"/>
                </a:ext>
              </a:extLst>
            </p:cNvPr>
            <p:cNvSpPr/>
            <p:nvPr/>
          </p:nvSpPr>
          <p:spPr>
            <a:xfrm>
              <a:off x="3469747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3" y="65"/>
                  </a:moveTo>
                  <a:lnTo>
                    <a:pt x="33273" y="1522"/>
                  </a:lnTo>
                  <a:lnTo>
                    <a:pt x="66" y="1522"/>
                  </a:lnTo>
                  <a:lnTo>
                    <a:pt x="66" y="65"/>
                  </a:lnTo>
                  <a:close/>
                  <a:moveTo>
                    <a:pt x="1" y="0"/>
                  </a:moveTo>
                  <a:lnTo>
                    <a:pt x="1" y="1591"/>
                  </a:lnTo>
                  <a:lnTo>
                    <a:pt x="33342" y="1591"/>
                  </a:lnTo>
                  <a:lnTo>
                    <a:pt x="33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6" name="Google Shape;7195;p83">
            <a:extLst>
              <a:ext uri="{FF2B5EF4-FFF2-40B4-BE49-F238E27FC236}">
                <a16:creationId xmlns:a16="http://schemas.microsoft.com/office/drawing/2014/main" id="{EA3C7330-D4B8-CA6B-9BD7-C553D184CEA8}"/>
              </a:ext>
            </a:extLst>
          </p:cNvPr>
          <p:cNvGrpSpPr/>
          <p:nvPr/>
        </p:nvGrpSpPr>
        <p:grpSpPr>
          <a:xfrm>
            <a:off x="5384264" y="-864874"/>
            <a:ext cx="319938" cy="360412"/>
            <a:chOff x="4181675" y="698025"/>
            <a:chExt cx="259627" cy="292471"/>
          </a:xfrm>
        </p:grpSpPr>
        <p:sp>
          <p:nvSpPr>
            <p:cNvPr id="3427" name="Google Shape;7196;p83">
              <a:extLst>
                <a:ext uri="{FF2B5EF4-FFF2-40B4-BE49-F238E27FC236}">
                  <a16:creationId xmlns:a16="http://schemas.microsoft.com/office/drawing/2014/main" id="{64E28361-287E-1A42-BCDE-1A55824EEFDF}"/>
                </a:ext>
              </a:extLst>
            </p:cNvPr>
            <p:cNvSpPr/>
            <p:nvPr/>
          </p:nvSpPr>
          <p:spPr>
            <a:xfrm>
              <a:off x="4348267" y="771841"/>
              <a:ext cx="91382" cy="115501"/>
            </a:xfrm>
            <a:custGeom>
              <a:avLst/>
              <a:gdLst/>
              <a:ahLst/>
              <a:cxnLst/>
              <a:rect l="l" t="t" r="r" b="b"/>
              <a:pathLst>
                <a:path w="1769" h="2236" extrusionOk="0">
                  <a:moveTo>
                    <a:pt x="1178" y="1"/>
                  </a:moveTo>
                  <a:cubicBezTo>
                    <a:pt x="853" y="1"/>
                    <a:pt x="478" y="283"/>
                    <a:pt x="239" y="737"/>
                  </a:cubicBezTo>
                  <a:lnTo>
                    <a:pt x="619" y="914"/>
                  </a:lnTo>
                  <a:cubicBezTo>
                    <a:pt x="818" y="535"/>
                    <a:pt x="1072" y="401"/>
                    <a:pt x="1171" y="401"/>
                  </a:cubicBezTo>
                  <a:cubicBezTo>
                    <a:pt x="1180" y="401"/>
                    <a:pt x="1187" y="402"/>
                    <a:pt x="1193" y="404"/>
                  </a:cubicBezTo>
                  <a:cubicBezTo>
                    <a:pt x="1269" y="429"/>
                    <a:pt x="1342" y="700"/>
                    <a:pt x="1324" y="1019"/>
                  </a:cubicBezTo>
                  <a:cubicBezTo>
                    <a:pt x="1309" y="1214"/>
                    <a:pt x="1208" y="1781"/>
                    <a:pt x="915" y="1832"/>
                  </a:cubicBezTo>
                  <a:cubicBezTo>
                    <a:pt x="900" y="1835"/>
                    <a:pt x="884" y="1836"/>
                    <a:pt x="868" y="1836"/>
                  </a:cubicBezTo>
                  <a:cubicBezTo>
                    <a:pt x="702" y="1836"/>
                    <a:pt x="503" y="1703"/>
                    <a:pt x="351" y="1496"/>
                  </a:cubicBezTo>
                  <a:lnTo>
                    <a:pt x="1" y="1720"/>
                  </a:lnTo>
                  <a:cubicBezTo>
                    <a:pt x="232" y="2046"/>
                    <a:pt x="556" y="2235"/>
                    <a:pt x="865" y="2235"/>
                  </a:cubicBezTo>
                  <a:cubicBezTo>
                    <a:pt x="884" y="2235"/>
                    <a:pt x="903" y="2235"/>
                    <a:pt x="922" y="2233"/>
                  </a:cubicBezTo>
                  <a:cubicBezTo>
                    <a:pt x="944" y="2233"/>
                    <a:pt x="966" y="2230"/>
                    <a:pt x="984" y="2226"/>
                  </a:cubicBezTo>
                  <a:cubicBezTo>
                    <a:pt x="1645" y="2118"/>
                    <a:pt x="1736" y="1221"/>
                    <a:pt x="1747" y="1040"/>
                  </a:cubicBezTo>
                  <a:cubicBezTo>
                    <a:pt x="1757" y="838"/>
                    <a:pt x="1768" y="165"/>
                    <a:pt x="1334" y="24"/>
                  </a:cubicBezTo>
                  <a:cubicBezTo>
                    <a:pt x="1284" y="9"/>
                    <a:pt x="1232" y="1"/>
                    <a:pt x="1178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7197;p83">
              <a:extLst>
                <a:ext uri="{FF2B5EF4-FFF2-40B4-BE49-F238E27FC236}">
                  <a16:creationId xmlns:a16="http://schemas.microsoft.com/office/drawing/2014/main" id="{3114CCBB-0C92-3B89-71BA-C056FC9B603B}"/>
                </a:ext>
              </a:extLst>
            </p:cNvPr>
            <p:cNvSpPr/>
            <p:nvPr/>
          </p:nvSpPr>
          <p:spPr>
            <a:xfrm>
              <a:off x="4346407" y="770085"/>
              <a:ext cx="94895" cy="119013"/>
            </a:xfrm>
            <a:custGeom>
              <a:avLst/>
              <a:gdLst/>
              <a:ahLst/>
              <a:cxnLst/>
              <a:rect l="l" t="t" r="r" b="b"/>
              <a:pathLst>
                <a:path w="1837" h="2304" extrusionOk="0">
                  <a:moveTo>
                    <a:pt x="1211" y="68"/>
                  </a:moveTo>
                  <a:cubicBezTo>
                    <a:pt x="1262" y="68"/>
                    <a:pt x="1312" y="75"/>
                    <a:pt x="1360" y="91"/>
                  </a:cubicBezTo>
                  <a:cubicBezTo>
                    <a:pt x="1772" y="225"/>
                    <a:pt x="1761" y="875"/>
                    <a:pt x="1750" y="1071"/>
                  </a:cubicBezTo>
                  <a:cubicBezTo>
                    <a:pt x="1739" y="1244"/>
                    <a:pt x="1649" y="2123"/>
                    <a:pt x="1016" y="2224"/>
                  </a:cubicBezTo>
                  <a:cubicBezTo>
                    <a:pt x="998" y="2227"/>
                    <a:pt x="976" y="2231"/>
                    <a:pt x="958" y="2231"/>
                  </a:cubicBezTo>
                  <a:cubicBezTo>
                    <a:pt x="937" y="2233"/>
                    <a:pt x="915" y="2234"/>
                    <a:pt x="893" y="2234"/>
                  </a:cubicBezTo>
                  <a:cubicBezTo>
                    <a:pt x="602" y="2234"/>
                    <a:pt x="305" y="2057"/>
                    <a:pt x="84" y="1761"/>
                  </a:cubicBezTo>
                  <a:lnTo>
                    <a:pt x="376" y="1573"/>
                  </a:lnTo>
                  <a:cubicBezTo>
                    <a:pt x="533" y="1779"/>
                    <a:pt x="732" y="1903"/>
                    <a:pt x="902" y="1903"/>
                  </a:cubicBezTo>
                  <a:cubicBezTo>
                    <a:pt x="920" y="1903"/>
                    <a:pt x="938" y="1901"/>
                    <a:pt x="955" y="1898"/>
                  </a:cubicBezTo>
                  <a:cubicBezTo>
                    <a:pt x="1273" y="1848"/>
                    <a:pt x="1378" y="1273"/>
                    <a:pt x="1392" y="1056"/>
                  </a:cubicBezTo>
                  <a:cubicBezTo>
                    <a:pt x="1410" y="771"/>
                    <a:pt x="1352" y="442"/>
                    <a:pt x="1240" y="405"/>
                  </a:cubicBezTo>
                  <a:cubicBezTo>
                    <a:pt x="1231" y="403"/>
                    <a:pt x="1221" y="401"/>
                    <a:pt x="1209" y="401"/>
                  </a:cubicBezTo>
                  <a:cubicBezTo>
                    <a:pt x="1091" y="401"/>
                    <a:pt x="834" y="552"/>
                    <a:pt x="637" y="904"/>
                  </a:cubicBezTo>
                  <a:lnTo>
                    <a:pt x="322" y="753"/>
                  </a:lnTo>
                  <a:cubicBezTo>
                    <a:pt x="557" y="332"/>
                    <a:pt x="908" y="68"/>
                    <a:pt x="1211" y="68"/>
                  </a:cubicBezTo>
                  <a:close/>
                  <a:moveTo>
                    <a:pt x="1214" y="0"/>
                  </a:moveTo>
                  <a:cubicBezTo>
                    <a:pt x="877" y="0"/>
                    <a:pt x="490" y="289"/>
                    <a:pt x="243" y="753"/>
                  </a:cubicBezTo>
                  <a:cubicBezTo>
                    <a:pt x="239" y="763"/>
                    <a:pt x="239" y="771"/>
                    <a:pt x="243" y="781"/>
                  </a:cubicBezTo>
                  <a:cubicBezTo>
                    <a:pt x="243" y="789"/>
                    <a:pt x="250" y="796"/>
                    <a:pt x="261" y="800"/>
                  </a:cubicBezTo>
                  <a:lnTo>
                    <a:pt x="637" y="977"/>
                  </a:lnTo>
                  <a:cubicBezTo>
                    <a:pt x="642" y="980"/>
                    <a:pt x="649" y="982"/>
                    <a:pt x="655" y="982"/>
                  </a:cubicBezTo>
                  <a:cubicBezTo>
                    <a:pt x="667" y="982"/>
                    <a:pt x="679" y="974"/>
                    <a:pt x="684" y="962"/>
                  </a:cubicBezTo>
                  <a:cubicBezTo>
                    <a:pt x="893" y="571"/>
                    <a:pt x="1143" y="469"/>
                    <a:pt x="1208" y="469"/>
                  </a:cubicBezTo>
                  <a:cubicBezTo>
                    <a:pt x="1212" y="469"/>
                    <a:pt x="1216" y="470"/>
                    <a:pt x="1219" y="471"/>
                  </a:cubicBezTo>
                  <a:cubicBezTo>
                    <a:pt x="1262" y="485"/>
                    <a:pt x="1345" y="716"/>
                    <a:pt x="1323" y="1049"/>
                  </a:cubicBezTo>
                  <a:cubicBezTo>
                    <a:pt x="1305" y="1288"/>
                    <a:pt x="1197" y="1790"/>
                    <a:pt x="944" y="1830"/>
                  </a:cubicBezTo>
                  <a:cubicBezTo>
                    <a:pt x="929" y="1832"/>
                    <a:pt x="914" y="1834"/>
                    <a:pt x="898" y="1834"/>
                  </a:cubicBezTo>
                  <a:cubicBezTo>
                    <a:pt x="746" y="1834"/>
                    <a:pt x="557" y="1708"/>
                    <a:pt x="416" y="1508"/>
                  </a:cubicBezTo>
                  <a:cubicBezTo>
                    <a:pt x="410" y="1499"/>
                    <a:pt x="399" y="1495"/>
                    <a:pt x="388" y="1495"/>
                  </a:cubicBezTo>
                  <a:cubicBezTo>
                    <a:pt x="382" y="1495"/>
                    <a:pt x="375" y="1497"/>
                    <a:pt x="369" y="1501"/>
                  </a:cubicBezTo>
                  <a:lnTo>
                    <a:pt x="18" y="1725"/>
                  </a:lnTo>
                  <a:cubicBezTo>
                    <a:pt x="8" y="1729"/>
                    <a:pt x="4" y="1739"/>
                    <a:pt x="4" y="1747"/>
                  </a:cubicBezTo>
                  <a:cubicBezTo>
                    <a:pt x="0" y="1757"/>
                    <a:pt x="4" y="1765"/>
                    <a:pt x="8" y="1772"/>
                  </a:cubicBezTo>
                  <a:cubicBezTo>
                    <a:pt x="246" y="2108"/>
                    <a:pt x="579" y="2303"/>
                    <a:pt x="901" y="2303"/>
                  </a:cubicBezTo>
                  <a:cubicBezTo>
                    <a:pt x="922" y="2303"/>
                    <a:pt x="940" y="2303"/>
                    <a:pt x="958" y="2300"/>
                  </a:cubicBezTo>
                  <a:cubicBezTo>
                    <a:pt x="984" y="2300"/>
                    <a:pt x="1005" y="2296"/>
                    <a:pt x="1027" y="2293"/>
                  </a:cubicBezTo>
                  <a:cubicBezTo>
                    <a:pt x="1710" y="2180"/>
                    <a:pt x="1804" y="1259"/>
                    <a:pt x="1815" y="1074"/>
                  </a:cubicBezTo>
                  <a:cubicBezTo>
                    <a:pt x="1830" y="868"/>
                    <a:pt x="1837" y="174"/>
                    <a:pt x="1381" y="26"/>
                  </a:cubicBezTo>
                  <a:cubicBezTo>
                    <a:pt x="1328" y="9"/>
                    <a:pt x="1272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7198;p83">
              <a:extLst>
                <a:ext uri="{FF2B5EF4-FFF2-40B4-BE49-F238E27FC236}">
                  <a16:creationId xmlns:a16="http://schemas.microsoft.com/office/drawing/2014/main" id="{1920D161-5938-3C2C-2F82-2FA71703AD07}"/>
                </a:ext>
              </a:extLst>
            </p:cNvPr>
            <p:cNvSpPr/>
            <p:nvPr/>
          </p:nvSpPr>
          <p:spPr>
            <a:xfrm>
              <a:off x="4183586" y="699885"/>
              <a:ext cx="209574" cy="288906"/>
            </a:xfrm>
            <a:custGeom>
              <a:avLst/>
              <a:gdLst/>
              <a:ahLst/>
              <a:cxnLst/>
              <a:rect l="l" t="t" r="r" b="b"/>
              <a:pathLst>
                <a:path w="4057" h="5593" extrusionOk="0">
                  <a:moveTo>
                    <a:pt x="7" y="0"/>
                  </a:moveTo>
                  <a:lnTo>
                    <a:pt x="0" y="2936"/>
                  </a:lnTo>
                  <a:cubicBezTo>
                    <a:pt x="0" y="4403"/>
                    <a:pt x="810" y="5593"/>
                    <a:pt x="1811" y="5593"/>
                  </a:cubicBezTo>
                  <a:lnTo>
                    <a:pt x="2245" y="5593"/>
                  </a:lnTo>
                  <a:cubicBezTo>
                    <a:pt x="3246" y="5593"/>
                    <a:pt x="4056" y="4403"/>
                    <a:pt x="4056" y="2936"/>
                  </a:cubicBezTo>
                  <a:lnTo>
                    <a:pt x="4056" y="2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7199;p83">
              <a:extLst>
                <a:ext uri="{FF2B5EF4-FFF2-40B4-BE49-F238E27FC236}">
                  <a16:creationId xmlns:a16="http://schemas.microsoft.com/office/drawing/2014/main" id="{19CE0631-CDAC-B826-1939-FE821A51F89F}"/>
                </a:ext>
              </a:extLst>
            </p:cNvPr>
            <p:cNvSpPr/>
            <p:nvPr/>
          </p:nvSpPr>
          <p:spPr>
            <a:xfrm>
              <a:off x="4183586" y="699678"/>
              <a:ext cx="209574" cy="288958"/>
            </a:xfrm>
            <a:custGeom>
              <a:avLst/>
              <a:gdLst/>
              <a:ahLst/>
              <a:cxnLst/>
              <a:rect l="l" t="t" r="r" b="b"/>
              <a:pathLst>
                <a:path w="4057" h="5594" extrusionOk="0">
                  <a:moveTo>
                    <a:pt x="4056" y="30"/>
                  </a:moveTo>
                  <a:lnTo>
                    <a:pt x="4056" y="2940"/>
                  </a:lnTo>
                  <a:cubicBezTo>
                    <a:pt x="4056" y="4407"/>
                    <a:pt x="3243" y="5593"/>
                    <a:pt x="2245" y="5593"/>
                  </a:cubicBezTo>
                  <a:lnTo>
                    <a:pt x="1811" y="5593"/>
                  </a:lnTo>
                  <a:cubicBezTo>
                    <a:pt x="810" y="5593"/>
                    <a:pt x="0" y="4407"/>
                    <a:pt x="0" y="2940"/>
                  </a:cubicBezTo>
                  <a:lnTo>
                    <a:pt x="7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7200;p83">
              <a:extLst>
                <a:ext uri="{FF2B5EF4-FFF2-40B4-BE49-F238E27FC236}">
                  <a16:creationId xmlns:a16="http://schemas.microsoft.com/office/drawing/2014/main" id="{14B6431B-A840-6B03-E077-5DDA7348BEAC}"/>
                </a:ext>
              </a:extLst>
            </p:cNvPr>
            <p:cNvSpPr/>
            <p:nvPr/>
          </p:nvSpPr>
          <p:spPr>
            <a:xfrm>
              <a:off x="4181675" y="698025"/>
              <a:ext cx="213345" cy="292471"/>
            </a:xfrm>
            <a:custGeom>
              <a:avLst/>
              <a:gdLst/>
              <a:ahLst/>
              <a:cxnLst/>
              <a:rect l="l" t="t" r="r" b="b"/>
              <a:pathLst>
                <a:path w="4130" h="5662" extrusionOk="0">
                  <a:moveTo>
                    <a:pt x="77" y="69"/>
                  </a:moveTo>
                  <a:lnTo>
                    <a:pt x="4061" y="98"/>
                  </a:lnTo>
                  <a:lnTo>
                    <a:pt x="4061" y="2972"/>
                  </a:lnTo>
                  <a:cubicBezTo>
                    <a:pt x="4061" y="4418"/>
                    <a:pt x="3262" y="5593"/>
                    <a:pt x="2282" y="5593"/>
                  </a:cubicBezTo>
                  <a:lnTo>
                    <a:pt x="1848" y="5593"/>
                  </a:lnTo>
                  <a:cubicBezTo>
                    <a:pt x="869" y="5593"/>
                    <a:pt x="70" y="4418"/>
                    <a:pt x="70" y="2972"/>
                  </a:cubicBezTo>
                  <a:lnTo>
                    <a:pt x="77" y="69"/>
                  </a:lnTo>
                  <a:close/>
                  <a:moveTo>
                    <a:pt x="44" y="0"/>
                  </a:moveTo>
                  <a:cubicBezTo>
                    <a:pt x="23" y="0"/>
                    <a:pt x="8" y="15"/>
                    <a:pt x="8" y="33"/>
                  </a:cubicBezTo>
                  <a:lnTo>
                    <a:pt x="1" y="2972"/>
                  </a:lnTo>
                  <a:cubicBezTo>
                    <a:pt x="1" y="4454"/>
                    <a:pt x="829" y="5661"/>
                    <a:pt x="1848" y="5661"/>
                  </a:cubicBezTo>
                  <a:lnTo>
                    <a:pt x="2282" y="5661"/>
                  </a:lnTo>
                  <a:cubicBezTo>
                    <a:pt x="3301" y="5661"/>
                    <a:pt x="4129" y="4458"/>
                    <a:pt x="4126" y="2972"/>
                  </a:cubicBezTo>
                  <a:lnTo>
                    <a:pt x="4126" y="62"/>
                  </a:lnTo>
                  <a:cubicBezTo>
                    <a:pt x="4126" y="44"/>
                    <a:pt x="4111" y="29"/>
                    <a:pt x="4093" y="2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266" name="Picture 3265" descr="A diagram of a computer&#10;&#10;AI-generated content may be incorrect.">
            <a:extLst>
              <a:ext uri="{FF2B5EF4-FFF2-40B4-BE49-F238E27FC236}">
                <a16:creationId xmlns:a16="http://schemas.microsoft.com/office/drawing/2014/main" id="{318A7244-78A6-D771-2FA3-D7348347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595" y="813388"/>
            <a:ext cx="5379165" cy="40963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8703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7">
          <a:extLst>
            <a:ext uri="{FF2B5EF4-FFF2-40B4-BE49-F238E27FC236}">
              <a16:creationId xmlns:a16="http://schemas.microsoft.com/office/drawing/2014/main" id="{032F03EC-9FCD-05EB-6234-E4BF15D8F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5639;p76">
            <a:extLst>
              <a:ext uri="{FF2B5EF4-FFF2-40B4-BE49-F238E27FC236}">
                <a16:creationId xmlns:a16="http://schemas.microsoft.com/office/drawing/2014/main" id="{92D052CB-B064-EC94-8C27-394986C2E0D2}"/>
              </a:ext>
            </a:extLst>
          </p:cNvPr>
          <p:cNvSpPr/>
          <p:nvPr/>
        </p:nvSpPr>
        <p:spPr>
          <a:xfrm>
            <a:off x="2828128" y="1123"/>
            <a:ext cx="3713700" cy="618006"/>
          </a:xfrm>
          <a:prstGeom prst="roundRect">
            <a:avLst>
              <a:gd name="adj" fmla="val 16218"/>
            </a:avLst>
          </a:prstGeom>
          <a:gradFill>
            <a:gsLst>
              <a:gs pos="0">
                <a:srgbClr val="545791"/>
              </a:gs>
              <a:gs pos="100000">
                <a:srgbClr val="D8879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0" name="Google Shape;2910;p66">
            <a:extLst>
              <a:ext uri="{FF2B5EF4-FFF2-40B4-BE49-F238E27FC236}">
                <a16:creationId xmlns:a16="http://schemas.microsoft.com/office/drawing/2014/main" id="{9B107954-BCBE-4A16-8E5A-4645B15B5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363" y="-255360"/>
            <a:ext cx="8231994" cy="11156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Diagramme d’activité</a:t>
            </a:r>
            <a:endParaRPr sz="2800" dirty="0"/>
          </a:p>
        </p:txBody>
      </p:sp>
      <p:grpSp>
        <p:nvGrpSpPr>
          <p:cNvPr id="2915" name="Google Shape;2915;p66">
            <a:extLst>
              <a:ext uri="{FF2B5EF4-FFF2-40B4-BE49-F238E27FC236}">
                <a16:creationId xmlns:a16="http://schemas.microsoft.com/office/drawing/2014/main" id="{25DFC224-35A7-B74A-0017-C651789E48C5}"/>
              </a:ext>
            </a:extLst>
          </p:cNvPr>
          <p:cNvGrpSpPr/>
          <p:nvPr/>
        </p:nvGrpSpPr>
        <p:grpSpPr>
          <a:xfrm>
            <a:off x="370688" y="-4648"/>
            <a:ext cx="837834" cy="2550831"/>
            <a:chOff x="973775" y="2233375"/>
            <a:chExt cx="404575" cy="1231750"/>
          </a:xfrm>
        </p:grpSpPr>
        <p:sp>
          <p:nvSpPr>
            <p:cNvPr id="2916" name="Google Shape;2916;p66">
              <a:extLst>
                <a:ext uri="{FF2B5EF4-FFF2-40B4-BE49-F238E27FC236}">
                  <a16:creationId xmlns:a16="http://schemas.microsoft.com/office/drawing/2014/main" id="{3D78A119-CD4F-2C54-9A7D-B71DB89C6061}"/>
                </a:ext>
              </a:extLst>
            </p:cNvPr>
            <p:cNvSpPr/>
            <p:nvPr/>
          </p:nvSpPr>
          <p:spPr>
            <a:xfrm>
              <a:off x="1223875" y="2922850"/>
              <a:ext cx="58575" cy="27925"/>
            </a:xfrm>
            <a:custGeom>
              <a:avLst/>
              <a:gdLst/>
              <a:ahLst/>
              <a:cxnLst/>
              <a:rect l="l" t="t" r="r" b="b"/>
              <a:pathLst>
                <a:path w="2343" h="1117" extrusionOk="0">
                  <a:moveTo>
                    <a:pt x="2332" y="0"/>
                  </a:moveTo>
                  <a:cubicBezTo>
                    <a:pt x="2254" y="5"/>
                    <a:pt x="328" y="151"/>
                    <a:pt x="1" y="1085"/>
                  </a:cubicBezTo>
                  <a:lnTo>
                    <a:pt x="94" y="1116"/>
                  </a:lnTo>
                  <a:cubicBezTo>
                    <a:pt x="401" y="239"/>
                    <a:pt x="2321" y="99"/>
                    <a:pt x="2342" y="99"/>
                  </a:cubicBezTo>
                  <a:lnTo>
                    <a:pt x="23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6">
              <a:extLst>
                <a:ext uri="{FF2B5EF4-FFF2-40B4-BE49-F238E27FC236}">
                  <a16:creationId xmlns:a16="http://schemas.microsoft.com/office/drawing/2014/main" id="{719E40B3-9D66-9F50-1DD4-9E74B77B3F4E}"/>
                </a:ext>
              </a:extLst>
            </p:cNvPr>
            <p:cNvSpPr/>
            <p:nvPr/>
          </p:nvSpPr>
          <p:spPr>
            <a:xfrm>
              <a:off x="1042425" y="2920900"/>
              <a:ext cx="73225" cy="72050"/>
            </a:xfrm>
            <a:custGeom>
              <a:avLst/>
              <a:gdLst/>
              <a:ahLst/>
              <a:cxnLst/>
              <a:rect l="l" t="t" r="r" b="b"/>
              <a:pathLst>
                <a:path w="2929" h="2882" extrusionOk="0">
                  <a:moveTo>
                    <a:pt x="1" y="0"/>
                  </a:moveTo>
                  <a:lnTo>
                    <a:pt x="1" y="94"/>
                  </a:lnTo>
                  <a:cubicBezTo>
                    <a:pt x="2566" y="120"/>
                    <a:pt x="2835" y="2856"/>
                    <a:pt x="2835" y="2882"/>
                  </a:cubicBezTo>
                  <a:lnTo>
                    <a:pt x="2929" y="2871"/>
                  </a:lnTo>
                  <a:cubicBezTo>
                    <a:pt x="2929" y="2845"/>
                    <a:pt x="2654" y="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6">
              <a:extLst>
                <a:ext uri="{FF2B5EF4-FFF2-40B4-BE49-F238E27FC236}">
                  <a16:creationId xmlns:a16="http://schemas.microsoft.com/office/drawing/2014/main" id="{F66E4B4F-68FA-6E4B-5B3F-F882F7ACC0E2}"/>
                </a:ext>
              </a:extLst>
            </p:cNvPr>
            <p:cNvSpPr/>
            <p:nvPr/>
          </p:nvSpPr>
          <p:spPr>
            <a:xfrm>
              <a:off x="975075" y="2993325"/>
              <a:ext cx="102825" cy="45950"/>
            </a:xfrm>
            <a:custGeom>
              <a:avLst/>
              <a:gdLst/>
              <a:ahLst/>
              <a:cxnLst/>
              <a:rect l="l" t="t" r="r" b="b"/>
              <a:pathLst>
                <a:path w="4113" h="1838" extrusionOk="0">
                  <a:moveTo>
                    <a:pt x="2697" y="1"/>
                  </a:moveTo>
                  <a:cubicBezTo>
                    <a:pt x="2373" y="1"/>
                    <a:pt x="2050" y="74"/>
                    <a:pt x="1760" y="208"/>
                  </a:cubicBezTo>
                  <a:cubicBezTo>
                    <a:pt x="1501" y="327"/>
                    <a:pt x="1231" y="478"/>
                    <a:pt x="1059" y="654"/>
                  </a:cubicBezTo>
                  <a:cubicBezTo>
                    <a:pt x="1059" y="654"/>
                    <a:pt x="130" y="789"/>
                    <a:pt x="0" y="1838"/>
                  </a:cubicBezTo>
                  <a:cubicBezTo>
                    <a:pt x="0" y="1838"/>
                    <a:pt x="514" y="1329"/>
                    <a:pt x="1096" y="1329"/>
                  </a:cubicBezTo>
                  <a:cubicBezTo>
                    <a:pt x="1468" y="1329"/>
                    <a:pt x="2219" y="1576"/>
                    <a:pt x="2851" y="1576"/>
                  </a:cubicBezTo>
                  <a:cubicBezTo>
                    <a:pt x="3198" y="1576"/>
                    <a:pt x="3509" y="1502"/>
                    <a:pt x="3702" y="1272"/>
                  </a:cubicBezTo>
                  <a:cubicBezTo>
                    <a:pt x="4112" y="789"/>
                    <a:pt x="4071" y="379"/>
                    <a:pt x="3401" y="125"/>
                  </a:cubicBezTo>
                  <a:cubicBezTo>
                    <a:pt x="3176" y="41"/>
                    <a:pt x="2936" y="1"/>
                    <a:pt x="2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6">
              <a:extLst>
                <a:ext uri="{FF2B5EF4-FFF2-40B4-BE49-F238E27FC236}">
                  <a16:creationId xmlns:a16="http://schemas.microsoft.com/office/drawing/2014/main" id="{455B9215-2979-A1D7-CD05-04AEDAFA9A09}"/>
                </a:ext>
              </a:extLst>
            </p:cNvPr>
            <p:cNvSpPr/>
            <p:nvPr/>
          </p:nvSpPr>
          <p:spPr>
            <a:xfrm>
              <a:off x="973775" y="2992150"/>
              <a:ext cx="102700" cy="48425"/>
            </a:xfrm>
            <a:custGeom>
              <a:avLst/>
              <a:gdLst/>
              <a:ahLst/>
              <a:cxnLst/>
              <a:rect l="l" t="t" r="r" b="b"/>
              <a:pathLst>
                <a:path w="4108" h="1937" extrusionOk="0">
                  <a:moveTo>
                    <a:pt x="2791" y="99"/>
                  </a:moveTo>
                  <a:cubicBezTo>
                    <a:pt x="3011" y="99"/>
                    <a:pt x="3226" y="140"/>
                    <a:pt x="3432" y="218"/>
                  </a:cubicBezTo>
                  <a:cubicBezTo>
                    <a:pt x="3733" y="333"/>
                    <a:pt x="3910" y="478"/>
                    <a:pt x="3956" y="655"/>
                  </a:cubicBezTo>
                  <a:cubicBezTo>
                    <a:pt x="4003" y="836"/>
                    <a:pt x="3920" y="1044"/>
                    <a:pt x="3718" y="1288"/>
                  </a:cubicBezTo>
                  <a:cubicBezTo>
                    <a:pt x="3535" y="1504"/>
                    <a:pt x="3239" y="1574"/>
                    <a:pt x="2905" y="1574"/>
                  </a:cubicBezTo>
                  <a:cubicBezTo>
                    <a:pt x="2556" y="1574"/>
                    <a:pt x="2165" y="1497"/>
                    <a:pt x="1818" y="1428"/>
                  </a:cubicBezTo>
                  <a:cubicBezTo>
                    <a:pt x="1594" y="1376"/>
                    <a:pt x="1371" y="1340"/>
                    <a:pt x="1148" y="1324"/>
                  </a:cubicBezTo>
                  <a:cubicBezTo>
                    <a:pt x="707" y="1324"/>
                    <a:pt x="302" y="1610"/>
                    <a:pt x="120" y="1760"/>
                  </a:cubicBezTo>
                  <a:cubicBezTo>
                    <a:pt x="213" y="1246"/>
                    <a:pt x="608" y="847"/>
                    <a:pt x="1122" y="748"/>
                  </a:cubicBezTo>
                  <a:cubicBezTo>
                    <a:pt x="1132" y="748"/>
                    <a:pt x="1143" y="743"/>
                    <a:pt x="1148" y="732"/>
                  </a:cubicBezTo>
                  <a:cubicBezTo>
                    <a:pt x="1288" y="587"/>
                    <a:pt x="1522" y="442"/>
                    <a:pt x="1833" y="296"/>
                  </a:cubicBezTo>
                  <a:cubicBezTo>
                    <a:pt x="2119" y="166"/>
                    <a:pt x="2435" y="99"/>
                    <a:pt x="2752" y="99"/>
                  </a:cubicBezTo>
                  <a:cubicBezTo>
                    <a:pt x="2765" y="99"/>
                    <a:pt x="2778" y="99"/>
                    <a:pt x="2791" y="99"/>
                  </a:cubicBezTo>
                  <a:close/>
                  <a:moveTo>
                    <a:pt x="2752" y="0"/>
                  </a:moveTo>
                  <a:cubicBezTo>
                    <a:pt x="2429" y="0"/>
                    <a:pt x="2097" y="70"/>
                    <a:pt x="1792" y="208"/>
                  </a:cubicBezTo>
                  <a:cubicBezTo>
                    <a:pt x="1480" y="353"/>
                    <a:pt x="1241" y="504"/>
                    <a:pt x="1091" y="655"/>
                  </a:cubicBezTo>
                  <a:cubicBezTo>
                    <a:pt x="961" y="680"/>
                    <a:pt x="125" y="883"/>
                    <a:pt x="0" y="1880"/>
                  </a:cubicBezTo>
                  <a:cubicBezTo>
                    <a:pt x="0" y="1901"/>
                    <a:pt x="11" y="1921"/>
                    <a:pt x="32" y="1932"/>
                  </a:cubicBezTo>
                  <a:cubicBezTo>
                    <a:pt x="37" y="1932"/>
                    <a:pt x="42" y="1937"/>
                    <a:pt x="52" y="1937"/>
                  </a:cubicBezTo>
                  <a:cubicBezTo>
                    <a:pt x="63" y="1937"/>
                    <a:pt x="78" y="1932"/>
                    <a:pt x="84" y="1921"/>
                  </a:cubicBezTo>
                  <a:cubicBezTo>
                    <a:pt x="89" y="1916"/>
                    <a:pt x="592" y="1423"/>
                    <a:pt x="1148" y="1423"/>
                  </a:cubicBezTo>
                  <a:cubicBezTo>
                    <a:pt x="1366" y="1438"/>
                    <a:pt x="1584" y="1470"/>
                    <a:pt x="1802" y="1522"/>
                  </a:cubicBezTo>
                  <a:cubicBezTo>
                    <a:pt x="2154" y="1592"/>
                    <a:pt x="2550" y="1671"/>
                    <a:pt x="2910" y="1671"/>
                  </a:cubicBezTo>
                  <a:cubicBezTo>
                    <a:pt x="3266" y="1671"/>
                    <a:pt x="3586" y="1593"/>
                    <a:pt x="3790" y="1350"/>
                  </a:cubicBezTo>
                  <a:cubicBezTo>
                    <a:pt x="4019" y="1085"/>
                    <a:pt x="4107" y="841"/>
                    <a:pt x="4050" y="634"/>
                  </a:cubicBezTo>
                  <a:cubicBezTo>
                    <a:pt x="3998" y="421"/>
                    <a:pt x="3801" y="255"/>
                    <a:pt x="3468" y="125"/>
                  </a:cubicBezTo>
                  <a:cubicBezTo>
                    <a:pt x="3245" y="41"/>
                    <a:pt x="3001" y="0"/>
                    <a:pt x="27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6">
              <a:extLst>
                <a:ext uri="{FF2B5EF4-FFF2-40B4-BE49-F238E27FC236}">
                  <a16:creationId xmlns:a16="http://schemas.microsoft.com/office/drawing/2014/main" id="{16FC87C5-3B7E-4F55-5632-5627EBF651A0}"/>
                </a:ext>
              </a:extLst>
            </p:cNvPr>
            <p:cNvSpPr/>
            <p:nvPr/>
          </p:nvSpPr>
          <p:spPr>
            <a:xfrm>
              <a:off x="1001300" y="3004475"/>
              <a:ext cx="47900" cy="8075"/>
            </a:xfrm>
            <a:custGeom>
              <a:avLst/>
              <a:gdLst/>
              <a:ahLst/>
              <a:cxnLst/>
              <a:rect l="l" t="t" r="r" b="b"/>
              <a:pathLst>
                <a:path w="1916" h="323" extrusionOk="0">
                  <a:moveTo>
                    <a:pt x="1023" y="0"/>
                  </a:moveTo>
                  <a:cubicBezTo>
                    <a:pt x="756" y="0"/>
                    <a:pt x="419" y="43"/>
                    <a:pt x="0" y="162"/>
                  </a:cubicBezTo>
                  <a:lnTo>
                    <a:pt x="26" y="255"/>
                  </a:lnTo>
                  <a:cubicBezTo>
                    <a:pt x="437" y="138"/>
                    <a:pt x="764" y="97"/>
                    <a:pt x="1021" y="97"/>
                  </a:cubicBezTo>
                  <a:cubicBezTo>
                    <a:pt x="1620" y="97"/>
                    <a:pt x="1839" y="319"/>
                    <a:pt x="1843" y="322"/>
                  </a:cubicBezTo>
                  <a:lnTo>
                    <a:pt x="1871" y="302"/>
                  </a:lnTo>
                  <a:lnTo>
                    <a:pt x="1871" y="302"/>
                  </a:lnTo>
                  <a:lnTo>
                    <a:pt x="1916" y="260"/>
                  </a:lnTo>
                  <a:cubicBezTo>
                    <a:pt x="1905" y="245"/>
                    <a:pt x="1666" y="0"/>
                    <a:pt x="1023" y="0"/>
                  </a:cubicBezTo>
                  <a:close/>
                  <a:moveTo>
                    <a:pt x="1885" y="291"/>
                  </a:moveTo>
                  <a:lnTo>
                    <a:pt x="1871" y="302"/>
                  </a:lnTo>
                  <a:lnTo>
                    <a:pt x="1871" y="302"/>
                  </a:lnTo>
                  <a:lnTo>
                    <a:pt x="1848" y="322"/>
                  </a:lnTo>
                  <a:lnTo>
                    <a:pt x="1885" y="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6">
              <a:extLst>
                <a:ext uri="{FF2B5EF4-FFF2-40B4-BE49-F238E27FC236}">
                  <a16:creationId xmlns:a16="http://schemas.microsoft.com/office/drawing/2014/main" id="{DC5FA492-A1CC-2F12-2402-8586BE9C9675}"/>
                </a:ext>
              </a:extLst>
            </p:cNvPr>
            <p:cNvSpPr/>
            <p:nvPr/>
          </p:nvSpPr>
          <p:spPr>
            <a:xfrm>
              <a:off x="1125375" y="2910025"/>
              <a:ext cx="98400" cy="66400"/>
            </a:xfrm>
            <a:custGeom>
              <a:avLst/>
              <a:gdLst/>
              <a:ahLst/>
              <a:cxnLst/>
              <a:rect l="l" t="t" r="r" b="b"/>
              <a:pathLst>
                <a:path w="3936" h="2656" extrusionOk="0">
                  <a:moveTo>
                    <a:pt x="2517" y="1"/>
                  </a:moveTo>
                  <a:cubicBezTo>
                    <a:pt x="2208" y="1"/>
                    <a:pt x="1858" y="77"/>
                    <a:pt x="1475" y="285"/>
                  </a:cubicBezTo>
                  <a:cubicBezTo>
                    <a:pt x="0" y="1084"/>
                    <a:pt x="1651" y="1655"/>
                    <a:pt x="1651" y="1655"/>
                  </a:cubicBezTo>
                  <a:cubicBezTo>
                    <a:pt x="1651" y="1655"/>
                    <a:pt x="1366" y="1941"/>
                    <a:pt x="1932" y="2559"/>
                  </a:cubicBezTo>
                  <a:cubicBezTo>
                    <a:pt x="1993" y="2625"/>
                    <a:pt x="2064" y="2655"/>
                    <a:pt x="2143" y="2655"/>
                  </a:cubicBezTo>
                  <a:cubicBezTo>
                    <a:pt x="2792" y="2655"/>
                    <a:pt x="3936" y="627"/>
                    <a:pt x="3936" y="627"/>
                  </a:cubicBezTo>
                  <a:cubicBezTo>
                    <a:pt x="3936" y="627"/>
                    <a:pt x="3397" y="1"/>
                    <a:pt x="2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6">
              <a:extLst>
                <a:ext uri="{FF2B5EF4-FFF2-40B4-BE49-F238E27FC236}">
                  <a16:creationId xmlns:a16="http://schemas.microsoft.com/office/drawing/2014/main" id="{C643D914-77E2-0870-C1C6-5AFED7765572}"/>
                </a:ext>
              </a:extLst>
            </p:cNvPr>
            <p:cNvSpPr/>
            <p:nvPr/>
          </p:nvSpPr>
          <p:spPr>
            <a:xfrm>
              <a:off x="1145225" y="2908850"/>
              <a:ext cx="79850" cy="68775"/>
            </a:xfrm>
            <a:custGeom>
              <a:avLst/>
              <a:gdLst/>
              <a:ahLst/>
              <a:cxnLst/>
              <a:rect l="l" t="t" r="r" b="b"/>
              <a:pathLst>
                <a:path w="3194" h="2751" extrusionOk="0">
                  <a:moveTo>
                    <a:pt x="1730" y="91"/>
                  </a:moveTo>
                  <a:cubicBezTo>
                    <a:pt x="2480" y="91"/>
                    <a:pt x="2968" y="561"/>
                    <a:pt x="3079" y="679"/>
                  </a:cubicBezTo>
                  <a:cubicBezTo>
                    <a:pt x="2939" y="923"/>
                    <a:pt x="1958" y="2585"/>
                    <a:pt x="1382" y="2652"/>
                  </a:cubicBezTo>
                  <a:cubicBezTo>
                    <a:pt x="1371" y="2654"/>
                    <a:pt x="1361" y="2654"/>
                    <a:pt x="1350" y="2654"/>
                  </a:cubicBezTo>
                  <a:cubicBezTo>
                    <a:pt x="1279" y="2654"/>
                    <a:pt x="1215" y="2624"/>
                    <a:pt x="1174" y="2569"/>
                  </a:cubicBezTo>
                  <a:cubicBezTo>
                    <a:pt x="650" y="2003"/>
                    <a:pt x="888" y="1739"/>
                    <a:pt x="894" y="1733"/>
                  </a:cubicBezTo>
                  <a:cubicBezTo>
                    <a:pt x="904" y="1723"/>
                    <a:pt x="909" y="1707"/>
                    <a:pt x="909" y="1692"/>
                  </a:cubicBezTo>
                  <a:cubicBezTo>
                    <a:pt x="904" y="1671"/>
                    <a:pt x="894" y="1661"/>
                    <a:pt x="878" y="1655"/>
                  </a:cubicBezTo>
                  <a:cubicBezTo>
                    <a:pt x="868" y="1650"/>
                    <a:pt x="151" y="1401"/>
                    <a:pt x="120" y="1022"/>
                  </a:cubicBezTo>
                  <a:cubicBezTo>
                    <a:pt x="104" y="814"/>
                    <a:pt x="302" y="596"/>
                    <a:pt x="707" y="373"/>
                  </a:cubicBezTo>
                  <a:cubicBezTo>
                    <a:pt x="1085" y="168"/>
                    <a:pt x="1429" y="91"/>
                    <a:pt x="1730" y="91"/>
                  </a:cubicBezTo>
                  <a:close/>
                  <a:moveTo>
                    <a:pt x="1719" y="1"/>
                  </a:moveTo>
                  <a:cubicBezTo>
                    <a:pt x="1404" y="1"/>
                    <a:pt x="1048" y="79"/>
                    <a:pt x="660" y="290"/>
                  </a:cubicBezTo>
                  <a:cubicBezTo>
                    <a:pt x="219" y="529"/>
                    <a:pt x="1" y="778"/>
                    <a:pt x="21" y="1032"/>
                  </a:cubicBezTo>
                  <a:cubicBezTo>
                    <a:pt x="53" y="1406"/>
                    <a:pt x="598" y="1650"/>
                    <a:pt x="779" y="1723"/>
                  </a:cubicBezTo>
                  <a:cubicBezTo>
                    <a:pt x="717" y="1842"/>
                    <a:pt x="644" y="2143"/>
                    <a:pt x="1101" y="2637"/>
                  </a:cubicBezTo>
                  <a:cubicBezTo>
                    <a:pt x="1164" y="2709"/>
                    <a:pt x="1252" y="2751"/>
                    <a:pt x="1345" y="2751"/>
                  </a:cubicBezTo>
                  <a:cubicBezTo>
                    <a:pt x="1361" y="2751"/>
                    <a:pt x="1376" y="2751"/>
                    <a:pt x="1392" y="2746"/>
                  </a:cubicBezTo>
                  <a:cubicBezTo>
                    <a:pt x="2062" y="2673"/>
                    <a:pt x="3136" y="778"/>
                    <a:pt x="3183" y="695"/>
                  </a:cubicBezTo>
                  <a:cubicBezTo>
                    <a:pt x="3194" y="679"/>
                    <a:pt x="3188" y="659"/>
                    <a:pt x="3178" y="638"/>
                  </a:cubicBezTo>
                  <a:cubicBezTo>
                    <a:pt x="3170" y="630"/>
                    <a:pt x="2612" y="1"/>
                    <a:pt x="1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6">
              <a:extLst>
                <a:ext uri="{FF2B5EF4-FFF2-40B4-BE49-F238E27FC236}">
                  <a16:creationId xmlns:a16="http://schemas.microsoft.com/office/drawing/2014/main" id="{BB29F449-F93E-7163-1BA3-47CF72DE5E85}"/>
                </a:ext>
              </a:extLst>
            </p:cNvPr>
            <p:cNvSpPr/>
            <p:nvPr/>
          </p:nvSpPr>
          <p:spPr>
            <a:xfrm>
              <a:off x="1166650" y="2928425"/>
              <a:ext cx="37650" cy="23000"/>
            </a:xfrm>
            <a:custGeom>
              <a:avLst/>
              <a:gdLst/>
              <a:ahLst/>
              <a:cxnLst/>
              <a:rect l="l" t="t" r="r" b="b"/>
              <a:pathLst>
                <a:path w="1506" h="920" extrusionOk="0">
                  <a:moveTo>
                    <a:pt x="1506" y="0"/>
                  </a:moveTo>
                  <a:cubicBezTo>
                    <a:pt x="1506" y="0"/>
                    <a:pt x="561" y="218"/>
                    <a:pt x="0" y="919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6">
              <a:extLst>
                <a:ext uri="{FF2B5EF4-FFF2-40B4-BE49-F238E27FC236}">
                  <a16:creationId xmlns:a16="http://schemas.microsoft.com/office/drawing/2014/main" id="{02A5BD0D-948E-2D9D-66DC-087EF12CD51D}"/>
                </a:ext>
              </a:extLst>
            </p:cNvPr>
            <p:cNvSpPr/>
            <p:nvPr/>
          </p:nvSpPr>
          <p:spPr>
            <a:xfrm>
              <a:off x="1165725" y="2927250"/>
              <a:ext cx="38725" cy="24950"/>
            </a:xfrm>
            <a:custGeom>
              <a:avLst/>
              <a:gdLst/>
              <a:ahLst/>
              <a:cxnLst/>
              <a:rect l="l" t="t" r="r" b="b"/>
              <a:pathLst>
                <a:path w="1549" h="998" extrusionOk="0">
                  <a:moveTo>
                    <a:pt x="1527" y="1"/>
                  </a:moveTo>
                  <a:cubicBezTo>
                    <a:pt x="1491" y="11"/>
                    <a:pt x="562" y="229"/>
                    <a:pt x="1" y="935"/>
                  </a:cubicBezTo>
                  <a:lnTo>
                    <a:pt x="74" y="997"/>
                  </a:lnTo>
                  <a:cubicBezTo>
                    <a:pt x="619" y="317"/>
                    <a:pt x="1543" y="94"/>
                    <a:pt x="1548" y="94"/>
                  </a:cubicBezTo>
                  <a:lnTo>
                    <a:pt x="15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66">
              <a:extLst>
                <a:ext uri="{FF2B5EF4-FFF2-40B4-BE49-F238E27FC236}">
                  <a16:creationId xmlns:a16="http://schemas.microsoft.com/office/drawing/2014/main" id="{AB790D38-DEF7-F7F8-F53D-855D630847E2}"/>
                </a:ext>
              </a:extLst>
            </p:cNvPr>
            <p:cNvSpPr/>
            <p:nvPr/>
          </p:nvSpPr>
          <p:spPr>
            <a:xfrm>
              <a:off x="1208575" y="2934025"/>
              <a:ext cx="102800" cy="46075"/>
            </a:xfrm>
            <a:custGeom>
              <a:avLst/>
              <a:gdLst/>
              <a:ahLst/>
              <a:cxnLst/>
              <a:rect l="l" t="t" r="r" b="b"/>
              <a:pathLst>
                <a:path w="4112" h="1843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9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9"/>
                    <a:pt x="3017" y="1329"/>
                  </a:cubicBezTo>
                  <a:cubicBezTo>
                    <a:pt x="3598" y="1329"/>
                    <a:pt x="4112" y="1843"/>
                    <a:pt x="4112" y="1843"/>
                  </a:cubicBezTo>
                  <a:cubicBezTo>
                    <a:pt x="3987" y="789"/>
                    <a:pt x="3053" y="654"/>
                    <a:pt x="3053" y="654"/>
                  </a:cubicBezTo>
                  <a:cubicBezTo>
                    <a:pt x="2882" y="477"/>
                    <a:pt x="2612" y="327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6">
              <a:extLst>
                <a:ext uri="{FF2B5EF4-FFF2-40B4-BE49-F238E27FC236}">
                  <a16:creationId xmlns:a16="http://schemas.microsoft.com/office/drawing/2014/main" id="{1D2D0592-322D-28D0-4898-272A30104AB3}"/>
                </a:ext>
              </a:extLst>
            </p:cNvPr>
            <p:cNvSpPr/>
            <p:nvPr/>
          </p:nvSpPr>
          <p:spPr>
            <a:xfrm>
              <a:off x="1210000" y="2932850"/>
              <a:ext cx="102675" cy="48425"/>
            </a:xfrm>
            <a:custGeom>
              <a:avLst/>
              <a:gdLst/>
              <a:ahLst/>
              <a:cxnLst/>
              <a:rect l="l" t="t" r="r" b="b"/>
              <a:pathLst>
                <a:path w="4107" h="1937" extrusionOk="0">
                  <a:moveTo>
                    <a:pt x="1355" y="97"/>
                  </a:moveTo>
                  <a:cubicBezTo>
                    <a:pt x="1665" y="97"/>
                    <a:pt x="1983" y="165"/>
                    <a:pt x="2274" y="301"/>
                  </a:cubicBezTo>
                  <a:cubicBezTo>
                    <a:pt x="2586" y="441"/>
                    <a:pt x="2819" y="586"/>
                    <a:pt x="2960" y="737"/>
                  </a:cubicBezTo>
                  <a:cubicBezTo>
                    <a:pt x="2965" y="742"/>
                    <a:pt x="2975" y="747"/>
                    <a:pt x="2986" y="747"/>
                  </a:cubicBezTo>
                  <a:cubicBezTo>
                    <a:pt x="3494" y="851"/>
                    <a:pt x="3889" y="1251"/>
                    <a:pt x="3988" y="1760"/>
                  </a:cubicBezTo>
                  <a:cubicBezTo>
                    <a:pt x="3806" y="1609"/>
                    <a:pt x="3406" y="1324"/>
                    <a:pt x="2960" y="1324"/>
                  </a:cubicBezTo>
                  <a:cubicBezTo>
                    <a:pt x="2736" y="1339"/>
                    <a:pt x="2508" y="1376"/>
                    <a:pt x="2290" y="1427"/>
                  </a:cubicBezTo>
                  <a:cubicBezTo>
                    <a:pt x="1941" y="1497"/>
                    <a:pt x="1548" y="1576"/>
                    <a:pt x="1198" y="1576"/>
                  </a:cubicBezTo>
                  <a:cubicBezTo>
                    <a:pt x="866" y="1576"/>
                    <a:pt x="572" y="1505"/>
                    <a:pt x="390" y="1287"/>
                  </a:cubicBezTo>
                  <a:cubicBezTo>
                    <a:pt x="187" y="1048"/>
                    <a:pt x="104" y="836"/>
                    <a:pt x="151" y="659"/>
                  </a:cubicBezTo>
                  <a:cubicBezTo>
                    <a:pt x="198" y="477"/>
                    <a:pt x="374" y="332"/>
                    <a:pt x="675" y="218"/>
                  </a:cubicBezTo>
                  <a:cubicBezTo>
                    <a:pt x="887" y="137"/>
                    <a:pt x="1118" y="97"/>
                    <a:pt x="1355" y="97"/>
                  </a:cubicBezTo>
                  <a:close/>
                  <a:moveTo>
                    <a:pt x="1359" y="1"/>
                  </a:moveTo>
                  <a:cubicBezTo>
                    <a:pt x="1109" y="1"/>
                    <a:pt x="863" y="44"/>
                    <a:pt x="639" y="130"/>
                  </a:cubicBezTo>
                  <a:cubicBezTo>
                    <a:pt x="307" y="254"/>
                    <a:pt x="115" y="425"/>
                    <a:pt x="57" y="633"/>
                  </a:cubicBezTo>
                  <a:cubicBezTo>
                    <a:pt x="0" y="841"/>
                    <a:pt x="89" y="1085"/>
                    <a:pt x="317" y="1350"/>
                  </a:cubicBezTo>
                  <a:cubicBezTo>
                    <a:pt x="521" y="1593"/>
                    <a:pt x="841" y="1671"/>
                    <a:pt x="1198" y="1671"/>
                  </a:cubicBezTo>
                  <a:cubicBezTo>
                    <a:pt x="1558" y="1671"/>
                    <a:pt x="1956" y="1591"/>
                    <a:pt x="2311" y="1521"/>
                  </a:cubicBezTo>
                  <a:cubicBezTo>
                    <a:pt x="2523" y="1469"/>
                    <a:pt x="2741" y="1438"/>
                    <a:pt x="2960" y="1422"/>
                  </a:cubicBezTo>
                  <a:cubicBezTo>
                    <a:pt x="3515" y="1422"/>
                    <a:pt x="4019" y="1915"/>
                    <a:pt x="4024" y="1921"/>
                  </a:cubicBezTo>
                  <a:cubicBezTo>
                    <a:pt x="4029" y="1931"/>
                    <a:pt x="4045" y="1936"/>
                    <a:pt x="4055" y="1936"/>
                  </a:cubicBezTo>
                  <a:cubicBezTo>
                    <a:pt x="4065" y="1936"/>
                    <a:pt x="4071" y="1936"/>
                    <a:pt x="4081" y="1931"/>
                  </a:cubicBezTo>
                  <a:cubicBezTo>
                    <a:pt x="4097" y="1921"/>
                    <a:pt x="4107" y="1900"/>
                    <a:pt x="4107" y="1879"/>
                  </a:cubicBezTo>
                  <a:cubicBezTo>
                    <a:pt x="3982" y="882"/>
                    <a:pt x="3146" y="680"/>
                    <a:pt x="3017" y="654"/>
                  </a:cubicBezTo>
                  <a:cubicBezTo>
                    <a:pt x="2866" y="503"/>
                    <a:pt x="2632" y="353"/>
                    <a:pt x="2316" y="213"/>
                  </a:cubicBezTo>
                  <a:cubicBezTo>
                    <a:pt x="2014" y="72"/>
                    <a:pt x="1683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6">
              <a:extLst>
                <a:ext uri="{FF2B5EF4-FFF2-40B4-BE49-F238E27FC236}">
                  <a16:creationId xmlns:a16="http://schemas.microsoft.com/office/drawing/2014/main" id="{069A42F9-4568-BCEC-993B-79EDFFA03330}"/>
                </a:ext>
              </a:extLst>
            </p:cNvPr>
            <p:cNvSpPr/>
            <p:nvPr/>
          </p:nvSpPr>
          <p:spPr>
            <a:xfrm>
              <a:off x="1238150" y="2946325"/>
              <a:ext cx="46750" cy="6125"/>
            </a:xfrm>
            <a:custGeom>
              <a:avLst/>
              <a:gdLst/>
              <a:ahLst/>
              <a:cxnLst/>
              <a:rect l="l" t="t" r="r" b="b"/>
              <a:pathLst>
                <a:path w="1870" h="245" extrusionOk="0">
                  <a:moveTo>
                    <a:pt x="859" y="1"/>
                  </a:moveTo>
                  <a:cubicBezTo>
                    <a:pt x="227" y="1"/>
                    <a:pt x="1" y="245"/>
                    <a:pt x="1" y="245"/>
                  </a:cubicBezTo>
                  <a:lnTo>
                    <a:pt x="1870" y="162"/>
                  </a:lnTo>
                  <a:cubicBezTo>
                    <a:pt x="1454" y="43"/>
                    <a:pt x="1122" y="1"/>
                    <a:pt x="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66">
              <a:extLst>
                <a:ext uri="{FF2B5EF4-FFF2-40B4-BE49-F238E27FC236}">
                  <a16:creationId xmlns:a16="http://schemas.microsoft.com/office/drawing/2014/main" id="{337570B4-4945-A7B3-F64B-74AAD2C6D8DF}"/>
                </a:ext>
              </a:extLst>
            </p:cNvPr>
            <p:cNvSpPr/>
            <p:nvPr/>
          </p:nvSpPr>
          <p:spPr>
            <a:xfrm>
              <a:off x="1237250" y="2945150"/>
              <a:ext cx="47925" cy="8075"/>
            </a:xfrm>
            <a:custGeom>
              <a:avLst/>
              <a:gdLst/>
              <a:ahLst/>
              <a:cxnLst/>
              <a:rect l="l" t="t" r="r" b="b"/>
              <a:pathLst>
                <a:path w="1917" h="323" extrusionOk="0">
                  <a:moveTo>
                    <a:pt x="893" y="1"/>
                  </a:moveTo>
                  <a:cubicBezTo>
                    <a:pt x="252" y="1"/>
                    <a:pt x="15" y="244"/>
                    <a:pt x="1" y="255"/>
                  </a:cubicBezTo>
                  <a:lnTo>
                    <a:pt x="73" y="323"/>
                  </a:lnTo>
                  <a:cubicBezTo>
                    <a:pt x="77" y="319"/>
                    <a:pt x="296" y="97"/>
                    <a:pt x="895" y="97"/>
                  </a:cubicBezTo>
                  <a:cubicBezTo>
                    <a:pt x="1152" y="97"/>
                    <a:pt x="1480" y="138"/>
                    <a:pt x="1890" y="255"/>
                  </a:cubicBezTo>
                  <a:lnTo>
                    <a:pt x="1916" y="162"/>
                  </a:lnTo>
                  <a:cubicBezTo>
                    <a:pt x="1496" y="43"/>
                    <a:pt x="1160" y="1"/>
                    <a:pt x="8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66">
              <a:extLst>
                <a:ext uri="{FF2B5EF4-FFF2-40B4-BE49-F238E27FC236}">
                  <a16:creationId xmlns:a16="http://schemas.microsoft.com/office/drawing/2014/main" id="{D3D3F4EC-E971-E8EE-CB2E-579405F167A5}"/>
                </a:ext>
              </a:extLst>
            </p:cNvPr>
            <p:cNvSpPr/>
            <p:nvPr/>
          </p:nvSpPr>
          <p:spPr>
            <a:xfrm>
              <a:off x="1274250" y="2896000"/>
              <a:ext cx="102800" cy="45950"/>
            </a:xfrm>
            <a:custGeom>
              <a:avLst/>
              <a:gdLst/>
              <a:ahLst/>
              <a:cxnLst/>
              <a:rect l="l" t="t" r="r" b="b"/>
              <a:pathLst>
                <a:path w="4112" h="1838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8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8"/>
                    <a:pt x="3017" y="1328"/>
                  </a:cubicBezTo>
                  <a:cubicBezTo>
                    <a:pt x="3598" y="1328"/>
                    <a:pt x="4112" y="1837"/>
                    <a:pt x="4112" y="1837"/>
                  </a:cubicBezTo>
                  <a:cubicBezTo>
                    <a:pt x="3982" y="788"/>
                    <a:pt x="3053" y="653"/>
                    <a:pt x="3053" y="653"/>
                  </a:cubicBezTo>
                  <a:cubicBezTo>
                    <a:pt x="2882" y="477"/>
                    <a:pt x="2612" y="326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6">
              <a:extLst>
                <a:ext uri="{FF2B5EF4-FFF2-40B4-BE49-F238E27FC236}">
                  <a16:creationId xmlns:a16="http://schemas.microsoft.com/office/drawing/2014/main" id="{4172AA4F-A222-B074-28B7-028103FA1CE3}"/>
                </a:ext>
              </a:extLst>
            </p:cNvPr>
            <p:cNvSpPr/>
            <p:nvPr/>
          </p:nvSpPr>
          <p:spPr>
            <a:xfrm>
              <a:off x="1275675" y="2894800"/>
              <a:ext cx="102675" cy="48300"/>
            </a:xfrm>
            <a:custGeom>
              <a:avLst/>
              <a:gdLst/>
              <a:ahLst/>
              <a:cxnLst/>
              <a:rect l="l" t="t" r="r" b="b"/>
              <a:pathLst>
                <a:path w="4107" h="1932" extrusionOk="0">
                  <a:moveTo>
                    <a:pt x="1359" y="97"/>
                  </a:moveTo>
                  <a:cubicBezTo>
                    <a:pt x="1667" y="97"/>
                    <a:pt x="1984" y="165"/>
                    <a:pt x="2274" y="297"/>
                  </a:cubicBezTo>
                  <a:cubicBezTo>
                    <a:pt x="2586" y="442"/>
                    <a:pt x="2819" y="587"/>
                    <a:pt x="2960" y="733"/>
                  </a:cubicBezTo>
                  <a:cubicBezTo>
                    <a:pt x="2965" y="743"/>
                    <a:pt x="2975" y="748"/>
                    <a:pt x="2985" y="748"/>
                  </a:cubicBezTo>
                  <a:cubicBezTo>
                    <a:pt x="3494" y="847"/>
                    <a:pt x="3889" y="1247"/>
                    <a:pt x="3987" y="1755"/>
                  </a:cubicBezTo>
                  <a:cubicBezTo>
                    <a:pt x="3806" y="1605"/>
                    <a:pt x="3406" y="1324"/>
                    <a:pt x="2960" y="1324"/>
                  </a:cubicBezTo>
                  <a:cubicBezTo>
                    <a:pt x="2736" y="1340"/>
                    <a:pt x="2508" y="1371"/>
                    <a:pt x="2290" y="1423"/>
                  </a:cubicBezTo>
                  <a:cubicBezTo>
                    <a:pt x="1941" y="1495"/>
                    <a:pt x="1548" y="1574"/>
                    <a:pt x="1198" y="1574"/>
                  </a:cubicBezTo>
                  <a:cubicBezTo>
                    <a:pt x="866" y="1574"/>
                    <a:pt x="572" y="1503"/>
                    <a:pt x="390" y="1288"/>
                  </a:cubicBezTo>
                  <a:cubicBezTo>
                    <a:pt x="187" y="1044"/>
                    <a:pt x="104" y="836"/>
                    <a:pt x="151" y="655"/>
                  </a:cubicBezTo>
                  <a:cubicBezTo>
                    <a:pt x="198" y="478"/>
                    <a:pt x="374" y="333"/>
                    <a:pt x="675" y="219"/>
                  </a:cubicBezTo>
                  <a:cubicBezTo>
                    <a:pt x="888" y="137"/>
                    <a:pt x="1121" y="97"/>
                    <a:pt x="1359" y="97"/>
                  </a:cubicBezTo>
                  <a:close/>
                  <a:moveTo>
                    <a:pt x="1355" y="0"/>
                  </a:moveTo>
                  <a:cubicBezTo>
                    <a:pt x="1106" y="0"/>
                    <a:pt x="862" y="42"/>
                    <a:pt x="639" y="125"/>
                  </a:cubicBezTo>
                  <a:cubicBezTo>
                    <a:pt x="307" y="250"/>
                    <a:pt x="109" y="421"/>
                    <a:pt x="57" y="634"/>
                  </a:cubicBezTo>
                  <a:cubicBezTo>
                    <a:pt x="0" y="842"/>
                    <a:pt x="89" y="1080"/>
                    <a:pt x="317" y="1350"/>
                  </a:cubicBezTo>
                  <a:cubicBezTo>
                    <a:pt x="521" y="1593"/>
                    <a:pt x="841" y="1672"/>
                    <a:pt x="1198" y="1672"/>
                  </a:cubicBezTo>
                  <a:cubicBezTo>
                    <a:pt x="1558" y="1672"/>
                    <a:pt x="1956" y="1592"/>
                    <a:pt x="2311" y="1522"/>
                  </a:cubicBezTo>
                  <a:cubicBezTo>
                    <a:pt x="2523" y="1470"/>
                    <a:pt x="2741" y="1439"/>
                    <a:pt x="2960" y="1423"/>
                  </a:cubicBezTo>
                  <a:cubicBezTo>
                    <a:pt x="3515" y="1423"/>
                    <a:pt x="4019" y="1916"/>
                    <a:pt x="4024" y="1922"/>
                  </a:cubicBezTo>
                  <a:cubicBezTo>
                    <a:pt x="4029" y="1927"/>
                    <a:pt x="4045" y="1932"/>
                    <a:pt x="4055" y="1932"/>
                  </a:cubicBezTo>
                  <a:cubicBezTo>
                    <a:pt x="4065" y="1932"/>
                    <a:pt x="4071" y="1932"/>
                    <a:pt x="4076" y="1927"/>
                  </a:cubicBezTo>
                  <a:cubicBezTo>
                    <a:pt x="4097" y="1922"/>
                    <a:pt x="4107" y="1901"/>
                    <a:pt x="4107" y="1880"/>
                  </a:cubicBezTo>
                  <a:cubicBezTo>
                    <a:pt x="3982" y="883"/>
                    <a:pt x="3146" y="681"/>
                    <a:pt x="3017" y="655"/>
                  </a:cubicBezTo>
                  <a:cubicBezTo>
                    <a:pt x="2866" y="504"/>
                    <a:pt x="2632" y="354"/>
                    <a:pt x="2316" y="208"/>
                  </a:cubicBezTo>
                  <a:cubicBezTo>
                    <a:pt x="2011" y="70"/>
                    <a:pt x="1679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6">
              <a:extLst>
                <a:ext uri="{FF2B5EF4-FFF2-40B4-BE49-F238E27FC236}">
                  <a16:creationId xmlns:a16="http://schemas.microsoft.com/office/drawing/2014/main" id="{9CC491C1-9871-9D00-F3A8-F4456A0DFEED}"/>
                </a:ext>
              </a:extLst>
            </p:cNvPr>
            <p:cNvSpPr/>
            <p:nvPr/>
          </p:nvSpPr>
          <p:spPr>
            <a:xfrm>
              <a:off x="1303825" y="2908275"/>
              <a:ext cx="46750" cy="6025"/>
            </a:xfrm>
            <a:custGeom>
              <a:avLst/>
              <a:gdLst/>
              <a:ahLst/>
              <a:cxnLst/>
              <a:rect l="l" t="t" r="r" b="b"/>
              <a:pathLst>
                <a:path w="1870" h="241" extrusionOk="0">
                  <a:moveTo>
                    <a:pt x="853" y="1"/>
                  </a:moveTo>
                  <a:cubicBezTo>
                    <a:pt x="225" y="1"/>
                    <a:pt x="1" y="240"/>
                    <a:pt x="1" y="240"/>
                  </a:cubicBezTo>
                  <a:lnTo>
                    <a:pt x="1870" y="162"/>
                  </a:lnTo>
                  <a:cubicBezTo>
                    <a:pt x="1451" y="43"/>
                    <a:pt x="1117" y="1"/>
                    <a:pt x="8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6">
              <a:extLst>
                <a:ext uri="{FF2B5EF4-FFF2-40B4-BE49-F238E27FC236}">
                  <a16:creationId xmlns:a16="http://schemas.microsoft.com/office/drawing/2014/main" id="{E5065276-0560-7D7B-6236-56E979E31968}"/>
                </a:ext>
              </a:extLst>
            </p:cNvPr>
            <p:cNvSpPr/>
            <p:nvPr/>
          </p:nvSpPr>
          <p:spPr>
            <a:xfrm>
              <a:off x="1302925" y="2907050"/>
              <a:ext cx="47925" cy="8150"/>
            </a:xfrm>
            <a:custGeom>
              <a:avLst/>
              <a:gdLst/>
              <a:ahLst/>
              <a:cxnLst/>
              <a:rect l="l" t="t" r="r" b="b"/>
              <a:pathLst>
                <a:path w="1917" h="326" extrusionOk="0">
                  <a:moveTo>
                    <a:pt x="887" y="0"/>
                  </a:moveTo>
                  <a:cubicBezTo>
                    <a:pt x="251" y="0"/>
                    <a:pt x="15" y="244"/>
                    <a:pt x="1" y="258"/>
                  </a:cubicBezTo>
                  <a:lnTo>
                    <a:pt x="73" y="326"/>
                  </a:lnTo>
                  <a:cubicBezTo>
                    <a:pt x="77" y="322"/>
                    <a:pt x="296" y="100"/>
                    <a:pt x="895" y="100"/>
                  </a:cubicBezTo>
                  <a:cubicBezTo>
                    <a:pt x="1152" y="100"/>
                    <a:pt x="1480" y="141"/>
                    <a:pt x="1890" y="258"/>
                  </a:cubicBezTo>
                  <a:lnTo>
                    <a:pt x="1916" y="165"/>
                  </a:lnTo>
                  <a:cubicBezTo>
                    <a:pt x="1493" y="43"/>
                    <a:pt x="1155" y="0"/>
                    <a:pt x="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6">
              <a:extLst>
                <a:ext uri="{FF2B5EF4-FFF2-40B4-BE49-F238E27FC236}">
                  <a16:creationId xmlns:a16="http://schemas.microsoft.com/office/drawing/2014/main" id="{C972B005-74B8-F3D9-1B20-75DF394BE013}"/>
                </a:ext>
              </a:extLst>
            </p:cNvPr>
            <p:cNvSpPr/>
            <p:nvPr/>
          </p:nvSpPr>
          <p:spPr>
            <a:xfrm>
              <a:off x="1132000" y="2880975"/>
              <a:ext cx="75025" cy="45575"/>
            </a:xfrm>
            <a:custGeom>
              <a:avLst/>
              <a:gdLst/>
              <a:ahLst/>
              <a:cxnLst/>
              <a:rect l="l" t="t" r="r" b="b"/>
              <a:pathLst>
                <a:path w="3001" h="1823" extrusionOk="0">
                  <a:moveTo>
                    <a:pt x="2035" y="1"/>
                  </a:moveTo>
                  <a:cubicBezTo>
                    <a:pt x="1791" y="1"/>
                    <a:pt x="1651" y="92"/>
                    <a:pt x="1651" y="92"/>
                  </a:cubicBezTo>
                  <a:cubicBezTo>
                    <a:pt x="1562" y="77"/>
                    <a:pt x="1473" y="70"/>
                    <a:pt x="1383" y="70"/>
                  </a:cubicBezTo>
                  <a:cubicBezTo>
                    <a:pt x="1253" y="70"/>
                    <a:pt x="1123" y="85"/>
                    <a:pt x="997" y="112"/>
                  </a:cubicBezTo>
                  <a:cubicBezTo>
                    <a:pt x="592" y="190"/>
                    <a:pt x="260" y="450"/>
                    <a:pt x="145" y="839"/>
                  </a:cubicBezTo>
                  <a:cubicBezTo>
                    <a:pt x="0" y="1348"/>
                    <a:pt x="270" y="1654"/>
                    <a:pt x="810" y="1800"/>
                  </a:cubicBezTo>
                  <a:cubicBezTo>
                    <a:pt x="867" y="1815"/>
                    <a:pt x="922" y="1823"/>
                    <a:pt x="974" y="1823"/>
                  </a:cubicBezTo>
                  <a:cubicBezTo>
                    <a:pt x="1579" y="1823"/>
                    <a:pt x="1850" y="843"/>
                    <a:pt x="2108" y="585"/>
                  </a:cubicBezTo>
                  <a:cubicBezTo>
                    <a:pt x="2261" y="434"/>
                    <a:pt x="2513" y="400"/>
                    <a:pt x="2711" y="400"/>
                  </a:cubicBezTo>
                  <a:cubicBezTo>
                    <a:pt x="2875" y="400"/>
                    <a:pt x="3001" y="424"/>
                    <a:pt x="3001" y="424"/>
                  </a:cubicBezTo>
                  <a:cubicBezTo>
                    <a:pt x="2605" y="86"/>
                    <a:pt x="2271" y="1"/>
                    <a:pt x="20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6">
              <a:extLst>
                <a:ext uri="{FF2B5EF4-FFF2-40B4-BE49-F238E27FC236}">
                  <a16:creationId xmlns:a16="http://schemas.microsoft.com/office/drawing/2014/main" id="{28683C6A-D052-2DDF-3524-3262DEA09FB7}"/>
                </a:ext>
              </a:extLst>
            </p:cNvPr>
            <p:cNvSpPr/>
            <p:nvPr/>
          </p:nvSpPr>
          <p:spPr>
            <a:xfrm>
              <a:off x="1132900" y="2879750"/>
              <a:ext cx="75425" cy="48050"/>
            </a:xfrm>
            <a:custGeom>
              <a:avLst/>
              <a:gdLst/>
              <a:ahLst/>
              <a:cxnLst/>
              <a:rect l="l" t="t" r="r" b="b"/>
              <a:pathLst>
                <a:path w="3017" h="1922" extrusionOk="0">
                  <a:moveTo>
                    <a:pt x="1999" y="107"/>
                  </a:moveTo>
                  <a:cubicBezTo>
                    <a:pt x="2199" y="107"/>
                    <a:pt x="2473" y="171"/>
                    <a:pt x="2799" y="411"/>
                  </a:cubicBezTo>
                  <a:cubicBezTo>
                    <a:pt x="2760" y="408"/>
                    <a:pt x="2716" y="406"/>
                    <a:pt x="2669" y="406"/>
                  </a:cubicBezTo>
                  <a:cubicBezTo>
                    <a:pt x="2466" y="406"/>
                    <a:pt x="2205" y="443"/>
                    <a:pt x="2041" y="608"/>
                  </a:cubicBezTo>
                  <a:cubicBezTo>
                    <a:pt x="1937" y="727"/>
                    <a:pt x="1849" y="862"/>
                    <a:pt x="1781" y="1008"/>
                  </a:cubicBezTo>
                  <a:cubicBezTo>
                    <a:pt x="1577" y="1374"/>
                    <a:pt x="1327" y="1827"/>
                    <a:pt x="936" y="1827"/>
                  </a:cubicBezTo>
                  <a:cubicBezTo>
                    <a:pt x="889" y="1827"/>
                    <a:pt x="841" y="1821"/>
                    <a:pt x="790" y="1807"/>
                  </a:cubicBezTo>
                  <a:cubicBezTo>
                    <a:pt x="488" y="1724"/>
                    <a:pt x="286" y="1594"/>
                    <a:pt x="193" y="1423"/>
                  </a:cubicBezTo>
                  <a:cubicBezTo>
                    <a:pt x="109" y="1278"/>
                    <a:pt x="99" y="1106"/>
                    <a:pt x="161" y="904"/>
                  </a:cubicBezTo>
                  <a:cubicBezTo>
                    <a:pt x="260" y="546"/>
                    <a:pt x="566" y="286"/>
                    <a:pt x="971" y="208"/>
                  </a:cubicBezTo>
                  <a:cubicBezTo>
                    <a:pt x="1101" y="182"/>
                    <a:pt x="1231" y="172"/>
                    <a:pt x="1366" y="167"/>
                  </a:cubicBezTo>
                  <a:cubicBezTo>
                    <a:pt x="1444" y="167"/>
                    <a:pt x="1527" y="177"/>
                    <a:pt x="1605" y="198"/>
                  </a:cubicBezTo>
                  <a:cubicBezTo>
                    <a:pt x="1615" y="198"/>
                    <a:pt x="1631" y="198"/>
                    <a:pt x="1641" y="187"/>
                  </a:cubicBezTo>
                  <a:cubicBezTo>
                    <a:pt x="1644" y="187"/>
                    <a:pt x="1774" y="107"/>
                    <a:pt x="1999" y="107"/>
                  </a:cubicBezTo>
                  <a:close/>
                  <a:moveTo>
                    <a:pt x="1998" y="1"/>
                  </a:moveTo>
                  <a:cubicBezTo>
                    <a:pt x="1790" y="1"/>
                    <a:pt x="1652" y="65"/>
                    <a:pt x="1605" y="94"/>
                  </a:cubicBezTo>
                  <a:cubicBezTo>
                    <a:pt x="1516" y="79"/>
                    <a:pt x="1426" y="72"/>
                    <a:pt x="1337" y="72"/>
                  </a:cubicBezTo>
                  <a:cubicBezTo>
                    <a:pt x="1206" y="72"/>
                    <a:pt x="1077" y="87"/>
                    <a:pt x="951" y="115"/>
                  </a:cubicBezTo>
                  <a:cubicBezTo>
                    <a:pt x="509" y="198"/>
                    <a:pt x="177" y="488"/>
                    <a:pt x="68" y="878"/>
                  </a:cubicBezTo>
                  <a:cubicBezTo>
                    <a:pt x="0" y="1101"/>
                    <a:pt x="11" y="1303"/>
                    <a:pt x="104" y="1464"/>
                  </a:cubicBezTo>
                  <a:cubicBezTo>
                    <a:pt x="218" y="1662"/>
                    <a:pt x="437" y="1807"/>
                    <a:pt x="764" y="1895"/>
                  </a:cubicBezTo>
                  <a:cubicBezTo>
                    <a:pt x="821" y="1911"/>
                    <a:pt x="878" y="1921"/>
                    <a:pt x="940" y="1921"/>
                  </a:cubicBezTo>
                  <a:cubicBezTo>
                    <a:pt x="1387" y="1921"/>
                    <a:pt x="1662" y="1423"/>
                    <a:pt x="1869" y="1049"/>
                  </a:cubicBezTo>
                  <a:cubicBezTo>
                    <a:pt x="1932" y="914"/>
                    <a:pt x="2015" y="784"/>
                    <a:pt x="2108" y="670"/>
                  </a:cubicBezTo>
                  <a:cubicBezTo>
                    <a:pt x="2248" y="530"/>
                    <a:pt x="2489" y="499"/>
                    <a:pt x="2678" y="499"/>
                  </a:cubicBezTo>
                  <a:cubicBezTo>
                    <a:pt x="2832" y="499"/>
                    <a:pt x="2952" y="520"/>
                    <a:pt x="2955" y="520"/>
                  </a:cubicBezTo>
                  <a:cubicBezTo>
                    <a:pt x="2958" y="520"/>
                    <a:pt x="2962" y="521"/>
                    <a:pt x="2965" y="521"/>
                  </a:cubicBezTo>
                  <a:cubicBezTo>
                    <a:pt x="2982" y="521"/>
                    <a:pt x="2998" y="511"/>
                    <a:pt x="3006" y="494"/>
                  </a:cubicBezTo>
                  <a:cubicBezTo>
                    <a:pt x="3017" y="473"/>
                    <a:pt x="3012" y="452"/>
                    <a:pt x="2991" y="436"/>
                  </a:cubicBezTo>
                  <a:cubicBezTo>
                    <a:pt x="2586" y="91"/>
                    <a:pt x="2244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6">
              <a:extLst>
                <a:ext uri="{FF2B5EF4-FFF2-40B4-BE49-F238E27FC236}">
                  <a16:creationId xmlns:a16="http://schemas.microsoft.com/office/drawing/2014/main" id="{F1B075C2-4A27-619E-45FE-41D887055407}"/>
                </a:ext>
              </a:extLst>
            </p:cNvPr>
            <p:cNvSpPr/>
            <p:nvPr/>
          </p:nvSpPr>
          <p:spPr>
            <a:xfrm>
              <a:off x="1147825" y="2882225"/>
              <a:ext cx="25850" cy="25200"/>
            </a:xfrm>
            <a:custGeom>
              <a:avLst/>
              <a:gdLst/>
              <a:ahLst/>
              <a:cxnLst/>
              <a:rect l="l" t="t" r="r" b="b"/>
              <a:pathLst>
                <a:path w="1034" h="1008" extrusionOk="0">
                  <a:moveTo>
                    <a:pt x="997" y="0"/>
                  </a:moveTo>
                  <a:cubicBezTo>
                    <a:pt x="0" y="405"/>
                    <a:pt x="120" y="981"/>
                    <a:pt x="125" y="1007"/>
                  </a:cubicBezTo>
                  <a:lnTo>
                    <a:pt x="219" y="986"/>
                  </a:lnTo>
                  <a:cubicBezTo>
                    <a:pt x="213" y="966"/>
                    <a:pt x="120" y="462"/>
                    <a:pt x="1034" y="88"/>
                  </a:cubicBezTo>
                  <a:lnTo>
                    <a:pt x="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6">
              <a:extLst>
                <a:ext uri="{FF2B5EF4-FFF2-40B4-BE49-F238E27FC236}">
                  <a16:creationId xmlns:a16="http://schemas.microsoft.com/office/drawing/2014/main" id="{2EE6B18D-D709-E273-57D6-F130831D1086}"/>
                </a:ext>
              </a:extLst>
            </p:cNvPr>
            <p:cNvSpPr/>
            <p:nvPr/>
          </p:nvSpPr>
          <p:spPr>
            <a:xfrm>
              <a:off x="1115125" y="2922325"/>
              <a:ext cx="29750" cy="55575"/>
            </a:xfrm>
            <a:custGeom>
              <a:avLst/>
              <a:gdLst/>
              <a:ahLst/>
              <a:cxnLst/>
              <a:rect l="l" t="t" r="r" b="b"/>
              <a:pathLst>
                <a:path w="1190" h="2223" extrusionOk="0">
                  <a:moveTo>
                    <a:pt x="1132" y="0"/>
                  </a:moveTo>
                  <a:cubicBezTo>
                    <a:pt x="1122" y="11"/>
                    <a:pt x="0" y="826"/>
                    <a:pt x="795" y="2222"/>
                  </a:cubicBezTo>
                  <a:lnTo>
                    <a:pt x="883" y="2176"/>
                  </a:lnTo>
                  <a:cubicBezTo>
                    <a:pt x="130" y="857"/>
                    <a:pt x="1148" y="114"/>
                    <a:pt x="1189" y="83"/>
                  </a:cubicBezTo>
                  <a:lnTo>
                    <a:pt x="11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6">
              <a:extLst>
                <a:ext uri="{FF2B5EF4-FFF2-40B4-BE49-F238E27FC236}">
                  <a16:creationId xmlns:a16="http://schemas.microsoft.com/office/drawing/2014/main" id="{6C66EA0C-C63C-98FF-93C7-7B5BF39E1424}"/>
                </a:ext>
              </a:extLst>
            </p:cNvPr>
            <p:cNvSpPr/>
            <p:nvPr/>
          </p:nvSpPr>
          <p:spPr>
            <a:xfrm>
              <a:off x="1007775" y="2898000"/>
              <a:ext cx="76350" cy="52750"/>
            </a:xfrm>
            <a:custGeom>
              <a:avLst/>
              <a:gdLst/>
              <a:ahLst/>
              <a:cxnLst/>
              <a:rect l="l" t="t" r="r" b="b"/>
              <a:pathLst>
                <a:path w="3054" h="2110" extrusionOk="0">
                  <a:moveTo>
                    <a:pt x="1660" y="1"/>
                  </a:moveTo>
                  <a:cubicBezTo>
                    <a:pt x="1523" y="1"/>
                    <a:pt x="1348" y="56"/>
                    <a:pt x="1127" y="194"/>
                  </a:cubicBezTo>
                  <a:cubicBezTo>
                    <a:pt x="1" y="895"/>
                    <a:pt x="608" y="2105"/>
                    <a:pt x="608" y="2105"/>
                  </a:cubicBezTo>
                  <a:cubicBezTo>
                    <a:pt x="608" y="2105"/>
                    <a:pt x="725" y="2109"/>
                    <a:pt x="905" y="2109"/>
                  </a:cubicBezTo>
                  <a:cubicBezTo>
                    <a:pt x="1560" y="2109"/>
                    <a:pt x="3054" y="2052"/>
                    <a:pt x="2809" y="1518"/>
                  </a:cubicBezTo>
                  <a:cubicBezTo>
                    <a:pt x="2552" y="970"/>
                    <a:pt x="2291" y="919"/>
                    <a:pt x="2203" y="919"/>
                  </a:cubicBezTo>
                  <a:cubicBezTo>
                    <a:pt x="2182" y="919"/>
                    <a:pt x="2171" y="921"/>
                    <a:pt x="2171" y="921"/>
                  </a:cubicBezTo>
                  <a:cubicBezTo>
                    <a:pt x="2171" y="921"/>
                    <a:pt x="2221" y="1"/>
                    <a:pt x="16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6">
              <a:extLst>
                <a:ext uri="{FF2B5EF4-FFF2-40B4-BE49-F238E27FC236}">
                  <a16:creationId xmlns:a16="http://schemas.microsoft.com/office/drawing/2014/main" id="{7BE94F5E-E83A-EC1B-2017-E59D3BB85FC6}"/>
                </a:ext>
              </a:extLst>
            </p:cNvPr>
            <p:cNvSpPr/>
            <p:nvPr/>
          </p:nvSpPr>
          <p:spPr>
            <a:xfrm>
              <a:off x="1006750" y="2896775"/>
              <a:ext cx="73600" cy="55150"/>
            </a:xfrm>
            <a:custGeom>
              <a:avLst/>
              <a:gdLst/>
              <a:ahLst/>
              <a:cxnLst/>
              <a:rect l="l" t="t" r="r" b="b"/>
              <a:pathLst>
                <a:path w="2944" h="2206" extrusionOk="0">
                  <a:moveTo>
                    <a:pt x="1700" y="98"/>
                  </a:moveTo>
                  <a:cubicBezTo>
                    <a:pt x="1769" y="98"/>
                    <a:pt x="1831" y="114"/>
                    <a:pt x="1885" y="145"/>
                  </a:cubicBezTo>
                  <a:cubicBezTo>
                    <a:pt x="2191" y="327"/>
                    <a:pt x="2165" y="965"/>
                    <a:pt x="2165" y="970"/>
                  </a:cubicBezTo>
                  <a:cubicBezTo>
                    <a:pt x="2160" y="986"/>
                    <a:pt x="2170" y="1001"/>
                    <a:pt x="2181" y="1007"/>
                  </a:cubicBezTo>
                  <a:cubicBezTo>
                    <a:pt x="2188" y="1014"/>
                    <a:pt x="2199" y="1019"/>
                    <a:pt x="2210" y="1019"/>
                  </a:cubicBezTo>
                  <a:cubicBezTo>
                    <a:pt x="2214" y="1019"/>
                    <a:pt x="2218" y="1018"/>
                    <a:pt x="2222" y="1017"/>
                  </a:cubicBezTo>
                  <a:cubicBezTo>
                    <a:pt x="2223" y="1017"/>
                    <a:pt x="2229" y="1016"/>
                    <a:pt x="2241" y="1016"/>
                  </a:cubicBezTo>
                  <a:cubicBezTo>
                    <a:pt x="2310" y="1016"/>
                    <a:pt x="2560" y="1054"/>
                    <a:pt x="2809" y="1588"/>
                  </a:cubicBezTo>
                  <a:cubicBezTo>
                    <a:pt x="2840" y="1645"/>
                    <a:pt x="2835" y="1713"/>
                    <a:pt x="2804" y="1770"/>
                  </a:cubicBezTo>
                  <a:cubicBezTo>
                    <a:pt x="2618" y="2044"/>
                    <a:pt x="1605" y="2107"/>
                    <a:pt x="972" y="2107"/>
                  </a:cubicBezTo>
                  <a:cubicBezTo>
                    <a:pt x="861" y="2107"/>
                    <a:pt x="761" y="2105"/>
                    <a:pt x="680" y="2102"/>
                  </a:cubicBezTo>
                  <a:cubicBezTo>
                    <a:pt x="597" y="1926"/>
                    <a:pt x="197" y="908"/>
                    <a:pt x="1194" y="285"/>
                  </a:cubicBezTo>
                  <a:cubicBezTo>
                    <a:pt x="1391" y="160"/>
                    <a:pt x="1561" y="98"/>
                    <a:pt x="1700" y="98"/>
                  </a:cubicBezTo>
                  <a:close/>
                  <a:moveTo>
                    <a:pt x="1703" y="1"/>
                  </a:moveTo>
                  <a:cubicBezTo>
                    <a:pt x="1545" y="1"/>
                    <a:pt x="1357" y="68"/>
                    <a:pt x="1142" y="202"/>
                  </a:cubicBezTo>
                  <a:cubicBezTo>
                    <a:pt x="0" y="924"/>
                    <a:pt x="597" y="2159"/>
                    <a:pt x="608" y="2175"/>
                  </a:cubicBezTo>
                  <a:cubicBezTo>
                    <a:pt x="613" y="2190"/>
                    <a:pt x="628" y="2201"/>
                    <a:pt x="649" y="2201"/>
                  </a:cubicBezTo>
                  <a:cubicBezTo>
                    <a:pt x="665" y="2201"/>
                    <a:pt x="784" y="2206"/>
                    <a:pt x="955" y="2206"/>
                  </a:cubicBezTo>
                  <a:cubicBezTo>
                    <a:pt x="1516" y="2206"/>
                    <a:pt x="2653" y="2159"/>
                    <a:pt x="2882" y="1822"/>
                  </a:cubicBezTo>
                  <a:cubicBezTo>
                    <a:pt x="2939" y="1739"/>
                    <a:pt x="2944" y="1635"/>
                    <a:pt x="2892" y="1547"/>
                  </a:cubicBezTo>
                  <a:cubicBezTo>
                    <a:pt x="2643" y="1012"/>
                    <a:pt x="2378" y="929"/>
                    <a:pt x="2264" y="924"/>
                  </a:cubicBezTo>
                  <a:cubicBezTo>
                    <a:pt x="2264" y="752"/>
                    <a:pt x="2243" y="243"/>
                    <a:pt x="1937" y="62"/>
                  </a:cubicBezTo>
                  <a:cubicBezTo>
                    <a:pt x="1868" y="21"/>
                    <a:pt x="1790" y="1"/>
                    <a:pt x="1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6">
              <a:extLst>
                <a:ext uri="{FF2B5EF4-FFF2-40B4-BE49-F238E27FC236}">
                  <a16:creationId xmlns:a16="http://schemas.microsoft.com/office/drawing/2014/main" id="{13EB3E36-BD94-2628-4CD8-EB80748468E1}"/>
                </a:ext>
              </a:extLst>
            </p:cNvPr>
            <p:cNvSpPr/>
            <p:nvPr/>
          </p:nvSpPr>
          <p:spPr>
            <a:xfrm>
              <a:off x="1030500" y="2919725"/>
              <a:ext cx="31675" cy="18850"/>
            </a:xfrm>
            <a:custGeom>
              <a:avLst/>
              <a:gdLst/>
              <a:ahLst/>
              <a:cxnLst/>
              <a:rect l="l" t="t" r="r" b="b"/>
              <a:pathLst>
                <a:path w="1267" h="754" extrusionOk="0">
                  <a:moveTo>
                    <a:pt x="1257" y="0"/>
                  </a:moveTo>
                  <a:cubicBezTo>
                    <a:pt x="504" y="94"/>
                    <a:pt x="21" y="665"/>
                    <a:pt x="0" y="691"/>
                  </a:cubicBezTo>
                  <a:lnTo>
                    <a:pt x="73" y="753"/>
                  </a:lnTo>
                  <a:cubicBezTo>
                    <a:pt x="78" y="748"/>
                    <a:pt x="556" y="193"/>
                    <a:pt x="1267" y="99"/>
                  </a:cubicBezTo>
                  <a:lnTo>
                    <a:pt x="12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6">
              <a:extLst>
                <a:ext uri="{FF2B5EF4-FFF2-40B4-BE49-F238E27FC236}">
                  <a16:creationId xmlns:a16="http://schemas.microsoft.com/office/drawing/2014/main" id="{2F248482-8D5A-2985-ED20-8A3C19C93EC9}"/>
                </a:ext>
              </a:extLst>
            </p:cNvPr>
            <p:cNvSpPr/>
            <p:nvPr/>
          </p:nvSpPr>
          <p:spPr>
            <a:xfrm>
              <a:off x="1107200" y="2914925"/>
              <a:ext cx="23000" cy="41425"/>
            </a:xfrm>
            <a:custGeom>
              <a:avLst/>
              <a:gdLst/>
              <a:ahLst/>
              <a:cxnLst/>
              <a:rect l="l" t="t" r="r" b="b"/>
              <a:pathLst>
                <a:path w="920" h="1657" extrusionOk="0">
                  <a:moveTo>
                    <a:pt x="42" y="0"/>
                  </a:moveTo>
                  <a:lnTo>
                    <a:pt x="0" y="89"/>
                  </a:lnTo>
                  <a:cubicBezTo>
                    <a:pt x="774" y="447"/>
                    <a:pt x="826" y="1641"/>
                    <a:pt x="826" y="1656"/>
                  </a:cubicBezTo>
                  <a:lnTo>
                    <a:pt x="919" y="1651"/>
                  </a:lnTo>
                  <a:cubicBezTo>
                    <a:pt x="919" y="1599"/>
                    <a:pt x="867" y="385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6">
              <a:extLst>
                <a:ext uri="{FF2B5EF4-FFF2-40B4-BE49-F238E27FC236}">
                  <a16:creationId xmlns:a16="http://schemas.microsoft.com/office/drawing/2014/main" id="{010D8940-BF07-F23C-B6C9-D4012E0EBC6A}"/>
                </a:ext>
              </a:extLst>
            </p:cNvPr>
            <p:cNvSpPr/>
            <p:nvPr/>
          </p:nvSpPr>
          <p:spPr>
            <a:xfrm>
              <a:off x="1037625" y="2892150"/>
              <a:ext cx="109325" cy="60175"/>
            </a:xfrm>
            <a:custGeom>
              <a:avLst/>
              <a:gdLst/>
              <a:ahLst/>
              <a:cxnLst/>
              <a:rect l="l" t="t" r="r" b="b"/>
              <a:pathLst>
                <a:path w="4373" h="2407" extrusionOk="0">
                  <a:moveTo>
                    <a:pt x="1474" y="1"/>
                  </a:moveTo>
                  <a:cubicBezTo>
                    <a:pt x="1253" y="1"/>
                    <a:pt x="1015" y="117"/>
                    <a:pt x="785" y="444"/>
                  </a:cubicBezTo>
                  <a:cubicBezTo>
                    <a:pt x="1" y="1555"/>
                    <a:pt x="1486" y="2407"/>
                    <a:pt x="1486" y="2407"/>
                  </a:cubicBezTo>
                  <a:cubicBezTo>
                    <a:pt x="1486" y="2407"/>
                    <a:pt x="4372" y="1441"/>
                    <a:pt x="3567" y="953"/>
                  </a:cubicBezTo>
                  <a:cubicBezTo>
                    <a:pt x="3130" y="689"/>
                    <a:pt x="2838" y="629"/>
                    <a:pt x="2662" y="629"/>
                  </a:cubicBezTo>
                  <a:cubicBezTo>
                    <a:pt x="2512" y="629"/>
                    <a:pt x="2446" y="673"/>
                    <a:pt x="2446" y="673"/>
                  </a:cubicBezTo>
                  <a:cubicBezTo>
                    <a:pt x="2446" y="673"/>
                    <a:pt x="2008" y="1"/>
                    <a:pt x="14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6">
              <a:extLst>
                <a:ext uri="{FF2B5EF4-FFF2-40B4-BE49-F238E27FC236}">
                  <a16:creationId xmlns:a16="http://schemas.microsoft.com/office/drawing/2014/main" id="{A263CBD5-E8EF-FBED-495C-BB54DC112755}"/>
                </a:ext>
              </a:extLst>
            </p:cNvPr>
            <p:cNvSpPr/>
            <p:nvPr/>
          </p:nvSpPr>
          <p:spPr>
            <a:xfrm>
              <a:off x="1049300" y="2891025"/>
              <a:ext cx="82450" cy="62525"/>
            </a:xfrm>
            <a:custGeom>
              <a:avLst/>
              <a:gdLst/>
              <a:ahLst/>
              <a:cxnLst/>
              <a:rect l="l" t="t" r="r" b="b"/>
              <a:pathLst>
                <a:path w="3298" h="2501" extrusionOk="0">
                  <a:moveTo>
                    <a:pt x="1019" y="95"/>
                  </a:moveTo>
                  <a:cubicBezTo>
                    <a:pt x="1517" y="105"/>
                    <a:pt x="1937" y="738"/>
                    <a:pt x="1943" y="743"/>
                  </a:cubicBezTo>
                  <a:cubicBezTo>
                    <a:pt x="1953" y="757"/>
                    <a:pt x="1968" y="764"/>
                    <a:pt x="1983" y="764"/>
                  </a:cubicBezTo>
                  <a:cubicBezTo>
                    <a:pt x="1991" y="764"/>
                    <a:pt x="1998" y="762"/>
                    <a:pt x="2005" y="759"/>
                  </a:cubicBezTo>
                  <a:cubicBezTo>
                    <a:pt x="2007" y="757"/>
                    <a:pt x="2066" y="722"/>
                    <a:pt x="2196" y="722"/>
                  </a:cubicBezTo>
                  <a:cubicBezTo>
                    <a:pt x="2362" y="722"/>
                    <a:pt x="2645" y="780"/>
                    <a:pt x="3074" y="1039"/>
                  </a:cubicBezTo>
                  <a:cubicBezTo>
                    <a:pt x="3158" y="1091"/>
                    <a:pt x="3199" y="1148"/>
                    <a:pt x="3194" y="1211"/>
                  </a:cubicBezTo>
                  <a:cubicBezTo>
                    <a:pt x="3147" y="1600"/>
                    <a:pt x="1631" y="2192"/>
                    <a:pt x="1024" y="2400"/>
                  </a:cubicBezTo>
                  <a:cubicBezTo>
                    <a:pt x="910" y="2327"/>
                    <a:pt x="287" y="1917"/>
                    <a:pt x="162" y="1346"/>
                  </a:cubicBezTo>
                  <a:cubicBezTo>
                    <a:pt x="100" y="1065"/>
                    <a:pt x="162" y="795"/>
                    <a:pt x="359" y="515"/>
                  </a:cubicBezTo>
                  <a:cubicBezTo>
                    <a:pt x="551" y="235"/>
                    <a:pt x="775" y="95"/>
                    <a:pt x="1008" y="95"/>
                  </a:cubicBezTo>
                  <a:close/>
                  <a:moveTo>
                    <a:pt x="993" y="1"/>
                  </a:moveTo>
                  <a:cubicBezTo>
                    <a:pt x="733" y="1"/>
                    <a:pt x="492" y="156"/>
                    <a:pt x="276" y="458"/>
                  </a:cubicBezTo>
                  <a:cubicBezTo>
                    <a:pt x="68" y="754"/>
                    <a:pt x="1" y="1060"/>
                    <a:pt x="63" y="1366"/>
                  </a:cubicBezTo>
                  <a:cubicBezTo>
                    <a:pt x="214" y="2041"/>
                    <a:pt x="961" y="2477"/>
                    <a:pt x="993" y="2493"/>
                  </a:cubicBezTo>
                  <a:cubicBezTo>
                    <a:pt x="998" y="2498"/>
                    <a:pt x="1008" y="2498"/>
                    <a:pt x="1019" y="2498"/>
                  </a:cubicBezTo>
                  <a:cubicBezTo>
                    <a:pt x="1020" y="2500"/>
                    <a:pt x="1022" y="2501"/>
                    <a:pt x="1024" y="2501"/>
                  </a:cubicBezTo>
                  <a:cubicBezTo>
                    <a:pt x="1027" y="2501"/>
                    <a:pt x="1031" y="2498"/>
                    <a:pt x="1034" y="2498"/>
                  </a:cubicBezTo>
                  <a:cubicBezTo>
                    <a:pt x="1257" y="2426"/>
                    <a:pt x="3230" y="1751"/>
                    <a:pt x="3287" y="1226"/>
                  </a:cubicBezTo>
                  <a:cubicBezTo>
                    <a:pt x="3298" y="1122"/>
                    <a:pt x="3246" y="1029"/>
                    <a:pt x="3121" y="956"/>
                  </a:cubicBezTo>
                  <a:cubicBezTo>
                    <a:pt x="2677" y="689"/>
                    <a:pt x="2376" y="626"/>
                    <a:pt x="2190" y="626"/>
                  </a:cubicBezTo>
                  <a:cubicBezTo>
                    <a:pt x="2098" y="626"/>
                    <a:pt x="2034" y="641"/>
                    <a:pt x="1995" y="655"/>
                  </a:cubicBezTo>
                  <a:cubicBezTo>
                    <a:pt x="1896" y="520"/>
                    <a:pt x="1501" y="6"/>
                    <a:pt x="1019" y="1"/>
                  </a:cubicBezTo>
                  <a:cubicBezTo>
                    <a:pt x="1010" y="1"/>
                    <a:pt x="1002" y="1"/>
                    <a:pt x="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6">
              <a:extLst>
                <a:ext uri="{FF2B5EF4-FFF2-40B4-BE49-F238E27FC236}">
                  <a16:creationId xmlns:a16="http://schemas.microsoft.com/office/drawing/2014/main" id="{6B8CE1F0-5490-F27B-D67C-295BBBB4D85E}"/>
                </a:ext>
              </a:extLst>
            </p:cNvPr>
            <p:cNvSpPr/>
            <p:nvPr/>
          </p:nvSpPr>
          <p:spPr>
            <a:xfrm>
              <a:off x="1074500" y="2907775"/>
              <a:ext cx="24800" cy="29500"/>
            </a:xfrm>
            <a:custGeom>
              <a:avLst/>
              <a:gdLst/>
              <a:ahLst/>
              <a:cxnLst/>
              <a:rect l="l" t="t" r="r" b="b"/>
              <a:pathLst>
                <a:path w="992" h="1180" extrusionOk="0">
                  <a:moveTo>
                    <a:pt x="950" y="1"/>
                  </a:moveTo>
                  <a:cubicBezTo>
                    <a:pt x="483" y="234"/>
                    <a:pt x="135" y="655"/>
                    <a:pt x="0" y="1164"/>
                  </a:cubicBezTo>
                  <a:lnTo>
                    <a:pt x="99" y="1179"/>
                  </a:lnTo>
                  <a:cubicBezTo>
                    <a:pt x="229" y="707"/>
                    <a:pt x="556" y="312"/>
                    <a:pt x="992" y="89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6">
              <a:extLst>
                <a:ext uri="{FF2B5EF4-FFF2-40B4-BE49-F238E27FC236}">
                  <a16:creationId xmlns:a16="http://schemas.microsoft.com/office/drawing/2014/main" id="{35AF2E69-B2CD-13D1-AE9F-1964D3EC6C89}"/>
                </a:ext>
              </a:extLst>
            </p:cNvPr>
            <p:cNvSpPr/>
            <p:nvPr/>
          </p:nvSpPr>
          <p:spPr>
            <a:xfrm>
              <a:off x="1172625" y="2586425"/>
              <a:ext cx="88400" cy="248175"/>
            </a:xfrm>
            <a:custGeom>
              <a:avLst/>
              <a:gdLst/>
              <a:ahLst/>
              <a:cxnLst/>
              <a:rect l="l" t="t" r="r" b="b"/>
              <a:pathLst>
                <a:path w="3536" h="9927" extrusionOk="0">
                  <a:moveTo>
                    <a:pt x="88" y="0"/>
                  </a:moveTo>
                  <a:lnTo>
                    <a:pt x="0" y="31"/>
                  </a:lnTo>
                  <a:lnTo>
                    <a:pt x="3442" y="9927"/>
                  </a:lnTo>
                  <a:lnTo>
                    <a:pt x="3536" y="9896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6">
              <a:extLst>
                <a:ext uri="{FF2B5EF4-FFF2-40B4-BE49-F238E27FC236}">
                  <a16:creationId xmlns:a16="http://schemas.microsoft.com/office/drawing/2014/main" id="{40275E04-5E26-F89E-75EC-8F407C40498D}"/>
                </a:ext>
              </a:extLst>
            </p:cNvPr>
            <p:cNvSpPr/>
            <p:nvPr/>
          </p:nvSpPr>
          <p:spPr>
            <a:xfrm>
              <a:off x="1258800" y="2833675"/>
              <a:ext cx="72575" cy="203150"/>
            </a:xfrm>
            <a:custGeom>
              <a:avLst/>
              <a:gdLst/>
              <a:ahLst/>
              <a:cxnLst/>
              <a:rect l="l" t="t" r="r" b="b"/>
              <a:pathLst>
                <a:path w="2903" h="8126" extrusionOk="0">
                  <a:moveTo>
                    <a:pt x="89" y="0"/>
                  </a:moveTo>
                  <a:lnTo>
                    <a:pt x="0" y="31"/>
                  </a:lnTo>
                  <a:lnTo>
                    <a:pt x="2710" y="7819"/>
                  </a:lnTo>
                  <a:lnTo>
                    <a:pt x="789" y="5389"/>
                  </a:lnTo>
                  <a:lnTo>
                    <a:pt x="712" y="5452"/>
                  </a:lnTo>
                  <a:lnTo>
                    <a:pt x="2809" y="8105"/>
                  </a:lnTo>
                  <a:cubicBezTo>
                    <a:pt x="2819" y="8115"/>
                    <a:pt x="2835" y="8125"/>
                    <a:pt x="2851" y="8125"/>
                  </a:cubicBezTo>
                  <a:cubicBezTo>
                    <a:pt x="2856" y="8125"/>
                    <a:pt x="2866" y="8120"/>
                    <a:pt x="2871" y="8115"/>
                  </a:cubicBezTo>
                  <a:cubicBezTo>
                    <a:pt x="2892" y="8105"/>
                    <a:pt x="2903" y="8079"/>
                    <a:pt x="2897" y="8058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6">
              <a:extLst>
                <a:ext uri="{FF2B5EF4-FFF2-40B4-BE49-F238E27FC236}">
                  <a16:creationId xmlns:a16="http://schemas.microsoft.com/office/drawing/2014/main" id="{A442B70D-A4F8-C5A3-4991-8276DBB488C7}"/>
                </a:ext>
              </a:extLst>
            </p:cNvPr>
            <p:cNvSpPr/>
            <p:nvPr/>
          </p:nvSpPr>
          <p:spPr>
            <a:xfrm>
              <a:off x="1146650" y="2547425"/>
              <a:ext cx="47400" cy="40450"/>
            </a:xfrm>
            <a:custGeom>
              <a:avLst/>
              <a:gdLst/>
              <a:ahLst/>
              <a:cxnLst/>
              <a:rect l="l" t="t" r="r" b="b"/>
              <a:pathLst>
                <a:path w="1896" h="1618" extrusionOk="0">
                  <a:moveTo>
                    <a:pt x="1079" y="101"/>
                  </a:moveTo>
                  <a:cubicBezTo>
                    <a:pt x="1082" y="101"/>
                    <a:pt x="1084" y="101"/>
                    <a:pt x="1086" y="101"/>
                  </a:cubicBezTo>
                  <a:cubicBezTo>
                    <a:pt x="1475" y="101"/>
                    <a:pt x="1792" y="418"/>
                    <a:pt x="1797" y="813"/>
                  </a:cubicBezTo>
                  <a:cubicBezTo>
                    <a:pt x="1797" y="1241"/>
                    <a:pt x="1445" y="1527"/>
                    <a:pt x="1077" y="1527"/>
                  </a:cubicBezTo>
                  <a:cubicBezTo>
                    <a:pt x="902" y="1527"/>
                    <a:pt x="723" y="1462"/>
                    <a:pt x="577" y="1316"/>
                  </a:cubicBezTo>
                  <a:cubicBezTo>
                    <a:pt x="127" y="871"/>
                    <a:pt x="445" y="101"/>
                    <a:pt x="1079" y="101"/>
                  </a:cubicBezTo>
                  <a:close/>
                  <a:moveTo>
                    <a:pt x="1080" y="1"/>
                  </a:moveTo>
                  <a:cubicBezTo>
                    <a:pt x="882" y="1"/>
                    <a:pt x="680" y="75"/>
                    <a:pt x="515" y="242"/>
                  </a:cubicBezTo>
                  <a:cubicBezTo>
                    <a:pt x="1" y="750"/>
                    <a:pt x="364" y="1617"/>
                    <a:pt x="1086" y="1617"/>
                  </a:cubicBezTo>
                  <a:cubicBezTo>
                    <a:pt x="1532" y="1617"/>
                    <a:pt x="1891" y="1259"/>
                    <a:pt x="1896" y="813"/>
                  </a:cubicBezTo>
                  <a:cubicBezTo>
                    <a:pt x="1892" y="325"/>
                    <a:pt x="1495" y="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6">
              <a:extLst>
                <a:ext uri="{FF2B5EF4-FFF2-40B4-BE49-F238E27FC236}">
                  <a16:creationId xmlns:a16="http://schemas.microsoft.com/office/drawing/2014/main" id="{B310C4E0-33CA-F183-5336-251E917E3BCF}"/>
                </a:ext>
              </a:extLst>
            </p:cNvPr>
            <p:cNvSpPr/>
            <p:nvPr/>
          </p:nvSpPr>
          <p:spPr>
            <a:xfrm>
              <a:off x="1172625" y="2233375"/>
              <a:ext cx="2350" cy="315300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48" name="Google Shape;2948;p66">
              <a:extLst>
                <a:ext uri="{FF2B5EF4-FFF2-40B4-BE49-F238E27FC236}">
                  <a16:creationId xmlns:a16="http://schemas.microsoft.com/office/drawing/2014/main" id="{5449288E-F56B-6463-E189-79B208C34132}"/>
                </a:ext>
              </a:extLst>
            </p:cNvPr>
            <p:cNvSpPr/>
            <p:nvPr/>
          </p:nvSpPr>
          <p:spPr>
            <a:xfrm>
              <a:off x="1027250" y="3022125"/>
              <a:ext cx="302825" cy="158775"/>
            </a:xfrm>
            <a:custGeom>
              <a:avLst/>
              <a:gdLst/>
              <a:ahLst/>
              <a:cxnLst/>
              <a:rect l="l" t="t" r="r" b="b"/>
              <a:pathLst>
                <a:path w="12113" h="6351" extrusionOk="0">
                  <a:moveTo>
                    <a:pt x="6059" y="1"/>
                  </a:moveTo>
                  <a:cubicBezTo>
                    <a:pt x="2716" y="1"/>
                    <a:pt x="6" y="239"/>
                    <a:pt x="6" y="535"/>
                  </a:cubicBezTo>
                  <a:cubicBezTo>
                    <a:pt x="11" y="541"/>
                    <a:pt x="11" y="546"/>
                    <a:pt x="11" y="551"/>
                  </a:cubicBezTo>
                  <a:lnTo>
                    <a:pt x="0" y="551"/>
                  </a:lnTo>
                  <a:lnTo>
                    <a:pt x="1786" y="5878"/>
                  </a:lnTo>
                  <a:cubicBezTo>
                    <a:pt x="1786" y="6137"/>
                    <a:pt x="3687" y="6350"/>
                    <a:pt x="6028" y="6350"/>
                  </a:cubicBezTo>
                  <a:cubicBezTo>
                    <a:pt x="8369" y="6350"/>
                    <a:pt x="10270" y="6137"/>
                    <a:pt x="10270" y="5878"/>
                  </a:cubicBezTo>
                  <a:lnTo>
                    <a:pt x="12035" y="624"/>
                  </a:lnTo>
                  <a:cubicBezTo>
                    <a:pt x="12081" y="598"/>
                    <a:pt x="12113" y="567"/>
                    <a:pt x="12113" y="535"/>
                  </a:cubicBezTo>
                  <a:cubicBezTo>
                    <a:pt x="12113" y="239"/>
                    <a:pt x="9403" y="1"/>
                    <a:pt x="6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6">
              <a:extLst>
                <a:ext uri="{FF2B5EF4-FFF2-40B4-BE49-F238E27FC236}">
                  <a16:creationId xmlns:a16="http://schemas.microsoft.com/office/drawing/2014/main" id="{E276CF23-AD3C-6F51-F317-BBA084B3C579}"/>
                </a:ext>
              </a:extLst>
            </p:cNvPr>
            <p:cNvSpPr/>
            <p:nvPr/>
          </p:nvSpPr>
          <p:spPr>
            <a:xfrm>
              <a:off x="1025950" y="3020825"/>
              <a:ext cx="305300" cy="161225"/>
            </a:xfrm>
            <a:custGeom>
              <a:avLst/>
              <a:gdLst/>
              <a:ahLst/>
              <a:cxnLst/>
              <a:rect l="l" t="t" r="r" b="b"/>
              <a:pathLst>
                <a:path w="12212" h="6449" extrusionOk="0">
                  <a:moveTo>
                    <a:pt x="6106" y="99"/>
                  </a:moveTo>
                  <a:cubicBezTo>
                    <a:pt x="7721" y="99"/>
                    <a:pt x="9242" y="156"/>
                    <a:pt x="10384" y="255"/>
                  </a:cubicBezTo>
                  <a:cubicBezTo>
                    <a:pt x="12092" y="411"/>
                    <a:pt x="12113" y="587"/>
                    <a:pt x="12113" y="587"/>
                  </a:cubicBezTo>
                  <a:cubicBezTo>
                    <a:pt x="12113" y="587"/>
                    <a:pt x="12107" y="603"/>
                    <a:pt x="12056" y="634"/>
                  </a:cubicBezTo>
                  <a:cubicBezTo>
                    <a:pt x="12045" y="639"/>
                    <a:pt x="12040" y="650"/>
                    <a:pt x="12035" y="660"/>
                  </a:cubicBezTo>
                  <a:lnTo>
                    <a:pt x="10275" y="5914"/>
                  </a:lnTo>
                  <a:cubicBezTo>
                    <a:pt x="10270" y="5919"/>
                    <a:pt x="10270" y="5924"/>
                    <a:pt x="10275" y="5930"/>
                  </a:cubicBezTo>
                  <a:cubicBezTo>
                    <a:pt x="10275" y="6080"/>
                    <a:pt x="8873" y="6350"/>
                    <a:pt x="6080" y="6350"/>
                  </a:cubicBezTo>
                  <a:cubicBezTo>
                    <a:pt x="3287" y="6350"/>
                    <a:pt x="1885" y="6080"/>
                    <a:pt x="1885" y="5930"/>
                  </a:cubicBezTo>
                  <a:cubicBezTo>
                    <a:pt x="1890" y="5924"/>
                    <a:pt x="1890" y="5919"/>
                    <a:pt x="1885" y="5914"/>
                  </a:cubicBezTo>
                  <a:lnTo>
                    <a:pt x="110" y="613"/>
                  </a:lnTo>
                  <a:lnTo>
                    <a:pt x="110" y="619"/>
                  </a:lnTo>
                  <a:cubicBezTo>
                    <a:pt x="110" y="608"/>
                    <a:pt x="110" y="598"/>
                    <a:pt x="104" y="587"/>
                  </a:cubicBezTo>
                  <a:cubicBezTo>
                    <a:pt x="104" y="587"/>
                    <a:pt x="104" y="582"/>
                    <a:pt x="104" y="582"/>
                  </a:cubicBezTo>
                  <a:cubicBezTo>
                    <a:pt x="115" y="561"/>
                    <a:pt x="250" y="395"/>
                    <a:pt x="1833" y="255"/>
                  </a:cubicBezTo>
                  <a:cubicBezTo>
                    <a:pt x="2975" y="156"/>
                    <a:pt x="4491" y="99"/>
                    <a:pt x="6106" y="99"/>
                  </a:cubicBezTo>
                  <a:close/>
                  <a:moveTo>
                    <a:pt x="6111" y="1"/>
                  </a:moveTo>
                  <a:cubicBezTo>
                    <a:pt x="4491" y="1"/>
                    <a:pt x="2975" y="58"/>
                    <a:pt x="1828" y="162"/>
                  </a:cubicBezTo>
                  <a:cubicBezTo>
                    <a:pt x="115" y="312"/>
                    <a:pt x="16" y="494"/>
                    <a:pt x="11" y="572"/>
                  </a:cubicBezTo>
                  <a:cubicBezTo>
                    <a:pt x="6" y="587"/>
                    <a:pt x="0" y="603"/>
                    <a:pt x="6" y="613"/>
                  </a:cubicBezTo>
                  <a:lnTo>
                    <a:pt x="1792" y="5935"/>
                  </a:lnTo>
                  <a:cubicBezTo>
                    <a:pt x="1833" y="6314"/>
                    <a:pt x="4372" y="6449"/>
                    <a:pt x="6080" y="6449"/>
                  </a:cubicBezTo>
                  <a:cubicBezTo>
                    <a:pt x="7793" y="6449"/>
                    <a:pt x="10327" y="6314"/>
                    <a:pt x="10373" y="5935"/>
                  </a:cubicBezTo>
                  <a:lnTo>
                    <a:pt x="12123" y="707"/>
                  </a:lnTo>
                  <a:cubicBezTo>
                    <a:pt x="12170" y="686"/>
                    <a:pt x="12206" y="639"/>
                    <a:pt x="12211" y="587"/>
                  </a:cubicBezTo>
                  <a:cubicBezTo>
                    <a:pt x="12211" y="515"/>
                    <a:pt x="12211" y="323"/>
                    <a:pt x="10394" y="162"/>
                  </a:cubicBezTo>
                  <a:cubicBezTo>
                    <a:pt x="9252" y="58"/>
                    <a:pt x="7731" y="1"/>
                    <a:pt x="6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6">
              <a:extLst>
                <a:ext uri="{FF2B5EF4-FFF2-40B4-BE49-F238E27FC236}">
                  <a16:creationId xmlns:a16="http://schemas.microsoft.com/office/drawing/2014/main" id="{9FF26477-6117-9674-6C3B-576680DB6F6F}"/>
                </a:ext>
              </a:extLst>
            </p:cNvPr>
            <p:cNvSpPr/>
            <p:nvPr/>
          </p:nvSpPr>
          <p:spPr>
            <a:xfrm>
              <a:off x="1008950" y="3022125"/>
              <a:ext cx="339425" cy="62475"/>
            </a:xfrm>
            <a:custGeom>
              <a:avLst/>
              <a:gdLst/>
              <a:ahLst/>
              <a:cxnLst/>
              <a:rect l="l" t="t" r="r" b="b"/>
              <a:pathLst>
                <a:path w="13577" h="2499" extrusionOk="0">
                  <a:moveTo>
                    <a:pt x="6791" y="1"/>
                  </a:moveTo>
                  <a:cubicBezTo>
                    <a:pt x="3048" y="1"/>
                    <a:pt x="6" y="271"/>
                    <a:pt x="6" y="603"/>
                  </a:cubicBezTo>
                  <a:cubicBezTo>
                    <a:pt x="6" y="608"/>
                    <a:pt x="11" y="608"/>
                    <a:pt x="11" y="613"/>
                  </a:cubicBezTo>
                  <a:lnTo>
                    <a:pt x="0" y="613"/>
                  </a:lnTo>
                  <a:lnTo>
                    <a:pt x="431" y="1890"/>
                  </a:lnTo>
                  <a:cubicBezTo>
                    <a:pt x="551" y="2258"/>
                    <a:pt x="889" y="2498"/>
                    <a:pt x="1266" y="2498"/>
                  </a:cubicBezTo>
                  <a:cubicBezTo>
                    <a:pt x="1299" y="2498"/>
                    <a:pt x="1332" y="2496"/>
                    <a:pt x="1366" y="2493"/>
                  </a:cubicBezTo>
                  <a:cubicBezTo>
                    <a:pt x="2607" y="2342"/>
                    <a:pt x="4574" y="2249"/>
                    <a:pt x="6791" y="2249"/>
                  </a:cubicBezTo>
                  <a:cubicBezTo>
                    <a:pt x="8977" y="2249"/>
                    <a:pt x="10913" y="2342"/>
                    <a:pt x="12154" y="2482"/>
                  </a:cubicBezTo>
                  <a:cubicBezTo>
                    <a:pt x="12188" y="2486"/>
                    <a:pt x="12221" y="2488"/>
                    <a:pt x="12254" y="2488"/>
                  </a:cubicBezTo>
                  <a:cubicBezTo>
                    <a:pt x="12631" y="2488"/>
                    <a:pt x="12969" y="2248"/>
                    <a:pt x="13089" y="1885"/>
                  </a:cubicBezTo>
                  <a:lnTo>
                    <a:pt x="13488" y="696"/>
                  </a:lnTo>
                  <a:cubicBezTo>
                    <a:pt x="13545" y="665"/>
                    <a:pt x="13577" y="634"/>
                    <a:pt x="13577" y="603"/>
                  </a:cubicBezTo>
                  <a:cubicBezTo>
                    <a:pt x="13577" y="271"/>
                    <a:pt x="10539" y="1"/>
                    <a:pt x="6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1" name="Google Shape;2951;p66">
              <a:extLst>
                <a:ext uri="{FF2B5EF4-FFF2-40B4-BE49-F238E27FC236}">
                  <a16:creationId xmlns:a16="http://schemas.microsoft.com/office/drawing/2014/main" id="{37A8C501-B967-AFD3-ED25-2C0D833DA2D7}"/>
                </a:ext>
              </a:extLst>
            </p:cNvPr>
            <p:cNvSpPr/>
            <p:nvPr/>
          </p:nvSpPr>
          <p:spPr>
            <a:xfrm>
              <a:off x="1007650" y="3020825"/>
              <a:ext cx="342025" cy="64925"/>
            </a:xfrm>
            <a:custGeom>
              <a:avLst/>
              <a:gdLst/>
              <a:ahLst/>
              <a:cxnLst/>
              <a:rect l="l" t="t" r="r" b="b"/>
              <a:pathLst>
                <a:path w="13681" h="2597" extrusionOk="0">
                  <a:moveTo>
                    <a:pt x="6843" y="99"/>
                  </a:moveTo>
                  <a:cubicBezTo>
                    <a:pt x="8655" y="99"/>
                    <a:pt x="10358" y="162"/>
                    <a:pt x="11640" y="276"/>
                  </a:cubicBezTo>
                  <a:cubicBezTo>
                    <a:pt x="13561" y="447"/>
                    <a:pt x="13582" y="650"/>
                    <a:pt x="13582" y="655"/>
                  </a:cubicBezTo>
                  <a:cubicBezTo>
                    <a:pt x="13582" y="660"/>
                    <a:pt x="13566" y="681"/>
                    <a:pt x="13514" y="707"/>
                  </a:cubicBezTo>
                  <a:cubicBezTo>
                    <a:pt x="13504" y="712"/>
                    <a:pt x="13499" y="722"/>
                    <a:pt x="13494" y="733"/>
                  </a:cubicBezTo>
                  <a:lnTo>
                    <a:pt x="13094" y="1922"/>
                  </a:lnTo>
                  <a:cubicBezTo>
                    <a:pt x="12979" y="2267"/>
                    <a:pt x="12656" y="2492"/>
                    <a:pt x="12301" y="2492"/>
                  </a:cubicBezTo>
                  <a:cubicBezTo>
                    <a:pt x="12271" y="2492"/>
                    <a:pt x="12241" y="2491"/>
                    <a:pt x="12211" y="2488"/>
                  </a:cubicBezTo>
                  <a:cubicBezTo>
                    <a:pt x="10913" y="2337"/>
                    <a:pt x="8956" y="2254"/>
                    <a:pt x="6843" y="2254"/>
                  </a:cubicBezTo>
                  <a:cubicBezTo>
                    <a:pt x="4689" y="2254"/>
                    <a:pt x="2711" y="2342"/>
                    <a:pt x="1413" y="2493"/>
                  </a:cubicBezTo>
                  <a:cubicBezTo>
                    <a:pt x="1383" y="2496"/>
                    <a:pt x="1353" y="2497"/>
                    <a:pt x="1323" y="2497"/>
                  </a:cubicBezTo>
                  <a:cubicBezTo>
                    <a:pt x="968" y="2497"/>
                    <a:pt x="645" y="2272"/>
                    <a:pt x="525" y="1927"/>
                  </a:cubicBezTo>
                  <a:lnTo>
                    <a:pt x="109" y="681"/>
                  </a:lnTo>
                  <a:cubicBezTo>
                    <a:pt x="115" y="676"/>
                    <a:pt x="115" y="665"/>
                    <a:pt x="109" y="655"/>
                  </a:cubicBezTo>
                  <a:cubicBezTo>
                    <a:pt x="109" y="655"/>
                    <a:pt x="109" y="650"/>
                    <a:pt x="109" y="650"/>
                  </a:cubicBezTo>
                  <a:cubicBezTo>
                    <a:pt x="120" y="619"/>
                    <a:pt x="250" y="437"/>
                    <a:pt x="2051" y="276"/>
                  </a:cubicBezTo>
                  <a:cubicBezTo>
                    <a:pt x="3334" y="167"/>
                    <a:pt x="5036" y="99"/>
                    <a:pt x="6843" y="99"/>
                  </a:cubicBezTo>
                  <a:close/>
                  <a:moveTo>
                    <a:pt x="6843" y="1"/>
                  </a:moveTo>
                  <a:cubicBezTo>
                    <a:pt x="5031" y="1"/>
                    <a:pt x="3323" y="68"/>
                    <a:pt x="2041" y="182"/>
                  </a:cubicBezTo>
                  <a:cubicBezTo>
                    <a:pt x="115" y="349"/>
                    <a:pt x="16" y="551"/>
                    <a:pt x="11" y="639"/>
                  </a:cubicBezTo>
                  <a:cubicBezTo>
                    <a:pt x="6" y="655"/>
                    <a:pt x="0" y="670"/>
                    <a:pt x="6" y="681"/>
                  </a:cubicBezTo>
                  <a:lnTo>
                    <a:pt x="437" y="1958"/>
                  </a:lnTo>
                  <a:cubicBezTo>
                    <a:pt x="561" y="2337"/>
                    <a:pt x="914" y="2597"/>
                    <a:pt x="1319" y="2597"/>
                  </a:cubicBezTo>
                  <a:cubicBezTo>
                    <a:pt x="1350" y="2597"/>
                    <a:pt x="1387" y="2591"/>
                    <a:pt x="1423" y="2591"/>
                  </a:cubicBezTo>
                  <a:cubicBezTo>
                    <a:pt x="2721" y="2436"/>
                    <a:pt x="4694" y="2347"/>
                    <a:pt x="6843" y="2347"/>
                  </a:cubicBezTo>
                  <a:cubicBezTo>
                    <a:pt x="8956" y="2347"/>
                    <a:pt x="10903" y="2436"/>
                    <a:pt x="12201" y="2581"/>
                  </a:cubicBezTo>
                  <a:cubicBezTo>
                    <a:pt x="12235" y="2585"/>
                    <a:pt x="12269" y="2586"/>
                    <a:pt x="12302" y="2586"/>
                  </a:cubicBezTo>
                  <a:cubicBezTo>
                    <a:pt x="12699" y="2586"/>
                    <a:pt x="13058" y="2336"/>
                    <a:pt x="13187" y="1953"/>
                  </a:cubicBezTo>
                  <a:lnTo>
                    <a:pt x="13582" y="785"/>
                  </a:lnTo>
                  <a:cubicBezTo>
                    <a:pt x="13644" y="743"/>
                    <a:pt x="13681" y="702"/>
                    <a:pt x="13681" y="655"/>
                  </a:cubicBezTo>
                  <a:cubicBezTo>
                    <a:pt x="13681" y="572"/>
                    <a:pt x="13681" y="359"/>
                    <a:pt x="11645" y="182"/>
                  </a:cubicBezTo>
                  <a:cubicBezTo>
                    <a:pt x="10363" y="68"/>
                    <a:pt x="8660" y="1"/>
                    <a:pt x="6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6">
              <a:extLst>
                <a:ext uri="{FF2B5EF4-FFF2-40B4-BE49-F238E27FC236}">
                  <a16:creationId xmlns:a16="http://schemas.microsoft.com/office/drawing/2014/main" id="{89908F37-26A5-FF3B-0E6F-69E1F7C57083}"/>
                </a:ext>
              </a:extLst>
            </p:cNvPr>
            <p:cNvSpPr/>
            <p:nvPr/>
          </p:nvSpPr>
          <p:spPr>
            <a:xfrm>
              <a:off x="1026075" y="2952550"/>
              <a:ext cx="43000" cy="84275"/>
            </a:xfrm>
            <a:custGeom>
              <a:avLst/>
              <a:gdLst/>
              <a:ahLst/>
              <a:cxnLst/>
              <a:rect l="l" t="t" r="r" b="b"/>
              <a:pathLst>
                <a:path w="1720" h="3371" extrusionOk="0">
                  <a:moveTo>
                    <a:pt x="1086" y="1"/>
                  </a:moveTo>
                  <a:lnTo>
                    <a:pt x="6" y="3303"/>
                  </a:lnTo>
                  <a:cubicBezTo>
                    <a:pt x="1" y="3329"/>
                    <a:pt x="11" y="3355"/>
                    <a:pt x="32" y="3365"/>
                  </a:cubicBezTo>
                  <a:cubicBezTo>
                    <a:pt x="42" y="3365"/>
                    <a:pt x="47" y="3370"/>
                    <a:pt x="53" y="3370"/>
                  </a:cubicBezTo>
                  <a:cubicBezTo>
                    <a:pt x="73" y="3370"/>
                    <a:pt x="89" y="3360"/>
                    <a:pt x="99" y="3344"/>
                  </a:cubicBezTo>
                  <a:lnTo>
                    <a:pt x="1719" y="525"/>
                  </a:lnTo>
                  <a:lnTo>
                    <a:pt x="1636" y="479"/>
                  </a:lnTo>
                  <a:lnTo>
                    <a:pt x="250" y="2893"/>
                  </a:lnTo>
                  <a:lnTo>
                    <a:pt x="1179" y="32"/>
                  </a:lnTo>
                  <a:lnTo>
                    <a:pt x="1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6">
              <a:extLst>
                <a:ext uri="{FF2B5EF4-FFF2-40B4-BE49-F238E27FC236}">
                  <a16:creationId xmlns:a16="http://schemas.microsoft.com/office/drawing/2014/main" id="{8C4AD1FC-DAA5-F87F-37D2-66A6BD50C469}"/>
                </a:ext>
              </a:extLst>
            </p:cNvPr>
            <p:cNvSpPr/>
            <p:nvPr/>
          </p:nvSpPr>
          <p:spPr>
            <a:xfrm>
              <a:off x="1053200" y="2586425"/>
              <a:ext cx="121775" cy="366950"/>
            </a:xfrm>
            <a:custGeom>
              <a:avLst/>
              <a:gdLst/>
              <a:ahLst/>
              <a:cxnLst/>
              <a:rect l="l" t="t" r="r" b="b"/>
              <a:pathLst>
                <a:path w="4871" h="14678" extrusionOk="0">
                  <a:moveTo>
                    <a:pt x="4777" y="0"/>
                  </a:moveTo>
                  <a:lnTo>
                    <a:pt x="1" y="14651"/>
                  </a:lnTo>
                  <a:lnTo>
                    <a:pt x="94" y="14677"/>
                  </a:lnTo>
                  <a:lnTo>
                    <a:pt x="4871" y="31"/>
                  </a:lnTo>
                  <a:lnTo>
                    <a:pt x="4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6">
              <a:extLst>
                <a:ext uri="{FF2B5EF4-FFF2-40B4-BE49-F238E27FC236}">
                  <a16:creationId xmlns:a16="http://schemas.microsoft.com/office/drawing/2014/main" id="{E03778B3-A186-3879-9FC5-28235391FC5B}"/>
                </a:ext>
              </a:extLst>
            </p:cNvPr>
            <p:cNvSpPr/>
            <p:nvPr/>
          </p:nvSpPr>
          <p:spPr>
            <a:xfrm>
              <a:off x="1281375" y="3029400"/>
              <a:ext cx="47925" cy="143450"/>
            </a:xfrm>
            <a:custGeom>
              <a:avLst/>
              <a:gdLst/>
              <a:ahLst/>
              <a:cxnLst/>
              <a:rect l="l" t="t" r="r" b="b"/>
              <a:pathLst>
                <a:path w="1917" h="5738" extrusionOk="0">
                  <a:moveTo>
                    <a:pt x="1828" y="0"/>
                  </a:moveTo>
                  <a:lnTo>
                    <a:pt x="920" y="2077"/>
                  </a:lnTo>
                  <a:lnTo>
                    <a:pt x="634" y="2404"/>
                  </a:lnTo>
                  <a:cubicBezTo>
                    <a:pt x="629" y="2409"/>
                    <a:pt x="624" y="2420"/>
                    <a:pt x="624" y="2425"/>
                  </a:cubicBezTo>
                  <a:lnTo>
                    <a:pt x="1" y="5722"/>
                  </a:lnTo>
                  <a:lnTo>
                    <a:pt x="94" y="5737"/>
                  </a:lnTo>
                  <a:lnTo>
                    <a:pt x="712" y="2456"/>
                  </a:lnTo>
                  <a:lnTo>
                    <a:pt x="998" y="2139"/>
                  </a:lnTo>
                  <a:cubicBezTo>
                    <a:pt x="998" y="2134"/>
                    <a:pt x="1003" y="2129"/>
                    <a:pt x="1003" y="2124"/>
                  </a:cubicBezTo>
                  <a:lnTo>
                    <a:pt x="1916" y="42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6">
              <a:extLst>
                <a:ext uri="{FF2B5EF4-FFF2-40B4-BE49-F238E27FC236}">
                  <a16:creationId xmlns:a16="http://schemas.microsoft.com/office/drawing/2014/main" id="{8975FAFD-36CC-B80F-6AC0-159974CB34A9}"/>
                </a:ext>
              </a:extLst>
            </p:cNvPr>
            <p:cNvSpPr/>
            <p:nvPr/>
          </p:nvSpPr>
          <p:spPr>
            <a:xfrm>
              <a:off x="1026075" y="3035500"/>
              <a:ext cx="199775" cy="146550"/>
            </a:xfrm>
            <a:custGeom>
              <a:avLst/>
              <a:gdLst/>
              <a:ahLst/>
              <a:cxnLst/>
              <a:rect l="l" t="t" r="r" b="b"/>
              <a:pathLst>
                <a:path w="7991" h="5862" extrusionOk="0">
                  <a:moveTo>
                    <a:pt x="94" y="0"/>
                  </a:moveTo>
                  <a:lnTo>
                    <a:pt x="1" y="26"/>
                  </a:lnTo>
                  <a:lnTo>
                    <a:pt x="535" y="1968"/>
                  </a:lnTo>
                  <a:cubicBezTo>
                    <a:pt x="535" y="1973"/>
                    <a:pt x="541" y="1978"/>
                    <a:pt x="541" y="1978"/>
                  </a:cubicBezTo>
                  <a:lnTo>
                    <a:pt x="930" y="2622"/>
                  </a:lnTo>
                  <a:lnTo>
                    <a:pt x="1787" y="5348"/>
                  </a:lnTo>
                  <a:cubicBezTo>
                    <a:pt x="1828" y="5727"/>
                    <a:pt x="4367" y="5862"/>
                    <a:pt x="6075" y="5862"/>
                  </a:cubicBezTo>
                  <a:cubicBezTo>
                    <a:pt x="6750" y="5862"/>
                    <a:pt x="7394" y="5846"/>
                    <a:pt x="7991" y="5810"/>
                  </a:cubicBezTo>
                  <a:lnTo>
                    <a:pt x="7985" y="5716"/>
                  </a:lnTo>
                  <a:cubicBezTo>
                    <a:pt x="7388" y="5748"/>
                    <a:pt x="6745" y="5763"/>
                    <a:pt x="6075" y="5763"/>
                  </a:cubicBezTo>
                  <a:cubicBezTo>
                    <a:pt x="3282" y="5763"/>
                    <a:pt x="1880" y="5493"/>
                    <a:pt x="1880" y="5343"/>
                  </a:cubicBezTo>
                  <a:cubicBezTo>
                    <a:pt x="1880" y="5337"/>
                    <a:pt x="1880" y="5332"/>
                    <a:pt x="1880" y="5327"/>
                  </a:cubicBezTo>
                  <a:lnTo>
                    <a:pt x="1023" y="2591"/>
                  </a:lnTo>
                  <a:cubicBezTo>
                    <a:pt x="1023" y="2586"/>
                    <a:pt x="1018" y="2581"/>
                    <a:pt x="1018" y="2581"/>
                  </a:cubicBezTo>
                  <a:lnTo>
                    <a:pt x="629" y="193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6">
              <a:extLst>
                <a:ext uri="{FF2B5EF4-FFF2-40B4-BE49-F238E27FC236}">
                  <a16:creationId xmlns:a16="http://schemas.microsoft.com/office/drawing/2014/main" id="{3CEB0483-8018-3516-591C-42EB5F6F4773}"/>
                </a:ext>
              </a:extLst>
            </p:cNvPr>
            <p:cNvSpPr/>
            <p:nvPr/>
          </p:nvSpPr>
          <p:spPr>
            <a:xfrm>
              <a:off x="1172750" y="2888450"/>
              <a:ext cx="106050" cy="217800"/>
            </a:xfrm>
            <a:custGeom>
              <a:avLst/>
              <a:gdLst/>
              <a:ahLst/>
              <a:cxnLst/>
              <a:rect l="l" t="t" r="r" b="b"/>
              <a:pathLst>
                <a:path w="4242" h="8712" extrusionOk="0">
                  <a:moveTo>
                    <a:pt x="3364" y="0"/>
                  </a:moveTo>
                  <a:lnTo>
                    <a:pt x="3271" y="26"/>
                  </a:lnTo>
                  <a:lnTo>
                    <a:pt x="4138" y="3219"/>
                  </a:lnTo>
                  <a:lnTo>
                    <a:pt x="0" y="8655"/>
                  </a:lnTo>
                  <a:lnTo>
                    <a:pt x="78" y="8712"/>
                  </a:lnTo>
                  <a:lnTo>
                    <a:pt x="4231" y="3261"/>
                  </a:lnTo>
                  <a:cubicBezTo>
                    <a:pt x="4242" y="3250"/>
                    <a:pt x="4242" y="3235"/>
                    <a:pt x="4237" y="3219"/>
                  </a:cubicBezTo>
                  <a:lnTo>
                    <a:pt x="3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6">
              <a:extLst>
                <a:ext uri="{FF2B5EF4-FFF2-40B4-BE49-F238E27FC236}">
                  <a16:creationId xmlns:a16="http://schemas.microsoft.com/office/drawing/2014/main" id="{A83207A5-A883-3C41-6704-1DF171964F48}"/>
                </a:ext>
              </a:extLst>
            </p:cNvPr>
            <p:cNvSpPr/>
            <p:nvPr/>
          </p:nvSpPr>
          <p:spPr>
            <a:xfrm>
              <a:off x="1172625" y="2586300"/>
              <a:ext cx="84375" cy="302675"/>
            </a:xfrm>
            <a:custGeom>
              <a:avLst/>
              <a:gdLst/>
              <a:ahLst/>
              <a:cxnLst/>
              <a:rect l="l" t="t" r="r" b="b"/>
              <a:pathLst>
                <a:path w="3375" h="12107" extrusionOk="0">
                  <a:moveTo>
                    <a:pt x="94" y="0"/>
                  </a:moveTo>
                  <a:lnTo>
                    <a:pt x="0" y="26"/>
                  </a:lnTo>
                  <a:lnTo>
                    <a:pt x="3281" y="12107"/>
                  </a:lnTo>
                  <a:lnTo>
                    <a:pt x="3375" y="12081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6">
              <a:extLst>
                <a:ext uri="{FF2B5EF4-FFF2-40B4-BE49-F238E27FC236}">
                  <a16:creationId xmlns:a16="http://schemas.microsoft.com/office/drawing/2014/main" id="{2E7079C9-A310-DB33-5A63-DC3B0039CC19}"/>
                </a:ext>
              </a:extLst>
            </p:cNvPr>
            <p:cNvSpPr/>
            <p:nvPr/>
          </p:nvSpPr>
          <p:spPr>
            <a:xfrm>
              <a:off x="1066825" y="2585400"/>
              <a:ext cx="108225" cy="380025"/>
            </a:xfrm>
            <a:custGeom>
              <a:avLst/>
              <a:gdLst/>
              <a:ahLst/>
              <a:cxnLst/>
              <a:rect l="l" t="t" r="r" b="b"/>
              <a:pathLst>
                <a:path w="4329" h="15201" extrusionOk="0">
                  <a:moveTo>
                    <a:pt x="4275" y="0"/>
                  </a:moveTo>
                  <a:cubicBezTo>
                    <a:pt x="4256" y="0"/>
                    <a:pt x="4237" y="11"/>
                    <a:pt x="4232" y="36"/>
                  </a:cubicBezTo>
                  <a:lnTo>
                    <a:pt x="1" y="15175"/>
                  </a:lnTo>
                  <a:lnTo>
                    <a:pt x="94" y="15201"/>
                  </a:lnTo>
                  <a:lnTo>
                    <a:pt x="4232" y="405"/>
                  </a:lnTo>
                  <a:lnTo>
                    <a:pt x="4232" y="11852"/>
                  </a:lnTo>
                  <a:lnTo>
                    <a:pt x="4326" y="11852"/>
                  </a:lnTo>
                  <a:lnTo>
                    <a:pt x="4326" y="52"/>
                  </a:lnTo>
                  <a:cubicBezTo>
                    <a:pt x="4328" y="19"/>
                    <a:pt x="4301" y="0"/>
                    <a:pt x="4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6">
              <a:extLst>
                <a:ext uri="{FF2B5EF4-FFF2-40B4-BE49-F238E27FC236}">
                  <a16:creationId xmlns:a16="http://schemas.microsoft.com/office/drawing/2014/main" id="{87750E3B-6C1E-BCC9-3BAA-78129B455A4D}"/>
                </a:ext>
              </a:extLst>
            </p:cNvPr>
            <p:cNvSpPr/>
            <p:nvPr/>
          </p:nvSpPr>
          <p:spPr>
            <a:xfrm>
              <a:off x="1066975" y="2964500"/>
              <a:ext cx="107750" cy="141900"/>
            </a:xfrm>
            <a:custGeom>
              <a:avLst/>
              <a:gdLst/>
              <a:ahLst/>
              <a:cxnLst/>
              <a:rect l="l" t="t" r="r" b="b"/>
              <a:pathLst>
                <a:path w="4310" h="5676" extrusionOk="0">
                  <a:moveTo>
                    <a:pt x="78" y="1"/>
                  </a:moveTo>
                  <a:lnTo>
                    <a:pt x="0" y="58"/>
                  </a:lnTo>
                  <a:lnTo>
                    <a:pt x="4231" y="5675"/>
                  </a:lnTo>
                  <a:lnTo>
                    <a:pt x="4309" y="5618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6">
              <a:extLst>
                <a:ext uri="{FF2B5EF4-FFF2-40B4-BE49-F238E27FC236}">
                  <a16:creationId xmlns:a16="http://schemas.microsoft.com/office/drawing/2014/main" id="{ECF1EF3A-2A84-E584-38B1-5AB1262341B8}"/>
                </a:ext>
              </a:extLst>
            </p:cNvPr>
            <p:cNvSpPr/>
            <p:nvPr/>
          </p:nvSpPr>
          <p:spPr>
            <a:xfrm>
              <a:off x="1172625" y="3105450"/>
              <a:ext cx="6625" cy="75450"/>
            </a:xfrm>
            <a:custGeom>
              <a:avLst/>
              <a:gdLst/>
              <a:ahLst/>
              <a:cxnLst/>
              <a:rect l="l" t="t" r="r" b="b"/>
              <a:pathLst>
                <a:path w="265" h="3018" extrusionOk="0">
                  <a:moveTo>
                    <a:pt x="99" y="1"/>
                  </a:moveTo>
                  <a:lnTo>
                    <a:pt x="0" y="6"/>
                  </a:lnTo>
                  <a:lnTo>
                    <a:pt x="171" y="3017"/>
                  </a:lnTo>
                  <a:lnTo>
                    <a:pt x="265" y="3012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6">
              <a:extLst>
                <a:ext uri="{FF2B5EF4-FFF2-40B4-BE49-F238E27FC236}">
                  <a16:creationId xmlns:a16="http://schemas.microsoft.com/office/drawing/2014/main" id="{463C1B2D-FC08-0513-959B-D427EF055FC6}"/>
                </a:ext>
              </a:extLst>
            </p:cNvPr>
            <p:cNvSpPr/>
            <p:nvPr/>
          </p:nvSpPr>
          <p:spPr>
            <a:xfrm>
              <a:off x="1146400" y="3283650"/>
              <a:ext cx="44025" cy="152275"/>
            </a:xfrm>
            <a:custGeom>
              <a:avLst/>
              <a:gdLst/>
              <a:ahLst/>
              <a:cxnLst/>
              <a:rect l="l" t="t" r="r" b="b"/>
              <a:pathLst>
                <a:path w="1761" h="6091" extrusionOk="0">
                  <a:moveTo>
                    <a:pt x="94" y="1"/>
                  </a:moveTo>
                  <a:lnTo>
                    <a:pt x="0" y="37"/>
                  </a:lnTo>
                  <a:cubicBezTo>
                    <a:pt x="21" y="79"/>
                    <a:pt x="1646" y="4658"/>
                    <a:pt x="68" y="6018"/>
                  </a:cubicBezTo>
                  <a:lnTo>
                    <a:pt x="135" y="6091"/>
                  </a:lnTo>
                  <a:cubicBezTo>
                    <a:pt x="1760" y="4684"/>
                    <a:pt x="161" y="193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6">
              <a:extLst>
                <a:ext uri="{FF2B5EF4-FFF2-40B4-BE49-F238E27FC236}">
                  <a16:creationId xmlns:a16="http://schemas.microsoft.com/office/drawing/2014/main" id="{1E60B090-5DBF-5183-DCAC-A5FD83412308}"/>
                </a:ext>
              </a:extLst>
            </p:cNvPr>
            <p:cNvSpPr/>
            <p:nvPr/>
          </p:nvSpPr>
          <p:spPr>
            <a:xfrm>
              <a:off x="1098500" y="340412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94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6">
              <a:extLst>
                <a:ext uri="{FF2B5EF4-FFF2-40B4-BE49-F238E27FC236}">
                  <a16:creationId xmlns:a16="http://schemas.microsoft.com/office/drawing/2014/main" id="{3C8A87AE-B482-05B1-2389-B6B6A0983DB3}"/>
                </a:ext>
              </a:extLst>
            </p:cNvPr>
            <p:cNvSpPr/>
            <p:nvPr/>
          </p:nvSpPr>
          <p:spPr>
            <a:xfrm>
              <a:off x="1097075" y="340292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8" y="724"/>
                    <a:pt x="2136" y="734"/>
                    <a:pt x="2154" y="734"/>
                  </a:cubicBezTo>
                  <a:cubicBezTo>
                    <a:pt x="2164" y="734"/>
                    <a:pt x="2173" y="730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6"/>
                    <a:pt x="717" y="484"/>
                  </a:cubicBezTo>
                  <a:cubicBezTo>
                    <a:pt x="1" y="1636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lnTo>
                    <a:pt x="1304" y="2488"/>
                  </a:ln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39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3"/>
                    <a:pt x="1781" y="11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6">
              <a:extLst>
                <a:ext uri="{FF2B5EF4-FFF2-40B4-BE49-F238E27FC236}">
                  <a16:creationId xmlns:a16="http://schemas.microsoft.com/office/drawing/2014/main" id="{E577419E-9D84-38CB-386B-3CCE6936AA1D}"/>
                </a:ext>
              </a:extLst>
            </p:cNvPr>
            <p:cNvSpPr/>
            <p:nvPr/>
          </p:nvSpPr>
          <p:spPr>
            <a:xfrm>
              <a:off x="1130550" y="342007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6">
              <a:extLst>
                <a:ext uri="{FF2B5EF4-FFF2-40B4-BE49-F238E27FC236}">
                  <a16:creationId xmlns:a16="http://schemas.microsoft.com/office/drawing/2014/main" id="{B11B31C9-E48B-D210-3AB0-06BB6B8325C7}"/>
                </a:ext>
              </a:extLst>
            </p:cNvPr>
            <p:cNvSpPr/>
            <p:nvPr/>
          </p:nvSpPr>
          <p:spPr>
            <a:xfrm>
              <a:off x="1129275" y="341902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6">
              <a:extLst>
                <a:ext uri="{FF2B5EF4-FFF2-40B4-BE49-F238E27FC236}">
                  <a16:creationId xmlns:a16="http://schemas.microsoft.com/office/drawing/2014/main" id="{B4BD9AFC-23AE-D054-5457-2B86C06F5FFA}"/>
                </a:ext>
              </a:extLst>
            </p:cNvPr>
            <p:cNvSpPr/>
            <p:nvPr/>
          </p:nvSpPr>
          <p:spPr>
            <a:xfrm>
              <a:off x="1127825" y="3018750"/>
              <a:ext cx="30550" cy="69075"/>
            </a:xfrm>
            <a:custGeom>
              <a:avLst/>
              <a:gdLst/>
              <a:ahLst/>
              <a:cxnLst/>
              <a:rect l="l" t="t" r="r" b="b"/>
              <a:pathLst>
                <a:path w="1222" h="2763" extrusionOk="0">
                  <a:moveTo>
                    <a:pt x="1138" y="1"/>
                  </a:moveTo>
                  <a:cubicBezTo>
                    <a:pt x="1091" y="73"/>
                    <a:pt x="1" y="1813"/>
                    <a:pt x="323" y="2763"/>
                  </a:cubicBezTo>
                  <a:lnTo>
                    <a:pt x="416" y="2731"/>
                  </a:lnTo>
                  <a:cubicBezTo>
                    <a:pt x="105" y="1823"/>
                    <a:pt x="1211" y="73"/>
                    <a:pt x="1221" y="53"/>
                  </a:cubicBezTo>
                  <a:lnTo>
                    <a:pt x="1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6">
              <a:extLst>
                <a:ext uri="{FF2B5EF4-FFF2-40B4-BE49-F238E27FC236}">
                  <a16:creationId xmlns:a16="http://schemas.microsoft.com/office/drawing/2014/main" id="{4A14B1F8-ED8A-8F76-CE8F-5DC0BDABEEF8}"/>
                </a:ext>
              </a:extLst>
            </p:cNvPr>
            <p:cNvSpPr/>
            <p:nvPr/>
          </p:nvSpPr>
          <p:spPr>
            <a:xfrm>
              <a:off x="1012575" y="2955800"/>
              <a:ext cx="139950" cy="76875"/>
            </a:xfrm>
            <a:custGeom>
              <a:avLst/>
              <a:gdLst/>
              <a:ahLst/>
              <a:cxnLst/>
              <a:rect l="l" t="t" r="r" b="b"/>
              <a:pathLst>
                <a:path w="5598" h="3075" extrusionOk="0">
                  <a:moveTo>
                    <a:pt x="1672" y="1"/>
                  </a:moveTo>
                  <a:cubicBezTo>
                    <a:pt x="1327" y="1"/>
                    <a:pt x="978" y="186"/>
                    <a:pt x="722" y="759"/>
                  </a:cubicBezTo>
                  <a:cubicBezTo>
                    <a:pt x="1" y="2373"/>
                    <a:pt x="2135" y="3074"/>
                    <a:pt x="2135" y="3074"/>
                  </a:cubicBezTo>
                  <a:cubicBezTo>
                    <a:pt x="2135" y="3074"/>
                    <a:pt x="5597" y="1101"/>
                    <a:pt x="4429" y="686"/>
                  </a:cubicBezTo>
                  <a:cubicBezTo>
                    <a:pt x="3992" y="532"/>
                    <a:pt x="3670" y="484"/>
                    <a:pt x="3439" y="484"/>
                  </a:cubicBezTo>
                  <a:cubicBezTo>
                    <a:pt x="3053" y="484"/>
                    <a:pt x="2918" y="619"/>
                    <a:pt x="2918" y="619"/>
                  </a:cubicBezTo>
                  <a:cubicBezTo>
                    <a:pt x="2918" y="619"/>
                    <a:pt x="2303" y="1"/>
                    <a:pt x="16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6">
              <a:extLst>
                <a:ext uri="{FF2B5EF4-FFF2-40B4-BE49-F238E27FC236}">
                  <a16:creationId xmlns:a16="http://schemas.microsoft.com/office/drawing/2014/main" id="{D6B281CB-367E-0521-6269-36E932E27AC5}"/>
                </a:ext>
              </a:extLst>
            </p:cNvPr>
            <p:cNvSpPr/>
            <p:nvPr/>
          </p:nvSpPr>
          <p:spPr>
            <a:xfrm>
              <a:off x="1024400" y="2954650"/>
              <a:ext cx="107750" cy="79250"/>
            </a:xfrm>
            <a:custGeom>
              <a:avLst/>
              <a:gdLst/>
              <a:ahLst/>
              <a:cxnLst/>
              <a:rect l="l" t="t" r="r" b="b"/>
              <a:pathLst>
                <a:path w="4310" h="3170" extrusionOk="0">
                  <a:moveTo>
                    <a:pt x="1194" y="93"/>
                  </a:moveTo>
                  <a:cubicBezTo>
                    <a:pt x="1802" y="93"/>
                    <a:pt x="2404" y="690"/>
                    <a:pt x="2414" y="701"/>
                  </a:cubicBezTo>
                  <a:cubicBezTo>
                    <a:pt x="2425" y="709"/>
                    <a:pt x="2436" y="713"/>
                    <a:pt x="2448" y="713"/>
                  </a:cubicBezTo>
                  <a:cubicBezTo>
                    <a:pt x="2460" y="713"/>
                    <a:pt x="2471" y="709"/>
                    <a:pt x="2482" y="701"/>
                  </a:cubicBezTo>
                  <a:cubicBezTo>
                    <a:pt x="2482" y="698"/>
                    <a:pt x="2612" y="581"/>
                    <a:pt x="2969" y="581"/>
                  </a:cubicBezTo>
                  <a:cubicBezTo>
                    <a:pt x="3195" y="581"/>
                    <a:pt x="3510" y="628"/>
                    <a:pt x="3941" y="779"/>
                  </a:cubicBezTo>
                  <a:cubicBezTo>
                    <a:pt x="4076" y="825"/>
                    <a:pt x="4143" y="893"/>
                    <a:pt x="4148" y="981"/>
                  </a:cubicBezTo>
                  <a:cubicBezTo>
                    <a:pt x="4195" y="1495"/>
                    <a:pt x="2388" y="2653"/>
                    <a:pt x="1656" y="3068"/>
                  </a:cubicBezTo>
                  <a:cubicBezTo>
                    <a:pt x="1511" y="3016"/>
                    <a:pt x="571" y="2653"/>
                    <a:pt x="255" y="1942"/>
                  </a:cubicBezTo>
                  <a:cubicBezTo>
                    <a:pt x="104" y="1599"/>
                    <a:pt x="114" y="1220"/>
                    <a:pt x="296" y="825"/>
                  </a:cubicBezTo>
                  <a:cubicBezTo>
                    <a:pt x="478" y="405"/>
                    <a:pt x="732" y="166"/>
                    <a:pt x="1044" y="109"/>
                  </a:cubicBezTo>
                  <a:cubicBezTo>
                    <a:pt x="1090" y="99"/>
                    <a:pt x="1142" y="93"/>
                    <a:pt x="1194" y="93"/>
                  </a:cubicBezTo>
                  <a:close/>
                  <a:moveTo>
                    <a:pt x="1195" y="0"/>
                  </a:moveTo>
                  <a:cubicBezTo>
                    <a:pt x="1138" y="0"/>
                    <a:pt x="1080" y="5"/>
                    <a:pt x="1023" y="16"/>
                  </a:cubicBezTo>
                  <a:cubicBezTo>
                    <a:pt x="680" y="78"/>
                    <a:pt x="405" y="337"/>
                    <a:pt x="203" y="784"/>
                  </a:cubicBezTo>
                  <a:cubicBezTo>
                    <a:pt x="16" y="1210"/>
                    <a:pt x="0" y="1615"/>
                    <a:pt x="166" y="1983"/>
                  </a:cubicBezTo>
                  <a:cubicBezTo>
                    <a:pt x="525" y="2793"/>
                    <a:pt x="1604" y="3151"/>
                    <a:pt x="1646" y="3167"/>
                  </a:cubicBezTo>
                  <a:lnTo>
                    <a:pt x="1662" y="3167"/>
                  </a:lnTo>
                  <a:cubicBezTo>
                    <a:pt x="1665" y="3169"/>
                    <a:pt x="1668" y="3169"/>
                    <a:pt x="1672" y="3169"/>
                  </a:cubicBezTo>
                  <a:cubicBezTo>
                    <a:pt x="1678" y="3169"/>
                    <a:pt x="1684" y="3167"/>
                    <a:pt x="1687" y="3167"/>
                  </a:cubicBezTo>
                  <a:cubicBezTo>
                    <a:pt x="1797" y="3105"/>
                    <a:pt x="4309" y="1661"/>
                    <a:pt x="4247" y="976"/>
                  </a:cubicBezTo>
                  <a:cubicBezTo>
                    <a:pt x="4237" y="846"/>
                    <a:pt x="4143" y="748"/>
                    <a:pt x="3977" y="690"/>
                  </a:cubicBezTo>
                  <a:cubicBezTo>
                    <a:pt x="3534" y="534"/>
                    <a:pt x="3205" y="485"/>
                    <a:pt x="2967" y="485"/>
                  </a:cubicBezTo>
                  <a:cubicBezTo>
                    <a:pt x="2674" y="485"/>
                    <a:pt x="2516" y="559"/>
                    <a:pt x="2451" y="602"/>
                  </a:cubicBezTo>
                  <a:cubicBezTo>
                    <a:pt x="2314" y="475"/>
                    <a:pt x="1766" y="0"/>
                    <a:pt x="1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6">
              <a:extLst>
                <a:ext uri="{FF2B5EF4-FFF2-40B4-BE49-F238E27FC236}">
                  <a16:creationId xmlns:a16="http://schemas.microsoft.com/office/drawing/2014/main" id="{A620BCF9-7FA5-EF34-02BA-FDC7ADA43CF6}"/>
                </a:ext>
              </a:extLst>
            </p:cNvPr>
            <p:cNvSpPr/>
            <p:nvPr/>
          </p:nvSpPr>
          <p:spPr>
            <a:xfrm>
              <a:off x="1063325" y="2971250"/>
              <a:ext cx="22225" cy="41825"/>
            </a:xfrm>
            <a:custGeom>
              <a:avLst/>
              <a:gdLst/>
              <a:ahLst/>
              <a:cxnLst/>
              <a:rect l="l" t="t" r="r" b="b"/>
              <a:pathLst>
                <a:path w="889" h="1673" extrusionOk="0">
                  <a:moveTo>
                    <a:pt x="888" y="1"/>
                  </a:moveTo>
                  <a:lnTo>
                    <a:pt x="888" y="1"/>
                  </a:lnTo>
                  <a:cubicBezTo>
                    <a:pt x="369" y="405"/>
                    <a:pt x="42" y="1013"/>
                    <a:pt x="1" y="1672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6">
              <a:extLst>
                <a:ext uri="{FF2B5EF4-FFF2-40B4-BE49-F238E27FC236}">
                  <a16:creationId xmlns:a16="http://schemas.microsoft.com/office/drawing/2014/main" id="{0347D65B-4A47-7F5C-E14C-DC32F3B8E365}"/>
                </a:ext>
              </a:extLst>
            </p:cNvPr>
            <p:cNvSpPr/>
            <p:nvPr/>
          </p:nvSpPr>
          <p:spPr>
            <a:xfrm>
              <a:off x="1062025" y="297035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0"/>
                  </a:moveTo>
                  <a:cubicBezTo>
                    <a:pt x="375" y="410"/>
                    <a:pt x="42" y="1033"/>
                    <a:pt x="1" y="1708"/>
                  </a:cubicBezTo>
                  <a:lnTo>
                    <a:pt x="99" y="1708"/>
                  </a:lnTo>
                  <a:cubicBezTo>
                    <a:pt x="146" y="1064"/>
                    <a:pt x="463" y="473"/>
                    <a:pt x="972" y="78"/>
                  </a:cubicBez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6">
              <a:extLst>
                <a:ext uri="{FF2B5EF4-FFF2-40B4-BE49-F238E27FC236}">
                  <a16:creationId xmlns:a16="http://schemas.microsoft.com/office/drawing/2014/main" id="{EFDC1AAB-0BBC-D5C1-ECD9-0E4E6AF63583}"/>
                </a:ext>
              </a:extLst>
            </p:cNvPr>
            <p:cNvSpPr/>
            <p:nvPr/>
          </p:nvSpPr>
          <p:spPr>
            <a:xfrm>
              <a:off x="1082025" y="2975375"/>
              <a:ext cx="139925" cy="76900"/>
            </a:xfrm>
            <a:custGeom>
              <a:avLst/>
              <a:gdLst/>
              <a:ahLst/>
              <a:cxnLst/>
              <a:rect l="l" t="t" r="r" b="b"/>
              <a:pathLst>
                <a:path w="5597" h="3076" extrusionOk="0">
                  <a:moveTo>
                    <a:pt x="1667" y="0"/>
                  </a:moveTo>
                  <a:cubicBezTo>
                    <a:pt x="1323" y="0"/>
                    <a:pt x="975" y="184"/>
                    <a:pt x="722" y="754"/>
                  </a:cubicBezTo>
                  <a:cubicBezTo>
                    <a:pt x="0" y="2374"/>
                    <a:pt x="2134" y="3075"/>
                    <a:pt x="2134" y="3075"/>
                  </a:cubicBezTo>
                  <a:cubicBezTo>
                    <a:pt x="2134" y="3075"/>
                    <a:pt x="5597" y="1097"/>
                    <a:pt x="4429" y="687"/>
                  </a:cubicBezTo>
                  <a:cubicBezTo>
                    <a:pt x="3991" y="533"/>
                    <a:pt x="3670" y="485"/>
                    <a:pt x="3439" y="485"/>
                  </a:cubicBezTo>
                  <a:cubicBezTo>
                    <a:pt x="3052" y="485"/>
                    <a:pt x="2918" y="619"/>
                    <a:pt x="2918" y="619"/>
                  </a:cubicBezTo>
                  <a:cubicBezTo>
                    <a:pt x="2918" y="619"/>
                    <a:pt x="2299" y="0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6">
              <a:extLst>
                <a:ext uri="{FF2B5EF4-FFF2-40B4-BE49-F238E27FC236}">
                  <a16:creationId xmlns:a16="http://schemas.microsoft.com/office/drawing/2014/main" id="{18307AE6-A74F-EEE8-8488-78BAD4E11C3C}"/>
                </a:ext>
              </a:extLst>
            </p:cNvPr>
            <p:cNvSpPr/>
            <p:nvPr/>
          </p:nvSpPr>
          <p:spPr>
            <a:xfrm>
              <a:off x="1093825" y="2974225"/>
              <a:ext cx="107750" cy="79200"/>
            </a:xfrm>
            <a:custGeom>
              <a:avLst/>
              <a:gdLst/>
              <a:ahLst/>
              <a:cxnLst/>
              <a:rect l="l" t="t" r="r" b="b"/>
              <a:pathLst>
                <a:path w="4310" h="3168" extrusionOk="0">
                  <a:moveTo>
                    <a:pt x="1195" y="94"/>
                  </a:moveTo>
                  <a:cubicBezTo>
                    <a:pt x="1797" y="94"/>
                    <a:pt x="2404" y="691"/>
                    <a:pt x="2415" y="702"/>
                  </a:cubicBezTo>
                  <a:cubicBezTo>
                    <a:pt x="2425" y="710"/>
                    <a:pt x="2437" y="713"/>
                    <a:pt x="2448" y="713"/>
                  </a:cubicBezTo>
                  <a:cubicBezTo>
                    <a:pt x="2459" y="713"/>
                    <a:pt x="2469" y="710"/>
                    <a:pt x="2477" y="702"/>
                  </a:cubicBezTo>
                  <a:cubicBezTo>
                    <a:pt x="2480" y="699"/>
                    <a:pt x="2611" y="580"/>
                    <a:pt x="2968" y="580"/>
                  </a:cubicBezTo>
                  <a:cubicBezTo>
                    <a:pt x="3194" y="580"/>
                    <a:pt x="3510" y="627"/>
                    <a:pt x="3941" y="780"/>
                  </a:cubicBezTo>
                  <a:cubicBezTo>
                    <a:pt x="4071" y="826"/>
                    <a:pt x="4139" y="894"/>
                    <a:pt x="4149" y="982"/>
                  </a:cubicBezTo>
                  <a:cubicBezTo>
                    <a:pt x="4196" y="1496"/>
                    <a:pt x="2384" y="2649"/>
                    <a:pt x="1657" y="3069"/>
                  </a:cubicBezTo>
                  <a:cubicBezTo>
                    <a:pt x="1506" y="3012"/>
                    <a:pt x="567" y="2654"/>
                    <a:pt x="255" y="1937"/>
                  </a:cubicBezTo>
                  <a:cubicBezTo>
                    <a:pt x="99" y="1595"/>
                    <a:pt x="115" y="1221"/>
                    <a:pt x="291" y="821"/>
                  </a:cubicBezTo>
                  <a:cubicBezTo>
                    <a:pt x="478" y="406"/>
                    <a:pt x="728" y="167"/>
                    <a:pt x="1039" y="110"/>
                  </a:cubicBezTo>
                  <a:cubicBezTo>
                    <a:pt x="1091" y="100"/>
                    <a:pt x="1143" y="94"/>
                    <a:pt x="1195" y="94"/>
                  </a:cubicBezTo>
                  <a:close/>
                  <a:moveTo>
                    <a:pt x="1201" y="0"/>
                  </a:moveTo>
                  <a:cubicBezTo>
                    <a:pt x="1142" y="0"/>
                    <a:pt x="1083" y="5"/>
                    <a:pt x="1024" y="16"/>
                  </a:cubicBezTo>
                  <a:cubicBezTo>
                    <a:pt x="676" y="79"/>
                    <a:pt x="400" y="338"/>
                    <a:pt x="203" y="785"/>
                  </a:cubicBezTo>
                  <a:cubicBezTo>
                    <a:pt x="16" y="1211"/>
                    <a:pt x="1" y="1610"/>
                    <a:pt x="167" y="1979"/>
                  </a:cubicBezTo>
                  <a:cubicBezTo>
                    <a:pt x="525" y="2789"/>
                    <a:pt x="1600" y="3152"/>
                    <a:pt x="1647" y="3168"/>
                  </a:cubicBezTo>
                  <a:lnTo>
                    <a:pt x="1662" y="3168"/>
                  </a:lnTo>
                  <a:cubicBezTo>
                    <a:pt x="1672" y="3168"/>
                    <a:pt x="1678" y="3168"/>
                    <a:pt x="1688" y="3163"/>
                  </a:cubicBezTo>
                  <a:cubicBezTo>
                    <a:pt x="1797" y="3100"/>
                    <a:pt x="4310" y="1662"/>
                    <a:pt x="4248" y="972"/>
                  </a:cubicBezTo>
                  <a:cubicBezTo>
                    <a:pt x="4232" y="842"/>
                    <a:pt x="4144" y="749"/>
                    <a:pt x="3972" y="691"/>
                  </a:cubicBezTo>
                  <a:cubicBezTo>
                    <a:pt x="3529" y="535"/>
                    <a:pt x="3202" y="486"/>
                    <a:pt x="2964" y="486"/>
                  </a:cubicBezTo>
                  <a:cubicBezTo>
                    <a:pt x="2673" y="486"/>
                    <a:pt x="2517" y="560"/>
                    <a:pt x="2451" y="603"/>
                  </a:cubicBezTo>
                  <a:cubicBezTo>
                    <a:pt x="2315" y="476"/>
                    <a:pt x="1770" y="0"/>
                    <a:pt x="1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6">
              <a:extLst>
                <a:ext uri="{FF2B5EF4-FFF2-40B4-BE49-F238E27FC236}">
                  <a16:creationId xmlns:a16="http://schemas.microsoft.com/office/drawing/2014/main" id="{2785B786-7239-D681-EA23-8B3E084EEFF8}"/>
                </a:ext>
              </a:extLst>
            </p:cNvPr>
            <p:cNvSpPr/>
            <p:nvPr/>
          </p:nvSpPr>
          <p:spPr>
            <a:xfrm>
              <a:off x="1132650" y="2990850"/>
              <a:ext cx="22350" cy="41675"/>
            </a:xfrm>
            <a:custGeom>
              <a:avLst/>
              <a:gdLst/>
              <a:ahLst/>
              <a:cxnLst/>
              <a:rect l="l" t="t" r="r" b="b"/>
              <a:pathLst>
                <a:path w="894" h="1667" extrusionOk="0">
                  <a:moveTo>
                    <a:pt x="893" y="0"/>
                  </a:moveTo>
                  <a:cubicBezTo>
                    <a:pt x="369" y="405"/>
                    <a:pt x="47" y="1013"/>
                    <a:pt x="0" y="1667"/>
                  </a:cubicBezTo>
                  <a:lnTo>
                    <a:pt x="8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6">
              <a:extLst>
                <a:ext uri="{FF2B5EF4-FFF2-40B4-BE49-F238E27FC236}">
                  <a16:creationId xmlns:a16="http://schemas.microsoft.com/office/drawing/2014/main" id="{761A84BA-EB7B-4F39-CD17-8292148270B9}"/>
                </a:ext>
              </a:extLst>
            </p:cNvPr>
            <p:cNvSpPr/>
            <p:nvPr/>
          </p:nvSpPr>
          <p:spPr>
            <a:xfrm>
              <a:off x="1131475" y="298980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1"/>
                  </a:moveTo>
                  <a:cubicBezTo>
                    <a:pt x="374" y="416"/>
                    <a:pt x="42" y="1039"/>
                    <a:pt x="0" y="1709"/>
                  </a:cubicBezTo>
                  <a:lnTo>
                    <a:pt x="99" y="1709"/>
                  </a:lnTo>
                  <a:cubicBezTo>
                    <a:pt x="146" y="1070"/>
                    <a:pt x="462" y="473"/>
                    <a:pt x="971" y="7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6">
              <a:extLst>
                <a:ext uri="{FF2B5EF4-FFF2-40B4-BE49-F238E27FC236}">
                  <a16:creationId xmlns:a16="http://schemas.microsoft.com/office/drawing/2014/main" id="{1D33B14E-5C51-9CA9-9CFE-2427641901AE}"/>
                </a:ext>
              </a:extLst>
            </p:cNvPr>
            <p:cNvSpPr/>
            <p:nvPr/>
          </p:nvSpPr>
          <p:spPr>
            <a:xfrm>
              <a:off x="1053725" y="3010575"/>
              <a:ext cx="86200" cy="76350"/>
            </a:xfrm>
            <a:custGeom>
              <a:avLst/>
              <a:gdLst/>
              <a:ahLst/>
              <a:cxnLst/>
              <a:rect l="l" t="t" r="r" b="b"/>
              <a:pathLst>
                <a:path w="3448" h="3054" extrusionOk="0">
                  <a:moveTo>
                    <a:pt x="1466" y="1"/>
                  </a:moveTo>
                  <a:cubicBezTo>
                    <a:pt x="1288" y="1"/>
                    <a:pt x="1072" y="156"/>
                    <a:pt x="821" y="603"/>
                  </a:cubicBezTo>
                  <a:cubicBezTo>
                    <a:pt x="1" y="2056"/>
                    <a:pt x="1008" y="3053"/>
                    <a:pt x="1008" y="3053"/>
                  </a:cubicBezTo>
                  <a:cubicBezTo>
                    <a:pt x="1008" y="3053"/>
                    <a:pt x="3448" y="1662"/>
                    <a:pt x="2903" y="1091"/>
                  </a:cubicBezTo>
                  <a:cubicBezTo>
                    <a:pt x="2629" y="799"/>
                    <a:pt x="2422" y="727"/>
                    <a:pt x="2284" y="727"/>
                  </a:cubicBezTo>
                  <a:cubicBezTo>
                    <a:pt x="2151" y="727"/>
                    <a:pt x="2082" y="795"/>
                    <a:pt x="2082" y="795"/>
                  </a:cubicBezTo>
                  <a:cubicBezTo>
                    <a:pt x="2082" y="795"/>
                    <a:pt x="1870" y="1"/>
                    <a:pt x="1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66">
              <a:extLst>
                <a:ext uri="{FF2B5EF4-FFF2-40B4-BE49-F238E27FC236}">
                  <a16:creationId xmlns:a16="http://schemas.microsoft.com/office/drawing/2014/main" id="{26D821E9-6640-109E-AD61-D62AC5B09057}"/>
                </a:ext>
              </a:extLst>
            </p:cNvPr>
            <p:cNvSpPr/>
            <p:nvPr/>
          </p:nvSpPr>
          <p:spPr>
            <a:xfrm>
              <a:off x="1052425" y="3009350"/>
              <a:ext cx="77525" cy="78750"/>
            </a:xfrm>
            <a:custGeom>
              <a:avLst/>
              <a:gdLst/>
              <a:ahLst/>
              <a:cxnLst/>
              <a:rect l="l" t="t" r="r" b="b"/>
              <a:pathLst>
                <a:path w="3101" h="3150" extrusionOk="0">
                  <a:moveTo>
                    <a:pt x="1517" y="96"/>
                  </a:moveTo>
                  <a:lnTo>
                    <a:pt x="1543" y="101"/>
                  </a:lnTo>
                  <a:cubicBezTo>
                    <a:pt x="1885" y="143"/>
                    <a:pt x="2082" y="849"/>
                    <a:pt x="2082" y="854"/>
                  </a:cubicBezTo>
                  <a:cubicBezTo>
                    <a:pt x="2088" y="875"/>
                    <a:pt x="2098" y="885"/>
                    <a:pt x="2114" y="891"/>
                  </a:cubicBezTo>
                  <a:cubicBezTo>
                    <a:pt x="2118" y="892"/>
                    <a:pt x="2122" y="893"/>
                    <a:pt x="2127" y="893"/>
                  </a:cubicBezTo>
                  <a:cubicBezTo>
                    <a:pt x="2140" y="893"/>
                    <a:pt x="2153" y="888"/>
                    <a:pt x="2160" y="880"/>
                  </a:cubicBezTo>
                  <a:cubicBezTo>
                    <a:pt x="2207" y="843"/>
                    <a:pt x="2262" y="822"/>
                    <a:pt x="2322" y="822"/>
                  </a:cubicBezTo>
                  <a:cubicBezTo>
                    <a:pt x="2328" y="822"/>
                    <a:pt x="2335" y="823"/>
                    <a:pt x="2342" y="823"/>
                  </a:cubicBezTo>
                  <a:cubicBezTo>
                    <a:pt x="2456" y="828"/>
                    <a:pt x="2648" y="891"/>
                    <a:pt x="2918" y="1171"/>
                  </a:cubicBezTo>
                  <a:cubicBezTo>
                    <a:pt x="2970" y="1223"/>
                    <a:pt x="2996" y="1301"/>
                    <a:pt x="2981" y="1373"/>
                  </a:cubicBezTo>
                  <a:cubicBezTo>
                    <a:pt x="2898" y="1945"/>
                    <a:pt x="1314" y="2889"/>
                    <a:pt x="1065" y="3035"/>
                  </a:cubicBezTo>
                  <a:cubicBezTo>
                    <a:pt x="909" y="2869"/>
                    <a:pt x="182" y="1965"/>
                    <a:pt x="909" y="673"/>
                  </a:cubicBezTo>
                  <a:cubicBezTo>
                    <a:pt x="1127" y="294"/>
                    <a:pt x="1330" y="96"/>
                    <a:pt x="1517" y="96"/>
                  </a:cubicBezTo>
                  <a:close/>
                  <a:moveTo>
                    <a:pt x="1524" y="1"/>
                  </a:moveTo>
                  <a:cubicBezTo>
                    <a:pt x="1302" y="1"/>
                    <a:pt x="1067" y="209"/>
                    <a:pt x="831" y="626"/>
                  </a:cubicBezTo>
                  <a:cubicBezTo>
                    <a:pt x="1" y="2095"/>
                    <a:pt x="1013" y="3123"/>
                    <a:pt x="1029" y="3133"/>
                  </a:cubicBezTo>
                  <a:cubicBezTo>
                    <a:pt x="1034" y="3144"/>
                    <a:pt x="1049" y="3149"/>
                    <a:pt x="1060" y="3149"/>
                  </a:cubicBezTo>
                  <a:cubicBezTo>
                    <a:pt x="1070" y="3149"/>
                    <a:pt x="1075" y="3144"/>
                    <a:pt x="1086" y="3139"/>
                  </a:cubicBezTo>
                  <a:cubicBezTo>
                    <a:pt x="1164" y="3097"/>
                    <a:pt x="2986" y="2054"/>
                    <a:pt x="3084" y="1389"/>
                  </a:cubicBezTo>
                  <a:cubicBezTo>
                    <a:pt x="3100" y="1285"/>
                    <a:pt x="3069" y="1176"/>
                    <a:pt x="2996" y="1103"/>
                  </a:cubicBezTo>
                  <a:cubicBezTo>
                    <a:pt x="2757" y="859"/>
                    <a:pt x="2539" y="730"/>
                    <a:pt x="2347" y="730"/>
                  </a:cubicBezTo>
                  <a:cubicBezTo>
                    <a:pt x="2339" y="729"/>
                    <a:pt x="2330" y="729"/>
                    <a:pt x="2321" y="729"/>
                  </a:cubicBezTo>
                  <a:cubicBezTo>
                    <a:pt x="2264" y="729"/>
                    <a:pt x="2211" y="743"/>
                    <a:pt x="2166" y="766"/>
                  </a:cubicBezTo>
                  <a:cubicBezTo>
                    <a:pt x="2103" y="579"/>
                    <a:pt x="1906" y="44"/>
                    <a:pt x="1563" y="3"/>
                  </a:cubicBezTo>
                  <a:cubicBezTo>
                    <a:pt x="1550" y="1"/>
                    <a:pt x="1537" y="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66">
              <a:extLst>
                <a:ext uri="{FF2B5EF4-FFF2-40B4-BE49-F238E27FC236}">
                  <a16:creationId xmlns:a16="http://schemas.microsoft.com/office/drawing/2014/main" id="{4AEBFD27-3958-6879-FA97-F2EBEB066947}"/>
                </a:ext>
              </a:extLst>
            </p:cNvPr>
            <p:cNvSpPr/>
            <p:nvPr/>
          </p:nvSpPr>
          <p:spPr>
            <a:xfrm>
              <a:off x="1082550" y="3030425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29" y="1"/>
                  </a:moveTo>
                  <a:lnTo>
                    <a:pt x="929" y="1"/>
                  </a:lnTo>
                  <a:cubicBezTo>
                    <a:pt x="254" y="546"/>
                    <a:pt x="0" y="1481"/>
                    <a:pt x="0" y="1481"/>
                  </a:cubicBezTo>
                  <a:lnTo>
                    <a:pt x="9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6">
              <a:extLst>
                <a:ext uri="{FF2B5EF4-FFF2-40B4-BE49-F238E27FC236}">
                  <a16:creationId xmlns:a16="http://schemas.microsoft.com/office/drawing/2014/main" id="{F8EA4326-9FC1-4F96-93EE-96285D787E35}"/>
                </a:ext>
              </a:extLst>
            </p:cNvPr>
            <p:cNvSpPr/>
            <p:nvPr/>
          </p:nvSpPr>
          <p:spPr>
            <a:xfrm>
              <a:off x="1081375" y="3029525"/>
              <a:ext cx="25200" cy="38325"/>
            </a:xfrm>
            <a:custGeom>
              <a:avLst/>
              <a:gdLst/>
              <a:ahLst/>
              <a:cxnLst/>
              <a:rect l="l" t="t" r="r" b="b"/>
              <a:pathLst>
                <a:path w="1008" h="1533" extrusionOk="0">
                  <a:moveTo>
                    <a:pt x="945" y="1"/>
                  </a:moveTo>
                  <a:cubicBezTo>
                    <a:pt x="265" y="546"/>
                    <a:pt x="11" y="1465"/>
                    <a:pt x="0" y="1506"/>
                  </a:cubicBezTo>
                  <a:lnTo>
                    <a:pt x="94" y="1532"/>
                  </a:lnTo>
                  <a:cubicBezTo>
                    <a:pt x="94" y="1522"/>
                    <a:pt x="348" y="603"/>
                    <a:pt x="1008" y="73"/>
                  </a:cubicBezTo>
                  <a:lnTo>
                    <a:pt x="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6">
              <a:extLst>
                <a:ext uri="{FF2B5EF4-FFF2-40B4-BE49-F238E27FC236}">
                  <a16:creationId xmlns:a16="http://schemas.microsoft.com/office/drawing/2014/main" id="{48FA3596-1E0A-A485-B632-15F4FEDB4503}"/>
                </a:ext>
              </a:extLst>
            </p:cNvPr>
            <p:cNvSpPr/>
            <p:nvPr/>
          </p:nvSpPr>
          <p:spPr>
            <a:xfrm>
              <a:off x="1259175" y="2986150"/>
              <a:ext cx="81150" cy="63525"/>
            </a:xfrm>
            <a:custGeom>
              <a:avLst/>
              <a:gdLst/>
              <a:ahLst/>
              <a:cxnLst/>
              <a:rect l="l" t="t" r="r" b="b"/>
              <a:pathLst>
                <a:path w="3246" h="2541" extrusionOk="0">
                  <a:moveTo>
                    <a:pt x="1174" y="0"/>
                  </a:moveTo>
                  <a:cubicBezTo>
                    <a:pt x="598" y="0"/>
                    <a:pt x="821" y="1024"/>
                    <a:pt x="821" y="1024"/>
                  </a:cubicBezTo>
                  <a:cubicBezTo>
                    <a:pt x="821" y="1024"/>
                    <a:pt x="799" y="1017"/>
                    <a:pt x="763" y="1017"/>
                  </a:cubicBezTo>
                  <a:cubicBezTo>
                    <a:pt x="649" y="1017"/>
                    <a:pt x="390" y="1086"/>
                    <a:pt x="224" y="1663"/>
                  </a:cubicBezTo>
                  <a:cubicBezTo>
                    <a:pt x="1" y="2421"/>
                    <a:pt x="2804" y="2540"/>
                    <a:pt x="2804" y="2540"/>
                  </a:cubicBezTo>
                  <a:cubicBezTo>
                    <a:pt x="2804" y="2540"/>
                    <a:pt x="3246" y="1196"/>
                    <a:pt x="1854" y="277"/>
                  </a:cubicBezTo>
                  <a:cubicBezTo>
                    <a:pt x="1553" y="78"/>
                    <a:pt x="1333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6">
              <a:extLst>
                <a:ext uri="{FF2B5EF4-FFF2-40B4-BE49-F238E27FC236}">
                  <a16:creationId xmlns:a16="http://schemas.microsoft.com/office/drawing/2014/main" id="{6CE989FE-4639-9B19-C9FD-CBF1F08C0D5C}"/>
                </a:ext>
              </a:extLst>
            </p:cNvPr>
            <p:cNvSpPr/>
            <p:nvPr/>
          </p:nvSpPr>
          <p:spPr>
            <a:xfrm>
              <a:off x="1262825" y="2984800"/>
              <a:ext cx="78675" cy="66050"/>
            </a:xfrm>
            <a:custGeom>
              <a:avLst/>
              <a:gdLst/>
              <a:ahLst/>
              <a:cxnLst/>
              <a:rect l="l" t="t" r="r" b="b"/>
              <a:pathLst>
                <a:path w="3147" h="2642" extrusionOk="0">
                  <a:moveTo>
                    <a:pt x="1030" y="103"/>
                  </a:moveTo>
                  <a:cubicBezTo>
                    <a:pt x="1194" y="103"/>
                    <a:pt x="1415" y="191"/>
                    <a:pt x="1682" y="367"/>
                  </a:cubicBezTo>
                  <a:cubicBezTo>
                    <a:pt x="2923" y="1187"/>
                    <a:pt x="2684" y="2324"/>
                    <a:pt x="2627" y="2542"/>
                  </a:cubicBezTo>
                  <a:cubicBezTo>
                    <a:pt x="2337" y="2527"/>
                    <a:pt x="499" y="2413"/>
                    <a:pt x="161" y="1940"/>
                  </a:cubicBezTo>
                  <a:cubicBezTo>
                    <a:pt x="115" y="1883"/>
                    <a:pt x="99" y="1800"/>
                    <a:pt x="125" y="1727"/>
                  </a:cubicBezTo>
                  <a:cubicBezTo>
                    <a:pt x="234" y="1359"/>
                    <a:pt x="374" y="1213"/>
                    <a:pt x="478" y="1156"/>
                  </a:cubicBezTo>
                  <a:cubicBezTo>
                    <a:pt x="519" y="1135"/>
                    <a:pt x="566" y="1120"/>
                    <a:pt x="618" y="1120"/>
                  </a:cubicBezTo>
                  <a:cubicBezTo>
                    <a:pt x="634" y="1120"/>
                    <a:pt x="649" y="1125"/>
                    <a:pt x="665" y="1125"/>
                  </a:cubicBezTo>
                  <a:cubicBezTo>
                    <a:pt x="671" y="1128"/>
                    <a:pt x="678" y="1129"/>
                    <a:pt x="684" y="1129"/>
                  </a:cubicBezTo>
                  <a:cubicBezTo>
                    <a:pt x="713" y="1129"/>
                    <a:pt x="736" y="1102"/>
                    <a:pt x="727" y="1068"/>
                  </a:cubicBezTo>
                  <a:cubicBezTo>
                    <a:pt x="727" y="1063"/>
                    <a:pt x="571" y="346"/>
                    <a:pt x="857" y="149"/>
                  </a:cubicBezTo>
                  <a:cubicBezTo>
                    <a:pt x="904" y="118"/>
                    <a:pt x="962" y="103"/>
                    <a:pt x="1030" y="103"/>
                  </a:cubicBezTo>
                  <a:close/>
                  <a:moveTo>
                    <a:pt x="1031" y="0"/>
                  </a:moveTo>
                  <a:cubicBezTo>
                    <a:pt x="943" y="0"/>
                    <a:pt x="867" y="22"/>
                    <a:pt x="805" y="66"/>
                  </a:cubicBezTo>
                  <a:cubicBezTo>
                    <a:pt x="519" y="263"/>
                    <a:pt x="587" y="829"/>
                    <a:pt x="618" y="1021"/>
                  </a:cubicBezTo>
                  <a:cubicBezTo>
                    <a:pt x="556" y="1021"/>
                    <a:pt x="494" y="1037"/>
                    <a:pt x="436" y="1068"/>
                  </a:cubicBezTo>
                  <a:cubicBezTo>
                    <a:pt x="265" y="1161"/>
                    <a:pt x="130" y="1374"/>
                    <a:pt x="31" y="1701"/>
                  </a:cubicBezTo>
                  <a:cubicBezTo>
                    <a:pt x="0" y="1800"/>
                    <a:pt x="21" y="1909"/>
                    <a:pt x="83" y="1992"/>
                  </a:cubicBezTo>
                  <a:cubicBezTo>
                    <a:pt x="478" y="2542"/>
                    <a:pt x="2570" y="2641"/>
                    <a:pt x="2658" y="2641"/>
                  </a:cubicBezTo>
                  <a:cubicBezTo>
                    <a:pt x="2662" y="2642"/>
                    <a:pt x="2665" y="2642"/>
                    <a:pt x="2668" y="2642"/>
                  </a:cubicBezTo>
                  <a:cubicBezTo>
                    <a:pt x="2690" y="2642"/>
                    <a:pt x="2706" y="2627"/>
                    <a:pt x="2710" y="2605"/>
                  </a:cubicBezTo>
                  <a:cubicBezTo>
                    <a:pt x="2710" y="2594"/>
                    <a:pt x="3146" y="1213"/>
                    <a:pt x="1740" y="284"/>
                  </a:cubicBezTo>
                  <a:cubicBezTo>
                    <a:pt x="1452" y="95"/>
                    <a:pt x="1214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6">
              <a:extLst>
                <a:ext uri="{FF2B5EF4-FFF2-40B4-BE49-F238E27FC236}">
                  <a16:creationId xmlns:a16="http://schemas.microsoft.com/office/drawing/2014/main" id="{D4FC8019-6FBD-3EC5-AD50-34C9D8E6FCA4}"/>
                </a:ext>
              </a:extLst>
            </p:cNvPr>
            <p:cNvSpPr/>
            <p:nvPr/>
          </p:nvSpPr>
          <p:spPr>
            <a:xfrm>
              <a:off x="1279700" y="3011750"/>
              <a:ext cx="37650" cy="22350"/>
            </a:xfrm>
            <a:custGeom>
              <a:avLst/>
              <a:gdLst/>
              <a:ahLst/>
              <a:cxnLst/>
              <a:rect l="l" t="t" r="r" b="b"/>
              <a:pathLst>
                <a:path w="1506" h="894" extrusionOk="0">
                  <a:moveTo>
                    <a:pt x="0" y="0"/>
                  </a:moveTo>
                  <a:lnTo>
                    <a:pt x="1506" y="893"/>
                  </a:lnTo>
                  <a:cubicBezTo>
                    <a:pt x="1506" y="893"/>
                    <a:pt x="857" y="18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66">
              <a:extLst>
                <a:ext uri="{FF2B5EF4-FFF2-40B4-BE49-F238E27FC236}">
                  <a16:creationId xmlns:a16="http://schemas.microsoft.com/office/drawing/2014/main" id="{3196C923-D116-E580-9DC3-7E04DA0FB669}"/>
                </a:ext>
              </a:extLst>
            </p:cNvPr>
            <p:cNvSpPr/>
            <p:nvPr/>
          </p:nvSpPr>
          <p:spPr>
            <a:xfrm>
              <a:off x="1279425" y="3010575"/>
              <a:ext cx="38700" cy="24300"/>
            </a:xfrm>
            <a:custGeom>
              <a:avLst/>
              <a:gdLst/>
              <a:ahLst/>
              <a:cxnLst/>
              <a:rect l="l" t="t" r="r" b="b"/>
              <a:pathLst>
                <a:path w="1548" h="972" extrusionOk="0">
                  <a:moveTo>
                    <a:pt x="22" y="1"/>
                  </a:moveTo>
                  <a:lnTo>
                    <a:pt x="1" y="94"/>
                  </a:lnTo>
                  <a:cubicBezTo>
                    <a:pt x="832" y="265"/>
                    <a:pt x="1470" y="966"/>
                    <a:pt x="1480" y="971"/>
                  </a:cubicBezTo>
                  <a:lnTo>
                    <a:pt x="1548" y="909"/>
                  </a:lnTo>
                  <a:cubicBezTo>
                    <a:pt x="1522" y="878"/>
                    <a:pt x="878" y="177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66">
              <a:extLst>
                <a:ext uri="{FF2B5EF4-FFF2-40B4-BE49-F238E27FC236}">
                  <a16:creationId xmlns:a16="http://schemas.microsoft.com/office/drawing/2014/main" id="{99DCFBB9-9630-A22A-3E2A-4D80CF4B24C5}"/>
                </a:ext>
              </a:extLst>
            </p:cNvPr>
            <p:cNvSpPr/>
            <p:nvPr/>
          </p:nvSpPr>
          <p:spPr>
            <a:xfrm>
              <a:off x="1158075" y="2972000"/>
              <a:ext cx="139825" cy="76900"/>
            </a:xfrm>
            <a:custGeom>
              <a:avLst/>
              <a:gdLst/>
              <a:ahLst/>
              <a:cxnLst/>
              <a:rect l="l" t="t" r="r" b="b"/>
              <a:pathLst>
                <a:path w="5593" h="3076" extrusionOk="0">
                  <a:moveTo>
                    <a:pt x="3928" y="0"/>
                  </a:moveTo>
                  <a:cubicBezTo>
                    <a:pt x="3297" y="0"/>
                    <a:pt x="2680" y="619"/>
                    <a:pt x="2680" y="619"/>
                  </a:cubicBezTo>
                  <a:cubicBezTo>
                    <a:pt x="2680" y="619"/>
                    <a:pt x="2543" y="485"/>
                    <a:pt x="2157" y="485"/>
                  </a:cubicBezTo>
                  <a:cubicBezTo>
                    <a:pt x="1925" y="485"/>
                    <a:pt x="1604" y="533"/>
                    <a:pt x="1169" y="687"/>
                  </a:cubicBezTo>
                  <a:cubicBezTo>
                    <a:pt x="1" y="1097"/>
                    <a:pt x="3463" y="3075"/>
                    <a:pt x="3463" y="3075"/>
                  </a:cubicBezTo>
                  <a:cubicBezTo>
                    <a:pt x="3463" y="3075"/>
                    <a:pt x="5592" y="2374"/>
                    <a:pt x="4876" y="754"/>
                  </a:cubicBezTo>
                  <a:cubicBezTo>
                    <a:pt x="4621" y="184"/>
                    <a:pt x="427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66">
              <a:extLst>
                <a:ext uri="{FF2B5EF4-FFF2-40B4-BE49-F238E27FC236}">
                  <a16:creationId xmlns:a16="http://schemas.microsoft.com/office/drawing/2014/main" id="{F3537A6D-53E0-DE44-B198-89BC1ABCA9E5}"/>
                </a:ext>
              </a:extLst>
            </p:cNvPr>
            <p:cNvSpPr/>
            <p:nvPr/>
          </p:nvSpPr>
          <p:spPr>
            <a:xfrm>
              <a:off x="1178450" y="2970750"/>
              <a:ext cx="107750" cy="79300"/>
            </a:xfrm>
            <a:custGeom>
              <a:avLst/>
              <a:gdLst/>
              <a:ahLst/>
              <a:cxnLst/>
              <a:rect l="l" t="t" r="r" b="b"/>
              <a:pathLst>
                <a:path w="4310" h="3172" extrusionOk="0">
                  <a:moveTo>
                    <a:pt x="3114" y="95"/>
                  </a:moveTo>
                  <a:cubicBezTo>
                    <a:pt x="3165" y="95"/>
                    <a:pt x="3216" y="99"/>
                    <a:pt x="3266" y="109"/>
                  </a:cubicBezTo>
                  <a:cubicBezTo>
                    <a:pt x="3578" y="171"/>
                    <a:pt x="3832" y="410"/>
                    <a:pt x="4014" y="825"/>
                  </a:cubicBezTo>
                  <a:cubicBezTo>
                    <a:pt x="4190" y="1225"/>
                    <a:pt x="4206" y="1599"/>
                    <a:pt x="4055" y="1941"/>
                  </a:cubicBezTo>
                  <a:cubicBezTo>
                    <a:pt x="3739" y="2653"/>
                    <a:pt x="2799" y="3016"/>
                    <a:pt x="2648" y="3068"/>
                  </a:cubicBezTo>
                  <a:cubicBezTo>
                    <a:pt x="1922" y="2653"/>
                    <a:pt x="115" y="1500"/>
                    <a:pt x="162" y="981"/>
                  </a:cubicBezTo>
                  <a:cubicBezTo>
                    <a:pt x="167" y="893"/>
                    <a:pt x="240" y="830"/>
                    <a:pt x="369" y="784"/>
                  </a:cubicBezTo>
                  <a:cubicBezTo>
                    <a:pt x="800" y="628"/>
                    <a:pt x="1117" y="581"/>
                    <a:pt x="1340" y="581"/>
                  </a:cubicBezTo>
                  <a:cubicBezTo>
                    <a:pt x="1693" y="581"/>
                    <a:pt x="1828" y="701"/>
                    <a:pt x="1828" y="701"/>
                  </a:cubicBezTo>
                  <a:cubicBezTo>
                    <a:pt x="1839" y="711"/>
                    <a:pt x="1850" y="716"/>
                    <a:pt x="1862" y="716"/>
                  </a:cubicBezTo>
                  <a:cubicBezTo>
                    <a:pt x="1874" y="716"/>
                    <a:pt x="1885" y="711"/>
                    <a:pt x="1896" y="701"/>
                  </a:cubicBezTo>
                  <a:cubicBezTo>
                    <a:pt x="1905" y="696"/>
                    <a:pt x="2511" y="95"/>
                    <a:pt x="3114" y="95"/>
                  </a:cubicBezTo>
                  <a:close/>
                  <a:moveTo>
                    <a:pt x="3116" y="0"/>
                  </a:moveTo>
                  <a:cubicBezTo>
                    <a:pt x="2545" y="0"/>
                    <a:pt x="1996" y="480"/>
                    <a:pt x="1859" y="607"/>
                  </a:cubicBezTo>
                  <a:cubicBezTo>
                    <a:pt x="1793" y="561"/>
                    <a:pt x="1637" y="485"/>
                    <a:pt x="1342" y="485"/>
                  </a:cubicBezTo>
                  <a:cubicBezTo>
                    <a:pt x="1104" y="485"/>
                    <a:pt x="776" y="535"/>
                    <a:pt x="333" y="690"/>
                  </a:cubicBezTo>
                  <a:cubicBezTo>
                    <a:pt x="167" y="753"/>
                    <a:pt x="73" y="846"/>
                    <a:pt x="63" y="976"/>
                  </a:cubicBezTo>
                  <a:cubicBezTo>
                    <a:pt x="1" y="1661"/>
                    <a:pt x="2513" y="3104"/>
                    <a:pt x="2623" y="3167"/>
                  </a:cubicBezTo>
                  <a:cubicBezTo>
                    <a:pt x="2628" y="3172"/>
                    <a:pt x="2638" y="3172"/>
                    <a:pt x="2648" y="3172"/>
                  </a:cubicBezTo>
                  <a:lnTo>
                    <a:pt x="2664" y="3172"/>
                  </a:lnTo>
                  <a:cubicBezTo>
                    <a:pt x="2711" y="3156"/>
                    <a:pt x="3785" y="2793"/>
                    <a:pt x="4144" y="1983"/>
                  </a:cubicBezTo>
                  <a:cubicBezTo>
                    <a:pt x="4310" y="1614"/>
                    <a:pt x="4294" y="1209"/>
                    <a:pt x="4107" y="784"/>
                  </a:cubicBezTo>
                  <a:cubicBezTo>
                    <a:pt x="3910" y="342"/>
                    <a:pt x="3630" y="83"/>
                    <a:pt x="3287" y="15"/>
                  </a:cubicBezTo>
                  <a:cubicBezTo>
                    <a:pt x="3230" y="5"/>
                    <a:pt x="3173" y="0"/>
                    <a:pt x="3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66">
              <a:extLst>
                <a:ext uri="{FF2B5EF4-FFF2-40B4-BE49-F238E27FC236}">
                  <a16:creationId xmlns:a16="http://schemas.microsoft.com/office/drawing/2014/main" id="{88B40383-84C6-D8C8-2B80-80B689E4FD3E}"/>
                </a:ext>
              </a:extLst>
            </p:cNvPr>
            <p:cNvSpPr/>
            <p:nvPr/>
          </p:nvSpPr>
          <p:spPr>
            <a:xfrm>
              <a:off x="1225050" y="2987475"/>
              <a:ext cx="22225" cy="41675"/>
            </a:xfrm>
            <a:custGeom>
              <a:avLst/>
              <a:gdLst/>
              <a:ahLst/>
              <a:cxnLst/>
              <a:rect l="l" t="t" r="r" b="b"/>
              <a:pathLst>
                <a:path w="889" h="1667" extrusionOk="0">
                  <a:moveTo>
                    <a:pt x="1" y="0"/>
                  </a:moveTo>
                  <a:lnTo>
                    <a:pt x="888" y="1667"/>
                  </a:lnTo>
                  <a:cubicBezTo>
                    <a:pt x="847" y="1013"/>
                    <a:pt x="520" y="40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66">
              <a:extLst>
                <a:ext uri="{FF2B5EF4-FFF2-40B4-BE49-F238E27FC236}">
                  <a16:creationId xmlns:a16="http://schemas.microsoft.com/office/drawing/2014/main" id="{3A98E5BA-426B-15CC-7A70-6463C9D70813}"/>
                </a:ext>
              </a:extLst>
            </p:cNvPr>
            <p:cNvSpPr/>
            <p:nvPr/>
          </p:nvSpPr>
          <p:spPr>
            <a:xfrm>
              <a:off x="1224275" y="2986425"/>
              <a:ext cx="24175" cy="42875"/>
            </a:xfrm>
            <a:custGeom>
              <a:avLst/>
              <a:gdLst/>
              <a:ahLst/>
              <a:cxnLst/>
              <a:rect l="l" t="t" r="r" b="b"/>
              <a:pathLst>
                <a:path w="967" h="1715" extrusionOk="0">
                  <a:moveTo>
                    <a:pt x="57" y="1"/>
                  </a:moveTo>
                  <a:lnTo>
                    <a:pt x="0" y="79"/>
                  </a:lnTo>
                  <a:cubicBezTo>
                    <a:pt x="509" y="473"/>
                    <a:pt x="826" y="1070"/>
                    <a:pt x="873" y="1714"/>
                  </a:cubicBezTo>
                  <a:lnTo>
                    <a:pt x="966" y="1709"/>
                  </a:lnTo>
                  <a:cubicBezTo>
                    <a:pt x="924" y="1039"/>
                    <a:pt x="597" y="416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66">
              <a:extLst>
                <a:ext uri="{FF2B5EF4-FFF2-40B4-BE49-F238E27FC236}">
                  <a16:creationId xmlns:a16="http://schemas.microsoft.com/office/drawing/2014/main" id="{E10EA3A0-B6D2-544F-76E9-596B959B79B3}"/>
                </a:ext>
              </a:extLst>
            </p:cNvPr>
            <p:cNvSpPr/>
            <p:nvPr/>
          </p:nvSpPr>
          <p:spPr>
            <a:xfrm>
              <a:off x="1121350" y="2938625"/>
              <a:ext cx="142150" cy="60950"/>
            </a:xfrm>
            <a:custGeom>
              <a:avLst/>
              <a:gdLst/>
              <a:ahLst/>
              <a:cxnLst/>
              <a:rect l="l" t="t" r="r" b="b"/>
              <a:pathLst>
                <a:path w="5686" h="2438" extrusionOk="0">
                  <a:moveTo>
                    <a:pt x="1778" y="1"/>
                  </a:moveTo>
                  <a:cubicBezTo>
                    <a:pt x="1504" y="1"/>
                    <a:pt x="1220" y="109"/>
                    <a:pt x="956" y="407"/>
                  </a:cubicBezTo>
                  <a:cubicBezTo>
                    <a:pt x="0" y="1482"/>
                    <a:pt x="1984" y="2437"/>
                    <a:pt x="1984" y="2437"/>
                  </a:cubicBezTo>
                  <a:cubicBezTo>
                    <a:pt x="1984" y="2437"/>
                    <a:pt x="5685" y="1638"/>
                    <a:pt x="4600" y="1093"/>
                  </a:cubicBezTo>
                  <a:cubicBezTo>
                    <a:pt x="3964" y="773"/>
                    <a:pt x="3568" y="707"/>
                    <a:pt x="3350" y="707"/>
                  </a:cubicBezTo>
                  <a:cubicBezTo>
                    <a:pt x="3197" y="707"/>
                    <a:pt x="3131" y="740"/>
                    <a:pt x="3131" y="740"/>
                  </a:cubicBezTo>
                  <a:cubicBezTo>
                    <a:pt x="3131" y="740"/>
                    <a:pt x="2492" y="1"/>
                    <a:pt x="17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66">
              <a:extLst>
                <a:ext uri="{FF2B5EF4-FFF2-40B4-BE49-F238E27FC236}">
                  <a16:creationId xmlns:a16="http://schemas.microsoft.com/office/drawing/2014/main" id="{2FAC06CA-6559-3124-FC80-966B81D10E5D}"/>
                </a:ext>
              </a:extLst>
            </p:cNvPr>
            <p:cNvSpPr/>
            <p:nvPr/>
          </p:nvSpPr>
          <p:spPr>
            <a:xfrm>
              <a:off x="1136525" y="2937375"/>
              <a:ext cx="106325" cy="63500"/>
            </a:xfrm>
            <a:custGeom>
              <a:avLst/>
              <a:gdLst/>
              <a:ahLst/>
              <a:cxnLst/>
              <a:rect l="l" t="t" r="r" b="b"/>
              <a:pathLst>
                <a:path w="4253" h="2540" extrusionOk="0">
                  <a:moveTo>
                    <a:pt x="1174" y="99"/>
                  </a:moveTo>
                  <a:cubicBezTo>
                    <a:pt x="1854" y="104"/>
                    <a:pt x="2482" y="816"/>
                    <a:pt x="2488" y="826"/>
                  </a:cubicBezTo>
                  <a:cubicBezTo>
                    <a:pt x="2498" y="836"/>
                    <a:pt x="2510" y="842"/>
                    <a:pt x="2523" y="842"/>
                  </a:cubicBezTo>
                  <a:cubicBezTo>
                    <a:pt x="2530" y="842"/>
                    <a:pt x="2537" y="840"/>
                    <a:pt x="2545" y="836"/>
                  </a:cubicBezTo>
                  <a:cubicBezTo>
                    <a:pt x="2547" y="834"/>
                    <a:pt x="2606" y="809"/>
                    <a:pt x="2739" y="809"/>
                  </a:cubicBezTo>
                  <a:cubicBezTo>
                    <a:pt x="2947" y="809"/>
                    <a:pt x="3338" y="872"/>
                    <a:pt x="3972" y="1189"/>
                  </a:cubicBezTo>
                  <a:cubicBezTo>
                    <a:pt x="4092" y="1246"/>
                    <a:pt x="4149" y="1309"/>
                    <a:pt x="4144" y="1376"/>
                  </a:cubicBezTo>
                  <a:cubicBezTo>
                    <a:pt x="4097" y="1724"/>
                    <a:pt x="2477" y="2202"/>
                    <a:pt x="1382" y="2441"/>
                  </a:cubicBezTo>
                  <a:cubicBezTo>
                    <a:pt x="1252" y="2373"/>
                    <a:pt x="281" y="1859"/>
                    <a:pt x="151" y="1210"/>
                  </a:cubicBezTo>
                  <a:cubicBezTo>
                    <a:pt x="99" y="961"/>
                    <a:pt x="183" y="722"/>
                    <a:pt x="385" y="488"/>
                  </a:cubicBezTo>
                  <a:cubicBezTo>
                    <a:pt x="613" y="229"/>
                    <a:pt x="878" y="99"/>
                    <a:pt x="1169" y="99"/>
                  </a:cubicBezTo>
                  <a:close/>
                  <a:moveTo>
                    <a:pt x="1174" y="0"/>
                  </a:moveTo>
                  <a:cubicBezTo>
                    <a:pt x="852" y="0"/>
                    <a:pt x="562" y="141"/>
                    <a:pt x="312" y="426"/>
                  </a:cubicBezTo>
                  <a:cubicBezTo>
                    <a:pt x="89" y="681"/>
                    <a:pt x="1" y="951"/>
                    <a:pt x="58" y="1226"/>
                  </a:cubicBezTo>
                  <a:cubicBezTo>
                    <a:pt x="203" y="1973"/>
                    <a:pt x="1309" y="2508"/>
                    <a:pt x="1356" y="2534"/>
                  </a:cubicBezTo>
                  <a:cubicBezTo>
                    <a:pt x="1361" y="2534"/>
                    <a:pt x="1371" y="2539"/>
                    <a:pt x="1377" y="2539"/>
                  </a:cubicBezTo>
                  <a:lnTo>
                    <a:pt x="1387" y="2539"/>
                  </a:lnTo>
                  <a:cubicBezTo>
                    <a:pt x="1673" y="2477"/>
                    <a:pt x="4175" y="1921"/>
                    <a:pt x="4237" y="1387"/>
                  </a:cubicBezTo>
                  <a:cubicBezTo>
                    <a:pt x="4253" y="1278"/>
                    <a:pt x="4175" y="1184"/>
                    <a:pt x="4014" y="1101"/>
                  </a:cubicBezTo>
                  <a:cubicBezTo>
                    <a:pt x="3372" y="777"/>
                    <a:pt x="2968" y="710"/>
                    <a:pt x="2742" y="710"/>
                  </a:cubicBezTo>
                  <a:cubicBezTo>
                    <a:pt x="2642" y="710"/>
                    <a:pt x="2576" y="723"/>
                    <a:pt x="2540" y="733"/>
                  </a:cubicBezTo>
                  <a:cubicBezTo>
                    <a:pt x="2415" y="603"/>
                    <a:pt x="1833" y="6"/>
                    <a:pt x="1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66">
              <a:extLst>
                <a:ext uri="{FF2B5EF4-FFF2-40B4-BE49-F238E27FC236}">
                  <a16:creationId xmlns:a16="http://schemas.microsoft.com/office/drawing/2014/main" id="{D8086223-03E7-655F-354F-9199C142C6F0}"/>
                </a:ext>
              </a:extLst>
            </p:cNvPr>
            <p:cNvSpPr/>
            <p:nvPr/>
          </p:nvSpPr>
          <p:spPr>
            <a:xfrm>
              <a:off x="1170150" y="2955925"/>
              <a:ext cx="29875" cy="28600"/>
            </a:xfrm>
            <a:custGeom>
              <a:avLst/>
              <a:gdLst/>
              <a:ahLst/>
              <a:cxnLst/>
              <a:rect l="l" t="t" r="r" b="b"/>
              <a:pathLst>
                <a:path w="1195" h="1144" extrusionOk="0">
                  <a:moveTo>
                    <a:pt x="1163" y="1"/>
                  </a:moveTo>
                  <a:cubicBezTo>
                    <a:pt x="167" y="359"/>
                    <a:pt x="6" y="1091"/>
                    <a:pt x="0" y="1122"/>
                  </a:cubicBezTo>
                  <a:lnTo>
                    <a:pt x="94" y="1143"/>
                  </a:lnTo>
                  <a:cubicBezTo>
                    <a:pt x="99" y="1138"/>
                    <a:pt x="250" y="437"/>
                    <a:pt x="1195" y="94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66">
              <a:extLst>
                <a:ext uri="{FF2B5EF4-FFF2-40B4-BE49-F238E27FC236}">
                  <a16:creationId xmlns:a16="http://schemas.microsoft.com/office/drawing/2014/main" id="{50EE0FD1-FBF8-BABB-F8BA-2B97EBEE0027}"/>
                </a:ext>
              </a:extLst>
            </p:cNvPr>
            <p:cNvSpPr/>
            <p:nvPr/>
          </p:nvSpPr>
          <p:spPr>
            <a:xfrm>
              <a:off x="1137950" y="3111950"/>
              <a:ext cx="43900" cy="152275"/>
            </a:xfrm>
            <a:custGeom>
              <a:avLst/>
              <a:gdLst/>
              <a:ahLst/>
              <a:cxnLst/>
              <a:rect l="l" t="t" r="r" b="b"/>
              <a:pathLst>
                <a:path w="1756" h="6091" extrusionOk="0">
                  <a:moveTo>
                    <a:pt x="89" y="0"/>
                  </a:moveTo>
                  <a:lnTo>
                    <a:pt x="1" y="37"/>
                  </a:lnTo>
                  <a:cubicBezTo>
                    <a:pt x="16" y="83"/>
                    <a:pt x="1641" y="4657"/>
                    <a:pt x="68" y="6017"/>
                  </a:cubicBezTo>
                  <a:lnTo>
                    <a:pt x="131" y="6090"/>
                  </a:lnTo>
                  <a:cubicBezTo>
                    <a:pt x="1756" y="4683"/>
                    <a:pt x="162" y="192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66">
              <a:extLst>
                <a:ext uri="{FF2B5EF4-FFF2-40B4-BE49-F238E27FC236}">
                  <a16:creationId xmlns:a16="http://schemas.microsoft.com/office/drawing/2014/main" id="{27C96545-7B18-26BC-188A-0AF46FD7A8B2}"/>
                </a:ext>
              </a:extLst>
            </p:cNvPr>
            <p:cNvSpPr/>
            <p:nvPr/>
          </p:nvSpPr>
          <p:spPr>
            <a:xfrm>
              <a:off x="1098500" y="325797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89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66">
              <a:extLst>
                <a:ext uri="{FF2B5EF4-FFF2-40B4-BE49-F238E27FC236}">
                  <a16:creationId xmlns:a16="http://schemas.microsoft.com/office/drawing/2014/main" id="{207DF2C6-0AAE-A9D3-8FCF-8B1F357EA3EC}"/>
                </a:ext>
              </a:extLst>
            </p:cNvPr>
            <p:cNvSpPr/>
            <p:nvPr/>
          </p:nvSpPr>
          <p:spPr>
            <a:xfrm>
              <a:off x="1097075" y="325677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9" y="723"/>
                    <a:pt x="2129" y="728"/>
                    <a:pt x="2145" y="733"/>
                  </a:cubicBezTo>
                  <a:cubicBezTo>
                    <a:pt x="2155" y="733"/>
                    <a:pt x="2171" y="733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7"/>
                    <a:pt x="717" y="484"/>
                  </a:cubicBezTo>
                  <a:cubicBezTo>
                    <a:pt x="1" y="1637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cubicBezTo>
                    <a:pt x="1288" y="2488"/>
                    <a:pt x="1298" y="2488"/>
                    <a:pt x="1304" y="2483"/>
                  </a:cubicBez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40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4"/>
                    <a:pt x="1781" y="12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66">
              <a:extLst>
                <a:ext uri="{FF2B5EF4-FFF2-40B4-BE49-F238E27FC236}">
                  <a16:creationId xmlns:a16="http://schemas.microsoft.com/office/drawing/2014/main" id="{F8C4E343-D222-AA69-D624-E914AD2DAD80}"/>
                </a:ext>
              </a:extLst>
            </p:cNvPr>
            <p:cNvSpPr/>
            <p:nvPr/>
          </p:nvSpPr>
          <p:spPr>
            <a:xfrm>
              <a:off x="1130550" y="327392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66">
              <a:extLst>
                <a:ext uri="{FF2B5EF4-FFF2-40B4-BE49-F238E27FC236}">
                  <a16:creationId xmlns:a16="http://schemas.microsoft.com/office/drawing/2014/main" id="{68AFFE6D-373F-98E6-3E95-30D4BBD500E3}"/>
                </a:ext>
              </a:extLst>
            </p:cNvPr>
            <p:cNvSpPr/>
            <p:nvPr/>
          </p:nvSpPr>
          <p:spPr>
            <a:xfrm>
              <a:off x="1129275" y="327287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66">
              <a:extLst>
                <a:ext uri="{FF2B5EF4-FFF2-40B4-BE49-F238E27FC236}">
                  <a16:creationId xmlns:a16="http://schemas.microsoft.com/office/drawing/2014/main" id="{7949F38F-FEF6-1D3C-5B21-1E1802C2F80B}"/>
                </a:ext>
              </a:extLst>
            </p:cNvPr>
            <p:cNvSpPr/>
            <p:nvPr/>
          </p:nvSpPr>
          <p:spPr>
            <a:xfrm>
              <a:off x="1084750" y="3133200"/>
              <a:ext cx="86200" cy="76250"/>
            </a:xfrm>
            <a:custGeom>
              <a:avLst/>
              <a:gdLst/>
              <a:ahLst/>
              <a:cxnLst/>
              <a:rect l="l" t="t" r="r" b="b"/>
              <a:pathLst>
                <a:path w="3448" h="3050" extrusionOk="0">
                  <a:moveTo>
                    <a:pt x="1465" y="0"/>
                  </a:moveTo>
                  <a:cubicBezTo>
                    <a:pt x="1287" y="0"/>
                    <a:pt x="1071" y="154"/>
                    <a:pt x="821" y="599"/>
                  </a:cubicBezTo>
                  <a:cubicBezTo>
                    <a:pt x="0" y="2058"/>
                    <a:pt x="1008" y="3049"/>
                    <a:pt x="1008" y="3049"/>
                  </a:cubicBezTo>
                  <a:cubicBezTo>
                    <a:pt x="1008" y="3049"/>
                    <a:pt x="3448" y="1663"/>
                    <a:pt x="2902" y="1087"/>
                  </a:cubicBezTo>
                  <a:cubicBezTo>
                    <a:pt x="2630" y="799"/>
                    <a:pt x="2424" y="727"/>
                    <a:pt x="2286" y="727"/>
                  </a:cubicBezTo>
                  <a:cubicBezTo>
                    <a:pt x="2151" y="727"/>
                    <a:pt x="2082" y="796"/>
                    <a:pt x="2082" y="796"/>
                  </a:cubicBezTo>
                  <a:cubicBezTo>
                    <a:pt x="2082" y="796"/>
                    <a:pt x="1869" y="0"/>
                    <a:pt x="1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66">
              <a:extLst>
                <a:ext uri="{FF2B5EF4-FFF2-40B4-BE49-F238E27FC236}">
                  <a16:creationId xmlns:a16="http://schemas.microsoft.com/office/drawing/2014/main" id="{E7C2E870-2A44-E1B9-F22F-58B61C350063}"/>
                </a:ext>
              </a:extLst>
            </p:cNvPr>
            <p:cNvSpPr/>
            <p:nvPr/>
          </p:nvSpPr>
          <p:spPr>
            <a:xfrm>
              <a:off x="1083450" y="3131975"/>
              <a:ext cx="77500" cy="78775"/>
            </a:xfrm>
            <a:custGeom>
              <a:avLst/>
              <a:gdLst/>
              <a:ahLst/>
              <a:cxnLst/>
              <a:rect l="l" t="t" r="r" b="b"/>
              <a:pathLst>
                <a:path w="3100" h="3151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8" y="887"/>
                    <a:pt x="2113" y="892"/>
                  </a:cubicBezTo>
                  <a:cubicBezTo>
                    <a:pt x="2117" y="893"/>
                    <a:pt x="2122" y="894"/>
                    <a:pt x="2126" y="894"/>
                  </a:cubicBezTo>
                  <a:cubicBezTo>
                    <a:pt x="2139" y="894"/>
                    <a:pt x="2152" y="888"/>
                    <a:pt x="2160" y="876"/>
                  </a:cubicBezTo>
                  <a:cubicBezTo>
                    <a:pt x="2207" y="844"/>
                    <a:pt x="2262" y="823"/>
                    <a:pt x="2318" y="823"/>
                  </a:cubicBezTo>
                  <a:cubicBezTo>
                    <a:pt x="2324" y="823"/>
                    <a:pt x="2330" y="824"/>
                    <a:pt x="2337" y="824"/>
                  </a:cubicBezTo>
                  <a:cubicBezTo>
                    <a:pt x="2456" y="829"/>
                    <a:pt x="2648" y="892"/>
                    <a:pt x="2918" y="1172"/>
                  </a:cubicBezTo>
                  <a:cubicBezTo>
                    <a:pt x="2970" y="1224"/>
                    <a:pt x="2996" y="1297"/>
                    <a:pt x="2980" y="1375"/>
                  </a:cubicBezTo>
                  <a:cubicBezTo>
                    <a:pt x="2897" y="1946"/>
                    <a:pt x="1314" y="2891"/>
                    <a:pt x="1065" y="3036"/>
                  </a:cubicBezTo>
                  <a:cubicBezTo>
                    <a:pt x="909" y="2870"/>
                    <a:pt x="182" y="1961"/>
                    <a:pt x="909" y="674"/>
                  </a:cubicBezTo>
                  <a:cubicBezTo>
                    <a:pt x="1122" y="295"/>
                    <a:pt x="1329" y="97"/>
                    <a:pt x="1511" y="97"/>
                  </a:cubicBezTo>
                  <a:close/>
                  <a:moveTo>
                    <a:pt x="1516" y="1"/>
                  </a:moveTo>
                  <a:cubicBezTo>
                    <a:pt x="1292" y="1"/>
                    <a:pt x="1064" y="209"/>
                    <a:pt x="831" y="622"/>
                  </a:cubicBezTo>
                  <a:cubicBezTo>
                    <a:pt x="0" y="2096"/>
                    <a:pt x="1013" y="3124"/>
                    <a:pt x="1023" y="3135"/>
                  </a:cubicBezTo>
                  <a:cubicBezTo>
                    <a:pt x="1034" y="3140"/>
                    <a:pt x="1044" y="3145"/>
                    <a:pt x="1060" y="3150"/>
                  </a:cubicBezTo>
                  <a:cubicBezTo>
                    <a:pt x="1070" y="3145"/>
                    <a:pt x="1075" y="3145"/>
                    <a:pt x="1085" y="3140"/>
                  </a:cubicBezTo>
                  <a:cubicBezTo>
                    <a:pt x="1163" y="3098"/>
                    <a:pt x="2980" y="2055"/>
                    <a:pt x="3079" y="1390"/>
                  </a:cubicBezTo>
                  <a:cubicBezTo>
                    <a:pt x="3100" y="1286"/>
                    <a:pt x="3069" y="1177"/>
                    <a:pt x="2991" y="1105"/>
                  </a:cubicBezTo>
                  <a:cubicBezTo>
                    <a:pt x="2757" y="855"/>
                    <a:pt x="2539" y="726"/>
                    <a:pt x="2342" y="726"/>
                  </a:cubicBezTo>
                  <a:cubicBezTo>
                    <a:pt x="2280" y="726"/>
                    <a:pt x="2217" y="741"/>
                    <a:pt x="2160" y="767"/>
                  </a:cubicBezTo>
                  <a:cubicBezTo>
                    <a:pt x="2103" y="580"/>
                    <a:pt x="1906" y="46"/>
                    <a:pt x="1563" y="4"/>
                  </a:cubicBezTo>
                  <a:cubicBezTo>
                    <a:pt x="1548" y="2"/>
                    <a:pt x="1532" y="1"/>
                    <a:pt x="1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66">
              <a:extLst>
                <a:ext uri="{FF2B5EF4-FFF2-40B4-BE49-F238E27FC236}">
                  <a16:creationId xmlns:a16="http://schemas.microsoft.com/office/drawing/2014/main" id="{89680ED8-062E-3202-6C7A-8A6D1C81001E}"/>
                </a:ext>
              </a:extLst>
            </p:cNvPr>
            <p:cNvSpPr/>
            <p:nvPr/>
          </p:nvSpPr>
          <p:spPr>
            <a:xfrm>
              <a:off x="1113550" y="3153100"/>
              <a:ext cx="23275" cy="37000"/>
            </a:xfrm>
            <a:custGeom>
              <a:avLst/>
              <a:gdLst/>
              <a:ahLst/>
              <a:cxnLst/>
              <a:rect l="l" t="t" r="r" b="b"/>
              <a:pathLst>
                <a:path w="931" h="1480" extrusionOk="0">
                  <a:moveTo>
                    <a:pt x="930" y="0"/>
                  </a:moveTo>
                  <a:lnTo>
                    <a:pt x="930" y="0"/>
                  </a:lnTo>
                  <a:cubicBezTo>
                    <a:pt x="250" y="545"/>
                    <a:pt x="1" y="1480"/>
                    <a:pt x="1" y="1480"/>
                  </a:cubicBezTo>
                  <a:lnTo>
                    <a:pt x="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66">
              <a:extLst>
                <a:ext uri="{FF2B5EF4-FFF2-40B4-BE49-F238E27FC236}">
                  <a16:creationId xmlns:a16="http://schemas.microsoft.com/office/drawing/2014/main" id="{D5B983D6-0C68-A7A0-ED4B-DB31986D2650}"/>
                </a:ext>
              </a:extLst>
            </p:cNvPr>
            <p:cNvSpPr/>
            <p:nvPr/>
          </p:nvSpPr>
          <p:spPr>
            <a:xfrm>
              <a:off x="1112250" y="3152175"/>
              <a:ext cx="25225" cy="38200"/>
            </a:xfrm>
            <a:custGeom>
              <a:avLst/>
              <a:gdLst/>
              <a:ahLst/>
              <a:cxnLst/>
              <a:rect l="l" t="t" r="r" b="b"/>
              <a:pathLst>
                <a:path w="1009" h="1528" extrusionOk="0">
                  <a:moveTo>
                    <a:pt x="951" y="1"/>
                  </a:moveTo>
                  <a:cubicBezTo>
                    <a:pt x="266" y="546"/>
                    <a:pt x="11" y="1465"/>
                    <a:pt x="1" y="1501"/>
                  </a:cubicBezTo>
                  <a:lnTo>
                    <a:pt x="100" y="1527"/>
                  </a:lnTo>
                  <a:cubicBezTo>
                    <a:pt x="100" y="1522"/>
                    <a:pt x="354" y="603"/>
                    <a:pt x="1008" y="73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66">
              <a:extLst>
                <a:ext uri="{FF2B5EF4-FFF2-40B4-BE49-F238E27FC236}">
                  <a16:creationId xmlns:a16="http://schemas.microsoft.com/office/drawing/2014/main" id="{83661EFE-4288-9DDE-D8EA-EEFBAA30AE4A}"/>
                </a:ext>
              </a:extLst>
            </p:cNvPr>
            <p:cNvSpPr/>
            <p:nvPr/>
          </p:nvSpPr>
          <p:spPr>
            <a:xfrm>
              <a:off x="1055675" y="3106400"/>
              <a:ext cx="74525" cy="58425"/>
            </a:xfrm>
            <a:custGeom>
              <a:avLst/>
              <a:gdLst/>
              <a:ahLst/>
              <a:cxnLst/>
              <a:rect l="l" t="t" r="r" b="b"/>
              <a:pathLst>
                <a:path w="2981" h="2337" extrusionOk="0">
                  <a:moveTo>
                    <a:pt x="2140" y="1"/>
                  </a:moveTo>
                  <a:cubicBezTo>
                    <a:pt x="1989" y="1"/>
                    <a:pt x="1784" y="53"/>
                    <a:pt x="1511" y="181"/>
                  </a:cubicBezTo>
                  <a:cubicBezTo>
                    <a:pt x="0" y="887"/>
                    <a:pt x="234" y="2283"/>
                    <a:pt x="234" y="2283"/>
                  </a:cubicBezTo>
                  <a:cubicBezTo>
                    <a:pt x="234" y="2283"/>
                    <a:pt x="741" y="2336"/>
                    <a:pt x="1314" y="2336"/>
                  </a:cubicBezTo>
                  <a:cubicBezTo>
                    <a:pt x="2087" y="2336"/>
                    <a:pt x="2981" y="2240"/>
                    <a:pt x="2918" y="1790"/>
                  </a:cubicBezTo>
                  <a:cubicBezTo>
                    <a:pt x="2824" y="1119"/>
                    <a:pt x="2522" y="1073"/>
                    <a:pt x="2440" y="1073"/>
                  </a:cubicBezTo>
                  <a:cubicBezTo>
                    <a:pt x="2427" y="1073"/>
                    <a:pt x="2420" y="1074"/>
                    <a:pt x="2420" y="1074"/>
                  </a:cubicBezTo>
                  <a:cubicBezTo>
                    <a:pt x="2420" y="1074"/>
                    <a:pt x="2824" y="1"/>
                    <a:pt x="2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66">
              <a:extLst>
                <a:ext uri="{FF2B5EF4-FFF2-40B4-BE49-F238E27FC236}">
                  <a16:creationId xmlns:a16="http://schemas.microsoft.com/office/drawing/2014/main" id="{26525993-3179-6BCB-99FC-B0B1A47525DA}"/>
                </a:ext>
              </a:extLst>
            </p:cNvPr>
            <p:cNvSpPr/>
            <p:nvPr/>
          </p:nvSpPr>
          <p:spPr>
            <a:xfrm>
              <a:off x="1054625" y="3105325"/>
              <a:ext cx="75575" cy="60775"/>
            </a:xfrm>
            <a:custGeom>
              <a:avLst/>
              <a:gdLst/>
              <a:ahLst/>
              <a:cxnLst/>
              <a:rect l="l" t="t" r="r" b="b"/>
              <a:pathLst>
                <a:path w="3023" h="2431" extrusionOk="0">
                  <a:moveTo>
                    <a:pt x="2178" y="95"/>
                  </a:moveTo>
                  <a:cubicBezTo>
                    <a:pt x="2280" y="95"/>
                    <a:pt x="2360" y="120"/>
                    <a:pt x="2415" y="172"/>
                  </a:cubicBezTo>
                  <a:cubicBezTo>
                    <a:pt x="2669" y="405"/>
                    <a:pt x="2410" y="1096"/>
                    <a:pt x="2410" y="1101"/>
                  </a:cubicBezTo>
                  <a:cubicBezTo>
                    <a:pt x="2405" y="1117"/>
                    <a:pt x="2410" y="1137"/>
                    <a:pt x="2420" y="1148"/>
                  </a:cubicBezTo>
                  <a:cubicBezTo>
                    <a:pt x="2431" y="1163"/>
                    <a:pt x="2446" y="1169"/>
                    <a:pt x="2467" y="1169"/>
                  </a:cubicBezTo>
                  <a:cubicBezTo>
                    <a:pt x="2473" y="1168"/>
                    <a:pt x="2479" y="1168"/>
                    <a:pt x="2486" y="1168"/>
                  </a:cubicBezTo>
                  <a:cubicBezTo>
                    <a:pt x="2542" y="1168"/>
                    <a:pt x="2597" y="1188"/>
                    <a:pt x="2643" y="1226"/>
                  </a:cubicBezTo>
                  <a:cubicBezTo>
                    <a:pt x="2737" y="1298"/>
                    <a:pt x="2856" y="1459"/>
                    <a:pt x="2908" y="1844"/>
                  </a:cubicBezTo>
                  <a:cubicBezTo>
                    <a:pt x="2924" y="1916"/>
                    <a:pt x="2898" y="1994"/>
                    <a:pt x="2846" y="2046"/>
                  </a:cubicBezTo>
                  <a:cubicBezTo>
                    <a:pt x="2621" y="2276"/>
                    <a:pt x="1957" y="2333"/>
                    <a:pt x="1361" y="2333"/>
                  </a:cubicBezTo>
                  <a:cubicBezTo>
                    <a:pt x="882" y="2333"/>
                    <a:pt x="447" y="2296"/>
                    <a:pt x="318" y="2285"/>
                  </a:cubicBezTo>
                  <a:lnTo>
                    <a:pt x="318" y="2280"/>
                  </a:lnTo>
                  <a:cubicBezTo>
                    <a:pt x="292" y="2056"/>
                    <a:pt x="224" y="893"/>
                    <a:pt x="1569" y="270"/>
                  </a:cubicBezTo>
                  <a:cubicBezTo>
                    <a:pt x="1817" y="154"/>
                    <a:pt x="2023" y="95"/>
                    <a:pt x="2178" y="95"/>
                  </a:cubicBezTo>
                  <a:close/>
                  <a:moveTo>
                    <a:pt x="2176" y="0"/>
                  </a:moveTo>
                  <a:cubicBezTo>
                    <a:pt x="2006" y="0"/>
                    <a:pt x="1790" y="61"/>
                    <a:pt x="1527" y="182"/>
                  </a:cubicBezTo>
                  <a:cubicBezTo>
                    <a:pt x="1" y="893"/>
                    <a:pt x="229" y="2321"/>
                    <a:pt x="229" y="2337"/>
                  </a:cubicBezTo>
                  <a:cubicBezTo>
                    <a:pt x="229" y="2358"/>
                    <a:pt x="250" y="2373"/>
                    <a:pt x="271" y="2373"/>
                  </a:cubicBezTo>
                  <a:cubicBezTo>
                    <a:pt x="312" y="2378"/>
                    <a:pt x="800" y="2430"/>
                    <a:pt x="1356" y="2430"/>
                  </a:cubicBezTo>
                  <a:cubicBezTo>
                    <a:pt x="1974" y="2430"/>
                    <a:pt x="2669" y="2363"/>
                    <a:pt x="2913" y="2119"/>
                  </a:cubicBezTo>
                  <a:cubicBezTo>
                    <a:pt x="2991" y="2041"/>
                    <a:pt x="3022" y="1937"/>
                    <a:pt x="3007" y="1833"/>
                  </a:cubicBezTo>
                  <a:cubicBezTo>
                    <a:pt x="2960" y="1496"/>
                    <a:pt x="2856" y="1267"/>
                    <a:pt x="2701" y="1148"/>
                  </a:cubicBezTo>
                  <a:cubicBezTo>
                    <a:pt x="2649" y="1112"/>
                    <a:pt x="2592" y="1086"/>
                    <a:pt x="2529" y="1075"/>
                  </a:cubicBezTo>
                  <a:cubicBezTo>
                    <a:pt x="2586" y="883"/>
                    <a:pt x="2737" y="338"/>
                    <a:pt x="2482" y="104"/>
                  </a:cubicBezTo>
                  <a:cubicBezTo>
                    <a:pt x="2406" y="35"/>
                    <a:pt x="2304" y="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66">
              <a:extLst>
                <a:ext uri="{FF2B5EF4-FFF2-40B4-BE49-F238E27FC236}">
                  <a16:creationId xmlns:a16="http://schemas.microsoft.com/office/drawing/2014/main" id="{E8D293D1-0D8A-9687-4EC7-AD2DF55729EA}"/>
                </a:ext>
              </a:extLst>
            </p:cNvPr>
            <p:cNvSpPr/>
            <p:nvPr/>
          </p:nvSpPr>
          <p:spPr>
            <a:xfrm>
              <a:off x="1075650" y="3133225"/>
              <a:ext cx="40525" cy="16650"/>
            </a:xfrm>
            <a:custGeom>
              <a:avLst/>
              <a:gdLst/>
              <a:ahLst/>
              <a:cxnLst/>
              <a:rect l="l" t="t" r="r" b="b"/>
              <a:pathLst>
                <a:path w="1621" h="666" extrusionOk="0">
                  <a:moveTo>
                    <a:pt x="1621" y="1"/>
                  </a:moveTo>
                  <a:lnTo>
                    <a:pt x="1621" y="1"/>
                  </a:lnTo>
                  <a:cubicBezTo>
                    <a:pt x="749" y="53"/>
                    <a:pt x="1" y="665"/>
                    <a:pt x="1" y="665"/>
                  </a:cubicBezTo>
                  <a:lnTo>
                    <a:pt x="16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66">
              <a:extLst>
                <a:ext uri="{FF2B5EF4-FFF2-40B4-BE49-F238E27FC236}">
                  <a16:creationId xmlns:a16="http://schemas.microsoft.com/office/drawing/2014/main" id="{86FCD6DF-60B9-BDCD-7B3B-99224D9BAAB1}"/>
                </a:ext>
              </a:extLst>
            </p:cNvPr>
            <p:cNvSpPr/>
            <p:nvPr/>
          </p:nvSpPr>
          <p:spPr>
            <a:xfrm>
              <a:off x="1074875" y="3132050"/>
              <a:ext cx="41300" cy="18725"/>
            </a:xfrm>
            <a:custGeom>
              <a:avLst/>
              <a:gdLst/>
              <a:ahLst/>
              <a:cxnLst/>
              <a:rect l="l" t="t" r="r" b="b"/>
              <a:pathLst>
                <a:path w="1652" h="749" extrusionOk="0">
                  <a:moveTo>
                    <a:pt x="1647" y="1"/>
                  </a:moveTo>
                  <a:cubicBezTo>
                    <a:pt x="774" y="48"/>
                    <a:pt x="32" y="645"/>
                    <a:pt x="1" y="671"/>
                  </a:cubicBezTo>
                  <a:lnTo>
                    <a:pt x="63" y="749"/>
                  </a:lnTo>
                  <a:cubicBezTo>
                    <a:pt x="73" y="743"/>
                    <a:pt x="811" y="146"/>
                    <a:pt x="1652" y="94"/>
                  </a:cubicBez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66">
              <a:extLst>
                <a:ext uri="{FF2B5EF4-FFF2-40B4-BE49-F238E27FC236}">
                  <a16:creationId xmlns:a16="http://schemas.microsoft.com/office/drawing/2014/main" id="{81F7FE27-95A3-B748-2882-D59A062B4C8D}"/>
                </a:ext>
              </a:extLst>
            </p:cNvPr>
            <p:cNvSpPr/>
            <p:nvPr/>
          </p:nvSpPr>
          <p:spPr>
            <a:xfrm>
              <a:off x="1069300" y="3076675"/>
              <a:ext cx="109050" cy="59825"/>
            </a:xfrm>
            <a:custGeom>
              <a:avLst/>
              <a:gdLst/>
              <a:ahLst/>
              <a:cxnLst/>
              <a:rect l="l" t="t" r="r" b="b"/>
              <a:pathLst>
                <a:path w="4362" h="2393" extrusionOk="0">
                  <a:moveTo>
                    <a:pt x="3061" y="1"/>
                  </a:moveTo>
                  <a:cubicBezTo>
                    <a:pt x="2569" y="1"/>
                    <a:pt x="2088" y="482"/>
                    <a:pt x="2088" y="482"/>
                  </a:cubicBezTo>
                  <a:cubicBezTo>
                    <a:pt x="2088" y="482"/>
                    <a:pt x="1983" y="380"/>
                    <a:pt x="1686" y="380"/>
                  </a:cubicBezTo>
                  <a:cubicBezTo>
                    <a:pt x="1505" y="380"/>
                    <a:pt x="1253" y="417"/>
                    <a:pt x="909" y="539"/>
                  </a:cubicBezTo>
                  <a:cubicBezTo>
                    <a:pt x="1" y="856"/>
                    <a:pt x="2695" y="2393"/>
                    <a:pt x="2695" y="2393"/>
                  </a:cubicBezTo>
                  <a:cubicBezTo>
                    <a:pt x="2695" y="2393"/>
                    <a:pt x="4362" y="1847"/>
                    <a:pt x="3801" y="591"/>
                  </a:cubicBezTo>
                  <a:cubicBezTo>
                    <a:pt x="3602" y="145"/>
                    <a:pt x="3330" y="1"/>
                    <a:pt x="3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66">
              <a:extLst>
                <a:ext uri="{FF2B5EF4-FFF2-40B4-BE49-F238E27FC236}">
                  <a16:creationId xmlns:a16="http://schemas.microsoft.com/office/drawing/2014/main" id="{2C9DE17D-0AAD-ADB1-C484-311622BAEA2D}"/>
                </a:ext>
              </a:extLst>
            </p:cNvPr>
            <p:cNvSpPr/>
            <p:nvPr/>
          </p:nvSpPr>
          <p:spPr>
            <a:xfrm>
              <a:off x="1085125" y="3075525"/>
              <a:ext cx="84275" cy="62200"/>
            </a:xfrm>
            <a:custGeom>
              <a:avLst/>
              <a:gdLst/>
              <a:ahLst/>
              <a:cxnLst/>
              <a:rect l="l" t="t" r="r" b="b"/>
              <a:pathLst>
                <a:path w="3371" h="2488" extrusionOk="0">
                  <a:moveTo>
                    <a:pt x="2431" y="97"/>
                  </a:moveTo>
                  <a:cubicBezTo>
                    <a:pt x="2471" y="97"/>
                    <a:pt x="2511" y="100"/>
                    <a:pt x="2550" y="107"/>
                  </a:cubicBezTo>
                  <a:cubicBezTo>
                    <a:pt x="2789" y="154"/>
                    <a:pt x="2981" y="336"/>
                    <a:pt x="3121" y="658"/>
                  </a:cubicBezTo>
                  <a:cubicBezTo>
                    <a:pt x="3261" y="964"/>
                    <a:pt x="3272" y="1255"/>
                    <a:pt x="3152" y="1520"/>
                  </a:cubicBezTo>
                  <a:cubicBezTo>
                    <a:pt x="2913" y="2065"/>
                    <a:pt x="2202" y="2340"/>
                    <a:pt x="2072" y="2387"/>
                  </a:cubicBezTo>
                  <a:cubicBezTo>
                    <a:pt x="1506" y="2065"/>
                    <a:pt x="110" y="1172"/>
                    <a:pt x="141" y="777"/>
                  </a:cubicBezTo>
                  <a:cubicBezTo>
                    <a:pt x="151" y="715"/>
                    <a:pt x="198" y="668"/>
                    <a:pt x="297" y="632"/>
                  </a:cubicBezTo>
                  <a:cubicBezTo>
                    <a:pt x="536" y="538"/>
                    <a:pt x="790" y="486"/>
                    <a:pt x="1050" y="476"/>
                  </a:cubicBezTo>
                  <a:cubicBezTo>
                    <a:pt x="1320" y="476"/>
                    <a:pt x="1423" y="564"/>
                    <a:pt x="1423" y="564"/>
                  </a:cubicBezTo>
                  <a:cubicBezTo>
                    <a:pt x="1434" y="572"/>
                    <a:pt x="1445" y="576"/>
                    <a:pt x="1457" y="576"/>
                  </a:cubicBezTo>
                  <a:cubicBezTo>
                    <a:pt x="1469" y="576"/>
                    <a:pt x="1481" y="572"/>
                    <a:pt x="1491" y="564"/>
                  </a:cubicBezTo>
                  <a:cubicBezTo>
                    <a:pt x="1496" y="564"/>
                    <a:pt x="1964" y="97"/>
                    <a:pt x="2431" y="97"/>
                  </a:cubicBezTo>
                  <a:close/>
                  <a:moveTo>
                    <a:pt x="2423" y="1"/>
                  </a:moveTo>
                  <a:cubicBezTo>
                    <a:pt x="1985" y="1"/>
                    <a:pt x="1572" y="358"/>
                    <a:pt x="1455" y="466"/>
                  </a:cubicBezTo>
                  <a:cubicBezTo>
                    <a:pt x="1398" y="432"/>
                    <a:pt x="1275" y="378"/>
                    <a:pt x="1055" y="378"/>
                  </a:cubicBezTo>
                  <a:cubicBezTo>
                    <a:pt x="868" y="378"/>
                    <a:pt x="611" y="417"/>
                    <a:pt x="266" y="538"/>
                  </a:cubicBezTo>
                  <a:cubicBezTo>
                    <a:pt x="131" y="585"/>
                    <a:pt x="53" y="663"/>
                    <a:pt x="48" y="767"/>
                  </a:cubicBezTo>
                  <a:cubicBezTo>
                    <a:pt x="1" y="1302"/>
                    <a:pt x="1834" y="2361"/>
                    <a:pt x="2041" y="2480"/>
                  </a:cubicBezTo>
                  <a:cubicBezTo>
                    <a:pt x="2049" y="2484"/>
                    <a:pt x="2053" y="2487"/>
                    <a:pt x="2059" y="2487"/>
                  </a:cubicBezTo>
                  <a:cubicBezTo>
                    <a:pt x="2062" y="2487"/>
                    <a:pt x="2064" y="2487"/>
                    <a:pt x="2067" y="2485"/>
                  </a:cubicBezTo>
                  <a:cubicBezTo>
                    <a:pt x="2069" y="2487"/>
                    <a:pt x="2071" y="2488"/>
                    <a:pt x="2072" y="2488"/>
                  </a:cubicBezTo>
                  <a:cubicBezTo>
                    <a:pt x="2076" y="2488"/>
                    <a:pt x="2079" y="2485"/>
                    <a:pt x="2083" y="2485"/>
                  </a:cubicBezTo>
                  <a:cubicBezTo>
                    <a:pt x="2119" y="2475"/>
                    <a:pt x="2960" y="2189"/>
                    <a:pt x="3241" y="1556"/>
                  </a:cubicBezTo>
                  <a:cubicBezTo>
                    <a:pt x="3370" y="1265"/>
                    <a:pt x="3360" y="948"/>
                    <a:pt x="3209" y="616"/>
                  </a:cubicBezTo>
                  <a:cubicBezTo>
                    <a:pt x="3054" y="268"/>
                    <a:pt x="2836" y="61"/>
                    <a:pt x="2566" y="14"/>
                  </a:cubicBezTo>
                  <a:cubicBezTo>
                    <a:pt x="2518" y="5"/>
                    <a:pt x="2470" y="1"/>
                    <a:pt x="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66">
              <a:extLst>
                <a:ext uri="{FF2B5EF4-FFF2-40B4-BE49-F238E27FC236}">
                  <a16:creationId xmlns:a16="http://schemas.microsoft.com/office/drawing/2014/main" id="{7252D566-BA38-2645-E9D5-02EA815CFA4E}"/>
                </a:ext>
              </a:extLst>
            </p:cNvPr>
            <p:cNvSpPr/>
            <p:nvPr/>
          </p:nvSpPr>
          <p:spPr>
            <a:xfrm>
              <a:off x="1121475" y="3088700"/>
              <a:ext cx="17425" cy="32475"/>
            </a:xfrm>
            <a:custGeom>
              <a:avLst/>
              <a:gdLst/>
              <a:ahLst/>
              <a:cxnLst/>
              <a:rect l="l" t="t" r="r" b="b"/>
              <a:pathLst>
                <a:path w="697" h="1299" extrusionOk="0">
                  <a:moveTo>
                    <a:pt x="1" y="1"/>
                  </a:moveTo>
                  <a:lnTo>
                    <a:pt x="696" y="1299"/>
                  </a:lnTo>
                  <a:cubicBezTo>
                    <a:pt x="660" y="790"/>
                    <a:pt x="411" y="31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66">
              <a:extLst>
                <a:ext uri="{FF2B5EF4-FFF2-40B4-BE49-F238E27FC236}">
                  <a16:creationId xmlns:a16="http://schemas.microsoft.com/office/drawing/2014/main" id="{32C71F9A-84BE-DB9A-C460-6EEC02526205}"/>
                </a:ext>
              </a:extLst>
            </p:cNvPr>
            <p:cNvSpPr/>
            <p:nvPr/>
          </p:nvSpPr>
          <p:spPr>
            <a:xfrm>
              <a:off x="1120825" y="3087800"/>
              <a:ext cx="19375" cy="33375"/>
            </a:xfrm>
            <a:custGeom>
              <a:avLst/>
              <a:gdLst/>
              <a:ahLst/>
              <a:cxnLst/>
              <a:rect l="l" t="t" r="r" b="b"/>
              <a:pathLst>
                <a:path w="775" h="1335" extrusionOk="0">
                  <a:moveTo>
                    <a:pt x="63" y="1"/>
                  </a:moveTo>
                  <a:lnTo>
                    <a:pt x="1" y="73"/>
                  </a:lnTo>
                  <a:cubicBezTo>
                    <a:pt x="395" y="385"/>
                    <a:pt x="639" y="842"/>
                    <a:pt x="676" y="1335"/>
                  </a:cubicBezTo>
                  <a:lnTo>
                    <a:pt x="774" y="1335"/>
                  </a:lnTo>
                  <a:cubicBezTo>
                    <a:pt x="743" y="811"/>
                    <a:pt x="483" y="323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66">
              <a:extLst>
                <a:ext uri="{FF2B5EF4-FFF2-40B4-BE49-F238E27FC236}">
                  <a16:creationId xmlns:a16="http://schemas.microsoft.com/office/drawing/2014/main" id="{E4A1F21D-35C2-922D-B8FE-3B650616943E}"/>
                </a:ext>
              </a:extLst>
            </p:cNvPr>
            <p:cNvSpPr/>
            <p:nvPr/>
          </p:nvSpPr>
          <p:spPr>
            <a:xfrm>
              <a:off x="1127825" y="3164900"/>
              <a:ext cx="30550" cy="69200"/>
            </a:xfrm>
            <a:custGeom>
              <a:avLst/>
              <a:gdLst/>
              <a:ahLst/>
              <a:cxnLst/>
              <a:rect l="l" t="t" r="r" b="b"/>
              <a:pathLst>
                <a:path w="1222" h="2768" extrusionOk="0">
                  <a:moveTo>
                    <a:pt x="1138" y="0"/>
                  </a:moveTo>
                  <a:cubicBezTo>
                    <a:pt x="1091" y="73"/>
                    <a:pt x="1" y="1812"/>
                    <a:pt x="323" y="2768"/>
                  </a:cubicBezTo>
                  <a:lnTo>
                    <a:pt x="416" y="2736"/>
                  </a:lnTo>
                  <a:cubicBezTo>
                    <a:pt x="105" y="1823"/>
                    <a:pt x="1211" y="73"/>
                    <a:pt x="1221" y="52"/>
                  </a:cubicBezTo>
                  <a:lnTo>
                    <a:pt x="11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66">
              <a:extLst>
                <a:ext uri="{FF2B5EF4-FFF2-40B4-BE49-F238E27FC236}">
                  <a16:creationId xmlns:a16="http://schemas.microsoft.com/office/drawing/2014/main" id="{86A010F5-2A76-4319-9A0C-E83E81B8B15F}"/>
                </a:ext>
              </a:extLst>
            </p:cNvPr>
            <p:cNvSpPr/>
            <p:nvPr/>
          </p:nvSpPr>
          <p:spPr>
            <a:xfrm>
              <a:off x="1093175" y="3304900"/>
              <a:ext cx="86350" cy="76250"/>
            </a:xfrm>
            <a:custGeom>
              <a:avLst/>
              <a:gdLst/>
              <a:ahLst/>
              <a:cxnLst/>
              <a:rect l="l" t="t" r="r" b="b"/>
              <a:pathLst>
                <a:path w="3454" h="3050" extrusionOk="0">
                  <a:moveTo>
                    <a:pt x="1465" y="1"/>
                  </a:moveTo>
                  <a:cubicBezTo>
                    <a:pt x="1287" y="1"/>
                    <a:pt x="1072" y="155"/>
                    <a:pt x="821" y="599"/>
                  </a:cubicBezTo>
                  <a:cubicBezTo>
                    <a:pt x="1" y="2058"/>
                    <a:pt x="1013" y="3050"/>
                    <a:pt x="1013" y="3050"/>
                  </a:cubicBezTo>
                  <a:cubicBezTo>
                    <a:pt x="1013" y="3050"/>
                    <a:pt x="3453" y="1664"/>
                    <a:pt x="2908" y="1087"/>
                  </a:cubicBezTo>
                  <a:cubicBezTo>
                    <a:pt x="2633" y="799"/>
                    <a:pt x="2425" y="728"/>
                    <a:pt x="2287" y="728"/>
                  </a:cubicBezTo>
                  <a:cubicBezTo>
                    <a:pt x="2151" y="728"/>
                    <a:pt x="2083" y="797"/>
                    <a:pt x="2083" y="797"/>
                  </a:cubicBezTo>
                  <a:cubicBezTo>
                    <a:pt x="2083" y="797"/>
                    <a:pt x="1870" y="1"/>
                    <a:pt x="1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6">
              <a:extLst>
                <a:ext uri="{FF2B5EF4-FFF2-40B4-BE49-F238E27FC236}">
                  <a16:creationId xmlns:a16="http://schemas.microsoft.com/office/drawing/2014/main" id="{5304BF0B-3584-5FF3-AD89-82D6F8B67730}"/>
                </a:ext>
              </a:extLst>
            </p:cNvPr>
            <p:cNvSpPr/>
            <p:nvPr/>
          </p:nvSpPr>
          <p:spPr>
            <a:xfrm>
              <a:off x="1092025" y="3303700"/>
              <a:ext cx="77375" cy="78625"/>
            </a:xfrm>
            <a:custGeom>
              <a:avLst/>
              <a:gdLst/>
              <a:ahLst/>
              <a:cxnLst/>
              <a:rect l="l" t="t" r="r" b="b"/>
              <a:pathLst>
                <a:path w="3095" h="3145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7" y="886"/>
                    <a:pt x="2113" y="891"/>
                  </a:cubicBezTo>
                  <a:cubicBezTo>
                    <a:pt x="2129" y="891"/>
                    <a:pt x="2144" y="891"/>
                    <a:pt x="2160" y="876"/>
                  </a:cubicBezTo>
                  <a:cubicBezTo>
                    <a:pt x="2201" y="839"/>
                    <a:pt x="2258" y="823"/>
                    <a:pt x="2313" y="823"/>
                  </a:cubicBezTo>
                  <a:cubicBezTo>
                    <a:pt x="2321" y="823"/>
                    <a:pt x="2329" y="823"/>
                    <a:pt x="2336" y="824"/>
                  </a:cubicBezTo>
                  <a:cubicBezTo>
                    <a:pt x="2456" y="824"/>
                    <a:pt x="2648" y="886"/>
                    <a:pt x="2913" y="1167"/>
                  </a:cubicBezTo>
                  <a:cubicBezTo>
                    <a:pt x="2970" y="1224"/>
                    <a:pt x="2990" y="1296"/>
                    <a:pt x="2980" y="1374"/>
                  </a:cubicBezTo>
                  <a:cubicBezTo>
                    <a:pt x="2892" y="1945"/>
                    <a:pt x="1314" y="2890"/>
                    <a:pt x="1064" y="3036"/>
                  </a:cubicBezTo>
                  <a:cubicBezTo>
                    <a:pt x="909" y="2869"/>
                    <a:pt x="182" y="1961"/>
                    <a:pt x="909" y="668"/>
                  </a:cubicBezTo>
                  <a:cubicBezTo>
                    <a:pt x="1121" y="289"/>
                    <a:pt x="1329" y="97"/>
                    <a:pt x="1511" y="97"/>
                  </a:cubicBezTo>
                  <a:close/>
                  <a:moveTo>
                    <a:pt x="1512" y="1"/>
                  </a:moveTo>
                  <a:cubicBezTo>
                    <a:pt x="1291" y="1"/>
                    <a:pt x="1058" y="209"/>
                    <a:pt x="826" y="621"/>
                  </a:cubicBezTo>
                  <a:cubicBezTo>
                    <a:pt x="0" y="2096"/>
                    <a:pt x="1012" y="3124"/>
                    <a:pt x="1023" y="3134"/>
                  </a:cubicBezTo>
                  <a:cubicBezTo>
                    <a:pt x="1033" y="3139"/>
                    <a:pt x="1044" y="3145"/>
                    <a:pt x="1059" y="3145"/>
                  </a:cubicBezTo>
                  <a:cubicBezTo>
                    <a:pt x="1064" y="3145"/>
                    <a:pt x="1075" y="3145"/>
                    <a:pt x="1080" y="3139"/>
                  </a:cubicBezTo>
                  <a:cubicBezTo>
                    <a:pt x="1158" y="3098"/>
                    <a:pt x="2980" y="2054"/>
                    <a:pt x="3079" y="1390"/>
                  </a:cubicBezTo>
                  <a:cubicBezTo>
                    <a:pt x="3094" y="1286"/>
                    <a:pt x="3063" y="1177"/>
                    <a:pt x="2990" y="1104"/>
                  </a:cubicBezTo>
                  <a:cubicBezTo>
                    <a:pt x="2757" y="855"/>
                    <a:pt x="2534" y="725"/>
                    <a:pt x="2342" y="725"/>
                  </a:cubicBezTo>
                  <a:cubicBezTo>
                    <a:pt x="2279" y="725"/>
                    <a:pt x="2217" y="741"/>
                    <a:pt x="2160" y="767"/>
                  </a:cubicBezTo>
                  <a:cubicBezTo>
                    <a:pt x="2097" y="580"/>
                    <a:pt x="1900" y="45"/>
                    <a:pt x="1558" y="4"/>
                  </a:cubicBezTo>
                  <a:cubicBezTo>
                    <a:pt x="1542" y="2"/>
                    <a:pt x="1527" y="1"/>
                    <a:pt x="1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66">
              <a:extLst>
                <a:ext uri="{FF2B5EF4-FFF2-40B4-BE49-F238E27FC236}">
                  <a16:creationId xmlns:a16="http://schemas.microsoft.com/office/drawing/2014/main" id="{130A84CF-FECC-E482-9C0F-DB98A8B9BBFE}"/>
                </a:ext>
              </a:extLst>
            </p:cNvPr>
            <p:cNvSpPr/>
            <p:nvPr/>
          </p:nvSpPr>
          <p:spPr>
            <a:xfrm>
              <a:off x="1122000" y="3324800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30" y="1"/>
                  </a:moveTo>
                  <a:lnTo>
                    <a:pt x="930" y="1"/>
                  </a:lnTo>
                  <a:cubicBezTo>
                    <a:pt x="255" y="546"/>
                    <a:pt x="0" y="1480"/>
                    <a:pt x="0" y="1480"/>
                  </a:cubicBezTo>
                  <a:lnTo>
                    <a:pt x="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66">
              <a:extLst>
                <a:ext uri="{FF2B5EF4-FFF2-40B4-BE49-F238E27FC236}">
                  <a16:creationId xmlns:a16="http://schemas.microsoft.com/office/drawing/2014/main" id="{58B33D62-00EA-5175-D27B-B7147EDC3890}"/>
                </a:ext>
              </a:extLst>
            </p:cNvPr>
            <p:cNvSpPr/>
            <p:nvPr/>
          </p:nvSpPr>
          <p:spPr>
            <a:xfrm>
              <a:off x="1120825" y="3323775"/>
              <a:ext cx="25200" cy="38300"/>
            </a:xfrm>
            <a:custGeom>
              <a:avLst/>
              <a:gdLst/>
              <a:ahLst/>
              <a:cxnLst/>
              <a:rect l="l" t="t" r="r" b="b"/>
              <a:pathLst>
                <a:path w="1008" h="1532" extrusionOk="0">
                  <a:moveTo>
                    <a:pt x="945" y="0"/>
                  </a:moveTo>
                  <a:cubicBezTo>
                    <a:pt x="265" y="550"/>
                    <a:pt x="11" y="1469"/>
                    <a:pt x="1" y="1506"/>
                  </a:cubicBezTo>
                  <a:lnTo>
                    <a:pt x="94" y="1532"/>
                  </a:lnTo>
                  <a:cubicBezTo>
                    <a:pt x="99" y="1526"/>
                    <a:pt x="354" y="608"/>
                    <a:pt x="1008" y="78"/>
                  </a:cubicBez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66">
              <a:extLst>
                <a:ext uri="{FF2B5EF4-FFF2-40B4-BE49-F238E27FC236}">
                  <a16:creationId xmlns:a16="http://schemas.microsoft.com/office/drawing/2014/main" id="{728E5959-92D2-E59D-8767-DAE62249DFD7}"/>
                </a:ext>
              </a:extLst>
            </p:cNvPr>
            <p:cNvSpPr/>
            <p:nvPr/>
          </p:nvSpPr>
          <p:spPr>
            <a:xfrm>
              <a:off x="1103425" y="3195625"/>
              <a:ext cx="108925" cy="59775"/>
            </a:xfrm>
            <a:custGeom>
              <a:avLst/>
              <a:gdLst/>
              <a:ahLst/>
              <a:cxnLst/>
              <a:rect l="l" t="t" r="r" b="b"/>
              <a:pathLst>
                <a:path w="4357" h="2391" extrusionOk="0">
                  <a:moveTo>
                    <a:pt x="3057" y="0"/>
                  </a:moveTo>
                  <a:cubicBezTo>
                    <a:pt x="2567" y="0"/>
                    <a:pt x="2088" y="480"/>
                    <a:pt x="2088" y="480"/>
                  </a:cubicBezTo>
                  <a:cubicBezTo>
                    <a:pt x="2088" y="480"/>
                    <a:pt x="1984" y="377"/>
                    <a:pt x="1686" y="377"/>
                  </a:cubicBezTo>
                  <a:cubicBezTo>
                    <a:pt x="1505" y="377"/>
                    <a:pt x="1253" y="415"/>
                    <a:pt x="909" y="537"/>
                  </a:cubicBezTo>
                  <a:cubicBezTo>
                    <a:pt x="1" y="853"/>
                    <a:pt x="2695" y="2390"/>
                    <a:pt x="2695" y="2390"/>
                  </a:cubicBezTo>
                  <a:cubicBezTo>
                    <a:pt x="2695" y="2390"/>
                    <a:pt x="4357" y="1845"/>
                    <a:pt x="3796" y="589"/>
                  </a:cubicBezTo>
                  <a:cubicBezTo>
                    <a:pt x="3598" y="144"/>
                    <a:pt x="3326" y="0"/>
                    <a:pt x="3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66">
              <a:extLst>
                <a:ext uri="{FF2B5EF4-FFF2-40B4-BE49-F238E27FC236}">
                  <a16:creationId xmlns:a16="http://schemas.microsoft.com/office/drawing/2014/main" id="{9F502578-6449-8267-55AF-629FF3E57873}"/>
                </a:ext>
              </a:extLst>
            </p:cNvPr>
            <p:cNvSpPr/>
            <p:nvPr/>
          </p:nvSpPr>
          <p:spPr>
            <a:xfrm>
              <a:off x="1119150" y="3194425"/>
              <a:ext cx="84250" cy="62250"/>
            </a:xfrm>
            <a:custGeom>
              <a:avLst/>
              <a:gdLst/>
              <a:ahLst/>
              <a:cxnLst/>
              <a:rect l="l" t="t" r="r" b="b"/>
              <a:pathLst>
                <a:path w="3370" h="2490" extrusionOk="0">
                  <a:moveTo>
                    <a:pt x="2436" y="97"/>
                  </a:moveTo>
                  <a:cubicBezTo>
                    <a:pt x="2474" y="97"/>
                    <a:pt x="2512" y="100"/>
                    <a:pt x="2549" y="107"/>
                  </a:cubicBezTo>
                  <a:cubicBezTo>
                    <a:pt x="2788" y="154"/>
                    <a:pt x="2980" y="341"/>
                    <a:pt x="3126" y="657"/>
                  </a:cubicBezTo>
                  <a:cubicBezTo>
                    <a:pt x="3260" y="964"/>
                    <a:pt x="3271" y="1254"/>
                    <a:pt x="3157" y="1519"/>
                  </a:cubicBezTo>
                  <a:cubicBezTo>
                    <a:pt x="2918" y="2064"/>
                    <a:pt x="2201" y="2339"/>
                    <a:pt x="2072" y="2386"/>
                  </a:cubicBezTo>
                  <a:cubicBezTo>
                    <a:pt x="1506" y="2064"/>
                    <a:pt x="109" y="1171"/>
                    <a:pt x="145" y="777"/>
                  </a:cubicBezTo>
                  <a:cubicBezTo>
                    <a:pt x="151" y="714"/>
                    <a:pt x="203" y="668"/>
                    <a:pt x="301" y="631"/>
                  </a:cubicBezTo>
                  <a:cubicBezTo>
                    <a:pt x="540" y="538"/>
                    <a:pt x="794" y="486"/>
                    <a:pt x="1054" y="476"/>
                  </a:cubicBezTo>
                  <a:cubicBezTo>
                    <a:pt x="1324" y="476"/>
                    <a:pt x="1428" y="564"/>
                    <a:pt x="1428" y="564"/>
                  </a:cubicBezTo>
                  <a:cubicBezTo>
                    <a:pt x="1438" y="572"/>
                    <a:pt x="1450" y="576"/>
                    <a:pt x="1462" y="576"/>
                  </a:cubicBezTo>
                  <a:cubicBezTo>
                    <a:pt x="1473" y="576"/>
                    <a:pt x="1485" y="572"/>
                    <a:pt x="1495" y="564"/>
                  </a:cubicBezTo>
                  <a:cubicBezTo>
                    <a:pt x="1495" y="559"/>
                    <a:pt x="1970" y="97"/>
                    <a:pt x="2436" y="97"/>
                  </a:cubicBezTo>
                  <a:close/>
                  <a:moveTo>
                    <a:pt x="2423" y="0"/>
                  </a:moveTo>
                  <a:cubicBezTo>
                    <a:pt x="1988" y="0"/>
                    <a:pt x="1571" y="357"/>
                    <a:pt x="1454" y="465"/>
                  </a:cubicBezTo>
                  <a:cubicBezTo>
                    <a:pt x="1398" y="432"/>
                    <a:pt x="1274" y="378"/>
                    <a:pt x="1054" y="378"/>
                  </a:cubicBezTo>
                  <a:cubicBezTo>
                    <a:pt x="867" y="378"/>
                    <a:pt x="610" y="416"/>
                    <a:pt x="265" y="538"/>
                  </a:cubicBezTo>
                  <a:cubicBezTo>
                    <a:pt x="130" y="585"/>
                    <a:pt x="57" y="663"/>
                    <a:pt x="47" y="766"/>
                  </a:cubicBezTo>
                  <a:cubicBezTo>
                    <a:pt x="0" y="1301"/>
                    <a:pt x="1833" y="2360"/>
                    <a:pt x="2046" y="2480"/>
                  </a:cubicBezTo>
                  <a:cubicBezTo>
                    <a:pt x="2051" y="2485"/>
                    <a:pt x="2061" y="2490"/>
                    <a:pt x="2066" y="2490"/>
                  </a:cubicBezTo>
                  <a:cubicBezTo>
                    <a:pt x="2072" y="2490"/>
                    <a:pt x="2077" y="2490"/>
                    <a:pt x="2082" y="2485"/>
                  </a:cubicBezTo>
                  <a:cubicBezTo>
                    <a:pt x="2118" y="2474"/>
                    <a:pt x="2959" y="2194"/>
                    <a:pt x="3245" y="1555"/>
                  </a:cubicBezTo>
                  <a:cubicBezTo>
                    <a:pt x="3370" y="1265"/>
                    <a:pt x="3359" y="953"/>
                    <a:pt x="3214" y="616"/>
                  </a:cubicBezTo>
                  <a:cubicBezTo>
                    <a:pt x="3058" y="268"/>
                    <a:pt x="2840" y="60"/>
                    <a:pt x="2565" y="14"/>
                  </a:cubicBezTo>
                  <a:cubicBezTo>
                    <a:pt x="2518" y="4"/>
                    <a:pt x="2470" y="0"/>
                    <a:pt x="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66">
              <a:extLst>
                <a:ext uri="{FF2B5EF4-FFF2-40B4-BE49-F238E27FC236}">
                  <a16:creationId xmlns:a16="http://schemas.microsoft.com/office/drawing/2014/main" id="{A31DC762-F39C-6177-72DA-C2A852E255E3}"/>
                </a:ext>
              </a:extLst>
            </p:cNvPr>
            <p:cNvSpPr/>
            <p:nvPr/>
          </p:nvSpPr>
          <p:spPr>
            <a:xfrm>
              <a:off x="1155600" y="3207725"/>
              <a:ext cx="17300" cy="32475"/>
            </a:xfrm>
            <a:custGeom>
              <a:avLst/>
              <a:gdLst/>
              <a:ahLst/>
              <a:cxnLst/>
              <a:rect l="l" t="t" r="r" b="b"/>
              <a:pathLst>
                <a:path w="692" h="1299" extrusionOk="0">
                  <a:moveTo>
                    <a:pt x="1" y="1"/>
                  </a:moveTo>
                  <a:lnTo>
                    <a:pt x="691" y="1299"/>
                  </a:lnTo>
                  <a:cubicBezTo>
                    <a:pt x="660" y="785"/>
                    <a:pt x="406" y="31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66">
              <a:extLst>
                <a:ext uri="{FF2B5EF4-FFF2-40B4-BE49-F238E27FC236}">
                  <a16:creationId xmlns:a16="http://schemas.microsoft.com/office/drawing/2014/main" id="{06402C41-3A4D-27EB-34CB-0EDDBAB9DC4C}"/>
                </a:ext>
              </a:extLst>
            </p:cNvPr>
            <p:cNvSpPr/>
            <p:nvPr/>
          </p:nvSpPr>
          <p:spPr>
            <a:xfrm>
              <a:off x="1154975" y="3206700"/>
              <a:ext cx="19350" cy="33500"/>
            </a:xfrm>
            <a:custGeom>
              <a:avLst/>
              <a:gdLst/>
              <a:ahLst/>
              <a:cxnLst/>
              <a:rect l="l" t="t" r="r" b="b"/>
              <a:pathLst>
                <a:path w="774" h="1340" extrusionOk="0">
                  <a:moveTo>
                    <a:pt x="57" y="0"/>
                  </a:moveTo>
                  <a:lnTo>
                    <a:pt x="0" y="78"/>
                  </a:lnTo>
                  <a:cubicBezTo>
                    <a:pt x="389" y="384"/>
                    <a:pt x="639" y="841"/>
                    <a:pt x="675" y="1340"/>
                  </a:cubicBezTo>
                  <a:lnTo>
                    <a:pt x="774" y="1340"/>
                  </a:lnTo>
                  <a:cubicBezTo>
                    <a:pt x="737" y="810"/>
                    <a:pt x="478" y="322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6" name="Google Shape;3016;p66">
            <a:extLst>
              <a:ext uri="{FF2B5EF4-FFF2-40B4-BE49-F238E27FC236}">
                <a16:creationId xmlns:a16="http://schemas.microsoft.com/office/drawing/2014/main" id="{36E4E3CF-9BBE-06A7-933E-2FD2FA478964}"/>
              </a:ext>
            </a:extLst>
          </p:cNvPr>
          <p:cNvGrpSpPr/>
          <p:nvPr/>
        </p:nvGrpSpPr>
        <p:grpSpPr>
          <a:xfrm>
            <a:off x="13859" y="3337950"/>
            <a:ext cx="995682" cy="1601525"/>
            <a:chOff x="4678300" y="1270125"/>
            <a:chExt cx="439750" cy="707325"/>
          </a:xfrm>
        </p:grpSpPr>
        <p:sp>
          <p:nvSpPr>
            <p:cNvPr id="3017" name="Google Shape;3017;p66">
              <a:extLst>
                <a:ext uri="{FF2B5EF4-FFF2-40B4-BE49-F238E27FC236}">
                  <a16:creationId xmlns:a16="http://schemas.microsoft.com/office/drawing/2014/main" id="{C0AAC3E9-FC30-9196-0B60-CAAD720DB92D}"/>
                </a:ext>
              </a:extLst>
            </p:cNvPr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" y="11495"/>
                  </a:lnTo>
                  <a:lnTo>
                    <a:pt x="13598" y="11495"/>
                  </a:lnTo>
                  <a:lnTo>
                    <a:pt x="135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66">
              <a:extLst>
                <a:ext uri="{FF2B5EF4-FFF2-40B4-BE49-F238E27FC236}">
                  <a16:creationId xmlns:a16="http://schemas.microsoft.com/office/drawing/2014/main" id="{19A43C20-A886-C262-C70A-1F8EB8097843}"/>
                </a:ext>
              </a:extLst>
            </p:cNvPr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3598" y="1"/>
                  </a:lnTo>
                  <a:lnTo>
                    <a:pt x="13598" y="11495"/>
                  </a:lnTo>
                  <a:lnTo>
                    <a:pt x="1" y="1149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9" name="Google Shape;3019;p66">
              <a:extLst>
                <a:ext uri="{FF2B5EF4-FFF2-40B4-BE49-F238E27FC236}">
                  <a16:creationId xmlns:a16="http://schemas.microsoft.com/office/drawing/2014/main" id="{3BB82087-868E-9DB0-B885-4BADD1F1A45F}"/>
                </a:ext>
              </a:extLst>
            </p:cNvPr>
            <p:cNvSpPr/>
            <p:nvPr/>
          </p:nvSpPr>
          <p:spPr>
            <a:xfrm>
              <a:off x="4678825" y="1687600"/>
              <a:ext cx="342275" cy="289850"/>
            </a:xfrm>
            <a:custGeom>
              <a:avLst/>
              <a:gdLst/>
              <a:ahLst/>
              <a:cxnLst/>
              <a:rect l="l" t="t" r="r" b="b"/>
              <a:pathLst>
                <a:path w="13691" h="11594" extrusionOk="0">
                  <a:moveTo>
                    <a:pt x="13592" y="100"/>
                  </a:moveTo>
                  <a:lnTo>
                    <a:pt x="13592" y="11500"/>
                  </a:lnTo>
                  <a:lnTo>
                    <a:pt x="94" y="11500"/>
                  </a:lnTo>
                  <a:lnTo>
                    <a:pt x="94" y="100"/>
                  </a:lnTo>
                  <a:close/>
                  <a:moveTo>
                    <a:pt x="47" y="1"/>
                  </a:moveTo>
                  <a:cubicBezTo>
                    <a:pt x="21" y="1"/>
                    <a:pt x="0" y="27"/>
                    <a:pt x="0" y="53"/>
                  </a:cubicBezTo>
                  <a:lnTo>
                    <a:pt x="0" y="11547"/>
                  </a:lnTo>
                  <a:cubicBezTo>
                    <a:pt x="0" y="11573"/>
                    <a:pt x="21" y="11594"/>
                    <a:pt x="47" y="11594"/>
                  </a:cubicBezTo>
                  <a:lnTo>
                    <a:pt x="13644" y="11594"/>
                  </a:lnTo>
                  <a:cubicBezTo>
                    <a:pt x="13670" y="11594"/>
                    <a:pt x="13691" y="11573"/>
                    <a:pt x="13691" y="11547"/>
                  </a:cubicBezTo>
                  <a:lnTo>
                    <a:pt x="13691" y="53"/>
                  </a:lnTo>
                  <a:cubicBezTo>
                    <a:pt x="13691" y="27"/>
                    <a:pt x="13670" y="1"/>
                    <a:pt x="13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66">
              <a:extLst>
                <a:ext uri="{FF2B5EF4-FFF2-40B4-BE49-F238E27FC236}">
                  <a16:creationId xmlns:a16="http://schemas.microsoft.com/office/drawing/2014/main" id="{0C31827C-24A1-4D43-5907-178AD5FC6550}"/>
                </a:ext>
              </a:extLst>
            </p:cNvPr>
            <p:cNvSpPr/>
            <p:nvPr/>
          </p:nvSpPr>
          <p:spPr>
            <a:xfrm>
              <a:off x="5019900" y="1678650"/>
              <a:ext cx="48825" cy="297650"/>
            </a:xfrm>
            <a:custGeom>
              <a:avLst/>
              <a:gdLst/>
              <a:ahLst/>
              <a:cxnLst/>
              <a:rect l="l" t="t" r="r" b="b"/>
              <a:pathLst>
                <a:path w="1953" h="11906" extrusionOk="0">
                  <a:moveTo>
                    <a:pt x="1953" y="1"/>
                  </a:moveTo>
                  <a:lnTo>
                    <a:pt x="1" y="411"/>
                  </a:lnTo>
                  <a:lnTo>
                    <a:pt x="1" y="11905"/>
                  </a:lnTo>
                  <a:lnTo>
                    <a:pt x="1953" y="11313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66">
              <a:extLst>
                <a:ext uri="{FF2B5EF4-FFF2-40B4-BE49-F238E27FC236}">
                  <a16:creationId xmlns:a16="http://schemas.microsoft.com/office/drawing/2014/main" id="{10878D31-365A-5360-93A4-7A074032A1B3}"/>
                </a:ext>
              </a:extLst>
            </p:cNvPr>
            <p:cNvSpPr/>
            <p:nvPr/>
          </p:nvSpPr>
          <p:spPr>
            <a:xfrm>
              <a:off x="5018750" y="1677325"/>
              <a:ext cx="51275" cy="300125"/>
            </a:xfrm>
            <a:custGeom>
              <a:avLst/>
              <a:gdLst/>
              <a:ahLst/>
              <a:cxnLst/>
              <a:rect l="l" t="t" r="r" b="b"/>
              <a:pathLst>
                <a:path w="2051" h="12005" extrusionOk="0">
                  <a:moveTo>
                    <a:pt x="1952" y="111"/>
                  </a:moveTo>
                  <a:lnTo>
                    <a:pt x="1952" y="11330"/>
                  </a:lnTo>
                  <a:lnTo>
                    <a:pt x="94" y="11891"/>
                  </a:lnTo>
                  <a:lnTo>
                    <a:pt x="94" y="505"/>
                  </a:lnTo>
                  <a:lnTo>
                    <a:pt x="1952" y="111"/>
                  </a:lnTo>
                  <a:close/>
                  <a:moveTo>
                    <a:pt x="1998" y="1"/>
                  </a:moveTo>
                  <a:cubicBezTo>
                    <a:pt x="1995" y="1"/>
                    <a:pt x="1992" y="1"/>
                    <a:pt x="1989" y="2"/>
                  </a:cubicBezTo>
                  <a:lnTo>
                    <a:pt x="36" y="417"/>
                  </a:lnTo>
                  <a:cubicBezTo>
                    <a:pt x="16" y="422"/>
                    <a:pt x="0" y="438"/>
                    <a:pt x="0" y="464"/>
                  </a:cubicBezTo>
                  <a:lnTo>
                    <a:pt x="0" y="11958"/>
                  </a:lnTo>
                  <a:cubicBezTo>
                    <a:pt x="0" y="11974"/>
                    <a:pt x="5" y="11989"/>
                    <a:pt x="16" y="11994"/>
                  </a:cubicBezTo>
                  <a:cubicBezTo>
                    <a:pt x="26" y="12005"/>
                    <a:pt x="36" y="12005"/>
                    <a:pt x="47" y="12005"/>
                  </a:cubicBezTo>
                  <a:lnTo>
                    <a:pt x="62" y="12005"/>
                  </a:lnTo>
                  <a:lnTo>
                    <a:pt x="2014" y="11413"/>
                  </a:lnTo>
                  <a:cubicBezTo>
                    <a:pt x="2035" y="11408"/>
                    <a:pt x="2051" y="11387"/>
                    <a:pt x="2051" y="11366"/>
                  </a:cubicBezTo>
                  <a:lnTo>
                    <a:pt x="2051" y="48"/>
                  </a:lnTo>
                  <a:cubicBezTo>
                    <a:pt x="2051" y="21"/>
                    <a:pt x="2026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6">
              <a:extLst>
                <a:ext uri="{FF2B5EF4-FFF2-40B4-BE49-F238E27FC236}">
                  <a16:creationId xmlns:a16="http://schemas.microsoft.com/office/drawing/2014/main" id="{15F21D22-0030-2243-7B9A-C9D6BBCC654E}"/>
                </a:ext>
              </a:extLst>
            </p:cNvPr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6">
              <a:extLst>
                <a:ext uri="{FF2B5EF4-FFF2-40B4-BE49-F238E27FC236}">
                  <a16:creationId xmlns:a16="http://schemas.microsoft.com/office/drawing/2014/main" id="{9D24EA5D-268A-2A0E-C52C-6574FAB87C3C}"/>
                </a:ext>
              </a:extLst>
            </p:cNvPr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6">
              <a:extLst>
                <a:ext uri="{FF2B5EF4-FFF2-40B4-BE49-F238E27FC236}">
                  <a16:creationId xmlns:a16="http://schemas.microsoft.com/office/drawing/2014/main" id="{03036555-DCAE-B610-9169-6B0EA4AF0A13}"/>
                </a:ext>
              </a:extLst>
            </p:cNvPr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6">
              <a:extLst>
                <a:ext uri="{FF2B5EF4-FFF2-40B4-BE49-F238E27FC236}">
                  <a16:creationId xmlns:a16="http://schemas.microsoft.com/office/drawing/2014/main" id="{F4D90733-F352-0932-8AFE-6C25AD74D035}"/>
                </a:ext>
              </a:extLst>
            </p:cNvPr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6">
              <a:extLst>
                <a:ext uri="{FF2B5EF4-FFF2-40B4-BE49-F238E27FC236}">
                  <a16:creationId xmlns:a16="http://schemas.microsoft.com/office/drawing/2014/main" id="{E197C209-63F4-1A69-CD59-6AF0B0E79E37}"/>
                </a:ext>
              </a:extLst>
            </p:cNvPr>
            <p:cNvSpPr/>
            <p:nvPr/>
          </p:nvSpPr>
          <p:spPr>
            <a:xfrm>
              <a:off x="4795750" y="1718225"/>
              <a:ext cx="86875" cy="25100"/>
            </a:xfrm>
            <a:custGeom>
              <a:avLst/>
              <a:gdLst/>
              <a:ahLst/>
              <a:cxnLst/>
              <a:rect l="l" t="t" r="r" b="b"/>
              <a:pathLst>
                <a:path w="3475" h="1004" extrusionOk="0">
                  <a:moveTo>
                    <a:pt x="502" y="1"/>
                  </a:moveTo>
                  <a:cubicBezTo>
                    <a:pt x="229" y="1"/>
                    <a:pt x="1" y="225"/>
                    <a:pt x="1" y="499"/>
                  </a:cubicBezTo>
                  <a:cubicBezTo>
                    <a:pt x="1" y="779"/>
                    <a:pt x="229" y="1003"/>
                    <a:pt x="502" y="1003"/>
                  </a:cubicBezTo>
                  <a:cubicBezTo>
                    <a:pt x="508" y="1003"/>
                    <a:pt x="514" y="1003"/>
                    <a:pt x="520" y="1003"/>
                  </a:cubicBezTo>
                  <a:lnTo>
                    <a:pt x="2970" y="1003"/>
                  </a:lnTo>
                  <a:cubicBezTo>
                    <a:pt x="3246" y="1003"/>
                    <a:pt x="3469" y="780"/>
                    <a:pt x="3474" y="499"/>
                  </a:cubicBezTo>
                  <a:cubicBezTo>
                    <a:pt x="3474" y="224"/>
                    <a:pt x="3246" y="1"/>
                    <a:pt x="2970" y="1"/>
                  </a:cubicBezTo>
                  <a:lnTo>
                    <a:pt x="520" y="1"/>
                  </a:lnTo>
                  <a:cubicBezTo>
                    <a:pt x="514" y="1"/>
                    <a:pt x="508" y="1"/>
                    <a:pt x="5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6">
              <a:extLst>
                <a:ext uri="{FF2B5EF4-FFF2-40B4-BE49-F238E27FC236}">
                  <a16:creationId xmlns:a16="http://schemas.microsoft.com/office/drawing/2014/main" id="{AD9BBB52-AB88-83A8-843B-AD200621EBB3}"/>
                </a:ext>
              </a:extLst>
            </p:cNvPr>
            <p:cNvSpPr/>
            <p:nvPr/>
          </p:nvSpPr>
          <p:spPr>
            <a:xfrm>
              <a:off x="4794975" y="1716950"/>
              <a:ext cx="88800" cy="27525"/>
            </a:xfrm>
            <a:custGeom>
              <a:avLst/>
              <a:gdLst/>
              <a:ahLst/>
              <a:cxnLst/>
              <a:rect l="l" t="t" r="r" b="b"/>
              <a:pathLst>
                <a:path w="3552" h="1101" extrusionOk="0">
                  <a:moveTo>
                    <a:pt x="3001" y="99"/>
                  </a:moveTo>
                  <a:cubicBezTo>
                    <a:pt x="3251" y="99"/>
                    <a:pt x="3453" y="301"/>
                    <a:pt x="3453" y="556"/>
                  </a:cubicBezTo>
                  <a:cubicBezTo>
                    <a:pt x="3453" y="805"/>
                    <a:pt x="3251" y="1007"/>
                    <a:pt x="3001" y="1007"/>
                  </a:cubicBezTo>
                  <a:lnTo>
                    <a:pt x="551" y="1007"/>
                  </a:lnTo>
                  <a:cubicBezTo>
                    <a:pt x="302" y="1007"/>
                    <a:pt x="99" y="805"/>
                    <a:pt x="99" y="556"/>
                  </a:cubicBezTo>
                  <a:cubicBezTo>
                    <a:pt x="99" y="301"/>
                    <a:pt x="302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50" y="0"/>
                    <a:pt x="1" y="244"/>
                    <a:pt x="1" y="550"/>
                  </a:cubicBezTo>
                  <a:cubicBezTo>
                    <a:pt x="1" y="857"/>
                    <a:pt x="250" y="1101"/>
                    <a:pt x="551" y="1101"/>
                  </a:cubicBezTo>
                  <a:lnTo>
                    <a:pt x="3001" y="1101"/>
                  </a:lnTo>
                  <a:cubicBezTo>
                    <a:pt x="3303" y="1101"/>
                    <a:pt x="3552" y="857"/>
                    <a:pt x="3552" y="550"/>
                  </a:cubicBezTo>
                  <a:cubicBezTo>
                    <a:pt x="3552" y="244"/>
                    <a:pt x="3303" y="0"/>
                    <a:pt x="3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6">
              <a:extLst>
                <a:ext uri="{FF2B5EF4-FFF2-40B4-BE49-F238E27FC236}">
                  <a16:creationId xmlns:a16="http://schemas.microsoft.com/office/drawing/2014/main" id="{B1704288-2F1C-9008-0260-FCEEF7A85DED}"/>
                </a:ext>
              </a:extLst>
            </p:cNvPr>
            <p:cNvSpPr/>
            <p:nvPr/>
          </p:nvSpPr>
          <p:spPr>
            <a:xfrm>
              <a:off x="4679975" y="1678000"/>
              <a:ext cx="388750" cy="10925"/>
            </a:xfrm>
            <a:custGeom>
              <a:avLst/>
              <a:gdLst/>
              <a:ahLst/>
              <a:cxnLst/>
              <a:rect l="l" t="t" r="r" b="b"/>
              <a:pathLst>
                <a:path w="15550" h="437" extrusionOk="0">
                  <a:moveTo>
                    <a:pt x="1953" y="1"/>
                  </a:moveTo>
                  <a:lnTo>
                    <a:pt x="1" y="437"/>
                  </a:lnTo>
                  <a:lnTo>
                    <a:pt x="13598" y="437"/>
                  </a:lnTo>
                  <a:lnTo>
                    <a:pt x="155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6">
              <a:extLst>
                <a:ext uri="{FF2B5EF4-FFF2-40B4-BE49-F238E27FC236}">
                  <a16:creationId xmlns:a16="http://schemas.microsoft.com/office/drawing/2014/main" id="{1947D288-9B09-60C0-226A-987D599F9B35}"/>
                </a:ext>
              </a:extLst>
            </p:cNvPr>
            <p:cNvSpPr/>
            <p:nvPr/>
          </p:nvSpPr>
          <p:spPr>
            <a:xfrm>
              <a:off x="4678300" y="1676825"/>
              <a:ext cx="391725" cy="13275"/>
            </a:xfrm>
            <a:custGeom>
              <a:avLst/>
              <a:gdLst/>
              <a:ahLst/>
              <a:cxnLst/>
              <a:rect l="l" t="t" r="r" b="b"/>
              <a:pathLst>
                <a:path w="15669" h="531" extrusionOk="0">
                  <a:moveTo>
                    <a:pt x="15176" y="100"/>
                  </a:moveTo>
                  <a:lnTo>
                    <a:pt x="13660" y="432"/>
                  </a:lnTo>
                  <a:lnTo>
                    <a:pt x="509" y="432"/>
                  </a:lnTo>
                  <a:lnTo>
                    <a:pt x="2025" y="100"/>
                  </a:lnTo>
                  <a:close/>
                  <a:moveTo>
                    <a:pt x="2010" y="1"/>
                  </a:moveTo>
                  <a:lnTo>
                    <a:pt x="57" y="437"/>
                  </a:lnTo>
                  <a:cubicBezTo>
                    <a:pt x="0" y="447"/>
                    <a:pt x="11" y="531"/>
                    <a:pt x="68" y="531"/>
                  </a:cubicBezTo>
                  <a:lnTo>
                    <a:pt x="13675" y="531"/>
                  </a:lnTo>
                  <a:lnTo>
                    <a:pt x="15632" y="100"/>
                  </a:lnTo>
                  <a:cubicBezTo>
                    <a:pt x="15653" y="94"/>
                    <a:pt x="15669" y="68"/>
                    <a:pt x="15669" y="42"/>
                  </a:cubicBezTo>
                  <a:cubicBezTo>
                    <a:pt x="15664" y="22"/>
                    <a:pt x="15643" y="1"/>
                    <a:pt x="15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6">
              <a:extLst>
                <a:ext uri="{FF2B5EF4-FFF2-40B4-BE49-F238E27FC236}">
                  <a16:creationId xmlns:a16="http://schemas.microsoft.com/office/drawing/2014/main" id="{0CA0321C-34E9-5CB3-E9C1-50BA8570789B}"/>
                </a:ext>
              </a:extLst>
            </p:cNvPr>
            <p:cNvSpPr/>
            <p:nvPr/>
          </p:nvSpPr>
          <p:spPr>
            <a:xfrm>
              <a:off x="4728000" y="1678650"/>
              <a:ext cx="340725" cy="297650"/>
            </a:xfrm>
            <a:custGeom>
              <a:avLst/>
              <a:gdLst/>
              <a:ahLst/>
              <a:cxnLst/>
              <a:rect l="l" t="t" r="r" b="b"/>
              <a:pathLst>
                <a:path w="13629" h="11906" extrusionOk="0">
                  <a:moveTo>
                    <a:pt x="13629" y="1"/>
                  </a:moveTo>
                  <a:lnTo>
                    <a:pt x="11677" y="411"/>
                  </a:lnTo>
                  <a:lnTo>
                    <a:pt x="11677" y="888"/>
                  </a:lnTo>
                  <a:lnTo>
                    <a:pt x="1" y="328"/>
                  </a:lnTo>
                  <a:lnTo>
                    <a:pt x="2186" y="2586"/>
                  </a:lnTo>
                  <a:lnTo>
                    <a:pt x="11677" y="3676"/>
                  </a:lnTo>
                  <a:lnTo>
                    <a:pt x="11677" y="11905"/>
                  </a:lnTo>
                  <a:lnTo>
                    <a:pt x="13629" y="11313"/>
                  </a:lnTo>
                  <a:lnTo>
                    <a:pt x="13629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6">
              <a:extLst>
                <a:ext uri="{FF2B5EF4-FFF2-40B4-BE49-F238E27FC236}">
                  <a16:creationId xmlns:a16="http://schemas.microsoft.com/office/drawing/2014/main" id="{769C95E8-6A0D-3830-A40E-2C72EB6319FB}"/>
                </a:ext>
              </a:extLst>
            </p:cNvPr>
            <p:cNvSpPr/>
            <p:nvPr/>
          </p:nvSpPr>
          <p:spPr>
            <a:xfrm>
              <a:off x="4771750" y="1297200"/>
              <a:ext cx="268050" cy="328125"/>
            </a:xfrm>
            <a:custGeom>
              <a:avLst/>
              <a:gdLst/>
              <a:ahLst/>
              <a:cxnLst/>
              <a:rect l="l" t="t" r="r" b="b"/>
              <a:pathLst>
                <a:path w="10722" h="13125" extrusionOk="0">
                  <a:moveTo>
                    <a:pt x="6853" y="0"/>
                  </a:moveTo>
                  <a:lnTo>
                    <a:pt x="0" y="2887"/>
                  </a:lnTo>
                  <a:lnTo>
                    <a:pt x="3868" y="13125"/>
                  </a:lnTo>
                  <a:lnTo>
                    <a:pt x="10721" y="10238"/>
                  </a:lnTo>
                  <a:lnTo>
                    <a:pt x="68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6">
              <a:extLst>
                <a:ext uri="{FF2B5EF4-FFF2-40B4-BE49-F238E27FC236}">
                  <a16:creationId xmlns:a16="http://schemas.microsoft.com/office/drawing/2014/main" id="{80C541C5-D2B6-AD4B-E055-2DB36A1BD68D}"/>
                </a:ext>
              </a:extLst>
            </p:cNvPr>
            <p:cNvSpPr/>
            <p:nvPr/>
          </p:nvSpPr>
          <p:spPr>
            <a:xfrm>
              <a:off x="4770325" y="1295825"/>
              <a:ext cx="270900" cy="330675"/>
            </a:xfrm>
            <a:custGeom>
              <a:avLst/>
              <a:gdLst/>
              <a:ahLst/>
              <a:cxnLst/>
              <a:rect l="l" t="t" r="r" b="b"/>
              <a:pathLst>
                <a:path w="10836" h="13227" extrusionOk="0">
                  <a:moveTo>
                    <a:pt x="6879" y="118"/>
                  </a:moveTo>
                  <a:lnTo>
                    <a:pt x="10716" y="10262"/>
                  </a:lnTo>
                  <a:lnTo>
                    <a:pt x="3956" y="13118"/>
                  </a:lnTo>
                  <a:lnTo>
                    <a:pt x="120" y="2968"/>
                  </a:lnTo>
                  <a:lnTo>
                    <a:pt x="6879" y="118"/>
                  </a:lnTo>
                  <a:close/>
                  <a:moveTo>
                    <a:pt x="6906" y="0"/>
                  </a:moveTo>
                  <a:cubicBezTo>
                    <a:pt x="6901" y="0"/>
                    <a:pt x="6895" y="1"/>
                    <a:pt x="6890" y="3"/>
                  </a:cubicBezTo>
                  <a:lnTo>
                    <a:pt x="37" y="2895"/>
                  </a:lnTo>
                  <a:cubicBezTo>
                    <a:pt x="16" y="2906"/>
                    <a:pt x="0" y="2937"/>
                    <a:pt x="11" y="2963"/>
                  </a:cubicBezTo>
                  <a:lnTo>
                    <a:pt x="3884" y="13195"/>
                  </a:lnTo>
                  <a:cubicBezTo>
                    <a:pt x="3884" y="13211"/>
                    <a:pt x="3894" y="13221"/>
                    <a:pt x="3910" y="13227"/>
                  </a:cubicBezTo>
                  <a:lnTo>
                    <a:pt x="3925" y="13227"/>
                  </a:lnTo>
                  <a:cubicBezTo>
                    <a:pt x="3936" y="13227"/>
                    <a:pt x="3941" y="13227"/>
                    <a:pt x="3946" y="13221"/>
                  </a:cubicBezTo>
                  <a:lnTo>
                    <a:pt x="10794" y="10335"/>
                  </a:lnTo>
                  <a:cubicBezTo>
                    <a:pt x="10820" y="10324"/>
                    <a:pt x="10835" y="10293"/>
                    <a:pt x="10820" y="10273"/>
                  </a:cubicBezTo>
                  <a:lnTo>
                    <a:pt x="6952" y="35"/>
                  </a:lnTo>
                  <a:cubicBezTo>
                    <a:pt x="6944" y="14"/>
                    <a:pt x="6926" y="0"/>
                    <a:pt x="6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6">
              <a:extLst>
                <a:ext uri="{FF2B5EF4-FFF2-40B4-BE49-F238E27FC236}">
                  <a16:creationId xmlns:a16="http://schemas.microsoft.com/office/drawing/2014/main" id="{27D09372-C9AB-B7D6-928F-0AB91AFF5F66}"/>
                </a:ext>
              </a:extLst>
            </p:cNvPr>
            <p:cNvSpPr/>
            <p:nvPr/>
          </p:nvSpPr>
          <p:spPr>
            <a:xfrm>
              <a:off x="4823675" y="1300700"/>
              <a:ext cx="217275" cy="285175"/>
            </a:xfrm>
            <a:custGeom>
              <a:avLst/>
              <a:gdLst/>
              <a:ahLst/>
              <a:cxnLst/>
              <a:rect l="l" t="t" r="r" b="b"/>
              <a:pathLst>
                <a:path w="8691" h="11407" extrusionOk="0">
                  <a:moveTo>
                    <a:pt x="7819" y="0"/>
                  </a:moveTo>
                  <a:lnTo>
                    <a:pt x="0" y="468"/>
                  </a:lnTo>
                  <a:lnTo>
                    <a:pt x="872" y="11407"/>
                  </a:lnTo>
                  <a:lnTo>
                    <a:pt x="8691" y="10939"/>
                  </a:lnTo>
                  <a:lnTo>
                    <a:pt x="78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66">
              <a:extLst>
                <a:ext uri="{FF2B5EF4-FFF2-40B4-BE49-F238E27FC236}">
                  <a16:creationId xmlns:a16="http://schemas.microsoft.com/office/drawing/2014/main" id="{D789649C-DB9A-8C60-4FF0-36645E066DF6}"/>
                </a:ext>
              </a:extLst>
            </p:cNvPr>
            <p:cNvSpPr/>
            <p:nvPr/>
          </p:nvSpPr>
          <p:spPr>
            <a:xfrm>
              <a:off x="4822375" y="1299400"/>
              <a:ext cx="219875" cy="287775"/>
            </a:xfrm>
            <a:custGeom>
              <a:avLst/>
              <a:gdLst/>
              <a:ahLst/>
              <a:cxnLst/>
              <a:rect l="l" t="t" r="r" b="b"/>
              <a:pathLst>
                <a:path w="8795" h="11511" extrusionOk="0">
                  <a:moveTo>
                    <a:pt x="7824" y="99"/>
                  </a:moveTo>
                  <a:lnTo>
                    <a:pt x="8691" y="10945"/>
                  </a:lnTo>
                  <a:lnTo>
                    <a:pt x="966" y="11407"/>
                  </a:lnTo>
                  <a:lnTo>
                    <a:pt x="104" y="566"/>
                  </a:lnTo>
                  <a:lnTo>
                    <a:pt x="7824" y="99"/>
                  </a:lnTo>
                  <a:close/>
                  <a:moveTo>
                    <a:pt x="7865" y="1"/>
                  </a:moveTo>
                  <a:lnTo>
                    <a:pt x="47" y="473"/>
                  </a:lnTo>
                  <a:cubicBezTo>
                    <a:pt x="36" y="473"/>
                    <a:pt x="21" y="478"/>
                    <a:pt x="16" y="489"/>
                  </a:cubicBezTo>
                  <a:cubicBezTo>
                    <a:pt x="5" y="499"/>
                    <a:pt x="0" y="509"/>
                    <a:pt x="0" y="525"/>
                  </a:cubicBezTo>
                  <a:lnTo>
                    <a:pt x="877" y="11464"/>
                  </a:lnTo>
                  <a:cubicBezTo>
                    <a:pt x="877" y="11490"/>
                    <a:pt x="898" y="11511"/>
                    <a:pt x="924" y="11511"/>
                  </a:cubicBezTo>
                  <a:lnTo>
                    <a:pt x="929" y="11511"/>
                  </a:lnTo>
                  <a:lnTo>
                    <a:pt x="8748" y="11038"/>
                  </a:lnTo>
                  <a:cubicBezTo>
                    <a:pt x="8758" y="11038"/>
                    <a:pt x="8774" y="11033"/>
                    <a:pt x="8779" y="11022"/>
                  </a:cubicBezTo>
                  <a:cubicBezTo>
                    <a:pt x="8790" y="11012"/>
                    <a:pt x="8795" y="10997"/>
                    <a:pt x="8795" y="10986"/>
                  </a:cubicBezTo>
                  <a:lnTo>
                    <a:pt x="7917" y="47"/>
                  </a:lnTo>
                  <a:cubicBezTo>
                    <a:pt x="7917" y="21"/>
                    <a:pt x="7891" y="1"/>
                    <a:pt x="7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66">
              <a:extLst>
                <a:ext uri="{FF2B5EF4-FFF2-40B4-BE49-F238E27FC236}">
                  <a16:creationId xmlns:a16="http://schemas.microsoft.com/office/drawing/2014/main" id="{5D6F649C-6E11-375C-9513-8D0C12D2B0E8}"/>
                </a:ext>
              </a:extLst>
            </p:cNvPr>
            <p:cNvSpPr/>
            <p:nvPr/>
          </p:nvSpPr>
          <p:spPr>
            <a:xfrm>
              <a:off x="4852875" y="1271225"/>
              <a:ext cx="233500" cy="302850"/>
            </a:xfrm>
            <a:custGeom>
              <a:avLst/>
              <a:gdLst/>
              <a:ahLst/>
              <a:cxnLst/>
              <a:rect l="l" t="t" r="r" b="b"/>
              <a:pathLst>
                <a:path w="9340" h="12114" extrusionOk="0">
                  <a:moveTo>
                    <a:pt x="2549" y="1"/>
                  </a:moveTo>
                  <a:lnTo>
                    <a:pt x="0" y="10685"/>
                  </a:lnTo>
                  <a:lnTo>
                    <a:pt x="6791" y="12113"/>
                  </a:lnTo>
                  <a:lnTo>
                    <a:pt x="9340" y="1429"/>
                  </a:lnTo>
                  <a:lnTo>
                    <a:pt x="25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66">
              <a:extLst>
                <a:ext uri="{FF2B5EF4-FFF2-40B4-BE49-F238E27FC236}">
                  <a16:creationId xmlns:a16="http://schemas.microsoft.com/office/drawing/2014/main" id="{187F07CA-D5FF-8C73-7487-3AA2E4DD74F1}"/>
                </a:ext>
              </a:extLst>
            </p:cNvPr>
            <p:cNvSpPr/>
            <p:nvPr/>
          </p:nvSpPr>
          <p:spPr>
            <a:xfrm>
              <a:off x="4851575" y="1270125"/>
              <a:ext cx="236100" cy="305250"/>
            </a:xfrm>
            <a:custGeom>
              <a:avLst/>
              <a:gdLst/>
              <a:ahLst/>
              <a:cxnLst/>
              <a:rect l="l" t="t" r="r" b="b"/>
              <a:pathLst>
                <a:path w="9444" h="12210" extrusionOk="0">
                  <a:moveTo>
                    <a:pt x="2638" y="102"/>
                  </a:moveTo>
                  <a:lnTo>
                    <a:pt x="9340" y="1514"/>
                  </a:lnTo>
                  <a:lnTo>
                    <a:pt x="6807" y="12100"/>
                  </a:lnTo>
                  <a:lnTo>
                    <a:pt x="109" y="10693"/>
                  </a:lnTo>
                  <a:lnTo>
                    <a:pt x="2638" y="102"/>
                  </a:lnTo>
                  <a:close/>
                  <a:moveTo>
                    <a:pt x="2598" y="1"/>
                  </a:moveTo>
                  <a:cubicBezTo>
                    <a:pt x="2577" y="1"/>
                    <a:pt x="2559" y="19"/>
                    <a:pt x="2555" y="40"/>
                  </a:cubicBezTo>
                  <a:lnTo>
                    <a:pt x="5" y="10719"/>
                  </a:lnTo>
                  <a:cubicBezTo>
                    <a:pt x="0" y="10735"/>
                    <a:pt x="0" y="10745"/>
                    <a:pt x="11" y="10761"/>
                  </a:cubicBezTo>
                  <a:cubicBezTo>
                    <a:pt x="16" y="10771"/>
                    <a:pt x="26" y="10776"/>
                    <a:pt x="42" y="10781"/>
                  </a:cubicBezTo>
                  <a:lnTo>
                    <a:pt x="6832" y="12209"/>
                  </a:lnTo>
                  <a:lnTo>
                    <a:pt x="6843" y="12209"/>
                  </a:lnTo>
                  <a:cubicBezTo>
                    <a:pt x="6864" y="12209"/>
                    <a:pt x="6884" y="12193"/>
                    <a:pt x="6890" y="12173"/>
                  </a:cubicBezTo>
                  <a:lnTo>
                    <a:pt x="9439" y="1488"/>
                  </a:lnTo>
                  <a:cubicBezTo>
                    <a:pt x="9444" y="1473"/>
                    <a:pt x="9444" y="1462"/>
                    <a:pt x="9434" y="1452"/>
                  </a:cubicBezTo>
                  <a:cubicBezTo>
                    <a:pt x="9428" y="1436"/>
                    <a:pt x="9418" y="1431"/>
                    <a:pt x="9402" y="1431"/>
                  </a:cubicBezTo>
                  <a:lnTo>
                    <a:pt x="2612" y="3"/>
                  </a:lnTo>
                  <a:cubicBezTo>
                    <a:pt x="2607" y="2"/>
                    <a:pt x="2602" y="1"/>
                    <a:pt x="2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66">
              <a:extLst>
                <a:ext uri="{FF2B5EF4-FFF2-40B4-BE49-F238E27FC236}">
                  <a16:creationId xmlns:a16="http://schemas.microsoft.com/office/drawing/2014/main" id="{9E3641C8-39D5-797A-D768-879C15A7C884}"/>
                </a:ext>
              </a:extLst>
            </p:cNvPr>
            <p:cNvSpPr/>
            <p:nvPr/>
          </p:nvSpPr>
          <p:spPr>
            <a:xfrm>
              <a:off x="4839375" y="1360150"/>
              <a:ext cx="258425" cy="205600"/>
            </a:xfrm>
            <a:custGeom>
              <a:avLst/>
              <a:gdLst/>
              <a:ahLst/>
              <a:cxnLst/>
              <a:rect l="l" t="t" r="r" b="b"/>
              <a:pathLst>
                <a:path w="10337" h="8224" extrusionOk="0">
                  <a:moveTo>
                    <a:pt x="1485" y="0"/>
                  </a:moveTo>
                  <a:lnTo>
                    <a:pt x="0" y="5633"/>
                  </a:lnTo>
                  <a:lnTo>
                    <a:pt x="8847" y="8224"/>
                  </a:lnTo>
                  <a:lnTo>
                    <a:pt x="10337" y="2591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66">
              <a:extLst>
                <a:ext uri="{FF2B5EF4-FFF2-40B4-BE49-F238E27FC236}">
                  <a16:creationId xmlns:a16="http://schemas.microsoft.com/office/drawing/2014/main" id="{26A7C221-9B13-8FEF-2207-13F2359F726C}"/>
                </a:ext>
              </a:extLst>
            </p:cNvPr>
            <p:cNvSpPr/>
            <p:nvPr/>
          </p:nvSpPr>
          <p:spPr>
            <a:xfrm>
              <a:off x="4837950" y="1358850"/>
              <a:ext cx="261025" cy="208200"/>
            </a:xfrm>
            <a:custGeom>
              <a:avLst/>
              <a:gdLst/>
              <a:ahLst/>
              <a:cxnLst/>
              <a:rect l="l" t="t" r="r" b="b"/>
              <a:pathLst>
                <a:path w="10441" h="8328" extrusionOk="0">
                  <a:moveTo>
                    <a:pt x="1578" y="109"/>
                  </a:moveTo>
                  <a:lnTo>
                    <a:pt x="10332" y="2674"/>
                  </a:lnTo>
                  <a:lnTo>
                    <a:pt x="8873" y="8219"/>
                  </a:lnTo>
                  <a:lnTo>
                    <a:pt x="114" y="5649"/>
                  </a:lnTo>
                  <a:lnTo>
                    <a:pt x="1578" y="109"/>
                  </a:lnTo>
                  <a:close/>
                  <a:moveTo>
                    <a:pt x="1558" y="0"/>
                  </a:moveTo>
                  <a:cubicBezTo>
                    <a:pt x="1542" y="0"/>
                    <a:pt x="1532" y="0"/>
                    <a:pt x="1516" y="6"/>
                  </a:cubicBezTo>
                  <a:cubicBezTo>
                    <a:pt x="1506" y="11"/>
                    <a:pt x="1500" y="21"/>
                    <a:pt x="1495" y="37"/>
                  </a:cubicBezTo>
                  <a:lnTo>
                    <a:pt x="10" y="5670"/>
                  </a:lnTo>
                  <a:cubicBezTo>
                    <a:pt x="0" y="5696"/>
                    <a:pt x="16" y="5722"/>
                    <a:pt x="42" y="5732"/>
                  </a:cubicBezTo>
                  <a:lnTo>
                    <a:pt x="8893" y="8328"/>
                  </a:lnTo>
                  <a:lnTo>
                    <a:pt x="8904" y="8328"/>
                  </a:lnTo>
                  <a:cubicBezTo>
                    <a:pt x="8914" y="8328"/>
                    <a:pt x="8919" y="8323"/>
                    <a:pt x="8925" y="8317"/>
                  </a:cubicBezTo>
                  <a:cubicBezTo>
                    <a:pt x="8935" y="8312"/>
                    <a:pt x="8945" y="8302"/>
                    <a:pt x="8951" y="8291"/>
                  </a:cubicBezTo>
                  <a:lnTo>
                    <a:pt x="10435" y="2653"/>
                  </a:lnTo>
                  <a:cubicBezTo>
                    <a:pt x="10441" y="2627"/>
                    <a:pt x="10430" y="2601"/>
                    <a:pt x="10404" y="2596"/>
                  </a:cubicBezTo>
                  <a:lnTo>
                    <a:pt x="15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66">
              <a:extLst>
                <a:ext uri="{FF2B5EF4-FFF2-40B4-BE49-F238E27FC236}">
                  <a16:creationId xmlns:a16="http://schemas.microsoft.com/office/drawing/2014/main" id="{FFED0CE6-6E8B-2FFB-A823-969D09E02F5E}"/>
                </a:ext>
              </a:extLst>
            </p:cNvPr>
            <p:cNvSpPr/>
            <p:nvPr/>
          </p:nvSpPr>
          <p:spPr>
            <a:xfrm>
              <a:off x="4776800" y="1414150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" y="0"/>
                  </a:moveTo>
                  <a:lnTo>
                    <a:pt x="1" y="11494"/>
                  </a:lnTo>
                  <a:lnTo>
                    <a:pt x="13598" y="11494"/>
                  </a:lnTo>
                  <a:lnTo>
                    <a:pt x="13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66">
              <a:extLst>
                <a:ext uri="{FF2B5EF4-FFF2-40B4-BE49-F238E27FC236}">
                  <a16:creationId xmlns:a16="http://schemas.microsoft.com/office/drawing/2014/main" id="{2CDC7F49-5006-9204-AD75-688707AF983F}"/>
                </a:ext>
              </a:extLst>
            </p:cNvPr>
            <p:cNvSpPr/>
            <p:nvPr/>
          </p:nvSpPr>
          <p:spPr>
            <a:xfrm>
              <a:off x="4776801" y="1414149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3598" y="11494"/>
                  </a:moveTo>
                  <a:lnTo>
                    <a:pt x="1" y="11494"/>
                  </a:lnTo>
                  <a:lnTo>
                    <a:pt x="1" y="0"/>
                  </a:lnTo>
                  <a:lnTo>
                    <a:pt x="1359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66">
              <a:extLst>
                <a:ext uri="{FF2B5EF4-FFF2-40B4-BE49-F238E27FC236}">
                  <a16:creationId xmlns:a16="http://schemas.microsoft.com/office/drawing/2014/main" id="{0F5AFAA2-8232-3E48-1616-029C540493E6}"/>
                </a:ext>
              </a:extLst>
            </p:cNvPr>
            <p:cNvSpPr/>
            <p:nvPr/>
          </p:nvSpPr>
          <p:spPr>
            <a:xfrm>
              <a:off x="4775650" y="1412975"/>
              <a:ext cx="342400" cy="289850"/>
            </a:xfrm>
            <a:custGeom>
              <a:avLst/>
              <a:gdLst/>
              <a:ahLst/>
              <a:cxnLst/>
              <a:rect l="l" t="t" r="r" b="b"/>
              <a:pathLst>
                <a:path w="13696" h="11594" extrusionOk="0">
                  <a:moveTo>
                    <a:pt x="13597" y="99"/>
                  </a:moveTo>
                  <a:lnTo>
                    <a:pt x="13597" y="11495"/>
                  </a:lnTo>
                  <a:lnTo>
                    <a:pt x="99" y="11495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11541"/>
                  </a:lnTo>
                  <a:cubicBezTo>
                    <a:pt x="0" y="11567"/>
                    <a:pt x="21" y="11593"/>
                    <a:pt x="47" y="11593"/>
                  </a:cubicBezTo>
                  <a:lnTo>
                    <a:pt x="13644" y="11593"/>
                  </a:lnTo>
                  <a:cubicBezTo>
                    <a:pt x="13675" y="11593"/>
                    <a:pt x="13696" y="11567"/>
                    <a:pt x="13696" y="11541"/>
                  </a:cubicBezTo>
                  <a:lnTo>
                    <a:pt x="13696" y="47"/>
                  </a:lnTo>
                  <a:cubicBezTo>
                    <a:pt x="13696" y="21"/>
                    <a:pt x="13675" y="0"/>
                    <a:pt x="13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66">
              <a:extLst>
                <a:ext uri="{FF2B5EF4-FFF2-40B4-BE49-F238E27FC236}">
                  <a16:creationId xmlns:a16="http://schemas.microsoft.com/office/drawing/2014/main" id="{BCF7B020-0479-BE2F-5777-92B326AB6B9F}"/>
                </a:ext>
              </a:extLst>
            </p:cNvPr>
            <p:cNvSpPr/>
            <p:nvPr/>
          </p:nvSpPr>
          <p:spPr>
            <a:xfrm>
              <a:off x="4728000" y="1414150"/>
              <a:ext cx="48825" cy="287375"/>
            </a:xfrm>
            <a:custGeom>
              <a:avLst/>
              <a:gdLst/>
              <a:ahLst/>
              <a:cxnLst/>
              <a:rect l="l" t="t" r="r" b="b"/>
              <a:pathLst>
                <a:path w="1953" h="11495" extrusionOk="0">
                  <a:moveTo>
                    <a:pt x="1953" y="0"/>
                  </a:moveTo>
                  <a:lnTo>
                    <a:pt x="1" y="88"/>
                  </a:lnTo>
                  <a:lnTo>
                    <a:pt x="1" y="10908"/>
                  </a:lnTo>
                  <a:lnTo>
                    <a:pt x="1953" y="1149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66">
              <a:extLst>
                <a:ext uri="{FF2B5EF4-FFF2-40B4-BE49-F238E27FC236}">
                  <a16:creationId xmlns:a16="http://schemas.microsoft.com/office/drawing/2014/main" id="{64782CE0-18A3-911D-3FCF-7F18591CCDAC}"/>
                </a:ext>
              </a:extLst>
            </p:cNvPr>
            <p:cNvSpPr/>
            <p:nvPr/>
          </p:nvSpPr>
          <p:spPr>
            <a:xfrm>
              <a:off x="4726850" y="1412975"/>
              <a:ext cx="51275" cy="289850"/>
            </a:xfrm>
            <a:custGeom>
              <a:avLst/>
              <a:gdLst/>
              <a:ahLst/>
              <a:cxnLst/>
              <a:rect l="l" t="t" r="r" b="b"/>
              <a:pathLst>
                <a:path w="2051" h="11594" extrusionOk="0">
                  <a:moveTo>
                    <a:pt x="1952" y="99"/>
                  </a:moveTo>
                  <a:lnTo>
                    <a:pt x="1952" y="11479"/>
                  </a:lnTo>
                  <a:lnTo>
                    <a:pt x="99" y="10918"/>
                  </a:lnTo>
                  <a:lnTo>
                    <a:pt x="99" y="187"/>
                  </a:lnTo>
                  <a:lnTo>
                    <a:pt x="1952" y="99"/>
                  </a:lnTo>
                  <a:close/>
                  <a:moveTo>
                    <a:pt x="1999" y="0"/>
                  </a:moveTo>
                  <a:lnTo>
                    <a:pt x="47" y="89"/>
                  </a:lnTo>
                  <a:cubicBezTo>
                    <a:pt x="21" y="89"/>
                    <a:pt x="0" y="109"/>
                    <a:pt x="0" y="135"/>
                  </a:cubicBezTo>
                  <a:lnTo>
                    <a:pt x="0" y="10955"/>
                  </a:lnTo>
                  <a:cubicBezTo>
                    <a:pt x="0" y="10975"/>
                    <a:pt x="10" y="10996"/>
                    <a:pt x="31" y="11001"/>
                  </a:cubicBezTo>
                  <a:lnTo>
                    <a:pt x="1988" y="11593"/>
                  </a:lnTo>
                  <a:lnTo>
                    <a:pt x="1999" y="11593"/>
                  </a:lnTo>
                  <a:cubicBezTo>
                    <a:pt x="2030" y="11593"/>
                    <a:pt x="2051" y="11567"/>
                    <a:pt x="2051" y="11541"/>
                  </a:cubicBezTo>
                  <a:lnTo>
                    <a:pt x="2051" y="47"/>
                  </a:lnTo>
                  <a:cubicBezTo>
                    <a:pt x="2051" y="21"/>
                    <a:pt x="2025" y="0"/>
                    <a:pt x="1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66">
              <a:extLst>
                <a:ext uri="{FF2B5EF4-FFF2-40B4-BE49-F238E27FC236}">
                  <a16:creationId xmlns:a16="http://schemas.microsoft.com/office/drawing/2014/main" id="{381494FB-8A26-1D77-78C4-AF737A56AE72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66">
              <a:extLst>
                <a:ext uri="{FF2B5EF4-FFF2-40B4-BE49-F238E27FC236}">
                  <a16:creationId xmlns:a16="http://schemas.microsoft.com/office/drawing/2014/main" id="{BD58724C-2F94-F11E-0152-E52CDE8AE296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66">
              <a:extLst>
                <a:ext uri="{FF2B5EF4-FFF2-40B4-BE49-F238E27FC236}">
                  <a16:creationId xmlns:a16="http://schemas.microsoft.com/office/drawing/2014/main" id="{184B91D4-3C83-EB02-80E7-833A19AD10D2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66">
              <a:extLst>
                <a:ext uri="{FF2B5EF4-FFF2-40B4-BE49-F238E27FC236}">
                  <a16:creationId xmlns:a16="http://schemas.microsoft.com/office/drawing/2014/main" id="{C68E26BA-0F9E-9F4C-554C-B932AC6A6CDF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66">
              <a:extLst>
                <a:ext uri="{FF2B5EF4-FFF2-40B4-BE49-F238E27FC236}">
                  <a16:creationId xmlns:a16="http://schemas.microsoft.com/office/drawing/2014/main" id="{7260C986-3DC9-8F80-4CA4-BAA554DD5092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66">
              <a:extLst>
                <a:ext uri="{FF2B5EF4-FFF2-40B4-BE49-F238E27FC236}">
                  <a16:creationId xmlns:a16="http://schemas.microsoft.com/office/drawing/2014/main" id="{D5594011-4B65-C319-AA4C-CC4887BCF1FB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66">
              <a:extLst>
                <a:ext uri="{FF2B5EF4-FFF2-40B4-BE49-F238E27FC236}">
                  <a16:creationId xmlns:a16="http://schemas.microsoft.com/office/drawing/2014/main" id="{71E4029E-5D94-7C6F-9EAF-DD2BAEA2B576}"/>
                </a:ext>
              </a:extLst>
            </p:cNvPr>
            <p:cNvSpPr/>
            <p:nvPr/>
          </p:nvSpPr>
          <p:spPr>
            <a:xfrm>
              <a:off x="4914250" y="1443475"/>
              <a:ext cx="88550" cy="25200"/>
            </a:xfrm>
            <a:custGeom>
              <a:avLst/>
              <a:gdLst/>
              <a:ahLst/>
              <a:cxnLst/>
              <a:rect l="l" t="t" r="r" b="b"/>
              <a:pathLst>
                <a:path w="3542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038" y="1008"/>
                  </a:lnTo>
                  <a:cubicBezTo>
                    <a:pt x="3313" y="1008"/>
                    <a:pt x="3542" y="779"/>
                    <a:pt x="3542" y="504"/>
                  </a:cubicBezTo>
                  <a:cubicBezTo>
                    <a:pt x="3542" y="224"/>
                    <a:pt x="3313" y="0"/>
                    <a:pt x="30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66">
              <a:extLst>
                <a:ext uri="{FF2B5EF4-FFF2-40B4-BE49-F238E27FC236}">
                  <a16:creationId xmlns:a16="http://schemas.microsoft.com/office/drawing/2014/main" id="{E37BE82C-F269-7ECC-E34A-2A328439DF0A}"/>
                </a:ext>
              </a:extLst>
            </p:cNvPr>
            <p:cNvSpPr/>
            <p:nvPr/>
          </p:nvSpPr>
          <p:spPr>
            <a:xfrm>
              <a:off x="4913100" y="1442175"/>
              <a:ext cx="90875" cy="27675"/>
            </a:xfrm>
            <a:custGeom>
              <a:avLst/>
              <a:gdLst/>
              <a:ahLst/>
              <a:cxnLst/>
              <a:rect l="l" t="t" r="r" b="b"/>
              <a:pathLst>
                <a:path w="3635" h="1107" extrusionOk="0">
                  <a:moveTo>
                    <a:pt x="3084" y="99"/>
                  </a:moveTo>
                  <a:cubicBezTo>
                    <a:pt x="3333" y="99"/>
                    <a:pt x="3536" y="307"/>
                    <a:pt x="3536" y="556"/>
                  </a:cubicBezTo>
                  <a:cubicBezTo>
                    <a:pt x="3536" y="805"/>
                    <a:pt x="3333" y="1008"/>
                    <a:pt x="3084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084" y="1106"/>
                  </a:lnTo>
                  <a:cubicBezTo>
                    <a:pt x="3390" y="1106"/>
                    <a:pt x="3634" y="857"/>
                    <a:pt x="3634" y="556"/>
                  </a:cubicBezTo>
                  <a:cubicBezTo>
                    <a:pt x="3634" y="250"/>
                    <a:pt x="3390" y="0"/>
                    <a:pt x="3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2" name="Google Shape;3052;p66">
            <a:extLst>
              <a:ext uri="{FF2B5EF4-FFF2-40B4-BE49-F238E27FC236}">
                <a16:creationId xmlns:a16="http://schemas.microsoft.com/office/drawing/2014/main" id="{1D90D8F2-6431-CA31-27D4-6547BE6598FB}"/>
              </a:ext>
            </a:extLst>
          </p:cNvPr>
          <p:cNvGrpSpPr/>
          <p:nvPr/>
        </p:nvGrpSpPr>
        <p:grpSpPr>
          <a:xfrm>
            <a:off x="7351950" y="4591404"/>
            <a:ext cx="618948" cy="457375"/>
            <a:chOff x="4256075" y="2554975"/>
            <a:chExt cx="2138727" cy="1580425"/>
          </a:xfrm>
        </p:grpSpPr>
        <p:sp>
          <p:nvSpPr>
            <p:cNvPr id="3053" name="Google Shape;3053;p66">
              <a:extLst>
                <a:ext uri="{FF2B5EF4-FFF2-40B4-BE49-F238E27FC236}">
                  <a16:creationId xmlns:a16="http://schemas.microsoft.com/office/drawing/2014/main" id="{51FA2ADF-2B24-FD4E-3B58-CAC2A59E4C64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66">
              <a:extLst>
                <a:ext uri="{FF2B5EF4-FFF2-40B4-BE49-F238E27FC236}">
                  <a16:creationId xmlns:a16="http://schemas.microsoft.com/office/drawing/2014/main" id="{2CE347FB-F754-0403-8794-03364A33F997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66">
              <a:extLst>
                <a:ext uri="{FF2B5EF4-FFF2-40B4-BE49-F238E27FC236}">
                  <a16:creationId xmlns:a16="http://schemas.microsoft.com/office/drawing/2014/main" id="{54AE79EB-F003-883F-37A0-2A5E42FA2CCA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66">
              <a:extLst>
                <a:ext uri="{FF2B5EF4-FFF2-40B4-BE49-F238E27FC236}">
                  <a16:creationId xmlns:a16="http://schemas.microsoft.com/office/drawing/2014/main" id="{8F915235-B109-BE2D-585D-EF636D6119BC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66">
              <a:extLst>
                <a:ext uri="{FF2B5EF4-FFF2-40B4-BE49-F238E27FC236}">
                  <a16:creationId xmlns:a16="http://schemas.microsoft.com/office/drawing/2014/main" id="{07A50388-73BD-191C-BAF1-F31070416BC5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66">
              <a:extLst>
                <a:ext uri="{FF2B5EF4-FFF2-40B4-BE49-F238E27FC236}">
                  <a16:creationId xmlns:a16="http://schemas.microsoft.com/office/drawing/2014/main" id="{EAE2B18E-0E40-2A00-C2F5-19537A0A5CF0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66">
              <a:extLst>
                <a:ext uri="{FF2B5EF4-FFF2-40B4-BE49-F238E27FC236}">
                  <a16:creationId xmlns:a16="http://schemas.microsoft.com/office/drawing/2014/main" id="{20B774FA-F419-2A37-E304-5FC00FAD9C26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66">
              <a:extLst>
                <a:ext uri="{FF2B5EF4-FFF2-40B4-BE49-F238E27FC236}">
                  <a16:creationId xmlns:a16="http://schemas.microsoft.com/office/drawing/2014/main" id="{144B2E88-9C34-A5A0-A621-5CBF355A4578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66">
              <a:extLst>
                <a:ext uri="{FF2B5EF4-FFF2-40B4-BE49-F238E27FC236}">
                  <a16:creationId xmlns:a16="http://schemas.microsoft.com/office/drawing/2014/main" id="{CB995FBE-D9E3-504F-62FF-11456292EA59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66">
              <a:extLst>
                <a:ext uri="{FF2B5EF4-FFF2-40B4-BE49-F238E27FC236}">
                  <a16:creationId xmlns:a16="http://schemas.microsoft.com/office/drawing/2014/main" id="{87F38967-6BD3-8BC0-19CB-15F4FE2F2FE7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66">
              <a:extLst>
                <a:ext uri="{FF2B5EF4-FFF2-40B4-BE49-F238E27FC236}">
                  <a16:creationId xmlns:a16="http://schemas.microsoft.com/office/drawing/2014/main" id="{13C104A6-8821-708E-BA24-1280316A1ECF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66">
              <a:extLst>
                <a:ext uri="{FF2B5EF4-FFF2-40B4-BE49-F238E27FC236}">
                  <a16:creationId xmlns:a16="http://schemas.microsoft.com/office/drawing/2014/main" id="{6E3CD628-72D6-B010-8265-2C3FDAC836F8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66">
              <a:extLst>
                <a:ext uri="{FF2B5EF4-FFF2-40B4-BE49-F238E27FC236}">
                  <a16:creationId xmlns:a16="http://schemas.microsoft.com/office/drawing/2014/main" id="{085F1F09-F9CC-7BA9-FE91-A04AE1129B89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66">
              <a:extLst>
                <a:ext uri="{FF2B5EF4-FFF2-40B4-BE49-F238E27FC236}">
                  <a16:creationId xmlns:a16="http://schemas.microsoft.com/office/drawing/2014/main" id="{0C431C0E-A726-18BC-8C2C-B86D10C50BF6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7" name="Google Shape;3067;p66">
            <a:extLst>
              <a:ext uri="{FF2B5EF4-FFF2-40B4-BE49-F238E27FC236}">
                <a16:creationId xmlns:a16="http://schemas.microsoft.com/office/drawing/2014/main" id="{18B9F1FE-0794-8AC4-EAF5-B8DE23F388DD}"/>
              </a:ext>
            </a:extLst>
          </p:cNvPr>
          <p:cNvSpPr/>
          <p:nvPr/>
        </p:nvSpPr>
        <p:spPr>
          <a:xfrm rot="-4511497" flipH="1">
            <a:off x="538982" y="43447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8" name="Google Shape;3068;p66">
            <a:extLst>
              <a:ext uri="{FF2B5EF4-FFF2-40B4-BE49-F238E27FC236}">
                <a16:creationId xmlns:a16="http://schemas.microsoft.com/office/drawing/2014/main" id="{F8288227-967D-B380-BEBE-2A8CCA9D7F80}"/>
              </a:ext>
            </a:extLst>
          </p:cNvPr>
          <p:cNvSpPr/>
          <p:nvPr/>
        </p:nvSpPr>
        <p:spPr>
          <a:xfrm flipH="1">
            <a:off x="960888" y="20402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66">
            <a:extLst>
              <a:ext uri="{FF2B5EF4-FFF2-40B4-BE49-F238E27FC236}">
                <a16:creationId xmlns:a16="http://schemas.microsoft.com/office/drawing/2014/main" id="{A9A99DD8-AF9C-24DA-E635-3B2A13F4F488}"/>
              </a:ext>
            </a:extLst>
          </p:cNvPr>
          <p:cNvSpPr/>
          <p:nvPr/>
        </p:nvSpPr>
        <p:spPr>
          <a:xfrm flipH="1">
            <a:off x="809188" y="569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66">
            <a:extLst>
              <a:ext uri="{FF2B5EF4-FFF2-40B4-BE49-F238E27FC236}">
                <a16:creationId xmlns:a16="http://schemas.microsoft.com/office/drawing/2014/main" id="{3B006205-5CFD-1DBE-D193-DEE435543417}"/>
              </a:ext>
            </a:extLst>
          </p:cNvPr>
          <p:cNvSpPr/>
          <p:nvPr/>
        </p:nvSpPr>
        <p:spPr>
          <a:xfrm rot="-4514075" flipH="1">
            <a:off x="294014" y="282557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66">
            <a:extLst>
              <a:ext uri="{FF2B5EF4-FFF2-40B4-BE49-F238E27FC236}">
                <a16:creationId xmlns:a16="http://schemas.microsoft.com/office/drawing/2014/main" id="{AA6DC60C-4000-FC93-AA02-D480B846F321}"/>
              </a:ext>
            </a:extLst>
          </p:cNvPr>
          <p:cNvSpPr/>
          <p:nvPr/>
        </p:nvSpPr>
        <p:spPr>
          <a:xfrm flipH="1">
            <a:off x="370688" y="1511263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66">
            <a:extLst>
              <a:ext uri="{FF2B5EF4-FFF2-40B4-BE49-F238E27FC236}">
                <a16:creationId xmlns:a16="http://schemas.microsoft.com/office/drawing/2014/main" id="{39A287EC-4B12-84FC-7C39-164D6B5DF2DC}"/>
              </a:ext>
            </a:extLst>
          </p:cNvPr>
          <p:cNvSpPr/>
          <p:nvPr/>
        </p:nvSpPr>
        <p:spPr>
          <a:xfrm rot="-4514075" flipH="1">
            <a:off x="491689" y="1092232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3" name="Google Shape;3073;p66">
            <a:extLst>
              <a:ext uri="{FF2B5EF4-FFF2-40B4-BE49-F238E27FC236}">
                <a16:creationId xmlns:a16="http://schemas.microsoft.com/office/drawing/2014/main" id="{92E01851-9D34-C4FD-6BB6-0BD541F6BC29}"/>
              </a:ext>
            </a:extLst>
          </p:cNvPr>
          <p:cNvSpPr/>
          <p:nvPr/>
        </p:nvSpPr>
        <p:spPr>
          <a:xfrm flipH="1">
            <a:off x="294063" y="185877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4" name="Google Shape;3074;p66">
            <a:extLst>
              <a:ext uri="{FF2B5EF4-FFF2-40B4-BE49-F238E27FC236}">
                <a16:creationId xmlns:a16="http://schemas.microsoft.com/office/drawing/2014/main" id="{B5E00AE2-C684-576A-BBC5-8F8058789EE0}"/>
              </a:ext>
            </a:extLst>
          </p:cNvPr>
          <p:cNvSpPr/>
          <p:nvPr/>
        </p:nvSpPr>
        <p:spPr>
          <a:xfrm flipH="1">
            <a:off x="593863" y="813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66">
            <a:extLst>
              <a:ext uri="{FF2B5EF4-FFF2-40B4-BE49-F238E27FC236}">
                <a16:creationId xmlns:a16="http://schemas.microsoft.com/office/drawing/2014/main" id="{3E670608-BC0E-8BAF-9E06-396269D20579}"/>
              </a:ext>
            </a:extLst>
          </p:cNvPr>
          <p:cNvSpPr/>
          <p:nvPr/>
        </p:nvSpPr>
        <p:spPr>
          <a:xfrm rot="-4511497" flipH="1">
            <a:off x="176332" y="98772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6" name="Google Shape;3076;p66">
            <a:extLst>
              <a:ext uri="{FF2B5EF4-FFF2-40B4-BE49-F238E27FC236}">
                <a16:creationId xmlns:a16="http://schemas.microsoft.com/office/drawing/2014/main" id="{575ED73C-D7DE-AB2C-FCB0-8552691ECBE0}"/>
              </a:ext>
            </a:extLst>
          </p:cNvPr>
          <p:cNvGrpSpPr/>
          <p:nvPr/>
        </p:nvGrpSpPr>
        <p:grpSpPr>
          <a:xfrm>
            <a:off x="8090775" y="2649850"/>
            <a:ext cx="758675" cy="1431862"/>
            <a:chOff x="401225" y="3201250"/>
            <a:chExt cx="758675" cy="1431862"/>
          </a:xfrm>
        </p:grpSpPr>
        <p:sp>
          <p:nvSpPr>
            <p:cNvPr id="3077" name="Google Shape;3077;p66">
              <a:extLst>
                <a:ext uri="{FF2B5EF4-FFF2-40B4-BE49-F238E27FC236}">
                  <a16:creationId xmlns:a16="http://schemas.microsoft.com/office/drawing/2014/main" id="{69EEE827-BF3E-9929-AA33-370798572C4A}"/>
                </a:ext>
              </a:extLst>
            </p:cNvPr>
            <p:cNvSpPr/>
            <p:nvPr/>
          </p:nvSpPr>
          <p:spPr>
            <a:xfrm flipH="1">
              <a:off x="401225" y="4207625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6">
              <a:extLst>
                <a:ext uri="{FF2B5EF4-FFF2-40B4-BE49-F238E27FC236}">
                  <a16:creationId xmlns:a16="http://schemas.microsoft.com/office/drawing/2014/main" id="{50727BB1-3F1F-DFCB-0C81-66E8B95BB484}"/>
                </a:ext>
              </a:extLst>
            </p:cNvPr>
            <p:cNvSpPr/>
            <p:nvPr/>
          </p:nvSpPr>
          <p:spPr>
            <a:xfrm flipH="1">
              <a:off x="688100" y="39037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6">
              <a:extLst>
                <a:ext uri="{FF2B5EF4-FFF2-40B4-BE49-F238E27FC236}">
                  <a16:creationId xmlns:a16="http://schemas.microsoft.com/office/drawing/2014/main" id="{ED70DD0E-9AFE-C149-0D0B-B97D26EFD702}"/>
                </a:ext>
              </a:extLst>
            </p:cNvPr>
            <p:cNvSpPr/>
            <p:nvPr/>
          </p:nvSpPr>
          <p:spPr>
            <a:xfrm rot="-4514075" flipH="1">
              <a:off x="594327" y="45886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6">
              <a:extLst>
                <a:ext uri="{FF2B5EF4-FFF2-40B4-BE49-F238E27FC236}">
                  <a16:creationId xmlns:a16="http://schemas.microsoft.com/office/drawing/2014/main" id="{67683D38-665D-551F-F9F4-7B15F61C64F2}"/>
                </a:ext>
              </a:extLst>
            </p:cNvPr>
            <p:cNvSpPr/>
            <p:nvPr/>
          </p:nvSpPr>
          <p:spPr>
            <a:xfrm flipH="1">
              <a:off x="701600" y="36113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6">
              <a:extLst>
                <a:ext uri="{FF2B5EF4-FFF2-40B4-BE49-F238E27FC236}">
                  <a16:creationId xmlns:a16="http://schemas.microsoft.com/office/drawing/2014/main" id="{F65C4B68-3B36-B72B-1DDA-24E6D4974F3A}"/>
                </a:ext>
              </a:extLst>
            </p:cNvPr>
            <p:cNvSpPr/>
            <p:nvPr/>
          </p:nvSpPr>
          <p:spPr>
            <a:xfrm flipH="1">
              <a:off x="1132900" y="39826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6">
              <a:extLst>
                <a:ext uri="{FF2B5EF4-FFF2-40B4-BE49-F238E27FC236}">
                  <a16:creationId xmlns:a16="http://schemas.microsoft.com/office/drawing/2014/main" id="{DFA8CC1A-B0E4-7917-C6D8-5EA881C6B0B1}"/>
                </a:ext>
              </a:extLst>
            </p:cNvPr>
            <p:cNvSpPr/>
            <p:nvPr/>
          </p:nvSpPr>
          <p:spPr>
            <a:xfrm flipH="1">
              <a:off x="902463" y="3409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66">
              <a:extLst>
                <a:ext uri="{FF2B5EF4-FFF2-40B4-BE49-F238E27FC236}">
                  <a16:creationId xmlns:a16="http://schemas.microsoft.com/office/drawing/2014/main" id="{CC358C1D-D628-D5E8-9AB4-E369EC1E4F29}"/>
                </a:ext>
              </a:extLst>
            </p:cNvPr>
            <p:cNvSpPr/>
            <p:nvPr/>
          </p:nvSpPr>
          <p:spPr>
            <a:xfrm rot="-4514075" flipH="1">
              <a:off x="493152" y="33350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66">
              <a:extLst>
                <a:ext uri="{FF2B5EF4-FFF2-40B4-BE49-F238E27FC236}">
                  <a16:creationId xmlns:a16="http://schemas.microsoft.com/office/drawing/2014/main" id="{FF37A899-9F5B-E7F1-E643-D91C917EF83C}"/>
                </a:ext>
              </a:extLst>
            </p:cNvPr>
            <p:cNvSpPr/>
            <p:nvPr/>
          </p:nvSpPr>
          <p:spPr>
            <a:xfrm flipH="1">
              <a:off x="1042975" y="384082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66">
              <a:extLst>
                <a:ext uri="{FF2B5EF4-FFF2-40B4-BE49-F238E27FC236}">
                  <a16:creationId xmlns:a16="http://schemas.microsoft.com/office/drawing/2014/main" id="{3383C332-AE36-3D88-73AE-C35E964707C8}"/>
                </a:ext>
              </a:extLst>
            </p:cNvPr>
            <p:cNvSpPr/>
            <p:nvPr/>
          </p:nvSpPr>
          <p:spPr>
            <a:xfrm flipH="1">
              <a:off x="638613" y="3201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9403;p95">
            <a:extLst>
              <a:ext uri="{FF2B5EF4-FFF2-40B4-BE49-F238E27FC236}">
                <a16:creationId xmlns:a16="http://schemas.microsoft.com/office/drawing/2014/main" id="{9B8B7900-927F-E5E8-2927-A826C8BBE041}"/>
              </a:ext>
            </a:extLst>
          </p:cNvPr>
          <p:cNvGrpSpPr/>
          <p:nvPr/>
        </p:nvGrpSpPr>
        <p:grpSpPr>
          <a:xfrm flipH="1">
            <a:off x="8090721" y="2958882"/>
            <a:ext cx="1438629" cy="2005849"/>
            <a:chOff x="572677" y="714325"/>
            <a:chExt cx="1167813" cy="1628256"/>
          </a:xfrm>
        </p:grpSpPr>
        <p:sp>
          <p:nvSpPr>
            <p:cNvPr id="3" name="Google Shape;9404;p95">
              <a:extLst>
                <a:ext uri="{FF2B5EF4-FFF2-40B4-BE49-F238E27FC236}">
                  <a16:creationId xmlns:a16="http://schemas.microsoft.com/office/drawing/2014/main" id="{29F53318-1BE9-CAF9-702F-BBC2DB184C6D}"/>
                </a:ext>
              </a:extLst>
            </p:cNvPr>
            <p:cNvSpPr/>
            <p:nvPr/>
          </p:nvSpPr>
          <p:spPr>
            <a:xfrm>
              <a:off x="572677" y="730248"/>
              <a:ext cx="1101991" cy="1612333"/>
            </a:xfrm>
            <a:custGeom>
              <a:avLst/>
              <a:gdLst/>
              <a:ahLst/>
              <a:cxnLst/>
              <a:rect l="l" t="t" r="r" b="b"/>
              <a:pathLst>
                <a:path w="23841" h="34882" extrusionOk="0">
                  <a:moveTo>
                    <a:pt x="6582" y="3958"/>
                  </a:moveTo>
                  <a:cubicBezTo>
                    <a:pt x="6695" y="3958"/>
                    <a:pt x="6787" y="3996"/>
                    <a:pt x="6833" y="4073"/>
                  </a:cubicBezTo>
                  <a:cubicBezTo>
                    <a:pt x="6928" y="4236"/>
                    <a:pt x="6784" y="4507"/>
                    <a:pt x="6512" y="4679"/>
                  </a:cubicBezTo>
                  <a:cubicBezTo>
                    <a:pt x="6370" y="4769"/>
                    <a:pt x="6222" y="4815"/>
                    <a:pt x="6098" y="4815"/>
                  </a:cubicBezTo>
                  <a:cubicBezTo>
                    <a:pt x="5984" y="4815"/>
                    <a:pt x="5892" y="4776"/>
                    <a:pt x="5847" y="4698"/>
                  </a:cubicBezTo>
                  <a:cubicBezTo>
                    <a:pt x="5751" y="4537"/>
                    <a:pt x="5896" y="4266"/>
                    <a:pt x="6168" y="4093"/>
                  </a:cubicBezTo>
                  <a:cubicBezTo>
                    <a:pt x="6310" y="4003"/>
                    <a:pt x="6459" y="3958"/>
                    <a:pt x="6582" y="3958"/>
                  </a:cubicBezTo>
                  <a:close/>
                  <a:moveTo>
                    <a:pt x="19444" y="11266"/>
                  </a:moveTo>
                  <a:cubicBezTo>
                    <a:pt x="19618" y="11266"/>
                    <a:pt x="19838" y="11289"/>
                    <a:pt x="20066" y="11335"/>
                  </a:cubicBezTo>
                  <a:cubicBezTo>
                    <a:pt x="20527" y="11428"/>
                    <a:pt x="20844" y="11582"/>
                    <a:pt x="20773" y="11677"/>
                  </a:cubicBezTo>
                  <a:cubicBezTo>
                    <a:pt x="20738" y="11725"/>
                    <a:pt x="20610" y="11749"/>
                    <a:pt x="20432" y="11749"/>
                  </a:cubicBezTo>
                  <a:cubicBezTo>
                    <a:pt x="20258" y="11749"/>
                    <a:pt x="20038" y="11726"/>
                    <a:pt x="19810" y="11680"/>
                  </a:cubicBezTo>
                  <a:cubicBezTo>
                    <a:pt x="19349" y="11587"/>
                    <a:pt x="19032" y="11434"/>
                    <a:pt x="19103" y="11339"/>
                  </a:cubicBezTo>
                  <a:cubicBezTo>
                    <a:pt x="19139" y="11291"/>
                    <a:pt x="19267" y="11266"/>
                    <a:pt x="19444" y="11266"/>
                  </a:cubicBezTo>
                  <a:close/>
                  <a:moveTo>
                    <a:pt x="20764" y="11858"/>
                  </a:moveTo>
                  <a:cubicBezTo>
                    <a:pt x="20780" y="11858"/>
                    <a:pt x="20795" y="11858"/>
                    <a:pt x="20811" y="11859"/>
                  </a:cubicBezTo>
                  <a:cubicBezTo>
                    <a:pt x="21052" y="11865"/>
                    <a:pt x="21243" y="11930"/>
                    <a:pt x="21236" y="12002"/>
                  </a:cubicBezTo>
                  <a:cubicBezTo>
                    <a:pt x="21229" y="12070"/>
                    <a:pt x="21050" y="12120"/>
                    <a:pt x="20828" y="12120"/>
                  </a:cubicBezTo>
                  <a:cubicBezTo>
                    <a:pt x="20814" y="12120"/>
                    <a:pt x="20801" y="12120"/>
                    <a:pt x="20787" y="12120"/>
                  </a:cubicBezTo>
                  <a:cubicBezTo>
                    <a:pt x="20546" y="12112"/>
                    <a:pt x="20355" y="12048"/>
                    <a:pt x="20362" y="11976"/>
                  </a:cubicBezTo>
                  <a:cubicBezTo>
                    <a:pt x="20369" y="11908"/>
                    <a:pt x="20545" y="11858"/>
                    <a:pt x="20764" y="11858"/>
                  </a:cubicBezTo>
                  <a:close/>
                  <a:moveTo>
                    <a:pt x="16946" y="12382"/>
                  </a:moveTo>
                  <a:cubicBezTo>
                    <a:pt x="17095" y="12382"/>
                    <a:pt x="17266" y="12470"/>
                    <a:pt x="17351" y="12596"/>
                  </a:cubicBezTo>
                  <a:cubicBezTo>
                    <a:pt x="17446" y="12739"/>
                    <a:pt x="17395" y="12878"/>
                    <a:pt x="17236" y="12906"/>
                  </a:cubicBezTo>
                  <a:cubicBezTo>
                    <a:pt x="17217" y="12909"/>
                    <a:pt x="17197" y="12911"/>
                    <a:pt x="17177" y="12911"/>
                  </a:cubicBezTo>
                  <a:cubicBezTo>
                    <a:pt x="17028" y="12911"/>
                    <a:pt x="16858" y="12824"/>
                    <a:pt x="16774" y="12698"/>
                  </a:cubicBezTo>
                  <a:cubicBezTo>
                    <a:pt x="16677" y="12554"/>
                    <a:pt x="16728" y="12415"/>
                    <a:pt x="16887" y="12387"/>
                  </a:cubicBezTo>
                  <a:cubicBezTo>
                    <a:pt x="16906" y="12384"/>
                    <a:pt x="16926" y="12382"/>
                    <a:pt x="16946" y="12382"/>
                  </a:cubicBezTo>
                  <a:close/>
                  <a:moveTo>
                    <a:pt x="4022" y="12030"/>
                  </a:moveTo>
                  <a:cubicBezTo>
                    <a:pt x="4122" y="12030"/>
                    <a:pt x="4200" y="12058"/>
                    <a:pt x="4243" y="12118"/>
                  </a:cubicBezTo>
                  <a:cubicBezTo>
                    <a:pt x="4387" y="12317"/>
                    <a:pt x="4112" y="12783"/>
                    <a:pt x="3628" y="13159"/>
                  </a:cubicBezTo>
                  <a:cubicBezTo>
                    <a:pt x="3293" y="13421"/>
                    <a:pt x="2945" y="13570"/>
                    <a:pt x="2715" y="13570"/>
                  </a:cubicBezTo>
                  <a:cubicBezTo>
                    <a:pt x="2615" y="13570"/>
                    <a:pt x="2537" y="13541"/>
                    <a:pt x="2493" y="13481"/>
                  </a:cubicBezTo>
                  <a:cubicBezTo>
                    <a:pt x="2350" y="13283"/>
                    <a:pt x="2626" y="12816"/>
                    <a:pt x="3109" y="12440"/>
                  </a:cubicBezTo>
                  <a:cubicBezTo>
                    <a:pt x="3444" y="12179"/>
                    <a:pt x="3793" y="12030"/>
                    <a:pt x="4022" y="12030"/>
                  </a:cubicBezTo>
                  <a:close/>
                  <a:moveTo>
                    <a:pt x="2837" y="13868"/>
                  </a:moveTo>
                  <a:cubicBezTo>
                    <a:pt x="3002" y="13868"/>
                    <a:pt x="3132" y="13929"/>
                    <a:pt x="3168" y="14039"/>
                  </a:cubicBezTo>
                  <a:cubicBezTo>
                    <a:pt x="3222" y="14205"/>
                    <a:pt x="3039" y="14420"/>
                    <a:pt x="2760" y="14519"/>
                  </a:cubicBezTo>
                  <a:cubicBezTo>
                    <a:pt x="2665" y="14553"/>
                    <a:pt x="2571" y="14570"/>
                    <a:pt x="2487" y="14570"/>
                  </a:cubicBezTo>
                  <a:cubicBezTo>
                    <a:pt x="2323" y="14570"/>
                    <a:pt x="2194" y="14509"/>
                    <a:pt x="2157" y="14400"/>
                  </a:cubicBezTo>
                  <a:cubicBezTo>
                    <a:pt x="2104" y="14233"/>
                    <a:pt x="2285" y="14018"/>
                    <a:pt x="2564" y="13918"/>
                  </a:cubicBezTo>
                  <a:cubicBezTo>
                    <a:pt x="2659" y="13884"/>
                    <a:pt x="2753" y="13868"/>
                    <a:pt x="2837" y="13868"/>
                  </a:cubicBezTo>
                  <a:close/>
                  <a:moveTo>
                    <a:pt x="7506" y="13809"/>
                  </a:moveTo>
                  <a:cubicBezTo>
                    <a:pt x="7509" y="13809"/>
                    <a:pt x="7513" y="13809"/>
                    <a:pt x="7517" y="13809"/>
                  </a:cubicBezTo>
                  <a:cubicBezTo>
                    <a:pt x="7722" y="13820"/>
                    <a:pt x="7871" y="14127"/>
                    <a:pt x="7849" y="14495"/>
                  </a:cubicBezTo>
                  <a:cubicBezTo>
                    <a:pt x="7828" y="14854"/>
                    <a:pt x="7650" y="15139"/>
                    <a:pt x="7449" y="15139"/>
                  </a:cubicBezTo>
                  <a:cubicBezTo>
                    <a:pt x="7445" y="15139"/>
                    <a:pt x="7441" y="15139"/>
                    <a:pt x="7438" y="15139"/>
                  </a:cubicBezTo>
                  <a:cubicBezTo>
                    <a:pt x="7233" y="15128"/>
                    <a:pt x="7084" y="14821"/>
                    <a:pt x="7106" y="14454"/>
                  </a:cubicBezTo>
                  <a:cubicBezTo>
                    <a:pt x="7127" y="14094"/>
                    <a:pt x="7305" y="13809"/>
                    <a:pt x="7506" y="13809"/>
                  </a:cubicBezTo>
                  <a:close/>
                  <a:moveTo>
                    <a:pt x="13677" y="20669"/>
                  </a:moveTo>
                  <a:cubicBezTo>
                    <a:pt x="13705" y="20966"/>
                    <a:pt x="13737" y="21262"/>
                    <a:pt x="13774" y="21558"/>
                  </a:cubicBezTo>
                  <a:cubicBezTo>
                    <a:pt x="13662" y="21553"/>
                    <a:pt x="13550" y="21550"/>
                    <a:pt x="13435" y="21547"/>
                  </a:cubicBezTo>
                  <a:cubicBezTo>
                    <a:pt x="13439" y="21358"/>
                    <a:pt x="13443" y="21169"/>
                    <a:pt x="13446" y="20979"/>
                  </a:cubicBezTo>
                  <a:cubicBezTo>
                    <a:pt x="13521" y="20875"/>
                    <a:pt x="13598" y="20771"/>
                    <a:pt x="13677" y="20669"/>
                  </a:cubicBezTo>
                  <a:close/>
                  <a:moveTo>
                    <a:pt x="12707" y="14919"/>
                  </a:moveTo>
                  <a:cubicBezTo>
                    <a:pt x="12797" y="16581"/>
                    <a:pt x="12831" y="18247"/>
                    <a:pt x="12797" y="19911"/>
                  </a:cubicBezTo>
                  <a:cubicBezTo>
                    <a:pt x="12791" y="20253"/>
                    <a:pt x="12779" y="20597"/>
                    <a:pt x="12767" y="20941"/>
                  </a:cubicBezTo>
                  <a:cubicBezTo>
                    <a:pt x="12623" y="21137"/>
                    <a:pt x="12483" y="21337"/>
                    <a:pt x="12347" y="21540"/>
                  </a:cubicBezTo>
                  <a:cubicBezTo>
                    <a:pt x="11980" y="21542"/>
                    <a:pt x="11621" y="21552"/>
                    <a:pt x="11278" y="21567"/>
                  </a:cubicBezTo>
                  <a:cubicBezTo>
                    <a:pt x="11273" y="21534"/>
                    <a:pt x="11268" y="21502"/>
                    <a:pt x="11264" y="21469"/>
                  </a:cubicBezTo>
                  <a:cubicBezTo>
                    <a:pt x="11319" y="21103"/>
                    <a:pt x="11378" y="20737"/>
                    <a:pt x="11440" y="20372"/>
                  </a:cubicBezTo>
                  <a:cubicBezTo>
                    <a:pt x="11736" y="18657"/>
                    <a:pt x="12125" y="16956"/>
                    <a:pt x="12599" y="15280"/>
                  </a:cubicBezTo>
                  <a:lnTo>
                    <a:pt x="12707" y="14919"/>
                  </a:lnTo>
                  <a:close/>
                  <a:moveTo>
                    <a:pt x="6567" y="1"/>
                  </a:moveTo>
                  <a:cubicBezTo>
                    <a:pt x="4859" y="278"/>
                    <a:pt x="2947" y="1077"/>
                    <a:pt x="963" y="2667"/>
                  </a:cubicBezTo>
                  <a:cubicBezTo>
                    <a:pt x="963" y="2667"/>
                    <a:pt x="1846" y="2777"/>
                    <a:pt x="2175" y="3173"/>
                  </a:cubicBezTo>
                  <a:cubicBezTo>
                    <a:pt x="2505" y="3571"/>
                    <a:pt x="5413" y="7319"/>
                    <a:pt x="9384" y="7810"/>
                  </a:cubicBezTo>
                  <a:cubicBezTo>
                    <a:pt x="9672" y="7845"/>
                    <a:pt x="10019" y="7875"/>
                    <a:pt x="10381" y="7875"/>
                  </a:cubicBezTo>
                  <a:cubicBezTo>
                    <a:pt x="10864" y="7875"/>
                    <a:pt x="11375" y="7822"/>
                    <a:pt x="11810" y="7656"/>
                  </a:cubicBezTo>
                  <a:lnTo>
                    <a:pt x="11887" y="8017"/>
                  </a:lnTo>
                  <a:cubicBezTo>
                    <a:pt x="12218" y="9833"/>
                    <a:pt x="12476" y="11664"/>
                    <a:pt x="12616" y="13507"/>
                  </a:cubicBezTo>
                  <a:lnTo>
                    <a:pt x="12484" y="13867"/>
                  </a:lnTo>
                  <a:lnTo>
                    <a:pt x="12080" y="15126"/>
                  </a:lnTo>
                  <a:cubicBezTo>
                    <a:pt x="11623" y="16615"/>
                    <a:pt x="11237" y="18126"/>
                    <a:pt x="10917" y="19651"/>
                  </a:cubicBezTo>
                  <a:cubicBezTo>
                    <a:pt x="10829" y="19271"/>
                    <a:pt x="10730" y="18892"/>
                    <a:pt x="10623" y="18518"/>
                  </a:cubicBezTo>
                  <a:cubicBezTo>
                    <a:pt x="10469" y="17934"/>
                    <a:pt x="10251" y="17372"/>
                    <a:pt x="10054" y="16803"/>
                  </a:cubicBezTo>
                  <a:lnTo>
                    <a:pt x="9701" y="15970"/>
                  </a:lnTo>
                  <a:cubicBezTo>
                    <a:pt x="9644" y="15839"/>
                    <a:pt x="9591" y="15705"/>
                    <a:pt x="9529" y="15575"/>
                  </a:cubicBezTo>
                  <a:cubicBezTo>
                    <a:pt x="9558" y="15542"/>
                    <a:pt x="9589" y="15511"/>
                    <a:pt x="9617" y="15477"/>
                  </a:cubicBezTo>
                  <a:cubicBezTo>
                    <a:pt x="10376" y="14600"/>
                    <a:pt x="11578" y="12936"/>
                    <a:pt x="10721" y="11769"/>
                  </a:cubicBezTo>
                  <a:cubicBezTo>
                    <a:pt x="10453" y="11403"/>
                    <a:pt x="10033" y="11192"/>
                    <a:pt x="9594" y="11086"/>
                  </a:cubicBezTo>
                  <a:cubicBezTo>
                    <a:pt x="9520" y="11068"/>
                    <a:pt x="9446" y="11053"/>
                    <a:pt x="9372" y="11041"/>
                  </a:cubicBezTo>
                  <a:cubicBezTo>
                    <a:pt x="8869" y="10959"/>
                    <a:pt x="8337" y="11042"/>
                    <a:pt x="7842" y="10943"/>
                  </a:cubicBezTo>
                  <a:cubicBezTo>
                    <a:pt x="7897" y="10537"/>
                    <a:pt x="8208" y="10174"/>
                    <a:pt x="8230" y="9723"/>
                  </a:cubicBezTo>
                  <a:cubicBezTo>
                    <a:pt x="8260" y="9064"/>
                    <a:pt x="7765" y="8839"/>
                    <a:pt x="7213" y="8839"/>
                  </a:cubicBezTo>
                  <a:cubicBezTo>
                    <a:pt x="7169" y="8839"/>
                    <a:pt x="7123" y="8841"/>
                    <a:pt x="7078" y="8844"/>
                  </a:cubicBezTo>
                  <a:cubicBezTo>
                    <a:pt x="4475" y="9008"/>
                    <a:pt x="1" y="12377"/>
                    <a:pt x="350" y="19902"/>
                  </a:cubicBezTo>
                  <a:cubicBezTo>
                    <a:pt x="350" y="19902"/>
                    <a:pt x="968" y="19188"/>
                    <a:pt x="1491" y="19130"/>
                  </a:cubicBezTo>
                  <a:cubicBezTo>
                    <a:pt x="1980" y="19074"/>
                    <a:pt x="6205" y="18736"/>
                    <a:pt x="9025" y="16090"/>
                  </a:cubicBezTo>
                  <a:cubicBezTo>
                    <a:pt x="9136" y="16115"/>
                    <a:pt x="9172" y="16123"/>
                    <a:pt x="9283" y="16146"/>
                  </a:cubicBezTo>
                  <a:lnTo>
                    <a:pt x="9601" y="16970"/>
                  </a:lnTo>
                  <a:cubicBezTo>
                    <a:pt x="9774" y="17532"/>
                    <a:pt x="9970" y="18086"/>
                    <a:pt x="10100" y="18660"/>
                  </a:cubicBezTo>
                  <a:cubicBezTo>
                    <a:pt x="10321" y="19534"/>
                    <a:pt x="10492" y="20423"/>
                    <a:pt x="10602" y="21317"/>
                  </a:cubicBezTo>
                  <a:cubicBezTo>
                    <a:pt x="10504" y="21437"/>
                    <a:pt x="10450" y="21502"/>
                    <a:pt x="10353" y="21620"/>
                  </a:cubicBezTo>
                  <a:cubicBezTo>
                    <a:pt x="8595" y="21754"/>
                    <a:pt x="7382" y="22035"/>
                    <a:pt x="7382" y="22361"/>
                  </a:cubicBezTo>
                  <a:lnTo>
                    <a:pt x="7247" y="23544"/>
                  </a:lnTo>
                  <a:cubicBezTo>
                    <a:pt x="7247" y="23544"/>
                    <a:pt x="7149" y="23858"/>
                    <a:pt x="7187" y="24078"/>
                  </a:cubicBezTo>
                  <a:lnTo>
                    <a:pt x="6848" y="27053"/>
                  </a:lnTo>
                  <a:lnTo>
                    <a:pt x="6847" y="27053"/>
                  </a:lnTo>
                  <a:cubicBezTo>
                    <a:pt x="6847" y="27053"/>
                    <a:pt x="6848" y="27054"/>
                    <a:pt x="6848" y="27054"/>
                  </a:cubicBezTo>
                  <a:lnTo>
                    <a:pt x="6495" y="30109"/>
                  </a:lnTo>
                  <a:cubicBezTo>
                    <a:pt x="2101" y="31670"/>
                    <a:pt x="3950" y="34306"/>
                    <a:pt x="12787" y="34832"/>
                  </a:cubicBezTo>
                  <a:cubicBezTo>
                    <a:pt x="13347" y="34865"/>
                    <a:pt x="13908" y="34882"/>
                    <a:pt x="14468" y="34882"/>
                  </a:cubicBezTo>
                  <a:cubicBezTo>
                    <a:pt x="15521" y="34882"/>
                    <a:pt x="16574" y="34824"/>
                    <a:pt x="17621" y="34712"/>
                  </a:cubicBezTo>
                  <a:cubicBezTo>
                    <a:pt x="18414" y="34627"/>
                    <a:pt x="19190" y="34418"/>
                    <a:pt x="19909" y="34074"/>
                  </a:cubicBezTo>
                  <a:cubicBezTo>
                    <a:pt x="20499" y="33792"/>
                    <a:pt x="20771" y="33532"/>
                    <a:pt x="20009" y="33304"/>
                  </a:cubicBezTo>
                  <a:cubicBezTo>
                    <a:pt x="20069" y="33237"/>
                    <a:pt x="18924" y="30550"/>
                    <a:pt x="18995" y="30523"/>
                  </a:cubicBezTo>
                  <a:lnTo>
                    <a:pt x="18805" y="30523"/>
                  </a:lnTo>
                  <a:cubicBezTo>
                    <a:pt x="18807" y="30352"/>
                    <a:pt x="18799" y="30179"/>
                    <a:pt x="18779" y="30004"/>
                  </a:cubicBezTo>
                  <a:lnTo>
                    <a:pt x="18460" y="27186"/>
                  </a:lnTo>
                  <a:cubicBezTo>
                    <a:pt x="18518" y="27109"/>
                    <a:pt x="18583" y="27048"/>
                    <a:pt x="18660" y="27018"/>
                  </a:cubicBezTo>
                  <a:lnTo>
                    <a:pt x="18660" y="27018"/>
                  </a:lnTo>
                  <a:lnTo>
                    <a:pt x="18441" y="27019"/>
                  </a:lnTo>
                  <a:lnTo>
                    <a:pt x="18140" y="24380"/>
                  </a:lnTo>
                  <a:cubicBezTo>
                    <a:pt x="18274" y="23990"/>
                    <a:pt x="18415" y="23608"/>
                    <a:pt x="18660" y="23510"/>
                  </a:cubicBezTo>
                  <a:lnTo>
                    <a:pt x="18660" y="23510"/>
                  </a:lnTo>
                  <a:lnTo>
                    <a:pt x="18042" y="23513"/>
                  </a:lnTo>
                  <a:lnTo>
                    <a:pt x="17911" y="22361"/>
                  </a:lnTo>
                  <a:cubicBezTo>
                    <a:pt x="17911" y="22003"/>
                    <a:pt x="16445" y="21699"/>
                    <a:pt x="14401" y="21586"/>
                  </a:cubicBezTo>
                  <a:cubicBezTo>
                    <a:pt x="14318" y="21067"/>
                    <a:pt x="14248" y="20546"/>
                    <a:pt x="14195" y="20024"/>
                  </a:cubicBezTo>
                  <a:cubicBezTo>
                    <a:pt x="14683" y="19458"/>
                    <a:pt x="15222" y="18936"/>
                    <a:pt x="15815" y="18482"/>
                  </a:cubicBezTo>
                  <a:cubicBezTo>
                    <a:pt x="16192" y="18190"/>
                    <a:pt x="16593" y="17928"/>
                    <a:pt x="17013" y="17698"/>
                  </a:cubicBezTo>
                  <a:cubicBezTo>
                    <a:pt x="17014" y="17717"/>
                    <a:pt x="17014" y="17735"/>
                    <a:pt x="17016" y="17754"/>
                  </a:cubicBezTo>
                  <a:cubicBezTo>
                    <a:pt x="17034" y="17938"/>
                    <a:pt x="17113" y="18157"/>
                    <a:pt x="17295" y="18387"/>
                  </a:cubicBezTo>
                  <a:cubicBezTo>
                    <a:pt x="17874" y="19122"/>
                    <a:pt x="18931" y="19383"/>
                    <a:pt x="19501" y="19480"/>
                  </a:cubicBezTo>
                  <a:cubicBezTo>
                    <a:pt x="19732" y="19520"/>
                    <a:pt x="19946" y="19537"/>
                    <a:pt x="20143" y="19537"/>
                  </a:cubicBezTo>
                  <a:cubicBezTo>
                    <a:pt x="21728" y="19537"/>
                    <a:pt x="22272" y="18405"/>
                    <a:pt x="22346" y="18275"/>
                  </a:cubicBezTo>
                  <a:cubicBezTo>
                    <a:pt x="22386" y="18204"/>
                    <a:pt x="22515" y="18186"/>
                    <a:pt x="22638" y="18186"/>
                  </a:cubicBezTo>
                  <a:cubicBezTo>
                    <a:pt x="22768" y="18186"/>
                    <a:pt x="22892" y="18207"/>
                    <a:pt x="22892" y="18207"/>
                  </a:cubicBezTo>
                  <a:cubicBezTo>
                    <a:pt x="22788" y="18131"/>
                    <a:pt x="22686" y="18059"/>
                    <a:pt x="22584" y="17988"/>
                  </a:cubicBezTo>
                  <a:cubicBezTo>
                    <a:pt x="20018" y="16187"/>
                    <a:pt x="18182" y="15590"/>
                    <a:pt x="17099" y="15590"/>
                  </a:cubicBezTo>
                  <a:cubicBezTo>
                    <a:pt x="16481" y="15590"/>
                    <a:pt x="16109" y="15785"/>
                    <a:pt x="15987" y="16061"/>
                  </a:cubicBezTo>
                  <a:cubicBezTo>
                    <a:pt x="15909" y="16241"/>
                    <a:pt x="15968" y="16510"/>
                    <a:pt x="16375" y="16778"/>
                  </a:cubicBezTo>
                  <a:cubicBezTo>
                    <a:pt x="16632" y="16948"/>
                    <a:pt x="16868" y="16989"/>
                    <a:pt x="17103" y="17130"/>
                  </a:cubicBezTo>
                  <a:cubicBezTo>
                    <a:pt x="17105" y="17175"/>
                    <a:pt x="17101" y="17216"/>
                    <a:pt x="17095" y="17255"/>
                  </a:cubicBezTo>
                  <a:cubicBezTo>
                    <a:pt x="16558" y="17502"/>
                    <a:pt x="16044" y="17798"/>
                    <a:pt x="15564" y="18140"/>
                  </a:cubicBezTo>
                  <a:cubicBezTo>
                    <a:pt x="15054" y="18500"/>
                    <a:pt x="14578" y="18906"/>
                    <a:pt x="14135" y="19345"/>
                  </a:cubicBezTo>
                  <a:cubicBezTo>
                    <a:pt x="14125" y="19212"/>
                    <a:pt x="14115" y="19079"/>
                    <a:pt x="14107" y="18947"/>
                  </a:cubicBezTo>
                  <a:cubicBezTo>
                    <a:pt x="14039" y="17587"/>
                    <a:pt x="14071" y="16206"/>
                    <a:pt x="14424" y="14903"/>
                  </a:cubicBezTo>
                  <a:cubicBezTo>
                    <a:pt x="14593" y="14281"/>
                    <a:pt x="14842" y="13679"/>
                    <a:pt x="15207" y="13157"/>
                  </a:cubicBezTo>
                  <a:cubicBezTo>
                    <a:pt x="15342" y="13207"/>
                    <a:pt x="15473" y="13252"/>
                    <a:pt x="15592" y="13292"/>
                  </a:cubicBezTo>
                  <a:cubicBezTo>
                    <a:pt x="17107" y="13793"/>
                    <a:pt x="18903" y="13918"/>
                    <a:pt x="20325" y="13918"/>
                  </a:cubicBezTo>
                  <a:cubicBezTo>
                    <a:pt x="21600" y="13918"/>
                    <a:pt x="22575" y="13818"/>
                    <a:pt x="22776" y="13800"/>
                  </a:cubicBezTo>
                  <a:cubicBezTo>
                    <a:pt x="22811" y="13797"/>
                    <a:pt x="22847" y="13796"/>
                    <a:pt x="22883" y="13796"/>
                  </a:cubicBezTo>
                  <a:cubicBezTo>
                    <a:pt x="23301" y="13796"/>
                    <a:pt x="23841" y="13974"/>
                    <a:pt x="23841" y="13974"/>
                  </a:cubicBezTo>
                  <a:cubicBezTo>
                    <a:pt x="22641" y="11270"/>
                    <a:pt x="19115" y="10331"/>
                    <a:pt x="16893" y="10331"/>
                  </a:cubicBezTo>
                  <a:cubicBezTo>
                    <a:pt x="16631" y="10331"/>
                    <a:pt x="16386" y="10344"/>
                    <a:pt x="16166" y="10368"/>
                  </a:cubicBezTo>
                  <a:cubicBezTo>
                    <a:pt x="15683" y="10422"/>
                    <a:pt x="15269" y="10571"/>
                    <a:pt x="15448" y="10850"/>
                  </a:cubicBezTo>
                  <a:cubicBezTo>
                    <a:pt x="15560" y="11026"/>
                    <a:pt x="15884" y="11134"/>
                    <a:pt x="16015" y="11289"/>
                  </a:cubicBezTo>
                  <a:cubicBezTo>
                    <a:pt x="15645" y="11385"/>
                    <a:pt x="15210" y="11414"/>
                    <a:pt x="14831" y="11505"/>
                  </a:cubicBezTo>
                  <a:cubicBezTo>
                    <a:pt x="14775" y="11518"/>
                    <a:pt x="14720" y="11533"/>
                    <a:pt x="14665" y="11548"/>
                  </a:cubicBezTo>
                  <a:cubicBezTo>
                    <a:pt x="14342" y="11640"/>
                    <a:pt x="14057" y="11773"/>
                    <a:pt x="13925" y="11949"/>
                  </a:cubicBezTo>
                  <a:cubicBezTo>
                    <a:pt x="13620" y="12354"/>
                    <a:pt x="14208" y="12736"/>
                    <a:pt x="14856" y="13016"/>
                  </a:cubicBezTo>
                  <a:cubicBezTo>
                    <a:pt x="14472" y="13554"/>
                    <a:pt x="14206" y="14163"/>
                    <a:pt x="14017" y="14785"/>
                  </a:cubicBezTo>
                  <a:cubicBezTo>
                    <a:pt x="13606" y="16150"/>
                    <a:pt x="13536" y="17572"/>
                    <a:pt x="13566" y="18970"/>
                  </a:cubicBezTo>
                  <a:cubicBezTo>
                    <a:pt x="13575" y="19279"/>
                    <a:pt x="13592" y="19587"/>
                    <a:pt x="13613" y="19895"/>
                  </a:cubicBezTo>
                  <a:cubicBezTo>
                    <a:pt x="13559" y="19954"/>
                    <a:pt x="13508" y="20015"/>
                    <a:pt x="13455" y="20075"/>
                  </a:cubicBezTo>
                  <a:cubicBezTo>
                    <a:pt x="13455" y="20023"/>
                    <a:pt x="13456" y="19970"/>
                    <a:pt x="13456" y="19917"/>
                  </a:cubicBezTo>
                  <a:cubicBezTo>
                    <a:pt x="13457" y="17906"/>
                    <a:pt x="13367" y="15896"/>
                    <a:pt x="13188" y="13895"/>
                  </a:cubicBezTo>
                  <a:cubicBezTo>
                    <a:pt x="13177" y="13763"/>
                    <a:pt x="13164" y="13631"/>
                    <a:pt x="13151" y="13499"/>
                  </a:cubicBezTo>
                  <a:lnTo>
                    <a:pt x="13392" y="12792"/>
                  </a:lnTo>
                  <a:cubicBezTo>
                    <a:pt x="13526" y="12376"/>
                    <a:pt x="13694" y="11975"/>
                    <a:pt x="13852" y="11570"/>
                  </a:cubicBezTo>
                  <a:lnTo>
                    <a:pt x="14091" y="10961"/>
                  </a:lnTo>
                  <a:lnTo>
                    <a:pt x="14211" y="10658"/>
                  </a:lnTo>
                  <a:lnTo>
                    <a:pt x="14347" y="10361"/>
                  </a:lnTo>
                  <a:lnTo>
                    <a:pt x="14889" y="9173"/>
                  </a:lnTo>
                  <a:cubicBezTo>
                    <a:pt x="15067" y="8791"/>
                    <a:pt x="15277" y="8425"/>
                    <a:pt x="15471" y="8052"/>
                  </a:cubicBezTo>
                  <a:cubicBezTo>
                    <a:pt x="15475" y="8073"/>
                    <a:pt x="15478" y="8094"/>
                    <a:pt x="15484" y="8114"/>
                  </a:cubicBezTo>
                  <a:cubicBezTo>
                    <a:pt x="15547" y="8357"/>
                    <a:pt x="15687" y="8586"/>
                    <a:pt x="15943" y="8726"/>
                  </a:cubicBezTo>
                  <a:cubicBezTo>
                    <a:pt x="16044" y="8781"/>
                    <a:pt x="16152" y="8818"/>
                    <a:pt x="16263" y="8840"/>
                  </a:cubicBezTo>
                  <a:cubicBezTo>
                    <a:pt x="16280" y="8844"/>
                    <a:pt x="16297" y="8845"/>
                    <a:pt x="16315" y="8847"/>
                  </a:cubicBezTo>
                  <a:cubicBezTo>
                    <a:pt x="16351" y="8853"/>
                    <a:pt x="16388" y="8858"/>
                    <a:pt x="16425" y="8862"/>
                  </a:cubicBezTo>
                  <a:cubicBezTo>
                    <a:pt x="16450" y="8863"/>
                    <a:pt x="16474" y="8863"/>
                    <a:pt x="16499" y="8864"/>
                  </a:cubicBezTo>
                  <a:cubicBezTo>
                    <a:pt x="16520" y="8864"/>
                    <a:pt x="16541" y="8864"/>
                    <a:pt x="16562" y="8864"/>
                  </a:cubicBezTo>
                  <a:cubicBezTo>
                    <a:pt x="16572" y="8864"/>
                    <a:pt x="16583" y="8864"/>
                    <a:pt x="16593" y="8864"/>
                  </a:cubicBezTo>
                  <a:cubicBezTo>
                    <a:pt x="16619" y="8863"/>
                    <a:pt x="16646" y="8860"/>
                    <a:pt x="16672" y="8858"/>
                  </a:cubicBezTo>
                  <a:cubicBezTo>
                    <a:pt x="16703" y="8856"/>
                    <a:pt x="16733" y="8853"/>
                    <a:pt x="16765" y="8849"/>
                  </a:cubicBezTo>
                  <a:cubicBezTo>
                    <a:pt x="16792" y="8846"/>
                    <a:pt x="16818" y="8841"/>
                    <a:pt x="16846" y="8837"/>
                  </a:cubicBezTo>
                  <a:cubicBezTo>
                    <a:pt x="16877" y="8831"/>
                    <a:pt x="16908" y="8826"/>
                    <a:pt x="16939" y="8819"/>
                  </a:cubicBezTo>
                  <a:cubicBezTo>
                    <a:pt x="16966" y="8813"/>
                    <a:pt x="16993" y="8808"/>
                    <a:pt x="17020" y="8801"/>
                  </a:cubicBezTo>
                  <a:cubicBezTo>
                    <a:pt x="17053" y="8793"/>
                    <a:pt x="17084" y="8784"/>
                    <a:pt x="17116" y="8775"/>
                  </a:cubicBezTo>
                  <a:cubicBezTo>
                    <a:pt x="17142" y="8769"/>
                    <a:pt x="17169" y="8761"/>
                    <a:pt x="17195" y="8753"/>
                  </a:cubicBezTo>
                  <a:cubicBezTo>
                    <a:pt x="17230" y="8742"/>
                    <a:pt x="17263" y="8730"/>
                    <a:pt x="17298" y="8718"/>
                  </a:cubicBezTo>
                  <a:cubicBezTo>
                    <a:pt x="17321" y="8710"/>
                    <a:pt x="17345" y="8702"/>
                    <a:pt x="17370" y="8694"/>
                  </a:cubicBezTo>
                  <a:cubicBezTo>
                    <a:pt x="17418" y="8676"/>
                    <a:pt x="17467" y="8655"/>
                    <a:pt x="17515" y="8635"/>
                  </a:cubicBezTo>
                  <a:cubicBezTo>
                    <a:pt x="17539" y="8625"/>
                    <a:pt x="17561" y="8615"/>
                    <a:pt x="17585" y="8605"/>
                  </a:cubicBezTo>
                  <a:cubicBezTo>
                    <a:pt x="17625" y="8587"/>
                    <a:pt x="17667" y="8569"/>
                    <a:pt x="17707" y="8550"/>
                  </a:cubicBezTo>
                  <a:cubicBezTo>
                    <a:pt x="17730" y="8539"/>
                    <a:pt x="17753" y="8528"/>
                    <a:pt x="17776" y="8517"/>
                  </a:cubicBezTo>
                  <a:cubicBezTo>
                    <a:pt x="17809" y="8500"/>
                    <a:pt x="17841" y="8484"/>
                    <a:pt x="17873" y="8467"/>
                  </a:cubicBezTo>
                  <a:cubicBezTo>
                    <a:pt x="17897" y="8455"/>
                    <a:pt x="17921" y="8443"/>
                    <a:pt x="17944" y="8430"/>
                  </a:cubicBezTo>
                  <a:cubicBezTo>
                    <a:pt x="17975" y="8413"/>
                    <a:pt x="18005" y="8398"/>
                    <a:pt x="18034" y="8381"/>
                  </a:cubicBezTo>
                  <a:cubicBezTo>
                    <a:pt x="18058" y="8367"/>
                    <a:pt x="18080" y="8355"/>
                    <a:pt x="18102" y="8342"/>
                  </a:cubicBezTo>
                  <a:cubicBezTo>
                    <a:pt x="18133" y="8325"/>
                    <a:pt x="18162" y="8308"/>
                    <a:pt x="18191" y="8291"/>
                  </a:cubicBezTo>
                  <a:cubicBezTo>
                    <a:pt x="18212" y="8278"/>
                    <a:pt x="18232" y="8266"/>
                    <a:pt x="18254" y="8253"/>
                  </a:cubicBezTo>
                  <a:cubicBezTo>
                    <a:pt x="18283" y="8235"/>
                    <a:pt x="18311" y="8218"/>
                    <a:pt x="18339" y="8201"/>
                  </a:cubicBezTo>
                  <a:cubicBezTo>
                    <a:pt x="18358" y="8188"/>
                    <a:pt x="18377" y="8177"/>
                    <a:pt x="18396" y="8165"/>
                  </a:cubicBezTo>
                  <a:cubicBezTo>
                    <a:pt x="18426" y="8146"/>
                    <a:pt x="18456" y="8125"/>
                    <a:pt x="18486" y="8106"/>
                  </a:cubicBezTo>
                  <a:cubicBezTo>
                    <a:pt x="18499" y="8097"/>
                    <a:pt x="18514" y="8089"/>
                    <a:pt x="18527" y="8080"/>
                  </a:cubicBezTo>
                  <a:cubicBezTo>
                    <a:pt x="18570" y="8052"/>
                    <a:pt x="18610" y="8024"/>
                    <a:pt x="18648" y="7998"/>
                  </a:cubicBezTo>
                  <a:cubicBezTo>
                    <a:pt x="21042" y="6346"/>
                    <a:pt x="21458" y="3631"/>
                    <a:pt x="21516" y="3336"/>
                  </a:cubicBezTo>
                  <a:cubicBezTo>
                    <a:pt x="21574" y="3040"/>
                    <a:pt x="22105" y="2673"/>
                    <a:pt x="22105" y="2673"/>
                  </a:cubicBezTo>
                  <a:cubicBezTo>
                    <a:pt x="22074" y="2672"/>
                    <a:pt x="22043" y="2671"/>
                    <a:pt x="22011" y="2671"/>
                  </a:cubicBezTo>
                  <a:cubicBezTo>
                    <a:pt x="21923" y="2671"/>
                    <a:pt x="21834" y="2675"/>
                    <a:pt x="21746" y="2681"/>
                  </a:cubicBezTo>
                  <a:cubicBezTo>
                    <a:pt x="21694" y="2682"/>
                    <a:pt x="21640" y="2682"/>
                    <a:pt x="21589" y="2684"/>
                  </a:cubicBezTo>
                  <a:cubicBezTo>
                    <a:pt x="21565" y="2685"/>
                    <a:pt x="21542" y="2686"/>
                    <a:pt x="21518" y="2687"/>
                  </a:cubicBezTo>
                  <a:cubicBezTo>
                    <a:pt x="21370" y="2693"/>
                    <a:pt x="21225" y="2701"/>
                    <a:pt x="21081" y="2711"/>
                  </a:cubicBezTo>
                  <a:cubicBezTo>
                    <a:pt x="21070" y="2712"/>
                    <a:pt x="21060" y="2713"/>
                    <a:pt x="21050" y="2713"/>
                  </a:cubicBezTo>
                  <a:cubicBezTo>
                    <a:pt x="16359" y="3047"/>
                    <a:pt x="14122" y="5406"/>
                    <a:pt x="13940" y="6771"/>
                  </a:cubicBezTo>
                  <a:cubicBezTo>
                    <a:pt x="13898" y="7090"/>
                    <a:pt x="14012" y="7393"/>
                    <a:pt x="14456" y="7393"/>
                  </a:cubicBezTo>
                  <a:cubicBezTo>
                    <a:pt x="14483" y="7393"/>
                    <a:pt x="14511" y="7392"/>
                    <a:pt x="14541" y="7389"/>
                  </a:cubicBezTo>
                  <a:cubicBezTo>
                    <a:pt x="14866" y="7365"/>
                    <a:pt x="15137" y="7180"/>
                    <a:pt x="15431" y="7137"/>
                  </a:cubicBezTo>
                  <a:cubicBezTo>
                    <a:pt x="15445" y="7200"/>
                    <a:pt x="15450" y="7266"/>
                    <a:pt x="15452" y="7331"/>
                  </a:cubicBezTo>
                  <a:lnTo>
                    <a:pt x="15170" y="7836"/>
                  </a:lnTo>
                  <a:cubicBezTo>
                    <a:pt x="14960" y="8224"/>
                    <a:pt x="14730" y="8602"/>
                    <a:pt x="14535" y="8997"/>
                  </a:cubicBezTo>
                  <a:lnTo>
                    <a:pt x="13960" y="10187"/>
                  </a:lnTo>
                  <a:lnTo>
                    <a:pt x="13816" y="10485"/>
                  </a:lnTo>
                  <a:lnTo>
                    <a:pt x="13687" y="10790"/>
                  </a:lnTo>
                  <a:lnTo>
                    <a:pt x="13432" y="11398"/>
                  </a:lnTo>
                  <a:cubicBezTo>
                    <a:pt x="13296" y="11723"/>
                    <a:pt x="13155" y="12046"/>
                    <a:pt x="13030" y="12375"/>
                  </a:cubicBezTo>
                  <a:cubicBezTo>
                    <a:pt x="12851" y="10885"/>
                    <a:pt x="12600" y="9403"/>
                    <a:pt x="12302" y="7933"/>
                  </a:cubicBezTo>
                  <a:lnTo>
                    <a:pt x="12194" y="7463"/>
                  </a:lnTo>
                  <a:cubicBezTo>
                    <a:pt x="12484" y="7277"/>
                    <a:pt x="12713" y="7017"/>
                    <a:pt x="12831" y="6650"/>
                  </a:cubicBezTo>
                  <a:cubicBezTo>
                    <a:pt x="12967" y="6225"/>
                    <a:pt x="12902" y="5763"/>
                    <a:pt x="12745" y="5344"/>
                  </a:cubicBezTo>
                  <a:cubicBezTo>
                    <a:pt x="12719" y="5273"/>
                    <a:pt x="12690" y="5205"/>
                    <a:pt x="12658" y="5136"/>
                  </a:cubicBezTo>
                  <a:cubicBezTo>
                    <a:pt x="12449" y="4678"/>
                    <a:pt x="12098" y="4287"/>
                    <a:pt x="11904" y="3827"/>
                  </a:cubicBezTo>
                  <a:cubicBezTo>
                    <a:pt x="12247" y="3644"/>
                    <a:pt x="12694" y="3698"/>
                    <a:pt x="13052" y="3464"/>
                  </a:cubicBezTo>
                  <a:cubicBezTo>
                    <a:pt x="13618" y="3094"/>
                    <a:pt x="13458" y="2502"/>
                    <a:pt x="13103" y="2028"/>
                  </a:cubicBezTo>
                  <a:cubicBezTo>
                    <a:pt x="12453" y="1164"/>
                    <a:pt x="11182" y="343"/>
                    <a:pt x="9507" y="24"/>
                  </a:cubicBezTo>
                  <a:lnTo>
                    <a:pt x="9507" y="24"/>
                  </a:lnTo>
                  <a:cubicBezTo>
                    <a:pt x="9562" y="136"/>
                    <a:pt x="9578" y="244"/>
                    <a:pt x="9546" y="340"/>
                  </a:cubicBezTo>
                  <a:cubicBezTo>
                    <a:pt x="9471" y="570"/>
                    <a:pt x="9151" y="689"/>
                    <a:pt x="8709" y="689"/>
                  </a:cubicBezTo>
                  <a:cubicBezTo>
                    <a:pt x="8370" y="689"/>
                    <a:pt x="7959" y="619"/>
                    <a:pt x="7534" y="475"/>
                  </a:cubicBezTo>
                  <a:cubicBezTo>
                    <a:pt x="7159" y="347"/>
                    <a:pt x="6827" y="180"/>
                    <a:pt x="6567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405;p95">
              <a:extLst>
                <a:ext uri="{FF2B5EF4-FFF2-40B4-BE49-F238E27FC236}">
                  <a16:creationId xmlns:a16="http://schemas.microsoft.com/office/drawing/2014/main" id="{BE601DD2-10AB-15C0-01CE-014149A49D0E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406;p95">
              <a:extLst>
                <a:ext uri="{FF2B5EF4-FFF2-40B4-BE49-F238E27FC236}">
                  <a16:creationId xmlns:a16="http://schemas.microsoft.com/office/drawing/2014/main" id="{768EA747-10F1-94E9-4CDE-289988D87CD9}"/>
                </a:ext>
              </a:extLst>
            </p:cNvPr>
            <p:cNvSpPr/>
            <p:nvPr/>
          </p:nvSpPr>
          <p:spPr>
            <a:xfrm>
              <a:off x="979718" y="1709853"/>
              <a:ext cx="486723" cy="76128"/>
            </a:xfrm>
            <a:custGeom>
              <a:avLst/>
              <a:gdLst/>
              <a:ahLst/>
              <a:cxnLst/>
              <a:rect l="l" t="t" r="r" b="b"/>
              <a:pathLst>
                <a:path w="10530" h="1647" extrusionOk="0">
                  <a:moveTo>
                    <a:pt x="5265" y="0"/>
                  </a:moveTo>
                  <a:cubicBezTo>
                    <a:pt x="2357" y="0"/>
                    <a:pt x="1" y="369"/>
                    <a:pt x="1" y="823"/>
                  </a:cubicBezTo>
                  <a:cubicBezTo>
                    <a:pt x="1" y="1278"/>
                    <a:pt x="2357" y="1646"/>
                    <a:pt x="5265" y="1646"/>
                  </a:cubicBezTo>
                  <a:cubicBezTo>
                    <a:pt x="8172" y="1646"/>
                    <a:pt x="10530" y="1278"/>
                    <a:pt x="10530" y="823"/>
                  </a:cubicBezTo>
                  <a:cubicBezTo>
                    <a:pt x="10530" y="369"/>
                    <a:pt x="8172" y="0"/>
                    <a:pt x="52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407;p95">
              <a:extLst>
                <a:ext uri="{FF2B5EF4-FFF2-40B4-BE49-F238E27FC236}">
                  <a16:creationId xmlns:a16="http://schemas.microsoft.com/office/drawing/2014/main" id="{6F8973C8-72DA-628D-09A1-FA38D2E1468D}"/>
                </a:ext>
              </a:extLst>
            </p:cNvPr>
            <p:cNvSpPr/>
            <p:nvPr/>
          </p:nvSpPr>
          <p:spPr>
            <a:xfrm>
              <a:off x="969549" y="1273610"/>
              <a:ext cx="200652" cy="628811"/>
            </a:xfrm>
            <a:custGeom>
              <a:avLst/>
              <a:gdLst/>
              <a:ahLst/>
              <a:cxnLst/>
              <a:rect l="l" t="t" r="r" b="b"/>
              <a:pathLst>
                <a:path w="4341" h="13604" extrusionOk="0">
                  <a:moveTo>
                    <a:pt x="245" y="0"/>
                  </a:moveTo>
                  <a:lnTo>
                    <a:pt x="1" y="185"/>
                  </a:lnTo>
                  <a:cubicBezTo>
                    <a:pt x="666" y="1158"/>
                    <a:pt x="1304" y="2154"/>
                    <a:pt x="1772" y="3237"/>
                  </a:cubicBezTo>
                  <a:lnTo>
                    <a:pt x="1958" y="3637"/>
                  </a:lnTo>
                  <a:cubicBezTo>
                    <a:pt x="2019" y="3770"/>
                    <a:pt x="2067" y="3911"/>
                    <a:pt x="2122" y="4047"/>
                  </a:cubicBezTo>
                  <a:lnTo>
                    <a:pt x="2439" y="4870"/>
                  </a:lnTo>
                  <a:cubicBezTo>
                    <a:pt x="2613" y="5432"/>
                    <a:pt x="2809" y="5987"/>
                    <a:pt x="2939" y="6560"/>
                  </a:cubicBezTo>
                  <a:cubicBezTo>
                    <a:pt x="3226" y="7698"/>
                    <a:pt x="3428" y="8859"/>
                    <a:pt x="3523" y="10029"/>
                  </a:cubicBezTo>
                  <a:lnTo>
                    <a:pt x="3582" y="10906"/>
                  </a:lnTo>
                  <a:cubicBezTo>
                    <a:pt x="3588" y="11200"/>
                    <a:pt x="3601" y="11492"/>
                    <a:pt x="3602" y="11784"/>
                  </a:cubicBezTo>
                  <a:cubicBezTo>
                    <a:pt x="3603" y="12366"/>
                    <a:pt x="3582" y="12962"/>
                    <a:pt x="3522" y="13518"/>
                  </a:cubicBezTo>
                  <a:lnTo>
                    <a:pt x="4293" y="13604"/>
                  </a:lnTo>
                  <a:cubicBezTo>
                    <a:pt x="4340" y="12974"/>
                    <a:pt x="4339" y="12379"/>
                    <a:pt x="4319" y="11770"/>
                  </a:cubicBezTo>
                  <a:cubicBezTo>
                    <a:pt x="4308" y="11467"/>
                    <a:pt x="4286" y="11166"/>
                    <a:pt x="4268" y="10865"/>
                  </a:cubicBezTo>
                  <a:lnTo>
                    <a:pt x="4179" y="9963"/>
                  </a:lnTo>
                  <a:cubicBezTo>
                    <a:pt x="4041" y="8762"/>
                    <a:pt x="3796" y="7576"/>
                    <a:pt x="3461" y="6418"/>
                  </a:cubicBezTo>
                  <a:cubicBezTo>
                    <a:pt x="3308" y="5835"/>
                    <a:pt x="3089" y="5272"/>
                    <a:pt x="2891" y="4703"/>
                  </a:cubicBezTo>
                  <a:lnTo>
                    <a:pt x="2540" y="3870"/>
                  </a:lnTo>
                  <a:cubicBezTo>
                    <a:pt x="2479" y="3732"/>
                    <a:pt x="2425" y="3592"/>
                    <a:pt x="2359" y="3457"/>
                  </a:cubicBezTo>
                  <a:lnTo>
                    <a:pt x="2154" y="3055"/>
                  </a:lnTo>
                  <a:cubicBezTo>
                    <a:pt x="1640" y="1963"/>
                    <a:pt x="954" y="966"/>
                    <a:pt x="24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408;p95">
              <a:extLst>
                <a:ext uri="{FF2B5EF4-FFF2-40B4-BE49-F238E27FC236}">
                  <a16:creationId xmlns:a16="http://schemas.microsoft.com/office/drawing/2014/main" id="{B49D5832-2FC9-A81C-2BC9-036664E67074}"/>
                </a:ext>
              </a:extLst>
            </p:cNvPr>
            <p:cNvSpPr/>
            <p:nvPr/>
          </p:nvSpPr>
          <p:spPr>
            <a:xfrm>
              <a:off x="1103084" y="972844"/>
              <a:ext cx="312973" cy="922139"/>
            </a:xfrm>
            <a:custGeom>
              <a:avLst/>
              <a:gdLst/>
              <a:ahLst/>
              <a:cxnLst/>
              <a:rect l="l" t="t" r="r" b="b"/>
              <a:pathLst>
                <a:path w="6771" h="19950" extrusionOk="0">
                  <a:moveTo>
                    <a:pt x="6517" y="0"/>
                  </a:moveTo>
                  <a:lnTo>
                    <a:pt x="5797" y="1108"/>
                  </a:lnTo>
                  <a:cubicBezTo>
                    <a:pt x="5679" y="1296"/>
                    <a:pt x="5552" y="1476"/>
                    <a:pt x="5442" y="1666"/>
                  </a:cubicBezTo>
                  <a:lnTo>
                    <a:pt x="5119" y="2243"/>
                  </a:lnTo>
                  <a:cubicBezTo>
                    <a:pt x="4909" y="2631"/>
                    <a:pt x="4679" y="3009"/>
                    <a:pt x="4485" y="3404"/>
                  </a:cubicBezTo>
                  <a:lnTo>
                    <a:pt x="3909" y="4595"/>
                  </a:lnTo>
                  <a:lnTo>
                    <a:pt x="3766" y="4893"/>
                  </a:lnTo>
                  <a:lnTo>
                    <a:pt x="3637" y="5197"/>
                  </a:lnTo>
                  <a:lnTo>
                    <a:pt x="3380" y="5806"/>
                  </a:lnTo>
                  <a:cubicBezTo>
                    <a:pt x="3211" y="6213"/>
                    <a:pt x="3032" y="6616"/>
                    <a:pt x="2889" y="7033"/>
                  </a:cubicBezTo>
                  <a:lnTo>
                    <a:pt x="2433" y="8274"/>
                  </a:lnTo>
                  <a:lnTo>
                    <a:pt x="2029" y="9534"/>
                  </a:lnTo>
                  <a:cubicBezTo>
                    <a:pt x="1512" y="11219"/>
                    <a:pt x="1080" y="12929"/>
                    <a:pt x="740" y="14660"/>
                  </a:cubicBezTo>
                  <a:cubicBezTo>
                    <a:pt x="573" y="15526"/>
                    <a:pt x="420" y="16395"/>
                    <a:pt x="297" y="17269"/>
                  </a:cubicBezTo>
                  <a:cubicBezTo>
                    <a:pt x="169" y="18145"/>
                    <a:pt x="69" y="19014"/>
                    <a:pt x="0" y="19910"/>
                  </a:cubicBezTo>
                  <a:lnTo>
                    <a:pt x="774" y="19950"/>
                  </a:lnTo>
                  <a:cubicBezTo>
                    <a:pt x="821" y="19097"/>
                    <a:pt x="901" y="18223"/>
                    <a:pt x="1009" y="17363"/>
                  </a:cubicBezTo>
                  <a:cubicBezTo>
                    <a:pt x="1112" y="16499"/>
                    <a:pt x="1243" y="15638"/>
                    <a:pt x="1387" y="14780"/>
                  </a:cubicBezTo>
                  <a:cubicBezTo>
                    <a:pt x="1685" y="13064"/>
                    <a:pt x="2074" y="11364"/>
                    <a:pt x="2548" y="9688"/>
                  </a:cubicBezTo>
                  <a:lnTo>
                    <a:pt x="2919" y="8436"/>
                  </a:lnTo>
                  <a:lnTo>
                    <a:pt x="3341" y="7199"/>
                  </a:lnTo>
                  <a:cubicBezTo>
                    <a:pt x="3474" y="6784"/>
                    <a:pt x="3643" y="6382"/>
                    <a:pt x="3801" y="5976"/>
                  </a:cubicBezTo>
                  <a:lnTo>
                    <a:pt x="4040" y="5369"/>
                  </a:lnTo>
                  <a:lnTo>
                    <a:pt x="4160" y="5066"/>
                  </a:lnTo>
                  <a:lnTo>
                    <a:pt x="4296" y="4769"/>
                  </a:lnTo>
                  <a:lnTo>
                    <a:pt x="4838" y="3580"/>
                  </a:lnTo>
                  <a:cubicBezTo>
                    <a:pt x="5022" y="3184"/>
                    <a:pt x="5240" y="2808"/>
                    <a:pt x="5440" y="2420"/>
                  </a:cubicBezTo>
                  <a:lnTo>
                    <a:pt x="5745" y="1843"/>
                  </a:lnTo>
                  <a:cubicBezTo>
                    <a:pt x="5849" y="1652"/>
                    <a:pt x="5971" y="1471"/>
                    <a:pt x="6083" y="1285"/>
                  </a:cubicBezTo>
                  <a:lnTo>
                    <a:pt x="6771" y="174"/>
                  </a:lnTo>
                  <a:lnTo>
                    <a:pt x="6769" y="174"/>
                  </a:lnTo>
                  <a:lnTo>
                    <a:pt x="65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409;p95">
              <a:extLst>
                <a:ext uri="{FF2B5EF4-FFF2-40B4-BE49-F238E27FC236}">
                  <a16:creationId xmlns:a16="http://schemas.microsoft.com/office/drawing/2014/main" id="{4FA1A9CF-47AA-770E-2237-72C6AB0DB97B}"/>
                </a:ext>
              </a:extLst>
            </p:cNvPr>
            <p:cNvSpPr/>
            <p:nvPr/>
          </p:nvSpPr>
          <p:spPr>
            <a:xfrm>
              <a:off x="1115194" y="813748"/>
              <a:ext cx="145370" cy="1100234"/>
            </a:xfrm>
            <a:custGeom>
              <a:avLst/>
              <a:gdLst/>
              <a:ahLst/>
              <a:cxnLst/>
              <a:rect l="l" t="t" r="r" b="b"/>
              <a:pathLst>
                <a:path w="3145" h="23803" extrusionOk="0">
                  <a:moveTo>
                    <a:pt x="286" y="1"/>
                  </a:moveTo>
                  <a:lnTo>
                    <a:pt x="286" y="1"/>
                  </a:lnTo>
                  <a:lnTo>
                    <a:pt x="286" y="1"/>
                  </a:lnTo>
                  <a:lnTo>
                    <a:pt x="287" y="1"/>
                  </a:lnTo>
                  <a:close/>
                  <a:moveTo>
                    <a:pt x="286" y="1"/>
                  </a:moveTo>
                  <a:lnTo>
                    <a:pt x="0" y="112"/>
                  </a:lnTo>
                  <a:lnTo>
                    <a:pt x="474" y="1528"/>
                  </a:lnTo>
                  <a:cubicBezTo>
                    <a:pt x="549" y="1764"/>
                    <a:pt x="642" y="1996"/>
                    <a:pt x="703" y="2238"/>
                  </a:cubicBezTo>
                  <a:lnTo>
                    <a:pt x="896" y="2959"/>
                  </a:lnTo>
                  <a:lnTo>
                    <a:pt x="1088" y="3680"/>
                  </a:lnTo>
                  <a:cubicBezTo>
                    <a:pt x="1154" y="3920"/>
                    <a:pt x="1219" y="4161"/>
                    <a:pt x="1266" y="4405"/>
                  </a:cubicBezTo>
                  <a:lnTo>
                    <a:pt x="1573" y="5867"/>
                  </a:lnTo>
                  <a:cubicBezTo>
                    <a:pt x="1931" y="7825"/>
                    <a:pt x="2205" y="9800"/>
                    <a:pt x="2336" y="11789"/>
                  </a:cubicBezTo>
                  <a:cubicBezTo>
                    <a:pt x="2474" y="13775"/>
                    <a:pt x="2525" y="15769"/>
                    <a:pt x="2485" y="17760"/>
                  </a:cubicBezTo>
                  <a:cubicBezTo>
                    <a:pt x="2462" y="18756"/>
                    <a:pt x="2425" y="19750"/>
                    <a:pt x="2359" y="20743"/>
                  </a:cubicBezTo>
                  <a:cubicBezTo>
                    <a:pt x="2298" y="21735"/>
                    <a:pt x="2209" y="22732"/>
                    <a:pt x="2091" y="23706"/>
                  </a:cubicBezTo>
                  <a:lnTo>
                    <a:pt x="2861" y="23803"/>
                  </a:lnTo>
                  <a:cubicBezTo>
                    <a:pt x="2964" y="22788"/>
                    <a:pt x="3033" y="21789"/>
                    <a:pt x="3075" y="20782"/>
                  </a:cubicBezTo>
                  <a:cubicBezTo>
                    <a:pt x="3122" y="19777"/>
                    <a:pt x="3141" y="18772"/>
                    <a:pt x="3143" y="17767"/>
                  </a:cubicBezTo>
                  <a:cubicBezTo>
                    <a:pt x="3144" y="15756"/>
                    <a:pt x="3055" y="13746"/>
                    <a:pt x="2875" y="11744"/>
                  </a:cubicBezTo>
                  <a:cubicBezTo>
                    <a:pt x="2704" y="9741"/>
                    <a:pt x="2389" y="7751"/>
                    <a:pt x="1989" y="5783"/>
                  </a:cubicBezTo>
                  <a:lnTo>
                    <a:pt x="1650" y="4313"/>
                  </a:lnTo>
                  <a:cubicBezTo>
                    <a:pt x="1598" y="4066"/>
                    <a:pt x="1527" y="3826"/>
                    <a:pt x="1457" y="3585"/>
                  </a:cubicBezTo>
                  <a:lnTo>
                    <a:pt x="1247" y="2860"/>
                  </a:lnTo>
                  <a:lnTo>
                    <a:pt x="1038" y="2135"/>
                  </a:lnTo>
                  <a:cubicBezTo>
                    <a:pt x="972" y="1893"/>
                    <a:pt x="874" y="1660"/>
                    <a:pt x="794" y="142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410;p95">
              <a:extLst>
                <a:ext uri="{FF2B5EF4-FFF2-40B4-BE49-F238E27FC236}">
                  <a16:creationId xmlns:a16="http://schemas.microsoft.com/office/drawing/2014/main" id="{01CBF497-4EFF-D47D-1D49-53BC481CD550}"/>
                </a:ext>
              </a:extLst>
            </p:cNvPr>
            <p:cNvSpPr/>
            <p:nvPr/>
          </p:nvSpPr>
          <p:spPr>
            <a:xfrm>
              <a:off x="683019" y="714325"/>
              <a:ext cx="584946" cy="364095"/>
            </a:xfrm>
            <a:custGeom>
              <a:avLst/>
              <a:gdLst/>
              <a:ahLst/>
              <a:cxnLst/>
              <a:rect l="l" t="t" r="r" b="b"/>
              <a:pathLst>
                <a:path w="12655" h="7877" extrusionOk="0">
                  <a:moveTo>
                    <a:pt x="5619" y="3958"/>
                  </a:moveTo>
                  <a:cubicBezTo>
                    <a:pt x="5732" y="3958"/>
                    <a:pt x="5824" y="3996"/>
                    <a:pt x="5869" y="4074"/>
                  </a:cubicBezTo>
                  <a:cubicBezTo>
                    <a:pt x="5965" y="4235"/>
                    <a:pt x="5821" y="4507"/>
                    <a:pt x="5549" y="4679"/>
                  </a:cubicBezTo>
                  <a:cubicBezTo>
                    <a:pt x="5407" y="4769"/>
                    <a:pt x="5258" y="4815"/>
                    <a:pt x="5134" y="4815"/>
                  </a:cubicBezTo>
                  <a:cubicBezTo>
                    <a:pt x="5021" y="4815"/>
                    <a:pt x="4929" y="4776"/>
                    <a:pt x="4884" y="4699"/>
                  </a:cubicBezTo>
                  <a:cubicBezTo>
                    <a:pt x="4788" y="4537"/>
                    <a:pt x="4933" y="4266"/>
                    <a:pt x="5205" y="4093"/>
                  </a:cubicBezTo>
                  <a:cubicBezTo>
                    <a:pt x="5347" y="4003"/>
                    <a:pt x="5495" y="3958"/>
                    <a:pt x="5619" y="3958"/>
                  </a:cubicBezTo>
                  <a:close/>
                  <a:moveTo>
                    <a:pt x="5604" y="0"/>
                  </a:moveTo>
                  <a:cubicBezTo>
                    <a:pt x="3895" y="279"/>
                    <a:pt x="1984" y="1078"/>
                    <a:pt x="1" y="2668"/>
                  </a:cubicBezTo>
                  <a:cubicBezTo>
                    <a:pt x="1" y="2668"/>
                    <a:pt x="883" y="2777"/>
                    <a:pt x="1212" y="3174"/>
                  </a:cubicBezTo>
                  <a:cubicBezTo>
                    <a:pt x="1541" y="3571"/>
                    <a:pt x="4450" y="7320"/>
                    <a:pt x="8421" y="7811"/>
                  </a:cubicBezTo>
                  <a:cubicBezTo>
                    <a:pt x="8709" y="7846"/>
                    <a:pt x="9057" y="7877"/>
                    <a:pt x="9421" y="7877"/>
                  </a:cubicBezTo>
                  <a:cubicBezTo>
                    <a:pt x="10427" y="7877"/>
                    <a:pt x="11551" y="7645"/>
                    <a:pt x="11868" y="6651"/>
                  </a:cubicBezTo>
                  <a:cubicBezTo>
                    <a:pt x="12003" y="6226"/>
                    <a:pt x="11938" y="5764"/>
                    <a:pt x="11782" y="5345"/>
                  </a:cubicBezTo>
                  <a:cubicBezTo>
                    <a:pt x="11756" y="5274"/>
                    <a:pt x="11727" y="5205"/>
                    <a:pt x="11695" y="5137"/>
                  </a:cubicBezTo>
                  <a:cubicBezTo>
                    <a:pt x="11486" y="4678"/>
                    <a:pt x="11135" y="4288"/>
                    <a:pt x="10941" y="3827"/>
                  </a:cubicBezTo>
                  <a:cubicBezTo>
                    <a:pt x="11284" y="3645"/>
                    <a:pt x="11732" y="3699"/>
                    <a:pt x="12090" y="3465"/>
                  </a:cubicBezTo>
                  <a:cubicBezTo>
                    <a:pt x="12654" y="3094"/>
                    <a:pt x="12496" y="2502"/>
                    <a:pt x="12140" y="2029"/>
                  </a:cubicBezTo>
                  <a:cubicBezTo>
                    <a:pt x="11490" y="1165"/>
                    <a:pt x="10219" y="344"/>
                    <a:pt x="8545" y="24"/>
                  </a:cubicBezTo>
                  <a:lnTo>
                    <a:pt x="8545" y="24"/>
                  </a:lnTo>
                  <a:cubicBezTo>
                    <a:pt x="8599" y="136"/>
                    <a:pt x="8614" y="244"/>
                    <a:pt x="8583" y="341"/>
                  </a:cubicBezTo>
                  <a:cubicBezTo>
                    <a:pt x="8508" y="570"/>
                    <a:pt x="8188" y="689"/>
                    <a:pt x="7746" y="689"/>
                  </a:cubicBezTo>
                  <a:cubicBezTo>
                    <a:pt x="7407" y="689"/>
                    <a:pt x="6996" y="619"/>
                    <a:pt x="6571" y="474"/>
                  </a:cubicBezTo>
                  <a:cubicBezTo>
                    <a:pt x="6195" y="347"/>
                    <a:pt x="5864" y="181"/>
                    <a:pt x="56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411;p95">
              <a:extLst>
                <a:ext uri="{FF2B5EF4-FFF2-40B4-BE49-F238E27FC236}">
                  <a16:creationId xmlns:a16="http://schemas.microsoft.com/office/drawing/2014/main" id="{C63D6176-82F1-C00B-F889-ED10D5165DA4}"/>
                </a:ext>
              </a:extLst>
            </p:cNvPr>
            <p:cNvSpPr/>
            <p:nvPr/>
          </p:nvSpPr>
          <p:spPr>
            <a:xfrm>
              <a:off x="638508" y="1122927"/>
              <a:ext cx="535257" cy="511313"/>
            </a:xfrm>
            <a:custGeom>
              <a:avLst/>
              <a:gdLst/>
              <a:ahLst/>
              <a:cxnLst/>
              <a:rect l="l" t="t" r="r" b="b"/>
              <a:pathLst>
                <a:path w="11580" h="11062" extrusionOk="0">
                  <a:moveTo>
                    <a:pt x="4022" y="3189"/>
                  </a:moveTo>
                  <a:cubicBezTo>
                    <a:pt x="4122" y="3189"/>
                    <a:pt x="4200" y="3218"/>
                    <a:pt x="4243" y="3278"/>
                  </a:cubicBezTo>
                  <a:cubicBezTo>
                    <a:pt x="4387" y="3477"/>
                    <a:pt x="4112" y="3943"/>
                    <a:pt x="3628" y="4319"/>
                  </a:cubicBezTo>
                  <a:cubicBezTo>
                    <a:pt x="3292" y="4581"/>
                    <a:pt x="2944" y="4731"/>
                    <a:pt x="2715" y="4731"/>
                  </a:cubicBezTo>
                  <a:cubicBezTo>
                    <a:pt x="2614" y="4731"/>
                    <a:pt x="2537" y="4702"/>
                    <a:pt x="2493" y="4642"/>
                  </a:cubicBezTo>
                  <a:cubicBezTo>
                    <a:pt x="2350" y="4442"/>
                    <a:pt x="2625" y="3977"/>
                    <a:pt x="3108" y="3601"/>
                  </a:cubicBezTo>
                  <a:cubicBezTo>
                    <a:pt x="3444" y="3339"/>
                    <a:pt x="3793" y="3189"/>
                    <a:pt x="4022" y="3189"/>
                  </a:cubicBezTo>
                  <a:close/>
                  <a:moveTo>
                    <a:pt x="2838" y="5029"/>
                  </a:moveTo>
                  <a:cubicBezTo>
                    <a:pt x="3002" y="5029"/>
                    <a:pt x="3132" y="5089"/>
                    <a:pt x="3168" y="5199"/>
                  </a:cubicBezTo>
                  <a:cubicBezTo>
                    <a:pt x="3222" y="5364"/>
                    <a:pt x="3040" y="5581"/>
                    <a:pt x="2761" y="5680"/>
                  </a:cubicBezTo>
                  <a:cubicBezTo>
                    <a:pt x="2666" y="5714"/>
                    <a:pt x="2572" y="5731"/>
                    <a:pt x="2488" y="5731"/>
                  </a:cubicBezTo>
                  <a:cubicBezTo>
                    <a:pt x="2323" y="5731"/>
                    <a:pt x="2193" y="5670"/>
                    <a:pt x="2157" y="5559"/>
                  </a:cubicBezTo>
                  <a:cubicBezTo>
                    <a:pt x="2103" y="5394"/>
                    <a:pt x="2285" y="5177"/>
                    <a:pt x="2564" y="5079"/>
                  </a:cubicBezTo>
                  <a:cubicBezTo>
                    <a:pt x="2659" y="5045"/>
                    <a:pt x="2753" y="5029"/>
                    <a:pt x="2838" y="5029"/>
                  </a:cubicBezTo>
                  <a:close/>
                  <a:moveTo>
                    <a:pt x="7505" y="4970"/>
                  </a:moveTo>
                  <a:cubicBezTo>
                    <a:pt x="7509" y="4970"/>
                    <a:pt x="7513" y="4970"/>
                    <a:pt x="7517" y="4970"/>
                  </a:cubicBezTo>
                  <a:cubicBezTo>
                    <a:pt x="7722" y="4981"/>
                    <a:pt x="7871" y="5288"/>
                    <a:pt x="7849" y="5655"/>
                  </a:cubicBezTo>
                  <a:cubicBezTo>
                    <a:pt x="7828" y="6016"/>
                    <a:pt x="7649" y="6300"/>
                    <a:pt x="7448" y="6300"/>
                  </a:cubicBezTo>
                  <a:cubicBezTo>
                    <a:pt x="7444" y="6300"/>
                    <a:pt x="7441" y="6300"/>
                    <a:pt x="7437" y="6300"/>
                  </a:cubicBezTo>
                  <a:cubicBezTo>
                    <a:pt x="7232" y="6289"/>
                    <a:pt x="7083" y="5982"/>
                    <a:pt x="7106" y="5614"/>
                  </a:cubicBezTo>
                  <a:cubicBezTo>
                    <a:pt x="7127" y="5254"/>
                    <a:pt x="7305" y="4970"/>
                    <a:pt x="7505" y="4970"/>
                  </a:cubicBezTo>
                  <a:close/>
                  <a:moveTo>
                    <a:pt x="7214" y="0"/>
                  </a:moveTo>
                  <a:cubicBezTo>
                    <a:pt x="7169" y="0"/>
                    <a:pt x="7123" y="2"/>
                    <a:pt x="7078" y="5"/>
                  </a:cubicBezTo>
                  <a:cubicBezTo>
                    <a:pt x="4476" y="168"/>
                    <a:pt x="0" y="3537"/>
                    <a:pt x="350" y="11062"/>
                  </a:cubicBezTo>
                  <a:cubicBezTo>
                    <a:pt x="350" y="11062"/>
                    <a:pt x="967" y="10349"/>
                    <a:pt x="1492" y="10290"/>
                  </a:cubicBezTo>
                  <a:cubicBezTo>
                    <a:pt x="2016" y="10230"/>
                    <a:pt x="6840" y="9848"/>
                    <a:pt x="9618" y="6638"/>
                  </a:cubicBezTo>
                  <a:cubicBezTo>
                    <a:pt x="10376" y="5760"/>
                    <a:pt x="11579" y="4097"/>
                    <a:pt x="10722" y="2930"/>
                  </a:cubicBezTo>
                  <a:cubicBezTo>
                    <a:pt x="10453" y="2564"/>
                    <a:pt x="10033" y="2352"/>
                    <a:pt x="9595" y="2247"/>
                  </a:cubicBezTo>
                  <a:cubicBezTo>
                    <a:pt x="9521" y="2229"/>
                    <a:pt x="9446" y="2213"/>
                    <a:pt x="9372" y="2202"/>
                  </a:cubicBezTo>
                  <a:cubicBezTo>
                    <a:pt x="8869" y="2120"/>
                    <a:pt x="8338" y="2202"/>
                    <a:pt x="7843" y="2104"/>
                  </a:cubicBezTo>
                  <a:cubicBezTo>
                    <a:pt x="7898" y="1696"/>
                    <a:pt x="8209" y="1333"/>
                    <a:pt x="8230" y="883"/>
                  </a:cubicBezTo>
                  <a:cubicBezTo>
                    <a:pt x="8260" y="224"/>
                    <a:pt x="7765" y="0"/>
                    <a:pt x="721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412;p95">
              <a:extLst>
                <a:ext uri="{FF2B5EF4-FFF2-40B4-BE49-F238E27FC236}">
                  <a16:creationId xmlns:a16="http://schemas.microsoft.com/office/drawing/2014/main" id="{61D63A2A-B586-B6A8-58AE-5438092A505A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extrusionOk="0">
                  <a:moveTo>
                    <a:pt x="3129" y="0"/>
                  </a:moveTo>
                  <a:cubicBezTo>
                    <a:pt x="2459" y="265"/>
                    <a:pt x="1863" y="722"/>
                    <a:pt x="1426" y="1294"/>
                  </a:cubicBezTo>
                  <a:cubicBezTo>
                    <a:pt x="983" y="1866"/>
                    <a:pt x="687" y="2530"/>
                    <a:pt x="482" y="3208"/>
                  </a:cubicBezTo>
                  <a:cubicBezTo>
                    <a:pt x="71" y="4573"/>
                    <a:pt x="1" y="5994"/>
                    <a:pt x="31" y="7393"/>
                  </a:cubicBezTo>
                  <a:cubicBezTo>
                    <a:pt x="75" y="8793"/>
                    <a:pt x="238" y="10183"/>
                    <a:pt x="478" y="11558"/>
                  </a:cubicBezTo>
                  <a:cubicBezTo>
                    <a:pt x="719" y="12935"/>
                    <a:pt x="1023" y="14290"/>
                    <a:pt x="1416" y="15644"/>
                  </a:cubicBezTo>
                  <a:lnTo>
                    <a:pt x="2155" y="15409"/>
                  </a:lnTo>
                  <a:cubicBezTo>
                    <a:pt x="1742" y="14117"/>
                    <a:pt x="1399" y="12777"/>
                    <a:pt x="1125" y="11436"/>
                  </a:cubicBezTo>
                  <a:cubicBezTo>
                    <a:pt x="852" y="10093"/>
                    <a:pt x="653" y="8734"/>
                    <a:pt x="572" y="7369"/>
                  </a:cubicBezTo>
                  <a:cubicBezTo>
                    <a:pt x="504" y="6010"/>
                    <a:pt x="536" y="4629"/>
                    <a:pt x="889" y="3326"/>
                  </a:cubicBezTo>
                  <a:cubicBezTo>
                    <a:pt x="1066" y="2678"/>
                    <a:pt x="1326" y="2051"/>
                    <a:pt x="1717" y="1514"/>
                  </a:cubicBezTo>
                  <a:cubicBezTo>
                    <a:pt x="2105" y="976"/>
                    <a:pt x="2633" y="547"/>
                    <a:pt x="3245" y="284"/>
                  </a:cubicBezTo>
                  <a:lnTo>
                    <a:pt x="312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413;p95">
              <a:extLst>
                <a:ext uri="{FF2B5EF4-FFF2-40B4-BE49-F238E27FC236}">
                  <a16:creationId xmlns:a16="http://schemas.microsoft.com/office/drawing/2014/main" id="{4E579D92-8E8B-E7EA-46FF-6615914E9AA4}"/>
                </a:ext>
              </a:extLst>
            </p:cNvPr>
            <p:cNvSpPr/>
            <p:nvPr/>
          </p:nvSpPr>
          <p:spPr>
            <a:xfrm>
              <a:off x="1236296" y="1370861"/>
              <a:ext cx="106959" cy="520928"/>
            </a:xfrm>
            <a:custGeom>
              <a:avLst/>
              <a:gdLst/>
              <a:ahLst/>
              <a:cxnLst/>
              <a:rect l="l" t="t" r="r" b="b"/>
              <a:pathLst>
                <a:path w="2314" h="11270" extrusionOk="0">
                  <a:moveTo>
                    <a:pt x="1722" y="0"/>
                  </a:moveTo>
                  <a:cubicBezTo>
                    <a:pt x="1656" y="5"/>
                    <a:pt x="1578" y="8"/>
                    <a:pt x="1489" y="8"/>
                  </a:cubicBezTo>
                  <a:cubicBezTo>
                    <a:pt x="1489" y="8"/>
                    <a:pt x="1" y="3390"/>
                    <a:pt x="1519" y="9393"/>
                  </a:cubicBezTo>
                  <a:cubicBezTo>
                    <a:pt x="1828" y="10614"/>
                    <a:pt x="2081" y="11163"/>
                    <a:pt x="2313" y="11269"/>
                  </a:cubicBezTo>
                  <a:cubicBezTo>
                    <a:pt x="2093" y="10457"/>
                    <a:pt x="1895" y="9633"/>
                    <a:pt x="1727" y="8810"/>
                  </a:cubicBezTo>
                  <a:cubicBezTo>
                    <a:pt x="1454" y="7467"/>
                    <a:pt x="1256" y="6108"/>
                    <a:pt x="1174" y="4743"/>
                  </a:cubicBezTo>
                  <a:cubicBezTo>
                    <a:pt x="1106" y="3384"/>
                    <a:pt x="1138" y="2003"/>
                    <a:pt x="1491" y="700"/>
                  </a:cubicBezTo>
                  <a:cubicBezTo>
                    <a:pt x="1556" y="462"/>
                    <a:pt x="1632" y="228"/>
                    <a:pt x="17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414;p95">
              <a:extLst>
                <a:ext uri="{FF2B5EF4-FFF2-40B4-BE49-F238E27FC236}">
                  <a16:creationId xmlns:a16="http://schemas.microsoft.com/office/drawing/2014/main" id="{53254BBA-5465-8C98-B0EA-9FB18F917FE6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fill="none" extrusionOk="0">
                  <a:moveTo>
                    <a:pt x="3245" y="284"/>
                  </a:moveTo>
                  <a:cubicBezTo>
                    <a:pt x="2633" y="547"/>
                    <a:pt x="2105" y="976"/>
                    <a:pt x="1717" y="1514"/>
                  </a:cubicBezTo>
                  <a:cubicBezTo>
                    <a:pt x="1326" y="2051"/>
                    <a:pt x="1066" y="2678"/>
                    <a:pt x="889" y="3326"/>
                  </a:cubicBezTo>
                  <a:cubicBezTo>
                    <a:pt x="536" y="4629"/>
                    <a:pt x="504" y="6010"/>
                    <a:pt x="572" y="7369"/>
                  </a:cubicBezTo>
                  <a:cubicBezTo>
                    <a:pt x="653" y="8734"/>
                    <a:pt x="852" y="10093"/>
                    <a:pt x="1125" y="11436"/>
                  </a:cubicBezTo>
                  <a:cubicBezTo>
                    <a:pt x="1399" y="12777"/>
                    <a:pt x="1742" y="14117"/>
                    <a:pt x="2155" y="15409"/>
                  </a:cubicBezTo>
                  <a:lnTo>
                    <a:pt x="1416" y="15644"/>
                  </a:lnTo>
                  <a:cubicBezTo>
                    <a:pt x="1023" y="14290"/>
                    <a:pt x="719" y="12935"/>
                    <a:pt x="478" y="11558"/>
                  </a:cubicBezTo>
                  <a:cubicBezTo>
                    <a:pt x="238" y="10183"/>
                    <a:pt x="75" y="8793"/>
                    <a:pt x="31" y="7393"/>
                  </a:cubicBezTo>
                  <a:cubicBezTo>
                    <a:pt x="1" y="5994"/>
                    <a:pt x="71" y="4573"/>
                    <a:pt x="482" y="3208"/>
                  </a:cubicBezTo>
                  <a:cubicBezTo>
                    <a:pt x="687" y="2530"/>
                    <a:pt x="983" y="1866"/>
                    <a:pt x="1426" y="1294"/>
                  </a:cubicBezTo>
                  <a:cubicBezTo>
                    <a:pt x="1863" y="722"/>
                    <a:pt x="2459" y="265"/>
                    <a:pt x="3129" y="0"/>
                  </a:cubicBezTo>
                  <a:lnTo>
                    <a:pt x="3245" y="28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415;p95">
              <a:extLst>
                <a:ext uri="{FF2B5EF4-FFF2-40B4-BE49-F238E27FC236}">
                  <a16:creationId xmlns:a16="http://schemas.microsoft.com/office/drawing/2014/main" id="{A45244B9-7C01-786A-3D5C-D119E8227CB5}"/>
                </a:ext>
              </a:extLst>
            </p:cNvPr>
            <p:cNvSpPr/>
            <p:nvPr/>
          </p:nvSpPr>
          <p:spPr>
            <a:xfrm>
              <a:off x="1262457" y="1191798"/>
              <a:ext cx="478033" cy="168481"/>
            </a:xfrm>
            <a:custGeom>
              <a:avLst/>
              <a:gdLst/>
              <a:ahLst/>
              <a:cxnLst/>
              <a:rect l="l" t="t" r="r" b="b"/>
              <a:pathLst>
                <a:path w="10342" h="3645" extrusionOk="0">
                  <a:moveTo>
                    <a:pt x="5948" y="937"/>
                  </a:moveTo>
                  <a:cubicBezTo>
                    <a:pt x="6121" y="937"/>
                    <a:pt x="6340" y="960"/>
                    <a:pt x="6566" y="1005"/>
                  </a:cubicBezTo>
                  <a:cubicBezTo>
                    <a:pt x="7028" y="1099"/>
                    <a:pt x="7345" y="1252"/>
                    <a:pt x="7274" y="1347"/>
                  </a:cubicBezTo>
                  <a:cubicBezTo>
                    <a:pt x="7238" y="1395"/>
                    <a:pt x="7110" y="1420"/>
                    <a:pt x="6931" y="1420"/>
                  </a:cubicBezTo>
                  <a:cubicBezTo>
                    <a:pt x="6758" y="1420"/>
                    <a:pt x="6538" y="1397"/>
                    <a:pt x="6311" y="1350"/>
                  </a:cubicBezTo>
                  <a:cubicBezTo>
                    <a:pt x="5849" y="1257"/>
                    <a:pt x="5533" y="1105"/>
                    <a:pt x="5604" y="1010"/>
                  </a:cubicBezTo>
                  <a:cubicBezTo>
                    <a:pt x="5640" y="961"/>
                    <a:pt x="5769" y="937"/>
                    <a:pt x="5948" y="937"/>
                  </a:cubicBezTo>
                  <a:close/>
                  <a:moveTo>
                    <a:pt x="7271" y="1528"/>
                  </a:moveTo>
                  <a:cubicBezTo>
                    <a:pt x="7285" y="1528"/>
                    <a:pt x="7298" y="1528"/>
                    <a:pt x="7312" y="1528"/>
                  </a:cubicBezTo>
                  <a:cubicBezTo>
                    <a:pt x="7554" y="1536"/>
                    <a:pt x="7744" y="1600"/>
                    <a:pt x="7737" y="1673"/>
                  </a:cubicBezTo>
                  <a:cubicBezTo>
                    <a:pt x="7729" y="1740"/>
                    <a:pt x="7554" y="1790"/>
                    <a:pt x="7335" y="1790"/>
                  </a:cubicBezTo>
                  <a:cubicBezTo>
                    <a:pt x="7319" y="1790"/>
                    <a:pt x="7304" y="1790"/>
                    <a:pt x="7288" y="1789"/>
                  </a:cubicBezTo>
                  <a:cubicBezTo>
                    <a:pt x="7047" y="1783"/>
                    <a:pt x="6856" y="1718"/>
                    <a:pt x="6863" y="1646"/>
                  </a:cubicBezTo>
                  <a:cubicBezTo>
                    <a:pt x="6870" y="1579"/>
                    <a:pt x="7049" y="1528"/>
                    <a:pt x="7271" y="1528"/>
                  </a:cubicBezTo>
                  <a:close/>
                  <a:moveTo>
                    <a:pt x="3447" y="2053"/>
                  </a:moveTo>
                  <a:cubicBezTo>
                    <a:pt x="3596" y="2053"/>
                    <a:pt x="3765" y="2140"/>
                    <a:pt x="3850" y="2266"/>
                  </a:cubicBezTo>
                  <a:cubicBezTo>
                    <a:pt x="3947" y="2409"/>
                    <a:pt x="3896" y="2548"/>
                    <a:pt x="3737" y="2576"/>
                  </a:cubicBezTo>
                  <a:cubicBezTo>
                    <a:pt x="3718" y="2579"/>
                    <a:pt x="3698" y="2581"/>
                    <a:pt x="3678" y="2581"/>
                  </a:cubicBezTo>
                  <a:cubicBezTo>
                    <a:pt x="3529" y="2581"/>
                    <a:pt x="3358" y="2494"/>
                    <a:pt x="3273" y="2368"/>
                  </a:cubicBezTo>
                  <a:cubicBezTo>
                    <a:pt x="3177" y="2225"/>
                    <a:pt x="3228" y="2086"/>
                    <a:pt x="3388" y="2058"/>
                  </a:cubicBezTo>
                  <a:cubicBezTo>
                    <a:pt x="3407" y="2055"/>
                    <a:pt x="3427" y="2053"/>
                    <a:pt x="3447" y="2053"/>
                  </a:cubicBezTo>
                  <a:close/>
                  <a:moveTo>
                    <a:pt x="3394" y="0"/>
                  </a:moveTo>
                  <a:cubicBezTo>
                    <a:pt x="3131" y="0"/>
                    <a:pt x="2887" y="14"/>
                    <a:pt x="2667" y="38"/>
                  </a:cubicBezTo>
                  <a:cubicBezTo>
                    <a:pt x="2184" y="93"/>
                    <a:pt x="1770" y="241"/>
                    <a:pt x="1949" y="520"/>
                  </a:cubicBezTo>
                  <a:cubicBezTo>
                    <a:pt x="2061" y="696"/>
                    <a:pt x="2385" y="805"/>
                    <a:pt x="2516" y="959"/>
                  </a:cubicBezTo>
                  <a:cubicBezTo>
                    <a:pt x="2146" y="1056"/>
                    <a:pt x="1710" y="1085"/>
                    <a:pt x="1332" y="1176"/>
                  </a:cubicBezTo>
                  <a:cubicBezTo>
                    <a:pt x="1276" y="1189"/>
                    <a:pt x="1221" y="1202"/>
                    <a:pt x="1166" y="1218"/>
                  </a:cubicBezTo>
                  <a:cubicBezTo>
                    <a:pt x="843" y="1311"/>
                    <a:pt x="558" y="1443"/>
                    <a:pt x="425" y="1619"/>
                  </a:cubicBezTo>
                  <a:cubicBezTo>
                    <a:pt x="1" y="2182"/>
                    <a:pt x="1306" y="2703"/>
                    <a:pt x="2092" y="2963"/>
                  </a:cubicBezTo>
                  <a:cubicBezTo>
                    <a:pt x="3608" y="3464"/>
                    <a:pt x="5404" y="3588"/>
                    <a:pt x="6825" y="3588"/>
                  </a:cubicBezTo>
                  <a:cubicBezTo>
                    <a:pt x="8101" y="3588"/>
                    <a:pt x="9076" y="3488"/>
                    <a:pt x="9277" y="3470"/>
                  </a:cubicBezTo>
                  <a:cubicBezTo>
                    <a:pt x="9312" y="3467"/>
                    <a:pt x="9347" y="3466"/>
                    <a:pt x="9384" y="3466"/>
                  </a:cubicBezTo>
                  <a:cubicBezTo>
                    <a:pt x="9801" y="3466"/>
                    <a:pt x="10342" y="3645"/>
                    <a:pt x="10342" y="3645"/>
                  </a:cubicBezTo>
                  <a:cubicBezTo>
                    <a:pt x="9142" y="940"/>
                    <a:pt x="5616" y="0"/>
                    <a:pt x="339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416;p95">
              <a:extLst>
                <a:ext uri="{FF2B5EF4-FFF2-40B4-BE49-F238E27FC236}">
                  <a16:creationId xmlns:a16="http://schemas.microsoft.com/office/drawing/2014/main" id="{8552F658-2D0C-E998-E788-EAA9AA26F9A3}"/>
                </a:ext>
              </a:extLst>
            </p:cNvPr>
            <p:cNvSpPr/>
            <p:nvPr/>
          </p:nvSpPr>
          <p:spPr>
            <a:xfrm>
              <a:off x="1280854" y="837876"/>
              <a:ext cx="379487" cy="286302"/>
            </a:xfrm>
            <a:custGeom>
              <a:avLst/>
              <a:gdLst/>
              <a:ahLst/>
              <a:cxnLst/>
              <a:rect l="l" t="t" r="r" b="b"/>
              <a:pathLst>
                <a:path w="8210" h="6194" extrusionOk="0">
                  <a:moveTo>
                    <a:pt x="8209" y="1"/>
                  </a:moveTo>
                  <a:lnTo>
                    <a:pt x="8209" y="1"/>
                  </a:lnTo>
                  <a:cubicBezTo>
                    <a:pt x="2796" y="26"/>
                    <a:pt x="238" y="2635"/>
                    <a:pt x="44" y="4098"/>
                  </a:cubicBezTo>
                  <a:cubicBezTo>
                    <a:pt x="1" y="4417"/>
                    <a:pt x="115" y="4721"/>
                    <a:pt x="561" y="4721"/>
                  </a:cubicBezTo>
                  <a:cubicBezTo>
                    <a:pt x="587" y="4721"/>
                    <a:pt x="615" y="4720"/>
                    <a:pt x="644" y="4717"/>
                  </a:cubicBezTo>
                  <a:cubicBezTo>
                    <a:pt x="970" y="4693"/>
                    <a:pt x="1240" y="4507"/>
                    <a:pt x="1534" y="4464"/>
                  </a:cubicBezTo>
                  <a:lnTo>
                    <a:pt x="1534" y="4464"/>
                  </a:lnTo>
                  <a:cubicBezTo>
                    <a:pt x="1591" y="4739"/>
                    <a:pt x="1516" y="5039"/>
                    <a:pt x="1561" y="5319"/>
                  </a:cubicBezTo>
                  <a:cubicBezTo>
                    <a:pt x="1568" y="5361"/>
                    <a:pt x="1576" y="5401"/>
                    <a:pt x="1587" y="5442"/>
                  </a:cubicBezTo>
                  <a:cubicBezTo>
                    <a:pt x="1650" y="5684"/>
                    <a:pt x="1790" y="5914"/>
                    <a:pt x="2046" y="6054"/>
                  </a:cubicBezTo>
                  <a:cubicBezTo>
                    <a:pt x="2226" y="6152"/>
                    <a:pt x="2427" y="6193"/>
                    <a:pt x="2636" y="6193"/>
                  </a:cubicBezTo>
                  <a:cubicBezTo>
                    <a:pt x="3379" y="6193"/>
                    <a:pt x="4241" y="5677"/>
                    <a:pt x="4752" y="5325"/>
                  </a:cubicBezTo>
                  <a:cubicBezTo>
                    <a:pt x="7146" y="3673"/>
                    <a:pt x="7562" y="959"/>
                    <a:pt x="7620" y="663"/>
                  </a:cubicBezTo>
                  <a:cubicBezTo>
                    <a:pt x="7677" y="367"/>
                    <a:pt x="8209" y="1"/>
                    <a:pt x="82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417;p95">
              <a:extLst>
                <a:ext uri="{FF2B5EF4-FFF2-40B4-BE49-F238E27FC236}">
                  <a16:creationId xmlns:a16="http://schemas.microsoft.com/office/drawing/2014/main" id="{3465E7E0-2032-2AB9-3E8F-D40C92D492BA}"/>
                </a:ext>
              </a:extLst>
            </p:cNvPr>
            <p:cNvSpPr/>
            <p:nvPr/>
          </p:nvSpPr>
          <p:spPr>
            <a:xfrm>
              <a:off x="1390169" y="837876"/>
              <a:ext cx="270171" cy="292357"/>
            </a:xfrm>
            <a:custGeom>
              <a:avLst/>
              <a:gdLst/>
              <a:ahLst/>
              <a:cxnLst/>
              <a:rect l="l" t="t" r="r" b="b"/>
              <a:pathLst>
                <a:path w="5845" h="6325" extrusionOk="0">
                  <a:moveTo>
                    <a:pt x="5255" y="663"/>
                  </a:moveTo>
                  <a:cubicBezTo>
                    <a:pt x="5312" y="367"/>
                    <a:pt x="5844" y="1"/>
                    <a:pt x="5844" y="1"/>
                  </a:cubicBezTo>
                  <a:cubicBezTo>
                    <a:pt x="5133" y="4"/>
                    <a:pt x="4472" y="53"/>
                    <a:pt x="3859" y="137"/>
                  </a:cubicBezTo>
                  <a:cubicBezTo>
                    <a:pt x="4304" y="486"/>
                    <a:pt x="4322" y="1015"/>
                    <a:pt x="4284" y="1539"/>
                  </a:cubicBezTo>
                  <a:cubicBezTo>
                    <a:pt x="4223" y="2359"/>
                    <a:pt x="2815" y="4945"/>
                    <a:pt x="1469" y="5648"/>
                  </a:cubicBezTo>
                  <a:cubicBezTo>
                    <a:pt x="579" y="6113"/>
                    <a:pt x="558" y="6033"/>
                    <a:pt x="1" y="6167"/>
                  </a:cubicBezTo>
                  <a:cubicBezTo>
                    <a:pt x="794" y="6324"/>
                    <a:pt x="1812" y="5720"/>
                    <a:pt x="2387" y="5325"/>
                  </a:cubicBezTo>
                  <a:cubicBezTo>
                    <a:pt x="4781" y="3673"/>
                    <a:pt x="5197" y="959"/>
                    <a:pt x="5254" y="6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418;p95">
              <a:extLst>
                <a:ext uri="{FF2B5EF4-FFF2-40B4-BE49-F238E27FC236}">
                  <a16:creationId xmlns:a16="http://schemas.microsoft.com/office/drawing/2014/main" id="{A6976578-867A-B140-AB29-4C22B7BBAF67}"/>
                </a:ext>
              </a:extLst>
            </p:cNvPr>
            <p:cNvSpPr/>
            <p:nvPr/>
          </p:nvSpPr>
          <p:spPr>
            <a:xfrm>
              <a:off x="1121065" y="1491593"/>
              <a:ext cx="364557" cy="405140"/>
            </a:xfrm>
            <a:custGeom>
              <a:avLst/>
              <a:gdLst/>
              <a:ahLst/>
              <a:cxnLst/>
              <a:rect l="l" t="t" r="r" b="b"/>
              <a:pathLst>
                <a:path w="7887" h="8765" extrusionOk="0">
                  <a:moveTo>
                    <a:pt x="7790" y="0"/>
                  </a:moveTo>
                  <a:cubicBezTo>
                    <a:pt x="6842" y="298"/>
                    <a:pt x="5936" y="745"/>
                    <a:pt x="5123" y="1325"/>
                  </a:cubicBezTo>
                  <a:cubicBezTo>
                    <a:pt x="4307" y="1899"/>
                    <a:pt x="3578" y="2594"/>
                    <a:pt x="2933" y="3353"/>
                  </a:cubicBezTo>
                  <a:cubicBezTo>
                    <a:pt x="2288" y="4114"/>
                    <a:pt x="1725" y="4942"/>
                    <a:pt x="1238" y="5810"/>
                  </a:cubicBezTo>
                  <a:cubicBezTo>
                    <a:pt x="751" y="6684"/>
                    <a:pt x="329" y="7575"/>
                    <a:pt x="0" y="8548"/>
                  </a:cubicBezTo>
                  <a:lnTo>
                    <a:pt x="745" y="8765"/>
                  </a:lnTo>
                  <a:cubicBezTo>
                    <a:pt x="1007" y="7875"/>
                    <a:pt x="1386" y="6971"/>
                    <a:pt x="1818" y="6122"/>
                  </a:cubicBezTo>
                  <a:cubicBezTo>
                    <a:pt x="2254" y="5268"/>
                    <a:pt x="2763" y="4450"/>
                    <a:pt x="3353" y="3695"/>
                  </a:cubicBezTo>
                  <a:cubicBezTo>
                    <a:pt x="3943" y="2941"/>
                    <a:pt x="4615" y="2249"/>
                    <a:pt x="5376" y="1667"/>
                  </a:cubicBezTo>
                  <a:cubicBezTo>
                    <a:pt x="6132" y="1079"/>
                    <a:pt x="6982" y="616"/>
                    <a:pt x="7886" y="291"/>
                  </a:cubicBezTo>
                  <a:lnTo>
                    <a:pt x="779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419;p95">
              <a:extLst>
                <a:ext uri="{FF2B5EF4-FFF2-40B4-BE49-F238E27FC236}">
                  <a16:creationId xmlns:a16="http://schemas.microsoft.com/office/drawing/2014/main" id="{99E6AB6A-24FF-0F64-76D7-E404CC0727ED}"/>
                </a:ext>
              </a:extLst>
            </p:cNvPr>
            <p:cNvSpPr/>
            <p:nvPr/>
          </p:nvSpPr>
          <p:spPr>
            <a:xfrm>
              <a:off x="1373806" y="1434879"/>
              <a:ext cx="322864" cy="182533"/>
            </a:xfrm>
            <a:custGeom>
              <a:avLst/>
              <a:gdLst/>
              <a:ahLst/>
              <a:cxnLst/>
              <a:rect l="l" t="t" r="r" b="b"/>
              <a:pathLst>
                <a:path w="6985" h="3949" extrusionOk="0">
                  <a:moveTo>
                    <a:pt x="1192" y="1"/>
                  </a:moveTo>
                  <a:cubicBezTo>
                    <a:pt x="573" y="1"/>
                    <a:pt x="200" y="196"/>
                    <a:pt x="79" y="472"/>
                  </a:cubicBezTo>
                  <a:cubicBezTo>
                    <a:pt x="0" y="652"/>
                    <a:pt x="60" y="921"/>
                    <a:pt x="467" y="1190"/>
                  </a:cubicBezTo>
                  <a:cubicBezTo>
                    <a:pt x="724" y="1359"/>
                    <a:pt x="960" y="1401"/>
                    <a:pt x="1195" y="1542"/>
                  </a:cubicBezTo>
                  <a:cubicBezTo>
                    <a:pt x="1203" y="1740"/>
                    <a:pt x="1106" y="1880"/>
                    <a:pt x="1104" y="2076"/>
                  </a:cubicBezTo>
                  <a:cubicBezTo>
                    <a:pt x="1104" y="2104"/>
                    <a:pt x="1105" y="2135"/>
                    <a:pt x="1109" y="2166"/>
                  </a:cubicBezTo>
                  <a:cubicBezTo>
                    <a:pt x="1126" y="2349"/>
                    <a:pt x="1206" y="2568"/>
                    <a:pt x="1388" y="2798"/>
                  </a:cubicBezTo>
                  <a:cubicBezTo>
                    <a:pt x="1967" y="3533"/>
                    <a:pt x="3023" y="3794"/>
                    <a:pt x="3593" y="3891"/>
                  </a:cubicBezTo>
                  <a:cubicBezTo>
                    <a:pt x="3825" y="3931"/>
                    <a:pt x="4039" y="3949"/>
                    <a:pt x="4237" y="3949"/>
                  </a:cubicBezTo>
                  <a:cubicBezTo>
                    <a:pt x="5820" y="3949"/>
                    <a:pt x="6363" y="2816"/>
                    <a:pt x="6438" y="2686"/>
                  </a:cubicBezTo>
                  <a:cubicBezTo>
                    <a:pt x="6479" y="2615"/>
                    <a:pt x="6608" y="2597"/>
                    <a:pt x="6730" y="2597"/>
                  </a:cubicBezTo>
                  <a:cubicBezTo>
                    <a:pt x="6861" y="2597"/>
                    <a:pt x="6985" y="2617"/>
                    <a:pt x="6985" y="2617"/>
                  </a:cubicBezTo>
                  <a:cubicBezTo>
                    <a:pt x="4257" y="645"/>
                    <a:pt x="2317" y="1"/>
                    <a:pt x="119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420;p95">
              <a:extLst>
                <a:ext uri="{FF2B5EF4-FFF2-40B4-BE49-F238E27FC236}">
                  <a16:creationId xmlns:a16="http://schemas.microsoft.com/office/drawing/2014/main" id="{AC6564D8-2833-FFFF-1942-70700D81073D}"/>
                </a:ext>
              </a:extLst>
            </p:cNvPr>
            <p:cNvSpPr/>
            <p:nvPr/>
          </p:nvSpPr>
          <p:spPr>
            <a:xfrm>
              <a:off x="1476789" y="1469499"/>
              <a:ext cx="219880" cy="161733"/>
            </a:xfrm>
            <a:custGeom>
              <a:avLst/>
              <a:gdLst/>
              <a:ahLst/>
              <a:cxnLst/>
              <a:rect l="l" t="t" r="r" b="b"/>
              <a:pathLst>
                <a:path w="4757" h="3499" extrusionOk="0">
                  <a:moveTo>
                    <a:pt x="1782" y="972"/>
                  </a:moveTo>
                  <a:cubicBezTo>
                    <a:pt x="1782" y="972"/>
                    <a:pt x="1" y="1482"/>
                    <a:pt x="232" y="2820"/>
                  </a:cubicBezTo>
                  <a:cubicBezTo>
                    <a:pt x="651" y="2998"/>
                    <a:pt x="1072" y="3092"/>
                    <a:pt x="1365" y="3142"/>
                  </a:cubicBezTo>
                  <a:cubicBezTo>
                    <a:pt x="3448" y="3499"/>
                    <a:pt x="4126" y="2084"/>
                    <a:pt x="4210" y="1937"/>
                  </a:cubicBezTo>
                  <a:cubicBezTo>
                    <a:pt x="4294" y="1790"/>
                    <a:pt x="4757" y="1868"/>
                    <a:pt x="4757" y="1868"/>
                  </a:cubicBezTo>
                  <a:cubicBezTo>
                    <a:pt x="4563" y="1730"/>
                    <a:pt x="4376" y="1598"/>
                    <a:pt x="4190" y="1472"/>
                  </a:cubicBezTo>
                  <a:cubicBezTo>
                    <a:pt x="3216" y="884"/>
                    <a:pt x="2207" y="304"/>
                    <a:pt x="2207" y="304"/>
                  </a:cubicBezTo>
                  <a:cubicBezTo>
                    <a:pt x="2207" y="304"/>
                    <a:pt x="1357" y="1"/>
                    <a:pt x="1782" y="9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421;p95">
              <a:extLst>
                <a:ext uri="{FF2B5EF4-FFF2-40B4-BE49-F238E27FC236}">
                  <a16:creationId xmlns:a16="http://schemas.microsoft.com/office/drawing/2014/main" id="{23F7920C-C170-FF27-4788-56335FF00820}"/>
                </a:ext>
              </a:extLst>
            </p:cNvPr>
            <p:cNvSpPr/>
            <p:nvPr/>
          </p:nvSpPr>
          <p:spPr>
            <a:xfrm>
              <a:off x="1373806" y="1414495"/>
              <a:ext cx="322864" cy="216737"/>
            </a:xfrm>
            <a:custGeom>
              <a:avLst/>
              <a:gdLst/>
              <a:ahLst/>
              <a:cxnLst/>
              <a:rect l="l" t="t" r="r" b="b"/>
              <a:pathLst>
                <a:path w="6985" h="4689" fill="none" extrusionOk="0">
                  <a:moveTo>
                    <a:pt x="1388" y="3239"/>
                  </a:moveTo>
                  <a:cubicBezTo>
                    <a:pt x="1967" y="3974"/>
                    <a:pt x="3023" y="4235"/>
                    <a:pt x="3593" y="4332"/>
                  </a:cubicBezTo>
                  <a:cubicBezTo>
                    <a:pt x="5676" y="4689"/>
                    <a:pt x="6354" y="3274"/>
                    <a:pt x="6438" y="3127"/>
                  </a:cubicBezTo>
                  <a:cubicBezTo>
                    <a:pt x="6522" y="2980"/>
                    <a:pt x="6985" y="3058"/>
                    <a:pt x="6985" y="3058"/>
                  </a:cubicBezTo>
                  <a:cubicBezTo>
                    <a:pt x="2757" y="1"/>
                    <a:pt x="421" y="134"/>
                    <a:pt x="79" y="913"/>
                  </a:cubicBezTo>
                  <a:cubicBezTo>
                    <a:pt x="0" y="1093"/>
                    <a:pt x="60" y="1362"/>
                    <a:pt x="467" y="1631"/>
                  </a:cubicBezTo>
                  <a:cubicBezTo>
                    <a:pt x="724" y="1800"/>
                    <a:pt x="960" y="1842"/>
                    <a:pt x="1195" y="1983"/>
                  </a:cubicBezTo>
                  <a:cubicBezTo>
                    <a:pt x="1203" y="2181"/>
                    <a:pt x="1106" y="2321"/>
                    <a:pt x="1104" y="2517"/>
                  </a:cubicBezTo>
                  <a:cubicBezTo>
                    <a:pt x="1104" y="2545"/>
                    <a:pt x="1105" y="2576"/>
                    <a:pt x="1109" y="2607"/>
                  </a:cubicBezTo>
                  <a:cubicBezTo>
                    <a:pt x="1126" y="2790"/>
                    <a:pt x="1206" y="3009"/>
                    <a:pt x="1388" y="32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422;p95">
              <a:extLst>
                <a:ext uri="{FF2B5EF4-FFF2-40B4-BE49-F238E27FC236}">
                  <a16:creationId xmlns:a16="http://schemas.microsoft.com/office/drawing/2014/main" id="{03897F5B-6CC5-E851-F7AC-908E3EFAA71A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143" y="1"/>
                  </a:move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423;p95">
              <a:extLst>
                <a:ext uri="{FF2B5EF4-FFF2-40B4-BE49-F238E27FC236}">
                  <a16:creationId xmlns:a16="http://schemas.microsoft.com/office/drawing/2014/main" id="{FEA697BF-60D0-D68C-AFB0-864F345B7150}"/>
                </a:ext>
              </a:extLst>
            </p:cNvPr>
            <p:cNvSpPr/>
            <p:nvPr/>
          </p:nvSpPr>
          <p:spPr>
            <a:xfrm>
              <a:off x="989240" y="2205028"/>
              <a:ext cx="342555" cy="101089"/>
            </a:xfrm>
            <a:custGeom>
              <a:avLst/>
              <a:gdLst/>
              <a:ahLst/>
              <a:cxnLst/>
              <a:rect l="l" t="t" r="r" b="b"/>
              <a:pathLst>
                <a:path w="7411" h="2187" extrusionOk="0">
                  <a:moveTo>
                    <a:pt x="700" y="0"/>
                  </a:moveTo>
                  <a:cubicBezTo>
                    <a:pt x="700" y="0"/>
                    <a:pt x="3432" y="274"/>
                    <a:pt x="6530" y="121"/>
                  </a:cubicBezTo>
                  <a:lnTo>
                    <a:pt x="7411" y="1579"/>
                  </a:lnTo>
                  <a:cubicBezTo>
                    <a:pt x="7411" y="1579"/>
                    <a:pt x="3766" y="2186"/>
                    <a:pt x="1884" y="1458"/>
                  </a:cubicBezTo>
                  <a:cubicBezTo>
                    <a:pt x="1" y="729"/>
                    <a:pt x="700" y="0"/>
                    <a:pt x="700" y="0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424;p95">
              <a:extLst>
                <a:ext uri="{FF2B5EF4-FFF2-40B4-BE49-F238E27FC236}">
                  <a16:creationId xmlns:a16="http://schemas.microsoft.com/office/drawing/2014/main" id="{3BA15D91-B61C-D8E5-5FAC-1394B7BA4382}"/>
                </a:ext>
              </a:extLst>
            </p:cNvPr>
            <p:cNvSpPr/>
            <p:nvPr/>
          </p:nvSpPr>
          <p:spPr>
            <a:xfrm>
              <a:off x="728733" y="1121309"/>
              <a:ext cx="445030" cy="474890"/>
            </a:xfrm>
            <a:custGeom>
              <a:avLst/>
              <a:gdLst/>
              <a:ahLst/>
              <a:cxnLst/>
              <a:rect l="l" t="t" r="r" b="b"/>
              <a:pathLst>
                <a:path w="9628" h="10274" extrusionOk="0">
                  <a:moveTo>
                    <a:pt x="8770" y="2964"/>
                  </a:moveTo>
                  <a:cubicBezTo>
                    <a:pt x="8501" y="2599"/>
                    <a:pt x="8081" y="2387"/>
                    <a:pt x="7643" y="2282"/>
                  </a:cubicBezTo>
                  <a:cubicBezTo>
                    <a:pt x="7569" y="2264"/>
                    <a:pt x="7494" y="2248"/>
                    <a:pt x="7420" y="2237"/>
                  </a:cubicBezTo>
                  <a:cubicBezTo>
                    <a:pt x="6917" y="2155"/>
                    <a:pt x="6386" y="2237"/>
                    <a:pt x="5891" y="2138"/>
                  </a:cubicBezTo>
                  <a:cubicBezTo>
                    <a:pt x="5946" y="1731"/>
                    <a:pt x="6257" y="1368"/>
                    <a:pt x="6278" y="918"/>
                  </a:cubicBezTo>
                  <a:cubicBezTo>
                    <a:pt x="6310" y="205"/>
                    <a:pt x="5729" y="0"/>
                    <a:pt x="5126" y="39"/>
                  </a:cubicBezTo>
                  <a:cubicBezTo>
                    <a:pt x="4948" y="50"/>
                    <a:pt x="4761" y="78"/>
                    <a:pt x="4567" y="119"/>
                  </a:cubicBezTo>
                  <a:cubicBezTo>
                    <a:pt x="5166" y="83"/>
                    <a:pt x="5743" y="290"/>
                    <a:pt x="5711" y="999"/>
                  </a:cubicBezTo>
                  <a:cubicBezTo>
                    <a:pt x="5690" y="1450"/>
                    <a:pt x="5379" y="1812"/>
                    <a:pt x="5324" y="2220"/>
                  </a:cubicBezTo>
                  <a:cubicBezTo>
                    <a:pt x="5819" y="2317"/>
                    <a:pt x="6350" y="2236"/>
                    <a:pt x="6853" y="2317"/>
                  </a:cubicBezTo>
                  <a:cubicBezTo>
                    <a:pt x="6927" y="2330"/>
                    <a:pt x="7002" y="2344"/>
                    <a:pt x="7076" y="2362"/>
                  </a:cubicBezTo>
                  <a:cubicBezTo>
                    <a:pt x="7514" y="2467"/>
                    <a:pt x="7935" y="2679"/>
                    <a:pt x="8203" y="3046"/>
                  </a:cubicBezTo>
                  <a:cubicBezTo>
                    <a:pt x="9061" y="4213"/>
                    <a:pt x="7858" y="5877"/>
                    <a:pt x="7099" y="6754"/>
                  </a:cubicBezTo>
                  <a:cubicBezTo>
                    <a:pt x="4986" y="9196"/>
                    <a:pt x="1687" y="10001"/>
                    <a:pt x="0" y="10273"/>
                  </a:cubicBezTo>
                  <a:cubicBezTo>
                    <a:pt x="1382" y="10102"/>
                    <a:pt x="5279" y="9432"/>
                    <a:pt x="7666" y="6673"/>
                  </a:cubicBezTo>
                  <a:cubicBezTo>
                    <a:pt x="8424" y="5795"/>
                    <a:pt x="9627" y="4131"/>
                    <a:pt x="8770" y="29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425;p95">
              <a:extLst>
                <a:ext uri="{FF2B5EF4-FFF2-40B4-BE49-F238E27FC236}">
                  <a16:creationId xmlns:a16="http://schemas.microsoft.com/office/drawing/2014/main" id="{AB095BAF-7443-D4AC-C419-4087F37C3935}"/>
                </a:ext>
              </a:extLst>
            </p:cNvPr>
            <p:cNvSpPr/>
            <p:nvPr/>
          </p:nvSpPr>
          <p:spPr>
            <a:xfrm>
              <a:off x="638508" y="1121355"/>
              <a:ext cx="535257" cy="512885"/>
            </a:xfrm>
            <a:custGeom>
              <a:avLst/>
              <a:gdLst/>
              <a:ahLst/>
              <a:cxnLst/>
              <a:rect l="l" t="t" r="r" b="b"/>
              <a:pathLst>
                <a:path w="11580" h="11096" fill="none" extrusionOk="0">
                  <a:moveTo>
                    <a:pt x="9595" y="2281"/>
                  </a:moveTo>
                  <a:cubicBezTo>
                    <a:pt x="9521" y="2263"/>
                    <a:pt x="9446" y="2247"/>
                    <a:pt x="9372" y="2236"/>
                  </a:cubicBezTo>
                  <a:cubicBezTo>
                    <a:pt x="8869" y="2154"/>
                    <a:pt x="8338" y="2236"/>
                    <a:pt x="7843" y="2138"/>
                  </a:cubicBezTo>
                  <a:cubicBezTo>
                    <a:pt x="7898" y="1730"/>
                    <a:pt x="8209" y="1367"/>
                    <a:pt x="8230" y="917"/>
                  </a:cubicBezTo>
                  <a:cubicBezTo>
                    <a:pt x="8262" y="204"/>
                    <a:pt x="7681" y="1"/>
                    <a:pt x="7078" y="39"/>
                  </a:cubicBezTo>
                  <a:cubicBezTo>
                    <a:pt x="4476" y="202"/>
                    <a:pt x="0" y="3571"/>
                    <a:pt x="350" y="11096"/>
                  </a:cubicBezTo>
                  <a:cubicBezTo>
                    <a:pt x="350" y="11096"/>
                    <a:pt x="967" y="10383"/>
                    <a:pt x="1492" y="10324"/>
                  </a:cubicBezTo>
                  <a:cubicBezTo>
                    <a:pt x="2016" y="10264"/>
                    <a:pt x="6840" y="9882"/>
                    <a:pt x="9618" y="6672"/>
                  </a:cubicBezTo>
                  <a:cubicBezTo>
                    <a:pt x="10376" y="5794"/>
                    <a:pt x="11579" y="4131"/>
                    <a:pt x="10722" y="2964"/>
                  </a:cubicBezTo>
                  <a:cubicBezTo>
                    <a:pt x="10453" y="2598"/>
                    <a:pt x="10033" y="2386"/>
                    <a:pt x="9595" y="2281"/>
                  </a:cubicBezTo>
                  <a:close/>
                  <a:moveTo>
                    <a:pt x="2761" y="5714"/>
                  </a:moveTo>
                  <a:cubicBezTo>
                    <a:pt x="2482" y="5814"/>
                    <a:pt x="2212" y="5760"/>
                    <a:pt x="2157" y="5593"/>
                  </a:cubicBezTo>
                  <a:cubicBezTo>
                    <a:pt x="2103" y="5428"/>
                    <a:pt x="2285" y="5211"/>
                    <a:pt x="2564" y="5113"/>
                  </a:cubicBezTo>
                  <a:cubicBezTo>
                    <a:pt x="2843" y="5013"/>
                    <a:pt x="3113" y="5067"/>
                    <a:pt x="3168" y="5233"/>
                  </a:cubicBezTo>
                  <a:cubicBezTo>
                    <a:pt x="3222" y="5398"/>
                    <a:pt x="3040" y="5615"/>
                    <a:pt x="2761" y="5714"/>
                  </a:cubicBezTo>
                  <a:close/>
                  <a:moveTo>
                    <a:pt x="3628" y="4353"/>
                  </a:moveTo>
                  <a:cubicBezTo>
                    <a:pt x="3145" y="4730"/>
                    <a:pt x="2637" y="4874"/>
                    <a:pt x="2493" y="4676"/>
                  </a:cubicBezTo>
                  <a:cubicBezTo>
                    <a:pt x="2350" y="4476"/>
                    <a:pt x="2625" y="4011"/>
                    <a:pt x="3108" y="3635"/>
                  </a:cubicBezTo>
                  <a:cubicBezTo>
                    <a:pt x="3591" y="3259"/>
                    <a:pt x="4100" y="3114"/>
                    <a:pt x="4243" y="3312"/>
                  </a:cubicBezTo>
                  <a:cubicBezTo>
                    <a:pt x="4387" y="3511"/>
                    <a:pt x="4112" y="3977"/>
                    <a:pt x="3628" y="4353"/>
                  </a:cubicBezTo>
                  <a:close/>
                  <a:moveTo>
                    <a:pt x="7437" y="6334"/>
                  </a:moveTo>
                  <a:cubicBezTo>
                    <a:pt x="7232" y="6323"/>
                    <a:pt x="7083" y="6016"/>
                    <a:pt x="7106" y="5648"/>
                  </a:cubicBezTo>
                  <a:cubicBezTo>
                    <a:pt x="7127" y="5281"/>
                    <a:pt x="7312" y="4993"/>
                    <a:pt x="7517" y="5004"/>
                  </a:cubicBezTo>
                  <a:cubicBezTo>
                    <a:pt x="7722" y="5015"/>
                    <a:pt x="7871" y="5322"/>
                    <a:pt x="7849" y="5689"/>
                  </a:cubicBezTo>
                  <a:cubicBezTo>
                    <a:pt x="7827" y="6056"/>
                    <a:pt x="7642" y="6344"/>
                    <a:pt x="7437" y="63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426;p95">
              <a:extLst>
                <a:ext uri="{FF2B5EF4-FFF2-40B4-BE49-F238E27FC236}">
                  <a16:creationId xmlns:a16="http://schemas.microsoft.com/office/drawing/2014/main" id="{C59F809B-23CD-63D6-796C-471B5AA0663D}"/>
                </a:ext>
              </a:extLst>
            </p:cNvPr>
            <p:cNvSpPr/>
            <p:nvPr/>
          </p:nvSpPr>
          <p:spPr>
            <a:xfrm>
              <a:off x="670108" y="1248894"/>
              <a:ext cx="295547" cy="328503"/>
            </a:xfrm>
            <a:custGeom>
              <a:avLst/>
              <a:gdLst/>
              <a:ahLst/>
              <a:cxnLst/>
              <a:rect l="l" t="t" r="r" b="b"/>
              <a:pathLst>
                <a:path w="6394" h="7107" fill="none" extrusionOk="0">
                  <a:moveTo>
                    <a:pt x="6394" y="0"/>
                  </a:moveTo>
                  <a:cubicBezTo>
                    <a:pt x="6394" y="0"/>
                    <a:pt x="2030" y="3290"/>
                    <a:pt x="0" y="710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427;p95">
              <a:extLst>
                <a:ext uri="{FF2B5EF4-FFF2-40B4-BE49-F238E27FC236}">
                  <a16:creationId xmlns:a16="http://schemas.microsoft.com/office/drawing/2014/main" id="{C6DEEF98-B6B5-6F46-B02E-B7CBC8C4A62E}"/>
                </a:ext>
              </a:extLst>
            </p:cNvPr>
            <p:cNvSpPr/>
            <p:nvPr/>
          </p:nvSpPr>
          <p:spPr>
            <a:xfrm>
              <a:off x="1351804" y="832792"/>
              <a:ext cx="308535" cy="211468"/>
            </a:xfrm>
            <a:custGeom>
              <a:avLst/>
              <a:gdLst/>
              <a:ahLst/>
              <a:cxnLst/>
              <a:rect l="l" t="t" r="r" b="b"/>
              <a:pathLst>
                <a:path w="6675" h="4575" fill="none" extrusionOk="0">
                  <a:moveTo>
                    <a:pt x="0" y="4574"/>
                  </a:moveTo>
                  <a:cubicBezTo>
                    <a:pt x="0" y="4574"/>
                    <a:pt x="3294" y="1"/>
                    <a:pt x="6674" y="11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428;p95">
              <a:extLst>
                <a:ext uri="{FF2B5EF4-FFF2-40B4-BE49-F238E27FC236}">
                  <a16:creationId xmlns:a16="http://schemas.microsoft.com/office/drawing/2014/main" id="{8A9D8410-D65A-2A94-60D0-684C7886C764}"/>
                </a:ext>
              </a:extLst>
            </p:cNvPr>
            <p:cNvSpPr/>
            <p:nvPr/>
          </p:nvSpPr>
          <p:spPr>
            <a:xfrm>
              <a:off x="1428995" y="1491778"/>
              <a:ext cx="267674" cy="64111"/>
            </a:xfrm>
            <a:custGeom>
              <a:avLst/>
              <a:gdLst/>
              <a:ahLst/>
              <a:cxnLst/>
              <a:rect l="l" t="t" r="r" b="b"/>
              <a:pathLst>
                <a:path w="5791" h="1387" fill="none" extrusionOk="0">
                  <a:moveTo>
                    <a:pt x="1" y="311"/>
                  </a:moveTo>
                  <a:cubicBezTo>
                    <a:pt x="1" y="311"/>
                    <a:pt x="2628" y="1"/>
                    <a:pt x="5791" y="13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429;p95">
              <a:extLst>
                <a:ext uri="{FF2B5EF4-FFF2-40B4-BE49-F238E27FC236}">
                  <a16:creationId xmlns:a16="http://schemas.microsoft.com/office/drawing/2014/main" id="{8264BB2D-EBDF-9921-AECD-149A119AD2C0}"/>
                </a:ext>
              </a:extLst>
            </p:cNvPr>
            <p:cNvSpPr/>
            <p:nvPr/>
          </p:nvSpPr>
          <p:spPr>
            <a:xfrm>
              <a:off x="683019" y="759206"/>
              <a:ext cx="505813" cy="132011"/>
            </a:xfrm>
            <a:custGeom>
              <a:avLst/>
              <a:gdLst/>
              <a:ahLst/>
              <a:cxnLst/>
              <a:rect l="l" t="t" r="r" b="b"/>
              <a:pathLst>
                <a:path w="10943" h="2856" fill="none" extrusionOk="0">
                  <a:moveTo>
                    <a:pt x="1" y="1697"/>
                  </a:moveTo>
                  <a:cubicBezTo>
                    <a:pt x="1" y="1697"/>
                    <a:pt x="5156" y="1"/>
                    <a:pt x="10942" y="285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430;p95">
              <a:extLst>
                <a:ext uri="{FF2B5EF4-FFF2-40B4-BE49-F238E27FC236}">
                  <a16:creationId xmlns:a16="http://schemas.microsoft.com/office/drawing/2014/main" id="{CF913E09-5216-9A9C-62C2-325E6E9F68C8}"/>
                </a:ext>
              </a:extLst>
            </p:cNvPr>
            <p:cNvSpPr/>
            <p:nvPr/>
          </p:nvSpPr>
          <p:spPr>
            <a:xfrm>
              <a:off x="1254369" y="1767353"/>
              <a:ext cx="228385" cy="543299"/>
            </a:xfrm>
            <a:custGeom>
              <a:avLst/>
              <a:gdLst/>
              <a:ahLst/>
              <a:cxnLst/>
              <a:rect l="l" t="t" r="r" b="b"/>
              <a:pathLst>
                <a:path w="4941" h="11754" extrusionOk="0">
                  <a:moveTo>
                    <a:pt x="4666" y="7222"/>
                  </a:moveTo>
                  <a:lnTo>
                    <a:pt x="3846" y="0"/>
                  </a:lnTo>
                  <a:cubicBezTo>
                    <a:pt x="3272" y="150"/>
                    <a:pt x="2403" y="269"/>
                    <a:pt x="1361" y="337"/>
                  </a:cubicBezTo>
                  <a:lnTo>
                    <a:pt x="2193" y="7667"/>
                  </a:lnTo>
                  <a:cubicBezTo>
                    <a:pt x="2393" y="9417"/>
                    <a:pt x="1456" y="11009"/>
                    <a:pt x="1" y="11754"/>
                  </a:cubicBezTo>
                  <a:lnTo>
                    <a:pt x="620" y="11754"/>
                  </a:lnTo>
                  <a:cubicBezTo>
                    <a:pt x="3052" y="11754"/>
                    <a:pt x="4941" y="9637"/>
                    <a:pt x="4666" y="722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31;p95">
              <a:extLst>
                <a:ext uri="{FF2B5EF4-FFF2-40B4-BE49-F238E27FC236}">
                  <a16:creationId xmlns:a16="http://schemas.microsoft.com/office/drawing/2014/main" id="{A08A8174-0406-E660-B7A5-92EC16666853}"/>
                </a:ext>
              </a:extLst>
            </p:cNvPr>
            <p:cNvSpPr/>
            <p:nvPr/>
          </p:nvSpPr>
          <p:spPr>
            <a:xfrm>
              <a:off x="969550" y="1801000"/>
              <a:ext cx="502213" cy="117624"/>
            </a:xfrm>
            <a:custGeom>
              <a:avLst/>
              <a:gdLst/>
              <a:ahLst/>
              <a:cxnLst/>
              <a:rect l="l" t="t" r="r" b="b"/>
              <a:pathLst>
                <a:path w="11814" h="2545" fill="none" extrusionOk="0">
                  <a:moveTo>
                    <a:pt x="0" y="35"/>
                  </a:moveTo>
                  <a:cubicBezTo>
                    <a:pt x="700" y="414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1"/>
                    <a:pt x="4210" y="2501"/>
                  </a:cubicBezTo>
                  <a:cubicBezTo>
                    <a:pt x="4707" y="2545"/>
                    <a:pt x="5289" y="1217"/>
                    <a:pt x="5851" y="1210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2"/>
                    <a:pt x="8880" y="881"/>
                  </a:cubicBezTo>
                  <a:cubicBezTo>
                    <a:pt x="9381" y="778"/>
                    <a:pt x="10227" y="1960"/>
                    <a:pt x="10754" y="1801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32;p95">
              <a:extLst>
                <a:ext uri="{FF2B5EF4-FFF2-40B4-BE49-F238E27FC236}">
                  <a16:creationId xmlns:a16="http://schemas.microsoft.com/office/drawing/2014/main" id="{D59ECA65-0408-937B-AB64-092D9A1A5FD7}"/>
                </a:ext>
              </a:extLst>
            </p:cNvPr>
            <p:cNvSpPr/>
            <p:nvPr/>
          </p:nvSpPr>
          <p:spPr>
            <a:xfrm>
              <a:off x="959925" y="1963150"/>
              <a:ext cx="525693" cy="117676"/>
            </a:xfrm>
            <a:custGeom>
              <a:avLst/>
              <a:gdLst/>
              <a:ahLst/>
              <a:cxnLst/>
              <a:rect l="l" t="t" r="r" b="b"/>
              <a:pathLst>
                <a:path w="11814" h="2546" fill="none" extrusionOk="0">
                  <a:moveTo>
                    <a:pt x="0" y="35"/>
                  </a:moveTo>
                  <a:cubicBezTo>
                    <a:pt x="700" y="415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0"/>
                    <a:pt x="4210" y="2501"/>
                  </a:cubicBezTo>
                  <a:cubicBezTo>
                    <a:pt x="4707" y="2546"/>
                    <a:pt x="5289" y="1218"/>
                    <a:pt x="5851" y="1211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3"/>
                    <a:pt x="8880" y="881"/>
                  </a:cubicBezTo>
                  <a:cubicBezTo>
                    <a:pt x="9381" y="778"/>
                    <a:pt x="10227" y="1960"/>
                    <a:pt x="10754" y="1802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33;p95">
              <a:extLst>
                <a:ext uri="{FF2B5EF4-FFF2-40B4-BE49-F238E27FC236}">
                  <a16:creationId xmlns:a16="http://schemas.microsoft.com/office/drawing/2014/main" id="{4A20EDF8-B64F-FF3A-AA9C-48D0315579EA}"/>
                </a:ext>
              </a:extLst>
            </p:cNvPr>
            <p:cNvSpPr/>
            <p:nvPr/>
          </p:nvSpPr>
          <p:spPr>
            <a:xfrm>
              <a:off x="940225" y="2125100"/>
              <a:ext cx="569515" cy="117874"/>
            </a:xfrm>
            <a:custGeom>
              <a:avLst/>
              <a:gdLst/>
              <a:ahLst/>
              <a:cxnLst/>
              <a:rect l="l" t="t" r="r" b="b"/>
              <a:pathLst>
                <a:path w="12488" h="2550" fill="none" extrusionOk="0">
                  <a:moveTo>
                    <a:pt x="1" y="33"/>
                  </a:moveTo>
                  <a:cubicBezTo>
                    <a:pt x="744" y="415"/>
                    <a:pt x="55" y="1569"/>
                    <a:pt x="1057" y="1869"/>
                  </a:cubicBezTo>
                  <a:cubicBezTo>
                    <a:pt x="1511" y="2005"/>
                    <a:pt x="2371" y="830"/>
                    <a:pt x="2997" y="945"/>
                  </a:cubicBezTo>
                  <a:cubicBezTo>
                    <a:pt x="3499" y="1038"/>
                    <a:pt x="3872" y="2455"/>
                    <a:pt x="4472" y="2506"/>
                  </a:cubicBezTo>
                  <a:cubicBezTo>
                    <a:pt x="4994" y="2549"/>
                    <a:pt x="5600" y="1222"/>
                    <a:pt x="6189" y="1215"/>
                  </a:cubicBezTo>
                  <a:cubicBezTo>
                    <a:pt x="6720" y="1210"/>
                    <a:pt x="7353" y="2529"/>
                    <a:pt x="7932" y="2469"/>
                  </a:cubicBezTo>
                  <a:cubicBezTo>
                    <a:pt x="8464" y="2414"/>
                    <a:pt x="8816" y="996"/>
                    <a:pt x="9385" y="885"/>
                  </a:cubicBezTo>
                  <a:cubicBezTo>
                    <a:pt x="9911" y="783"/>
                    <a:pt x="10769" y="1968"/>
                    <a:pt x="11324" y="1810"/>
                  </a:cubicBezTo>
                  <a:cubicBezTo>
                    <a:pt x="11842" y="1662"/>
                    <a:pt x="11947" y="203"/>
                    <a:pt x="12487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34;p95">
              <a:extLst>
                <a:ext uri="{FF2B5EF4-FFF2-40B4-BE49-F238E27FC236}">
                  <a16:creationId xmlns:a16="http://schemas.microsoft.com/office/drawing/2014/main" id="{182512B6-6C91-85BB-FF0E-428FBF905A66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fill="none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435;p95">
              <a:extLst>
                <a:ext uri="{FF2B5EF4-FFF2-40B4-BE49-F238E27FC236}">
                  <a16:creationId xmlns:a16="http://schemas.microsoft.com/office/drawing/2014/main" id="{3FDD0498-D87E-2735-EB8F-AB8A4D932B94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436;p95">
              <a:extLst>
                <a:ext uri="{FF2B5EF4-FFF2-40B4-BE49-F238E27FC236}">
                  <a16:creationId xmlns:a16="http://schemas.microsoft.com/office/drawing/2014/main" id="{FE94A6F3-D3B8-5DB0-B407-9EA41C80D916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fill="none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437;p95">
              <a:extLst>
                <a:ext uri="{FF2B5EF4-FFF2-40B4-BE49-F238E27FC236}">
                  <a16:creationId xmlns:a16="http://schemas.microsoft.com/office/drawing/2014/main" id="{DB07D191-8AE5-2D10-767F-7F21C8B245E3}"/>
                </a:ext>
              </a:extLst>
            </p:cNvPr>
            <p:cNvSpPr/>
            <p:nvPr/>
          </p:nvSpPr>
          <p:spPr>
            <a:xfrm>
              <a:off x="1378706" y="1236124"/>
              <a:ext cx="361784" cy="124154"/>
            </a:xfrm>
            <a:custGeom>
              <a:avLst/>
              <a:gdLst/>
              <a:ahLst/>
              <a:cxnLst/>
              <a:rect l="l" t="t" r="r" b="b"/>
              <a:pathLst>
                <a:path w="7827" h="2686" fill="none" extrusionOk="0">
                  <a:moveTo>
                    <a:pt x="1" y="0"/>
                  </a:moveTo>
                  <a:cubicBezTo>
                    <a:pt x="1" y="0"/>
                    <a:pt x="7236" y="1616"/>
                    <a:pt x="7827" y="26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438;p95">
              <a:extLst>
                <a:ext uri="{FF2B5EF4-FFF2-40B4-BE49-F238E27FC236}">
                  <a16:creationId xmlns:a16="http://schemas.microsoft.com/office/drawing/2014/main" id="{0E2566A2-B50A-B197-2756-EEF7804CEBF7}"/>
                </a:ext>
              </a:extLst>
            </p:cNvPr>
            <p:cNvSpPr/>
            <p:nvPr/>
          </p:nvSpPr>
          <p:spPr>
            <a:xfrm>
              <a:off x="1280761" y="837876"/>
              <a:ext cx="379579" cy="300400"/>
            </a:xfrm>
            <a:custGeom>
              <a:avLst/>
              <a:gdLst/>
              <a:ahLst/>
              <a:cxnLst/>
              <a:rect l="l" t="t" r="r" b="b"/>
              <a:pathLst>
                <a:path w="8212" h="6499" fill="none" extrusionOk="0">
                  <a:moveTo>
                    <a:pt x="2048" y="6054"/>
                  </a:moveTo>
                  <a:cubicBezTo>
                    <a:pt x="2865" y="6499"/>
                    <a:pt x="4098" y="5776"/>
                    <a:pt x="4754" y="5325"/>
                  </a:cubicBezTo>
                  <a:cubicBezTo>
                    <a:pt x="7148" y="3673"/>
                    <a:pt x="7564" y="959"/>
                    <a:pt x="7622" y="663"/>
                  </a:cubicBezTo>
                  <a:cubicBezTo>
                    <a:pt x="7679" y="367"/>
                    <a:pt x="8211" y="1"/>
                    <a:pt x="8211" y="1"/>
                  </a:cubicBezTo>
                  <a:cubicBezTo>
                    <a:pt x="2798" y="26"/>
                    <a:pt x="240" y="2635"/>
                    <a:pt x="46" y="4098"/>
                  </a:cubicBezTo>
                  <a:cubicBezTo>
                    <a:pt x="0" y="4436"/>
                    <a:pt x="131" y="4757"/>
                    <a:pt x="646" y="4717"/>
                  </a:cubicBezTo>
                  <a:cubicBezTo>
                    <a:pt x="972" y="4693"/>
                    <a:pt x="1242" y="4507"/>
                    <a:pt x="1536" y="4464"/>
                  </a:cubicBezTo>
                  <a:cubicBezTo>
                    <a:pt x="1593" y="4739"/>
                    <a:pt x="1518" y="5039"/>
                    <a:pt x="1563" y="5319"/>
                  </a:cubicBezTo>
                  <a:cubicBezTo>
                    <a:pt x="1570" y="5361"/>
                    <a:pt x="1578" y="5401"/>
                    <a:pt x="1589" y="5442"/>
                  </a:cubicBezTo>
                  <a:cubicBezTo>
                    <a:pt x="1652" y="5684"/>
                    <a:pt x="1792" y="5914"/>
                    <a:pt x="2048" y="60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3821;p70">
            <a:extLst>
              <a:ext uri="{FF2B5EF4-FFF2-40B4-BE49-F238E27FC236}">
                <a16:creationId xmlns:a16="http://schemas.microsoft.com/office/drawing/2014/main" id="{DA1F92D1-3E4B-55C6-A0DE-8BA99138047B}"/>
              </a:ext>
            </a:extLst>
          </p:cNvPr>
          <p:cNvGrpSpPr/>
          <p:nvPr/>
        </p:nvGrpSpPr>
        <p:grpSpPr>
          <a:xfrm flipH="1">
            <a:off x="-269738" y="-448055"/>
            <a:ext cx="4112052" cy="1759055"/>
            <a:chOff x="2146611" y="-20"/>
            <a:chExt cx="4112052" cy="1759055"/>
          </a:xfrm>
        </p:grpSpPr>
        <p:sp>
          <p:nvSpPr>
            <p:cNvPr id="39" name="Google Shape;3822;p70">
              <a:extLst>
                <a:ext uri="{FF2B5EF4-FFF2-40B4-BE49-F238E27FC236}">
                  <a16:creationId xmlns:a16="http://schemas.microsoft.com/office/drawing/2014/main" id="{CED7E4FF-DA53-AD00-1FBD-653481D696B6}"/>
                </a:ext>
              </a:extLst>
            </p:cNvPr>
            <p:cNvSpPr/>
            <p:nvPr/>
          </p:nvSpPr>
          <p:spPr>
            <a:xfrm>
              <a:off x="2146611" y="-19"/>
              <a:ext cx="4112052" cy="1759054"/>
            </a:xfrm>
            <a:custGeom>
              <a:avLst/>
              <a:gdLst/>
              <a:ahLst/>
              <a:cxnLst/>
              <a:rect l="l" t="t" r="r" b="b"/>
              <a:pathLst>
                <a:path w="40972" h="17527" fill="none" extrusionOk="0">
                  <a:moveTo>
                    <a:pt x="0" y="1"/>
                  </a:moveTo>
                  <a:cubicBezTo>
                    <a:pt x="0" y="1"/>
                    <a:pt x="8288" y="17527"/>
                    <a:pt x="24985" y="1"/>
                  </a:cubicBezTo>
                  <a:cubicBezTo>
                    <a:pt x="24985" y="1"/>
                    <a:pt x="32563" y="9118"/>
                    <a:pt x="40972" y="6750"/>
                  </a:cubicBez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" name="Google Shape;3823;p70">
              <a:extLst>
                <a:ext uri="{FF2B5EF4-FFF2-40B4-BE49-F238E27FC236}">
                  <a16:creationId xmlns:a16="http://schemas.microsoft.com/office/drawing/2014/main" id="{CC913F89-2763-DDE0-6780-5EA937C8B12F}"/>
                </a:ext>
              </a:extLst>
            </p:cNvPr>
            <p:cNvGrpSpPr/>
            <p:nvPr/>
          </p:nvGrpSpPr>
          <p:grpSpPr>
            <a:xfrm>
              <a:off x="2177824" y="38319"/>
              <a:ext cx="3637840" cy="812133"/>
              <a:chOff x="1877588" y="354800"/>
              <a:chExt cx="906175" cy="202300"/>
            </a:xfrm>
          </p:grpSpPr>
          <p:sp>
            <p:nvSpPr>
              <p:cNvPr id="59" name="Google Shape;3824;p70">
                <a:extLst>
                  <a:ext uri="{FF2B5EF4-FFF2-40B4-BE49-F238E27FC236}">
                    <a16:creationId xmlns:a16="http://schemas.microsoft.com/office/drawing/2014/main" id="{C2A1574F-4DF7-61B8-7809-28BC56BAC523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3825;p70">
                <a:extLst>
                  <a:ext uri="{FF2B5EF4-FFF2-40B4-BE49-F238E27FC236}">
                    <a16:creationId xmlns:a16="http://schemas.microsoft.com/office/drawing/2014/main" id="{C444F247-2C88-5715-AC66-CB6CA915B566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3826;p70">
                <a:extLst>
                  <a:ext uri="{FF2B5EF4-FFF2-40B4-BE49-F238E27FC236}">
                    <a16:creationId xmlns:a16="http://schemas.microsoft.com/office/drawing/2014/main" id="{40DF5292-125C-0199-C4A5-4F4164FAD974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3827;p70">
                <a:extLst>
                  <a:ext uri="{FF2B5EF4-FFF2-40B4-BE49-F238E27FC236}">
                    <a16:creationId xmlns:a16="http://schemas.microsoft.com/office/drawing/2014/main" id="{25A785C4-2900-D569-E62D-20A962489024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3828;p70">
                <a:extLst>
                  <a:ext uri="{FF2B5EF4-FFF2-40B4-BE49-F238E27FC236}">
                    <a16:creationId xmlns:a16="http://schemas.microsoft.com/office/drawing/2014/main" id="{FC93CB5F-3D09-DD59-E860-E0BCB4F6DE9F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3829;p70">
                <a:extLst>
                  <a:ext uri="{FF2B5EF4-FFF2-40B4-BE49-F238E27FC236}">
                    <a16:creationId xmlns:a16="http://schemas.microsoft.com/office/drawing/2014/main" id="{1A6A42BD-D0B8-C0F5-1D2B-0309146E0E79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3830;p70">
                <a:extLst>
                  <a:ext uri="{FF2B5EF4-FFF2-40B4-BE49-F238E27FC236}">
                    <a16:creationId xmlns:a16="http://schemas.microsoft.com/office/drawing/2014/main" id="{45304650-C45C-1305-DA29-E1103F38EEF3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3831;p70">
                <a:extLst>
                  <a:ext uri="{FF2B5EF4-FFF2-40B4-BE49-F238E27FC236}">
                    <a16:creationId xmlns:a16="http://schemas.microsoft.com/office/drawing/2014/main" id="{5D88DFB1-AC21-1E8C-6AF1-B4169EB3F6A4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3832;p70">
                <a:extLst>
                  <a:ext uri="{FF2B5EF4-FFF2-40B4-BE49-F238E27FC236}">
                    <a16:creationId xmlns:a16="http://schemas.microsoft.com/office/drawing/2014/main" id="{C8071BF1-B446-9AA4-5D97-F47AD239FFE4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3833;p70">
                <a:extLst>
                  <a:ext uri="{FF2B5EF4-FFF2-40B4-BE49-F238E27FC236}">
                    <a16:creationId xmlns:a16="http://schemas.microsoft.com/office/drawing/2014/main" id="{2ED0E02B-6E04-A80F-809A-3F235C806272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3834;p70">
                <a:extLst>
                  <a:ext uri="{FF2B5EF4-FFF2-40B4-BE49-F238E27FC236}">
                    <a16:creationId xmlns:a16="http://schemas.microsoft.com/office/drawing/2014/main" id="{0E6D7ED8-3275-5E34-BEBC-E79EEE020281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3835;p70">
                <a:extLst>
                  <a:ext uri="{FF2B5EF4-FFF2-40B4-BE49-F238E27FC236}">
                    <a16:creationId xmlns:a16="http://schemas.microsoft.com/office/drawing/2014/main" id="{94747180-D173-48B8-5987-98EE1A2AEFDE}"/>
                  </a:ext>
                </a:extLst>
              </p:cNvPr>
              <p:cNvSpPr/>
              <p:nvPr/>
            </p:nvSpPr>
            <p:spPr>
              <a:xfrm>
                <a:off x="2479313" y="35480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3836;p70">
                <a:extLst>
                  <a:ext uri="{FF2B5EF4-FFF2-40B4-BE49-F238E27FC236}">
                    <a16:creationId xmlns:a16="http://schemas.microsoft.com/office/drawing/2014/main" id="{79B30C75-986B-27F9-4059-8C8FB67365CD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3837;p70">
                <a:extLst>
                  <a:ext uri="{FF2B5EF4-FFF2-40B4-BE49-F238E27FC236}">
                    <a16:creationId xmlns:a16="http://schemas.microsoft.com/office/drawing/2014/main" id="{317FE1A1-6D40-FB5A-DEFB-C3E5F3D880FC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3838;p70">
                <a:extLst>
                  <a:ext uri="{FF2B5EF4-FFF2-40B4-BE49-F238E27FC236}">
                    <a16:creationId xmlns:a16="http://schemas.microsoft.com/office/drawing/2014/main" id="{F482AB1D-8504-D218-024F-4A92A2128A06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3839;p70">
                <a:extLst>
                  <a:ext uri="{FF2B5EF4-FFF2-40B4-BE49-F238E27FC236}">
                    <a16:creationId xmlns:a16="http://schemas.microsoft.com/office/drawing/2014/main" id="{DA7D3721-C8F6-4390-F52C-FAD343362663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3840;p70">
                <a:extLst>
                  <a:ext uri="{FF2B5EF4-FFF2-40B4-BE49-F238E27FC236}">
                    <a16:creationId xmlns:a16="http://schemas.microsoft.com/office/drawing/2014/main" id="{B9C764F4-6813-9AF5-EF90-CF67EC3D24F4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3841;p70">
              <a:extLst>
                <a:ext uri="{FF2B5EF4-FFF2-40B4-BE49-F238E27FC236}">
                  <a16:creationId xmlns:a16="http://schemas.microsoft.com/office/drawing/2014/main" id="{CDB5EEA8-4705-9757-6B8E-04B5A871FF0D}"/>
                </a:ext>
              </a:extLst>
            </p:cNvPr>
            <p:cNvGrpSpPr/>
            <p:nvPr/>
          </p:nvGrpSpPr>
          <p:grpSpPr>
            <a:xfrm>
              <a:off x="2177824" y="-20"/>
              <a:ext cx="3637840" cy="850471"/>
              <a:chOff x="1877588" y="345250"/>
              <a:chExt cx="906175" cy="211850"/>
            </a:xfrm>
          </p:grpSpPr>
          <p:sp>
            <p:nvSpPr>
              <p:cNvPr id="42" name="Google Shape;3842;p70">
                <a:extLst>
                  <a:ext uri="{FF2B5EF4-FFF2-40B4-BE49-F238E27FC236}">
                    <a16:creationId xmlns:a16="http://schemas.microsoft.com/office/drawing/2014/main" id="{5DDAE71C-B233-4CB4-5DD9-E2DCF0E8362D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843;p70">
                <a:extLst>
                  <a:ext uri="{FF2B5EF4-FFF2-40B4-BE49-F238E27FC236}">
                    <a16:creationId xmlns:a16="http://schemas.microsoft.com/office/drawing/2014/main" id="{94343667-658C-BA50-D804-64C25AF418B0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844;p70">
                <a:extLst>
                  <a:ext uri="{FF2B5EF4-FFF2-40B4-BE49-F238E27FC236}">
                    <a16:creationId xmlns:a16="http://schemas.microsoft.com/office/drawing/2014/main" id="{4F1BF085-3402-171A-FCDC-200F51DDAC20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845;p70">
                <a:extLst>
                  <a:ext uri="{FF2B5EF4-FFF2-40B4-BE49-F238E27FC236}">
                    <a16:creationId xmlns:a16="http://schemas.microsoft.com/office/drawing/2014/main" id="{F65A0240-38A5-73E0-B71B-41A02DAF3E67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846;p70">
                <a:extLst>
                  <a:ext uri="{FF2B5EF4-FFF2-40B4-BE49-F238E27FC236}">
                    <a16:creationId xmlns:a16="http://schemas.microsoft.com/office/drawing/2014/main" id="{86344EE8-F917-386B-D3B2-E387D8DB4E63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847;p70">
                <a:extLst>
                  <a:ext uri="{FF2B5EF4-FFF2-40B4-BE49-F238E27FC236}">
                    <a16:creationId xmlns:a16="http://schemas.microsoft.com/office/drawing/2014/main" id="{EF355B48-2EE8-BFB0-71FC-09D2E95E2FE4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848;p70">
                <a:extLst>
                  <a:ext uri="{FF2B5EF4-FFF2-40B4-BE49-F238E27FC236}">
                    <a16:creationId xmlns:a16="http://schemas.microsoft.com/office/drawing/2014/main" id="{3F753712-4514-2F20-F4E8-5A9705FB5B57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849;p70">
                <a:extLst>
                  <a:ext uri="{FF2B5EF4-FFF2-40B4-BE49-F238E27FC236}">
                    <a16:creationId xmlns:a16="http://schemas.microsoft.com/office/drawing/2014/main" id="{7B03C6F8-3796-5E69-28CB-031BB5AA4D03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3850;p70">
                <a:extLst>
                  <a:ext uri="{FF2B5EF4-FFF2-40B4-BE49-F238E27FC236}">
                    <a16:creationId xmlns:a16="http://schemas.microsoft.com/office/drawing/2014/main" id="{BA470F62-142B-198E-AE4B-B6EC32935EC4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" name="Google Shape;3851;p70">
                <a:extLst>
                  <a:ext uri="{FF2B5EF4-FFF2-40B4-BE49-F238E27FC236}">
                    <a16:creationId xmlns:a16="http://schemas.microsoft.com/office/drawing/2014/main" id="{D306D361-B0A4-1E35-4522-BB9EADE02A75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3852;p70">
                <a:extLst>
                  <a:ext uri="{FF2B5EF4-FFF2-40B4-BE49-F238E27FC236}">
                    <a16:creationId xmlns:a16="http://schemas.microsoft.com/office/drawing/2014/main" id="{5955E848-A808-0AD8-66A8-A877482BDEFB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3853;p70">
                <a:extLst>
                  <a:ext uri="{FF2B5EF4-FFF2-40B4-BE49-F238E27FC236}">
                    <a16:creationId xmlns:a16="http://schemas.microsoft.com/office/drawing/2014/main" id="{B030BDC3-1089-78B8-5AF2-C8F816D615ED}"/>
                  </a:ext>
                </a:extLst>
              </p:cNvPr>
              <p:cNvSpPr/>
              <p:nvPr/>
            </p:nvSpPr>
            <p:spPr>
              <a:xfrm>
                <a:off x="2484610" y="34525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3854;p70">
                <a:extLst>
                  <a:ext uri="{FF2B5EF4-FFF2-40B4-BE49-F238E27FC236}">
                    <a16:creationId xmlns:a16="http://schemas.microsoft.com/office/drawing/2014/main" id="{8862AF98-8A28-A2A0-2A07-7D8E15ACD318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3855;p70">
                <a:extLst>
                  <a:ext uri="{FF2B5EF4-FFF2-40B4-BE49-F238E27FC236}">
                    <a16:creationId xmlns:a16="http://schemas.microsoft.com/office/drawing/2014/main" id="{7ABCE745-D417-9631-7F40-B858B90ECF43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3856;p70">
                <a:extLst>
                  <a:ext uri="{FF2B5EF4-FFF2-40B4-BE49-F238E27FC236}">
                    <a16:creationId xmlns:a16="http://schemas.microsoft.com/office/drawing/2014/main" id="{7B8D7881-EF5B-3CEC-9CC4-363ECDF64E5E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3857;p70">
                <a:extLst>
                  <a:ext uri="{FF2B5EF4-FFF2-40B4-BE49-F238E27FC236}">
                    <a16:creationId xmlns:a16="http://schemas.microsoft.com/office/drawing/2014/main" id="{83CAF44A-4302-D12F-3A76-BB337F8238D5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3858;p70">
                <a:extLst>
                  <a:ext uri="{FF2B5EF4-FFF2-40B4-BE49-F238E27FC236}">
                    <a16:creationId xmlns:a16="http://schemas.microsoft.com/office/drawing/2014/main" id="{197054B7-7F9D-83A7-4A2D-C9A10B49502F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92" name="Google Shape;4518;p72">
            <a:extLst>
              <a:ext uri="{FF2B5EF4-FFF2-40B4-BE49-F238E27FC236}">
                <a16:creationId xmlns:a16="http://schemas.microsoft.com/office/drawing/2014/main" id="{4079BC01-C696-CCB1-820E-95A52D649AEE}"/>
              </a:ext>
            </a:extLst>
          </p:cNvPr>
          <p:cNvGrpSpPr/>
          <p:nvPr/>
        </p:nvGrpSpPr>
        <p:grpSpPr>
          <a:xfrm flipH="1">
            <a:off x="7452878" y="14794"/>
            <a:ext cx="1326576" cy="2005859"/>
            <a:chOff x="2868213" y="570728"/>
            <a:chExt cx="1143502" cy="1729040"/>
          </a:xfrm>
        </p:grpSpPr>
        <p:sp>
          <p:nvSpPr>
            <p:cNvPr id="2893" name="Google Shape;4519;p72">
              <a:extLst>
                <a:ext uri="{FF2B5EF4-FFF2-40B4-BE49-F238E27FC236}">
                  <a16:creationId xmlns:a16="http://schemas.microsoft.com/office/drawing/2014/main" id="{1C34A716-E4AF-88AB-FE1E-4B1370B3C3DC}"/>
                </a:ext>
              </a:extLst>
            </p:cNvPr>
            <p:cNvSpPr/>
            <p:nvPr/>
          </p:nvSpPr>
          <p:spPr>
            <a:xfrm>
              <a:off x="3857646" y="2164558"/>
              <a:ext cx="103304" cy="135209"/>
            </a:xfrm>
            <a:custGeom>
              <a:avLst/>
              <a:gdLst/>
              <a:ahLst/>
              <a:cxnLst/>
              <a:rect l="l" t="t" r="r" b="b"/>
              <a:pathLst>
                <a:path w="1282" h="1678" extrusionOk="0">
                  <a:moveTo>
                    <a:pt x="728" y="0"/>
                  </a:moveTo>
                  <a:lnTo>
                    <a:pt x="0" y="705"/>
                  </a:lnTo>
                  <a:lnTo>
                    <a:pt x="1137" y="1678"/>
                  </a:lnTo>
                  <a:lnTo>
                    <a:pt x="1282" y="1618"/>
                  </a:lnTo>
                  <a:lnTo>
                    <a:pt x="145" y="646"/>
                  </a:lnTo>
                  <a:lnTo>
                    <a:pt x="776" y="41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4" name="Google Shape;4520;p72">
              <a:extLst>
                <a:ext uri="{FF2B5EF4-FFF2-40B4-BE49-F238E27FC236}">
                  <a16:creationId xmlns:a16="http://schemas.microsoft.com/office/drawing/2014/main" id="{3D52C44C-D74C-42FE-56ED-897329260CC6}"/>
                </a:ext>
              </a:extLst>
            </p:cNvPr>
            <p:cNvGrpSpPr/>
            <p:nvPr/>
          </p:nvGrpSpPr>
          <p:grpSpPr>
            <a:xfrm>
              <a:off x="2918172" y="1891399"/>
              <a:ext cx="591296" cy="369369"/>
              <a:chOff x="2918172" y="1891399"/>
              <a:chExt cx="591296" cy="369369"/>
            </a:xfrm>
          </p:grpSpPr>
          <p:sp>
            <p:nvSpPr>
              <p:cNvPr id="2904" name="Google Shape;4521;p72">
                <a:extLst>
                  <a:ext uri="{FF2B5EF4-FFF2-40B4-BE49-F238E27FC236}">
                    <a16:creationId xmlns:a16="http://schemas.microsoft.com/office/drawing/2014/main" id="{010FC43F-BAD4-B432-17D9-72C508C9A572}"/>
                  </a:ext>
                </a:extLst>
              </p:cNvPr>
              <p:cNvSpPr/>
              <p:nvPr/>
            </p:nvSpPr>
            <p:spPr>
              <a:xfrm>
                <a:off x="2963780" y="2242719"/>
                <a:ext cx="545688" cy="18049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224" extrusionOk="0">
                    <a:moveTo>
                      <a:pt x="175" y="1"/>
                    </a:moveTo>
                    <a:lnTo>
                      <a:pt x="1" y="224"/>
                    </a:lnTo>
                    <a:lnTo>
                      <a:pt x="6751" y="224"/>
                    </a:lnTo>
                    <a:cubicBezTo>
                      <a:pt x="6757" y="156"/>
                      <a:pt x="6764" y="81"/>
                      <a:pt x="6772" y="1"/>
                    </a:cubicBez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4522;p72">
                <a:extLst>
                  <a:ext uri="{FF2B5EF4-FFF2-40B4-BE49-F238E27FC236}">
                    <a16:creationId xmlns:a16="http://schemas.microsoft.com/office/drawing/2014/main" id="{58F2864E-0371-815E-D96E-10B4C46BD58E}"/>
                  </a:ext>
                </a:extLst>
              </p:cNvPr>
              <p:cNvSpPr/>
              <p:nvPr/>
            </p:nvSpPr>
            <p:spPr>
              <a:xfrm>
                <a:off x="2918172" y="1891399"/>
                <a:ext cx="21273" cy="30248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754" extrusionOk="0">
                    <a:moveTo>
                      <a:pt x="264" y="0"/>
                    </a:moveTo>
                    <a:lnTo>
                      <a:pt x="1" y="188"/>
                    </a:lnTo>
                    <a:lnTo>
                      <a:pt x="1" y="3753"/>
                    </a:lnTo>
                    <a:lnTo>
                      <a:pt x="228" y="3574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95" name="Google Shape;4523;p72">
              <a:extLst>
                <a:ext uri="{FF2B5EF4-FFF2-40B4-BE49-F238E27FC236}">
                  <a16:creationId xmlns:a16="http://schemas.microsoft.com/office/drawing/2014/main" id="{F77F877A-3F47-95E7-17B4-FEBB5DFBE816}"/>
                </a:ext>
              </a:extLst>
            </p:cNvPr>
            <p:cNvSpPr/>
            <p:nvPr/>
          </p:nvSpPr>
          <p:spPr>
            <a:xfrm>
              <a:off x="3590848" y="2153439"/>
              <a:ext cx="307332" cy="99916"/>
            </a:xfrm>
            <a:custGeom>
              <a:avLst/>
              <a:gdLst/>
              <a:ahLst/>
              <a:cxnLst/>
              <a:rect l="l" t="t" r="r" b="b"/>
              <a:pathLst>
                <a:path w="3814" h="1240" extrusionOk="0">
                  <a:moveTo>
                    <a:pt x="85" y="1"/>
                  </a:moveTo>
                  <a:cubicBezTo>
                    <a:pt x="59" y="90"/>
                    <a:pt x="31" y="184"/>
                    <a:pt x="1" y="266"/>
                  </a:cubicBezTo>
                  <a:cubicBezTo>
                    <a:pt x="83" y="557"/>
                    <a:pt x="211" y="1006"/>
                    <a:pt x="211" y="1006"/>
                  </a:cubicBezTo>
                  <a:lnTo>
                    <a:pt x="211" y="1007"/>
                  </a:lnTo>
                  <a:lnTo>
                    <a:pt x="765" y="1085"/>
                  </a:lnTo>
                  <a:lnTo>
                    <a:pt x="1198" y="691"/>
                  </a:lnTo>
                  <a:lnTo>
                    <a:pt x="1826" y="1240"/>
                  </a:lnTo>
                  <a:lnTo>
                    <a:pt x="3813" y="1240"/>
                  </a:lnTo>
                  <a:lnTo>
                    <a:pt x="3311" y="843"/>
                  </a:lnTo>
                  <a:lnTo>
                    <a:pt x="3311" y="843"/>
                  </a:lnTo>
                  <a:lnTo>
                    <a:pt x="3418" y="1108"/>
                  </a:lnTo>
                  <a:lnTo>
                    <a:pt x="1961" y="1108"/>
                  </a:lnTo>
                  <a:lnTo>
                    <a:pt x="1333" y="559"/>
                  </a:lnTo>
                  <a:lnTo>
                    <a:pt x="899" y="954"/>
                  </a:lnTo>
                  <a:lnTo>
                    <a:pt x="347" y="875"/>
                  </a:lnTo>
                  <a:lnTo>
                    <a:pt x="109" y="45"/>
                  </a:lnTo>
                  <a:cubicBezTo>
                    <a:pt x="101" y="19"/>
                    <a:pt x="94" y="5"/>
                    <a:pt x="85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4524;p72">
              <a:extLst>
                <a:ext uri="{FF2B5EF4-FFF2-40B4-BE49-F238E27FC236}">
                  <a16:creationId xmlns:a16="http://schemas.microsoft.com/office/drawing/2014/main" id="{9C51D631-1B2C-1A94-04D7-D2382F1FD861}"/>
                </a:ext>
              </a:extLst>
            </p:cNvPr>
            <p:cNvSpPr/>
            <p:nvPr/>
          </p:nvSpPr>
          <p:spPr>
            <a:xfrm>
              <a:off x="3540647" y="2127331"/>
              <a:ext cx="25222" cy="100883"/>
            </a:xfrm>
            <a:custGeom>
              <a:avLst/>
              <a:gdLst/>
              <a:ahLst/>
              <a:cxnLst/>
              <a:rect l="l" t="t" r="r" b="b"/>
              <a:pathLst>
                <a:path w="313" h="1252" extrusionOk="0">
                  <a:moveTo>
                    <a:pt x="22" y="1"/>
                  </a:moveTo>
                  <a:cubicBezTo>
                    <a:pt x="1" y="248"/>
                    <a:pt x="36" y="334"/>
                    <a:pt x="15" y="560"/>
                  </a:cubicBezTo>
                  <a:cubicBezTo>
                    <a:pt x="66" y="935"/>
                    <a:pt x="128" y="1251"/>
                    <a:pt x="203" y="1251"/>
                  </a:cubicBezTo>
                  <a:cubicBezTo>
                    <a:pt x="234" y="1251"/>
                    <a:pt x="262" y="1225"/>
                    <a:pt x="287" y="1186"/>
                  </a:cubicBezTo>
                  <a:cubicBezTo>
                    <a:pt x="296" y="1159"/>
                    <a:pt x="304" y="1132"/>
                    <a:pt x="312" y="1106"/>
                  </a:cubicBezTo>
                  <a:cubicBezTo>
                    <a:pt x="211" y="1005"/>
                    <a:pt x="71" y="518"/>
                    <a:pt x="22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4525;p72">
              <a:extLst>
                <a:ext uri="{FF2B5EF4-FFF2-40B4-BE49-F238E27FC236}">
                  <a16:creationId xmlns:a16="http://schemas.microsoft.com/office/drawing/2014/main" id="{09572315-6517-2D8E-AD14-0D3A728C6FB9}"/>
                </a:ext>
              </a:extLst>
            </p:cNvPr>
            <p:cNvSpPr/>
            <p:nvPr/>
          </p:nvSpPr>
          <p:spPr>
            <a:xfrm>
              <a:off x="2868213" y="2174550"/>
              <a:ext cx="71555" cy="120141"/>
            </a:xfrm>
            <a:custGeom>
              <a:avLst/>
              <a:gdLst/>
              <a:ahLst/>
              <a:cxnLst/>
              <a:rect l="l" t="t" r="r" b="b"/>
              <a:pathLst>
                <a:path w="888" h="1491" extrusionOk="0">
                  <a:moveTo>
                    <a:pt x="809" y="1"/>
                  </a:moveTo>
                  <a:lnTo>
                    <a:pt x="0" y="951"/>
                  </a:lnTo>
                  <a:lnTo>
                    <a:pt x="709" y="1491"/>
                  </a:lnTo>
                  <a:lnTo>
                    <a:pt x="828" y="1474"/>
                  </a:lnTo>
                  <a:lnTo>
                    <a:pt x="138" y="944"/>
                  </a:lnTo>
                  <a:lnTo>
                    <a:pt x="887" y="61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4526;p72">
              <a:extLst>
                <a:ext uri="{FF2B5EF4-FFF2-40B4-BE49-F238E27FC236}">
                  <a16:creationId xmlns:a16="http://schemas.microsoft.com/office/drawing/2014/main" id="{A541581C-A8E3-30C1-BCE7-45512B878F7E}"/>
                </a:ext>
              </a:extLst>
            </p:cNvPr>
            <p:cNvSpPr/>
            <p:nvPr/>
          </p:nvSpPr>
          <p:spPr>
            <a:xfrm>
              <a:off x="2936463" y="637043"/>
              <a:ext cx="1006202" cy="1605748"/>
            </a:xfrm>
            <a:custGeom>
              <a:avLst/>
              <a:gdLst/>
              <a:ahLst/>
              <a:cxnLst/>
              <a:rect l="l" t="t" r="r" b="b"/>
              <a:pathLst>
                <a:path w="12487" h="19928" fill="none" extrusionOk="0">
                  <a:moveTo>
                    <a:pt x="11585" y="19609"/>
                  </a:moveTo>
                  <a:lnTo>
                    <a:pt x="12176" y="19007"/>
                  </a:lnTo>
                  <a:lnTo>
                    <a:pt x="12486" y="19260"/>
                  </a:lnTo>
                  <a:lnTo>
                    <a:pt x="12486" y="1"/>
                  </a:lnTo>
                  <a:lnTo>
                    <a:pt x="37" y="1"/>
                  </a:lnTo>
                  <a:lnTo>
                    <a:pt x="0" y="19223"/>
                  </a:lnTo>
                  <a:lnTo>
                    <a:pt x="273" y="18910"/>
                  </a:lnTo>
                  <a:lnTo>
                    <a:pt x="951" y="19427"/>
                  </a:lnTo>
                  <a:lnTo>
                    <a:pt x="514" y="19928"/>
                  </a:lnTo>
                  <a:lnTo>
                    <a:pt x="7331" y="19928"/>
                  </a:lnTo>
                  <a:cubicBezTo>
                    <a:pt x="7369" y="19551"/>
                    <a:pt x="7520" y="18774"/>
                    <a:pt x="7520" y="18497"/>
                  </a:cubicBezTo>
                  <a:cubicBezTo>
                    <a:pt x="7520" y="18181"/>
                    <a:pt x="7639" y="19615"/>
                    <a:pt x="7836" y="19615"/>
                  </a:cubicBezTo>
                  <a:cubicBezTo>
                    <a:pt x="8033" y="19615"/>
                    <a:pt x="8152" y="18589"/>
                    <a:pt x="8231" y="18864"/>
                  </a:cubicBezTo>
                  <a:cubicBezTo>
                    <a:pt x="8275" y="19020"/>
                    <a:pt x="8344" y="19263"/>
                    <a:pt x="8397" y="19446"/>
                  </a:cubicBezTo>
                  <a:cubicBezTo>
                    <a:pt x="8440" y="19597"/>
                    <a:pt x="8567" y="19708"/>
                    <a:pt x="8723" y="19730"/>
                  </a:cubicBezTo>
                  <a:lnTo>
                    <a:pt x="8835" y="19746"/>
                  </a:lnTo>
                  <a:cubicBezTo>
                    <a:pt x="8952" y="19763"/>
                    <a:pt x="9070" y="19726"/>
                    <a:pt x="9159" y="19646"/>
                  </a:cubicBezTo>
                  <a:lnTo>
                    <a:pt x="9357" y="19466"/>
                  </a:lnTo>
                  <a:cubicBezTo>
                    <a:pt x="9412" y="19416"/>
                    <a:pt x="9497" y="19416"/>
                    <a:pt x="9553" y="19465"/>
                  </a:cubicBezTo>
                  <a:lnTo>
                    <a:pt x="10082" y="19928"/>
                  </a:lnTo>
                  <a:lnTo>
                    <a:pt x="11941" y="19928"/>
                  </a:lnTo>
                  <a:lnTo>
                    <a:pt x="11585" y="19609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4527;p72">
              <a:extLst>
                <a:ext uri="{FF2B5EF4-FFF2-40B4-BE49-F238E27FC236}">
                  <a16:creationId xmlns:a16="http://schemas.microsoft.com/office/drawing/2014/main" id="{E0A67732-9E8B-66D7-5AB3-88CEDF54AC2A}"/>
                </a:ext>
              </a:extLst>
            </p:cNvPr>
            <p:cNvSpPr/>
            <p:nvPr/>
          </p:nvSpPr>
          <p:spPr>
            <a:xfrm>
              <a:off x="2874659" y="570728"/>
              <a:ext cx="122885" cy="132792"/>
            </a:xfrm>
            <a:custGeom>
              <a:avLst/>
              <a:gdLst/>
              <a:ahLst/>
              <a:cxnLst/>
              <a:rect l="l" t="t" r="r" b="b"/>
              <a:pathLst>
                <a:path w="1525" h="1648" extrusionOk="0">
                  <a:moveTo>
                    <a:pt x="759" y="0"/>
                  </a:moveTo>
                  <a:lnTo>
                    <a:pt x="1" y="408"/>
                  </a:lnTo>
                  <a:lnTo>
                    <a:pt x="767" y="1647"/>
                  </a:lnTo>
                  <a:lnTo>
                    <a:pt x="1524" y="1238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4528;p72">
              <a:extLst>
                <a:ext uri="{FF2B5EF4-FFF2-40B4-BE49-F238E27FC236}">
                  <a16:creationId xmlns:a16="http://schemas.microsoft.com/office/drawing/2014/main" id="{02B1790D-5D8E-F140-54DD-277BDAA06701}"/>
                </a:ext>
              </a:extLst>
            </p:cNvPr>
            <p:cNvSpPr/>
            <p:nvPr/>
          </p:nvSpPr>
          <p:spPr>
            <a:xfrm>
              <a:off x="3884559" y="576932"/>
              <a:ext cx="127155" cy="132711"/>
            </a:xfrm>
            <a:custGeom>
              <a:avLst/>
              <a:gdLst/>
              <a:ahLst/>
              <a:cxnLst/>
              <a:rect l="l" t="t" r="r" b="b"/>
              <a:pathLst>
                <a:path w="1578" h="1647" extrusionOk="0">
                  <a:moveTo>
                    <a:pt x="855" y="1"/>
                  </a:moveTo>
                  <a:lnTo>
                    <a:pt x="0" y="1161"/>
                  </a:lnTo>
                  <a:lnTo>
                    <a:pt x="723" y="1646"/>
                  </a:lnTo>
                  <a:lnTo>
                    <a:pt x="1578" y="485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4529;p72">
              <a:extLst>
                <a:ext uri="{FF2B5EF4-FFF2-40B4-BE49-F238E27FC236}">
                  <a16:creationId xmlns:a16="http://schemas.microsoft.com/office/drawing/2014/main" id="{EF5F5FD9-F418-6E68-EEC9-22F16561A248}"/>
                </a:ext>
              </a:extLst>
            </p:cNvPr>
            <p:cNvSpPr/>
            <p:nvPr/>
          </p:nvSpPr>
          <p:spPr>
            <a:xfrm>
              <a:off x="2880380" y="2160771"/>
              <a:ext cx="132796" cy="130938"/>
            </a:xfrm>
            <a:custGeom>
              <a:avLst/>
              <a:gdLst/>
              <a:ahLst/>
              <a:cxnLst/>
              <a:rect l="l" t="t" r="r" b="b"/>
              <a:pathLst>
                <a:path w="1648" h="1625" fill="none" extrusionOk="0">
                  <a:moveTo>
                    <a:pt x="678" y="1625"/>
                  </a:moveTo>
                  <a:lnTo>
                    <a:pt x="0" y="1108"/>
                  </a:lnTo>
                  <a:lnTo>
                    <a:pt x="969" y="0"/>
                  </a:lnTo>
                  <a:lnTo>
                    <a:pt x="1647" y="517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4530;p72">
              <a:extLst>
                <a:ext uri="{FF2B5EF4-FFF2-40B4-BE49-F238E27FC236}">
                  <a16:creationId xmlns:a16="http://schemas.microsoft.com/office/drawing/2014/main" id="{91A203AE-26E2-3BCD-35FA-80D3D9CA137D}"/>
                </a:ext>
              </a:extLst>
            </p:cNvPr>
            <p:cNvSpPr/>
            <p:nvPr/>
          </p:nvSpPr>
          <p:spPr>
            <a:xfrm>
              <a:off x="3869894" y="2168507"/>
              <a:ext cx="138759" cy="126507"/>
            </a:xfrm>
            <a:custGeom>
              <a:avLst/>
              <a:gdLst/>
              <a:ahLst/>
              <a:cxnLst/>
              <a:rect l="l" t="t" r="r" b="b"/>
              <a:pathLst>
                <a:path w="1722" h="1570" fill="none" extrusionOk="0">
                  <a:moveTo>
                    <a:pt x="1721" y="966"/>
                  </a:moveTo>
                  <a:lnTo>
                    <a:pt x="1130" y="1569"/>
                  </a:lnTo>
                  <a:lnTo>
                    <a:pt x="1" y="603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4531;p72">
              <a:extLst>
                <a:ext uri="{FF2B5EF4-FFF2-40B4-BE49-F238E27FC236}">
                  <a16:creationId xmlns:a16="http://schemas.microsoft.com/office/drawing/2014/main" id="{BE386A04-88EC-1028-5665-595DD9040D8F}"/>
                </a:ext>
              </a:extLst>
            </p:cNvPr>
            <p:cNvSpPr/>
            <p:nvPr/>
          </p:nvSpPr>
          <p:spPr>
            <a:xfrm>
              <a:off x="3031386" y="771850"/>
              <a:ext cx="803624" cy="1394877"/>
            </a:xfrm>
            <a:custGeom>
              <a:avLst/>
              <a:gdLst/>
              <a:ahLst/>
              <a:cxnLst/>
              <a:rect l="l" t="t" r="r" b="b"/>
              <a:pathLst>
                <a:path w="9973" h="17311" extrusionOk="0">
                  <a:moveTo>
                    <a:pt x="6816" y="100"/>
                  </a:moveTo>
                  <a:cubicBezTo>
                    <a:pt x="6685" y="100"/>
                    <a:pt x="6579" y="207"/>
                    <a:pt x="6579" y="337"/>
                  </a:cubicBezTo>
                  <a:cubicBezTo>
                    <a:pt x="6579" y="468"/>
                    <a:pt x="6685" y="574"/>
                    <a:pt x="6816" y="574"/>
                  </a:cubicBezTo>
                  <a:cubicBezTo>
                    <a:pt x="6947" y="574"/>
                    <a:pt x="7052" y="468"/>
                    <a:pt x="7052" y="337"/>
                  </a:cubicBezTo>
                  <a:cubicBezTo>
                    <a:pt x="7052" y="207"/>
                    <a:pt x="6947" y="100"/>
                    <a:pt x="6816" y="100"/>
                  </a:cubicBezTo>
                  <a:close/>
                  <a:moveTo>
                    <a:pt x="9737" y="3415"/>
                  </a:moveTo>
                  <a:cubicBezTo>
                    <a:pt x="9606" y="3415"/>
                    <a:pt x="9500" y="3522"/>
                    <a:pt x="9500" y="3653"/>
                  </a:cubicBezTo>
                  <a:cubicBezTo>
                    <a:pt x="9500" y="3784"/>
                    <a:pt x="9606" y="3889"/>
                    <a:pt x="9737" y="3889"/>
                  </a:cubicBezTo>
                  <a:cubicBezTo>
                    <a:pt x="9868" y="3889"/>
                    <a:pt x="9973" y="3784"/>
                    <a:pt x="9973" y="3653"/>
                  </a:cubicBezTo>
                  <a:cubicBezTo>
                    <a:pt x="9973" y="3522"/>
                    <a:pt x="9868" y="3415"/>
                    <a:pt x="9737" y="3415"/>
                  </a:cubicBezTo>
                  <a:close/>
                  <a:moveTo>
                    <a:pt x="3264" y="1"/>
                  </a:moveTo>
                  <a:lnTo>
                    <a:pt x="3003" y="1812"/>
                  </a:lnTo>
                  <a:lnTo>
                    <a:pt x="1856" y="385"/>
                  </a:lnTo>
                  <a:lnTo>
                    <a:pt x="2355" y="2147"/>
                  </a:lnTo>
                  <a:lnTo>
                    <a:pt x="726" y="1310"/>
                  </a:lnTo>
                  <a:lnTo>
                    <a:pt x="1897" y="2717"/>
                  </a:lnTo>
                  <a:lnTo>
                    <a:pt x="69" y="2614"/>
                  </a:lnTo>
                  <a:lnTo>
                    <a:pt x="69" y="2614"/>
                  </a:lnTo>
                  <a:lnTo>
                    <a:pt x="1713" y="3423"/>
                  </a:lnTo>
                  <a:lnTo>
                    <a:pt x="1" y="4073"/>
                  </a:lnTo>
                  <a:lnTo>
                    <a:pt x="1830" y="4144"/>
                  </a:lnTo>
                  <a:lnTo>
                    <a:pt x="531" y="5434"/>
                  </a:lnTo>
                  <a:lnTo>
                    <a:pt x="2231" y="4754"/>
                  </a:lnTo>
                  <a:lnTo>
                    <a:pt x="1568" y="6462"/>
                  </a:lnTo>
                  <a:lnTo>
                    <a:pt x="2845" y="5149"/>
                  </a:lnTo>
                  <a:lnTo>
                    <a:pt x="2934" y="6978"/>
                  </a:lnTo>
                  <a:lnTo>
                    <a:pt x="3567" y="5260"/>
                  </a:lnTo>
                  <a:lnTo>
                    <a:pt x="4392" y="6894"/>
                  </a:lnTo>
                  <a:lnTo>
                    <a:pt x="4271" y="5067"/>
                  </a:lnTo>
                  <a:lnTo>
                    <a:pt x="5690" y="6224"/>
                  </a:lnTo>
                  <a:lnTo>
                    <a:pt x="4836" y="4604"/>
                  </a:lnTo>
                  <a:lnTo>
                    <a:pt x="6603" y="5085"/>
                  </a:lnTo>
                  <a:lnTo>
                    <a:pt x="6603" y="5085"/>
                  </a:lnTo>
                  <a:lnTo>
                    <a:pt x="5164" y="3952"/>
                  </a:lnTo>
                  <a:lnTo>
                    <a:pt x="6974" y="3672"/>
                  </a:lnTo>
                  <a:lnTo>
                    <a:pt x="5199" y="3223"/>
                  </a:lnTo>
                  <a:lnTo>
                    <a:pt x="6739" y="2231"/>
                  </a:lnTo>
                  <a:lnTo>
                    <a:pt x="4934" y="2543"/>
                  </a:lnTo>
                  <a:lnTo>
                    <a:pt x="5937" y="1010"/>
                  </a:lnTo>
                  <a:lnTo>
                    <a:pt x="4415" y="2028"/>
                  </a:lnTo>
                  <a:lnTo>
                    <a:pt x="4415" y="2028"/>
                  </a:lnTo>
                  <a:lnTo>
                    <a:pt x="4708" y="221"/>
                  </a:lnTo>
                  <a:lnTo>
                    <a:pt x="3733" y="1771"/>
                  </a:lnTo>
                  <a:lnTo>
                    <a:pt x="3264" y="1"/>
                  </a:lnTo>
                  <a:close/>
                  <a:moveTo>
                    <a:pt x="1447" y="8468"/>
                  </a:moveTo>
                  <a:cubicBezTo>
                    <a:pt x="1317" y="8468"/>
                    <a:pt x="1211" y="8575"/>
                    <a:pt x="1211" y="8705"/>
                  </a:cubicBezTo>
                  <a:cubicBezTo>
                    <a:pt x="1211" y="8836"/>
                    <a:pt x="1317" y="8942"/>
                    <a:pt x="1447" y="8942"/>
                  </a:cubicBezTo>
                  <a:cubicBezTo>
                    <a:pt x="1578" y="8942"/>
                    <a:pt x="1685" y="8836"/>
                    <a:pt x="1685" y="8705"/>
                  </a:cubicBezTo>
                  <a:cubicBezTo>
                    <a:pt x="1685" y="8575"/>
                    <a:pt x="1578" y="8468"/>
                    <a:pt x="1447" y="8468"/>
                  </a:cubicBezTo>
                  <a:close/>
                  <a:moveTo>
                    <a:pt x="8100" y="6504"/>
                  </a:moveTo>
                  <a:lnTo>
                    <a:pt x="7980" y="7333"/>
                  </a:lnTo>
                  <a:lnTo>
                    <a:pt x="7454" y="6680"/>
                  </a:lnTo>
                  <a:lnTo>
                    <a:pt x="7683" y="7487"/>
                  </a:lnTo>
                  <a:lnTo>
                    <a:pt x="7683" y="7487"/>
                  </a:lnTo>
                  <a:lnTo>
                    <a:pt x="6937" y="7104"/>
                  </a:lnTo>
                  <a:lnTo>
                    <a:pt x="7473" y="7748"/>
                  </a:lnTo>
                  <a:lnTo>
                    <a:pt x="6637" y="7701"/>
                  </a:lnTo>
                  <a:lnTo>
                    <a:pt x="7388" y="8071"/>
                  </a:lnTo>
                  <a:lnTo>
                    <a:pt x="6605" y="8369"/>
                  </a:lnTo>
                  <a:lnTo>
                    <a:pt x="7442" y="8400"/>
                  </a:lnTo>
                  <a:lnTo>
                    <a:pt x="6847" y="8990"/>
                  </a:lnTo>
                  <a:lnTo>
                    <a:pt x="7626" y="8680"/>
                  </a:lnTo>
                  <a:lnTo>
                    <a:pt x="7322" y="9461"/>
                  </a:lnTo>
                  <a:lnTo>
                    <a:pt x="7907" y="8860"/>
                  </a:lnTo>
                  <a:lnTo>
                    <a:pt x="7947" y="9697"/>
                  </a:lnTo>
                  <a:lnTo>
                    <a:pt x="8238" y="8911"/>
                  </a:lnTo>
                  <a:lnTo>
                    <a:pt x="8615" y="9659"/>
                  </a:lnTo>
                  <a:lnTo>
                    <a:pt x="8559" y="8822"/>
                  </a:lnTo>
                  <a:lnTo>
                    <a:pt x="9209" y="9352"/>
                  </a:lnTo>
                  <a:lnTo>
                    <a:pt x="8818" y="8612"/>
                  </a:lnTo>
                  <a:lnTo>
                    <a:pt x="8819" y="8612"/>
                  </a:lnTo>
                  <a:lnTo>
                    <a:pt x="9628" y="8831"/>
                  </a:lnTo>
                  <a:lnTo>
                    <a:pt x="8969" y="8313"/>
                  </a:lnTo>
                  <a:lnTo>
                    <a:pt x="9797" y="8185"/>
                  </a:lnTo>
                  <a:lnTo>
                    <a:pt x="8985" y="7979"/>
                  </a:lnTo>
                  <a:lnTo>
                    <a:pt x="9688" y="7525"/>
                  </a:lnTo>
                  <a:lnTo>
                    <a:pt x="8863" y="7667"/>
                  </a:lnTo>
                  <a:lnTo>
                    <a:pt x="9322" y="6967"/>
                  </a:lnTo>
                  <a:lnTo>
                    <a:pt x="8625" y="7433"/>
                  </a:lnTo>
                  <a:lnTo>
                    <a:pt x="8760" y="6605"/>
                  </a:lnTo>
                  <a:lnTo>
                    <a:pt x="8313" y="7314"/>
                  </a:lnTo>
                  <a:lnTo>
                    <a:pt x="8100" y="6504"/>
                  </a:lnTo>
                  <a:close/>
                  <a:moveTo>
                    <a:pt x="8947" y="12021"/>
                  </a:moveTo>
                  <a:cubicBezTo>
                    <a:pt x="8817" y="12021"/>
                    <a:pt x="8710" y="12127"/>
                    <a:pt x="8710" y="12257"/>
                  </a:cubicBezTo>
                  <a:cubicBezTo>
                    <a:pt x="8710" y="12388"/>
                    <a:pt x="8817" y="12495"/>
                    <a:pt x="8947" y="12495"/>
                  </a:cubicBezTo>
                  <a:cubicBezTo>
                    <a:pt x="9078" y="12495"/>
                    <a:pt x="9184" y="12388"/>
                    <a:pt x="9184" y="12257"/>
                  </a:cubicBezTo>
                  <a:cubicBezTo>
                    <a:pt x="9184" y="12127"/>
                    <a:pt x="9078" y="12021"/>
                    <a:pt x="8947" y="12021"/>
                  </a:cubicBezTo>
                  <a:close/>
                  <a:moveTo>
                    <a:pt x="9711" y="13336"/>
                  </a:moveTo>
                  <a:cubicBezTo>
                    <a:pt x="9580" y="13336"/>
                    <a:pt x="9473" y="13443"/>
                    <a:pt x="9473" y="13574"/>
                  </a:cubicBezTo>
                  <a:cubicBezTo>
                    <a:pt x="9473" y="13704"/>
                    <a:pt x="9580" y="13810"/>
                    <a:pt x="9711" y="13810"/>
                  </a:cubicBezTo>
                  <a:cubicBezTo>
                    <a:pt x="9841" y="13810"/>
                    <a:pt x="9947" y="13704"/>
                    <a:pt x="9947" y="13574"/>
                  </a:cubicBezTo>
                  <a:cubicBezTo>
                    <a:pt x="9947" y="13443"/>
                    <a:pt x="9841" y="13336"/>
                    <a:pt x="9711" y="13336"/>
                  </a:cubicBezTo>
                  <a:close/>
                  <a:moveTo>
                    <a:pt x="3659" y="9948"/>
                  </a:moveTo>
                  <a:lnTo>
                    <a:pt x="3441" y="11454"/>
                  </a:lnTo>
                  <a:lnTo>
                    <a:pt x="2489" y="10269"/>
                  </a:lnTo>
                  <a:lnTo>
                    <a:pt x="2902" y="11732"/>
                  </a:lnTo>
                  <a:lnTo>
                    <a:pt x="1550" y="11036"/>
                  </a:lnTo>
                  <a:lnTo>
                    <a:pt x="2524" y="12205"/>
                  </a:lnTo>
                  <a:lnTo>
                    <a:pt x="1006" y="12120"/>
                  </a:lnTo>
                  <a:lnTo>
                    <a:pt x="2369" y="12791"/>
                  </a:lnTo>
                  <a:lnTo>
                    <a:pt x="948" y="13331"/>
                  </a:lnTo>
                  <a:lnTo>
                    <a:pt x="2468" y="13389"/>
                  </a:lnTo>
                  <a:lnTo>
                    <a:pt x="1389" y="14461"/>
                  </a:lnTo>
                  <a:lnTo>
                    <a:pt x="2800" y="13896"/>
                  </a:lnTo>
                  <a:lnTo>
                    <a:pt x="2250" y="15314"/>
                  </a:lnTo>
                  <a:lnTo>
                    <a:pt x="3310" y="14224"/>
                  </a:lnTo>
                  <a:lnTo>
                    <a:pt x="3384" y="15743"/>
                  </a:lnTo>
                  <a:lnTo>
                    <a:pt x="3910" y="14315"/>
                  </a:lnTo>
                  <a:lnTo>
                    <a:pt x="4594" y="15673"/>
                  </a:lnTo>
                  <a:lnTo>
                    <a:pt x="4494" y="14155"/>
                  </a:lnTo>
                  <a:lnTo>
                    <a:pt x="5672" y="15117"/>
                  </a:lnTo>
                  <a:lnTo>
                    <a:pt x="5672" y="15117"/>
                  </a:lnTo>
                  <a:lnTo>
                    <a:pt x="4964" y="13772"/>
                  </a:lnTo>
                  <a:lnTo>
                    <a:pt x="6430" y="14171"/>
                  </a:lnTo>
                  <a:lnTo>
                    <a:pt x="5236" y="13230"/>
                  </a:lnTo>
                  <a:lnTo>
                    <a:pt x="6739" y="12998"/>
                  </a:lnTo>
                  <a:lnTo>
                    <a:pt x="5265" y="12625"/>
                  </a:lnTo>
                  <a:lnTo>
                    <a:pt x="6542" y="11801"/>
                  </a:lnTo>
                  <a:lnTo>
                    <a:pt x="6542" y="11801"/>
                  </a:lnTo>
                  <a:lnTo>
                    <a:pt x="5045" y="12060"/>
                  </a:lnTo>
                  <a:lnTo>
                    <a:pt x="5877" y="10787"/>
                  </a:lnTo>
                  <a:lnTo>
                    <a:pt x="5877" y="10787"/>
                  </a:lnTo>
                  <a:lnTo>
                    <a:pt x="4613" y="11633"/>
                  </a:lnTo>
                  <a:lnTo>
                    <a:pt x="4857" y="10132"/>
                  </a:lnTo>
                  <a:lnTo>
                    <a:pt x="4046" y="11419"/>
                  </a:lnTo>
                  <a:lnTo>
                    <a:pt x="3659" y="9948"/>
                  </a:lnTo>
                  <a:close/>
                  <a:moveTo>
                    <a:pt x="1290" y="16836"/>
                  </a:moveTo>
                  <a:cubicBezTo>
                    <a:pt x="1159" y="16836"/>
                    <a:pt x="1053" y="16943"/>
                    <a:pt x="1053" y="17073"/>
                  </a:cubicBezTo>
                  <a:cubicBezTo>
                    <a:pt x="1053" y="17204"/>
                    <a:pt x="1159" y="17310"/>
                    <a:pt x="1290" y="17310"/>
                  </a:cubicBezTo>
                  <a:cubicBezTo>
                    <a:pt x="1420" y="17310"/>
                    <a:pt x="1527" y="17204"/>
                    <a:pt x="1527" y="17073"/>
                  </a:cubicBezTo>
                  <a:cubicBezTo>
                    <a:pt x="1527" y="16943"/>
                    <a:pt x="1420" y="16836"/>
                    <a:pt x="1290" y="16836"/>
                  </a:cubicBezTo>
                  <a:close/>
                </a:path>
              </a:pathLst>
            </a:custGeom>
            <a:solidFill>
              <a:schemeClr val="dk2">
                <a:alpha val="62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6" name="Google Shape;3805;p70">
            <a:extLst>
              <a:ext uri="{FF2B5EF4-FFF2-40B4-BE49-F238E27FC236}">
                <a16:creationId xmlns:a16="http://schemas.microsoft.com/office/drawing/2014/main" id="{9C07143F-F39F-0B36-0119-A19B01ED1E27}"/>
              </a:ext>
            </a:extLst>
          </p:cNvPr>
          <p:cNvGrpSpPr/>
          <p:nvPr/>
        </p:nvGrpSpPr>
        <p:grpSpPr>
          <a:xfrm>
            <a:off x="7592413" y="-528136"/>
            <a:ext cx="929460" cy="693361"/>
            <a:chOff x="3305881" y="234313"/>
            <a:chExt cx="756150" cy="564075"/>
          </a:xfrm>
        </p:grpSpPr>
        <p:sp>
          <p:nvSpPr>
            <p:cNvPr id="2907" name="Google Shape;3806;p70">
              <a:extLst>
                <a:ext uri="{FF2B5EF4-FFF2-40B4-BE49-F238E27FC236}">
                  <a16:creationId xmlns:a16="http://schemas.microsoft.com/office/drawing/2014/main" id="{D7F279AE-0157-ADC3-3990-FE5503F510C5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807;p70">
              <a:extLst>
                <a:ext uri="{FF2B5EF4-FFF2-40B4-BE49-F238E27FC236}">
                  <a16:creationId xmlns:a16="http://schemas.microsoft.com/office/drawing/2014/main" id="{715B4BFB-0D7B-02C3-96BC-509C778726BD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0" y="22562"/>
                  </a:lnTo>
                  <a:lnTo>
                    <a:pt x="30246" y="22562"/>
                  </a:lnTo>
                  <a:lnTo>
                    <a:pt x="30246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D88794">
                    <a:alpha val="61176"/>
                  </a:srgbClr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808;p70">
              <a:extLst>
                <a:ext uri="{FF2B5EF4-FFF2-40B4-BE49-F238E27FC236}">
                  <a16:creationId xmlns:a16="http://schemas.microsoft.com/office/drawing/2014/main" id="{93C8E768-B15B-36A5-5D74-5E3D41B6EDF3}"/>
                </a:ext>
              </a:extLst>
            </p:cNvPr>
            <p:cNvSpPr/>
            <p:nvPr/>
          </p:nvSpPr>
          <p:spPr>
            <a:xfrm>
              <a:off x="3722600" y="470075"/>
              <a:ext cx="182625" cy="50975"/>
            </a:xfrm>
            <a:custGeom>
              <a:avLst/>
              <a:gdLst/>
              <a:ahLst/>
              <a:cxnLst/>
              <a:rect l="l" t="t" r="r" b="b"/>
              <a:pathLst>
                <a:path w="7305" h="2039" extrusionOk="0">
                  <a:moveTo>
                    <a:pt x="3642" y="0"/>
                  </a:moveTo>
                  <a:cubicBezTo>
                    <a:pt x="3430" y="0"/>
                    <a:pt x="3222" y="13"/>
                    <a:pt x="3022" y="40"/>
                  </a:cubicBezTo>
                  <a:cubicBezTo>
                    <a:pt x="1513" y="246"/>
                    <a:pt x="735" y="1052"/>
                    <a:pt x="735" y="1052"/>
                  </a:cubicBezTo>
                  <a:lnTo>
                    <a:pt x="27" y="1100"/>
                  </a:lnTo>
                  <a:lnTo>
                    <a:pt x="0" y="1285"/>
                  </a:lnTo>
                  <a:cubicBezTo>
                    <a:pt x="0" y="1285"/>
                    <a:pt x="51" y="1284"/>
                    <a:pt x="138" y="1284"/>
                  </a:cubicBezTo>
                  <a:cubicBezTo>
                    <a:pt x="415" y="1284"/>
                    <a:pt x="1055" y="1296"/>
                    <a:pt x="1572" y="1399"/>
                  </a:cubicBezTo>
                  <a:cubicBezTo>
                    <a:pt x="2240" y="1533"/>
                    <a:pt x="3460" y="2038"/>
                    <a:pt x="5298" y="2038"/>
                  </a:cubicBezTo>
                  <a:cubicBezTo>
                    <a:pt x="5334" y="2038"/>
                    <a:pt x="5369" y="2038"/>
                    <a:pt x="5405" y="2038"/>
                  </a:cubicBezTo>
                  <a:cubicBezTo>
                    <a:pt x="7304" y="2019"/>
                    <a:pt x="7192" y="1579"/>
                    <a:pt x="6859" y="1023"/>
                  </a:cubicBezTo>
                  <a:cubicBezTo>
                    <a:pt x="6570" y="541"/>
                    <a:pt x="5030" y="0"/>
                    <a:pt x="36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8" name="Google Shape;3809;p70">
              <a:extLst>
                <a:ext uri="{FF2B5EF4-FFF2-40B4-BE49-F238E27FC236}">
                  <a16:creationId xmlns:a16="http://schemas.microsoft.com/office/drawing/2014/main" id="{4893130A-4D93-A959-0FA9-90F80990D4FB}"/>
                </a:ext>
              </a:extLst>
            </p:cNvPr>
            <p:cNvGrpSpPr/>
            <p:nvPr/>
          </p:nvGrpSpPr>
          <p:grpSpPr>
            <a:xfrm>
              <a:off x="3459375" y="327950"/>
              <a:ext cx="466050" cy="395225"/>
              <a:chOff x="3459375" y="327950"/>
              <a:chExt cx="466050" cy="395225"/>
            </a:xfrm>
          </p:grpSpPr>
          <p:sp>
            <p:nvSpPr>
              <p:cNvPr id="3092" name="Google Shape;3810;p70">
                <a:extLst>
                  <a:ext uri="{FF2B5EF4-FFF2-40B4-BE49-F238E27FC236}">
                    <a16:creationId xmlns:a16="http://schemas.microsoft.com/office/drawing/2014/main" id="{FB1DB546-AE7B-C7A0-F038-946A225CE521}"/>
                  </a:ext>
                </a:extLst>
              </p:cNvPr>
              <p:cNvSpPr/>
              <p:nvPr/>
            </p:nvSpPr>
            <p:spPr>
              <a:xfrm>
                <a:off x="3749525" y="334925"/>
                <a:ext cx="175900" cy="13797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5519" extrusionOk="0">
                    <a:moveTo>
                      <a:pt x="6702" y="1"/>
                    </a:moveTo>
                    <a:cubicBezTo>
                      <a:pt x="5858" y="1"/>
                      <a:pt x="3463" y="948"/>
                      <a:pt x="2395" y="1828"/>
                    </a:cubicBezTo>
                    <a:cubicBezTo>
                      <a:pt x="1050" y="2938"/>
                      <a:pt x="0" y="5519"/>
                      <a:pt x="0" y="5519"/>
                    </a:cubicBezTo>
                    <a:cubicBezTo>
                      <a:pt x="0" y="5519"/>
                      <a:pt x="2083" y="4349"/>
                      <a:pt x="3332" y="3764"/>
                    </a:cubicBezTo>
                    <a:cubicBezTo>
                      <a:pt x="4581" y="3181"/>
                      <a:pt x="6801" y="913"/>
                      <a:pt x="6996" y="209"/>
                    </a:cubicBezTo>
                    <a:cubicBezTo>
                      <a:pt x="7036" y="64"/>
                      <a:pt x="6921" y="1"/>
                      <a:pt x="6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811;p70">
                <a:extLst>
                  <a:ext uri="{FF2B5EF4-FFF2-40B4-BE49-F238E27FC236}">
                    <a16:creationId xmlns:a16="http://schemas.microsoft.com/office/drawing/2014/main" id="{AB047DB1-D4D3-AAC4-656D-8662C9E5E238}"/>
                  </a:ext>
                </a:extLst>
              </p:cNvPr>
              <p:cNvSpPr/>
              <p:nvPr/>
            </p:nvSpPr>
            <p:spPr>
              <a:xfrm>
                <a:off x="3629350" y="540375"/>
                <a:ext cx="228425" cy="592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2368" extrusionOk="0">
                    <a:moveTo>
                      <a:pt x="5756" y="1"/>
                    </a:moveTo>
                    <a:cubicBezTo>
                      <a:pt x="4206" y="1"/>
                      <a:pt x="2313" y="627"/>
                      <a:pt x="1193" y="1738"/>
                    </a:cubicBezTo>
                    <a:lnTo>
                      <a:pt x="295" y="1829"/>
                    </a:lnTo>
                    <a:lnTo>
                      <a:pt x="1" y="2124"/>
                    </a:lnTo>
                    <a:lnTo>
                      <a:pt x="1089" y="1989"/>
                    </a:lnTo>
                    <a:lnTo>
                      <a:pt x="1089" y="1989"/>
                    </a:lnTo>
                    <a:cubicBezTo>
                      <a:pt x="1089" y="1989"/>
                      <a:pt x="893" y="2351"/>
                      <a:pt x="2265" y="2351"/>
                    </a:cubicBezTo>
                    <a:cubicBezTo>
                      <a:pt x="2334" y="2351"/>
                      <a:pt x="2407" y="2350"/>
                      <a:pt x="2485" y="2348"/>
                    </a:cubicBezTo>
                    <a:cubicBezTo>
                      <a:pt x="2661" y="2344"/>
                      <a:pt x="2849" y="2342"/>
                      <a:pt x="3044" y="2342"/>
                    </a:cubicBezTo>
                    <a:cubicBezTo>
                      <a:pt x="3793" y="2342"/>
                      <a:pt x="4653" y="2368"/>
                      <a:pt x="5441" y="2368"/>
                    </a:cubicBezTo>
                    <a:cubicBezTo>
                      <a:pt x="6318" y="2368"/>
                      <a:pt x="7106" y="2336"/>
                      <a:pt x="7554" y="2200"/>
                    </a:cubicBezTo>
                    <a:cubicBezTo>
                      <a:pt x="8509" y="1910"/>
                      <a:pt x="9136" y="1583"/>
                      <a:pt x="9136" y="1583"/>
                    </a:cubicBezTo>
                    <a:cubicBezTo>
                      <a:pt x="9136" y="1583"/>
                      <a:pt x="8399" y="466"/>
                      <a:pt x="6758" y="102"/>
                    </a:cubicBezTo>
                    <a:cubicBezTo>
                      <a:pt x="6451" y="34"/>
                      <a:pt x="6112" y="1"/>
                      <a:pt x="57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812;p70">
                <a:extLst>
                  <a:ext uri="{FF2B5EF4-FFF2-40B4-BE49-F238E27FC236}">
                    <a16:creationId xmlns:a16="http://schemas.microsoft.com/office/drawing/2014/main" id="{593124D3-234F-0808-6039-6E678BB1E684}"/>
                  </a:ext>
                </a:extLst>
              </p:cNvPr>
              <p:cNvSpPr/>
              <p:nvPr/>
            </p:nvSpPr>
            <p:spPr>
              <a:xfrm>
                <a:off x="3626900" y="397625"/>
                <a:ext cx="108225" cy="185650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7426" extrusionOk="0">
                    <a:moveTo>
                      <a:pt x="3924" y="0"/>
                    </a:moveTo>
                    <a:cubicBezTo>
                      <a:pt x="3555" y="0"/>
                      <a:pt x="2898" y="112"/>
                      <a:pt x="2210" y="760"/>
                    </a:cubicBezTo>
                    <a:cubicBezTo>
                      <a:pt x="1160" y="1747"/>
                      <a:pt x="60" y="3449"/>
                      <a:pt x="239" y="4726"/>
                    </a:cubicBezTo>
                    <a:cubicBezTo>
                      <a:pt x="419" y="6003"/>
                      <a:pt x="304" y="6398"/>
                      <a:pt x="304" y="6398"/>
                    </a:cubicBezTo>
                    <a:lnTo>
                      <a:pt x="0" y="7425"/>
                    </a:lnTo>
                    <a:lnTo>
                      <a:pt x="425" y="7110"/>
                    </a:lnTo>
                    <a:lnTo>
                      <a:pt x="425" y="7111"/>
                    </a:lnTo>
                    <a:cubicBezTo>
                      <a:pt x="425" y="7111"/>
                      <a:pt x="509" y="6557"/>
                      <a:pt x="501" y="6456"/>
                    </a:cubicBezTo>
                    <a:cubicBezTo>
                      <a:pt x="501" y="6456"/>
                      <a:pt x="857" y="6309"/>
                      <a:pt x="1683" y="5033"/>
                    </a:cubicBezTo>
                    <a:cubicBezTo>
                      <a:pt x="2509" y="3756"/>
                      <a:pt x="3883" y="2046"/>
                      <a:pt x="4106" y="1157"/>
                    </a:cubicBezTo>
                    <a:cubicBezTo>
                      <a:pt x="4328" y="268"/>
                      <a:pt x="4231" y="31"/>
                      <a:pt x="4231" y="31"/>
                    </a:cubicBezTo>
                    <a:cubicBezTo>
                      <a:pt x="4231" y="31"/>
                      <a:pt x="4116" y="0"/>
                      <a:pt x="39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813;p70">
                <a:extLst>
                  <a:ext uri="{FF2B5EF4-FFF2-40B4-BE49-F238E27FC236}">
                    <a16:creationId xmlns:a16="http://schemas.microsoft.com/office/drawing/2014/main" id="{89F0E0E1-53D9-BB7A-C945-DF3ADA91F8DE}"/>
                  </a:ext>
                </a:extLst>
              </p:cNvPr>
              <p:cNvSpPr/>
              <p:nvPr/>
            </p:nvSpPr>
            <p:spPr>
              <a:xfrm>
                <a:off x="3459375" y="508750"/>
                <a:ext cx="89500" cy="201750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8070" extrusionOk="0">
                    <a:moveTo>
                      <a:pt x="3409" y="0"/>
                    </a:moveTo>
                    <a:cubicBezTo>
                      <a:pt x="3236" y="0"/>
                      <a:pt x="2349" y="54"/>
                      <a:pt x="1595" y="1105"/>
                    </a:cubicBezTo>
                    <a:cubicBezTo>
                      <a:pt x="754" y="2275"/>
                      <a:pt x="0" y="4157"/>
                      <a:pt x="423" y="5376"/>
                    </a:cubicBezTo>
                    <a:cubicBezTo>
                      <a:pt x="845" y="6594"/>
                      <a:pt x="807" y="7003"/>
                      <a:pt x="807" y="7003"/>
                    </a:cubicBezTo>
                    <a:lnTo>
                      <a:pt x="706" y="8070"/>
                    </a:lnTo>
                    <a:lnTo>
                      <a:pt x="1062" y="7680"/>
                    </a:lnTo>
                    <a:cubicBezTo>
                      <a:pt x="1062" y="7680"/>
                      <a:pt x="1038" y="7120"/>
                      <a:pt x="1012" y="7022"/>
                    </a:cubicBezTo>
                    <a:cubicBezTo>
                      <a:pt x="1012" y="7022"/>
                      <a:pt x="1332" y="6811"/>
                      <a:pt x="1898" y="5399"/>
                    </a:cubicBezTo>
                    <a:cubicBezTo>
                      <a:pt x="2463" y="3988"/>
                      <a:pt x="3484" y="2046"/>
                      <a:pt x="3532" y="1130"/>
                    </a:cubicBezTo>
                    <a:cubicBezTo>
                      <a:pt x="3580" y="215"/>
                      <a:pt x="3439" y="1"/>
                      <a:pt x="3439" y="1"/>
                    </a:cubicBezTo>
                    <a:cubicBezTo>
                      <a:pt x="3439" y="1"/>
                      <a:pt x="3428" y="0"/>
                      <a:pt x="34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814;p70">
                <a:extLst>
                  <a:ext uri="{FF2B5EF4-FFF2-40B4-BE49-F238E27FC236}">
                    <a16:creationId xmlns:a16="http://schemas.microsoft.com/office/drawing/2014/main" id="{C27AADCD-2CFB-0E04-E520-369877E55463}"/>
                  </a:ext>
                </a:extLst>
              </p:cNvPr>
              <p:cNvSpPr/>
              <p:nvPr/>
            </p:nvSpPr>
            <p:spPr>
              <a:xfrm>
                <a:off x="3720750" y="327950"/>
                <a:ext cx="51425" cy="165675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6627" extrusionOk="0">
                    <a:moveTo>
                      <a:pt x="1008" y="1"/>
                    </a:moveTo>
                    <a:cubicBezTo>
                      <a:pt x="1001" y="1"/>
                      <a:pt x="998" y="3"/>
                      <a:pt x="998" y="3"/>
                    </a:cubicBezTo>
                    <a:cubicBezTo>
                      <a:pt x="998" y="3"/>
                      <a:pt x="291" y="347"/>
                      <a:pt x="231" y="1549"/>
                    </a:cubicBezTo>
                    <a:cubicBezTo>
                      <a:pt x="173" y="2753"/>
                      <a:pt x="1" y="3933"/>
                      <a:pt x="349" y="5956"/>
                    </a:cubicBezTo>
                    <a:lnTo>
                      <a:pt x="192" y="6627"/>
                    </a:lnTo>
                    <a:lnTo>
                      <a:pt x="333" y="6465"/>
                    </a:lnTo>
                    <a:lnTo>
                      <a:pt x="530" y="5932"/>
                    </a:lnTo>
                    <a:cubicBezTo>
                      <a:pt x="530" y="5932"/>
                      <a:pt x="1156" y="5433"/>
                      <a:pt x="1418" y="4302"/>
                    </a:cubicBezTo>
                    <a:cubicBezTo>
                      <a:pt x="1680" y="3172"/>
                      <a:pt x="2056" y="1942"/>
                      <a:pt x="1585" y="923"/>
                    </a:cubicBezTo>
                    <a:cubicBezTo>
                      <a:pt x="1190" y="70"/>
                      <a:pt x="1045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815;p70">
                <a:extLst>
                  <a:ext uri="{FF2B5EF4-FFF2-40B4-BE49-F238E27FC236}">
                    <a16:creationId xmlns:a16="http://schemas.microsoft.com/office/drawing/2014/main" id="{71200CDD-378E-1B3F-96C8-06FAC94433F5}"/>
                  </a:ext>
                </a:extLst>
              </p:cNvPr>
              <p:cNvSpPr/>
              <p:nvPr/>
            </p:nvSpPr>
            <p:spPr>
              <a:xfrm>
                <a:off x="3521800" y="638350"/>
                <a:ext cx="266075" cy="77850"/>
              </a:xfrm>
              <a:custGeom>
                <a:avLst/>
                <a:gdLst/>
                <a:ahLst/>
                <a:cxnLst/>
                <a:rect l="l" t="t" r="r" b="b"/>
                <a:pathLst>
                  <a:path w="10643" h="3114" extrusionOk="0">
                    <a:moveTo>
                      <a:pt x="4693" y="1"/>
                    </a:moveTo>
                    <a:cubicBezTo>
                      <a:pt x="2480" y="1"/>
                      <a:pt x="1008" y="1228"/>
                      <a:pt x="1008" y="1228"/>
                    </a:cubicBezTo>
                    <a:lnTo>
                      <a:pt x="384" y="1312"/>
                    </a:lnTo>
                    <a:lnTo>
                      <a:pt x="384" y="1311"/>
                    </a:lnTo>
                    <a:lnTo>
                      <a:pt x="1" y="1642"/>
                    </a:lnTo>
                    <a:lnTo>
                      <a:pt x="1059" y="1518"/>
                    </a:lnTo>
                    <a:cubicBezTo>
                      <a:pt x="1059" y="1518"/>
                      <a:pt x="2254" y="1893"/>
                      <a:pt x="3095" y="2170"/>
                    </a:cubicBezTo>
                    <a:cubicBezTo>
                      <a:pt x="3938" y="2447"/>
                      <a:pt x="5421" y="2598"/>
                      <a:pt x="7258" y="3019"/>
                    </a:cubicBezTo>
                    <a:cubicBezTo>
                      <a:pt x="7548" y="3086"/>
                      <a:pt x="7830" y="3113"/>
                      <a:pt x="8100" y="3113"/>
                    </a:cubicBezTo>
                    <a:cubicBezTo>
                      <a:pt x="9544" y="3113"/>
                      <a:pt x="10643" y="2317"/>
                      <a:pt x="10643" y="2317"/>
                    </a:cubicBezTo>
                    <a:cubicBezTo>
                      <a:pt x="9782" y="904"/>
                      <a:pt x="7788" y="270"/>
                      <a:pt x="5263" y="28"/>
                    </a:cubicBezTo>
                    <a:cubicBezTo>
                      <a:pt x="5068" y="9"/>
                      <a:pt x="4878" y="1"/>
                      <a:pt x="46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816;p70">
                <a:extLst>
                  <a:ext uri="{FF2B5EF4-FFF2-40B4-BE49-F238E27FC236}">
                    <a16:creationId xmlns:a16="http://schemas.microsoft.com/office/drawing/2014/main" id="{B798A649-93A3-40CD-8D2D-4649913DABC8}"/>
                  </a:ext>
                </a:extLst>
              </p:cNvPr>
              <p:cNvSpPr/>
              <p:nvPr/>
            </p:nvSpPr>
            <p:spPr>
              <a:xfrm>
                <a:off x="3555250" y="445575"/>
                <a:ext cx="50625" cy="194400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7776" extrusionOk="0">
                    <a:moveTo>
                      <a:pt x="614" y="1"/>
                    </a:moveTo>
                    <a:cubicBezTo>
                      <a:pt x="585" y="1"/>
                      <a:pt x="554" y="30"/>
                      <a:pt x="515" y="98"/>
                    </a:cubicBezTo>
                    <a:cubicBezTo>
                      <a:pt x="334" y="415"/>
                      <a:pt x="0" y="1541"/>
                      <a:pt x="262" y="2091"/>
                    </a:cubicBezTo>
                    <a:cubicBezTo>
                      <a:pt x="524" y="2642"/>
                      <a:pt x="18" y="3475"/>
                      <a:pt x="982" y="4637"/>
                    </a:cubicBezTo>
                    <a:cubicBezTo>
                      <a:pt x="982" y="4637"/>
                      <a:pt x="1043" y="6466"/>
                      <a:pt x="962" y="6899"/>
                    </a:cubicBezTo>
                    <a:cubicBezTo>
                      <a:pt x="880" y="7331"/>
                      <a:pt x="541" y="7730"/>
                      <a:pt x="541" y="7730"/>
                    </a:cubicBezTo>
                    <a:lnTo>
                      <a:pt x="768" y="7776"/>
                    </a:lnTo>
                    <a:cubicBezTo>
                      <a:pt x="768" y="7776"/>
                      <a:pt x="822" y="7442"/>
                      <a:pt x="1033" y="7285"/>
                    </a:cubicBezTo>
                    <a:cubicBezTo>
                      <a:pt x="1246" y="7127"/>
                      <a:pt x="1574" y="6958"/>
                      <a:pt x="1675" y="6656"/>
                    </a:cubicBezTo>
                    <a:cubicBezTo>
                      <a:pt x="1777" y="6354"/>
                      <a:pt x="2025" y="2249"/>
                      <a:pt x="1962" y="1928"/>
                    </a:cubicBezTo>
                    <a:cubicBezTo>
                      <a:pt x="1899" y="1607"/>
                      <a:pt x="1506" y="990"/>
                      <a:pt x="1107" y="651"/>
                    </a:cubicBezTo>
                    <a:cubicBezTo>
                      <a:pt x="793" y="386"/>
                      <a:pt x="719" y="1"/>
                      <a:pt x="6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817;p70">
                <a:extLst>
                  <a:ext uri="{FF2B5EF4-FFF2-40B4-BE49-F238E27FC236}">
                    <a16:creationId xmlns:a16="http://schemas.microsoft.com/office/drawing/2014/main" id="{E4EFDCCF-EE8A-E6EE-0127-879384A989D2}"/>
                  </a:ext>
                </a:extLst>
              </p:cNvPr>
              <p:cNvSpPr/>
              <p:nvPr/>
            </p:nvSpPr>
            <p:spPr>
              <a:xfrm>
                <a:off x="3461950" y="460150"/>
                <a:ext cx="30645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0521" extrusionOk="0">
                    <a:moveTo>
                      <a:pt x="11986" y="0"/>
                    </a:moveTo>
                    <a:cubicBezTo>
                      <a:pt x="10806" y="1006"/>
                      <a:pt x="8028" y="3433"/>
                      <a:pt x="5784" y="5641"/>
                    </a:cubicBezTo>
                    <a:cubicBezTo>
                      <a:pt x="3540" y="7848"/>
                      <a:pt x="88" y="10069"/>
                      <a:pt x="88" y="10069"/>
                    </a:cubicBezTo>
                    <a:cubicBezTo>
                      <a:pt x="0" y="10277"/>
                      <a:pt x="170" y="10520"/>
                      <a:pt x="170" y="10520"/>
                    </a:cubicBezTo>
                    <a:cubicBezTo>
                      <a:pt x="170" y="10520"/>
                      <a:pt x="1494" y="9697"/>
                      <a:pt x="2018" y="9203"/>
                    </a:cubicBezTo>
                    <a:cubicBezTo>
                      <a:pt x="2542" y="8710"/>
                      <a:pt x="3702" y="7989"/>
                      <a:pt x="4135" y="7568"/>
                    </a:cubicBezTo>
                    <a:cubicBezTo>
                      <a:pt x="4568" y="7147"/>
                      <a:pt x="5635" y="6118"/>
                      <a:pt x="6391" y="5599"/>
                    </a:cubicBezTo>
                    <a:cubicBezTo>
                      <a:pt x="7147" y="5079"/>
                      <a:pt x="9792" y="2290"/>
                      <a:pt x="10326" y="1776"/>
                    </a:cubicBezTo>
                    <a:cubicBezTo>
                      <a:pt x="10859" y="1262"/>
                      <a:pt x="12256" y="27"/>
                      <a:pt x="12256" y="27"/>
                    </a:cubicBezTo>
                    <a:lnTo>
                      <a:pt x="12257" y="27"/>
                    </a:lnTo>
                    <a:lnTo>
                      <a:pt x="119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89" name="Google Shape;3818;p70">
              <a:extLst>
                <a:ext uri="{FF2B5EF4-FFF2-40B4-BE49-F238E27FC236}">
                  <a16:creationId xmlns:a16="http://schemas.microsoft.com/office/drawing/2014/main" id="{9947408E-DE3A-C045-2B06-F2AE0A0A2F70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fill="none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dk2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819;p70">
              <a:extLst>
                <a:ext uri="{FF2B5EF4-FFF2-40B4-BE49-F238E27FC236}">
                  <a16:creationId xmlns:a16="http://schemas.microsoft.com/office/drawing/2014/main" id="{B3BDDFEC-E702-3C12-75B9-A89E9DF33DDF}"/>
                </a:ext>
              </a:extLst>
            </p:cNvPr>
            <p:cNvSpPr/>
            <p:nvPr/>
          </p:nvSpPr>
          <p:spPr>
            <a:xfrm>
              <a:off x="3342200" y="273750"/>
              <a:ext cx="25600" cy="25550"/>
            </a:xfrm>
            <a:custGeom>
              <a:avLst/>
              <a:gdLst/>
              <a:ahLst/>
              <a:cxnLst/>
              <a:rect l="l" t="t" r="r" b="b"/>
              <a:pathLst>
                <a:path w="1024" h="1022" extrusionOk="0">
                  <a:moveTo>
                    <a:pt x="512" y="0"/>
                  </a:moveTo>
                  <a:cubicBezTo>
                    <a:pt x="229" y="0"/>
                    <a:pt x="1" y="229"/>
                    <a:pt x="1" y="511"/>
                  </a:cubicBezTo>
                  <a:cubicBezTo>
                    <a:pt x="1" y="793"/>
                    <a:pt x="229" y="1022"/>
                    <a:pt x="512" y="1022"/>
                  </a:cubicBezTo>
                  <a:cubicBezTo>
                    <a:pt x="794" y="1022"/>
                    <a:pt x="1024" y="793"/>
                    <a:pt x="1024" y="511"/>
                  </a:cubicBezTo>
                  <a:cubicBezTo>
                    <a:pt x="1024" y="229"/>
                    <a:pt x="794" y="0"/>
                    <a:pt x="5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820;p70">
              <a:extLst>
                <a:ext uri="{FF2B5EF4-FFF2-40B4-BE49-F238E27FC236}">
                  <a16:creationId xmlns:a16="http://schemas.microsoft.com/office/drawing/2014/main" id="{6649B4C0-BD9A-DF4D-BC4E-4318BB857188}"/>
                </a:ext>
              </a:extLst>
            </p:cNvPr>
            <p:cNvSpPr/>
            <p:nvPr/>
          </p:nvSpPr>
          <p:spPr>
            <a:xfrm>
              <a:off x="4010650" y="27375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3"/>
                    <a:pt x="229" y="1022"/>
                    <a:pt x="511" y="1022"/>
                  </a:cubicBezTo>
                  <a:cubicBezTo>
                    <a:pt x="794" y="1022"/>
                    <a:pt x="1022" y="793"/>
                    <a:pt x="1022" y="511"/>
                  </a:cubicBezTo>
                  <a:cubicBezTo>
                    <a:pt x="1022" y="229"/>
                    <a:pt x="794" y="0"/>
                    <a:pt x="5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3" name="Google Shape;8049;p89">
            <a:extLst>
              <a:ext uri="{FF2B5EF4-FFF2-40B4-BE49-F238E27FC236}">
                <a16:creationId xmlns:a16="http://schemas.microsoft.com/office/drawing/2014/main" id="{95853E94-908A-9CFA-9476-934932F56F6D}"/>
              </a:ext>
            </a:extLst>
          </p:cNvPr>
          <p:cNvGrpSpPr/>
          <p:nvPr/>
        </p:nvGrpSpPr>
        <p:grpSpPr>
          <a:xfrm>
            <a:off x="882981" y="3611247"/>
            <a:ext cx="903307" cy="1403103"/>
            <a:chOff x="7586191" y="3275619"/>
            <a:chExt cx="1136357" cy="1706563"/>
          </a:xfrm>
        </p:grpSpPr>
        <p:grpSp>
          <p:nvGrpSpPr>
            <p:cNvPr id="3304" name="Google Shape;8050;p89">
              <a:extLst>
                <a:ext uri="{FF2B5EF4-FFF2-40B4-BE49-F238E27FC236}">
                  <a16:creationId xmlns:a16="http://schemas.microsoft.com/office/drawing/2014/main" id="{47113B9D-BE2B-4924-5EE5-829C40866D05}"/>
                </a:ext>
              </a:extLst>
            </p:cNvPr>
            <p:cNvGrpSpPr/>
            <p:nvPr/>
          </p:nvGrpSpPr>
          <p:grpSpPr>
            <a:xfrm>
              <a:off x="7586191" y="3275619"/>
              <a:ext cx="1136357" cy="1706563"/>
              <a:chOff x="7586191" y="3275619"/>
              <a:chExt cx="1136357" cy="1706563"/>
            </a:xfrm>
          </p:grpSpPr>
          <p:sp>
            <p:nvSpPr>
              <p:cNvPr id="3306" name="Google Shape;8051;p89">
                <a:extLst>
                  <a:ext uri="{FF2B5EF4-FFF2-40B4-BE49-F238E27FC236}">
                    <a16:creationId xmlns:a16="http://schemas.microsoft.com/office/drawing/2014/main" id="{E044D4C8-3875-5496-849A-29B808FEF5B3}"/>
                  </a:ext>
                </a:extLst>
              </p:cNvPr>
              <p:cNvSpPr/>
              <p:nvPr/>
            </p:nvSpPr>
            <p:spPr>
              <a:xfrm flipH="1">
                <a:off x="7698694" y="4893747"/>
                <a:ext cx="793520" cy="86604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8052;p89">
                <a:extLst>
                  <a:ext uri="{FF2B5EF4-FFF2-40B4-BE49-F238E27FC236}">
                    <a16:creationId xmlns:a16="http://schemas.microsoft.com/office/drawing/2014/main" id="{21663D48-C938-97CE-742A-3F8995394B2F}"/>
                  </a:ext>
                </a:extLst>
              </p:cNvPr>
              <p:cNvSpPr/>
              <p:nvPr/>
            </p:nvSpPr>
            <p:spPr>
              <a:xfrm flipH="1">
                <a:off x="7698694" y="4893747"/>
                <a:ext cx="793520" cy="86604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8053;p89">
                <a:extLst>
                  <a:ext uri="{FF2B5EF4-FFF2-40B4-BE49-F238E27FC236}">
                    <a16:creationId xmlns:a16="http://schemas.microsoft.com/office/drawing/2014/main" id="{BF8D0DAE-2338-31A4-4F02-F5F19415B6FC}"/>
                  </a:ext>
                </a:extLst>
              </p:cNvPr>
              <p:cNvSpPr/>
              <p:nvPr/>
            </p:nvSpPr>
            <p:spPr>
              <a:xfrm flipH="1">
                <a:off x="7696919" y="4892138"/>
                <a:ext cx="797126" cy="90044"/>
              </a:xfrm>
              <a:custGeom>
                <a:avLst/>
                <a:gdLst/>
                <a:ahLst/>
                <a:cxnLst/>
                <a:rect l="l" t="t" r="r" b="b"/>
                <a:pathLst>
                  <a:path w="14369" h="1623" extrusionOk="0">
                    <a:moveTo>
                      <a:pt x="14310" y="62"/>
                    </a:moveTo>
                    <a:lnTo>
                      <a:pt x="14310" y="1218"/>
                    </a:lnTo>
                    <a:cubicBezTo>
                      <a:pt x="14300" y="1224"/>
                      <a:pt x="14294" y="1231"/>
                      <a:pt x="14290" y="1244"/>
                    </a:cubicBezTo>
                    <a:cubicBezTo>
                      <a:pt x="14166" y="1397"/>
                      <a:pt x="11287" y="1560"/>
                      <a:pt x="7181" y="1560"/>
                    </a:cubicBezTo>
                    <a:cubicBezTo>
                      <a:pt x="3072" y="1560"/>
                      <a:pt x="193" y="1397"/>
                      <a:pt x="69" y="1244"/>
                    </a:cubicBezTo>
                    <a:cubicBezTo>
                      <a:pt x="69" y="1237"/>
                      <a:pt x="66" y="1234"/>
                      <a:pt x="66" y="1227"/>
                    </a:cubicBezTo>
                    <a:lnTo>
                      <a:pt x="66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1247"/>
                    </a:lnTo>
                    <a:cubicBezTo>
                      <a:pt x="0" y="1253"/>
                      <a:pt x="4" y="1263"/>
                      <a:pt x="10" y="1270"/>
                    </a:cubicBezTo>
                    <a:cubicBezTo>
                      <a:pt x="40" y="1329"/>
                      <a:pt x="275" y="1430"/>
                      <a:pt x="2129" y="1521"/>
                    </a:cubicBezTo>
                    <a:cubicBezTo>
                      <a:pt x="3477" y="1586"/>
                      <a:pt x="5272" y="1622"/>
                      <a:pt x="7181" y="1622"/>
                    </a:cubicBezTo>
                    <a:cubicBezTo>
                      <a:pt x="9087" y="1622"/>
                      <a:pt x="10883" y="1586"/>
                      <a:pt x="12231" y="1521"/>
                    </a:cubicBezTo>
                    <a:cubicBezTo>
                      <a:pt x="14006" y="1433"/>
                      <a:pt x="14297" y="1335"/>
                      <a:pt x="14343" y="1276"/>
                    </a:cubicBezTo>
                    <a:cubicBezTo>
                      <a:pt x="14359" y="1276"/>
                      <a:pt x="14369" y="1263"/>
                      <a:pt x="14369" y="1247"/>
                    </a:cubicBezTo>
                    <a:lnTo>
                      <a:pt x="14369" y="29"/>
                    </a:lnTo>
                    <a:cubicBezTo>
                      <a:pt x="14369" y="13"/>
                      <a:pt x="14356" y="0"/>
                      <a:pt x="143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8054;p89">
                <a:extLst>
                  <a:ext uri="{FF2B5EF4-FFF2-40B4-BE49-F238E27FC236}">
                    <a16:creationId xmlns:a16="http://schemas.microsoft.com/office/drawing/2014/main" id="{EC36F762-39DC-0D06-6376-588C2D3BED2B}"/>
                  </a:ext>
                </a:extLst>
              </p:cNvPr>
              <p:cNvSpPr/>
              <p:nvPr/>
            </p:nvSpPr>
            <p:spPr>
              <a:xfrm flipH="1">
                <a:off x="7699471" y="4875106"/>
                <a:ext cx="792577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7145" y="0"/>
                    </a:moveTo>
                    <a:cubicBezTo>
                      <a:pt x="3199" y="0"/>
                      <a:pt x="0" y="154"/>
                      <a:pt x="0" y="343"/>
                    </a:cubicBezTo>
                    <a:cubicBezTo>
                      <a:pt x="0" y="532"/>
                      <a:pt x="3199" y="689"/>
                      <a:pt x="7145" y="689"/>
                    </a:cubicBezTo>
                    <a:cubicBezTo>
                      <a:pt x="11088" y="689"/>
                      <a:pt x="14287" y="532"/>
                      <a:pt x="14287" y="343"/>
                    </a:cubicBezTo>
                    <a:cubicBezTo>
                      <a:pt x="14287" y="154"/>
                      <a:pt x="11088" y="0"/>
                      <a:pt x="71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8055;p89">
                <a:extLst>
                  <a:ext uri="{FF2B5EF4-FFF2-40B4-BE49-F238E27FC236}">
                    <a16:creationId xmlns:a16="http://schemas.microsoft.com/office/drawing/2014/main" id="{322D0C3C-5E65-D8B5-2601-3679D7EB330F}"/>
                  </a:ext>
                </a:extLst>
              </p:cNvPr>
              <p:cNvSpPr/>
              <p:nvPr/>
            </p:nvSpPr>
            <p:spPr>
              <a:xfrm flipH="1">
                <a:off x="7699471" y="4875106"/>
                <a:ext cx="792577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14287" y="343"/>
                    </a:moveTo>
                    <a:cubicBezTo>
                      <a:pt x="14287" y="532"/>
                      <a:pt x="11088" y="689"/>
                      <a:pt x="7145" y="689"/>
                    </a:cubicBezTo>
                    <a:cubicBezTo>
                      <a:pt x="3199" y="689"/>
                      <a:pt x="0" y="532"/>
                      <a:pt x="0" y="343"/>
                    </a:cubicBezTo>
                    <a:cubicBezTo>
                      <a:pt x="0" y="154"/>
                      <a:pt x="3199" y="0"/>
                      <a:pt x="7145" y="0"/>
                    </a:cubicBezTo>
                    <a:cubicBezTo>
                      <a:pt x="11088" y="0"/>
                      <a:pt x="14287" y="154"/>
                      <a:pt x="14287" y="343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8056;p89">
                <a:extLst>
                  <a:ext uri="{FF2B5EF4-FFF2-40B4-BE49-F238E27FC236}">
                    <a16:creationId xmlns:a16="http://schemas.microsoft.com/office/drawing/2014/main" id="{35FA0D2C-02D7-50C1-F54E-C4AEB41528E3}"/>
                  </a:ext>
                </a:extLst>
              </p:cNvPr>
              <p:cNvSpPr/>
              <p:nvPr/>
            </p:nvSpPr>
            <p:spPr>
              <a:xfrm flipH="1">
                <a:off x="7697806" y="4873275"/>
                <a:ext cx="795905" cy="41721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752" extrusionOk="0">
                    <a:moveTo>
                      <a:pt x="7175" y="63"/>
                    </a:moveTo>
                    <a:cubicBezTo>
                      <a:pt x="11242" y="63"/>
                      <a:pt x="14108" y="223"/>
                      <a:pt x="14281" y="376"/>
                    </a:cubicBezTo>
                    <a:cubicBezTo>
                      <a:pt x="14108" y="529"/>
                      <a:pt x="11245" y="689"/>
                      <a:pt x="7175" y="689"/>
                    </a:cubicBezTo>
                    <a:cubicBezTo>
                      <a:pt x="3105" y="689"/>
                      <a:pt x="239" y="529"/>
                      <a:pt x="66" y="376"/>
                    </a:cubicBezTo>
                    <a:cubicBezTo>
                      <a:pt x="242" y="223"/>
                      <a:pt x="3105" y="63"/>
                      <a:pt x="7175" y="63"/>
                    </a:cubicBezTo>
                    <a:close/>
                    <a:moveTo>
                      <a:pt x="7175" y="1"/>
                    </a:moveTo>
                    <a:cubicBezTo>
                      <a:pt x="5263" y="1"/>
                      <a:pt x="3471" y="37"/>
                      <a:pt x="2123" y="102"/>
                    </a:cubicBezTo>
                    <a:cubicBezTo>
                      <a:pt x="1" y="203"/>
                      <a:pt x="1" y="324"/>
                      <a:pt x="1" y="376"/>
                    </a:cubicBezTo>
                    <a:cubicBezTo>
                      <a:pt x="1" y="428"/>
                      <a:pt x="1" y="549"/>
                      <a:pt x="2123" y="650"/>
                    </a:cubicBezTo>
                    <a:cubicBezTo>
                      <a:pt x="3471" y="715"/>
                      <a:pt x="5266" y="751"/>
                      <a:pt x="7175" y="751"/>
                    </a:cubicBezTo>
                    <a:cubicBezTo>
                      <a:pt x="9081" y="751"/>
                      <a:pt x="10877" y="715"/>
                      <a:pt x="12225" y="650"/>
                    </a:cubicBezTo>
                    <a:cubicBezTo>
                      <a:pt x="14346" y="549"/>
                      <a:pt x="14346" y="428"/>
                      <a:pt x="14346" y="376"/>
                    </a:cubicBezTo>
                    <a:cubicBezTo>
                      <a:pt x="14346" y="324"/>
                      <a:pt x="14346" y="203"/>
                      <a:pt x="12225" y="102"/>
                    </a:cubicBezTo>
                    <a:cubicBezTo>
                      <a:pt x="10877" y="37"/>
                      <a:pt x="9085" y="1"/>
                      <a:pt x="7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8057;p89">
                <a:extLst>
                  <a:ext uri="{FF2B5EF4-FFF2-40B4-BE49-F238E27FC236}">
                    <a16:creationId xmlns:a16="http://schemas.microsoft.com/office/drawing/2014/main" id="{E2B6C5E2-4CA8-AE9D-159E-99D691EF24DA}"/>
                  </a:ext>
                </a:extLst>
              </p:cNvPr>
              <p:cNvSpPr/>
              <p:nvPr/>
            </p:nvSpPr>
            <p:spPr>
              <a:xfrm flipH="1">
                <a:off x="8091293" y="3310905"/>
                <a:ext cx="631254" cy="1590332"/>
              </a:xfrm>
              <a:custGeom>
                <a:avLst/>
                <a:gdLst/>
                <a:ahLst/>
                <a:cxnLst/>
                <a:rect l="l" t="t" r="r" b="b"/>
                <a:pathLst>
                  <a:path w="11379" h="28665" extrusionOk="0">
                    <a:moveTo>
                      <a:pt x="10655" y="0"/>
                    </a:moveTo>
                    <a:cubicBezTo>
                      <a:pt x="10647" y="0"/>
                      <a:pt x="10638" y="4"/>
                      <a:pt x="10631" y="13"/>
                    </a:cubicBezTo>
                    <a:lnTo>
                      <a:pt x="10" y="14355"/>
                    </a:lnTo>
                    <a:cubicBezTo>
                      <a:pt x="0" y="14365"/>
                      <a:pt x="0" y="14381"/>
                      <a:pt x="10" y="14394"/>
                    </a:cubicBezTo>
                    <a:lnTo>
                      <a:pt x="11313" y="28655"/>
                    </a:lnTo>
                    <a:cubicBezTo>
                      <a:pt x="11320" y="28661"/>
                      <a:pt x="11330" y="28664"/>
                      <a:pt x="11339" y="28664"/>
                    </a:cubicBezTo>
                    <a:cubicBezTo>
                      <a:pt x="11366" y="28664"/>
                      <a:pt x="11379" y="28635"/>
                      <a:pt x="11366" y="28615"/>
                    </a:cubicBezTo>
                    <a:lnTo>
                      <a:pt x="75" y="14371"/>
                    </a:lnTo>
                    <a:lnTo>
                      <a:pt x="10683" y="52"/>
                    </a:lnTo>
                    <a:cubicBezTo>
                      <a:pt x="10700" y="28"/>
                      <a:pt x="10678" y="0"/>
                      <a:pt x="10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8058;p89">
                <a:extLst>
                  <a:ext uri="{FF2B5EF4-FFF2-40B4-BE49-F238E27FC236}">
                    <a16:creationId xmlns:a16="http://schemas.microsoft.com/office/drawing/2014/main" id="{D2FD95C0-5DD0-6F64-71B5-938E5593A7C0}"/>
                  </a:ext>
                </a:extLst>
              </p:cNvPr>
              <p:cNvSpPr/>
              <p:nvPr/>
            </p:nvSpPr>
            <p:spPr>
              <a:xfrm flipH="1">
                <a:off x="7631459" y="3277450"/>
                <a:ext cx="535445" cy="525396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551" y="0"/>
                    </a:moveTo>
                    <a:cubicBezTo>
                      <a:pt x="1551" y="0"/>
                      <a:pt x="206" y="82"/>
                      <a:pt x="0" y="1482"/>
                    </a:cubicBezTo>
                    <a:lnTo>
                      <a:pt x="1675" y="9469"/>
                    </a:lnTo>
                    <a:lnTo>
                      <a:pt x="9652" y="3043"/>
                    </a:lnTo>
                    <a:lnTo>
                      <a:pt x="15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8059;p89">
                <a:extLst>
                  <a:ext uri="{FF2B5EF4-FFF2-40B4-BE49-F238E27FC236}">
                    <a16:creationId xmlns:a16="http://schemas.microsoft.com/office/drawing/2014/main" id="{45E61309-0BC9-AE65-CA34-48480071E403}"/>
                  </a:ext>
                </a:extLst>
              </p:cNvPr>
              <p:cNvSpPr/>
              <p:nvPr/>
            </p:nvSpPr>
            <p:spPr>
              <a:xfrm flipH="1">
                <a:off x="7631459" y="3277450"/>
                <a:ext cx="535445" cy="525396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675" y="9469"/>
                    </a:moveTo>
                    <a:lnTo>
                      <a:pt x="0" y="1482"/>
                    </a:lnTo>
                    <a:lnTo>
                      <a:pt x="0" y="1482"/>
                    </a:lnTo>
                    <a:cubicBezTo>
                      <a:pt x="206" y="82"/>
                      <a:pt x="1551" y="0"/>
                      <a:pt x="1551" y="0"/>
                    </a:cubicBezTo>
                    <a:lnTo>
                      <a:pt x="1551" y="0"/>
                    </a:lnTo>
                    <a:lnTo>
                      <a:pt x="9652" y="3043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15" name="Google Shape;8060;p89">
                <a:extLst>
                  <a:ext uri="{FF2B5EF4-FFF2-40B4-BE49-F238E27FC236}">
                    <a16:creationId xmlns:a16="http://schemas.microsoft.com/office/drawing/2014/main" id="{E8F23B08-1B1D-C7C3-69FA-CCCE80541FA3}"/>
                  </a:ext>
                </a:extLst>
              </p:cNvPr>
              <p:cNvSpPr/>
              <p:nvPr/>
            </p:nvSpPr>
            <p:spPr>
              <a:xfrm flipH="1">
                <a:off x="7629794" y="3275619"/>
                <a:ext cx="538773" cy="529057"/>
              </a:xfrm>
              <a:custGeom>
                <a:avLst/>
                <a:gdLst/>
                <a:ahLst/>
                <a:cxnLst/>
                <a:rect l="l" t="t" r="r" b="b"/>
                <a:pathLst>
                  <a:path w="9712" h="9536" extrusionOk="0">
                    <a:moveTo>
                      <a:pt x="1574" y="63"/>
                    </a:moveTo>
                    <a:lnTo>
                      <a:pt x="9620" y="3082"/>
                    </a:lnTo>
                    <a:lnTo>
                      <a:pt x="1724" y="9447"/>
                    </a:lnTo>
                    <a:lnTo>
                      <a:pt x="63" y="1515"/>
                    </a:lnTo>
                    <a:cubicBezTo>
                      <a:pt x="259" y="210"/>
                      <a:pt x="1479" y="73"/>
                      <a:pt x="1574" y="63"/>
                    </a:cubicBezTo>
                    <a:close/>
                    <a:moveTo>
                      <a:pt x="1577" y="1"/>
                    </a:moveTo>
                    <a:cubicBezTo>
                      <a:pt x="1564" y="1"/>
                      <a:pt x="210" y="102"/>
                      <a:pt x="1" y="1512"/>
                    </a:cubicBezTo>
                    <a:cubicBezTo>
                      <a:pt x="1" y="1515"/>
                      <a:pt x="1" y="1519"/>
                      <a:pt x="1" y="1522"/>
                    </a:cubicBezTo>
                    <a:lnTo>
                      <a:pt x="1675" y="9509"/>
                    </a:lnTo>
                    <a:cubicBezTo>
                      <a:pt x="1678" y="9519"/>
                      <a:pt x="1685" y="9529"/>
                      <a:pt x="1695" y="9532"/>
                    </a:cubicBezTo>
                    <a:cubicBezTo>
                      <a:pt x="1698" y="9532"/>
                      <a:pt x="1701" y="9532"/>
                      <a:pt x="1705" y="9535"/>
                    </a:cubicBezTo>
                    <a:cubicBezTo>
                      <a:pt x="1711" y="9532"/>
                      <a:pt x="1718" y="9532"/>
                      <a:pt x="1724" y="9525"/>
                    </a:cubicBezTo>
                    <a:lnTo>
                      <a:pt x="9701" y="3098"/>
                    </a:lnTo>
                    <a:cubicBezTo>
                      <a:pt x="9708" y="3092"/>
                      <a:pt x="9711" y="3082"/>
                      <a:pt x="9711" y="3069"/>
                    </a:cubicBezTo>
                    <a:cubicBezTo>
                      <a:pt x="9708" y="3059"/>
                      <a:pt x="9701" y="3049"/>
                      <a:pt x="9692" y="3046"/>
                    </a:cubicBezTo>
                    <a:lnTo>
                      <a:pt x="15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8061;p89">
                <a:extLst>
                  <a:ext uri="{FF2B5EF4-FFF2-40B4-BE49-F238E27FC236}">
                    <a16:creationId xmlns:a16="http://schemas.microsoft.com/office/drawing/2014/main" id="{D785CA21-BF28-DCB2-77D6-8419851060AE}"/>
                  </a:ext>
                </a:extLst>
              </p:cNvPr>
              <p:cNvSpPr/>
              <p:nvPr/>
            </p:nvSpPr>
            <p:spPr>
              <a:xfrm flipH="1">
                <a:off x="7586191" y="3437731"/>
                <a:ext cx="517193" cy="389969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8062;p89">
                <a:extLst>
                  <a:ext uri="{FF2B5EF4-FFF2-40B4-BE49-F238E27FC236}">
                    <a16:creationId xmlns:a16="http://schemas.microsoft.com/office/drawing/2014/main" id="{0CF5849D-26F0-FDA8-5938-192D8604C8D3}"/>
                  </a:ext>
                </a:extLst>
              </p:cNvPr>
              <p:cNvSpPr/>
              <p:nvPr/>
            </p:nvSpPr>
            <p:spPr>
              <a:xfrm flipH="1">
                <a:off x="7601391" y="3435789"/>
                <a:ext cx="499830" cy="393464"/>
              </a:xfrm>
              <a:custGeom>
                <a:avLst/>
                <a:gdLst/>
                <a:ahLst/>
                <a:cxnLst/>
                <a:rect l="l" t="t" r="r" b="b"/>
                <a:pathLst>
                  <a:path w="9010" h="7092" extrusionOk="0">
                    <a:moveTo>
                      <a:pt x="7946" y="61"/>
                    </a:moveTo>
                    <a:cubicBezTo>
                      <a:pt x="8275" y="61"/>
                      <a:pt x="8520" y="149"/>
                      <a:pt x="8660" y="329"/>
                    </a:cubicBezTo>
                    <a:cubicBezTo>
                      <a:pt x="8944" y="681"/>
                      <a:pt x="8794" y="1351"/>
                      <a:pt x="8243" y="2209"/>
                    </a:cubicBezTo>
                    <a:cubicBezTo>
                      <a:pt x="7684" y="3074"/>
                      <a:pt x="6780" y="4027"/>
                      <a:pt x="5697" y="4889"/>
                    </a:cubicBezTo>
                    <a:cubicBezTo>
                      <a:pt x="4616" y="5754"/>
                      <a:pt x="3484" y="6420"/>
                      <a:pt x="2514" y="6772"/>
                    </a:cubicBezTo>
                    <a:cubicBezTo>
                      <a:pt x="2039" y="6945"/>
                      <a:pt x="1632" y="7032"/>
                      <a:pt x="1307" y="7032"/>
                    </a:cubicBezTo>
                    <a:cubicBezTo>
                      <a:pt x="976" y="7032"/>
                      <a:pt x="732" y="6942"/>
                      <a:pt x="588" y="6762"/>
                    </a:cubicBezTo>
                    <a:cubicBezTo>
                      <a:pt x="1" y="6021"/>
                      <a:pt x="1329" y="3975"/>
                      <a:pt x="3555" y="2202"/>
                    </a:cubicBezTo>
                    <a:cubicBezTo>
                      <a:pt x="4639" y="1341"/>
                      <a:pt x="5768" y="672"/>
                      <a:pt x="6738" y="319"/>
                    </a:cubicBezTo>
                    <a:cubicBezTo>
                      <a:pt x="7211" y="146"/>
                      <a:pt x="7619" y="61"/>
                      <a:pt x="7946" y="61"/>
                    </a:cubicBezTo>
                    <a:close/>
                    <a:moveTo>
                      <a:pt x="7942" y="1"/>
                    </a:moveTo>
                    <a:cubicBezTo>
                      <a:pt x="7609" y="1"/>
                      <a:pt x="7195" y="87"/>
                      <a:pt x="6715" y="260"/>
                    </a:cubicBezTo>
                    <a:cubicBezTo>
                      <a:pt x="5739" y="616"/>
                      <a:pt x="4603" y="1289"/>
                      <a:pt x="3516" y="2153"/>
                    </a:cubicBezTo>
                    <a:cubicBezTo>
                      <a:pt x="2429" y="3022"/>
                      <a:pt x="1522" y="3978"/>
                      <a:pt x="961" y="4850"/>
                    </a:cubicBezTo>
                    <a:cubicBezTo>
                      <a:pt x="393" y="5731"/>
                      <a:pt x="242" y="6426"/>
                      <a:pt x="543" y="6801"/>
                    </a:cubicBezTo>
                    <a:cubicBezTo>
                      <a:pt x="699" y="6994"/>
                      <a:pt x="961" y="7092"/>
                      <a:pt x="1310" y="7092"/>
                    </a:cubicBezTo>
                    <a:cubicBezTo>
                      <a:pt x="1643" y="7092"/>
                      <a:pt x="2061" y="7004"/>
                      <a:pt x="2537" y="6831"/>
                    </a:cubicBezTo>
                    <a:cubicBezTo>
                      <a:pt x="3513" y="6475"/>
                      <a:pt x="4649" y="5803"/>
                      <a:pt x="5736" y="4938"/>
                    </a:cubicBezTo>
                    <a:cubicBezTo>
                      <a:pt x="6826" y="4069"/>
                      <a:pt x="7730" y="3113"/>
                      <a:pt x="8295" y="2242"/>
                    </a:cubicBezTo>
                    <a:cubicBezTo>
                      <a:pt x="8863" y="1360"/>
                      <a:pt x="9010" y="665"/>
                      <a:pt x="8709" y="290"/>
                    </a:cubicBezTo>
                    <a:cubicBezTo>
                      <a:pt x="8555" y="97"/>
                      <a:pt x="8294" y="1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8063;p89">
                <a:extLst>
                  <a:ext uri="{FF2B5EF4-FFF2-40B4-BE49-F238E27FC236}">
                    <a16:creationId xmlns:a16="http://schemas.microsoft.com/office/drawing/2014/main" id="{A6F0C1D5-E401-0A23-820A-618602340BAF}"/>
                  </a:ext>
                </a:extLst>
              </p:cNvPr>
              <p:cNvSpPr/>
              <p:nvPr/>
            </p:nvSpPr>
            <p:spPr>
              <a:xfrm flipH="1">
                <a:off x="7586191" y="3437731"/>
                <a:ext cx="517193" cy="389969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8064;p89">
                <a:extLst>
                  <a:ext uri="{FF2B5EF4-FFF2-40B4-BE49-F238E27FC236}">
                    <a16:creationId xmlns:a16="http://schemas.microsoft.com/office/drawing/2014/main" id="{97C5A7F5-074E-93E9-D64E-D515CADD70A0}"/>
                  </a:ext>
                </a:extLst>
              </p:cNvPr>
              <p:cNvSpPr/>
              <p:nvPr/>
            </p:nvSpPr>
            <p:spPr>
              <a:xfrm flipH="1">
                <a:off x="7768702" y="3511409"/>
                <a:ext cx="201596" cy="198341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575" extrusionOk="0">
                    <a:moveTo>
                      <a:pt x="2371" y="1"/>
                    </a:moveTo>
                    <a:cubicBezTo>
                      <a:pt x="2002" y="252"/>
                      <a:pt x="1623" y="526"/>
                      <a:pt x="1244" y="830"/>
                    </a:cubicBezTo>
                    <a:cubicBezTo>
                      <a:pt x="794" y="1189"/>
                      <a:pt x="376" y="1554"/>
                      <a:pt x="1" y="1917"/>
                    </a:cubicBezTo>
                    <a:cubicBezTo>
                      <a:pt x="304" y="3101"/>
                      <a:pt x="1731" y="3575"/>
                      <a:pt x="2681" y="2804"/>
                    </a:cubicBezTo>
                    <a:cubicBezTo>
                      <a:pt x="3634" y="2037"/>
                      <a:pt x="3467" y="542"/>
                      <a:pt x="237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A65A">
                      <a:alpha val="60392"/>
                    </a:srgbClr>
                  </a:gs>
                  <a:gs pos="100000">
                    <a:srgbClr val="D88794">
                      <a:alpha val="6117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05" name="Google Shape;8065;p89">
              <a:extLst>
                <a:ext uri="{FF2B5EF4-FFF2-40B4-BE49-F238E27FC236}">
                  <a16:creationId xmlns:a16="http://schemas.microsoft.com/office/drawing/2014/main" id="{0A101274-072D-D683-08B5-98EA39EE0472}"/>
                </a:ext>
              </a:extLst>
            </p:cNvPr>
            <p:cNvSpPr/>
            <p:nvPr/>
          </p:nvSpPr>
          <p:spPr>
            <a:xfrm flipH="1">
              <a:off x="7771224" y="3509689"/>
              <a:ext cx="200875" cy="180144"/>
            </a:xfrm>
            <a:custGeom>
              <a:avLst/>
              <a:gdLst/>
              <a:ahLst/>
              <a:cxnLst/>
              <a:rect l="l" t="t" r="r" b="b"/>
              <a:pathLst>
                <a:path w="3621" h="3247" extrusionOk="0">
                  <a:moveTo>
                    <a:pt x="2403" y="67"/>
                  </a:moveTo>
                  <a:cubicBezTo>
                    <a:pt x="3467" y="606"/>
                    <a:pt x="3620" y="2065"/>
                    <a:pt x="2693" y="2816"/>
                  </a:cubicBezTo>
                  <a:cubicBezTo>
                    <a:pt x="2383" y="3067"/>
                    <a:pt x="2021" y="3183"/>
                    <a:pt x="1664" y="3183"/>
                  </a:cubicBezTo>
                  <a:cubicBezTo>
                    <a:pt x="955" y="3183"/>
                    <a:pt x="270" y="2724"/>
                    <a:pt x="65" y="1957"/>
                  </a:cubicBezTo>
                  <a:lnTo>
                    <a:pt x="69" y="1957"/>
                  </a:lnTo>
                  <a:cubicBezTo>
                    <a:pt x="454" y="1589"/>
                    <a:pt x="865" y="1226"/>
                    <a:pt x="1293" y="883"/>
                  </a:cubicBezTo>
                  <a:cubicBezTo>
                    <a:pt x="1649" y="600"/>
                    <a:pt x="2024" y="325"/>
                    <a:pt x="2403" y="67"/>
                  </a:cubicBezTo>
                  <a:close/>
                  <a:moveTo>
                    <a:pt x="2401" y="1"/>
                  </a:moveTo>
                  <a:cubicBezTo>
                    <a:pt x="2396" y="1"/>
                    <a:pt x="2391" y="2"/>
                    <a:pt x="2386" y="5"/>
                  </a:cubicBezTo>
                  <a:cubicBezTo>
                    <a:pt x="1998" y="267"/>
                    <a:pt x="1619" y="547"/>
                    <a:pt x="1257" y="835"/>
                  </a:cubicBezTo>
                  <a:cubicBezTo>
                    <a:pt x="819" y="1184"/>
                    <a:pt x="402" y="1549"/>
                    <a:pt x="13" y="1925"/>
                  </a:cubicBezTo>
                  <a:cubicBezTo>
                    <a:pt x="3" y="1935"/>
                    <a:pt x="0" y="1944"/>
                    <a:pt x="3" y="1954"/>
                  </a:cubicBezTo>
                  <a:cubicBezTo>
                    <a:pt x="154" y="2538"/>
                    <a:pt x="598" y="3002"/>
                    <a:pt x="1175" y="3172"/>
                  </a:cubicBezTo>
                  <a:cubicBezTo>
                    <a:pt x="1332" y="3221"/>
                    <a:pt x="1495" y="3243"/>
                    <a:pt x="1658" y="3243"/>
                  </a:cubicBezTo>
                  <a:lnTo>
                    <a:pt x="1658" y="3247"/>
                  </a:lnTo>
                  <a:cubicBezTo>
                    <a:pt x="2451" y="3247"/>
                    <a:pt x="3140" y="2698"/>
                    <a:pt x="3323" y="1928"/>
                  </a:cubicBezTo>
                  <a:cubicBezTo>
                    <a:pt x="3503" y="1154"/>
                    <a:pt x="3127" y="358"/>
                    <a:pt x="2416" y="5"/>
                  </a:cubicBezTo>
                  <a:cubicBezTo>
                    <a:pt x="2411" y="2"/>
                    <a:pt x="2406" y="1"/>
                    <a:pt x="2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4" name="Google Shape;5478;p75">
            <a:extLst>
              <a:ext uri="{FF2B5EF4-FFF2-40B4-BE49-F238E27FC236}">
                <a16:creationId xmlns:a16="http://schemas.microsoft.com/office/drawing/2014/main" id="{778115F6-B095-B598-E373-959B7B7B71DC}"/>
              </a:ext>
            </a:extLst>
          </p:cNvPr>
          <p:cNvGrpSpPr/>
          <p:nvPr/>
        </p:nvGrpSpPr>
        <p:grpSpPr>
          <a:xfrm>
            <a:off x="7837795" y="4384579"/>
            <a:ext cx="877734" cy="648607"/>
            <a:chOff x="4256075" y="2554975"/>
            <a:chExt cx="2138727" cy="1580425"/>
          </a:xfrm>
        </p:grpSpPr>
        <p:sp>
          <p:nvSpPr>
            <p:cNvPr id="3325" name="Google Shape;5479;p75">
              <a:extLst>
                <a:ext uri="{FF2B5EF4-FFF2-40B4-BE49-F238E27FC236}">
                  <a16:creationId xmlns:a16="http://schemas.microsoft.com/office/drawing/2014/main" id="{4A423618-B748-524F-E1A9-FFC8BCBE3C77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5480;p75">
              <a:extLst>
                <a:ext uri="{FF2B5EF4-FFF2-40B4-BE49-F238E27FC236}">
                  <a16:creationId xmlns:a16="http://schemas.microsoft.com/office/drawing/2014/main" id="{4BBAF358-612E-3053-FBF9-0C2A13F8F159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5481;p75">
              <a:extLst>
                <a:ext uri="{FF2B5EF4-FFF2-40B4-BE49-F238E27FC236}">
                  <a16:creationId xmlns:a16="http://schemas.microsoft.com/office/drawing/2014/main" id="{7624C0DA-F910-4251-D90B-B147BC8A6477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5482;p75">
              <a:extLst>
                <a:ext uri="{FF2B5EF4-FFF2-40B4-BE49-F238E27FC236}">
                  <a16:creationId xmlns:a16="http://schemas.microsoft.com/office/drawing/2014/main" id="{CB42507A-5880-772E-568D-41EA833713DE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5483;p75">
              <a:extLst>
                <a:ext uri="{FF2B5EF4-FFF2-40B4-BE49-F238E27FC236}">
                  <a16:creationId xmlns:a16="http://schemas.microsoft.com/office/drawing/2014/main" id="{DC8A0F8A-7D49-73CB-1961-F0596A9AADE4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5484;p75">
              <a:extLst>
                <a:ext uri="{FF2B5EF4-FFF2-40B4-BE49-F238E27FC236}">
                  <a16:creationId xmlns:a16="http://schemas.microsoft.com/office/drawing/2014/main" id="{83575B78-3140-A061-095A-121BB924C4F9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5485;p75">
              <a:extLst>
                <a:ext uri="{FF2B5EF4-FFF2-40B4-BE49-F238E27FC236}">
                  <a16:creationId xmlns:a16="http://schemas.microsoft.com/office/drawing/2014/main" id="{B62D3E9D-37A0-F584-92DE-800D68C36504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5486;p75">
              <a:extLst>
                <a:ext uri="{FF2B5EF4-FFF2-40B4-BE49-F238E27FC236}">
                  <a16:creationId xmlns:a16="http://schemas.microsoft.com/office/drawing/2014/main" id="{5477E1A0-EF15-8E44-2863-56870B9F60FE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5487;p75">
              <a:extLst>
                <a:ext uri="{FF2B5EF4-FFF2-40B4-BE49-F238E27FC236}">
                  <a16:creationId xmlns:a16="http://schemas.microsoft.com/office/drawing/2014/main" id="{BACD8436-CB1D-53D4-7ABE-6127B44EDC86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5488;p75">
              <a:extLst>
                <a:ext uri="{FF2B5EF4-FFF2-40B4-BE49-F238E27FC236}">
                  <a16:creationId xmlns:a16="http://schemas.microsoft.com/office/drawing/2014/main" id="{6D3F7C40-04B7-1E7D-B798-EE8C17DEF2F8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5489;p75">
              <a:extLst>
                <a:ext uri="{FF2B5EF4-FFF2-40B4-BE49-F238E27FC236}">
                  <a16:creationId xmlns:a16="http://schemas.microsoft.com/office/drawing/2014/main" id="{82DE449D-9F46-1E49-E685-A0CFAF8B73E6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5490;p75">
              <a:extLst>
                <a:ext uri="{FF2B5EF4-FFF2-40B4-BE49-F238E27FC236}">
                  <a16:creationId xmlns:a16="http://schemas.microsoft.com/office/drawing/2014/main" id="{09DB0DF7-E7C0-8C50-BF37-E7A712F8C49E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5491;p75">
              <a:extLst>
                <a:ext uri="{FF2B5EF4-FFF2-40B4-BE49-F238E27FC236}">
                  <a16:creationId xmlns:a16="http://schemas.microsoft.com/office/drawing/2014/main" id="{DD9B41FD-ECAB-9420-2030-D4F0748DBE9E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5492;p75">
              <a:extLst>
                <a:ext uri="{FF2B5EF4-FFF2-40B4-BE49-F238E27FC236}">
                  <a16:creationId xmlns:a16="http://schemas.microsoft.com/office/drawing/2014/main" id="{B67D3B02-C341-EABC-C3DE-A93199F6E64D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9" name="Google Shape;5513;p75">
            <a:extLst>
              <a:ext uri="{FF2B5EF4-FFF2-40B4-BE49-F238E27FC236}">
                <a16:creationId xmlns:a16="http://schemas.microsoft.com/office/drawing/2014/main" id="{F7672542-C6A3-4F25-B440-5E3D44F54208}"/>
              </a:ext>
            </a:extLst>
          </p:cNvPr>
          <p:cNvGrpSpPr/>
          <p:nvPr/>
        </p:nvGrpSpPr>
        <p:grpSpPr>
          <a:xfrm flipH="1">
            <a:off x="-1609082" y="4697186"/>
            <a:ext cx="747688" cy="446314"/>
            <a:chOff x="5274100" y="3743727"/>
            <a:chExt cx="880772" cy="525756"/>
          </a:xfrm>
        </p:grpSpPr>
        <p:sp>
          <p:nvSpPr>
            <p:cNvPr id="3340" name="Google Shape;5514;p75">
              <a:extLst>
                <a:ext uri="{FF2B5EF4-FFF2-40B4-BE49-F238E27FC236}">
                  <a16:creationId xmlns:a16="http://schemas.microsoft.com/office/drawing/2014/main" id="{0D3C5CE2-F2D9-ECDA-0CA5-4CE8AB3318A9}"/>
                </a:ext>
              </a:extLst>
            </p:cNvPr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5515;p75">
              <a:extLst>
                <a:ext uri="{FF2B5EF4-FFF2-40B4-BE49-F238E27FC236}">
                  <a16:creationId xmlns:a16="http://schemas.microsoft.com/office/drawing/2014/main" id="{376B9BEF-7906-69F9-1BDF-BB6EED0EA7D8}"/>
                </a:ext>
              </a:extLst>
            </p:cNvPr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5516;p75">
              <a:extLst>
                <a:ext uri="{FF2B5EF4-FFF2-40B4-BE49-F238E27FC236}">
                  <a16:creationId xmlns:a16="http://schemas.microsoft.com/office/drawing/2014/main" id="{2D269570-86C1-8EB1-E2D7-118F476EB86F}"/>
                </a:ext>
              </a:extLst>
            </p:cNvPr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5517;p75">
              <a:extLst>
                <a:ext uri="{FF2B5EF4-FFF2-40B4-BE49-F238E27FC236}">
                  <a16:creationId xmlns:a16="http://schemas.microsoft.com/office/drawing/2014/main" id="{D51713E8-A91B-C8E1-7FAB-1B4480C21E99}"/>
                </a:ext>
              </a:extLst>
            </p:cNvPr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5518;p75">
              <a:extLst>
                <a:ext uri="{FF2B5EF4-FFF2-40B4-BE49-F238E27FC236}">
                  <a16:creationId xmlns:a16="http://schemas.microsoft.com/office/drawing/2014/main" id="{98DDF622-F2DC-13FD-AE46-82F4C873E03C}"/>
                </a:ext>
              </a:extLst>
            </p:cNvPr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5519;p75">
              <a:extLst>
                <a:ext uri="{FF2B5EF4-FFF2-40B4-BE49-F238E27FC236}">
                  <a16:creationId xmlns:a16="http://schemas.microsoft.com/office/drawing/2014/main" id="{CD175117-4FF5-DAAA-001F-0F5990D3F2B9}"/>
                </a:ext>
              </a:extLst>
            </p:cNvPr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5520;p75">
              <a:extLst>
                <a:ext uri="{FF2B5EF4-FFF2-40B4-BE49-F238E27FC236}">
                  <a16:creationId xmlns:a16="http://schemas.microsoft.com/office/drawing/2014/main" id="{CCB0CAE3-591F-CCA7-5715-E5A0AD705967}"/>
                </a:ext>
              </a:extLst>
            </p:cNvPr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5521;p75">
              <a:extLst>
                <a:ext uri="{FF2B5EF4-FFF2-40B4-BE49-F238E27FC236}">
                  <a16:creationId xmlns:a16="http://schemas.microsoft.com/office/drawing/2014/main" id="{D5899320-A37D-F25B-1D16-A2A76AB0C9DD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5522;p75">
              <a:extLst>
                <a:ext uri="{FF2B5EF4-FFF2-40B4-BE49-F238E27FC236}">
                  <a16:creationId xmlns:a16="http://schemas.microsoft.com/office/drawing/2014/main" id="{35E63B79-D4FE-0128-A945-E719B02ABA05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5523;p75">
              <a:extLst>
                <a:ext uri="{FF2B5EF4-FFF2-40B4-BE49-F238E27FC236}">
                  <a16:creationId xmlns:a16="http://schemas.microsoft.com/office/drawing/2014/main" id="{0EAE7DD5-B0D5-2149-AF8F-1F61BA9D2371}"/>
                </a:ext>
              </a:extLst>
            </p:cNvPr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5524;p75">
              <a:extLst>
                <a:ext uri="{FF2B5EF4-FFF2-40B4-BE49-F238E27FC236}">
                  <a16:creationId xmlns:a16="http://schemas.microsoft.com/office/drawing/2014/main" id="{42404A13-534D-3873-B55E-7326CE1633DD}"/>
                </a:ext>
              </a:extLst>
            </p:cNvPr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5525;p75">
              <a:extLst>
                <a:ext uri="{FF2B5EF4-FFF2-40B4-BE49-F238E27FC236}">
                  <a16:creationId xmlns:a16="http://schemas.microsoft.com/office/drawing/2014/main" id="{96B11961-F7C5-CD17-8F22-AB348FBB4930}"/>
                </a:ext>
              </a:extLst>
            </p:cNvPr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5526;p75">
              <a:extLst>
                <a:ext uri="{FF2B5EF4-FFF2-40B4-BE49-F238E27FC236}">
                  <a16:creationId xmlns:a16="http://schemas.microsoft.com/office/drawing/2014/main" id="{A7686C84-5412-ED3B-603D-7800AB8879F3}"/>
                </a:ext>
              </a:extLst>
            </p:cNvPr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5527;p75">
              <a:extLst>
                <a:ext uri="{FF2B5EF4-FFF2-40B4-BE49-F238E27FC236}">
                  <a16:creationId xmlns:a16="http://schemas.microsoft.com/office/drawing/2014/main" id="{50A3BCDE-4D6A-828B-922E-92463F6D27F0}"/>
                </a:ext>
              </a:extLst>
            </p:cNvPr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5528;p75">
              <a:extLst>
                <a:ext uri="{FF2B5EF4-FFF2-40B4-BE49-F238E27FC236}">
                  <a16:creationId xmlns:a16="http://schemas.microsoft.com/office/drawing/2014/main" id="{B681E34F-BA09-FD4E-BD52-CB416C3F886A}"/>
                </a:ext>
              </a:extLst>
            </p:cNvPr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5529;p75">
              <a:extLst>
                <a:ext uri="{FF2B5EF4-FFF2-40B4-BE49-F238E27FC236}">
                  <a16:creationId xmlns:a16="http://schemas.microsoft.com/office/drawing/2014/main" id="{3F316256-5A54-3A87-FCEE-B09ACB42AC6B}"/>
                </a:ext>
              </a:extLst>
            </p:cNvPr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5530;p75">
              <a:extLst>
                <a:ext uri="{FF2B5EF4-FFF2-40B4-BE49-F238E27FC236}">
                  <a16:creationId xmlns:a16="http://schemas.microsoft.com/office/drawing/2014/main" id="{2FB6E7B3-D8C3-B013-7477-02A97028AD47}"/>
                </a:ext>
              </a:extLst>
            </p:cNvPr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5531;p75">
              <a:extLst>
                <a:ext uri="{FF2B5EF4-FFF2-40B4-BE49-F238E27FC236}">
                  <a16:creationId xmlns:a16="http://schemas.microsoft.com/office/drawing/2014/main" id="{04A1730F-7E5B-0CDF-431E-BBAE49D08F9B}"/>
                </a:ext>
              </a:extLst>
            </p:cNvPr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5532;p75">
              <a:extLst>
                <a:ext uri="{FF2B5EF4-FFF2-40B4-BE49-F238E27FC236}">
                  <a16:creationId xmlns:a16="http://schemas.microsoft.com/office/drawing/2014/main" id="{2CB58F64-5E1A-939D-ADB0-EC4F0C9F47DB}"/>
                </a:ext>
              </a:extLst>
            </p:cNvPr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5533;p75">
              <a:extLst>
                <a:ext uri="{FF2B5EF4-FFF2-40B4-BE49-F238E27FC236}">
                  <a16:creationId xmlns:a16="http://schemas.microsoft.com/office/drawing/2014/main" id="{43D1B4E7-48C4-096D-B99A-A622C52B5120}"/>
                </a:ext>
              </a:extLst>
            </p:cNvPr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5534;p75">
              <a:extLst>
                <a:ext uri="{FF2B5EF4-FFF2-40B4-BE49-F238E27FC236}">
                  <a16:creationId xmlns:a16="http://schemas.microsoft.com/office/drawing/2014/main" id="{077643EF-87D0-1DB2-02E8-77F957072F46}"/>
                </a:ext>
              </a:extLst>
            </p:cNvPr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5535;p75">
              <a:extLst>
                <a:ext uri="{FF2B5EF4-FFF2-40B4-BE49-F238E27FC236}">
                  <a16:creationId xmlns:a16="http://schemas.microsoft.com/office/drawing/2014/main" id="{1CDB6215-AD0E-C0EC-3141-8B2E066CBE12}"/>
                </a:ext>
              </a:extLst>
            </p:cNvPr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2" name="Google Shape;5536;p75">
            <a:extLst>
              <a:ext uri="{FF2B5EF4-FFF2-40B4-BE49-F238E27FC236}">
                <a16:creationId xmlns:a16="http://schemas.microsoft.com/office/drawing/2014/main" id="{7FF7050A-AB0F-4E9B-2802-CD24F496C8B5}"/>
              </a:ext>
            </a:extLst>
          </p:cNvPr>
          <p:cNvGrpSpPr/>
          <p:nvPr/>
        </p:nvGrpSpPr>
        <p:grpSpPr>
          <a:xfrm flipH="1">
            <a:off x="7811535" y="4922152"/>
            <a:ext cx="641702" cy="221348"/>
            <a:chOff x="3010500" y="4887550"/>
            <a:chExt cx="636925" cy="219700"/>
          </a:xfrm>
        </p:grpSpPr>
        <p:sp>
          <p:nvSpPr>
            <p:cNvPr id="3363" name="Google Shape;5537;p75">
              <a:extLst>
                <a:ext uri="{FF2B5EF4-FFF2-40B4-BE49-F238E27FC236}">
                  <a16:creationId xmlns:a16="http://schemas.microsoft.com/office/drawing/2014/main" id="{17E0B99A-FC8C-09B6-CBA0-F7F835E395AB}"/>
                </a:ext>
              </a:extLst>
            </p:cNvPr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5538;p75">
              <a:extLst>
                <a:ext uri="{FF2B5EF4-FFF2-40B4-BE49-F238E27FC236}">
                  <a16:creationId xmlns:a16="http://schemas.microsoft.com/office/drawing/2014/main" id="{FA680986-9FCC-DCCA-790F-6A2C078E987B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5539;p75">
              <a:extLst>
                <a:ext uri="{FF2B5EF4-FFF2-40B4-BE49-F238E27FC236}">
                  <a16:creationId xmlns:a16="http://schemas.microsoft.com/office/drawing/2014/main" id="{0FB83FB0-ABE7-BFF1-DC52-326483BE8175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5540;p75">
              <a:extLst>
                <a:ext uri="{FF2B5EF4-FFF2-40B4-BE49-F238E27FC236}">
                  <a16:creationId xmlns:a16="http://schemas.microsoft.com/office/drawing/2014/main" id="{1E4AB6BE-0CF1-76EF-8319-E166847B404E}"/>
                </a:ext>
              </a:extLst>
            </p:cNvPr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5541;p75">
              <a:extLst>
                <a:ext uri="{FF2B5EF4-FFF2-40B4-BE49-F238E27FC236}">
                  <a16:creationId xmlns:a16="http://schemas.microsoft.com/office/drawing/2014/main" id="{76F54440-C142-804F-4867-999137E37D95}"/>
                </a:ext>
              </a:extLst>
            </p:cNvPr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5542;p75">
              <a:extLst>
                <a:ext uri="{FF2B5EF4-FFF2-40B4-BE49-F238E27FC236}">
                  <a16:creationId xmlns:a16="http://schemas.microsoft.com/office/drawing/2014/main" id="{EECD5D17-346A-5175-2D1C-384528C0F972}"/>
                </a:ext>
              </a:extLst>
            </p:cNvPr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5543;p75">
              <a:extLst>
                <a:ext uri="{FF2B5EF4-FFF2-40B4-BE49-F238E27FC236}">
                  <a16:creationId xmlns:a16="http://schemas.microsoft.com/office/drawing/2014/main" id="{21E42425-2CA0-629B-407D-44BB50DF7500}"/>
                </a:ext>
              </a:extLst>
            </p:cNvPr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5544;p75">
              <a:extLst>
                <a:ext uri="{FF2B5EF4-FFF2-40B4-BE49-F238E27FC236}">
                  <a16:creationId xmlns:a16="http://schemas.microsoft.com/office/drawing/2014/main" id="{EE0084D4-D2B8-D10B-E1F0-5AE82EA31AD2}"/>
                </a:ext>
              </a:extLst>
            </p:cNvPr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5545;p75">
              <a:extLst>
                <a:ext uri="{FF2B5EF4-FFF2-40B4-BE49-F238E27FC236}">
                  <a16:creationId xmlns:a16="http://schemas.microsoft.com/office/drawing/2014/main" id="{7007A098-A4E1-5B5D-A597-D9066B7C1B00}"/>
                </a:ext>
              </a:extLst>
            </p:cNvPr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5546;p75">
              <a:extLst>
                <a:ext uri="{FF2B5EF4-FFF2-40B4-BE49-F238E27FC236}">
                  <a16:creationId xmlns:a16="http://schemas.microsoft.com/office/drawing/2014/main" id="{947E116B-0BAF-DE89-4CDA-627C4E513052}"/>
                </a:ext>
              </a:extLst>
            </p:cNvPr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5547;p75">
              <a:extLst>
                <a:ext uri="{FF2B5EF4-FFF2-40B4-BE49-F238E27FC236}">
                  <a16:creationId xmlns:a16="http://schemas.microsoft.com/office/drawing/2014/main" id="{827B5539-425C-1E1C-6CC1-553631C9B130}"/>
                </a:ext>
              </a:extLst>
            </p:cNvPr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5548;p75">
              <a:extLst>
                <a:ext uri="{FF2B5EF4-FFF2-40B4-BE49-F238E27FC236}">
                  <a16:creationId xmlns:a16="http://schemas.microsoft.com/office/drawing/2014/main" id="{48FCDB08-CB47-4633-6540-F4FD841B0480}"/>
                </a:ext>
              </a:extLst>
            </p:cNvPr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5549;p75">
              <a:extLst>
                <a:ext uri="{FF2B5EF4-FFF2-40B4-BE49-F238E27FC236}">
                  <a16:creationId xmlns:a16="http://schemas.microsoft.com/office/drawing/2014/main" id="{F0692027-6E65-137A-48CD-B39A16467F70}"/>
                </a:ext>
              </a:extLst>
            </p:cNvPr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5550;p75">
              <a:extLst>
                <a:ext uri="{FF2B5EF4-FFF2-40B4-BE49-F238E27FC236}">
                  <a16:creationId xmlns:a16="http://schemas.microsoft.com/office/drawing/2014/main" id="{79DAF5A0-17C3-1863-3C5B-8CAF4F7040E0}"/>
                </a:ext>
              </a:extLst>
            </p:cNvPr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5551;p75">
              <a:extLst>
                <a:ext uri="{FF2B5EF4-FFF2-40B4-BE49-F238E27FC236}">
                  <a16:creationId xmlns:a16="http://schemas.microsoft.com/office/drawing/2014/main" id="{F1112781-C1B0-4F61-58AD-3A6B32902872}"/>
                </a:ext>
              </a:extLst>
            </p:cNvPr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5552;p75">
              <a:extLst>
                <a:ext uri="{FF2B5EF4-FFF2-40B4-BE49-F238E27FC236}">
                  <a16:creationId xmlns:a16="http://schemas.microsoft.com/office/drawing/2014/main" id="{A37B372F-96F4-49F2-6EB0-713A280FE821}"/>
                </a:ext>
              </a:extLst>
            </p:cNvPr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9" name="Google Shape;5553;p75">
            <a:extLst>
              <a:ext uri="{FF2B5EF4-FFF2-40B4-BE49-F238E27FC236}">
                <a16:creationId xmlns:a16="http://schemas.microsoft.com/office/drawing/2014/main" id="{DE7307AA-76AB-F565-7ECD-87ED9C9B750A}"/>
              </a:ext>
            </a:extLst>
          </p:cNvPr>
          <p:cNvGrpSpPr/>
          <p:nvPr/>
        </p:nvGrpSpPr>
        <p:grpSpPr>
          <a:xfrm flipH="1">
            <a:off x="822688" y="4939475"/>
            <a:ext cx="918676" cy="298338"/>
            <a:chOff x="3099775" y="2031950"/>
            <a:chExt cx="513600" cy="166800"/>
          </a:xfrm>
        </p:grpSpPr>
        <p:sp>
          <p:nvSpPr>
            <p:cNvPr id="3380" name="Google Shape;5554;p75">
              <a:extLst>
                <a:ext uri="{FF2B5EF4-FFF2-40B4-BE49-F238E27FC236}">
                  <a16:creationId xmlns:a16="http://schemas.microsoft.com/office/drawing/2014/main" id="{F256E55D-C76D-F339-D7FB-11479F1C2959}"/>
                </a:ext>
              </a:extLst>
            </p:cNvPr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5555;p75">
              <a:extLst>
                <a:ext uri="{FF2B5EF4-FFF2-40B4-BE49-F238E27FC236}">
                  <a16:creationId xmlns:a16="http://schemas.microsoft.com/office/drawing/2014/main" id="{6A9A7526-F0E7-96DC-3A2E-0E50258A73D7}"/>
                </a:ext>
              </a:extLst>
            </p:cNvPr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5556;p75">
              <a:extLst>
                <a:ext uri="{FF2B5EF4-FFF2-40B4-BE49-F238E27FC236}">
                  <a16:creationId xmlns:a16="http://schemas.microsoft.com/office/drawing/2014/main" id="{E40D66EC-5130-26E7-CB18-65644F5B4357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5557;p75">
              <a:extLst>
                <a:ext uri="{FF2B5EF4-FFF2-40B4-BE49-F238E27FC236}">
                  <a16:creationId xmlns:a16="http://schemas.microsoft.com/office/drawing/2014/main" id="{C4C35FC7-3E54-7FAF-33E3-5A5A78A3980A}"/>
                </a:ext>
              </a:extLst>
            </p:cNvPr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5558;p75">
              <a:extLst>
                <a:ext uri="{FF2B5EF4-FFF2-40B4-BE49-F238E27FC236}">
                  <a16:creationId xmlns:a16="http://schemas.microsoft.com/office/drawing/2014/main" id="{F0EBAB31-12F8-2CB8-4746-1EAE24768A61}"/>
                </a:ext>
              </a:extLst>
            </p:cNvPr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5559;p75">
              <a:extLst>
                <a:ext uri="{FF2B5EF4-FFF2-40B4-BE49-F238E27FC236}">
                  <a16:creationId xmlns:a16="http://schemas.microsoft.com/office/drawing/2014/main" id="{2F58ECBB-768E-E4BE-C1B4-C75E322C7B5E}"/>
                </a:ext>
              </a:extLst>
            </p:cNvPr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5560;p75">
              <a:extLst>
                <a:ext uri="{FF2B5EF4-FFF2-40B4-BE49-F238E27FC236}">
                  <a16:creationId xmlns:a16="http://schemas.microsoft.com/office/drawing/2014/main" id="{F5AC5864-F9DC-D352-59B7-30882A7C3507}"/>
                </a:ext>
              </a:extLst>
            </p:cNvPr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5561;p75">
              <a:extLst>
                <a:ext uri="{FF2B5EF4-FFF2-40B4-BE49-F238E27FC236}">
                  <a16:creationId xmlns:a16="http://schemas.microsoft.com/office/drawing/2014/main" id="{E6547B78-5D1C-AD45-C01E-27A0AE1C655D}"/>
                </a:ext>
              </a:extLst>
            </p:cNvPr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5562;p75">
              <a:extLst>
                <a:ext uri="{FF2B5EF4-FFF2-40B4-BE49-F238E27FC236}">
                  <a16:creationId xmlns:a16="http://schemas.microsoft.com/office/drawing/2014/main" id="{52D5CC31-306A-8DD0-7C09-C228699654AF}"/>
                </a:ext>
              </a:extLst>
            </p:cNvPr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5563;p75">
              <a:extLst>
                <a:ext uri="{FF2B5EF4-FFF2-40B4-BE49-F238E27FC236}">
                  <a16:creationId xmlns:a16="http://schemas.microsoft.com/office/drawing/2014/main" id="{B1F0C001-3885-5FEA-FE4E-37CD15F77DEE}"/>
                </a:ext>
              </a:extLst>
            </p:cNvPr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5564;p75">
              <a:extLst>
                <a:ext uri="{FF2B5EF4-FFF2-40B4-BE49-F238E27FC236}">
                  <a16:creationId xmlns:a16="http://schemas.microsoft.com/office/drawing/2014/main" id="{79B7A470-4216-B317-52A7-C32C17DC4718}"/>
                </a:ext>
              </a:extLst>
            </p:cNvPr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5565;p75">
              <a:extLst>
                <a:ext uri="{FF2B5EF4-FFF2-40B4-BE49-F238E27FC236}">
                  <a16:creationId xmlns:a16="http://schemas.microsoft.com/office/drawing/2014/main" id="{574C830F-C2E3-085C-4B90-E45420514D2E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5566;p75">
              <a:extLst>
                <a:ext uri="{FF2B5EF4-FFF2-40B4-BE49-F238E27FC236}">
                  <a16:creationId xmlns:a16="http://schemas.microsoft.com/office/drawing/2014/main" id="{75092648-2431-2EF2-A704-115AA79534A5}"/>
                </a:ext>
              </a:extLst>
            </p:cNvPr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5567;p75">
              <a:extLst>
                <a:ext uri="{FF2B5EF4-FFF2-40B4-BE49-F238E27FC236}">
                  <a16:creationId xmlns:a16="http://schemas.microsoft.com/office/drawing/2014/main" id="{A14449A1-00B5-70AF-30A3-8D942761C35C}"/>
                </a:ext>
              </a:extLst>
            </p:cNvPr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5568;p75">
              <a:extLst>
                <a:ext uri="{FF2B5EF4-FFF2-40B4-BE49-F238E27FC236}">
                  <a16:creationId xmlns:a16="http://schemas.microsoft.com/office/drawing/2014/main" id="{4E8A4665-C5E3-66F6-D695-A04FE34DF498}"/>
                </a:ext>
              </a:extLst>
            </p:cNvPr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5569;p75">
              <a:extLst>
                <a:ext uri="{FF2B5EF4-FFF2-40B4-BE49-F238E27FC236}">
                  <a16:creationId xmlns:a16="http://schemas.microsoft.com/office/drawing/2014/main" id="{A816097E-152F-5370-006D-0276E6689FFD}"/>
                </a:ext>
              </a:extLst>
            </p:cNvPr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5570;p75">
              <a:extLst>
                <a:ext uri="{FF2B5EF4-FFF2-40B4-BE49-F238E27FC236}">
                  <a16:creationId xmlns:a16="http://schemas.microsoft.com/office/drawing/2014/main" id="{F49938AA-97CF-0E38-2CE4-91842F673C5B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5571;p75">
              <a:extLst>
                <a:ext uri="{FF2B5EF4-FFF2-40B4-BE49-F238E27FC236}">
                  <a16:creationId xmlns:a16="http://schemas.microsoft.com/office/drawing/2014/main" id="{B0D54CCC-29D6-A0E4-53DE-C62466E27CAE}"/>
                </a:ext>
              </a:extLst>
            </p:cNvPr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5572;p75">
              <a:extLst>
                <a:ext uri="{FF2B5EF4-FFF2-40B4-BE49-F238E27FC236}">
                  <a16:creationId xmlns:a16="http://schemas.microsoft.com/office/drawing/2014/main" id="{87F58EFD-206A-3A77-7ED0-DF1884120A51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5573;p75">
              <a:extLst>
                <a:ext uri="{FF2B5EF4-FFF2-40B4-BE49-F238E27FC236}">
                  <a16:creationId xmlns:a16="http://schemas.microsoft.com/office/drawing/2014/main" id="{3BF47DDA-F9DD-529B-29D7-AC7C3D15354F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5574;p75">
              <a:extLst>
                <a:ext uri="{FF2B5EF4-FFF2-40B4-BE49-F238E27FC236}">
                  <a16:creationId xmlns:a16="http://schemas.microsoft.com/office/drawing/2014/main" id="{D151C11C-4D74-C0EF-0178-294C0BEC4194}"/>
                </a:ext>
              </a:extLst>
            </p:cNvPr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5575;p75">
              <a:extLst>
                <a:ext uri="{FF2B5EF4-FFF2-40B4-BE49-F238E27FC236}">
                  <a16:creationId xmlns:a16="http://schemas.microsoft.com/office/drawing/2014/main" id="{A1C28E65-ED48-C1A3-C11D-8F86CEAF10A9}"/>
                </a:ext>
              </a:extLst>
            </p:cNvPr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5576;p75">
              <a:extLst>
                <a:ext uri="{FF2B5EF4-FFF2-40B4-BE49-F238E27FC236}">
                  <a16:creationId xmlns:a16="http://schemas.microsoft.com/office/drawing/2014/main" id="{7BB2BDAD-C073-21DC-FEFB-533D75AABA10}"/>
                </a:ext>
              </a:extLst>
            </p:cNvPr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5577;p75">
              <a:extLst>
                <a:ext uri="{FF2B5EF4-FFF2-40B4-BE49-F238E27FC236}">
                  <a16:creationId xmlns:a16="http://schemas.microsoft.com/office/drawing/2014/main" id="{06C0317B-5135-9B68-44BB-B74D90DBE302}"/>
                </a:ext>
              </a:extLst>
            </p:cNvPr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5578;p75">
              <a:extLst>
                <a:ext uri="{FF2B5EF4-FFF2-40B4-BE49-F238E27FC236}">
                  <a16:creationId xmlns:a16="http://schemas.microsoft.com/office/drawing/2014/main" id="{69F47A4E-0F41-0E69-0C91-C52939220BAA}"/>
                </a:ext>
              </a:extLst>
            </p:cNvPr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5579;p75">
              <a:extLst>
                <a:ext uri="{FF2B5EF4-FFF2-40B4-BE49-F238E27FC236}">
                  <a16:creationId xmlns:a16="http://schemas.microsoft.com/office/drawing/2014/main" id="{D77141A5-6E4C-38B7-C281-C2A726E299A3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5580;p75">
              <a:extLst>
                <a:ext uri="{FF2B5EF4-FFF2-40B4-BE49-F238E27FC236}">
                  <a16:creationId xmlns:a16="http://schemas.microsoft.com/office/drawing/2014/main" id="{15D8E205-6952-1063-4BD7-5233306029A2}"/>
                </a:ext>
              </a:extLst>
            </p:cNvPr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5581;p75">
              <a:extLst>
                <a:ext uri="{FF2B5EF4-FFF2-40B4-BE49-F238E27FC236}">
                  <a16:creationId xmlns:a16="http://schemas.microsoft.com/office/drawing/2014/main" id="{703CF784-479C-AE15-C638-16959B7ADED5}"/>
                </a:ext>
              </a:extLst>
            </p:cNvPr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5582;p75">
              <a:extLst>
                <a:ext uri="{FF2B5EF4-FFF2-40B4-BE49-F238E27FC236}">
                  <a16:creationId xmlns:a16="http://schemas.microsoft.com/office/drawing/2014/main" id="{526195A4-F404-BACC-9BC4-35677788CDEA}"/>
                </a:ext>
              </a:extLst>
            </p:cNvPr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9" name="Google Shape;7178;p83">
            <a:extLst>
              <a:ext uri="{FF2B5EF4-FFF2-40B4-BE49-F238E27FC236}">
                <a16:creationId xmlns:a16="http://schemas.microsoft.com/office/drawing/2014/main" id="{618FC2E7-0FA9-8FCA-FC21-178CEB417CB5}"/>
              </a:ext>
            </a:extLst>
          </p:cNvPr>
          <p:cNvGrpSpPr/>
          <p:nvPr/>
        </p:nvGrpSpPr>
        <p:grpSpPr>
          <a:xfrm>
            <a:off x="3582964" y="-504443"/>
            <a:ext cx="3634440" cy="504443"/>
            <a:chOff x="3468945" y="990512"/>
            <a:chExt cx="2949314" cy="409351"/>
          </a:xfrm>
        </p:grpSpPr>
        <p:sp>
          <p:nvSpPr>
            <p:cNvPr id="3410" name="Google Shape;7179;p83">
              <a:extLst>
                <a:ext uri="{FF2B5EF4-FFF2-40B4-BE49-F238E27FC236}">
                  <a16:creationId xmlns:a16="http://schemas.microsoft.com/office/drawing/2014/main" id="{24EDA9AA-7702-16F2-3E4B-387573E1EF30}"/>
                </a:ext>
              </a:extLst>
            </p:cNvPr>
            <p:cNvSpPr/>
            <p:nvPr/>
          </p:nvSpPr>
          <p:spPr>
            <a:xfrm>
              <a:off x="3471784" y="992487"/>
              <a:ext cx="2946475" cy="407376"/>
            </a:xfrm>
            <a:custGeom>
              <a:avLst/>
              <a:gdLst/>
              <a:ahLst/>
              <a:cxnLst/>
              <a:rect l="l" t="t" r="r" b="b"/>
              <a:pathLst>
                <a:path w="47751" h="6602" extrusionOk="0">
                  <a:moveTo>
                    <a:pt x="0" y="1378"/>
                  </a:moveTo>
                  <a:lnTo>
                    <a:pt x="10252" y="6602"/>
                  </a:lnTo>
                  <a:lnTo>
                    <a:pt x="47751" y="6602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dk1">
                <a:alpha val="139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7180;p83">
              <a:extLst>
                <a:ext uri="{FF2B5EF4-FFF2-40B4-BE49-F238E27FC236}">
                  <a16:creationId xmlns:a16="http://schemas.microsoft.com/office/drawing/2014/main" id="{D6043E40-323F-F445-A644-DAFE9EFEDC6E}"/>
                </a:ext>
              </a:extLst>
            </p:cNvPr>
            <p:cNvSpPr/>
            <p:nvPr/>
          </p:nvSpPr>
          <p:spPr>
            <a:xfrm>
              <a:off x="3471784" y="992487"/>
              <a:ext cx="2053357" cy="94224"/>
            </a:xfrm>
            <a:custGeom>
              <a:avLst/>
              <a:gdLst/>
              <a:ahLst/>
              <a:cxnLst/>
              <a:rect l="l" t="t" r="r" b="b"/>
              <a:pathLst>
                <a:path w="3327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33276" y="1526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7181;p83">
              <a:extLst>
                <a:ext uri="{FF2B5EF4-FFF2-40B4-BE49-F238E27FC236}">
                  <a16:creationId xmlns:a16="http://schemas.microsoft.com/office/drawing/2014/main" id="{D0C8153C-3D57-E689-DCAA-22F673C78A1E}"/>
                </a:ext>
              </a:extLst>
            </p:cNvPr>
            <p:cNvSpPr/>
            <p:nvPr/>
          </p:nvSpPr>
          <p:spPr>
            <a:xfrm>
              <a:off x="3469562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6" y="65"/>
                  </a:moveTo>
                  <a:lnTo>
                    <a:pt x="33276" y="1522"/>
                  </a:lnTo>
                  <a:lnTo>
                    <a:pt x="69" y="1522"/>
                  </a:lnTo>
                  <a:lnTo>
                    <a:pt x="69" y="65"/>
                  </a:lnTo>
                  <a:close/>
                  <a:moveTo>
                    <a:pt x="36" y="0"/>
                  </a:moveTo>
                  <a:cubicBezTo>
                    <a:pt x="18" y="0"/>
                    <a:pt x="0" y="15"/>
                    <a:pt x="4" y="33"/>
                  </a:cubicBezTo>
                  <a:lnTo>
                    <a:pt x="4" y="1558"/>
                  </a:lnTo>
                  <a:cubicBezTo>
                    <a:pt x="4" y="1576"/>
                    <a:pt x="18" y="1591"/>
                    <a:pt x="36" y="1591"/>
                  </a:cubicBezTo>
                  <a:lnTo>
                    <a:pt x="33309" y="1591"/>
                  </a:lnTo>
                  <a:cubicBezTo>
                    <a:pt x="33327" y="1591"/>
                    <a:pt x="33341" y="1576"/>
                    <a:pt x="33341" y="1558"/>
                  </a:cubicBezTo>
                  <a:lnTo>
                    <a:pt x="33341" y="33"/>
                  </a:lnTo>
                  <a:cubicBezTo>
                    <a:pt x="33341" y="15"/>
                    <a:pt x="33327" y="0"/>
                    <a:pt x="3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7182;p83">
              <a:extLst>
                <a:ext uri="{FF2B5EF4-FFF2-40B4-BE49-F238E27FC236}">
                  <a16:creationId xmlns:a16="http://schemas.microsoft.com/office/drawing/2014/main" id="{31269E0A-AF64-92D3-CA18-A384FF2CE1F8}"/>
                </a:ext>
              </a:extLst>
            </p:cNvPr>
            <p:cNvSpPr/>
            <p:nvPr/>
          </p:nvSpPr>
          <p:spPr>
            <a:xfrm>
              <a:off x="3471784" y="1086648"/>
              <a:ext cx="2053357" cy="26163"/>
            </a:xfrm>
            <a:custGeom>
              <a:avLst/>
              <a:gdLst/>
              <a:ahLst/>
              <a:cxnLst/>
              <a:rect l="l" t="t" r="r" b="b"/>
              <a:pathLst>
                <a:path w="33277" h="424" extrusionOk="0">
                  <a:moveTo>
                    <a:pt x="0" y="0"/>
                  </a:moveTo>
                  <a:lnTo>
                    <a:pt x="2520" y="423"/>
                  </a:lnTo>
                  <a:lnTo>
                    <a:pt x="30753" y="423"/>
                  </a:lnTo>
                  <a:lnTo>
                    <a:pt x="3327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7183;p83">
              <a:extLst>
                <a:ext uri="{FF2B5EF4-FFF2-40B4-BE49-F238E27FC236}">
                  <a16:creationId xmlns:a16="http://schemas.microsoft.com/office/drawing/2014/main" id="{1672782C-D7CC-079C-7518-73B97E90D007}"/>
                </a:ext>
              </a:extLst>
            </p:cNvPr>
            <p:cNvSpPr/>
            <p:nvPr/>
          </p:nvSpPr>
          <p:spPr>
            <a:xfrm>
              <a:off x="3468945" y="1084612"/>
              <a:ext cx="2058787" cy="30174"/>
            </a:xfrm>
            <a:custGeom>
              <a:avLst/>
              <a:gdLst/>
              <a:ahLst/>
              <a:cxnLst/>
              <a:rect l="l" t="t" r="r" b="b"/>
              <a:pathLst>
                <a:path w="33365" h="489" extrusionOk="0">
                  <a:moveTo>
                    <a:pt x="32914" y="66"/>
                  </a:moveTo>
                  <a:lnTo>
                    <a:pt x="30795" y="420"/>
                  </a:lnTo>
                  <a:lnTo>
                    <a:pt x="2570" y="420"/>
                  </a:lnTo>
                  <a:lnTo>
                    <a:pt x="455" y="66"/>
                  </a:lnTo>
                  <a:close/>
                  <a:moveTo>
                    <a:pt x="43" y="1"/>
                  </a:moveTo>
                  <a:cubicBezTo>
                    <a:pt x="3" y="1"/>
                    <a:pt x="0" y="59"/>
                    <a:pt x="39" y="66"/>
                  </a:cubicBezTo>
                  <a:lnTo>
                    <a:pt x="2562" y="489"/>
                  </a:lnTo>
                  <a:lnTo>
                    <a:pt x="30803" y="489"/>
                  </a:lnTo>
                  <a:lnTo>
                    <a:pt x="33326" y="66"/>
                  </a:lnTo>
                  <a:cubicBezTo>
                    <a:pt x="33364" y="59"/>
                    <a:pt x="33362" y="1"/>
                    <a:pt x="33322" y="1"/>
                  </a:cubicBezTo>
                  <a:cubicBezTo>
                    <a:pt x="33321" y="1"/>
                    <a:pt x="33320" y="1"/>
                    <a:pt x="33319" y="1"/>
                  </a:cubicBezTo>
                  <a:lnTo>
                    <a:pt x="46" y="1"/>
                  </a:lnTo>
                  <a:cubicBezTo>
                    <a:pt x="45" y="1"/>
                    <a:pt x="44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7184;p83">
              <a:extLst>
                <a:ext uri="{FF2B5EF4-FFF2-40B4-BE49-F238E27FC236}">
                  <a16:creationId xmlns:a16="http://schemas.microsoft.com/office/drawing/2014/main" id="{C5290C91-9118-197D-E794-F9E504A1F289}"/>
                </a:ext>
              </a:extLst>
            </p:cNvPr>
            <p:cNvSpPr/>
            <p:nvPr/>
          </p:nvSpPr>
          <p:spPr>
            <a:xfrm>
              <a:off x="3769572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7185;p83">
              <a:extLst>
                <a:ext uri="{FF2B5EF4-FFF2-40B4-BE49-F238E27FC236}">
                  <a16:creationId xmlns:a16="http://schemas.microsoft.com/office/drawing/2014/main" id="{114940F1-7A04-CC44-49C7-631DAB5D9A46}"/>
                </a:ext>
              </a:extLst>
            </p:cNvPr>
            <p:cNvSpPr/>
            <p:nvPr/>
          </p:nvSpPr>
          <p:spPr>
            <a:xfrm>
              <a:off x="3778951" y="1234062"/>
              <a:ext cx="102862" cy="61643"/>
            </a:xfrm>
            <a:custGeom>
              <a:avLst/>
              <a:gdLst/>
              <a:ahLst/>
              <a:cxnLst/>
              <a:rect l="l" t="t" r="r" b="b"/>
              <a:pathLst>
                <a:path w="1667" h="999" extrusionOk="0">
                  <a:moveTo>
                    <a:pt x="1667" y="847"/>
                  </a:moveTo>
                  <a:lnTo>
                    <a:pt x="0" y="1"/>
                  </a:lnTo>
                  <a:lnTo>
                    <a:pt x="0" y="999"/>
                  </a:lnTo>
                  <a:lnTo>
                    <a:pt x="1667" y="999"/>
                  </a:ln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7186;p83">
              <a:extLst>
                <a:ext uri="{FF2B5EF4-FFF2-40B4-BE49-F238E27FC236}">
                  <a16:creationId xmlns:a16="http://schemas.microsoft.com/office/drawing/2014/main" id="{E0D3DA97-2D5D-9327-5F95-62D8C122B845}"/>
                </a:ext>
              </a:extLst>
            </p:cNvPr>
            <p:cNvSpPr/>
            <p:nvPr/>
          </p:nvSpPr>
          <p:spPr>
            <a:xfrm>
              <a:off x="3767536" y="1110528"/>
              <a:ext cx="116314" cy="197888"/>
            </a:xfrm>
            <a:custGeom>
              <a:avLst/>
              <a:gdLst/>
              <a:ahLst/>
              <a:cxnLst/>
              <a:rect l="l" t="t" r="r" b="b"/>
              <a:pathLst>
                <a:path w="1885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69" y="3142"/>
                  </a:lnTo>
                  <a:lnTo>
                    <a:pt x="69" y="69"/>
                  </a:lnTo>
                  <a:close/>
                  <a:moveTo>
                    <a:pt x="33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3" y="3207"/>
                  </a:cubicBezTo>
                  <a:lnTo>
                    <a:pt x="1852" y="3207"/>
                  </a:lnTo>
                  <a:cubicBezTo>
                    <a:pt x="1870" y="3207"/>
                    <a:pt x="1884" y="3192"/>
                    <a:pt x="1884" y="3174"/>
                  </a:cubicBezTo>
                  <a:lnTo>
                    <a:pt x="1884" y="36"/>
                  </a:lnTo>
                  <a:cubicBezTo>
                    <a:pt x="1884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7187;p83">
              <a:extLst>
                <a:ext uri="{FF2B5EF4-FFF2-40B4-BE49-F238E27FC236}">
                  <a16:creationId xmlns:a16="http://schemas.microsoft.com/office/drawing/2014/main" id="{192F40FF-A7E6-B860-86A6-4B3889796C86}"/>
                </a:ext>
              </a:extLst>
            </p:cNvPr>
            <p:cNvSpPr/>
            <p:nvPr/>
          </p:nvSpPr>
          <p:spPr>
            <a:xfrm>
              <a:off x="3692626" y="1103556"/>
              <a:ext cx="194803" cy="11230"/>
            </a:xfrm>
            <a:custGeom>
              <a:avLst/>
              <a:gdLst/>
              <a:ahLst/>
              <a:cxnLst/>
              <a:rect l="l" t="t" r="r" b="b"/>
              <a:pathLst>
                <a:path w="3157" h="182" extrusionOk="0">
                  <a:moveTo>
                    <a:pt x="1902" y="66"/>
                  </a:moveTo>
                  <a:lnTo>
                    <a:pt x="2400" y="113"/>
                  </a:lnTo>
                  <a:lnTo>
                    <a:pt x="1255" y="113"/>
                  </a:lnTo>
                  <a:lnTo>
                    <a:pt x="752" y="66"/>
                  </a:lnTo>
                  <a:close/>
                  <a:moveTo>
                    <a:pt x="27" y="1"/>
                  </a:moveTo>
                  <a:cubicBezTo>
                    <a:pt x="12" y="1"/>
                    <a:pt x="0" y="14"/>
                    <a:pt x="0" y="34"/>
                  </a:cubicBezTo>
                  <a:cubicBezTo>
                    <a:pt x="0" y="48"/>
                    <a:pt x="11" y="66"/>
                    <a:pt x="29" y="66"/>
                  </a:cubicBezTo>
                  <a:lnTo>
                    <a:pt x="1251" y="182"/>
                  </a:lnTo>
                  <a:lnTo>
                    <a:pt x="3123" y="182"/>
                  </a:lnTo>
                  <a:cubicBezTo>
                    <a:pt x="3142" y="182"/>
                    <a:pt x="3152" y="167"/>
                    <a:pt x="3156" y="149"/>
                  </a:cubicBezTo>
                  <a:cubicBezTo>
                    <a:pt x="3156" y="131"/>
                    <a:pt x="3142" y="117"/>
                    <a:pt x="3123" y="113"/>
                  </a:cubicBezTo>
                  <a:lnTo>
                    <a:pt x="1905" y="1"/>
                  </a:lnTo>
                  <a:lnTo>
                    <a:pt x="33" y="1"/>
                  </a:lnTo>
                  <a:cubicBezTo>
                    <a:pt x="31" y="1"/>
                    <a:pt x="29" y="1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7188;p83">
              <a:extLst>
                <a:ext uri="{FF2B5EF4-FFF2-40B4-BE49-F238E27FC236}">
                  <a16:creationId xmlns:a16="http://schemas.microsoft.com/office/drawing/2014/main" id="{C1C69207-B5CE-E7E6-D47F-00395CFB2F1B}"/>
                </a:ext>
              </a:extLst>
            </p:cNvPr>
            <p:cNvSpPr/>
            <p:nvPr/>
          </p:nvSpPr>
          <p:spPr>
            <a:xfrm>
              <a:off x="3809742" y="1240973"/>
              <a:ext cx="25237" cy="28878"/>
            </a:xfrm>
            <a:custGeom>
              <a:avLst/>
              <a:gdLst/>
              <a:ahLst/>
              <a:cxnLst/>
              <a:rect l="l" t="t" r="r" b="b"/>
              <a:pathLst>
                <a:path w="409" h="468" extrusionOk="0">
                  <a:moveTo>
                    <a:pt x="206" y="1"/>
                  </a:moveTo>
                  <a:cubicBezTo>
                    <a:pt x="90" y="1"/>
                    <a:pt x="0" y="106"/>
                    <a:pt x="0" y="236"/>
                  </a:cubicBezTo>
                  <a:cubicBezTo>
                    <a:pt x="0" y="362"/>
                    <a:pt x="90" y="467"/>
                    <a:pt x="206" y="467"/>
                  </a:cubicBezTo>
                  <a:cubicBezTo>
                    <a:pt x="318" y="467"/>
                    <a:pt x="408" y="362"/>
                    <a:pt x="408" y="236"/>
                  </a:cubicBezTo>
                  <a:cubicBezTo>
                    <a:pt x="408" y="106"/>
                    <a:pt x="318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7189;p83">
              <a:extLst>
                <a:ext uri="{FF2B5EF4-FFF2-40B4-BE49-F238E27FC236}">
                  <a16:creationId xmlns:a16="http://schemas.microsoft.com/office/drawing/2014/main" id="{C7B5421D-4836-4C02-207F-5EA4099A2154}"/>
                </a:ext>
              </a:extLst>
            </p:cNvPr>
            <p:cNvSpPr/>
            <p:nvPr/>
          </p:nvSpPr>
          <p:spPr>
            <a:xfrm>
              <a:off x="5139608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7190;p83">
              <a:extLst>
                <a:ext uri="{FF2B5EF4-FFF2-40B4-BE49-F238E27FC236}">
                  <a16:creationId xmlns:a16="http://schemas.microsoft.com/office/drawing/2014/main" id="{07A4ABD0-212C-B3EE-60C3-FAFAE86BD598}"/>
                </a:ext>
              </a:extLst>
            </p:cNvPr>
            <p:cNvSpPr/>
            <p:nvPr/>
          </p:nvSpPr>
          <p:spPr>
            <a:xfrm>
              <a:off x="5137572" y="1110528"/>
              <a:ext cx="116499" cy="197888"/>
            </a:xfrm>
            <a:custGeom>
              <a:avLst/>
              <a:gdLst/>
              <a:ahLst/>
              <a:cxnLst/>
              <a:rect l="l" t="t" r="r" b="b"/>
              <a:pathLst>
                <a:path w="1888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70" y="3142"/>
                  </a:lnTo>
                  <a:lnTo>
                    <a:pt x="70" y="69"/>
                  </a:lnTo>
                  <a:close/>
                  <a:moveTo>
                    <a:pt x="37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7" y="3207"/>
                  </a:cubicBezTo>
                  <a:lnTo>
                    <a:pt x="1852" y="3207"/>
                  </a:lnTo>
                  <a:cubicBezTo>
                    <a:pt x="1870" y="3207"/>
                    <a:pt x="1888" y="3192"/>
                    <a:pt x="1888" y="3174"/>
                  </a:cubicBezTo>
                  <a:lnTo>
                    <a:pt x="1888" y="36"/>
                  </a:lnTo>
                  <a:cubicBezTo>
                    <a:pt x="1888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7191;p83">
              <a:extLst>
                <a:ext uri="{FF2B5EF4-FFF2-40B4-BE49-F238E27FC236}">
                  <a16:creationId xmlns:a16="http://schemas.microsoft.com/office/drawing/2014/main" id="{3F4A9DC9-4022-1A27-BFA6-9D3D89D99E78}"/>
                </a:ext>
              </a:extLst>
            </p:cNvPr>
            <p:cNvSpPr/>
            <p:nvPr/>
          </p:nvSpPr>
          <p:spPr>
            <a:xfrm>
              <a:off x="5133376" y="1102260"/>
              <a:ext cx="187398" cy="12526"/>
            </a:xfrm>
            <a:custGeom>
              <a:avLst/>
              <a:gdLst/>
              <a:ahLst/>
              <a:cxnLst/>
              <a:rect l="l" t="t" r="r" b="b"/>
              <a:pathLst>
                <a:path w="3037" h="203" extrusionOk="0">
                  <a:moveTo>
                    <a:pt x="2458" y="65"/>
                  </a:moveTo>
                  <a:lnTo>
                    <a:pt x="1920" y="134"/>
                  </a:lnTo>
                  <a:lnTo>
                    <a:pt x="582" y="134"/>
                  </a:lnTo>
                  <a:lnTo>
                    <a:pt x="1117" y="65"/>
                  </a:lnTo>
                  <a:close/>
                  <a:moveTo>
                    <a:pt x="1114" y="0"/>
                  </a:moveTo>
                  <a:lnTo>
                    <a:pt x="44" y="134"/>
                  </a:lnTo>
                  <a:cubicBezTo>
                    <a:pt x="0" y="141"/>
                    <a:pt x="4" y="203"/>
                    <a:pt x="47" y="203"/>
                  </a:cubicBezTo>
                  <a:lnTo>
                    <a:pt x="1923" y="203"/>
                  </a:lnTo>
                  <a:lnTo>
                    <a:pt x="2997" y="69"/>
                  </a:lnTo>
                  <a:cubicBezTo>
                    <a:pt x="3037" y="62"/>
                    <a:pt x="3033" y="0"/>
                    <a:pt x="2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7192;p83">
              <a:extLst>
                <a:ext uri="{FF2B5EF4-FFF2-40B4-BE49-F238E27FC236}">
                  <a16:creationId xmlns:a16="http://schemas.microsoft.com/office/drawing/2014/main" id="{E2691BB9-F8B7-243E-65E6-F842CFB65181}"/>
                </a:ext>
              </a:extLst>
            </p:cNvPr>
            <p:cNvSpPr/>
            <p:nvPr/>
          </p:nvSpPr>
          <p:spPr>
            <a:xfrm>
              <a:off x="5186442" y="1240973"/>
              <a:ext cx="25299" cy="28878"/>
            </a:xfrm>
            <a:custGeom>
              <a:avLst/>
              <a:gdLst/>
              <a:ahLst/>
              <a:cxnLst/>
              <a:rect l="l" t="t" r="r" b="b"/>
              <a:pathLst>
                <a:path w="410" h="468" extrusionOk="0">
                  <a:moveTo>
                    <a:pt x="207" y="1"/>
                  </a:moveTo>
                  <a:cubicBezTo>
                    <a:pt x="91" y="1"/>
                    <a:pt x="1" y="106"/>
                    <a:pt x="1" y="236"/>
                  </a:cubicBezTo>
                  <a:cubicBezTo>
                    <a:pt x="1" y="362"/>
                    <a:pt x="91" y="467"/>
                    <a:pt x="207" y="467"/>
                  </a:cubicBezTo>
                  <a:cubicBezTo>
                    <a:pt x="319" y="467"/>
                    <a:pt x="409" y="362"/>
                    <a:pt x="409" y="236"/>
                  </a:cubicBezTo>
                  <a:cubicBezTo>
                    <a:pt x="409" y="106"/>
                    <a:pt x="319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7193;p83">
              <a:extLst>
                <a:ext uri="{FF2B5EF4-FFF2-40B4-BE49-F238E27FC236}">
                  <a16:creationId xmlns:a16="http://schemas.microsoft.com/office/drawing/2014/main" id="{FE1F6733-FF32-D2CC-1E7A-D97C8F3A6A51}"/>
                </a:ext>
              </a:extLst>
            </p:cNvPr>
            <p:cNvSpPr/>
            <p:nvPr/>
          </p:nvSpPr>
          <p:spPr>
            <a:xfrm>
              <a:off x="3471615" y="992475"/>
              <a:ext cx="2053377" cy="94224"/>
            </a:xfrm>
            <a:custGeom>
              <a:avLst/>
              <a:gdLst/>
              <a:ahLst/>
              <a:cxnLst/>
              <a:rect l="l" t="t" r="r" b="b"/>
              <a:pathLst>
                <a:path w="200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2007" y="1526"/>
                  </a:lnTo>
                  <a:lnTo>
                    <a:pt x="200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1000">
                  <a:schemeClr val="accent1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7194;p83">
              <a:extLst>
                <a:ext uri="{FF2B5EF4-FFF2-40B4-BE49-F238E27FC236}">
                  <a16:creationId xmlns:a16="http://schemas.microsoft.com/office/drawing/2014/main" id="{80B2E3AA-C358-B581-F084-31CFF97918C8}"/>
                </a:ext>
              </a:extLst>
            </p:cNvPr>
            <p:cNvSpPr/>
            <p:nvPr/>
          </p:nvSpPr>
          <p:spPr>
            <a:xfrm>
              <a:off x="3469747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3" y="65"/>
                  </a:moveTo>
                  <a:lnTo>
                    <a:pt x="33273" y="1522"/>
                  </a:lnTo>
                  <a:lnTo>
                    <a:pt x="66" y="1522"/>
                  </a:lnTo>
                  <a:lnTo>
                    <a:pt x="66" y="65"/>
                  </a:lnTo>
                  <a:close/>
                  <a:moveTo>
                    <a:pt x="1" y="0"/>
                  </a:moveTo>
                  <a:lnTo>
                    <a:pt x="1" y="1591"/>
                  </a:lnTo>
                  <a:lnTo>
                    <a:pt x="33342" y="1591"/>
                  </a:lnTo>
                  <a:lnTo>
                    <a:pt x="33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6" name="Google Shape;7195;p83">
            <a:extLst>
              <a:ext uri="{FF2B5EF4-FFF2-40B4-BE49-F238E27FC236}">
                <a16:creationId xmlns:a16="http://schemas.microsoft.com/office/drawing/2014/main" id="{7125ABB4-6596-7B13-57C3-15CC4C6A4B7A}"/>
              </a:ext>
            </a:extLst>
          </p:cNvPr>
          <p:cNvGrpSpPr/>
          <p:nvPr/>
        </p:nvGrpSpPr>
        <p:grpSpPr>
          <a:xfrm>
            <a:off x="5384264" y="-864874"/>
            <a:ext cx="319938" cy="360412"/>
            <a:chOff x="4181675" y="698025"/>
            <a:chExt cx="259627" cy="292471"/>
          </a:xfrm>
        </p:grpSpPr>
        <p:sp>
          <p:nvSpPr>
            <p:cNvPr id="3427" name="Google Shape;7196;p83">
              <a:extLst>
                <a:ext uri="{FF2B5EF4-FFF2-40B4-BE49-F238E27FC236}">
                  <a16:creationId xmlns:a16="http://schemas.microsoft.com/office/drawing/2014/main" id="{90AF57C7-A82A-2CBA-34FD-C5840FE7B0DE}"/>
                </a:ext>
              </a:extLst>
            </p:cNvPr>
            <p:cNvSpPr/>
            <p:nvPr/>
          </p:nvSpPr>
          <p:spPr>
            <a:xfrm>
              <a:off x="4348267" y="771841"/>
              <a:ext cx="91382" cy="115501"/>
            </a:xfrm>
            <a:custGeom>
              <a:avLst/>
              <a:gdLst/>
              <a:ahLst/>
              <a:cxnLst/>
              <a:rect l="l" t="t" r="r" b="b"/>
              <a:pathLst>
                <a:path w="1769" h="2236" extrusionOk="0">
                  <a:moveTo>
                    <a:pt x="1178" y="1"/>
                  </a:moveTo>
                  <a:cubicBezTo>
                    <a:pt x="853" y="1"/>
                    <a:pt x="478" y="283"/>
                    <a:pt x="239" y="737"/>
                  </a:cubicBezTo>
                  <a:lnTo>
                    <a:pt x="619" y="914"/>
                  </a:lnTo>
                  <a:cubicBezTo>
                    <a:pt x="818" y="535"/>
                    <a:pt x="1072" y="401"/>
                    <a:pt x="1171" y="401"/>
                  </a:cubicBezTo>
                  <a:cubicBezTo>
                    <a:pt x="1180" y="401"/>
                    <a:pt x="1187" y="402"/>
                    <a:pt x="1193" y="404"/>
                  </a:cubicBezTo>
                  <a:cubicBezTo>
                    <a:pt x="1269" y="429"/>
                    <a:pt x="1342" y="700"/>
                    <a:pt x="1324" y="1019"/>
                  </a:cubicBezTo>
                  <a:cubicBezTo>
                    <a:pt x="1309" y="1214"/>
                    <a:pt x="1208" y="1781"/>
                    <a:pt x="915" y="1832"/>
                  </a:cubicBezTo>
                  <a:cubicBezTo>
                    <a:pt x="900" y="1835"/>
                    <a:pt x="884" y="1836"/>
                    <a:pt x="868" y="1836"/>
                  </a:cubicBezTo>
                  <a:cubicBezTo>
                    <a:pt x="702" y="1836"/>
                    <a:pt x="503" y="1703"/>
                    <a:pt x="351" y="1496"/>
                  </a:cubicBezTo>
                  <a:lnTo>
                    <a:pt x="1" y="1720"/>
                  </a:lnTo>
                  <a:cubicBezTo>
                    <a:pt x="232" y="2046"/>
                    <a:pt x="556" y="2235"/>
                    <a:pt x="865" y="2235"/>
                  </a:cubicBezTo>
                  <a:cubicBezTo>
                    <a:pt x="884" y="2235"/>
                    <a:pt x="903" y="2235"/>
                    <a:pt x="922" y="2233"/>
                  </a:cubicBezTo>
                  <a:cubicBezTo>
                    <a:pt x="944" y="2233"/>
                    <a:pt x="966" y="2230"/>
                    <a:pt x="984" y="2226"/>
                  </a:cubicBezTo>
                  <a:cubicBezTo>
                    <a:pt x="1645" y="2118"/>
                    <a:pt x="1736" y="1221"/>
                    <a:pt x="1747" y="1040"/>
                  </a:cubicBezTo>
                  <a:cubicBezTo>
                    <a:pt x="1757" y="838"/>
                    <a:pt x="1768" y="165"/>
                    <a:pt x="1334" y="24"/>
                  </a:cubicBezTo>
                  <a:cubicBezTo>
                    <a:pt x="1284" y="9"/>
                    <a:pt x="1232" y="1"/>
                    <a:pt x="1178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7197;p83">
              <a:extLst>
                <a:ext uri="{FF2B5EF4-FFF2-40B4-BE49-F238E27FC236}">
                  <a16:creationId xmlns:a16="http://schemas.microsoft.com/office/drawing/2014/main" id="{EC8F5BD9-52CB-E8D7-55B4-C7815DD416BD}"/>
                </a:ext>
              </a:extLst>
            </p:cNvPr>
            <p:cNvSpPr/>
            <p:nvPr/>
          </p:nvSpPr>
          <p:spPr>
            <a:xfrm>
              <a:off x="4346407" y="770085"/>
              <a:ext cx="94895" cy="119013"/>
            </a:xfrm>
            <a:custGeom>
              <a:avLst/>
              <a:gdLst/>
              <a:ahLst/>
              <a:cxnLst/>
              <a:rect l="l" t="t" r="r" b="b"/>
              <a:pathLst>
                <a:path w="1837" h="2304" extrusionOk="0">
                  <a:moveTo>
                    <a:pt x="1211" y="68"/>
                  </a:moveTo>
                  <a:cubicBezTo>
                    <a:pt x="1262" y="68"/>
                    <a:pt x="1312" y="75"/>
                    <a:pt x="1360" y="91"/>
                  </a:cubicBezTo>
                  <a:cubicBezTo>
                    <a:pt x="1772" y="225"/>
                    <a:pt x="1761" y="875"/>
                    <a:pt x="1750" y="1071"/>
                  </a:cubicBezTo>
                  <a:cubicBezTo>
                    <a:pt x="1739" y="1244"/>
                    <a:pt x="1649" y="2123"/>
                    <a:pt x="1016" y="2224"/>
                  </a:cubicBezTo>
                  <a:cubicBezTo>
                    <a:pt x="998" y="2227"/>
                    <a:pt x="976" y="2231"/>
                    <a:pt x="958" y="2231"/>
                  </a:cubicBezTo>
                  <a:cubicBezTo>
                    <a:pt x="937" y="2233"/>
                    <a:pt x="915" y="2234"/>
                    <a:pt x="893" y="2234"/>
                  </a:cubicBezTo>
                  <a:cubicBezTo>
                    <a:pt x="602" y="2234"/>
                    <a:pt x="305" y="2057"/>
                    <a:pt x="84" y="1761"/>
                  </a:cubicBezTo>
                  <a:lnTo>
                    <a:pt x="376" y="1573"/>
                  </a:lnTo>
                  <a:cubicBezTo>
                    <a:pt x="533" y="1779"/>
                    <a:pt x="732" y="1903"/>
                    <a:pt x="902" y="1903"/>
                  </a:cubicBezTo>
                  <a:cubicBezTo>
                    <a:pt x="920" y="1903"/>
                    <a:pt x="938" y="1901"/>
                    <a:pt x="955" y="1898"/>
                  </a:cubicBezTo>
                  <a:cubicBezTo>
                    <a:pt x="1273" y="1848"/>
                    <a:pt x="1378" y="1273"/>
                    <a:pt x="1392" y="1056"/>
                  </a:cubicBezTo>
                  <a:cubicBezTo>
                    <a:pt x="1410" y="771"/>
                    <a:pt x="1352" y="442"/>
                    <a:pt x="1240" y="405"/>
                  </a:cubicBezTo>
                  <a:cubicBezTo>
                    <a:pt x="1231" y="403"/>
                    <a:pt x="1221" y="401"/>
                    <a:pt x="1209" y="401"/>
                  </a:cubicBezTo>
                  <a:cubicBezTo>
                    <a:pt x="1091" y="401"/>
                    <a:pt x="834" y="552"/>
                    <a:pt x="637" y="904"/>
                  </a:cubicBezTo>
                  <a:lnTo>
                    <a:pt x="322" y="753"/>
                  </a:lnTo>
                  <a:cubicBezTo>
                    <a:pt x="557" y="332"/>
                    <a:pt x="908" y="68"/>
                    <a:pt x="1211" y="68"/>
                  </a:cubicBezTo>
                  <a:close/>
                  <a:moveTo>
                    <a:pt x="1214" y="0"/>
                  </a:moveTo>
                  <a:cubicBezTo>
                    <a:pt x="877" y="0"/>
                    <a:pt x="490" y="289"/>
                    <a:pt x="243" y="753"/>
                  </a:cubicBezTo>
                  <a:cubicBezTo>
                    <a:pt x="239" y="763"/>
                    <a:pt x="239" y="771"/>
                    <a:pt x="243" y="781"/>
                  </a:cubicBezTo>
                  <a:cubicBezTo>
                    <a:pt x="243" y="789"/>
                    <a:pt x="250" y="796"/>
                    <a:pt x="261" y="800"/>
                  </a:cubicBezTo>
                  <a:lnTo>
                    <a:pt x="637" y="977"/>
                  </a:lnTo>
                  <a:cubicBezTo>
                    <a:pt x="642" y="980"/>
                    <a:pt x="649" y="982"/>
                    <a:pt x="655" y="982"/>
                  </a:cubicBezTo>
                  <a:cubicBezTo>
                    <a:pt x="667" y="982"/>
                    <a:pt x="679" y="974"/>
                    <a:pt x="684" y="962"/>
                  </a:cubicBezTo>
                  <a:cubicBezTo>
                    <a:pt x="893" y="571"/>
                    <a:pt x="1143" y="469"/>
                    <a:pt x="1208" y="469"/>
                  </a:cubicBezTo>
                  <a:cubicBezTo>
                    <a:pt x="1212" y="469"/>
                    <a:pt x="1216" y="470"/>
                    <a:pt x="1219" y="471"/>
                  </a:cubicBezTo>
                  <a:cubicBezTo>
                    <a:pt x="1262" y="485"/>
                    <a:pt x="1345" y="716"/>
                    <a:pt x="1323" y="1049"/>
                  </a:cubicBezTo>
                  <a:cubicBezTo>
                    <a:pt x="1305" y="1288"/>
                    <a:pt x="1197" y="1790"/>
                    <a:pt x="944" y="1830"/>
                  </a:cubicBezTo>
                  <a:cubicBezTo>
                    <a:pt x="929" y="1832"/>
                    <a:pt x="914" y="1834"/>
                    <a:pt x="898" y="1834"/>
                  </a:cubicBezTo>
                  <a:cubicBezTo>
                    <a:pt x="746" y="1834"/>
                    <a:pt x="557" y="1708"/>
                    <a:pt x="416" y="1508"/>
                  </a:cubicBezTo>
                  <a:cubicBezTo>
                    <a:pt x="410" y="1499"/>
                    <a:pt x="399" y="1495"/>
                    <a:pt x="388" y="1495"/>
                  </a:cubicBezTo>
                  <a:cubicBezTo>
                    <a:pt x="382" y="1495"/>
                    <a:pt x="375" y="1497"/>
                    <a:pt x="369" y="1501"/>
                  </a:cubicBezTo>
                  <a:lnTo>
                    <a:pt x="18" y="1725"/>
                  </a:lnTo>
                  <a:cubicBezTo>
                    <a:pt x="8" y="1729"/>
                    <a:pt x="4" y="1739"/>
                    <a:pt x="4" y="1747"/>
                  </a:cubicBezTo>
                  <a:cubicBezTo>
                    <a:pt x="0" y="1757"/>
                    <a:pt x="4" y="1765"/>
                    <a:pt x="8" y="1772"/>
                  </a:cubicBezTo>
                  <a:cubicBezTo>
                    <a:pt x="246" y="2108"/>
                    <a:pt x="579" y="2303"/>
                    <a:pt x="901" y="2303"/>
                  </a:cubicBezTo>
                  <a:cubicBezTo>
                    <a:pt x="922" y="2303"/>
                    <a:pt x="940" y="2303"/>
                    <a:pt x="958" y="2300"/>
                  </a:cubicBezTo>
                  <a:cubicBezTo>
                    <a:pt x="984" y="2300"/>
                    <a:pt x="1005" y="2296"/>
                    <a:pt x="1027" y="2293"/>
                  </a:cubicBezTo>
                  <a:cubicBezTo>
                    <a:pt x="1710" y="2180"/>
                    <a:pt x="1804" y="1259"/>
                    <a:pt x="1815" y="1074"/>
                  </a:cubicBezTo>
                  <a:cubicBezTo>
                    <a:pt x="1830" y="868"/>
                    <a:pt x="1837" y="174"/>
                    <a:pt x="1381" y="26"/>
                  </a:cubicBezTo>
                  <a:cubicBezTo>
                    <a:pt x="1328" y="9"/>
                    <a:pt x="1272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7198;p83">
              <a:extLst>
                <a:ext uri="{FF2B5EF4-FFF2-40B4-BE49-F238E27FC236}">
                  <a16:creationId xmlns:a16="http://schemas.microsoft.com/office/drawing/2014/main" id="{A878A543-1BBC-11E1-77A6-44AB2A607D80}"/>
                </a:ext>
              </a:extLst>
            </p:cNvPr>
            <p:cNvSpPr/>
            <p:nvPr/>
          </p:nvSpPr>
          <p:spPr>
            <a:xfrm>
              <a:off x="4183586" y="699885"/>
              <a:ext cx="209574" cy="288906"/>
            </a:xfrm>
            <a:custGeom>
              <a:avLst/>
              <a:gdLst/>
              <a:ahLst/>
              <a:cxnLst/>
              <a:rect l="l" t="t" r="r" b="b"/>
              <a:pathLst>
                <a:path w="4057" h="5593" extrusionOk="0">
                  <a:moveTo>
                    <a:pt x="7" y="0"/>
                  </a:moveTo>
                  <a:lnTo>
                    <a:pt x="0" y="2936"/>
                  </a:lnTo>
                  <a:cubicBezTo>
                    <a:pt x="0" y="4403"/>
                    <a:pt x="810" y="5593"/>
                    <a:pt x="1811" y="5593"/>
                  </a:cubicBezTo>
                  <a:lnTo>
                    <a:pt x="2245" y="5593"/>
                  </a:lnTo>
                  <a:cubicBezTo>
                    <a:pt x="3246" y="5593"/>
                    <a:pt x="4056" y="4403"/>
                    <a:pt x="4056" y="2936"/>
                  </a:cubicBezTo>
                  <a:lnTo>
                    <a:pt x="4056" y="2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7199;p83">
              <a:extLst>
                <a:ext uri="{FF2B5EF4-FFF2-40B4-BE49-F238E27FC236}">
                  <a16:creationId xmlns:a16="http://schemas.microsoft.com/office/drawing/2014/main" id="{1B30BF43-7496-3A87-8071-2195B35A5EA9}"/>
                </a:ext>
              </a:extLst>
            </p:cNvPr>
            <p:cNvSpPr/>
            <p:nvPr/>
          </p:nvSpPr>
          <p:spPr>
            <a:xfrm>
              <a:off x="4183586" y="699678"/>
              <a:ext cx="209574" cy="288958"/>
            </a:xfrm>
            <a:custGeom>
              <a:avLst/>
              <a:gdLst/>
              <a:ahLst/>
              <a:cxnLst/>
              <a:rect l="l" t="t" r="r" b="b"/>
              <a:pathLst>
                <a:path w="4057" h="5594" extrusionOk="0">
                  <a:moveTo>
                    <a:pt x="4056" y="30"/>
                  </a:moveTo>
                  <a:lnTo>
                    <a:pt x="4056" y="2940"/>
                  </a:lnTo>
                  <a:cubicBezTo>
                    <a:pt x="4056" y="4407"/>
                    <a:pt x="3243" y="5593"/>
                    <a:pt x="2245" y="5593"/>
                  </a:cubicBezTo>
                  <a:lnTo>
                    <a:pt x="1811" y="5593"/>
                  </a:lnTo>
                  <a:cubicBezTo>
                    <a:pt x="810" y="5593"/>
                    <a:pt x="0" y="4407"/>
                    <a:pt x="0" y="2940"/>
                  </a:cubicBezTo>
                  <a:lnTo>
                    <a:pt x="7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7200;p83">
              <a:extLst>
                <a:ext uri="{FF2B5EF4-FFF2-40B4-BE49-F238E27FC236}">
                  <a16:creationId xmlns:a16="http://schemas.microsoft.com/office/drawing/2014/main" id="{B46FB86F-BBA9-1BB2-71C7-660919F477CE}"/>
                </a:ext>
              </a:extLst>
            </p:cNvPr>
            <p:cNvSpPr/>
            <p:nvPr/>
          </p:nvSpPr>
          <p:spPr>
            <a:xfrm>
              <a:off x="4181675" y="698025"/>
              <a:ext cx="213345" cy="292471"/>
            </a:xfrm>
            <a:custGeom>
              <a:avLst/>
              <a:gdLst/>
              <a:ahLst/>
              <a:cxnLst/>
              <a:rect l="l" t="t" r="r" b="b"/>
              <a:pathLst>
                <a:path w="4130" h="5662" extrusionOk="0">
                  <a:moveTo>
                    <a:pt x="77" y="69"/>
                  </a:moveTo>
                  <a:lnTo>
                    <a:pt x="4061" y="98"/>
                  </a:lnTo>
                  <a:lnTo>
                    <a:pt x="4061" y="2972"/>
                  </a:lnTo>
                  <a:cubicBezTo>
                    <a:pt x="4061" y="4418"/>
                    <a:pt x="3262" y="5593"/>
                    <a:pt x="2282" y="5593"/>
                  </a:cubicBezTo>
                  <a:lnTo>
                    <a:pt x="1848" y="5593"/>
                  </a:lnTo>
                  <a:cubicBezTo>
                    <a:pt x="869" y="5593"/>
                    <a:pt x="70" y="4418"/>
                    <a:pt x="70" y="2972"/>
                  </a:cubicBezTo>
                  <a:lnTo>
                    <a:pt x="77" y="69"/>
                  </a:lnTo>
                  <a:close/>
                  <a:moveTo>
                    <a:pt x="44" y="0"/>
                  </a:moveTo>
                  <a:cubicBezTo>
                    <a:pt x="23" y="0"/>
                    <a:pt x="8" y="15"/>
                    <a:pt x="8" y="33"/>
                  </a:cubicBezTo>
                  <a:lnTo>
                    <a:pt x="1" y="2972"/>
                  </a:lnTo>
                  <a:cubicBezTo>
                    <a:pt x="1" y="4454"/>
                    <a:pt x="829" y="5661"/>
                    <a:pt x="1848" y="5661"/>
                  </a:cubicBezTo>
                  <a:lnTo>
                    <a:pt x="2282" y="5661"/>
                  </a:lnTo>
                  <a:cubicBezTo>
                    <a:pt x="3301" y="5661"/>
                    <a:pt x="4129" y="4458"/>
                    <a:pt x="4126" y="2972"/>
                  </a:cubicBezTo>
                  <a:lnTo>
                    <a:pt x="4126" y="62"/>
                  </a:lnTo>
                  <a:cubicBezTo>
                    <a:pt x="4126" y="44"/>
                    <a:pt x="4111" y="29"/>
                    <a:pt x="4093" y="2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267" name="Picture 3266" descr="A diagram of a flowchart&#10;&#10;AI-generated content may be incorrect.">
            <a:extLst>
              <a:ext uri="{FF2B5EF4-FFF2-40B4-BE49-F238E27FC236}">
                <a16:creationId xmlns:a16="http://schemas.microsoft.com/office/drawing/2014/main" id="{7DEDD12D-E270-E462-B96F-B23132266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288" y="813387"/>
            <a:ext cx="5571423" cy="40067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7479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7">
          <a:extLst>
            <a:ext uri="{FF2B5EF4-FFF2-40B4-BE49-F238E27FC236}">
              <a16:creationId xmlns:a16="http://schemas.microsoft.com/office/drawing/2014/main" id="{8C0C4182-014D-D8DF-E451-109CA189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5639;p76">
            <a:extLst>
              <a:ext uri="{FF2B5EF4-FFF2-40B4-BE49-F238E27FC236}">
                <a16:creationId xmlns:a16="http://schemas.microsoft.com/office/drawing/2014/main" id="{11915E57-3390-C382-1748-AFD6054F2574}"/>
              </a:ext>
            </a:extLst>
          </p:cNvPr>
          <p:cNvSpPr/>
          <p:nvPr/>
        </p:nvSpPr>
        <p:spPr>
          <a:xfrm>
            <a:off x="2828128" y="1123"/>
            <a:ext cx="3713700" cy="618006"/>
          </a:xfrm>
          <a:prstGeom prst="roundRect">
            <a:avLst>
              <a:gd name="adj" fmla="val 16218"/>
            </a:avLst>
          </a:prstGeom>
          <a:gradFill>
            <a:gsLst>
              <a:gs pos="0">
                <a:srgbClr val="545791"/>
              </a:gs>
              <a:gs pos="100000">
                <a:srgbClr val="D8879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0" name="Google Shape;2910;p66">
            <a:extLst>
              <a:ext uri="{FF2B5EF4-FFF2-40B4-BE49-F238E27FC236}">
                <a16:creationId xmlns:a16="http://schemas.microsoft.com/office/drawing/2014/main" id="{E385B111-38D3-BCA2-3B40-14B61D01C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363" y="-255360"/>
            <a:ext cx="8231994" cy="11156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Diagramme de séquence</a:t>
            </a:r>
            <a:endParaRPr sz="2800" dirty="0"/>
          </a:p>
        </p:txBody>
      </p:sp>
      <p:grpSp>
        <p:nvGrpSpPr>
          <p:cNvPr id="2915" name="Google Shape;2915;p66">
            <a:extLst>
              <a:ext uri="{FF2B5EF4-FFF2-40B4-BE49-F238E27FC236}">
                <a16:creationId xmlns:a16="http://schemas.microsoft.com/office/drawing/2014/main" id="{98DE4D5E-707A-948F-20D0-02FA1DCC16E3}"/>
              </a:ext>
            </a:extLst>
          </p:cNvPr>
          <p:cNvGrpSpPr/>
          <p:nvPr/>
        </p:nvGrpSpPr>
        <p:grpSpPr>
          <a:xfrm>
            <a:off x="244713" y="91803"/>
            <a:ext cx="837834" cy="2550831"/>
            <a:chOff x="973775" y="2233375"/>
            <a:chExt cx="404575" cy="1231750"/>
          </a:xfrm>
        </p:grpSpPr>
        <p:sp>
          <p:nvSpPr>
            <p:cNvPr id="2916" name="Google Shape;2916;p66">
              <a:extLst>
                <a:ext uri="{FF2B5EF4-FFF2-40B4-BE49-F238E27FC236}">
                  <a16:creationId xmlns:a16="http://schemas.microsoft.com/office/drawing/2014/main" id="{5A53308E-F923-FC10-EBB0-4D57643DDA33}"/>
                </a:ext>
              </a:extLst>
            </p:cNvPr>
            <p:cNvSpPr/>
            <p:nvPr/>
          </p:nvSpPr>
          <p:spPr>
            <a:xfrm>
              <a:off x="1223875" y="2922850"/>
              <a:ext cx="58575" cy="27925"/>
            </a:xfrm>
            <a:custGeom>
              <a:avLst/>
              <a:gdLst/>
              <a:ahLst/>
              <a:cxnLst/>
              <a:rect l="l" t="t" r="r" b="b"/>
              <a:pathLst>
                <a:path w="2343" h="1117" extrusionOk="0">
                  <a:moveTo>
                    <a:pt x="2332" y="0"/>
                  </a:moveTo>
                  <a:cubicBezTo>
                    <a:pt x="2254" y="5"/>
                    <a:pt x="328" y="151"/>
                    <a:pt x="1" y="1085"/>
                  </a:cubicBezTo>
                  <a:lnTo>
                    <a:pt x="94" y="1116"/>
                  </a:lnTo>
                  <a:cubicBezTo>
                    <a:pt x="401" y="239"/>
                    <a:pt x="2321" y="99"/>
                    <a:pt x="2342" y="99"/>
                  </a:cubicBezTo>
                  <a:lnTo>
                    <a:pt x="23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6">
              <a:extLst>
                <a:ext uri="{FF2B5EF4-FFF2-40B4-BE49-F238E27FC236}">
                  <a16:creationId xmlns:a16="http://schemas.microsoft.com/office/drawing/2014/main" id="{546DBFA6-3A76-9228-6823-2F7B7B8902DE}"/>
                </a:ext>
              </a:extLst>
            </p:cNvPr>
            <p:cNvSpPr/>
            <p:nvPr/>
          </p:nvSpPr>
          <p:spPr>
            <a:xfrm>
              <a:off x="1042425" y="2920900"/>
              <a:ext cx="73225" cy="72050"/>
            </a:xfrm>
            <a:custGeom>
              <a:avLst/>
              <a:gdLst/>
              <a:ahLst/>
              <a:cxnLst/>
              <a:rect l="l" t="t" r="r" b="b"/>
              <a:pathLst>
                <a:path w="2929" h="2882" extrusionOk="0">
                  <a:moveTo>
                    <a:pt x="1" y="0"/>
                  </a:moveTo>
                  <a:lnTo>
                    <a:pt x="1" y="94"/>
                  </a:lnTo>
                  <a:cubicBezTo>
                    <a:pt x="2566" y="120"/>
                    <a:pt x="2835" y="2856"/>
                    <a:pt x="2835" y="2882"/>
                  </a:cubicBezTo>
                  <a:lnTo>
                    <a:pt x="2929" y="2871"/>
                  </a:lnTo>
                  <a:cubicBezTo>
                    <a:pt x="2929" y="2845"/>
                    <a:pt x="2654" y="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6">
              <a:extLst>
                <a:ext uri="{FF2B5EF4-FFF2-40B4-BE49-F238E27FC236}">
                  <a16:creationId xmlns:a16="http://schemas.microsoft.com/office/drawing/2014/main" id="{09551F72-6327-07E5-F183-BD70CE68E27C}"/>
                </a:ext>
              </a:extLst>
            </p:cNvPr>
            <p:cNvSpPr/>
            <p:nvPr/>
          </p:nvSpPr>
          <p:spPr>
            <a:xfrm>
              <a:off x="975075" y="2993325"/>
              <a:ext cx="102825" cy="45950"/>
            </a:xfrm>
            <a:custGeom>
              <a:avLst/>
              <a:gdLst/>
              <a:ahLst/>
              <a:cxnLst/>
              <a:rect l="l" t="t" r="r" b="b"/>
              <a:pathLst>
                <a:path w="4113" h="1838" extrusionOk="0">
                  <a:moveTo>
                    <a:pt x="2697" y="1"/>
                  </a:moveTo>
                  <a:cubicBezTo>
                    <a:pt x="2373" y="1"/>
                    <a:pt x="2050" y="74"/>
                    <a:pt x="1760" y="208"/>
                  </a:cubicBezTo>
                  <a:cubicBezTo>
                    <a:pt x="1501" y="327"/>
                    <a:pt x="1231" y="478"/>
                    <a:pt x="1059" y="654"/>
                  </a:cubicBezTo>
                  <a:cubicBezTo>
                    <a:pt x="1059" y="654"/>
                    <a:pt x="130" y="789"/>
                    <a:pt x="0" y="1838"/>
                  </a:cubicBezTo>
                  <a:cubicBezTo>
                    <a:pt x="0" y="1838"/>
                    <a:pt x="514" y="1329"/>
                    <a:pt x="1096" y="1329"/>
                  </a:cubicBezTo>
                  <a:cubicBezTo>
                    <a:pt x="1468" y="1329"/>
                    <a:pt x="2219" y="1576"/>
                    <a:pt x="2851" y="1576"/>
                  </a:cubicBezTo>
                  <a:cubicBezTo>
                    <a:pt x="3198" y="1576"/>
                    <a:pt x="3509" y="1502"/>
                    <a:pt x="3702" y="1272"/>
                  </a:cubicBezTo>
                  <a:cubicBezTo>
                    <a:pt x="4112" y="789"/>
                    <a:pt x="4071" y="379"/>
                    <a:pt x="3401" y="125"/>
                  </a:cubicBezTo>
                  <a:cubicBezTo>
                    <a:pt x="3176" y="41"/>
                    <a:pt x="2936" y="1"/>
                    <a:pt x="2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6">
              <a:extLst>
                <a:ext uri="{FF2B5EF4-FFF2-40B4-BE49-F238E27FC236}">
                  <a16:creationId xmlns:a16="http://schemas.microsoft.com/office/drawing/2014/main" id="{E1AF72C5-31B6-5402-C865-5D05C512898C}"/>
                </a:ext>
              </a:extLst>
            </p:cNvPr>
            <p:cNvSpPr/>
            <p:nvPr/>
          </p:nvSpPr>
          <p:spPr>
            <a:xfrm>
              <a:off x="973775" y="2992150"/>
              <a:ext cx="102700" cy="48425"/>
            </a:xfrm>
            <a:custGeom>
              <a:avLst/>
              <a:gdLst/>
              <a:ahLst/>
              <a:cxnLst/>
              <a:rect l="l" t="t" r="r" b="b"/>
              <a:pathLst>
                <a:path w="4108" h="1937" extrusionOk="0">
                  <a:moveTo>
                    <a:pt x="2791" y="99"/>
                  </a:moveTo>
                  <a:cubicBezTo>
                    <a:pt x="3011" y="99"/>
                    <a:pt x="3226" y="140"/>
                    <a:pt x="3432" y="218"/>
                  </a:cubicBezTo>
                  <a:cubicBezTo>
                    <a:pt x="3733" y="333"/>
                    <a:pt x="3910" y="478"/>
                    <a:pt x="3956" y="655"/>
                  </a:cubicBezTo>
                  <a:cubicBezTo>
                    <a:pt x="4003" y="836"/>
                    <a:pt x="3920" y="1044"/>
                    <a:pt x="3718" y="1288"/>
                  </a:cubicBezTo>
                  <a:cubicBezTo>
                    <a:pt x="3535" y="1504"/>
                    <a:pt x="3239" y="1574"/>
                    <a:pt x="2905" y="1574"/>
                  </a:cubicBezTo>
                  <a:cubicBezTo>
                    <a:pt x="2556" y="1574"/>
                    <a:pt x="2165" y="1497"/>
                    <a:pt x="1818" y="1428"/>
                  </a:cubicBezTo>
                  <a:cubicBezTo>
                    <a:pt x="1594" y="1376"/>
                    <a:pt x="1371" y="1340"/>
                    <a:pt x="1148" y="1324"/>
                  </a:cubicBezTo>
                  <a:cubicBezTo>
                    <a:pt x="707" y="1324"/>
                    <a:pt x="302" y="1610"/>
                    <a:pt x="120" y="1760"/>
                  </a:cubicBezTo>
                  <a:cubicBezTo>
                    <a:pt x="213" y="1246"/>
                    <a:pt x="608" y="847"/>
                    <a:pt x="1122" y="748"/>
                  </a:cubicBezTo>
                  <a:cubicBezTo>
                    <a:pt x="1132" y="748"/>
                    <a:pt x="1143" y="743"/>
                    <a:pt x="1148" y="732"/>
                  </a:cubicBezTo>
                  <a:cubicBezTo>
                    <a:pt x="1288" y="587"/>
                    <a:pt x="1522" y="442"/>
                    <a:pt x="1833" y="296"/>
                  </a:cubicBezTo>
                  <a:cubicBezTo>
                    <a:pt x="2119" y="166"/>
                    <a:pt x="2435" y="99"/>
                    <a:pt x="2752" y="99"/>
                  </a:cubicBezTo>
                  <a:cubicBezTo>
                    <a:pt x="2765" y="99"/>
                    <a:pt x="2778" y="99"/>
                    <a:pt x="2791" y="99"/>
                  </a:cubicBezTo>
                  <a:close/>
                  <a:moveTo>
                    <a:pt x="2752" y="0"/>
                  </a:moveTo>
                  <a:cubicBezTo>
                    <a:pt x="2429" y="0"/>
                    <a:pt x="2097" y="70"/>
                    <a:pt x="1792" y="208"/>
                  </a:cubicBezTo>
                  <a:cubicBezTo>
                    <a:pt x="1480" y="353"/>
                    <a:pt x="1241" y="504"/>
                    <a:pt x="1091" y="655"/>
                  </a:cubicBezTo>
                  <a:cubicBezTo>
                    <a:pt x="961" y="680"/>
                    <a:pt x="125" y="883"/>
                    <a:pt x="0" y="1880"/>
                  </a:cubicBezTo>
                  <a:cubicBezTo>
                    <a:pt x="0" y="1901"/>
                    <a:pt x="11" y="1921"/>
                    <a:pt x="32" y="1932"/>
                  </a:cubicBezTo>
                  <a:cubicBezTo>
                    <a:pt x="37" y="1932"/>
                    <a:pt x="42" y="1937"/>
                    <a:pt x="52" y="1937"/>
                  </a:cubicBezTo>
                  <a:cubicBezTo>
                    <a:pt x="63" y="1937"/>
                    <a:pt x="78" y="1932"/>
                    <a:pt x="84" y="1921"/>
                  </a:cubicBezTo>
                  <a:cubicBezTo>
                    <a:pt x="89" y="1916"/>
                    <a:pt x="592" y="1423"/>
                    <a:pt x="1148" y="1423"/>
                  </a:cubicBezTo>
                  <a:cubicBezTo>
                    <a:pt x="1366" y="1438"/>
                    <a:pt x="1584" y="1470"/>
                    <a:pt x="1802" y="1522"/>
                  </a:cubicBezTo>
                  <a:cubicBezTo>
                    <a:pt x="2154" y="1592"/>
                    <a:pt x="2550" y="1671"/>
                    <a:pt x="2910" y="1671"/>
                  </a:cubicBezTo>
                  <a:cubicBezTo>
                    <a:pt x="3266" y="1671"/>
                    <a:pt x="3586" y="1593"/>
                    <a:pt x="3790" y="1350"/>
                  </a:cubicBezTo>
                  <a:cubicBezTo>
                    <a:pt x="4019" y="1085"/>
                    <a:pt x="4107" y="841"/>
                    <a:pt x="4050" y="634"/>
                  </a:cubicBezTo>
                  <a:cubicBezTo>
                    <a:pt x="3998" y="421"/>
                    <a:pt x="3801" y="255"/>
                    <a:pt x="3468" y="125"/>
                  </a:cubicBezTo>
                  <a:cubicBezTo>
                    <a:pt x="3245" y="41"/>
                    <a:pt x="3001" y="0"/>
                    <a:pt x="27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6">
              <a:extLst>
                <a:ext uri="{FF2B5EF4-FFF2-40B4-BE49-F238E27FC236}">
                  <a16:creationId xmlns:a16="http://schemas.microsoft.com/office/drawing/2014/main" id="{BA982F2E-069C-70FF-44E0-D8427322180F}"/>
                </a:ext>
              </a:extLst>
            </p:cNvPr>
            <p:cNvSpPr/>
            <p:nvPr/>
          </p:nvSpPr>
          <p:spPr>
            <a:xfrm>
              <a:off x="1001300" y="3004475"/>
              <a:ext cx="47900" cy="8075"/>
            </a:xfrm>
            <a:custGeom>
              <a:avLst/>
              <a:gdLst/>
              <a:ahLst/>
              <a:cxnLst/>
              <a:rect l="l" t="t" r="r" b="b"/>
              <a:pathLst>
                <a:path w="1916" h="323" extrusionOk="0">
                  <a:moveTo>
                    <a:pt x="1023" y="0"/>
                  </a:moveTo>
                  <a:cubicBezTo>
                    <a:pt x="756" y="0"/>
                    <a:pt x="419" y="43"/>
                    <a:pt x="0" y="162"/>
                  </a:cubicBezTo>
                  <a:lnTo>
                    <a:pt x="26" y="255"/>
                  </a:lnTo>
                  <a:cubicBezTo>
                    <a:pt x="437" y="138"/>
                    <a:pt x="764" y="97"/>
                    <a:pt x="1021" y="97"/>
                  </a:cubicBezTo>
                  <a:cubicBezTo>
                    <a:pt x="1620" y="97"/>
                    <a:pt x="1839" y="319"/>
                    <a:pt x="1843" y="322"/>
                  </a:cubicBezTo>
                  <a:lnTo>
                    <a:pt x="1871" y="302"/>
                  </a:lnTo>
                  <a:lnTo>
                    <a:pt x="1871" y="302"/>
                  </a:lnTo>
                  <a:lnTo>
                    <a:pt x="1916" y="260"/>
                  </a:lnTo>
                  <a:cubicBezTo>
                    <a:pt x="1905" y="245"/>
                    <a:pt x="1666" y="0"/>
                    <a:pt x="1023" y="0"/>
                  </a:cubicBezTo>
                  <a:close/>
                  <a:moveTo>
                    <a:pt x="1885" y="291"/>
                  </a:moveTo>
                  <a:lnTo>
                    <a:pt x="1871" y="302"/>
                  </a:lnTo>
                  <a:lnTo>
                    <a:pt x="1871" y="302"/>
                  </a:lnTo>
                  <a:lnTo>
                    <a:pt x="1848" y="322"/>
                  </a:lnTo>
                  <a:lnTo>
                    <a:pt x="1885" y="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6">
              <a:extLst>
                <a:ext uri="{FF2B5EF4-FFF2-40B4-BE49-F238E27FC236}">
                  <a16:creationId xmlns:a16="http://schemas.microsoft.com/office/drawing/2014/main" id="{465AB910-8E57-08B8-AAF5-D481C43B2740}"/>
                </a:ext>
              </a:extLst>
            </p:cNvPr>
            <p:cNvSpPr/>
            <p:nvPr/>
          </p:nvSpPr>
          <p:spPr>
            <a:xfrm>
              <a:off x="1125375" y="2910025"/>
              <a:ext cx="98400" cy="66400"/>
            </a:xfrm>
            <a:custGeom>
              <a:avLst/>
              <a:gdLst/>
              <a:ahLst/>
              <a:cxnLst/>
              <a:rect l="l" t="t" r="r" b="b"/>
              <a:pathLst>
                <a:path w="3936" h="2656" extrusionOk="0">
                  <a:moveTo>
                    <a:pt x="2517" y="1"/>
                  </a:moveTo>
                  <a:cubicBezTo>
                    <a:pt x="2208" y="1"/>
                    <a:pt x="1858" y="77"/>
                    <a:pt x="1475" y="285"/>
                  </a:cubicBezTo>
                  <a:cubicBezTo>
                    <a:pt x="0" y="1084"/>
                    <a:pt x="1651" y="1655"/>
                    <a:pt x="1651" y="1655"/>
                  </a:cubicBezTo>
                  <a:cubicBezTo>
                    <a:pt x="1651" y="1655"/>
                    <a:pt x="1366" y="1941"/>
                    <a:pt x="1932" y="2559"/>
                  </a:cubicBezTo>
                  <a:cubicBezTo>
                    <a:pt x="1993" y="2625"/>
                    <a:pt x="2064" y="2655"/>
                    <a:pt x="2143" y="2655"/>
                  </a:cubicBezTo>
                  <a:cubicBezTo>
                    <a:pt x="2792" y="2655"/>
                    <a:pt x="3936" y="627"/>
                    <a:pt x="3936" y="627"/>
                  </a:cubicBezTo>
                  <a:cubicBezTo>
                    <a:pt x="3936" y="627"/>
                    <a:pt x="3397" y="1"/>
                    <a:pt x="2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6">
              <a:extLst>
                <a:ext uri="{FF2B5EF4-FFF2-40B4-BE49-F238E27FC236}">
                  <a16:creationId xmlns:a16="http://schemas.microsoft.com/office/drawing/2014/main" id="{994873B0-5CED-7016-8D4A-18B3E865E186}"/>
                </a:ext>
              </a:extLst>
            </p:cNvPr>
            <p:cNvSpPr/>
            <p:nvPr/>
          </p:nvSpPr>
          <p:spPr>
            <a:xfrm>
              <a:off x="1145225" y="2908850"/>
              <a:ext cx="79850" cy="68775"/>
            </a:xfrm>
            <a:custGeom>
              <a:avLst/>
              <a:gdLst/>
              <a:ahLst/>
              <a:cxnLst/>
              <a:rect l="l" t="t" r="r" b="b"/>
              <a:pathLst>
                <a:path w="3194" h="2751" extrusionOk="0">
                  <a:moveTo>
                    <a:pt x="1730" y="91"/>
                  </a:moveTo>
                  <a:cubicBezTo>
                    <a:pt x="2480" y="91"/>
                    <a:pt x="2968" y="561"/>
                    <a:pt x="3079" y="679"/>
                  </a:cubicBezTo>
                  <a:cubicBezTo>
                    <a:pt x="2939" y="923"/>
                    <a:pt x="1958" y="2585"/>
                    <a:pt x="1382" y="2652"/>
                  </a:cubicBezTo>
                  <a:cubicBezTo>
                    <a:pt x="1371" y="2654"/>
                    <a:pt x="1361" y="2654"/>
                    <a:pt x="1350" y="2654"/>
                  </a:cubicBezTo>
                  <a:cubicBezTo>
                    <a:pt x="1279" y="2654"/>
                    <a:pt x="1215" y="2624"/>
                    <a:pt x="1174" y="2569"/>
                  </a:cubicBezTo>
                  <a:cubicBezTo>
                    <a:pt x="650" y="2003"/>
                    <a:pt x="888" y="1739"/>
                    <a:pt x="894" y="1733"/>
                  </a:cubicBezTo>
                  <a:cubicBezTo>
                    <a:pt x="904" y="1723"/>
                    <a:pt x="909" y="1707"/>
                    <a:pt x="909" y="1692"/>
                  </a:cubicBezTo>
                  <a:cubicBezTo>
                    <a:pt x="904" y="1671"/>
                    <a:pt x="894" y="1661"/>
                    <a:pt x="878" y="1655"/>
                  </a:cubicBezTo>
                  <a:cubicBezTo>
                    <a:pt x="868" y="1650"/>
                    <a:pt x="151" y="1401"/>
                    <a:pt x="120" y="1022"/>
                  </a:cubicBezTo>
                  <a:cubicBezTo>
                    <a:pt x="104" y="814"/>
                    <a:pt x="302" y="596"/>
                    <a:pt x="707" y="373"/>
                  </a:cubicBezTo>
                  <a:cubicBezTo>
                    <a:pt x="1085" y="168"/>
                    <a:pt x="1429" y="91"/>
                    <a:pt x="1730" y="91"/>
                  </a:cubicBezTo>
                  <a:close/>
                  <a:moveTo>
                    <a:pt x="1719" y="1"/>
                  </a:moveTo>
                  <a:cubicBezTo>
                    <a:pt x="1404" y="1"/>
                    <a:pt x="1048" y="79"/>
                    <a:pt x="660" y="290"/>
                  </a:cubicBezTo>
                  <a:cubicBezTo>
                    <a:pt x="219" y="529"/>
                    <a:pt x="1" y="778"/>
                    <a:pt x="21" y="1032"/>
                  </a:cubicBezTo>
                  <a:cubicBezTo>
                    <a:pt x="53" y="1406"/>
                    <a:pt x="598" y="1650"/>
                    <a:pt x="779" y="1723"/>
                  </a:cubicBezTo>
                  <a:cubicBezTo>
                    <a:pt x="717" y="1842"/>
                    <a:pt x="644" y="2143"/>
                    <a:pt x="1101" y="2637"/>
                  </a:cubicBezTo>
                  <a:cubicBezTo>
                    <a:pt x="1164" y="2709"/>
                    <a:pt x="1252" y="2751"/>
                    <a:pt x="1345" y="2751"/>
                  </a:cubicBezTo>
                  <a:cubicBezTo>
                    <a:pt x="1361" y="2751"/>
                    <a:pt x="1376" y="2751"/>
                    <a:pt x="1392" y="2746"/>
                  </a:cubicBezTo>
                  <a:cubicBezTo>
                    <a:pt x="2062" y="2673"/>
                    <a:pt x="3136" y="778"/>
                    <a:pt x="3183" y="695"/>
                  </a:cubicBezTo>
                  <a:cubicBezTo>
                    <a:pt x="3194" y="679"/>
                    <a:pt x="3188" y="659"/>
                    <a:pt x="3178" y="638"/>
                  </a:cubicBezTo>
                  <a:cubicBezTo>
                    <a:pt x="3170" y="630"/>
                    <a:pt x="2612" y="1"/>
                    <a:pt x="1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6">
              <a:extLst>
                <a:ext uri="{FF2B5EF4-FFF2-40B4-BE49-F238E27FC236}">
                  <a16:creationId xmlns:a16="http://schemas.microsoft.com/office/drawing/2014/main" id="{E9C27679-D969-1C42-9112-43BDA0341CAA}"/>
                </a:ext>
              </a:extLst>
            </p:cNvPr>
            <p:cNvSpPr/>
            <p:nvPr/>
          </p:nvSpPr>
          <p:spPr>
            <a:xfrm>
              <a:off x="1166650" y="2928425"/>
              <a:ext cx="37650" cy="23000"/>
            </a:xfrm>
            <a:custGeom>
              <a:avLst/>
              <a:gdLst/>
              <a:ahLst/>
              <a:cxnLst/>
              <a:rect l="l" t="t" r="r" b="b"/>
              <a:pathLst>
                <a:path w="1506" h="920" extrusionOk="0">
                  <a:moveTo>
                    <a:pt x="1506" y="0"/>
                  </a:moveTo>
                  <a:cubicBezTo>
                    <a:pt x="1506" y="0"/>
                    <a:pt x="561" y="218"/>
                    <a:pt x="0" y="919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6">
              <a:extLst>
                <a:ext uri="{FF2B5EF4-FFF2-40B4-BE49-F238E27FC236}">
                  <a16:creationId xmlns:a16="http://schemas.microsoft.com/office/drawing/2014/main" id="{BDB820AE-B6D7-A169-48B6-03B9BD5F6644}"/>
                </a:ext>
              </a:extLst>
            </p:cNvPr>
            <p:cNvSpPr/>
            <p:nvPr/>
          </p:nvSpPr>
          <p:spPr>
            <a:xfrm>
              <a:off x="1165725" y="2927250"/>
              <a:ext cx="38725" cy="24950"/>
            </a:xfrm>
            <a:custGeom>
              <a:avLst/>
              <a:gdLst/>
              <a:ahLst/>
              <a:cxnLst/>
              <a:rect l="l" t="t" r="r" b="b"/>
              <a:pathLst>
                <a:path w="1549" h="998" extrusionOk="0">
                  <a:moveTo>
                    <a:pt x="1527" y="1"/>
                  </a:moveTo>
                  <a:cubicBezTo>
                    <a:pt x="1491" y="11"/>
                    <a:pt x="562" y="229"/>
                    <a:pt x="1" y="935"/>
                  </a:cubicBezTo>
                  <a:lnTo>
                    <a:pt x="74" y="997"/>
                  </a:lnTo>
                  <a:cubicBezTo>
                    <a:pt x="619" y="317"/>
                    <a:pt x="1543" y="94"/>
                    <a:pt x="1548" y="94"/>
                  </a:cubicBezTo>
                  <a:lnTo>
                    <a:pt x="15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66">
              <a:extLst>
                <a:ext uri="{FF2B5EF4-FFF2-40B4-BE49-F238E27FC236}">
                  <a16:creationId xmlns:a16="http://schemas.microsoft.com/office/drawing/2014/main" id="{43B1A3F7-DFD5-9133-5640-B0AFC494B2AF}"/>
                </a:ext>
              </a:extLst>
            </p:cNvPr>
            <p:cNvSpPr/>
            <p:nvPr/>
          </p:nvSpPr>
          <p:spPr>
            <a:xfrm>
              <a:off x="1208575" y="2934025"/>
              <a:ext cx="102800" cy="46075"/>
            </a:xfrm>
            <a:custGeom>
              <a:avLst/>
              <a:gdLst/>
              <a:ahLst/>
              <a:cxnLst/>
              <a:rect l="l" t="t" r="r" b="b"/>
              <a:pathLst>
                <a:path w="4112" h="1843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9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9"/>
                    <a:pt x="3017" y="1329"/>
                  </a:cubicBezTo>
                  <a:cubicBezTo>
                    <a:pt x="3598" y="1329"/>
                    <a:pt x="4112" y="1843"/>
                    <a:pt x="4112" y="1843"/>
                  </a:cubicBezTo>
                  <a:cubicBezTo>
                    <a:pt x="3987" y="789"/>
                    <a:pt x="3053" y="654"/>
                    <a:pt x="3053" y="654"/>
                  </a:cubicBezTo>
                  <a:cubicBezTo>
                    <a:pt x="2882" y="477"/>
                    <a:pt x="2612" y="327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6">
              <a:extLst>
                <a:ext uri="{FF2B5EF4-FFF2-40B4-BE49-F238E27FC236}">
                  <a16:creationId xmlns:a16="http://schemas.microsoft.com/office/drawing/2014/main" id="{F0952F37-56D0-8A44-4754-AC33E9FAE4CC}"/>
                </a:ext>
              </a:extLst>
            </p:cNvPr>
            <p:cNvSpPr/>
            <p:nvPr/>
          </p:nvSpPr>
          <p:spPr>
            <a:xfrm>
              <a:off x="1210000" y="2932850"/>
              <a:ext cx="102675" cy="48425"/>
            </a:xfrm>
            <a:custGeom>
              <a:avLst/>
              <a:gdLst/>
              <a:ahLst/>
              <a:cxnLst/>
              <a:rect l="l" t="t" r="r" b="b"/>
              <a:pathLst>
                <a:path w="4107" h="1937" extrusionOk="0">
                  <a:moveTo>
                    <a:pt x="1355" y="97"/>
                  </a:moveTo>
                  <a:cubicBezTo>
                    <a:pt x="1665" y="97"/>
                    <a:pt x="1983" y="165"/>
                    <a:pt x="2274" y="301"/>
                  </a:cubicBezTo>
                  <a:cubicBezTo>
                    <a:pt x="2586" y="441"/>
                    <a:pt x="2819" y="586"/>
                    <a:pt x="2960" y="737"/>
                  </a:cubicBezTo>
                  <a:cubicBezTo>
                    <a:pt x="2965" y="742"/>
                    <a:pt x="2975" y="747"/>
                    <a:pt x="2986" y="747"/>
                  </a:cubicBezTo>
                  <a:cubicBezTo>
                    <a:pt x="3494" y="851"/>
                    <a:pt x="3889" y="1251"/>
                    <a:pt x="3988" y="1760"/>
                  </a:cubicBezTo>
                  <a:cubicBezTo>
                    <a:pt x="3806" y="1609"/>
                    <a:pt x="3406" y="1324"/>
                    <a:pt x="2960" y="1324"/>
                  </a:cubicBezTo>
                  <a:cubicBezTo>
                    <a:pt x="2736" y="1339"/>
                    <a:pt x="2508" y="1376"/>
                    <a:pt x="2290" y="1427"/>
                  </a:cubicBezTo>
                  <a:cubicBezTo>
                    <a:pt x="1941" y="1497"/>
                    <a:pt x="1548" y="1576"/>
                    <a:pt x="1198" y="1576"/>
                  </a:cubicBezTo>
                  <a:cubicBezTo>
                    <a:pt x="866" y="1576"/>
                    <a:pt x="572" y="1505"/>
                    <a:pt x="390" y="1287"/>
                  </a:cubicBezTo>
                  <a:cubicBezTo>
                    <a:pt x="187" y="1048"/>
                    <a:pt x="104" y="836"/>
                    <a:pt x="151" y="659"/>
                  </a:cubicBezTo>
                  <a:cubicBezTo>
                    <a:pt x="198" y="477"/>
                    <a:pt x="374" y="332"/>
                    <a:pt x="675" y="218"/>
                  </a:cubicBezTo>
                  <a:cubicBezTo>
                    <a:pt x="887" y="137"/>
                    <a:pt x="1118" y="97"/>
                    <a:pt x="1355" y="97"/>
                  </a:cubicBezTo>
                  <a:close/>
                  <a:moveTo>
                    <a:pt x="1359" y="1"/>
                  </a:moveTo>
                  <a:cubicBezTo>
                    <a:pt x="1109" y="1"/>
                    <a:pt x="863" y="44"/>
                    <a:pt x="639" y="130"/>
                  </a:cubicBezTo>
                  <a:cubicBezTo>
                    <a:pt x="307" y="254"/>
                    <a:pt x="115" y="425"/>
                    <a:pt x="57" y="633"/>
                  </a:cubicBezTo>
                  <a:cubicBezTo>
                    <a:pt x="0" y="841"/>
                    <a:pt x="89" y="1085"/>
                    <a:pt x="317" y="1350"/>
                  </a:cubicBezTo>
                  <a:cubicBezTo>
                    <a:pt x="521" y="1593"/>
                    <a:pt x="841" y="1671"/>
                    <a:pt x="1198" y="1671"/>
                  </a:cubicBezTo>
                  <a:cubicBezTo>
                    <a:pt x="1558" y="1671"/>
                    <a:pt x="1956" y="1591"/>
                    <a:pt x="2311" y="1521"/>
                  </a:cubicBezTo>
                  <a:cubicBezTo>
                    <a:pt x="2523" y="1469"/>
                    <a:pt x="2741" y="1438"/>
                    <a:pt x="2960" y="1422"/>
                  </a:cubicBezTo>
                  <a:cubicBezTo>
                    <a:pt x="3515" y="1422"/>
                    <a:pt x="4019" y="1915"/>
                    <a:pt x="4024" y="1921"/>
                  </a:cubicBezTo>
                  <a:cubicBezTo>
                    <a:pt x="4029" y="1931"/>
                    <a:pt x="4045" y="1936"/>
                    <a:pt x="4055" y="1936"/>
                  </a:cubicBezTo>
                  <a:cubicBezTo>
                    <a:pt x="4065" y="1936"/>
                    <a:pt x="4071" y="1936"/>
                    <a:pt x="4081" y="1931"/>
                  </a:cubicBezTo>
                  <a:cubicBezTo>
                    <a:pt x="4097" y="1921"/>
                    <a:pt x="4107" y="1900"/>
                    <a:pt x="4107" y="1879"/>
                  </a:cubicBezTo>
                  <a:cubicBezTo>
                    <a:pt x="3982" y="882"/>
                    <a:pt x="3146" y="680"/>
                    <a:pt x="3017" y="654"/>
                  </a:cubicBezTo>
                  <a:cubicBezTo>
                    <a:pt x="2866" y="503"/>
                    <a:pt x="2632" y="353"/>
                    <a:pt x="2316" y="213"/>
                  </a:cubicBezTo>
                  <a:cubicBezTo>
                    <a:pt x="2014" y="72"/>
                    <a:pt x="1683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6">
              <a:extLst>
                <a:ext uri="{FF2B5EF4-FFF2-40B4-BE49-F238E27FC236}">
                  <a16:creationId xmlns:a16="http://schemas.microsoft.com/office/drawing/2014/main" id="{340C6C14-8731-25DB-D27C-22E4F53B0A07}"/>
                </a:ext>
              </a:extLst>
            </p:cNvPr>
            <p:cNvSpPr/>
            <p:nvPr/>
          </p:nvSpPr>
          <p:spPr>
            <a:xfrm>
              <a:off x="1238150" y="2946325"/>
              <a:ext cx="46750" cy="6125"/>
            </a:xfrm>
            <a:custGeom>
              <a:avLst/>
              <a:gdLst/>
              <a:ahLst/>
              <a:cxnLst/>
              <a:rect l="l" t="t" r="r" b="b"/>
              <a:pathLst>
                <a:path w="1870" h="245" extrusionOk="0">
                  <a:moveTo>
                    <a:pt x="859" y="1"/>
                  </a:moveTo>
                  <a:cubicBezTo>
                    <a:pt x="227" y="1"/>
                    <a:pt x="1" y="245"/>
                    <a:pt x="1" y="245"/>
                  </a:cubicBezTo>
                  <a:lnTo>
                    <a:pt x="1870" y="162"/>
                  </a:lnTo>
                  <a:cubicBezTo>
                    <a:pt x="1454" y="43"/>
                    <a:pt x="1122" y="1"/>
                    <a:pt x="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66">
              <a:extLst>
                <a:ext uri="{FF2B5EF4-FFF2-40B4-BE49-F238E27FC236}">
                  <a16:creationId xmlns:a16="http://schemas.microsoft.com/office/drawing/2014/main" id="{2994E921-32DA-7DA4-C599-B5F4BBB2ECC3}"/>
                </a:ext>
              </a:extLst>
            </p:cNvPr>
            <p:cNvSpPr/>
            <p:nvPr/>
          </p:nvSpPr>
          <p:spPr>
            <a:xfrm>
              <a:off x="1237250" y="2945150"/>
              <a:ext cx="47925" cy="8075"/>
            </a:xfrm>
            <a:custGeom>
              <a:avLst/>
              <a:gdLst/>
              <a:ahLst/>
              <a:cxnLst/>
              <a:rect l="l" t="t" r="r" b="b"/>
              <a:pathLst>
                <a:path w="1917" h="323" extrusionOk="0">
                  <a:moveTo>
                    <a:pt x="893" y="1"/>
                  </a:moveTo>
                  <a:cubicBezTo>
                    <a:pt x="252" y="1"/>
                    <a:pt x="15" y="244"/>
                    <a:pt x="1" y="255"/>
                  </a:cubicBezTo>
                  <a:lnTo>
                    <a:pt x="73" y="323"/>
                  </a:lnTo>
                  <a:cubicBezTo>
                    <a:pt x="77" y="319"/>
                    <a:pt x="296" y="97"/>
                    <a:pt x="895" y="97"/>
                  </a:cubicBezTo>
                  <a:cubicBezTo>
                    <a:pt x="1152" y="97"/>
                    <a:pt x="1480" y="138"/>
                    <a:pt x="1890" y="255"/>
                  </a:cubicBezTo>
                  <a:lnTo>
                    <a:pt x="1916" y="162"/>
                  </a:lnTo>
                  <a:cubicBezTo>
                    <a:pt x="1496" y="43"/>
                    <a:pt x="1160" y="1"/>
                    <a:pt x="8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66">
              <a:extLst>
                <a:ext uri="{FF2B5EF4-FFF2-40B4-BE49-F238E27FC236}">
                  <a16:creationId xmlns:a16="http://schemas.microsoft.com/office/drawing/2014/main" id="{CC943311-28C3-084E-3A71-DA1A54A7BAD1}"/>
                </a:ext>
              </a:extLst>
            </p:cNvPr>
            <p:cNvSpPr/>
            <p:nvPr/>
          </p:nvSpPr>
          <p:spPr>
            <a:xfrm>
              <a:off x="1274250" y="2896000"/>
              <a:ext cx="102800" cy="45950"/>
            </a:xfrm>
            <a:custGeom>
              <a:avLst/>
              <a:gdLst/>
              <a:ahLst/>
              <a:cxnLst/>
              <a:rect l="l" t="t" r="r" b="b"/>
              <a:pathLst>
                <a:path w="4112" h="1838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8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8"/>
                    <a:pt x="3017" y="1328"/>
                  </a:cubicBezTo>
                  <a:cubicBezTo>
                    <a:pt x="3598" y="1328"/>
                    <a:pt x="4112" y="1837"/>
                    <a:pt x="4112" y="1837"/>
                  </a:cubicBezTo>
                  <a:cubicBezTo>
                    <a:pt x="3982" y="788"/>
                    <a:pt x="3053" y="653"/>
                    <a:pt x="3053" y="653"/>
                  </a:cubicBezTo>
                  <a:cubicBezTo>
                    <a:pt x="2882" y="477"/>
                    <a:pt x="2612" y="326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6">
              <a:extLst>
                <a:ext uri="{FF2B5EF4-FFF2-40B4-BE49-F238E27FC236}">
                  <a16:creationId xmlns:a16="http://schemas.microsoft.com/office/drawing/2014/main" id="{06845F16-BC83-5B7C-BBB9-7E2C211D8E3A}"/>
                </a:ext>
              </a:extLst>
            </p:cNvPr>
            <p:cNvSpPr/>
            <p:nvPr/>
          </p:nvSpPr>
          <p:spPr>
            <a:xfrm>
              <a:off x="1275675" y="2894800"/>
              <a:ext cx="102675" cy="48300"/>
            </a:xfrm>
            <a:custGeom>
              <a:avLst/>
              <a:gdLst/>
              <a:ahLst/>
              <a:cxnLst/>
              <a:rect l="l" t="t" r="r" b="b"/>
              <a:pathLst>
                <a:path w="4107" h="1932" extrusionOk="0">
                  <a:moveTo>
                    <a:pt x="1359" y="97"/>
                  </a:moveTo>
                  <a:cubicBezTo>
                    <a:pt x="1667" y="97"/>
                    <a:pt x="1984" y="165"/>
                    <a:pt x="2274" y="297"/>
                  </a:cubicBezTo>
                  <a:cubicBezTo>
                    <a:pt x="2586" y="442"/>
                    <a:pt x="2819" y="587"/>
                    <a:pt x="2960" y="733"/>
                  </a:cubicBezTo>
                  <a:cubicBezTo>
                    <a:pt x="2965" y="743"/>
                    <a:pt x="2975" y="748"/>
                    <a:pt x="2985" y="748"/>
                  </a:cubicBezTo>
                  <a:cubicBezTo>
                    <a:pt x="3494" y="847"/>
                    <a:pt x="3889" y="1247"/>
                    <a:pt x="3987" y="1755"/>
                  </a:cubicBezTo>
                  <a:cubicBezTo>
                    <a:pt x="3806" y="1605"/>
                    <a:pt x="3406" y="1324"/>
                    <a:pt x="2960" y="1324"/>
                  </a:cubicBezTo>
                  <a:cubicBezTo>
                    <a:pt x="2736" y="1340"/>
                    <a:pt x="2508" y="1371"/>
                    <a:pt x="2290" y="1423"/>
                  </a:cubicBezTo>
                  <a:cubicBezTo>
                    <a:pt x="1941" y="1495"/>
                    <a:pt x="1548" y="1574"/>
                    <a:pt x="1198" y="1574"/>
                  </a:cubicBezTo>
                  <a:cubicBezTo>
                    <a:pt x="866" y="1574"/>
                    <a:pt x="572" y="1503"/>
                    <a:pt x="390" y="1288"/>
                  </a:cubicBezTo>
                  <a:cubicBezTo>
                    <a:pt x="187" y="1044"/>
                    <a:pt x="104" y="836"/>
                    <a:pt x="151" y="655"/>
                  </a:cubicBezTo>
                  <a:cubicBezTo>
                    <a:pt x="198" y="478"/>
                    <a:pt x="374" y="333"/>
                    <a:pt x="675" y="219"/>
                  </a:cubicBezTo>
                  <a:cubicBezTo>
                    <a:pt x="888" y="137"/>
                    <a:pt x="1121" y="97"/>
                    <a:pt x="1359" y="97"/>
                  </a:cubicBezTo>
                  <a:close/>
                  <a:moveTo>
                    <a:pt x="1355" y="0"/>
                  </a:moveTo>
                  <a:cubicBezTo>
                    <a:pt x="1106" y="0"/>
                    <a:pt x="862" y="42"/>
                    <a:pt x="639" y="125"/>
                  </a:cubicBezTo>
                  <a:cubicBezTo>
                    <a:pt x="307" y="250"/>
                    <a:pt x="109" y="421"/>
                    <a:pt x="57" y="634"/>
                  </a:cubicBezTo>
                  <a:cubicBezTo>
                    <a:pt x="0" y="842"/>
                    <a:pt x="89" y="1080"/>
                    <a:pt x="317" y="1350"/>
                  </a:cubicBezTo>
                  <a:cubicBezTo>
                    <a:pt x="521" y="1593"/>
                    <a:pt x="841" y="1672"/>
                    <a:pt x="1198" y="1672"/>
                  </a:cubicBezTo>
                  <a:cubicBezTo>
                    <a:pt x="1558" y="1672"/>
                    <a:pt x="1956" y="1592"/>
                    <a:pt x="2311" y="1522"/>
                  </a:cubicBezTo>
                  <a:cubicBezTo>
                    <a:pt x="2523" y="1470"/>
                    <a:pt x="2741" y="1439"/>
                    <a:pt x="2960" y="1423"/>
                  </a:cubicBezTo>
                  <a:cubicBezTo>
                    <a:pt x="3515" y="1423"/>
                    <a:pt x="4019" y="1916"/>
                    <a:pt x="4024" y="1922"/>
                  </a:cubicBezTo>
                  <a:cubicBezTo>
                    <a:pt x="4029" y="1927"/>
                    <a:pt x="4045" y="1932"/>
                    <a:pt x="4055" y="1932"/>
                  </a:cubicBezTo>
                  <a:cubicBezTo>
                    <a:pt x="4065" y="1932"/>
                    <a:pt x="4071" y="1932"/>
                    <a:pt x="4076" y="1927"/>
                  </a:cubicBezTo>
                  <a:cubicBezTo>
                    <a:pt x="4097" y="1922"/>
                    <a:pt x="4107" y="1901"/>
                    <a:pt x="4107" y="1880"/>
                  </a:cubicBezTo>
                  <a:cubicBezTo>
                    <a:pt x="3982" y="883"/>
                    <a:pt x="3146" y="681"/>
                    <a:pt x="3017" y="655"/>
                  </a:cubicBezTo>
                  <a:cubicBezTo>
                    <a:pt x="2866" y="504"/>
                    <a:pt x="2632" y="354"/>
                    <a:pt x="2316" y="208"/>
                  </a:cubicBezTo>
                  <a:cubicBezTo>
                    <a:pt x="2011" y="70"/>
                    <a:pt x="1679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6">
              <a:extLst>
                <a:ext uri="{FF2B5EF4-FFF2-40B4-BE49-F238E27FC236}">
                  <a16:creationId xmlns:a16="http://schemas.microsoft.com/office/drawing/2014/main" id="{69FA90A8-630D-EE2E-6F8B-4E4CA22035B1}"/>
                </a:ext>
              </a:extLst>
            </p:cNvPr>
            <p:cNvSpPr/>
            <p:nvPr/>
          </p:nvSpPr>
          <p:spPr>
            <a:xfrm>
              <a:off x="1303825" y="2908275"/>
              <a:ext cx="46750" cy="6025"/>
            </a:xfrm>
            <a:custGeom>
              <a:avLst/>
              <a:gdLst/>
              <a:ahLst/>
              <a:cxnLst/>
              <a:rect l="l" t="t" r="r" b="b"/>
              <a:pathLst>
                <a:path w="1870" h="241" extrusionOk="0">
                  <a:moveTo>
                    <a:pt x="853" y="1"/>
                  </a:moveTo>
                  <a:cubicBezTo>
                    <a:pt x="225" y="1"/>
                    <a:pt x="1" y="240"/>
                    <a:pt x="1" y="240"/>
                  </a:cubicBezTo>
                  <a:lnTo>
                    <a:pt x="1870" y="162"/>
                  </a:lnTo>
                  <a:cubicBezTo>
                    <a:pt x="1451" y="43"/>
                    <a:pt x="1117" y="1"/>
                    <a:pt x="8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6">
              <a:extLst>
                <a:ext uri="{FF2B5EF4-FFF2-40B4-BE49-F238E27FC236}">
                  <a16:creationId xmlns:a16="http://schemas.microsoft.com/office/drawing/2014/main" id="{831DE3B5-F7CF-018E-2D08-368D08F1D950}"/>
                </a:ext>
              </a:extLst>
            </p:cNvPr>
            <p:cNvSpPr/>
            <p:nvPr/>
          </p:nvSpPr>
          <p:spPr>
            <a:xfrm>
              <a:off x="1302925" y="2907050"/>
              <a:ext cx="47925" cy="8150"/>
            </a:xfrm>
            <a:custGeom>
              <a:avLst/>
              <a:gdLst/>
              <a:ahLst/>
              <a:cxnLst/>
              <a:rect l="l" t="t" r="r" b="b"/>
              <a:pathLst>
                <a:path w="1917" h="326" extrusionOk="0">
                  <a:moveTo>
                    <a:pt x="887" y="0"/>
                  </a:moveTo>
                  <a:cubicBezTo>
                    <a:pt x="251" y="0"/>
                    <a:pt x="15" y="244"/>
                    <a:pt x="1" y="258"/>
                  </a:cubicBezTo>
                  <a:lnTo>
                    <a:pt x="73" y="326"/>
                  </a:lnTo>
                  <a:cubicBezTo>
                    <a:pt x="77" y="322"/>
                    <a:pt x="296" y="100"/>
                    <a:pt x="895" y="100"/>
                  </a:cubicBezTo>
                  <a:cubicBezTo>
                    <a:pt x="1152" y="100"/>
                    <a:pt x="1480" y="141"/>
                    <a:pt x="1890" y="258"/>
                  </a:cubicBezTo>
                  <a:lnTo>
                    <a:pt x="1916" y="165"/>
                  </a:lnTo>
                  <a:cubicBezTo>
                    <a:pt x="1493" y="43"/>
                    <a:pt x="1155" y="0"/>
                    <a:pt x="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6">
              <a:extLst>
                <a:ext uri="{FF2B5EF4-FFF2-40B4-BE49-F238E27FC236}">
                  <a16:creationId xmlns:a16="http://schemas.microsoft.com/office/drawing/2014/main" id="{F23181A7-011A-9C83-537F-0AD996F39434}"/>
                </a:ext>
              </a:extLst>
            </p:cNvPr>
            <p:cNvSpPr/>
            <p:nvPr/>
          </p:nvSpPr>
          <p:spPr>
            <a:xfrm>
              <a:off x="1132000" y="2880975"/>
              <a:ext cx="75025" cy="45575"/>
            </a:xfrm>
            <a:custGeom>
              <a:avLst/>
              <a:gdLst/>
              <a:ahLst/>
              <a:cxnLst/>
              <a:rect l="l" t="t" r="r" b="b"/>
              <a:pathLst>
                <a:path w="3001" h="1823" extrusionOk="0">
                  <a:moveTo>
                    <a:pt x="2035" y="1"/>
                  </a:moveTo>
                  <a:cubicBezTo>
                    <a:pt x="1791" y="1"/>
                    <a:pt x="1651" y="92"/>
                    <a:pt x="1651" y="92"/>
                  </a:cubicBezTo>
                  <a:cubicBezTo>
                    <a:pt x="1562" y="77"/>
                    <a:pt x="1473" y="70"/>
                    <a:pt x="1383" y="70"/>
                  </a:cubicBezTo>
                  <a:cubicBezTo>
                    <a:pt x="1253" y="70"/>
                    <a:pt x="1123" y="85"/>
                    <a:pt x="997" y="112"/>
                  </a:cubicBezTo>
                  <a:cubicBezTo>
                    <a:pt x="592" y="190"/>
                    <a:pt x="260" y="450"/>
                    <a:pt x="145" y="839"/>
                  </a:cubicBezTo>
                  <a:cubicBezTo>
                    <a:pt x="0" y="1348"/>
                    <a:pt x="270" y="1654"/>
                    <a:pt x="810" y="1800"/>
                  </a:cubicBezTo>
                  <a:cubicBezTo>
                    <a:pt x="867" y="1815"/>
                    <a:pt x="922" y="1823"/>
                    <a:pt x="974" y="1823"/>
                  </a:cubicBezTo>
                  <a:cubicBezTo>
                    <a:pt x="1579" y="1823"/>
                    <a:pt x="1850" y="843"/>
                    <a:pt x="2108" y="585"/>
                  </a:cubicBezTo>
                  <a:cubicBezTo>
                    <a:pt x="2261" y="434"/>
                    <a:pt x="2513" y="400"/>
                    <a:pt x="2711" y="400"/>
                  </a:cubicBezTo>
                  <a:cubicBezTo>
                    <a:pt x="2875" y="400"/>
                    <a:pt x="3001" y="424"/>
                    <a:pt x="3001" y="424"/>
                  </a:cubicBezTo>
                  <a:cubicBezTo>
                    <a:pt x="2605" y="86"/>
                    <a:pt x="2271" y="1"/>
                    <a:pt x="20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6">
              <a:extLst>
                <a:ext uri="{FF2B5EF4-FFF2-40B4-BE49-F238E27FC236}">
                  <a16:creationId xmlns:a16="http://schemas.microsoft.com/office/drawing/2014/main" id="{06F1745A-921E-C44D-4957-0B4A0702D4C0}"/>
                </a:ext>
              </a:extLst>
            </p:cNvPr>
            <p:cNvSpPr/>
            <p:nvPr/>
          </p:nvSpPr>
          <p:spPr>
            <a:xfrm>
              <a:off x="1132900" y="2879750"/>
              <a:ext cx="75425" cy="48050"/>
            </a:xfrm>
            <a:custGeom>
              <a:avLst/>
              <a:gdLst/>
              <a:ahLst/>
              <a:cxnLst/>
              <a:rect l="l" t="t" r="r" b="b"/>
              <a:pathLst>
                <a:path w="3017" h="1922" extrusionOk="0">
                  <a:moveTo>
                    <a:pt x="1999" y="107"/>
                  </a:moveTo>
                  <a:cubicBezTo>
                    <a:pt x="2199" y="107"/>
                    <a:pt x="2473" y="171"/>
                    <a:pt x="2799" y="411"/>
                  </a:cubicBezTo>
                  <a:cubicBezTo>
                    <a:pt x="2760" y="408"/>
                    <a:pt x="2716" y="406"/>
                    <a:pt x="2669" y="406"/>
                  </a:cubicBezTo>
                  <a:cubicBezTo>
                    <a:pt x="2466" y="406"/>
                    <a:pt x="2205" y="443"/>
                    <a:pt x="2041" y="608"/>
                  </a:cubicBezTo>
                  <a:cubicBezTo>
                    <a:pt x="1937" y="727"/>
                    <a:pt x="1849" y="862"/>
                    <a:pt x="1781" y="1008"/>
                  </a:cubicBezTo>
                  <a:cubicBezTo>
                    <a:pt x="1577" y="1374"/>
                    <a:pt x="1327" y="1827"/>
                    <a:pt x="936" y="1827"/>
                  </a:cubicBezTo>
                  <a:cubicBezTo>
                    <a:pt x="889" y="1827"/>
                    <a:pt x="841" y="1821"/>
                    <a:pt x="790" y="1807"/>
                  </a:cubicBezTo>
                  <a:cubicBezTo>
                    <a:pt x="488" y="1724"/>
                    <a:pt x="286" y="1594"/>
                    <a:pt x="193" y="1423"/>
                  </a:cubicBezTo>
                  <a:cubicBezTo>
                    <a:pt x="109" y="1278"/>
                    <a:pt x="99" y="1106"/>
                    <a:pt x="161" y="904"/>
                  </a:cubicBezTo>
                  <a:cubicBezTo>
                    <a:pt x="260" y="546"/>
                    <a:pt x="566" y="286"/>
                    <a:pt x="971" y="208"/>
                  </a:cubicBezTo>
                  <a:cubicBezTo>
                    <a:pt x="1101" y="182"/>
                    <a:pt x="1231" y="172"/>
                    <a:pt x="1366" y="167"/>
                  </a:cubicBezTo>
                  <a:cubicBezTo>
                    <a:pt x="1444" y="167"/>
                    <a:pt x="1527" y="177"/>
                    <a:pt x="1605" y="198"/>
                  </a:cubicBezTo>
                  <a:cubicBezTo>
                    <a:pt x="1615" y="198"/>
                    <a:pt x="1631" y="198"/>
                    <a:pt x="1641" y="187"/>
                  </a:cubicBezTo>
                  <a:cubicBezTo>
                    <a:pt x="1644" y="187"/>
                    <a:pt x="1774" y="107"/>
                    <a:pt x="1999" y="107"/>
                  </a:cubicBezTo>
                  <a:close/>
                  <a:moveTo>
                    <a:pt x="1998" y="1"/>
                  </a:moveTo>
                  <a:cubicBezTo>
                    <a:pt x="1790" y="1"/>
                    <a:pt x="1652" y="65"/>
                    <a:pt x="1605" y="94"/>
                  </a:cubicBezTo>
                  <a:cubicBezTo>
                    <a:pt x="1516" y="79"/>
                    <a:pt x="1426" y="72"/>
                    <a:pt x="1337" y="72"/>
                  </a:cubicBezTo>
                  <a:cubicBezTo>
                    <a:pt x="1206" y="72"/>
                    <a:pt x="1077" y="87"/>
                    <a:pt x="951" y="115"/>
                  </a:cubicBezTo>
                  <a:cubicBezTo>
                    <a:pt x="509" y="198"/>
                    <a:pt x="177" y="488"/>
                    <a:pt x="68" y="878"/>
                  </a:cubicBezTo>
                  <a:cubicBezTo>
                    <a:pt x="0" y="1101"/>
                    <a:pt x="11" y="1303"/>
                    <a:pt x="104" y="1464"/>
                  </a:cubicBezTo>
                  <a:cubicBezTo>
                    <a:pt x="218" y="1662"/>
                    <a:pt x="437" y="1807"/>
                    <a:pt x="764" y="1895"/>
                  </a:cubicBezTo>
                  <a:cubicBezTo>
                    <a:pt x="821" y="1911"/>
                    <a:pt x="878" y="1921"/>
                    <a:pt x="940" y="1921"/>
                  </a:cubicBezTo>
                  <a:cubicBezTo>
                    <a:pt x="1387" y="1921"/>
                    <a:pt x="1662" y="1423"/>
                    <a:pt x="1869" y="1049"/>
                  </a:cubicBezTo>
                  <a:cubicBezTo>
                    <a:pt x="1932" y="914"/>
                    <a:pt x="2015" y="784"/>
                    <a:pt x="2108" y="670"/>
                  </a:cubicBezTo>
                  <a:cubicBezTo>
                    <a:pt x="2248" y="530"/>
                    <a:pt x="2489" y="499"/>
                    <a:pt x="2678" y="499"/>
                  </a:cubicBezTo>
                  <a:cubicBezTo>
                    <a:pt x="2832" y="499"/>
                    <a:pt x="2952" y="520"/>
                    <a:pt x="2955" y="520"/>
                  </a:cubicBezTo>
                  <a:cubicBezTo>
                    <a:pt x="2958" y="520"/>
                    <a:pt x="2962" y="521"/>
                    <a:pt x="2965" y="521"/>
                  </a:cubicBezTo>
                  <a:cubicBezTo>
                    <a:pt x="2982" y="521"/>
                    <a:pt x="2998" y="511"/>
                    <a:pt x="3006" y="494"/>
                  </a:cubicBezTo>
                  <a:cubicBezTo>
                    <a:pt x="3017" y="473"/>
                    <a:pt x="3012" y="452"/>
                    <a:pt x="2991" y="436"/>
                  </a:cubicBezTo>
                  <a:cubicBezTo>
                    <a:pt x="2586" y="91"/>
                    <a:pt x="2244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6">
              <a:extLst>
                <a:ext uri="{FF2B5EF4-FFF2-40B4-BE49-F238E27FC236}">
                  <a16:creationId xmlns:a16="http://schemas.microsoft.com/office/drawing/2014/main" id="{79777BC1-96AA-3904-ED57-9502007A3698}"/>
                </a:ext>
              </a:extLst>
            </p:cNvPr>
            <p:cNvSpPr/>
            <p:nvPr/>
          </p:nvSpPr>
          <p:spPr>
            <a:xfrm>
              <a:off x="1147825" y="2882225"/>
              <a:ext cx="25850" cy="25200"/>
            </a:xfrm>
            <a:custGeom>
              <a:avLst/>
              <a:gdLst/>
              <a:ahLst/>
              <a:cxnLst/>
              <a:rect l="l" t="t" r="r" b="b"/>
              <a:pathLst>
                <a:path w="1034" h="1008" extrusionOk="0">
                  <a:moveTo>
                    <a:pt x="997" y="0"/>
                  </a:moveTo>
                  <a:cubicBezTo>
                    <a:pt x="0" y="405"/>
                    <a:pt x="120" y="981"/>
                    <a:pt x="125" y="1007"/>
                  </a:cubicBezTo>
                  <a:lnTo>
                    <a:pt x="219" y="986"/>
                  </a:lnTo>
                  <a:cubicBezTo>
                    <a:pt x="213" y="966"/>
                    <a:pt x="120" y="462"/>
                    <a:pt x="1034" y="88"/>
                  </a:cubicBezTo>
                  <a:lnTo>
                    <a:pt x="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6">
              <a:extLst>
                <a:ext uri="{FF2B5EF4-FFF2-40B4-BE49-F238E27FC236}">
                  <a16:creationId xmlns:a16="http://schemas.microsoft.com/office/drawing/2014/main" id="{9148F15F-E000-2D4E-72A9-6053C637AABC}"/>
                </a:ext>
              </a:extLst>
            </p:cNvPr>
            <p:cNvSpPr/>
            <p:nvPr/>
          </p:nvSpPr>
          <p:spPr>
            <a:xfrm>
              <a:off x="1115125" y="2922325"/>
              <a:ext cx="29750" cy="55575"/>
            </a:xfrm>
            <a:custGeom>
              <a:avLst/>
              <a:gdLst/>
              <a:ahLst/>
              <a:cxnLst/>
              <a:rect l="l" t="t" r="r" b="b"/>
              <a:pathLst>
                <a:path w="1190" h="2223" extrusionOk="0">
                  <a:moveTo>
                    <a:pt x="1132" y="0"/>
                  </a:moveTo>
                  <a:cubicBezTo>
                    <a:pt x="1122" y="11"/>
                    <a:pt x="0" y="826"/>
                    <a:pt x="795" y="2222"/>
                  </a:cubicBezTo>
                  <a:lnTo>
                    <a:pt x="883" y="2176"/>
                  </a:lnTo>
                  <a:cubicBezTo>
                    <a:pt x="130" y="857"/>
                    <a:pt x="1148" y="114"/>
                    <a:pt x="1189" y="83"/>
                  </a:cubicBezTo>
                  <a:lnTo>
                    <a:pt x="11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6">
              <a:extLst>
                <a:ext uri="{FF2B5EF4-FFF2-40B4-BE49-F238E27FC236}">
                  <a16:creationId xmlns:a16="http://schemas.microsoft.com/office/drawing/2014/main" id="{411096F0-FCF9-F565-D779-D2CA95B44256}"/>
                </a:ext>
              </a:extLst>
            </p:cNvPr>
            <p:cNvSpPr/>
            <p:nvPr/>
          </p:nvSpPr>
          <p:spPr>
            <a:xfrm>
              <a:off x="1007775" y="2898000"/>
              <a:ext cx="76350" cy="52750"/>
            </a:xfrm>
            <a:custGeom>
              <a:avLst/>
              <a:gdLst/>
              <a:ahLst/>
              <a:cxnLst/>
              <a:rect l="l" t="t" r="r" b="b"/>
              <a:pathLst>
                <a:path w="3054" h="2110" extrusionOk="0">
                  <a:moveTo>
                    <a:pt x="1660" y="1"/>
                  </a:moveTo>
                  <a:cubicBezTo>
                    <a:pt x="1523" y="1"/>
                    <a:pt x="1348" y="56"/>
                    <a:pt x="1127" y="194"/>
                  </a:cubicBezTo>
                  <a:cubicBezTo>
                    <a:pt x="1" y="895"/>
                    <a:pt x="608" y="2105"/>
                    <a:pt x="608" y="2105"/>
                  </a:cubicBezTo>
                  <a:cubicBezTo>
                    <a:pt x="608" y="2105"/>
                    <a:pt x="725" y="2109"/>
                    <a:pt x="905" y="2109"/>
                  </a:cubicBezTo>
                  <a:cubicBezTo>
                    <a:pt x="1560" y="2109"/>
                    <a:pt x="3054" y="2052"/>
                    <a:pt x="2809" y="1518"/>
                  </a:cubicBezTo>
                  <a:cubicBezTo>
                    <a:pt x="2552" y="970"/>
                    <a:pt x="2291" y="919"/>
                    <a:pt x="2203" y="919"/>
                  </a:cubicBezTo>
                  <a:cubicBezTo>
                    <a:pt x="2182" y="919"/>
                    <a:pt x="2171" y="921"/>
                    <a:pt x="2171" y="921"/>
                  </a:cubicBezTo>
                  <a:cubicBezTo>
                    <a:pt x="2171" y="921"/>
                    <a:pt x="2221" y="1"/>
                    <a:pt x="16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6">
              <a:extLst>
                <a:ext uri="{FF2B5EF4-FFF2-40B4-BE49-F238E27FC236}">
                  <a16:creationId xmlns:a16="http://schemas.microsoft.com/office/drawing/2014/main" id="{7DD5A139-3250-7A09-E26C-66D76AA0C8E6}"/>
                </a:ext>
              </a:extLst>
            </p:cNvPr>
            <p:cNvSpPr/>
            <p:nvPr/>
          </p:nvSpPr>
          <p:spPr>
            <a:xfrm>
              <a:off x="1006750" y="2896775"/>
              <a:ext cx="73600" cy="55150"/>
            </a:xfrm>
            <a:custGeom>
              <a:avLst/>
              <a:gdLst/>
              <a:ahLst/>
              <a:cxnLst/>
              <a:rect l="l" t="t" r="r" b="b"/>
              <a:pathLst>
                <a:path w="2944" h="2206" extrusionOk="0">
                  <a:moveTo>
                    <a:pt x="1700" y="98"/>
                  </a:moveTo>
                  <a:cubicBezTo>
                    <a:pt x="1769" y="98"/>
                    <a:pt x="1831" y="114"/>
                    <a:pt x="1885" y="145"/>
                  </a:cubicBezTo>
                  <a:cubicBezTo>
                    <a:pt x="2191" y="327"/>
                    <a:pt x="2165" y="965"/>
                    <a:pt x="2165" y="970"/>
                  </a:cubicBezTo>
                  <a:cubicBezTo>
                    <a:pt x="2160" y="986"/>
                    <a:pt x="2170" y="1001"/>
                    <a:pt x="2181" y="1007"/>
                  </a:cubicBezTo>
                  <a:cubicBezTo>
                    <a:pt x="2188" y="1014"/>
                    <a:pt x="2199" y="1019"/>
                    <a:pt x="2210" y="1019"/>
                  </a:cubicBezTo>
                  <a:cubicBezTo>
                    <a:pt x="2214" y="1019"/>
                    <a:pt x="2218" y="1018"/>
                    <a:pt x="2222" y="1017"/>
                  </a:cubicBezTo>
                  <a:cubicBezTo>
                    <a:pt x="2223" y="1017"/>
                    <a:pt x="2229" y="1016"/>
                    <a:pt x="2241" y="1016"/>
                  </a:cubicBezTo>
                  <a:cubicBezTo>
                    <a:pt x="2310" y="1016"/>
                    <a:pt x="2560" y="1054"/>
                    <a:pt x="2809" y="1588"/>
                  </a:cubicBezTo>
                  <a:cubicBezTo>
                    <a:pt x="2840" y="1645"/>
                    <a:pt x="2835" y="1713"/>
                    <a:pt x="2804" y="1770"/>
                  </a:cubicBezTo>
                  <a:cubicBezTo>
                    <a:pt x="2618" y="2044"/>
                    <a:pt x="1605" y="2107"/>
                    <a:pt x="972" y="2107"/>
                  </a:cubicBezTo>
                  <a:cubicBezTo>
                    <a:pt x="861" y="2107"/>
                    <a:pt x="761" y="2105"/>
                    <a:pt x="680" y="2102"/>
                  </a:cubicBezTo>
                  <a:cubicBezTo>
                    <a:pt x="597" y="1926"/>
                    <a:pt x="197" y="908"/>
                    <a:pt x="1194" y="285"/>
                  </a:cubicBezTo>
                  <a:cubicBezTo>
                    <a:pt x="1391" y="160"/>
                    <a:pt x="1561" y="98"/>
                    <a:pt x="1700" y="98"/>
                  </a:cubicBezTo>
                  <a:close/>
                  <a:moveTo>
                    <a:pt x="1703" y="1"/>
                  </a:moveTo>
                  <a:cubicBezTo>
                    <a:pt x="1545" y="1"/>
                    <a:pt x="1357" y="68"/>
                    <a:pt x="1142" y="202"/>
                  </a:cubicBezTo>
                  <a:cubicBezTo>
                    <a:pt x="0" y="924"/>
                    <a:pt x="597" y="2159"/>
                    <a:pt x="608" y="2175"/>
                  </a:cubicBezTo>
                  <a:cubicBezTo>
                    <a:pt x="613" y="2190"/>
                    <a:pt x="628" y="2201"/>
                    <a:pt x="649" y="2201"/>
                  </a:cubicBezTo>
                  <a:cubicBezTo>
                    <a:pt x="665" y="2201"/>
                    <a:pt x="784" y="2206"/>
                    <a:pt x="955" y="2206"/>
                  </a:cubicBezTo>
                  <a:cubicBezTo>
                    <a:pt x="1516" y="2206"/>
                    <a:pt x="2653" y="2159"/>
                    <a:pt x="2882" y="1822"/>
                  </a:cubicBezTo>
                  <a:cubicBezTo>
                    <a:pt x="2939" y="1739"/>
                    <a:pt x="2944" y="1635"/>
                    <a:pt x="2892" y="1547"/>
                  </a:cubicBezTo>
                  <a:cubicBezTo>
                    <a:pt x="2643" y="1012"/>
                    <a:pt x="2378" y="929"/>
                    <a:pt x="2264" y="924"/>
                  </a:cubicBezTo>
                  <a:cubicBezTo>
                    <a:pt x="2264" y="752"/>
                    <a:pt x="2243" y="243"/>
                    <a:pt x="1937" y="62"/>
                  </a:cubicBezTo>
                  <a:cubicBezTo>
                    <a:pt x="1868" y="21"/>
                    <a:pt x="1790" y="1"/>
                    <a:pt x="1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6">
              <a:extLst>
                <a:ext uri="{FF2B5EF4-FFF2-40B4-BE49-F238E27FC236}">
                  <a16:creationId xmlns:a16="http://schemas.microsoft.com/office/drawing/2014/main" id="{3642EEAD-74BA-FAFE-3C2E-4DE2F710F254}"/>
                </a:ext>
              </a:extLst>
            </p:cNvPr>
            <p:cNvSpPr/>
            <p:nvPr/>
          </p:nvSpPr>
          <p:spPr>
            <a:xfrm>
              <a:off x="1030500" y="2919725"/>
              <a:ext cx="31675" cy="18850"/>
            </a:xfrm>
            <a:custGeom>
              <a:avLst/>
              <a:gdLst/>
              <a:ahLst/>
              <a:cxnLst/>
              <a:rect l="l" t="t" r="r" b="b"/>
              <a:pathLst>
                <a:path w="1267" h="754" extrusionOk="0">
                  <a:moveTo>
                    <a:pt x="1257" y="0"/>
                  </a:moveTo>
                  <a:cubicBezTo>
                    <a:pt x="504" y="94"/>
                    <a:pt x="21" y="665"/>
                    <a:pt x="0" y="691"/>
                  </a:cubicBezTo>
                  <a:lnTo>
                    <a:pt x="73" y="753"/>
                  </a:lnTo>
                  <a:cubicBezTo>
                    <a:pt x="78" y="748"/>
                    <a:pt x="556" y="193"/>
                    <a:pt x="1267" y="99"/>
                  </a:cubicBezTo>
                  <a:lnTo>
                    <a:pt x="12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6">
              <a:extLst>
                <a:ext uri="{FF2B5EF4-FFF2-40B4-BE49-F238E27FC236}">
                  <a16:creationId xmlns:a16="http://schemas.microsoft.com/office/drawing/2014/main" id="{8A5C528C-2726-3F47-2FCC-E55AD8610088}"/>
                </a:ext>
              </a:extLst>
            </p:cNvPr>
            <p:cNvSpPr/>
            <p:nvPr/>
          </p:nvSpPr>
          <p:spPr>
            <a:xfrm>
              <a:off x="1107200" y="2914925"/>
              <a:ext cx="23000" cy="41425"/>
            </a:xfrm>
            <a:custGeom>
              <a:avLst/>
              <a:gdLst/>
              <a:ahLst/>
              <a:cxnLst/>
              <a:rect l="l" t="t" r="r" b="b"/>
              <a:pathLst>
                <a:path w="920" h="1657" extrusionOk="0">
                  <a:moveTo>
                    <a:pt x="42" y="0"/>
                  </a:moveTo>
                  <a:lnTo>
                    <a:pt x="0" y="89"/>
                  </a:lnTo>
                  <a:cubicBezTo>
                    <a:pt x="774" y="447"/>
                    <a:pt x="826" y="1641"/>
                    <a:pt x="826" y="1656"/>
                  </a:cubicBezTo>
                  <a:lnTo>
                    <a:pt x="919" y="1651"/>
                  </a:lnTo>
                  <a:cubicBezTo>
                    <a:pt x="919" y="1599"/>
                    <a:pt x="867" y="385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6">
              <a:extLst>
                <a:ext uri="{FF2B5EF4-FFF2-40B4-BE49-F238E27FC236}">
                  <a16:creationId xmlns:a16="http://schemas.microsoft.com/office/drawing/2014/main" id="{BC94CBF0-69FE-C4C7-28E4-748394276D3E}"/>
                </a:ext>
              </a:extLst>
            </p:cNvPr>
            <p:cNvSpPr/>
            <p:nvPr/>
          </p:nvSpPr>
          <p:spPr>
            <a:xfrm>
              <a:off x="1037625" y="2892150"/>
              <a:ext cx="109325" cy="60175"/>
            </a:xfrm>
            <a:custGeom>
              <a:avLst/>
              <a:gdLst/>
              <a:ahLst/>
              <a:cxnLst/>
              <a:rect l="l" t="t" r="r" b="b"/>
              <a:pathLst>
                <a:path w="4373" h="2407" extrusionOk="0">
                  <a:moveTo>
                    <a:pt x="1474" y="1"/>
                  </a:moveTo>
                  <a:cubicBezTo>
                    <a:pt x="1253" y="1"/>
                    <a:pt x="1015" y="117"/>
                    <a:pt x="785" y="444"/>
                  </a:cubicBezTo>
                  <a:cubicBezTo>
                    <a:pt x="1" y="1555"/>
                    <a:pt x="1486" y="2407"/>
                    <a:pt x="1486" y="2407"/>
                  </a:cubicBezTo>
                  <a:cubicBezTo>
                    <a:pt x="1486" y="2407"/>
                    <a:pt x="4372" y="1441"/>
                    <a:pt x="3567" y="953"/>
                  </a:cubicBezTo>
                  <a:cubicBezTo>
                    <a:pt x="3130" y="689"/>
                    <a:pt x="2838" y="629"/>
                    <a:pt x="2662" y="629"/>
                  </a:cubicBezTo>
                  <a:cubicBezTo>
                    <a:pt x="2512" y="629"/>
                    <a:pt x="2446" y="673"/>
                    <a:pt x="2446" y="673"/>
                  </a:cubicBezTo>
                  <a:cubicBezTo>
                    <a:pt x="2446" y="673"/>
                    <a:pt x="2008" y="1"/>
                    <a:pt x="14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6">
              <a:extLst>
                <a:ext uri="{FF2B5EF4-FFF2-40B4-BE49-F238E27FC236}">
                  <a16:creationId xmlns:a16="http://schemas.microsoft.com/office/drawing/2014/main" id="{0FC72EDC-CACB-2C1F-6EFB-D946C17899FB}"/>
                </a:ext>
              </a:extLst>
            </p:cNvPr>
            <p:cNvSpPr/>
            <p:nvPr/>
          </p:nvSpPr>
          <p:spPr>
            <a:xfrm>
              <a:off x="1049300" y="2891025"/>
              <a:ext cx="82450" cy="62525"/>
            </a:xfrm>
            <a:custGeom>
              <a:avLst/>
              <a:gdLst/>
              <a:ahLst/>
              <a:cxnLst/>
              <a:rect l="l" t="t" r="r" b="b"/>
              <a:pathLst>
                <a:path w="3298" h="2501" extrusionOk="0">
                  <a:moveTo>
                    <a:pt x="1019" y="95"/>
                  </a:moveTo>
                  <a:cubicBezTo>
                    <a:pt x="1517" y="105"/>
                    <a:pt x="1937" y="738"/>
                    <a:pt x="1943" y="743"/>
                  </a:cubicBezTo>
                  <a:cubicBezTo>
                    <a:pt x="1953" y="757"/>
                    <a:pt x="1968" y="764"/>
                    <a:pt x="1983" y="764"/>
                  </a:cubicBezTo>
                  <a:cubicBezTo>
                    <a:pt x="1991" y="764"/>
                    <a:pt x="1998" y="762"/>
                    <a:pt x="2005" y="759"/>
                  </a:cubicBezTo>
                  <a:cubicBezTo>
                    <a:pt x="2007" y="757"/>
                    <a:pt x="2066" y="722"/>
                    <a:pt x="2196" y="722"/>
                  </a:cubicBezTo>
                  <a:cubicBezTo>
                    <a:pt x="2362" y="722"/>
                    <a:pt x="2645" y="780"/>
                    <a:pt x="3074" y="1039"/>
                  </a:cubicBezTo>
                  <a:cubicBezTo>
                    <a:pt x="3158" y="1091"/>
                    <a:pt x="3199" y="1148"/>
                    <a:pt x="3194" y="1211"/>
                  </a:cubicBezTo>
                  <a:cubicBezTo>
                    <a:pt x="3147" y="1600"/>
                    <a:pt x="1631" y="2192"/>
                    <a:pt x="1024" y="2400"/>
                  </a:cubicBezTo>
                  <a:cubicBezTo>
                    <a:pt x="910" y="2327"/>
                    <a:pt x="287" y="1917"/>
                    <a:pt x="162" y="1346"/>
                  </a:cubicBezTo>
                  <a:cubicBezTo>
                    <a:pt x="100" y="1065"/>
                    <a:pt x="162" y="795"/>
                    <a:pt x="359" y="515"/>
                  </a:cubicBezTo>
                  <a:cubicBezTo>
                    <a:pt x="551" y="235"/>
                    <a:pt x="775" y="95"/>
                    <a:pt x="1008" y="95"/>
                  </a:cubicBezTo>
                  <a:close/>
                  <a:moveTo>
                    <a:pt x="993" y="1"/>
                  </a:moveTo>
                  <a:cubicBezTo>
                    <a:pt x="733" y="1"/>
                    <a:pt x="492" y="156"/>
                    <a:pt x="276" y="458"/>
                  </a:cubicBezTo>
                  <a:cubicBezTo>
                    <a:pt x="68" y="754"/>
                    <a:pt x="1" y="1060"/>
                    <a:pt x="63" y="1366"/>
                  </a:cubicBezTo>
                  <a:cubicBezTo>
                    <a:pt x="214" y="2041"/>
                    <a:pt x="961" y="2477"/>
                    <a:pt x="993" y="2493"/>
                  </a:cubicBezTo>
                  <a:cubicBezTo>
                    <a:pt x="998" y="2498"/>
                    <a:pt x="1008" y="2498"/>
                    <a:pt x="1019" y="2498"/>
                  </a:cubicBezTo>
                  <a:cubicBezTo>
                    <a:pt x="1020" y="2500"/>
                    <a:pt x="1022" y="2501"/>
                    <a:pt x="1024" y="2501"/>
                  </a:cubicBezTo>
                  <a:cubicBezTo>
                    <a:pt x="1027" y="2501"/>
                    <a:pt x="1031" y="2498"/>
                    <a:pt x="1034" y="2498"/>
                  </a:cubicBezTo>
                  <a:cubicBezTo>
                    <a:pt x="1257" y="2426"/>
                    <a:pt x="3230" y="1751"/>
                    <a:pt x="3287" y="1226"/>
                  </a:cubicBezTo>
                  <a:cubicBezTo>
                    <a:pt x="3298" y="1122"/>
                    <a:pt x="3246" y="1029"/>
                    <a:pt x="3121" y="956"/>
                  </a:cubicBezTo>
                  <a:cubicBezTo>
                    <a:pt x="2677" y="689"/>
                    <a:pt x="2376" y="626"/>
                    <a:pt x="2190" y="626"/>
                  </a:cubicBezTo>
                  <a:cubicBezTo>
                    <a:pt x="2098" y="626"/>
                    <a:pt x="2034" y="641"/>
                    <a:pt x="1995" y="655"/>
                  </a:cubicBezTo>
                  <a:cubicBezTo>
                    <a:pt x="1896" y="520"/>
                    <a:pt x="1501" y="6"/>
                    <a:pt x="1019" y="1"/>
                  </a:cubicBezTo>
                  <a:cubicBezTo>
                    <a:pt x="1010" y="1"/>
                    <a:pt x="1002" y="1"/>
                    <a:pt x="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6">
              <a:extLst>
                <a:ext uri="{FF2B5EF4-FFF2-40B4-BE49-F238E27FC236}">
                  <a16:creationId xmlns:a16="http://schemas.microsoft.com/office/drawing/2014/main" id="{9C44DF09-6927-B43B-6DD0-BB019FE3D9EB}"/>
                </a:ext>
              </a:extLst>
            </p:cNvPr>
            <p:cNvSpPr/>
            <p:nvPr/>
          </p:nvSpPr>
          <p:spPr>
            <a:xfrm>
              <a:off x="1074500" y="2907775"/>
              <a:ext cx="24800" cy="29500"/>
            </a:xfrm>
            <a:custGeom>
              <a:avLst/>
              <a:gdLst/>
              <a:ahLst/>
              <a:cxnLst/>
              <a:rect l="l" t="t" r="r" b="b"/>
              <a:pathLst>
                <a:path w="992" h="1180" extrusionOk="0">
                  <a:moveTo>
                    <a:pt x="950" y="1"/>
                  </a:moveTo>
                  <a:cubicBezTo>
                    <a:pt x="483" y="234"/>
                    <a:pt x="135" y="655"/>
                    <a:pt x="0" y="1164"/>
                  </a:cubicBezTo>
                  <a:lnTo>
                    <a:pt x="99" y="1179"/>
                  </a:lnTo>
                  <a:cubicBezTo>
                    <a:pt x="229" y="707"/>
                    <a:pt x="556" y="312"/>
                    <a:pt x="992" y="89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6">
              <a:extLst>
                <a:ext uri="{FF2B5EF4-FFF2-40B4-BE49-F238E27FC236}">
                  <a16:creationId xmlns:a16="http://schemas.microsoft.com/office/drawing/2014/main" id="{A15C8FFC-D24F-7DF7-C739-964F0BA93BC8}"/>
                </a:ext>
              </a:extLst>
            </p:cNvPr>
            <p:cNvSpPr/>
            <p:nvPr/>
          </p:nvSpPr>
          <p:spPr>
            <a:xfrm>
              <a:off x="1172625" y="2586425"/>
              <a:ext cx="88400" cy="248175"/>
            </a:xfrm>
            <a:custGeom>
              <a:avLst/>
              <a:gdLst/>
              <a:ahLst/>
              <a:cxnLst/>
              <a:rect l="l" t="t" r="r" b="b"/>
              <a:pathLst>
                <a:path w="3536" h="9927" extrusionOk="0">
                  <a:moveTo>
                    <a:pt x="88" y="0"/>
                  </a:moveTo>
                  <a:lnTo>
                    <a:pt x="0" y="31"/>
                  </a:lnTo>
                  <a:lnTo>
                    <a:pt x="3442" y="9927"/>
                  </a:lnTo>
                  <a:lnTo>
                    <a:pt x="3536" y="9896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6">
              <a:extLst>
                <a:ext uri="{FF2B5EF4-FFF2-40B4-BE49-F238E27FC236}">
                  <a16:creationId xmlns:a16="http://schemas.microsoft.com/office/drawing/2014/main" id="{8D076191-C755-AA68-BF41-64425A41190C}"/>
                </a:ext>
              </a:extLst>
            </p:cNvPr>
            <p:cNvSpPr/>
            <p:nvPr/>
          </p:nvSpPr>
          <p:spPr>
            <a:xfrm>
              <a:off x="1258800" y="2833675"/>
              <a:ext cx="72575" cy="203150"/>
            </a:xfrm>
            <a:custGeom>
              <a:avLst/>
              <a:gdLst/>
              <a:ahLst/>
              <a:cxnLst/>
              <a:rect l="l" t="t" r="r" b="b"/>
              <a:pathLst>
                <a:path w="2903" h="8126" extrusionOk="0">
                  <a:moveTo>
                    <a:pt x="89" y="0"/>
                  </a:moveTo>
                  <a:lnTo>
                    <a:pt x="0" y="31"/>
                  </a:lnTo>
                  <a:lnTo>
                    <a:pt x="2710" y="7819"/>
                  </a:lnTo>
                  <a:lnTo>
                    <a:pt x="789" y="5389"/>
                  </a:lnTo>
                  <a:lnTo>
                    <a:pt x="712" y="5452"/>
                  </a:lnTo>
                  <a:lnTo>
                    <a:pt x="2809" y="8105"/>
                  </a:lnTo>
                  <a:cubicBezTo>
                    <a:pt x="2819" y="8115"/>
                    <a:pt x="2835" y="8125"/>
                    <a:pt x="2851" y="8125"/>
                  </a:cubicBezTo>
                  <a:cubicBezTo>
                    <a:pt x="2856" y="8125"/>
                    <a:pt x="2866" y="8120"/>
                    <a:pt x="2871" y="8115"/>
                  </a:cubicBezTo>
                  <a:cubicBezTo>
                    <a:pt x="2892" y="8105"/>
                    <a:pt x="2903" y="8079"/>
                    <a:pt x="2897" y="8058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6">
              <a:extLst>
                <a:ext uri="{FF2B5EF4-FFF2-40B4-BE49-F238E27FC236}">
                  <a16:creationId xmlns:a16="http://schemas.microsoft.com/office/drawing/2014/main" id="{CAE5E424-F704-BEE5-F4D0-956FC579B8FB}"/>
                </a:ext>
              </a:extLst>
            </p:cNvPr>
            <p:cNvSpPr/>
            <p:nvPr/>
          </p:nvSpPr>
          <p:spPr>
            <a:xfrm>
              <a:off x="1146650" y="2547425"/>
              <a:ext cx="47400" cy="40450"/>
            </a:xfrm>
            <a:custGeom>
              <a:avLst/>
              <a:gdLst/>
              <a:ahLst/>
              <a:cxnLst/>
              <a:rect l="l" t="t" r="r" b="b"/>
              <a:pathLst>
                <a:path w="1896" h="1618" extrusionOk="0">
                  <a:moveTo>
                    <a:pt x="1079" y="101"/>
                  </a:moveTo>
                  <a:cubicBezTo>
                    <a:pt x="1082" y="101"/>
                    <a:pt x="1084" y="101"/>
                    <a:pt x="1086" y="101"/>
                  </a:cubicBezTo>
                  <a:cubicBezTo>
                    <a:pt x="1475" y="101"/>
                    <a:pt x="1792" y="418"/>
                    <a:pt x="1797" y="813"/>
                  </a:cubicBezTo>
                  <a:cubicBezTo>
                    <a:pt x="1797" y="1241"/>
                    <a:pt x="1445" y="1527"/>
                    <a:pt x="1077" y="1527"/>
                  </a:cubicBezTo>
                  <a:cubicBezTo>
                    <a:pt x="902" y="1527"/>
                    <a:pt x="723" y="1462"/>
                    <a:pt x="577" y="1316"/>
                  </a:cubicBezTo>
                  <a:cubicBezTo>
                    <a:pt x="127" y="871"/>
                    <a:pt x="445" y="101"/>
                    <a:pt x="1079" y="101"/>
                  </a:cubicBezTo>
                  <a:close/>
                  <a:moveTo>
                    <a:pt x="1080" y="1"/>
                  </a:moveTo>
                  <a:cubicBezTo>
                    <a:pt x="882" y="1"/>
                    <a:pt x="680" y="75"/>
                    <a:pt x="515" y="242"/>
                  </a:cubicBezTo>
                  <a:cubicBezTo>
                    <a:pt x="1" y="750"/>
                    <a:pt x="364" y="1617"/>
                    <a:pt x="1086" y="1617"/>
                  </a:cubicBezTo>
                  <a:cubicBezTo>
                    <a:pt x="1532" y="1617"/>
                    <a:pt x="1891" y="1259"/>
                    <a:pt x="1896" y="813"/>
                  </a:cubicBezTo>
                  <a:cubicBezTo>
                    <a:pt x="1892" y="325"/>
                    <a:pt x="1495" y="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6">
              <a:extLst>
                <a:ext uri="{FF2B5EF4-FFF2-40B4-BE49-F238E27FC236}">
                  <a16:creationId xmlns:a16="http://schemas.microsoft.com/office/drawing/2014/main" id="{B0AFFC5B-C012-A6C2-C1F6-BFAFF88D904E}"/>
                </a:ext>
              </a:extLst>
            </p:cNvPr>
            <p:cNvSpPr/>
            <p:nvPr/>
          </p:nvSpPr>
          <p:spPr>
            <a:xfrm>
              <a:off x="1172625" y="2233375"/>
              <a:ext cx="2350" cy="315300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48" name="Google Shape;2948;p66">
              <a:extLst>
                <a:ext uri="{FF2B5EF4-FFF2-40B4-BE49-F238E27FC236}">
                  <a16:creationId xmlns:a16="http://schemas.microsoft.com/office/drawing/2014/main" id="{F655D512-0D4A-29C8-218B-BF9F7298FEC2}"/>
                </a:ext>
              </a:extLst>
            </p:cNvPr>
            <p:cNvSpPr/>
            <p:nvPr/>
          </p:nvSpPr>
          <p:spPr>
            <a:xfrm>
              <a:off x="1027250" y="3022125"/>
              <a:ext cx="302825" cy="158775"/>
            </a:xfrm>
            <a:custGeom>
              <a:avLst/>
              <a:gdLst/>
              <a:ahLst/>
              <a:cxnLst/>
              <a:rect l="l" t="t" r="r" b="b"/>
              <a:pathLst>
                <a:path w="12113" h="6351" extrusionOk="0">
                  <a:moveTo>
                    <a:pt x="6059" y="1"/>
                  </a:moveTo>
                  <a:cubicBezTo>
                    <a:pt x="2716" y="1"/>
                    <a:pt x="6" y="239"/>
                    <a:pt x="6" y="535"/>
                  </a:cubicBezTo>
                  <a:cubicBezTo>
                    <a:pt x="11" y="541"/>
                    <a:pt x="11" y="546"/>
                    <a:pt x="11" y="551"/>
                  </a:cubicBezTo>
                  <a:lnTo>
                    <a:pt x="0" y="551"/>
                  </a:lnTo>
                  <a:lnTo>
                    <a:pt x="1786" y="5878"/>
                  </a:lnTo>
                  <a:cubicBezTo>
                    <a:pt x="1786" y="6137"/>
                    <a:pt x="3687" y="6350"/>
                    <a:pt x="6028" y="6350"/>
                  </a:cubicBezTo>
                  <a:cubicBezTo>
                    <a:pt x="8369" y="6350"/>
                    <a:pt x="10270" y="6137"/>
                    <a:pt x="10270" y="5878"/>
                  </a:cubicBezTo>
                  <a:lnTo>
                    <a:pt x="12035" y="624"/>
                  </a:lnTo>
                  <a:cubicBezTo>
                    <a:pt x="12081" y="598"/>
                    <a:pt x="12113" y="567"/>
                    <a:pt x="12113" y="535"/>
                  </a:cubicBezTo>
                  <a:cubicBezTo>
                    <a:pt x="12113" y="239"/>
                    <a:pt x="9403" y="1"/>
                    <a:pt x="6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6">
              <a:extLst>
                <a:ext uri="{FF2B5EF4-FFF2-40B4-BE49-F238E27FC236}">
                  <a16:creationId xmlns:a16="http://schemas.microsoft.com/office/drawing/2014/main" id="{0ECDA720-61EB-1469-A763-4D3FBF90FF67}"/>
                </a:ext>
              </a:extLst>
            </p:cNvPr>
            <p:cNvSpPr/>
            <p:nvPr/>
          </p:nvSpPr>
          <p:spPr>
            <a:xfrm>
              <a:off x="1025950" y="3020825"/>
              <a:ext cx="305300" cy="161225"/>
            </a:xfrm>
            <a:custGeom>
              <a:avLst/>
              <a:gdLst/>
              <a:ahLst/>
              <a:cxnLst/>
              <a:rect l="l" t="t" r="r" b="b"/>
              <a:pathLst>
                <a:path w="12212" h="6449" extrusionOk="0">
                  <a:moveTo>
                    <a:pt x="6106" y="99"/>
                  </a:moveTo>
                  <a:cubicBezTo>
                    <a:pt x="7721" y="99"/>
                    <a:pt x="9242" y="156"/>
                    <a:pt x="10384" y="255"/>
                  </a:cubicBezTo>
                  <a:cubicBezTo>
                    <a:pt x="12092" y="411"/>
                    <a:pt x="12113" y="587"/>
                    <a:pt x="12113" y="587"/>
                  </a:cubicBezTo>
                  <a:cubicBezTo>
                    <a:pt x="12113" y="587"/>
                    <a:pt x="12107" y="603"/>
                    <a:pt x="12056" y="634"/>
                  </a:cubicBezTo>
                  <a:cubicBezTo>
                    <a:pt x="12045" y="639"/>
                    <a:pt x="12040" y="650"/>
                    <a:pt x="12035" y="660"/>
                  </a:cubicBezTo>
                  <a:lnTo>
                    <a:pt x="10275" y="5914"/>
                  </a:lnTo>
                  <a:cubicBezTo>
                    <a:pt x="10270" y="5919"/>
                    <a:pt x="10270" y="5924"/>
                    <a:pt x="10275" y="5930"/>
                  </a:cubicBezTo>
                  <a:cubicBezTo>
                    <a:pt x="10275" y="6080"/>
                    <a:pt x="8873" y="6350"/>
                    <a:pt x="6080" y="6350"/>
                  </a:cubicBezTo>
                  <a:cubicBezTo>
                    <a:pt x="3287" y="6350"/>
                    <a:pt x="1885" y="6080"/>
                    <a:pt x="1885" y="5930"/>
                  </a:cubicBezTo>
                  <a:cubicBezTo>
                    <a:pt x="1890" y="5924"/>
                    <a:pt x="1890" y="5919"/>
                    <a:pt x="1885" y="5914"/>
                  </a:cubicBezTo>
                  <a:lnTo>
                    <a:pt x="110" y="613"/>
                  </a:lnTo>
                  <a:lnTo>
                    <a:pt x="110" y="619"/>
                  </a:lnTo>
                  <a:cubicBezTo>
                    <a:pt x="110" y="608"/>
                    <a:pt x="110" y="598"/>
                    <a:pt x="104" y="587"/>
                  </a:cubicBezTo>
                  <a:cubicBezTo>
                    <a:pt x="104" y="587"/>
                    <a:pt x="104" y="582"/>
                    <a:pt x="104" y="582"/>
                  </a:cubicBezTo>
                  <a:cubicBezTo>
                    <a:pt x="115" y="561"/>
                    <a:pt x="250" y="395"/>
                    <a:pt x="1833" y="255"/>
                  </a:cubicBezTo>
                  <a:cubicBezTo>
                    <a:pt x="2975" y="156"/>
                    <a:pt x="4491" y="99"/>
                    <a:pt x="6106" y="99"/>
                  </a:cubicBezTo>
                  <a:close/>
                  <a:moveTo>
                    <a:pt x="6111" y="1"/>
                  </a:moveTo>
                  <a:cubicBezTo>
                    <a:pt x="4491" y="1"/>
                    <a:pt x="2975" y="58"/>
                    <a:pt x="1828" y="162"/>
                  </a:cubicBezTo>
                  <a:cubicBezTo>
                    <a:pt x="115" y="312"/>
                    <a:pt x="16" y="494"/>
                    <a:pt x="11" y="572"/>
                  </a:cubicBezTo>
                  <a:cubicBezTo>
                    <a:pt x="6" y="587"/>
                    <a:pt x="0" y="603"/>
                    <a:pt x="6" y="613"/>
                  </a:cubicBezTo>
                  <a:lnTo>
                    <a:pt x="1792" y="5935"/>
                  </a:lnTo>
                  <a:cubicBezTo>
                    <a:pt x="1833" y="6314"/>
                    <a:pt x="4372" y="6449"/>
                    <a:pt x="6080" y="6449"/>
                  </a:cubicBezTo>
                  <a:cubicBezTo>
                    <a:pt x="7793" y="6449"/>
                    <a:pt x="10327" y="6314"/>
                    <a:pt x="10373" y="5935"/>
                  </a:cubicBezTo>
                  <a:lnTo>
                    <a:pt x="12123" y="707"/>
                  </a:lnTo>
                  <a:cubicBezTo>
                    <a:pt x="12170" y="686"/>
                    <a:pt x="12206" y="639"/>
                    <a:pt x="12211" y="587"/>
                  </a:cubicBezTo>
                  <a:cubicBezTo>
                    <a:pt x="12211" y="515"/>
                    <a:pt x="12211" y="323"/>
                    <a:pt x="10394" y="162"/>
                  </a:cubicBezTo>
                  <a:cubicBezTo>
                    <a:pt x="9252" y="58"/>
                    <a:pt x="7731" y="1"/>
                    <a:pt x="6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6">
              <a:extLst>
                <a:ext uri="{FF2B5EF4-FFF2-40B4-BE49-F238E27FC236}">
                  <a16:creationId xmlns:a16="http://schemas.microsoft.com/office/drawing/2014/main" id="{DF76D9CA-ABBE-9298-D931-4089469CB3F7}"/>
                </a:ext>
              </a:extLst>
            </p:cNvPr>
            <p:cNvSpPr/>
            <p:nvPr/>
          </p:nvSpPr>
          <p:spPr>
            <a:xfrm>
              <a:off x="1008950" y="3022125"/>
              <a:ext cx="339425" cy="62475"/>
            </a:xfrm>
            <a:custGeom>
              <a:avLst/>
              <a:gdLst/>
              <a:ahLst/>
              <a:cxnLst/>
              <a:rect l="l" t="t" r="r" b="b"/>
              <a:pathLst>
                <a:path w="13577" h="2499" extrusionOk="0">
                  <a:moveTo>
                    <a:pt x="6791" y="1"/>
                  </a:moveTo>
                  <a:cubicBezTo>
                    <a:pt x="3048" y="1"/>
                    <a:pt x="6" y="271"/>
                    <a:pt x="6" y="603"/>
                  </a:cubicBezTo>
                  <a:cubicBezTo>
                    <a:pt x="6" y="608"/>
                    <a:pt x="11" y="608"/>
                    <a:pt x="11" y="613"/>
                  </a:cubicBezTo>
                  <a:lnTo>
                    <a:pt x="0" y="613"/>
                  </a:lnTo>
                  <a:lnTo>
                    <a:pt x="431" y="1890"/>
                  </a:lnTo>
                  <a:cubicBezTo>
                    <a:pt x="551" y="2258"/>
                    <a:pt x="889" y="2498"/>
                    <a:pt x="1266" y="2498"/>
                  </a:cubicBezTo>
                  <a:cubicBezTo>
                    <a:pt x="1299" y="2498"/>
                    <a:pt x="1332" y="2496"/>
                    <a:pt x="1366" y="2493"/>
                  </a:cubicBezTo>
                  <a:cubicBezTo>
                    <a:pt x="2607" y="2342"/>
                    <a:pt x="4574" y="2249"/>
                    <a:pt x="6791" y="2249"/>
                  </a:cubicBezTo>
                  <a:cubicBezTo>
                    <a:pt x="8977" y="2249"/>
                    <a:pt x="10913" y="2342"/>
                    <a:pt x="12154" y="2482"/>
                  </a:cubicBezTo>
                  <a:cubicBezTo>
                    <a:pt x="12188" y="2486"/>
                    <a:pt x="12221" y="2488"/>
                    <a:pt x="12254" y="2488"/>
                  </a:cubicBezTo>
                  <a:cubicBezTo>
                    <a:pt x="12631" y="2488"/>
                    <a:pt x="12969" y="2248"/>
                    <a:pt x="13089" y="1885"/>
                  </a:cubicBezTo>
                  <a:lnTo>
                    <a:pt x="13488" y="696"/>
                  </a:lnTo>
                  <a:cubicBezTo>
                    <a:pt x="13545" y="665"/>
                    <a:pt x="13577" y="634"/>
                    <a:pt x="13577" y="603"/>
                  </a:cubicBezTo>
                  <a:cubicBezTo>
                    <a:pt x="13577" y="271"/>
                    <a:pt x="10539" y="1"/>
                    <a:pt x="6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1" name="Google Shape;2951;p66">
              <a:extLst>
                <a:ext uri="{FF2B5EF4-FFF2-40B4-BE49-F238E27FC236}">
                  <a16:creationId xmlns:a16="http://schemas.microsoft.com/office/drawing/2014/main" id="{9C4184AD-9C09-3D7A-D345-87EFB033B354}"/>
                </a:ext>
              </a:extLst>
            </p:cNvPr>
            <p:cNvSpPr/>
            <p:nvPr/>
          </p:nvSpPr>
          <p:spPr>
            <a:xfrm>
              <a:off x="1007650" y="3020825"/>
              <a:ext cx="342025" cy="64925"/>
            </a:xfrm>
            <a:custGeom>
              <a:avLst/>
              <a:gdLst/>
              <a:ahLst/>
              <a:cxnLst/>
              <a:rect l="l" t="t" r="r" b="b"/>
              <a:pathLst>
                <a:path w="13681" h="2597" extrusionOk="0">
                  <a:moveTo>
                    <a:pt x="6843" y="99"/>
                  </a:moveTo>
                  <a:cubicBezTo>
                    <a:pt x="8655" y="99"/>
                    <a:pt x="10358" y="162"/>
                    <a:pt x="11640" y="276"/>
                  </a:cubicBezTo>
                  <a:cubicBezTo>
                    <a:pt x="13561" y="447"/>
                    <a:pt x="13582" y="650"/>
                    <a:pt x="13582" y="655"/>
                  </a:cubicBezTo>
                  <a:cubicBezTo>
                    <a:pt x="13582" y="660"/>
                    <a:pt x="13566" y="681"/>
                    <a:pt x="13514" y="707"/>
                  </a:cubicBezTo>
                  <a:cubicBezTo>
                    <a:pt x="13504" y="712"/>
                    <a:pt x="13499" y="722"/>
                    <a:pt x="13494" y="733"/>
                  </a:cubicBezTo>
                  <a:lnTo>
                    <a:pt x="13094" y="1922"/>
                  </a:lnTo>
                  <a:cubicBezTo>
                    <a:pt x="12979" y="2267"/>
                    <a:pt x="12656" y="2492"/>
                    <a:pt x="12301" y="2492"/>
                  </a:cubicBezTo>
                  <a:cubicBezTo>
                    <a:pt x="12271" y="2492"/>
                    <a:pt x="12241" y="2491"/>
                    <a:pt x="12211" y="2488"/>
                  </a:cubicBezTo>
                  <a:cubicBezTo>
                    <a:pt x="10913" y="2337"/>
                    <a:pt x="8956" y="2254"/>
                    <a:pt x="6843" y="2254"/>
                  </a:cubicBezTo>
                  <a:cubicBezTo>
                    <a:pt x="4689" y="2254"/>
                    <a:pt x="2711" y="2342"/>
                    <a:pt x="1413" y="2493"/>
                  </a:cubicBezTo>
                  <a:cubicBezTo>
                    <a:pt x="1383" y="2496"/>
                    <a:pt x="1353" y="2497"/>
                    <a:pt x="1323" y="2497"/>
                  </a:cubicBezTo>
                  <a:cubicBezTo>
                    <a:pt x="968" y="2497"/>
                    <a:pt x="645" y="2272"/>
                    <a:pt x="525" y="1927"/>
                  </a:cubicBezTo>
                  <a:lnTo>
                    <a:pt x="109" y="681"/>
                  </a:lnTo>
                  <a:cubicBezTo>
                    <a:pt x="115" y="676"/>
                    <a:pt x="115" y="665"/>
                    <a:pt x="109" y="655"/>
                  </a:cubicBezTo>
                  <a:cubicBezTo>
                    <a:pt x="109" y="655"/>
                    <a:pt x="109" y="650"/>
                    <a:pt x="109" y="650"/>
                  </a:cubicBezTo>
                  <a:cubicBezTo>
                    <a:pt x="120" y="619"/>
                    <a:pt x="250" y="437"/>
                    <a:pt x="2051" y="276"/>
                  </a:cubicBezTo>
                  <a:cubicBezTo>
                    <a:pt x="3334" y="167"/>
                    <a:pt x="5036" y="99"/>
                    <a:pt x="6843" y="99"/>
                  </a:cubicBezTo>
                  <a:close/>
                  <a:moveTo>
                    <a:pt x="6843" y="1"/>
                  </a:moveTo>
                  <a:cubicBezTo>
                    <a:pt x="5031" y="1"/>
                    <a:pt x="3323" y="68"/>
                    <a:pt x="2041" y="182"/>
                  </a:cubicBezTo>
                  <a:cubicBezTo>
                    <a:pt x="115" y="349"/>
                    <a:pt x="16" y="551"/>
                    <a:pt x="11" y="639"/>
                  </a:cubicBezTo>
                  <a:cubicBezTo>
                    <a:pt x="6" y="655"/>
                    <a:pt x="0" y="670"/>
                    <a:pt x="6" y="681"/>
                  </a:cubicBezTo>
                  <a:lnTo>
                    <a:pt x="437" y="1958"/>
                  </a:lnTo>
                  <a:cubicBezTo>
                    <a:pt x="561" y="2337"/>
                    <a:pt x="914" y="2597"/>
                    <a:pt x="1319" y="2597"/>
                  </a:cubicBezTo>
                  <a:cubicBezTo>
                    <a:pt x="1350" y="2597"/>
                    <a:pt x="1387" y="2591"/>
                    <a:pt x="1423" y="2591"/>
                  </a:cubicBezTo>
                  <a:cubicBezTo>
                    <a:pt x="2721" y="2436"/>
                    <a:pt x="4694" y="2347"/>
                    <a:pt x="6843" y="2347"/>
                  </a:cubicBezTo>
                  <a:cubicBezTo>
                    <a:pt x="8956" y="2347"/>
                    <a:pt x="10903" y="2436"/>
                    <a:pt x="12201" y="2581"/>
                  </a:cubicBezTo>
                  <a:cubicBezTo>
                    <a:pt x="12235" y="2585"/>
                    <a:pt x="12269" y="2586"/>
                    <a:pt x="12302" y="2586"/>
                  </a:cubicBezTo>
                  <a:cubicBezTo>
                    <a:pt x="12699" y="2586"/>
                    <a:pt x="13058" y="2336"/>
                    <a:pt x="13187" y="1953"/>
                  </a:cubicBezTo>
                  <a:lnTo>
                    <a:pt x="13582" y="785"/>
                  </a:lnTo>
                  <a:cubicBezTo>
                    <a:pt x="13644" y="743"/>
                    <a:pt x="13681" y="702"/>
                    <a:pt x="13681" y="655"/>
                  </a:cubicBezTo>
                  <a:cubicBezTo>
                    <a:pt x="13681" y="572"/>
                    <a:pt x="13681" y="359"/>
                    <a:pt x="11645" y="182"/>
                  </a:cubicBezTo>
                  <a:cubicBezTo>
                    <a:pt x="10363" y="68"/>
                    <a:pt x="8660" y="1"/>
                    <a:pt x="6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6">
              <a:extLst>
                <a:ext uri="{FF2B5EF4-FFF2-40B4-BE49-F238E27FC236}">
                  <a16:creationId xmlns:a16="http://schemas.microsoft.com/office/drawing/2014/main" id="{EC4C991A-3675-0F88-0B98-664D7D6F61EC}"/>
                </a:ext>
              </a:extLst>
            </p:cNvPr>
            <p:cNvSpPr/>
            <p:nvPr/>
          </p:nvSpPr>
          <p:spPr>
            <a:xfrm>
              <a:off x="1026075" y="2952550"/>
              <a:ext cx="43000" cy="84275"/>
            </a:xfrm>
            <a:custGeom>
              <a:avLst/>
              <a:gdLst/>
              <a:ahLst/>
              <a:cxnLst/>
              <a:rect l="l" t="t" r="r" b="b"/>
              <a:pathLst>
                <a:path w="1720" h="3371" extrusionOk="0">
                  <a:moveTo>
                    <a:pt x="1086" y="1"/>
                  </a:moveTo>
                  <a:lnTo>
                    <a:pt x="6" y="3303"/>
                  </a:lnTo>
                  <a:cubicBezTo>
                    <a:pt x="1" y="3329"/>
                    <a:pt x="11" y="3355"/>
                    <a:pt x="32" y="3365"/>
                  </a:cubicBezTo>
                  <a:cubicBezTo>
                    <a:pt x="42" y="3365"/>
                    <a:pt x="47" y="3370"/>
                    <a:pt x="53" y="3370"/>
                  </a:cubicBezTo>
                  <a:cubicBezTo>
                    <a:pt x="73" y="3370"/>
                    <a:pt x="89" y="3360"/>
                    <a:pt x="99" y="3344"/>
                  </a:cubicBezTo>
                  <a:lnTo>
                    <a:pt x="1719" y="525"/>
                  </a:lnTo>
                  <a:lnTo>
                    <a:pt x="1636" y="479"/>
                  </a:lnTo>
                  <a:lnTo>
                    <a:pt x="250" y="2893"/>
                  </a:lnTo>
                  <a:lnTo>
                    <a:pt x="1179" y="32"/>
                  </a:lnTo>
                  <a:lnTo>
                    <a:pt x="1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6">
              <a:extLst>
                <a:ext uri="{FF2B5EF4-FFF2-40B4-BE49-F238E27FC236}">
                  <a16:creationId xmlns:a16="http://schemas.microsoft.com/office/drawing/2014/main" id="{B01E4FB8-7AC9-156F-776F-1C1285A1DC03}"/>
                </a:ext>
              </a:extLst>
            </p:cNvPr>
            <p:cNvSpPr/>
            <p:nvPr/>
          </p:nvSpPr>
          <p:spPr>
            <a:xfrm>
              <a:off x="1053200" y="2586425"/>
              <a:ext cx="121775" cy="366950"/>
            </a:xfrm>
            <a:custGeom>
              <a:avLst/>
              <a:gdLst/>
              <a:ahLst/>
              <a:cxnLst/>
              <a:rect l="l" t="t" r="r" b="b"/>
              <a:pathLst>
                <a:path w="4871" h="14678" extrusionOk="0">
                  <a:moveTo>
                    <a:pt x="4777" y="0"/>
                  </a:moveTo>
                  <a:lnTo>
                    <a:pt x="1" y="14651"/>
                  </a:lnTo>
                  <a:lnTo>
                    <a:pt x="94" y="14677"/>
                  </a:lnTo>
                  <a:lnTo>
                    <a:pt x="4871" y="31"/>
                  </a:lnTo>
                  <a:lnTo>
                    <a:pt x="4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6">
              <a:extLst>
                <a:ext uri="{FF2B5EF4-FFF2-40B4-BE49-F238E27FC236}">
                  <a16:creationId xmlns:a16="http://schemas.microsoft.com/office/drawing/2014/main" id="{338CC2AF-6A71-F619-D93C-1400329EC310}"/>
                </a:ext>
              </a:extLst>
            </p:cNvPr>
            <p:cNvSpPr/>
            <p:nvPr/>
          </p:nvSpPr>
          <p:spPr>
            <a:xfrm>
              <a:off x="1281375" y="3029400"/>
              <a:ext cx="47925" cy="143450"/>
            </a:xfrm>
            <a:custGeom>
              <a:avLst/>
              <a:gdLst/>
              <a:ahLst/>
              <a:cxnLst/>
              <a:rect l="l" t="t" r="r" b="b"/>
              <a:pathLst>
                <a:path w="1917" h="5738" extrusionOk="0">
                  <a:moveTo>
                    <a:pt x="1828" y="0"/>
                  </a:moveTo>
                  <a:lnTo>
                    <a:pt x="920" y="2077"/>
                  </a:lnTo>
                  <a:lnTo>
                    <a:pt x="634" y="2404"/>
                  </a:lnTo>
                  <a:cubicBezTo>
                    <a:pt x="629" y="2409"/>
                    <a:pt x="624" y="2420"/>
                    <a:pt x="624" y="2425"/>
                  </a:cubicBezTo>
                  <a:lnTo>
                    <a:pt x="1" y="5722"/>
                  </a:lnTo>
                  <a:lnTo>
                    <a:pt x="94" y="5737"/>
                  </a:lnTo>
                  <a:lnTo>
                    <a:pt x="712" y="2456"/>
                  </a:lnTo>
                  <a:lnTo>
                    <a:pt x="998" y="2139"/>
                  </a:lnTo>
                  <a:cubicBezTo>
                    <a:pt x="998" y="2134"/>
                    <a:pt x="1003" y="2129"/>
                    <a:pt x="1003" y="2124"/>
                  </a:cubicBezTo>
                  <a:lnTo>
                    <a:pt x="1916" y="42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6">
              <a:extLst>
                <a:ext uri="{FF2B5EF4-FFF2-40B4-BE49-F238E27FC236}">
                  <a16:creationId xmlns:a16="http://schemas.microsoft.com/office/drawing/2014/main" id="{CB40B43C-9DFE-B381-EF3C-5CEA81EBECE8}"/>
                </a:ext>
              </a:extLst>
            </p:cNvPr>
            <p:cNvSpPr/>
            <p:nvPr/>
          </p:nvSpPr>
          <p:spPr>
            <a:xfrm>
              <a:off x="1026075" y="3035500"/>
              <a:ext cx="199775" cy="146550"/>
            </a:xfrm>
            <a:custGeom>
              <a:avLst/>
              <a:gdLst/>
              <a:ahLst/>
              <a:cxnLst/>
              <a:rect l="l" t="t" r="r" b="b"/>
              <a:pathLst>
                <a:path w="7991" h="5862" extrusionOk="0">
                  <a:moveTo>
                    <a:pt x="94" y="0"/>
                  </a:moveTo>
                  <a:lnTo>
                    <a:pt x="1" y="26"/>
                  </a:lnTo>
                  <a:lnTo>
                    <a:pt x="535" y="1968"/>
                  </a:lnTo>
                  <a:cubicBezTo>
                    <a:pt x="535" y="1973"/>
                    <a:pt x="541" y="1978"/>
                    <a:pt x="541" y="1978"/>
                  </a:cubicBezTo>
                  <a:lnTo>
                    <a:pt x="930" y="2622"/>
                  </a:lnTo>
                  <a:lnTo>
                    <a:pt x="1787" y="5348"/>
                  </a:lnTo>
                  <a:cubicBezTo>
                    <a:pt x="1828" y="5727"/>
                    <a:pt x="4367" y="5862"/>
                    <a:pt x="6075" y="5862"/>
                  </a:cubicBezTo>
                  <a:cubicBezTo>
                    <a:pt x="6750" y="5862"/>
                    <a:pt x="7394" y="5846"/>
                    <a:pt x="7991" y="5810"/>
                  </a:cubicBezTo>
                  <a:lnTo>
                    <a:pt x="7985" y="5716"/>
                  </a:lnTo>
                  <a:cubicBezTo>
                    <a:pt x="7388" y="5748"/>
                    <a:pt x="6745" y="5763"/>
                    <a:pt x="6075" y="5763"/>
                  </a:cubicBezTo>
                  <a:cubicBezTo>
                    <a:pt x="3282" y="5763"/>
                    <a:pt x="1880" y="5493"/>
                    <a:pt x="1880" y="5343"/>
                  </a:cubicBezTo>
                  <a:cubicBezTo>
                    <a:pt x="1880" y="5337"/>
                    <a:pt x="1880" y="5332"/>
                    <a:pt x="1880" y="5327"/>
                  </a:cubicBezTo>
                  <a:lnTo>
                    <a:pt x="1023" y="2591"/>
                  </a:lnTo>
                  <a:cubicBezTo>
                    <a:pt x="1023" y="2586"/>
                    <a:pt x="1018" y="2581"/>
                    <a:pt x="1018" y="2581"/>
                  </a:cubicBezTo>
                  <a:lnTo>
                    <a:pt x="629" y="193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6">
              <a:extLst>
                <a:ext uri="{FF2B5EF4-FFF2-40B4-BE49-F238E27FC236}">
                  <a16:creationId xmlns:a16="http://schemas.microsoft.com/office/drawing/2014/main" id="{59770CAB-0593-B5BF-6EC8-C9FA4DB9F24B}"/>
                </a:ext>
              </a:extLst>
            </p:cNvPr>
            <p:cNvSpPr/>
            <p:nvPr/>
          </p:nvSpPr>
          <p:spPr>
            <a:xfrm>
              <a:off x="1172750" y="2888450"/>
              <a:ext cx="106050" cy="217800"/>
            </a:xfrm>
            <a:custGeom>
              <a:avLst/>
              <a:gdLst/>
              <a:ahLst/>
              <a:cxnLst/>
              <a:rect l="l" t="t" r="r" b="b"/>
              <a:pathLst>
                <a:path w="4242" h="8712" extrusionOk="0">
                  <a:moveTo>
                    <a:pt x="3364" y="0"/>
                  </a:moveTo>
                  <a:lnTo>
                    <a:pt x="3271" y="26"/>
                  </a:lnTo>
                  <a:lnTo>
                    <a:pt x="4138" y="3219"/>
                  </a:lnTo>
                  <a:lnTo>
                    <a:pt x="0" y="8655"/>
                  </a:lnTo>
                  <a:lnTo>
                    <a:pt x="78" y="8712"/>
                  </a:lnTo>
                  <a:lnTo>
                    <a:pt x="4231" y="3261"/>
                  </a:lnTo>
                  <a:cubicBezTo>
                    <a:pt x="4242" y="3250"/>
                    <a:pt x="4242" y="3235"/>
                    <a:pt x="4237" y="3219"/>
                  </a:cubicBezTo>
                  <a:lnTo>
                    <a:pt x="3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6">
              <a:extLst>
                <a:ext uri="{FF2B5EF4-FFF2-40B4-BE49-F238E27FC236}">
                  <a16:creationId xmlns:a16="http://schemas.microsoft.com/office/drawing/2014/main" id="{0DFDB27A-CCA3-2557-92A4-7D5DE778B721}"/>
                </a:ext>
              </a:extLst>
            </p:cNvPr>
            <p:cNvSpPr/>
            <p:nvPr/>
          </p:nvSpPr>
          <p:spPr>
            <a:xfrm>
              <a:off x="1172625" y="2586300"/>
              <a:ext cx="84375" cy="302675"/>
            </a:xfrm>
            <a:custGeom>
              <a:avLst/>
              <a:gdLst/>
              <a:ahLst/>
              <a:cxnLst/>
              <a:rect l="l" t="t" r="r" b="b"/>
              <a:pathLst>
                <a:path w="3375" h="12107" extrusionOk="0">
                  <a:moveTo>
                    <a:pt x="94" y="0"/>
                  </a:moveTo>
                  <a:lnTo>
                    <a:pt x="0" y="26"/>
                  </a:lnTo>
                  <a:lnTo>
                    <a:pt x="3281" y="12107"/>
                  </a:lnTo>
                  <a:lnTo>
                    <a:pt x="3375" y="12081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6">
              <a:extLst>
                <a:ext uri="{FF2B5EF4-FFF2-40B4-BE49-F238E27FC236}">
                  <a16:creationId xmlns:a16="http://schemas.microsoft.com/office/drawing/2014/main" id="{3B50FE48-8AAB-CB80-35E2-D8A15C86A8F3}"/>
                </a:ext>
              </a:extLst>
            </p:cNvPr>
            <p:cNvSpPr/>
            <p:nvPr/>
          </p:nvSpPr>
          <p:spPr>
            <a:xfrm>
              <a:off x="1066825" y="2585400"/>
              <a:ext cx="108225" cy="380025"/>
            </a:xfrm>
            <a:custGeom>
              <a:avLst/>
              <a:gdLst/>
              <a:ahLst/>
              <a:cxnLst/>
              <a:rect l="l" t="t" r="r" b="b"/>
              <a:pathLst>
                <a:path w="4329" h="15201" extrusionOk="0">
                  <a:moveTo>
                    <a:pt x="4275" y="0"/>
                  </a:moveTo>
                  <a:cubicBezTo>
                    <a:pt x="4256" y="0"/>
                    <a:pt x="4237" y="11"/>
                    <a:pt x="4232" y="36"/>
                  </a:cubicBezTo>
                  <a:lnTo>
                    <a:pt x="1" y="15175"/>
                  </a:lnTo>
                  <a:lnTo>
                    <a:pt x="94" y="15201"/>
                  </a:lnTo>
                  <a:lnTo>
                    <a:pt x="4232" y="405"/>
                  </a:lnTo>
                  <a:lnTo>
                    <a:pt x="4232" y="11852"/>
                  </a:lnTo>
                  <a:lnTo>
                    <a:pt x="4326" y="11852"/>
                  </a:lnTo>
                  <a:lnTo>
                    <a:pt x="4326" y="52"/>
                  </a:lnTo>
                  <a:cubicBezTo>
                    <a:pt x="4328" y="19"/>
                    <a:pt x="4301" y="0"/>
                    <a:pt x="4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6">
              <a:extLst>
                <a:ext uri="{FF2B5EF4-FFF2-40B4-BE49-F238E27FC236}">
                  <a16:creationId xmlns:a16="http://schemas.microsoft.com/office/drawing/2014/main" id="{C9E48B92-3DDD-AD07-26CC-27F932B9F15D}"/>
                </a:ext>
              </a:extLst>
            </p:cNvPr>
            <p:cNvSpPr/>
            <p:nvPr/>
          </p:nvSpPr>
          <p:spPr>
            <a:xfrm>
              <a:off x="1066975" y="2964500"/>
              <a:ext cx="107750" cy="141900"/>
            </a:xfrm>
            <a:custGeom>
              <a:avLst/>
              <a:gdLst/>
              <a:ahLst/>
              <a:cxnLst/>
              <a:rect l="l" t="t" r="r" b="b"/>
              <a:pathLst>
                <a:path w="4310" h="5676" extrusionOk="0">
                  <a:moveTo>
                    <a:pt x="78" y="1"/>
                  </a:moveTo>
                  <a:lnTo>
                    <a:pt x="0" y="58"/>
                  </a:lnTo>
                  <a:lnTo>
                    <a:pt x="4231" y="5675"/>
                  </a:lnTo>
                  <a:lnTo>
                    <a:pt x="4309" y="5618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6">
              <a:extLst>
                <a:ext uri="{FF2B5EF4-FFF2-40B4-BE49-F238E27FC236}">
                  <a16:creationId xmlns:a16="http://schemas.microsoft.com/office/drawing/2014/main" id="{7A696CBF-5CEA-2753-3DE3-175209A07E67}"/>
                </a:ext>
              </a:extLst>
            </p:cNvPr>
            <p:cNvSpPr/>
            <p:nvPr/>
          </p:nvSpPr>
          <p:spPr>
            <a:xfrm>
              <a:off x="1172625" y="3105450"/>
              <a:ext cx="6625" cy="75450"/>
            </a:xfrm>
            <a:custGeom>
              <a:avLst/>
              <a:gdLst/>
              <a:ahLst/>
              <a:cxnLst/>
              <a:rect l="l" t="t" r="r" b="b"/>
              <a:pathLst>
                <a:path w="265" h="3018" extrusionOk="0">
                  <a:moveTo>
                    <a:pt x="99" y="1"/>
                  </a:moveTo>
                  <a:lnTo>
                    <a:pt x="0" y="6"/>
                  </a:lnTo>
                  <a:lnTo>
                    <a:pt x="171" y="3017"/>
                  </a:lnTo>
                  <a:lnTo>
                    <a:pt x="265" y="3012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6">
              <a:extLst>
                <a:ext uri="{FF2B5EF4-FFF2-40B4-BE49-F238E27FC236}">
                  <a16:creationId xmlns:a16="http://schemas.microsoft.com/office/drawing/2014/main" id="{FC837AEA-7361-954A-7F2F-1C4BAEF852F9}"/>
                </a:ext>
              </a:extLst>
            </p:cNvPr>
            <p:cNvSpPr/>
            <p:nvPr/>
          </p:nvSpPr>
          <p:spPr>
            <a:xfrm>
              <a:off x="1146400" y="3283650"/>
              <a:ext cx="44025" cy="152275"/>
            </a:xfrm>
            <a:custGeom>
              <a:avLst/>
              <a:gdLst/>
              <a:ahLst/>
              <a:cxnLst/>
              <a:rect l="l" t="t" r="r" b="b"/>
              <a:pathLst>
                <a:path w="1761" h="6091" extrusionOk="0">
                  <a:moveTo>
                    <a:pt x="94" y="1"/>
                  </a:moveTo>
                  <a:lnTo>
                    <a:pt x="0" y="37"/>
                  </a:lnTo>
                  <a:cubicBezTo>
                    <a:pt x="21" y="79"/>
                    <a:pt x="1646" y="4658"/>
                    <a:pt x="68" y="6018"/>
                  </a:cubicBezTo>
                  <a:lnTo>
                    <a:pt x="135" y="6091"/>
                  </a:lnTo>
                  <a:cubicBezTo>
                    <a:pt x="1760" y="4684"/>
                    <a:pt x="161" y="193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6">
              <a:extLst>
                <a:ext uri="{FF2B5EF4-FFF2-40B4-BE49-F238E27FC236}">
                  <a16:creationId xmlns:a16="http://schemas.microsoft.com/office/drawing/2014/main" id="{095F4AAF-E837-BA17-2DCC-226492F134E7}"/>
                </a:ext>
              </a:extLst>
            </p:cNvPr>
            <p:cNvSpPr/>
            <p:nvPr/>
          </p:nvSpPr>
          <p:spPr>
            <a:xfrm>
              <a:off x="1098500" y="340412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94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6">
              <a:extLst>
                <a:ext uri="{FF2B5EF4-FFF2-40B4-BE49-F238E27FC236}">
                  <a16:creationId xmlns:a16="http://schemas.microsoft.com/office/drawing/2014/main" id="{FD8242BD-922A-CB44-C594-761DCA4CAC33}"/>
                </a:ext>
              </a:extLst>
            </p:cNvPr>
            <p:cNvSpPr/>
            <p:nvPr/>
          </p:nvSpPr>
          <p:spPr>
            <a:xfrm>
              <a:off x="1097075" y="340292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8" y="724"/>
                    <a:pt x="2136" y="734"/>
                    <a:pt x="2154" y="734"/>
                  </a:cubicBezTo>
                  <a:cubicBezTo>
                    <a:pt x="2164" y="734"/>
                    <a:pt x="2173" y="730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6"/>
                    <a:pt x="717" y="484"/>
                  </a:cubicBezTo>
                  <a:cubicBezTo>
                    <a:pt x="1" y="1636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lnTo>
                    <a:pt x="1304" y="2488"/>
                  </a:ln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39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3"/>
                    <a:pt x="1781" y="11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6">
              <a:extLst>
                <a:ext uri="{FF2B5EF4-FFF2-40B4-BE49-F238E27FC236}">
                  <a16:creationId xmlns:a16="http://schemas.microsoft.com/office/drawing/2014/main" id="{35D5DB9D-2CD4-09BE-E8EA-191F70B6B0AF}"/>
                </a:ext>
              </a:extLst>
            </p:cNvPr>
            <p:cNvSpPr/>
            <p:nvPr/>
          </p:nvSpPr>
          <p:spPr>
            <a:xfrm>
              <a:off x="1130550" y="342007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6">
              <a:extLst>
                <a:ext uri="{FF2B5EF4-FFF2-40B4-BE49-F238E27FC236}">
                  <a16:creationId xmlns:a16="http://schemas.microsoft.com/office/drawing/2014/main" id="{F2C48A6C-E89B-14D8-56DC-C432A31AEB21}"/>
                </a:ext>
              </a:extLst>
            </p:cNvPr>
            <p:cNvSpPr/>
            <p:nvPr/>
          </p:nvSpPr>
          <p:spPr>
            <a:xfrm>
              <a:off x="1129275" y="341902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6">
              <a:extLst>
                <a:ext uri="{FF2B5EF4-FFF2-40B4-BE49-F238E27FC236}">
                  <a16:creationId xmlns:a16="http://schemas.microsoft.com/office/drawing/2014/main" id="{7127A818-32CF-1CA3-C27B-236490182608}"/>
                </a:ext>
              </a:extLst>
            </p:cNvPr>
            <p:cNvSpPr/>
            <p:nvPr/>
          </p:nvSpPr>
          <p:spPr>
            <a:xfrm>
              <a:off x="1127825" y="3018750"/>
              <a:ext cx="30550" cy="69075"/>
            </a:xfrm>
            <a:custGeom>
              <a:avLst/>
              <a:gdLst/>
              <a:ahLst/>
              <a:cxnLst/>
              <a:rect l="l" t="t" r="r" b="b"/>
              <a:pathLst>
                <a:path w="1222" h="2763" extrusionOk="0">
                  <a:moveTo>
                    <a:pt x="1138" y="1"/>
                  </a:moveTo>
                  <a:cubicBezTo>
                    <a:pt x="1091" y="73"/>
                    <a:pt x="1" y="1813"/>
                    <a:pt x="323" y="2763"/>
                  </a:cubicBezTo>
                  <a:lnTo>
                    <a:pt x="416" y="2731"/>
                  </a:lnTo>
                  <a:cubicBezTo>
                    <a:pt x="105" y="1823"/>
                    <a:pt x="1211" y="73"/>
                    <a:pt x="1221" y="53"/>
                  </a:cubicBezTo>
                  <a:lnTo>
                    <a:pt x="1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6">
              <a:extLst>
                <a:ext uri="{FF2B5EF4-FFF2-40B4-BE49-F238E27FC236}">
                  <a16:creationId xmlns:a16="http://schemas.microsoft.com/office/drawing/2014/main" id="{07BCAD3C-B895-C824-2CB7-8C221F937DE1}"/>
                </a:ext>
              </a:extLst>
            </p:cNvPr>
            <p:cNvSpPr/>
            <p:nvPr/>
          </p:nvSpPr>
          <p:spPr>
            <a:xfrm>
              <a:off x="1012575" y="2955800"/>
              <a:ext cx="139950" cy="76875"/>
            </a:xfrm>
            <a:custGeom>
              <a:avLst/>
              <a:gdLst/>
              <a:ahLst/>
              <a:cxnLst/>
              <a:rect l="l" t="t" r="r" b="b"/>
              <a:pathLst>
                <a:path w="5598" h="3075" extrusionOk="0">
                  <a:moveTo>
                    <a:pt x="1672" y="1"/>
                  </a:moveTo>
                  <a:cubicBezTo>
                    <a:pt x="1327" y="1"/>
                    <a:pt x="978" y="186"/>
                    <a:pt x="722" y="759"/>
                  </a:cubicBezTo>
                  <a:cubicBezTo>
                    <a:pt x="1" y="2373"/>
                    <a:pt x="2135" y="3074"/>
                    <a:pt x="2135" y="3074"/>
                  </a:cubicBezTo>
                  <a:cubicBezTo>
                    <a:pt x="2135" y="3074"/>
                    <a:pt x="5597" y="1101"/>
                    <a:pt x="4429" y="686"/>
                  </a:cubicBezTo>
                  <a:cubicBezTo>
                    <a:pt x="3992" y="532"/>
                    <a:pt x="3670" y="484"/>
                    <a:pt x="3439" y="484"/>
                  </a:cubicBezTo>
                  <a:cubicBezTo>
                    <a:pt x="3053" y="484"/>
                    <a:pt x="2918" y="619"/>
                    <a:pt x="2918" y="619"/>
                  </a:cubicBezTo>
                  <a:cubicBezTo>
                    <a:pt x="2918" y="619"/>
                    <a:pt x="2303" y="1"/>
                    <a:pt x="16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6">
              <a:extLst>
                <a:ext uri="{FF2B5EF4-FFF2-40B4-BE49-F238E27FC236}">
                  <a16:creationId xmlns:a16="http://schemas.microsoft.com/office/drawing/2014/main" id="{E503ADE1-B69E-44ED-3A20-F7B6A624DB3D}"/>
                </a:ext>
              </a:extLst>
            </p:cNvPr>
            <p:cNvSpPr/>
            <p:nvPr/>
          </p:nvSpPr>
          <p:spPr>
            <a:xfrm>
              <a:off x="1024400" y="2954650"/>
              <a:ext cx="107750" cy="79250"/>
            </a:xfrm>
            <a:custGeom>
              <a:avLst/>
              <a:gdLst/>
              <a:ahLst/>
              <a:cxnLst/>
              <a:rect l="l" t="t" r="r" b="b"/>
              <a:pathLst>
                <a:path w="4310" h="3170" extrusionOk="0">
                  <a:moveTo>
                    <a:pt x="1194" y="93"/>
                  </a:moveTo>
                  <a:cubicBezTo>
                    <a:pt x="1802" y="93"/>
                    <a:pt x="2404" y="690"/>
                    <a:pt x="2414" y="701"/>
                  </a:cubicBezTo>
                  <a:cubicBezTo>
                    <a:pt x="2425" y="709"/>
                    <a:pt x="2436" y="713"/>
                    <a:pt x="2448" y="713"/>
                  </a:cubicBezTo>
                  <a:cubicBezTo>
                    <a:pt x="2460" y="713"/>
                    <a:pt x="2471" y="709"/>
                    <a:pt x="2482" y="701"/>
                  </a:cubicBezTo>
                  <a:cubicBezTo>
                    <a:pt x="2482" y="698"/>
                    <a:pt x="2612" y="581"/>
                    <a:pt x="2969" y="581"/>
                  </a:cubicBezTo>
                  <a:cubicBezTo>
                    <a:pt x="3195" y="581"/>
                    <a:pt x="3510" y="628"/>
                    <a:pt x="3941" y="779"/>
                  </a:cubicBezTo>
                  <a:cubicBezTo>
                    <a:pt x="4076" y="825"/>
                    <a:pt x="4143" y="893"/>
                    <a:pt x="4148" y="981"/>
                  </a:cubicBezTo>
                  <a:cubicBezTo>
                    <a:pt x="4195" y="1495"/>
                    <a:pt x="2388" y="2653"/>
                    <a:pt x="1656" y="3068"/>
                  </a:cubicBezTo>
                  <a:cubicBezTo>
                    <a:pt x="1511" y="3016"/>
                    <a:pt x="571" y="2653"/>
                    <a:pt x="255" y="1942"/>
                  </a:cubicBezTo>
                  <a:cubicBezTo>
                    <a:pt x="104" y="1599"/>
                    <a:pt x="114" y="1220"/>
                    <a:pt x="296" y="825"/>
                  </a:cubicBezTo>
                  <a:cubicBezTo>
                    <a:pt x="478" y="405"/>
                    <a:pt x="732" y="166"/>
                    <a:pt x="1044" y="109"/>
                  </a:cubicBezTo>
                  <a:cubicBezTo>
                    <a:pt x="1090" y="99"/>
                    <a:pt x="1142" y="93"/>
                    <a:pt x="1194" y="93"/>
                  </a:cubicBezTo>
                  <a:close/>
                  <a:moveTo>
                    <a:pt x="1195" y="0"/>
                  </a:moveTo>
                  <a:cubicBezTo>
                    <a:pt x="1138" y="0"/>
                    <a:pt x="1080" y="5"/>
                    <a:pt x="1023" y="16"/>
                  </a:cubicBezTo>
                  <a:cubicBezTo>
                    <a:pt x="680" y="78"/>
                    <a:pt x="405" y="337"/>
                    <a:pt x="203" y="784"/>
                  </a:cubicBezTo>
                  <a:cubicBezTo>
                    <a:pt x="16" y="1210"/>
                    <a:pt x="0" y="1615"/>
                    <a:pt x="166" y="1983"/>
                  </a:cubicBezTo>
                  <a:cubicBezTo>
                    <a:pt x="525" y="2793"/>
                    <a:pt x="1604" y="3151"/>
                    <a:pt x="1646" y="3167"/>
                  </a:cubicBezTo>
                  <a:lnTo>
                    <a:pt x="1662" y="3167"/>
                  </a:lnTo>
                  <a:cubicBezTo>
                    <a:pt x="1665" y="3169"/>
                    <a:pt x="1668" y="3169"/>
                    <a:pt x="1672" y="3169"/>
                  </a:cubicBezTo>
                  <a:cubicBezTo>
                    <a:pt x="1678" y="3169"/>
                    <a:pt x="1684" y="3167"/>
                    <a:pt x="1687" y="3167"/>
                  </a:cubicBezTo>
                  <a:cubicBezTo>
                    <a:pt x="1797" y="3105"/>
                    <a:pt x="4309" y="1661"/>
                    <a:pt x="4247" y="976"/>
                  </a:cubicBezTo>
                  <a:cubicBezTo>
                    <a:pt x="4237" y="846"/>
                    <a:pt x="4143" y="748"/>
                    <a:pt x="3977" y="690"/>
                  </a:cubicBezTo>
                  <a:cubicBezTo>
                    <a:pt x="3534" y="534"/>
                    <a:pt x="3205" y="485"/>
                    <a:pt x="2967" y="485"/>
                  </a:cubicBezTo>
                  <a:cubicBezTo>
                    <a:pt x="2674" y="485"/>
                    <a:pt x="2516" y="559"/>
                    <a:pt x="2451" y="602"/>
                  </a:cubicBezTo>
                  <a:cubicBezTo>
                    <a:pt x="2314" y="475"/>
                    <a:pt x="1766" y="0"/>
                    <a:pt x="1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6">
              <a:extLst>
                <a:ext uri="{FF2B5EF4-FFF2-40B4-BE49-F238E27FC236}">
                  <a16:creationId xmlns:a16="http://schemas.microsoft.com/office/drawing/2014/main" id="{BEE4DB22-FD03-93D5-224F-8C4D3E64CE58}"/>
                </a:ext>
              </a:extLst>
            </p:cNvPr>
            <p:cNvSpPr/>
            <p:nvPr/>
          </p:nvSpPr>
          <p:spPr>
            <a:xfrm>
              <a:off x="1063325" y="2971250"/>
              <a:ext cx="22225" cy="41825"/>
            </a:xfrm>
            <a:custGeom>
              <a:avLst/>
              <a:gdLst/>
              <a:ahLst/>
              <a:cxnLst/>
              <a:rect l="l" t="t" r="r" b="b"/>
              <a:pathLst>
                <a:path w="889" h="1673" extrusionOk="0">
                  <a:moveTo>
                    <a:pt x="888" y="1"/>
                  </a:moveTo>
                  <a:lnTo>
                    <a:pt x="888" y="1"/>
                  </a:lnTo>
                  <a:cubicBezTo>
                    <a:pt x="369" y="405"/>
                    <a:pt x="42" y="1013"/>
                    <a:pt x="1" y="1672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6">
              <a:extLst>
                <a:ext uri="{FF2B5EF4-FFF2-40B4-BE49-F238E27FC236}">
                  <a16:creationId xmlns:a16="http://schemas.microsoft.com/office/drawing/2014/main" id="{C744C880-3233-76A7-FB7E-C2C7CC328D75}"/>
                </a:ext>
              </a:extLst>
            </p:cNvPr>
            <p:cNvSpPr/>
            <p:nvPr/>
          </p:nvSpPr>
          <p:spPr>
            <a:xfrm>
              <a:off x="1062025" y="297035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0"/>
                  </a:moveTo>
                  <a:cubicBezTo>
                    <a:pt x="375" y="410"/>
                    <a:pt x="42" y="1033"/>
                    <a:pt x="1" y="1708"/>
                  </a:cubicBezTo>
                  <a:lnTo>
                    <a:pt x="99" y="1708"/>
                  </a:lnTo>
                  <a:cubicBezTo>
                    <a:pt x="146" y="1064"/>
                    <a:pt x="463" y="473"/>
                    <a:pt x="972" y="78"/>
                  </a:cubicBez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6">
              <a:extLst>
                <a:ext uri="{FF2B5EF4-FFF2-40B4-BE49-F238E27FC236}">
                  <a16:creationId xmlns:a16="http://schemas.microsoft.com/office/drawing/2014/main" id="{70304565-D6F1-9C97-A3CC-408DF8896833}"/>
                </a:ext>
              </a:extLst>
            </p:cNvPr>
            <p:cNvSpPr/>
            <p:nvPr/>
          </p:nvSpPr>
          <p:spPr>
            <a:xfrm>
              <a:off x="1082025" y="2975375"/>
              <a:ext cx="139925" cy="76900"/>
            </a:xfrm>
            <a:custGeom>
              <a:avLst/>
              <a:gdLst/>
              <a:ahLst/>
              <a:cxnLst/>
              <a:rect l="l" t="t" r="r" b="b"/>
              <a:pathLst>
                <a:path w="5597" h="3076" extrusionOk="0">
                  <a:moveTo>
                    <a:pt x="1667" y="0"/>
                  </a:moveTo>
                  <a:cubicBezTo>
                    <a:pt x="1323" y="0"/>
                    <a:pt x="975" y="184"/>
                    <a:pt x="722" y="754"/>
                  </a:cubicBezTo>
                  <a:cubicBezTo>
                    <a:pt x="0" y="2374"/>
                    <a:pt x="2134" y="3075"/>
                    <a:pt x="2134" y="3075"/>
                  </a:cubicBezTo>
                  <a:cubicBezTo>
                    <a:pt x="2134" y="3075"/>
                    <a:pt x="5597" y="1097"/>
                    <a:pt x="4429" y="687"/>
                  </a:cubicBezTo>
                  <a:cubicBezTo>
                    <a:pt x="3991" y="533"/>
                    <a:pt x="3670" y="485"/>
                    <a:pt x="3439" y="485"/>
                  </a:cubicBezTo>
                  <a:cubicBezTo>
                    <a:pt x="3052" y="485"/>
                    <a:pt x="2918" y="619"/>
                    <a:pt x="2918" y="619"/>
                  </a:cubicBezTo>
                  <a:cubicBezTo>
                    <a:pt x="2918" y="619"/>
                    <a:pt x="2299" y="0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6">
              <a:extLst>
                <a:ext uri="{FF2B5EF4-FFF2-40B4-BE49-F238E27FC236}">
                  <a16:creationId xmlns:a16="http://schemas.microsoft.com/office/drawing/2014/main" id="{7E78C385-A07A-F01C-0BA2-40BB2E4AF518}"/>
                </a:ext>
              </a:extLst>
            </p:cNvPr>
            <p:cNvSpPr/>
            <p:nvPr/>
          </p:nvSpPr>
          <p:spPr>
            <a:xfrm>
              <a:off x="1093825" y="2974225"/>
              <a:ext cx="107750" cy="79200"/>
            </a:xfrm>
            <a:custGeom>
              <a:avLst/>
              <a:gdLst/>
              <a:ahLst/>
              <a:cxnLst/>
              <a:rect l="l" t="t" r="r" b="b"/>
              <a:pathLst>
                <a:path w="4310" h="3168" extrusionOk="0">
                  <a:moveTo>
                    <a:pt x="1195" y="94"/>
                  </a:moveTo>
                  <a:cubicBezTo>
                    <a:pt x="1797" y="94"/>
                    <a:pt x="2404" y="691"/>
                    <a:pt x="2415" y="702"/>
                  </a:cubicBezTo>
                  <a:cubicBezTo>
                    <a:pt x="2425" y="710"/>
                    <a:pt x="2437" y="713"/>
                    <a:pt x="2448" y="713"/>
                  </a:cubicBezTo>
                  <a:cubicBezTo>
                    <a:pt x="2459" y="713"/>
                    <a:pt x="2469" y="710"/>
                    <a:pt x="2477" y="702"/>
                  </a:cubicBezTo>
                  <a:cubicBezTo>
                    <a:pt x="2480" y="699"/>
                    <a:pt x="2611" y="580"/>
                    <a:pt x="2968" y="580"/>
                  </a:cubicBezTo>
                  <a:cubicBezTo>
                    <a:pt x="3194" y="580"/>
                    <a:pt x="3510" y="627"/>
                    <a:pt x="3941" y="780"/>
                  </a:cubicBezTo>
                  <a:cubicBezTo>
                    <a:pt x="4071" y="826"/>
                    <a:pt x="4139" y="894"/>
                    <a:pt x="4149" y="982"/>
                  </a:cubicBezTo>
                  <a:cubicBezTo>
                    <a:pt x="4196" y="1496"/>
                    <a:pt x="2384" y="2649"/>
                    <a:pt x="1657" y="3069"/>
                  </a:cubicBezTo>
                  <a:cubicBezTo>
                    <a:pt x="1506" y="3012"/>
                    <a:pt x="567" y="2654"/>
                    <a:pt x="255" y="1937"/>
                  </a:cubicBezTo>
                  <a:cubicBezTo>
                    <a:pt x="99" y="1595"/>
                    <a:pt x="115" y="1221"/>
                    <a:pt x="291" y="821"/>
                  </a:cubicBezTo>
                  <a:cubicBezTo>
                    <a:pt x="478" y="406"/>
                    <a:pt x="728" y="167"/>
                    <a:pt x="1039" y="110"/>
                  </a:cubicBezTo>
                  <a:cubicBezTo>
                    <a:pt x="1091" y="100"/>
                    <a:pt x="1143" y="94"/>
                    <a:pt x="1195" y="94"/>
                  </a:cubicBezTo>
                  <a:close/>
                  <a:moveTo>
                    <a:pt x="1201" y="0"/>
                  </a:moveTo>
                  <a:cubicBezTo>
                    <a:pt x="1142" y="0"/>
                    <a:pt x="1083" y="5"/>
                    <a:pt x="1024" y="16"/>
                  </a:cubicBezTo>
                  <a:cubicBezTo>
                    <a:pt x="676" y="79"/>
                    <a:pt x="400" y="338"/>
                    <a:pt x="203" y="785"/>
                  </a:cubicBezTo>
                  <a:cubicBezTo>
                    <a:pt x="16" y="1211"/>
                    <a:pt x="1" y="1610"/>
                    <a:pt x="167" y="1979"/>
                  </a:cubicBezTo>
                  <a:cubicBezTo>
                    <a:pt x="525" y="2789"/>
                    <a:pt x="1600" y="3152"/>
                    <a:pt x="1647" y="3168"/>
                  </a:cubicBezTo>
                  <a:lnTo>
                    <a:pt x="1662" y="3168"/>
                  </a:lnTo>
                  <a:cubicBezTo>
                    <a:pt x="1672" y="3168"/>
                    <a:pt x="1678" y="3168"/>
                    <a:pt x="1688" y="3163"/>
                  </a:cubicBezTo>
                  <a:cubicBezTo>
                    <a:pt x="1797" y="3100"/>
                    <a:pt x="4310" y="1662"/>
                    <a:pt x="4248" y="972"/>
                  </a:cubicBezTo>
                  <a:cubicBezTo>
                    <a:pt x="4232" y="842"/>
                    <a:pt x="4144" y="749"/>
                    <a:pt x="3972" y="691"/>
                  </a:cubicBezTo>
                  <a:cubicBezTo>
                    <a:pt x="3529" y="535"/>
                    <a:pt x="3202" y="486"/>
                    <a:pt x="2964" y="486"/>
                  </a:cubicBezTo>
                  <a:cubicBezTo>
                    <a:pt x="2673" y="486"/>
                    <a:pt x="2517" y="560"/>
                    <a:pt x="2451" y="603"/>
                  </a:cubicBezTo>
                  <a:cubicBezTo>
                    <a:pt x="2315" y="476"/>
                    <a:pt x="1770" y="0"/>
                    <a:pt x="1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6">
              <a:extLst>
                <a:ext uri="{FF2B5EF4-FFF2-40B4-BE49-F238E27FC236}">
                  <a16:creationId xmlns:a16="http://schemas.microsoft.com/office/drawing/2014/main" id="{7A12DC45-F4CA-CAD0-2EAF-25A315774884}"/>
                </a:ext>
              </a:extLst>
            </p:cNvPr>
            <p:cNvSpPr/>
            <p:nvPr/>
          </p:nvSpPr>
          <p:spPr>
            <a:xfrm>
              <a:off x="1132650" y="2990850"/>
              <a:ext cx="22350" cy="41675"/>
            </a:xfrm>
            <a:custGeom>
              <a:avLst/>
              <a:gdLst/>
              <a:ahLst/>
              <a:cxnLst/>
              <a:rect l="l" t="t" r="r" b="b"/>
              <a:pathLst>
                <a:path w="894" h="1667" extrusionOk="0">
                  <a:moveTo>
                    <a:pt x="893" y="0"/>
                  </a:moveTo>
                  <a:cubicBezTo>
                    <a:pt x="369" y="405"/>
                    <a:pt x="47" y="1013"/>
                    <a:pt x="0" y="1667"/>
                  </a:cubicBezTo>
                  <a:lnTo>
                    <a:pt x="8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6">
              <a:extLst>
                <a:ext uri="{FF2B5EF4-FFF2-40B4-BE49-F238E27FC236}">
                  <a16:creationId xmlns:a16="http://schemas.microsoft.com/office/drawing/2014/main" id="{6D6BD50B-2B0B-833D-A22C-EB04396D7D1E}"/>
                </a:ext>
              </a:extLst>
            </p:cNvPr>
            <p:cNvSpPr/>
            <p:nvPr/>
          </p:nvSpPr>
          <p:spPr>
            <a:xfrm>
              <a:off x="1131475" y="298980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1"/>
                  </a:moveTo>
                  <a:cubicBezTo>
                    <a:pt x="374" y="416"/>
                    <a:pt x="42" y="1039"/>
                    <a:pt x="0" y="1709"/>
                  </a:cubicBezTo>
                  <a:lnTo>
                    <a:pt x="99" y="1709"/>
                  </a:lnTo>
                  <a:cubicBezTo>
                    <a:pt x="146" y="1070"/>
                    <a:pt x="462" y="473"/>
                    <a:pt x="971" y="7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6">
              <a:extLst>
                <a:ext uri="{FF2B5EF4-FFF2-40B4-BE49-F238E27FC236}">
                  <a16:creationId xmlns:a16="http://schemas.microsoft.com/office/drawing/2014/main" id="{6A88B7A2-B282-BC04-21DB-18E65D01F524}"/>
                </a:ext>
              </a:extLst>
            </p:cNvPr>
            <p:cNvSpPr/>
            <p:nvPr/>
          </p:nvSpPr>
          <p:spPr>
            <a:xfrm>
              <a:off x="1053725" y="3010575"/>
              <a:ext cx="86200" cy="76350"/>
            </a:xfrm>
            <a:custGeom>
              <a:avLst/>
              <a:gdLst/>
              <a:ahLst/>
              <a:cxnLst/>
              <a:rect l="l" t="t" r="r" b="b"/>
              <a:pathLst>
                <a:path w="3448" h="3054" extrusionOk="0">
                  <a:moveTo>
                    <a:pt x="1466" y="1"/>
                  </a:moveTo>
                  <a:cubicBezTo>
                    <a:pt x="1288" y="1"/>
                    <a:pt x="1072" y="156"/>
                    <a:pt x="821" y="603"/>
                  </a:cubicBezTo>
                  <a:cubicBezTo>
                    <a:pt x="1" y="2056"/>
                    <a:pt x="1008" y="3053"/>
                    <a:pt x="1008" y="3053"/>
                  </a:cubicBezTo>
                  <a:cubicBezTo>
                    <a:pt x="1008" y="3053"/>
                    <a:pt x="3448" y="1662"/>
                    <a:pt x="2903" y="1091"/>
                  </a:cubicBezTo>
                  <a:cubicBezTo>
                    <a:pt x="2629" y="799"/>
                    <a:pt x="2422" y="727"/>
                    <a:pt x="2284" y="727"/>
                  </a:cubicBezTo>
                  <a:cubicBezTo>
                    <a:pt x="2151" y="727"/>
                    <a:pt x="2082" y="795"/>
                    <a:pt x="2082" y="795"/>
                  </a:cubicBezTo>
                  <a:cubicBezTo>
                    <a:pt x="2082" y="795"/>
                    <a:pt x="1870" y="1"/>
                    <a:pt x="1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66">
              <a:extLst>
                <a:ext uri="{FF2B5EF4-FFF2-40B4-BE49-F238E27FC236}">
                  <a16:creationId xmlns:a16="http://schemas.microsoft.com/office/drawing/2014/main" id="{0B837F8D-1091-6902-B511-30846893B454}"/>
                </a:ext>
              </a:extLst>
            </p:cNvPr>
            <p:cNvSpPr/>
            <p:nvPr/>
          </p:nvSpPr>
          <p:spPr>
            <a:xfrm>
              <a:off x="1052425" y="3009350"/>
              <a:ext cx="77525" cy="78750"/>
            </a:xfrm>
            <a:custGeom>
              <a:avLst/>
              <a:gdLst/>
              <a:ahLst/>
              <a:cxnLst/>
              <a:rect l="l" t="t" r="r" b="b"/>
              <a:pathLst>
                <a:path w="3101" h="3150" extrusionOk="0">
                  <a:moveTo>
                    <a:pt x="1517" y="96"/>
                  </a:moveTo>
                  <a:lnTo>
                    <a:pt x="1543" y="101"/>
                  </a:lnTo>
                  <a:cubicBezTo>
                    <a:pt x="1885" y="143"/>
                    <a:pt x="2082" y="849"/>
                    <a:pt x="2082" y="854"/>
                  </a:cubicBezTo>
                  <a:cubicBezTo>
                    <a:pt x="2088" y="875"/>
                    <a:pt x="2098" y="885"/>
                    <a:pt x="2114" y="891"/>
                  </a:cubicBezTo>
                  <a:cubicBezTo>
                    <a:pt x="2118" y="892"/>
                    <a:pt x="2122" y="893"/>
                    <a:pt x="2127" y="893"/>
                  </a:cubicBezTo>
                  <a:cubicBezTo>
                    <a:pt x="2140" y="893"/>
                    <a:pt x="2153" y="888"/>
                    <a:pt x="2160" y="880"/>
                  </a:cubicBezTo>
                  <a:cubicBezTo>
                    <a:pt x="2207" y="843"/>
                    <a:pt x="2262" y="822"/>
                    <a:pt x="2322" y="822"/>
                  </a:cubicBezTo>
                  <a:cubicBezTo>
                    <a:pt x="2328" y="822"/>
                    <a:pt x="2335" y="823"/>
                    <a:pt x="2342" y="823"/>
                  </a:cubicBezTo>
                  <a:cubicBezTo>
                    <a:pt x="2456" y="828"/>
                    <a:pt x="2648" y="891"/>
                    <a:pt x="2918" y="1171"/>
                  </a:cubicBezTo>
                  <a:cubicBezTo>
                    <a:pt x="2970" y="1223"/>
                    <a:pt x="2996" y="1301"/>
                    <a:pt x="2981" y="1373"/>
                  </a:cubicBezTo>
                  <a:cubicBezTo>
                    <a:pt x="2898" y="1945"/>
                    <a:pt x="1314" y="2889"/>
                    <a:pt x="1065" y="3035"/>
                  </a:cubicBezTo>
                  <a:cubicBezTo>
                    <a:pt x="909" y="2869"/>
                    <a:pt x="182" y="1965"/>
                    <a:pt x="909" y="673"/>
                  </a:cubicBezTo>
                  <a:cubicBezTo>
                    <a:pt x="1127" y="294"/>
                    <a:pt x="1330" y="96"/>
                    <a:pt x="1517" y="96"/>
                  </a:cubicBezTo>
                  <a:close/>
                  <a:moveTo>
                    <a:pt x="1524" y="1"/>
                  </a:moveTo>
                  <a:cubicBezTo>
                    <a:pt x="1302" y="1"/>
                    <a:pt x="1067" y="209"/>
                    <a:pt x="831" y="626"/>
                  </a:cubicBezTo>
                  <a:cubicBezTo>
                    <a:pt x="1" y="2095"/>
                    <a:pt x="1013" y="3123"/>
                    <a:pt x="1029" y="3133"/>
                  </a:cubicBezTo>
                  <a:cubicBezTo>
                    <a:pt x="1034" y="3144"/>
                    <a:pt x="1049" y="3149"/>
                    <a:pt x="1060" y="3149"/>
                  </a:cubicBezTo>
                  <a:cubicBezTo>
                    <a:pt x="1070" y="3149"/>
                    <a:pt x="1075" y="3144"/>
                    <a:pt x="1086" y="3139"/>
                  </a:cubicBezTo>
                  <a:cubicBezTo>
                    <a:pt x="1164" y="3097"/>
                    <a:pt x="2986" y="2054"/>
                    <a:pt x="3084" y="1389"/>
                  </a:cubicBezTo>
                  <a:cubicBezTo>
                    <a:pt x="3100" y="1285"/>
                    <a:pt x="3069" y="1176"/>
                    <a:pt x="2996" y="1103"/>
                  </a:cubicBezTo>
                  <a:cubicBezTo>
                    <a:pt x="2757" y="859"/>
                    <a:pt x="2539" y="730"/>
                    <a:pt x="2347" y="730"/>
                  </a:cubicBezTo>
                  <a:cubicBezTo>
                    <a:pt x="2339" y="729"/>
                    <a:pt x="2330" y="729"/>
                    <a:pt x="2321" y="729"/>
                  </a:cubicBezTo>
                  <a:cubicBezTo>
                    <a:pt x="2264" y="729"/>
                    <a:pt x="2211" y="743"/>
                    <a:pt x="2166" y="766"/>
                  </a:cubicBezTo>
                  <a:cubicBezTo>
                    <a:pt x="2103" y="579"/>
                    <a:pt x="1906" y="44"/>
                    <a:pt x="1563" y="3"/>
                  </a:cubicBezTo>
                  <a:cubicBezTo>
                    <a:pt x="1550" y="1"/>
                    <a:pt x="1537" y="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66">
              <a:extLst>
                <a:ext uri="{FF2B5EF4-FFF2-40B4-BE49-F238E27FC236}">
                  <a16:creationId xmlns:a16="http://schemas.microsoft.com/office/drawing/2014/main" id="{A76AFA2B-F704-9F33-4D0A-8102A9B9FC15}"/>
                </a:ext>
              </a:extLst>
            </p:cNvPr>
            <p:cNvSpPr/>
            <p:nvPr/>
          </p:nvSpPr>
          <p:spPr>
            <a:xfrm>
              <a:off x="1082550" y="3030425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29" y="1"/>
                  </a:moveTo>
                  <a:lnTo>
                    <a:pt x="929" y="1"/>
                  </a:lnTo>
                  <a:cubicBezTo>
                    <a:pt x="254" y="546"/>
                    <a:pt x="0" y="1481"/>
                    <a:pt x="0" y="1481"/>
                  </a:cubicBezTo>
                  <a:lnTo>
                    <a:pt x="9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6">
              <a:extLst>
                <a:ext uri="{FF2B5EF4-FFF2-40B4-BE49-F238E27FC236}">
                  <a16:creationId xmlns:a16="http://schemas.microsoft.com/office/drawing/2014/main" id="{B4A4B017-7CA4-125B-AA16-077ABB529C03}"/>
                </a:ext>
              </a:extLst>
            </p:cNvPr>
            <p:cNvSpPr/>
            <p:nvPr/>
          </p:nvSpPr>
          <p:spPr>
            <a:xfrm>
              <a:off x="1081375" y="3029525"/>
              <a:ext cx="25200" cy="38325"/>
            </a:xfrm>
            <a:custGeom>
              <a:avLst/>
              <a:gdLst/>
              <a:ahLst/>
              <a:cxnLst/>
              <a:rect l="l" t="t" r="r" b="b"/>
              <a:pathLst>
                <a:path w="1008" h="1533" extrusionOk="0">
                  <a:moveTo>
                    <a:pt x="945" y="1"/>
                  </a:moveTo>
                  <a:cubicBezTo>
                    <a:pt x="265" y="546"/>
                    <a:pt x="11" y="1465"/>
                    <a:pt x="0" y="1506"/>
                  </a:cubicBezTo>
                  <a:lnTo>
                    <a:pt x="94" y="1532"/>
                  </a:lnTo>
                  <a:cubicBezTo>
                    <a:pt x="94" y="1522"/>
                    <a:pt x="348" y="603"/>
                    <a:pt x="1008" y="73"/>
                  </a:cubicBezTo>
                  <a:lnTo>
                    <a:pt x="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6">
              <a:extLst>
                <a:ext uri="{FF2B5EF4-FFF2-40B4-BE49-F238E27FC236}">
                  <a16:creationId xmlns:a16="http://schemas.microsoft.com/office/drawing/2014/main" id="{72AF23D6-6C3B-95BD-74EE-77A40A315CDF}"/>
                </a:ext>
              </a:extLst>
            </p:cNvPr>
            <p:cNvSpPr/>
            <p:nvPr/>
          </p:nvSpPr>
          <p:spPr>
            <a:xfrm>
              <a:off x="1259175" y="2986150"/>
              <a:ext cx="81150" cy="63525"/>
            </a:xfrm>
            <a:custGeom>
              <a:avLst/>
              <a:gdLst/>
              <a:ahLst/>
              <a:cxnLst/>
              <a:rect l="l" t="t" r="r" b="b"/>
              <a:pathLst>
                <a:path w="3246" h="2541" extrusionOk="0">
                  <a:moveTo>
                    <a:pt x="1174" y="0"/>
                  </a:moveTo>
                  <a:cubicBezTo>
                    <a:pt x="598" y="0"/>
                    <a:pt x="821" y="1024"/>
                    <a:pt x="821" y="1024"/>
                  </a:cubicBezTo>
                  <a:cubicBezTo>
                    <a:pt x="821" y="1024"/>
                    <a:pt x="799" y="1017"/>
                    <a:pt x="763" y="1017"/>
                  </a:cubicBezTo>
                  <a:cubicBezTo>
                    <a:pt x="649" y="1017"/>
                    <a:pt x="390" y="1086"/>
                    <a:pt x="224" y="1663"/>
                  </a:cubicBezTo>
                  <a:cubicBezTo>
                    <a:pt x="1" y="2421"/>
                    <a:pt x="2804" y="2540"/>
                    <a:pt x="2804" y="2540"/>
                  </a:cubicBezTo>
                  <a:cubicBezTo>
                    <a:pt x="2804" y="2540"/>
                    <a:pt x="3246" y="1196"/>
                    <a:pt x="1854" y="277"/>
                  </a:cubicBezTo>
                  <a:cubicBezTo>
                    <a:pt x="1553" y="78"/>
                    <a:pt x="1333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6">
              <a:extLst>
                <a:ext uri="{FF2B5EF4-FFF2-40B4-BE49-F238E27FC236}">
                  <a16:creationId xmlns:a16="http://schemas.microsoft.com/office/drawing/2014/main" id="{A758DF59-5543-B55C-FE39-B5C80F9273F3}"/>
                </a:ext>
              </a:extLst>
            </p:cNvPr>
            <p:cNvSpPr/>
            <p:nvPr/>
          </p:nvSpPr>
          <p:spPr>
            <a:xfrm>
              <a:off x="1262825" y="2984800"/>
              <a:ext cx="78675" cy="66050"/>
            </a:xfrm>
            <a:custGeom>
              <a:avLst/>
              <a:gdLst/>
              <a:ahLst/>
              <a:cxnLst/>
              <a:rect l="l" t="t" r="r" b="b"/>
              <a:pathLst>
                <a:path w="3147" h="2642" extrusionOk="0">
                  <a:moveTo>
                    <a:pt x="1030" y="103"/>
                  </a:moveTo>
                  <a:cubicBezTo>
                    <a:pt x="1194" y="103"/>
                    <a:pt x="1415" y="191"/>
                    <a:pt x="1682" y="367"/>
                  </a:cubicBezTo>
                  <a:cubicBezTo>
                    <a:pt x="2923" y="1187"/>
                    <a:pt x="2684" y="2324"/>
                    <a:pt x="2627" y="2542"/>
                  </a:cubicBezTo>
                  <a:cubicBezTo>
                    <a:pt x="2337" y="2527"/>
                    <a:pt x="499" y="2413"/>
                    <a:pt x="161" y="1940"/>
                  </a:cubicBezTo>
                  <a:cubicBezTo>
                    <a:pt x="115" y="1883"/>
                    <a:pt x="99" y="1800"/>
                    <a:pt x="125" y="1727"/>
                  </a:cubicBezTo>
                  <a:cubicBezTo>
                    <a:pt x="234" y="1359"/>
                    <a:pt x="374" y="1213"/>
                    <a:pt x="478" y="1156"/>
                  </a:cubicBezTo>
                  <a:cubicBezTo>
                    <a:pt x="519" y="1135"/>
                    <a:pt x="566" y="1120"/>
                    <a:pt x="618" y="1120"/>
                  </a:cubicBezTo>
                  <a:cubicBezTo>
                    <a:pt x="634" y="1120"/>
                    <a:pt x="649" y="1125"/>
                    <a:pt x="665" y="1125"/>
                  </a:cubicBezTo>
                  <a:cubicBezTo>
                    <a:pt x="671" y="1128"/>
                    <a:pt x="678" y="1129"/>
                    <a:pt x="684" y="1129"/>
                  </a:cubicBezTo>
                  <a:cubicBezTo>
                    <a:pt x="713" y="1129"/>
                    <a:pt x="736" y="1102"/>
                    <a:pt x="727" y="1068"/>
                  </a:cubicBezTo>
                  <a:cubicBezTo>
                    <a:pt x="727" y="1063"/>
                    <a:pt x="571" y="346"/>
                    <a:pt x="857" y="149"/>
                  </a:cubicBezTo>
                  <a:cubicBezTo>
                    <a:pt x="904" y="118"/>
                    <a:pt x="962" y="103"/>
                    <a:pt x="1030" y="103"/>
                  </a:cubicBezTo>
                  <a:close/>
                  <a:moveTo>
                    <a:pt x="1031" y="0"/>
                  </a:moveTo>
                  <a:cubicBezTo>
                    <a:pt x="943" y="0"/>
                    <a:pt x="867" y="22"/>
                    <a:pt x="805" y="66"/>
                  </a:cubicBezTo>
                  <a:cubicBezTo>
                    <a:pt x="519" y="263"/>
                    <a:pt x="587" y="829"/>
                    <a:pt x="618" y="1021"/>
                  </a:cubicBezTo>
                  <a:cubicBezTo>
                    <a:pt x="556" y="1021"/>
                    <a:pt x="494" y="1037"/>
                    <a:pt x="436" y="1068"/>
                  </a:cubicBezTo>
                  <a:cubicBezTo>
                    <a:pt x="265" y="1161"/>
                    <a:pt x="130" y="1374"/>
                    <a:pt x="31" y="1701"/>
                  </a:cubicBezTo>
                  <a:cubicBezTo>
                    <a:pt x="0" y="1800"/>
                    <a:pt x="21" y="1909"/>
                    <a:pt x="83" y="1992"/>
                  </a:cubicBezTo>
                  <a:cubicBezTo>
                    <a:pt x="478" y="2542"/>
                    <a:pt x="2570" y="2641"/>
                    <a:pt x="2658" y="2641"/>
                  </a:cubicBezTo>
                  <a:cubicBezTo>
                    <a:pt x="2662" y="2642"/>
                    <a:pt x="2665" y="2642"/>
                    <a:pt x="2668" y="2642"/>
                  </a:cubicBezTo>
                  <a:cubicBezTo>
                    <a:pt x="2690" y="2642"/>
                    <a:pt x="2706" y="2627"/>
                    <a:pt x="2710" y="2605"/>
                  </a:cubicBezTo>
                  <a:cubicBezTo>
                    <a:pt x="2710" y="2594"/>
                    <a:pt x="3146" y="1213"/>
                    <a:pt x="1740" y="284"/>
                  </a:cubicBezTo>
                  <a:cubicBezTo>
                    <a:pt x="1452" y="95"/>
                    <a:pt x="1214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6">
              <a:extLst>
                <a:ext uri="{FF2B5EF4-FFF2-40B4-BE49-F238E27FC236}">
                  <a16:creationId xmlns:a16="http://schemas.microsoft.com/office/drawing/2014/main" id="{7EA9E43B-D95F-E65B-7F9E-1194EEBFEBBF}"/>
                </a:ext>
              </a:extLst>
            </p:cNvPr>
            <p:cNvSpPr/>
            <p:nvPr/>
          </p:nvSpPr>
          <p:spPr>
            <a:xfrm>
              <a:off x="1279700" y="3011750"/>
              <a:ext cx="37650" cy="22350"/>
            </a:xfrm>
            <a:custGeom>
              <a:avLst/>
              <a:gdLst/>
              <a:ahLst/>
              <a:cxnLst/>
              <a:rect l="l" t="t" r="r" b="b"/>
              <a:pathLst>
                <a:path w="1506" h="894" extrusionOk="0">
                  <a:moveTo>
                    <a:pt x="0" y="0"/>
                  </a:moveTo>
                  <a:lnTo>
                    <a:pt x="1506" y="893"/>
                  </a:lnTo>
                  <a:cubicBezTo>
                    <a:pt x="1506" y="893"/>
                    <a:pt x="857" y="18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66">
              <a:extLst>
                <a:ext uri="{FF2B5EF4-FFF2-40B4-BE49-F238E27FC236}">
                  <a16:creationId xmlns:a16="http://schemas.microsoft.com/office/drawing/2014/main" id="{5FF990E1-3E26-4764-1F50-2FACB7A23A3D}"/>
                </a:ext>
              </a:extLst>
            </p:cNvPr>
            <p:cNvSpPr/>
            <p:nvPr/>
          </p:nvSpPr>
          <p:spPr>
            <a:xfrm>
              <a:off x="1279425" y="3010575"/>
              <a:ext cx="38700" cy="24300"/>
            </a:xfrm>
            <a:custGeom>
              <a:avLst/>
              <a:gdLst/>
              <a:ahLst/>
              <a:cxnLst/>
              <a:rect l="l" t="t" r="r" b="b"/>
              <a:pathLst>
                <a:path w="1548" h="972" extrusionOk="0">
                  <a:moveTo>
                    <a:pt x="22" y="1"/>
                  </a:moveTo>
                  <a:lnTo>
                    <a:pt x="1" y="94"/>
                  </a:lnTo>
                  <a:cubicBezTo>
                    <a:pt x="832" y="265"/>
                    <a:pt x="1470" y="966"/>
                    <a:pt x="1480" y="971"/>
                  </a:cubicBezTo>
                  <a:lnTo>
                    <a:pt x="1548" y="909"/>
                  </a:lnTo>
                  <a:cubicBezTo>
                    <a:pt x="1522" y="878"/>
                    <a:pt x="878" y="177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66">
              <a:extLst>
                <a:ext uri="{FF2B5EF4-FFF2-40B4-BE49-F238E27FC236}">
                  <a16:creationId xmlns:a16="http://schemas.microsoft.com/office/drawing/2014/main" id="{FD525578-FF06-FB4F-2F48-BF7F80509DA6}"/>
                </a:ext>
              </a:extLst>
            </p:cNvPr>
            <p:cNvSpPr/>
            <p:nvPr/>
          </p:nvSpPr>
          <p:spPr>
            <a:xfrm>
              <a:off x="1158075" y="2972000"/>
              <a:ext cx="139825" cy="76900"/>
            </a:xfrm>
            <a:custGeom>
              <a:avLst/>
              <a:gdLst/>
              <a:ahLst/>
              <a:cxnLst/>
              <a:rect l="l" t="t" r="r" b="b"/>
              <a:pathLst>
                <a:path w="5593" h="3076" extrusionOk="0">
                  <a:moveTo>
                    <a:pt x="3928" y="0"/>
                  </a:moveTo>
                  <a:cubicBezTo>
                    <a:pt x="3297" y="0"/>
                    <a:pt x="2680" y="619"/>
                    <a:pt x="2680" y="619"/>
                  </a:cubicBezTo>
                  <a:cubicBezTo>
                    <a:pt x="2680" y="619"/>
                    <a:pt x="2543" y="485"/>
                    <a:pt x="2157" y="485"/>
                  </a:cubicBezTo>
                  <a:cubicBezTo>
                    <a:pt x="1925" y="485"/>
                    <a:pt x="1604" y="533"/>
                    <a:pt x="1169" y="687"/>
                  </a:cubicBezTo>
                  <a:cubicBezTo>
                    <a:pt x="1" y="1097"/>
                    <a:pt x="3463" y="3075"/>
                    <a:pt x="3463" y="3075"/>
                  </a:cubicBezTo>
                  <a:cubicBezTo>
                    <a:pt x="3463" y="3075"/>
                    <a:pt x="5592" y="2374"/>
                    <a:pt x="4876" y="754"/>
                  </a:cubicBezTo>
                  <a:cubicBezTo>
                    <a:pt x="4621" y="184"/>
                    <a:pt x="427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66">
              <a:extLst>
                <a:ext uri="{FF2B5EF4-FFF2-40B4-BE49-F238E27FC236}">
                  <a16:creationId xmlns:a16="http://schemas.microsoft.com/office/drawing/2014/main" id="{9A821B21-4451-E794-142E-FC59D8C288B4}"/>
                </a:ext>
              </a:extLst>
            </p:cNvPr>
            <p:cNvSpPr/>
            <p:nvPr/>
          </p:nvSpPr>
          <p:spPr>
            <a:xfrm>
              <a:off x="1178450" y="2970750"/>
              <a:ext cx="107750" cy="79300"/>
            </a:xfrm>
            <a:custGeom>
              <a:avLst/>
              <a:gdLst/>
              <a:ahLst/>
              <a:cxnLst/>
              <a:rect l="l" t="t" r="r" b="b"/>
              <a:pathLst>
                <a:path w="4310" h="3172" extrusionOk="0">
                  <a:moveTo>
                    <a:pt x="3114" y="95"/>
                  </a:moveTo>
                  <a:cubicBezTo>
                    <a:pt x="3165" y="95"/>
                    <a:pt x="3216" y="99"/>
                    <a:pt x="3266" y="109"/>
                  </a:cubicBezTo>
                  <a:cubicBezTo>
                    <a:pt x="3578" y="171"/>
                    <a:pt x="3832" y="410"/>
                    <a:pt x="4014" y="825"/>
                  </a:cubicBezTo>
                  <a:cubicBezTo>
                    <a:pt x="4190" y="1225"/>
                    <a:pt x="4206" y="1599"/>
                    <a:pt x="4055" y="1941"/>
                  </a:cubicBezTo>
                  <a:cubicBezTo>
                    <a:pt x="3739" y="2653"/>
                    <a:pt x="2799" y="3016"/>
                    <a:pt x="2648" y="3068"/>
                  </a:cubicBezTo>
                  <a:cubicBezTo>
                    <a:pt x="1922" y="2653"/>
                    <a:pt x="115" y="1500"/>
                    <a:pt x="162" y="981"/>
                  </a:cubicBezTo>
                  <a:cubicBezTo>
                    <a:pt x="167" y="893"/>
                    <a:pt x="240" y="830"/>
                    <a:pt x="369" y="784"/>
                  </a:cubicBezTo>
                  <a:cubicBezTo>
                    <a:pt x="800" y="628"/>
                    <a:pt x="1117" y="581"/>
                    <a:pt x="1340" y="581"/>
                  </a:cubicBezTo>
                  <a:cubicBezTo>
                    <a:pt x="1693" y="581"/>
                    <a:pt x="1828" y="701"/>
                    <a:pt x="1828" y="701"/>
                  </a:cubicBezTo>
                  <a:cubicBezTo>
                    <a:pt x="1839" y="711"/>
                    <a:pt x="1850" y="716"/>
                    <a:pt x="1862" y="716"/>
                  </a:cubicBezTo>
                  <a:cubicBezTo>
                    <a:pt x="1874" y="716"/>
                    <a:pt x="1885" y="711"/>
                    <a:pt x="1896" y="701"/>
                  </a:cubicBezTo>
                  <a:cubicBezTo>
                    <a:pt x="1905" y="696"/>
                    <a:pt x="2511" y="95"/>
                    <a:pt x="3114" y="95"/>
                  </a:cubicBezTo>
                  <a:close/>
                  <a:moveTo>
                    <a:pt x="3116" y="0"/>
                  </a:moveTo>
                  <a:cubicBezTo>
                    <a:pt x="2545" y="0"/>
                    <a:pt x="1996" y="480"/>
                    <a:pt x="1859" y="607"/>
                  </a:cubicBezTo>
                  <a:cubicBezTo>
                    <a:pt x="1793" y="561"/>
                    <a:pt x="1637" y="485"/>
                    <a:pt x="1342" y="485"/>
                  </a:cubicBezTo>
                  <a:cubicBezTo>
                    <a:pt x="1104" y="485"/>
                    <a:pt x="776" y="535"/>
                    <a:pt x="333" y="690"/>
                  </a:cubicBezTo>
                  <a:cubicBezTo>
                    <a:pt x="167" y="753"/>
                    <a:pt x="73" y="846"/>
                    <a:pt x="63" y="976"/>
                  </a:cubicBezTo>
                  <a:cubicBezTo>
                    <a:pt x="1" y="1661"/>
                    <a:pt x="2513" y="3104"/>
                    <a:pt x="2623" y="3167"/>
                  </a:cubicBezTo>
                  <a:cubicBezTo>
                    <a:pt x="2628" y="3172"/>
                    <a:pt x="2638" y="3172"/>
                    <a:pt x="2648" y="3172"/>
                  </a:cubicBezTo>
                  <a:lnTo>
                    <a:pt x="2664" y="3172"/>
                  </a:lnTo>
                  <a:cubicBezTo>
                    <a:pt x="2711" y="3156"/>
                    <a:pt x="3785" y="2793"/>
                    <a:pt x="4144" y="1983"/>
                  </a:cubicBezTo>
                  <a:cubicBezTo>
                    <a:pt x="4310" y="1614"/>
                    <a:pt x="4294" y="1209"/>
                    <a:pt x="4107" y="784"/>
                  </a:cubicBezTo>
                  <a:cubicBezTo>
                    <a:pt x="3910" y="342"/>
                    <a:pt x="3630" y="83"/>
                    <a:pt x="3287" y="15"/>
                  </a:cubicBezTo>
                  <a:cubicBezTo>
                    <a:pt x="3230" y="5"/>
                    <a:pt x="3173" y="0"/>
                    <a:pt x="3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66">
              <a:extLst>
                <a:ext uri="{FF2B5EF4-FFF2-40B4-BE49-F238E27FC236}">
                  <a16:creationId xmlns:a16="http://schemas.microsoft.com/office/drawing/2014/main" id="{48D77DB0-236B-D7F3-9256-E2BBE22D3A63}"/>
                </a:ext>
              </a:extLst>
            </p:cNvPr>
            <p:cNvSpPr/>
            <p:nvPr/>
          </p:nvSpPr>
          <p:spPr>
            <a:xfrm>
              <a:off x="1225050" y="2987475"/>
              <a:ext cx="22225" cy="41675"/>
            </a:xfrm>
            <a:custGeom>
              <a:avLst/>
              <a:gdLst/>
              <a:ahLst/>
              <a:cxnLst/>
              <a:rect l="l" t="t" r="r" b="b"/>
              <a:pathLst>
                <a:path w="889" h="1667" extrusionOk="0">
                  <a:moveTo>
                    <a:pt x="1" y="0"/>
                  </a:moveTo>
                  <a:lnTo>
                    <a:pt x="888" y="1667"/>
                  </a:lnTo>
                  <a:cubicBezTo>
                    <a:pt x="847" y="1013"/>
                    <a:pt x="520" y="40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66">
              <a:extLst>
                <a:ext uri="{FF2B5EF4-FFF2-40B4-BE49-F238E27FC236}">
                  <a16:creationId xmlns:a16="http://schemas.microsoft.com/office/drawing/2014/main" id="{6531AC8B-5061-0407-ADEC-9515BA1934DE}"/>
                </a:ext>
              </a:extLst>
            </p:cNvPr>
            <p:cNvSpPr/>
            <p:nvPr/>
          </p:nvSpPr>
          <p:spPr>
            <a:xfrm>
              <a:off x="1224275" y="2986425"/>
              <a:ext cx="24175" cy="42875"/>
            </a:xfrm>
            <a:custGeom>
              <a:avLst/>
              <a:gdLst/>
              <a:ahLst/>
              <a:cxnLst/>
              <a:rect l="l" t="t" r="r" b="b"/>
              <a:pathLst>
                <a:path w="967" h="1715" extrusionOk="0">
                  <a:moveTo>
                    <a:pt x="57" y="1"/>
                  </a:moveTo>
                  <a:lnTo>
                    <a:pt x="0" y="79"/>
                  </a:lnTo>
                  <a:cubicBezTo>
                    <a:pt x="509" y="473"/>
                    <a:pt x="826" y="1070"/>
                    <a:pt x="873" y="1714"/>
                  </a:cubicBezTo>
                  <a:lnTo>
                    <a:pt x="966" y="1709"/>
                  </a:lnTo>
                  <a:cubicBezTo>
                    <a:pt x="924" y="1039"/>
                    <a:pt x="597" y="416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66">
              <a:extLst>
                <a:ext uri="{FF2B5EF4-FFF2-40B4-BE49-F238E27FC236}">
                  <a16:creationId xmlns:a16="http://schemas.microsoft.com/office/drawing/2014/main" id="{7095E18E-BD5F-6527-75AB-3EDEB70E845F}"/>
                </a:ext>
              </a:extLst>
            </p:cNvPr>
            <p:cNvSpPr/>
            <p:nvPr/>
          </p:nvSpPr>
          <p:spPr>
            <a:xfrm>
              <a:off x="1121350" y="2938625"/>
              <a:ext cx="142150" cy="60950"/>
            </a:xfrm>
            <a:custGeom>
              <a:avLst/>
              <a:gdLst/>
              <a:ahLst/>
              <a:cxnLst/>
              <a:rect l="l" t="t" r="r" b="b"/>
              <a:pathLst>
                <a:path w="5686" h="2438" extrusionOk="0">
                  <a:moveTo>
                    <a:pt x="1778" y="1"/>
                  </a:moveTo>
                  <a:cubicBezTo>
                    <a:pt x="1504" y="1"/>
                    <a:pt x="1220" y="109"/>
                    <a:pt x="956" y="407"/>
                  </a:cubicBezTo>
                  <a:cubicBezTo>
                    <a:pt x="0" y="1482"/>
                    <a:pt x="1984" y="2437"/>
                    <a:pt x="1984" y="2437"/>
                  </a:cubicBezTo>
                  <a:cubicBezTo>
                    <a:pt x="1984" y="2437"/>
                    <a:pt x="5685" y="1638"/>
                    <a:pt x="4600" y="1093"/>
                  </a:cubicBezTo>
                  <a:cubicBezTo>
                    <a:pt x="3964" y="773"/>
                    <a:pt x="3568" y="707"/>
                    <a:pt x="3350" y="707"/>
                  </a:cubicBezTo>
                  <a:cubicBezTo>
                    <a:pt x="3197" y="707"/>
                    <a:pt x="3131" y="740"/>
                    <a:pt x="3131" y="740"/>
                  </a:cubicBezTo>
                  <a:cubicBezTo>
                    <a:pt x="3131" y="740"/>
                    <a:pt x="2492" y="1"/>
                    <a:pt x="17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66">
              <a:extLst>
                <a:ext uri="{FF2B5EF4-FFF2-40B4-BE49-F238E27FC236}">
                  <a16:creationId xmlns:a16="http://schemas.microsoft.com/office/drawing/2014/main" id="{4EAF08DE-C6AB-8A6E-11A0-66135BB2B425}"/>
                </a:ext>
              </a:extLst>
            </p:cNvPr>
            <p:cNvSpPr/>
            <p:nvPr/>
          </p:nvSpPr>
          <p:spPr>
            <a:xfrm>
              <a:off x="1136525" y="2937375"/>
              <a:ext cx="106325" cy="63500"/>
            </a:xfrm>
            <a:custGeom>
              <a:avLst/>
              <a:gdLst/>
              <a:ahLst/>
              <a:cxnLst/>
              <a:rect l="l" t="t" r="r" b="b"/>
              <a:pathLst>
                <a:path w="4253" h="2540" extrusionOk="0">
                  <a:moveTo>
                    <a:pt x="1174" y="99"/>
                  </a:moveTo>
                  <a:cubicBezTo>
                    <a:pt x="1854" y="104"/>
                    <a:pt x="2482" y="816"/>
                    <a:pt x="2488" y="826"/>
                  </a:cubicBezTo>
                  <a:cubicBezTo>
                    <a:pt x="2498" y="836"/>
                    <a:pt x="2510" y="842"/>
                    <a:pt x="2523" y="842"/>
                  </a:cubicBezTo>
                  <a:cubicBezTo>
                    <a:pt x="2530" y="842"/>
                    <a:pt x="2537" y="840"/>
                    <a:pt x="2545" y="836"/>
                  </a:cubicBezTo>
                  <a:cubicBezTo>
                    <a:pt x="2547" y="834"/>
                    <a:pt x="2606" y="809"/>
                    <a:pt x="2739" y="809"/>
                  </a:cubicBezTo>
                  <a:cubicBezTo>
                    <a:pt x="2947" y="809"/>
                    <a:pt x="3338" y="872"/>
                    <a:pt x="3972" y="1189"/>
                  </a:cubicBezTo>
                  <a:cubicBezTo>
                    <a:pt x="4092" y="1246"/>
                    <a:pt x="4149" y="1309"/>
                    <a:pt x="4144" y="1376"/>
                  </a:cubicBezTo>
                  <a:cubicBezTo>
                    <a:pt x="4097" y="1724"/>
                    <a:pt x="2477" y="2202"/>
                    <a:pt x="1382" y="2441"/>
                  </a:cubicBezTo>
                  <a:cubicBezTo>
                    <a:pt x="1252" y="2373"/>
                    <a:pt x="281" y="1859"/>
                    <a:pt x="151" y="1210"/>
                  </a:cubicBezTo>
                  <a:cubicBezTo>
                    <a:pt x="99" y="961"/>
                    <a:pt x="183" y="722"/>
                    <a:pt x="385" y="488"/>
                  </a:cubicBezTo>
                  <a:cubicBezTo>
                    <a:pt x="613" y="229"/>
                    <a:pt x="878" y="99"/>
                    <a:pt x="1169" y="99"/>
                  </a:cubicBezTo>
                  <a:close/>
                  <a:moveTo>
                    <a:pt x="1174" y="0"/>
                  </a:moveTo>
                  <a:cubicBezTo>
                    <a:pt x="852" y="0"/>
                    <a:pt x="562" y="141"/>
                    <a:pt x="312" y="426"/>
                  </a:cubicBezTo>
                  <a:cubicBezTo>
                    <a:pt x="89" y="681"/>
                    <a:pt x="1" y="951"/>
                    <a:pt x="58" y="1226"/>
                  </a:cubicBezTo>
                  <a:cubicBezTo>
                    <a:pt x="203" y="1973"/>
                    <a:pt x="1309" y="2508"/>
                    <a:pt x="1356" y="2534"/>
                  </a:cubicBezTo>
                  <a:cubicBezTo>
                    <a:pt x="1361" y="2534"/>
                    <a:pt x="1371" y="2539"/>
                    <a:pt x="1377" y="2539"/>
                  </a:cubicBezTo>
                  <a:lnTo>
                    <a:pt x="1387" y="2539"/>
                  </a:lnTo>
                  <a:cubicBezTo>
                    <a:pt x="1673" y="2477"/>
                    <a:pt x="4175" y="1921"/>
                    <a:pt x="4237" y="1387"/>
                  </a:cubicBezTo>
                  <a:cubicBezTo>
                    <a:pt x="4253" y="1278"/>
                    <a:pt x="4175" y="1184"/>
                    <a:pt x="4014" y="1101"/>
                  </a:cubicBezTo>
                  <a:cubicBezTo>
                    <a:pt x="3372" y="777"/>
                    <a:pt x="2968" y="710"/>
                    <a:pt x="2742" y="710"/>
                  </a:cubicBezTo>
                  <a:cubicBezTo>
                    <a:pt x="2642" y="710"/>
                    <a:pt x="2576" y="723"/>
                    <a:pt x="2540" y="733"/>
                  </a:cubicBezTo>
                  <a:cubicBezTo>
                    <a:pt x="2415" y="603"/>
                    <a:pt x="1833" y="6"/>
                    <a:pt x="1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66">
              <a:extLst>
                <a:ext uri="{FF2B5EF4-FFF2-40B4-BE49-F238E27FC236}">
                  <a16:creationId xmlns:a16="http://schemas.microsoft.com/office/drawing/2014/main" id="{C2F6D86A-7F4D-E236-DE06-1A4E5239B772}"/>
                </a:ext>
              </a:extLst>
            </p:cNvPr>
            <p:cNvSpPr/>
            <p:nvPr/>
          </p:nvSpPr>
          <p:spPr>
            <a:xfrm>
              <a:off x="1170150" y="2955925"/>
              <a:ext cx="29875" cy="28600"/>
            </a:xfrm>
            <a:custGeom>
              <a:avLst/>
              <a:gdLst/>
              <a:ahLst/>
              <a:cxnLst/>
              <a:rect l="l" t="t" r="r" b="b"/>
              <a:pathLst>
                <a:path w="1195" h="1144" extrusionOk="0">
                  <a:moveTo>
                    <a:pt x="1163" y="1"/>
                  </a:moveTo>
                  <a:cubicBezTo>
                    <a:pt x="167" y="359"/>
                    <a:pt x="6" y="1091"/>
                    <a:pt x="0" y="1122"/>
                  </a:cubicBezTo>
                  <a:lnTo>
                    <a:pt x="94" y="1143"/>
                  </a:lnTo>
                  <a:cubicBezTo>
                    <a:pt x="99" y="1138"/>
                    <a:pt x="250" y="437"/>
                    <a:pt x="1195" y="94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66">
              <a:extLst>
                <a:ext uri="{FF2B5EF4-FFF2-40B4-BE49-F238E27FC236}">
                  <a16:creationId xmlns:a16="http://schemas.microsoft.com/office/drawing/2014/main" id="{C0CDCF1A-3898-D7E1-269D-D257F2491D70}"/>
                </a:ext>
              </a:extLst>
            </p:cNvPr>
            <p:cNvSpPr/>
            <p:nvPr/>
          </p:nvSpPr>
          <p:spPr>
            <a:xfrm>
              <a:off x="1137950" y="3111950"/>
              <a:ext cx="43900" cy="152275"/>
            </a:xfrm>
            <a:custGeom>
              <a:avLst/>
              <a:gdLst/>
              <a:ahLst/>
              <a:cxnLst/>
              <a:rect l="l" t="t" r="r" b="b"/>
              <a:pathLst>
                <a:path w="1756" h="6091" extrusionOk="0">
                  <a:moveTo>
                    <a:pt x="89" y="0"/>
                  </a:moveTo>
                  <a:lnTo>
                    <a:pt x="1" y="37"/>
                  </a:lnTo>
                  <a:cubicBezTo>
                    <a:pt x="16" y="83"/>
                    <a:pt x="1641" y="4657"/>
                    <a:pt x="68" y="6017"/>
                  </a:cubicBezTo>
                  <a:lnTo>
                    <a:pt x="131" y="6090"/>
                  </a:lnTo>
                  <a:cubicBezTo>
                    <a:pt x="1756" y="4683"/>
                    <a:pt x="162" y="192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66">
              <a:extLst>
                <a:ext uri="{FF2B5EF4-FFF2-40B4-BE49-F238E27FC236}">
                  <a16:creationId xmlns:a16="http://schemas.microsoft.com/office/drawing/2014/main" id="{64438ACE-C676-AD36-99C8-E465789A2433}"/>
                </a:ext>
              </a:extLst>
            </p:cNvPr>
            <p:cNvSpPr/>
            <p:nvPr/>
          </p:nvSpPr>
          <p:spPr>
            <a:xfrm>
              <a:off x="1098500" y="325797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89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66">
              <a:extLst>
                <a:ext uri="{FF2B5EF4-FFF2-40B4-BE49-F238E27FC236}">
                  <a16:creationId xmlns:a16="http://schemas.microsoft.com/office/drawing/2014/main" id="{5EC12610-1E44-11C0-64A8-5A3D0820BBFF}"/>
                </a:ext>
              </a:extLst>
            </p:cNvPr>
            <p:cNvSpPr/>
            <p:nvPr/>
          </p:nvSpPr>
          <p:spPr>
            <a:xfrm>
              <a:off x="1097075" y="325677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9" y="723"/>
                    <a:pt x="2129" y="728"/>
                    <a:pt x="2145" y="733"/>
                  </a:cubicBezTo>
                  <a:cubicBezTo>
                    <a:pt x="2155" y="733"/>
                    <a:pt x="2171" y="733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7"/>
                    <a:pt x="717" y="484"/>
                  </a:cubicBezTo>
                  <a:cubicBezTo>
                    <a:pt x="1" y="1637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cubicBezTo>
                    <a:pt x="1288" y="2488"/>
                    <a:pt x="1298" y="2488"/>
                    <a:pt x="1304" y="2483"/>
                  </a:cubicBez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40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4"/>
                    <a:pt x="1781" y="12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66">
              <a:extLst>
                <a:ext uri="{FF2B5EF4-FFF2-40B4-BE49-F238E27FC236}">
                  <a16:creationId xmlns:a16="http://schemas.microsoft.com/office/drawing/2014/main" id="{3267B63E-9767-80FC-4943-59193C7C8DCF}"/>
                </a:ext>
              </a:extLst>
            </p:cNvPr>
            <p:cNvSpPr/>
            <p:nvPr/>
          </p:nvSpPr>
          <p:spPr>
            <a:xfrm>
              <a:off x="1130550" y="327392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66">
              <a:extLst>
                <a:ext uri="{FF2B5EF4-FFF2-40B4-BE49-F238E27FC236}">
                  <a16:creationId xmlns:a16="http://schemas.microsoft.com/office/drawing/2014/main" id="{B8DC19A8-2861-501F-FDC7-4F2A4C0D372D}"/>
                </a:ext>
              </a:extLst>
            </p:cNvPr>
            <p:cNvSpPr/>
            <p:nvPr/>
          </p:nvSpPr>
          <p:spPr>
            <a:xfrm>
              <a:off x="1129275" y="327287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66">
              <a:extLst>
                <a:ext uri="{FF2B5EF4-FFF2-40B4-BE49-F238E27FC236}">
                  <a16:creationId xmlns:a16="http://schemas.microsoft.com/office/drawing/2014/main" id="{458C8C37-DE15-8D4F-54A9-385570982D5D}"/>
                </a:ext>
              </a:extLst>
            </p:cNvPr>
            <p:cNvSpPr/>
            <p:nvPr/>
          </p:nvSpPr>
          <p:spPr>
            <a:xfrm>
              <a:off x="1084750" y="3133200"/>
              <a:ext cx="86200" cy="76250"/>
            </a:xfrm>
            <a:custGeom>
              <a:avLst/>
              <a:gdLst/>
              <a:ahLst/>
              <a:cxnLst/>
              <a:rect l="l" t="t" r="r" b="b"/>
              <a:pathLst>
                <a:path w="3448" h="3050" extrusionOk="0">
                  <a:moveTo>
                    <a:pt x="1465" y="0"/>
                  </a:moveTo>
                  <a:cubicBezTo>
                    <a:pt x="1287" y="0"/>
                    <a:pt x="1071" y="154"/>
                    <a:pt x="821" y="599"/>
                  </a:cubicBezTo>
                  <a:cubicBezTo>
                    <a:pt x="0" y="2058"/>
                    <a:pt x="1008" y="3049"/>
                    <a:pt x="1008" y="3049"/>
                  </a:cubicBezTo>
                  <a:cubicBezTo>
                    <a:pt x="1008" y="3049"/>
                    <a:pt x="3448" y="1663"/>
                    <a:pt x="2902" y="1087"/>
                  </a:cubicBezTo>
                  <a:cubicBezTo>
                    <a:pt x="2630" y="799"/>
                    <a:pt x="2424" y="727"/>
                    <a:pt x="2286" y="727"/>
                  </a:cubicBezTo>
                  <a:cubicBezTo>
                    <a:pt x="2151" y="727"/>
                    <a:pt x="2082" y="796"/>
                    <a:pt x="2082" y="796"/>
                  </a:cubicBezTo>
                  <a:cubicBezTo>
                    <a:pt x="2082" y="796"/>
                    <a:pt x="1869" y="0"/>
                    <a:pt x="1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66">
              <a:extLst>
                <a:ext uri="{FF2B5EF4-FFF2-40B4-BE49-F238E27FC236}">
                  <a16:creationId xmlns:a16="http://schemas.microsoft.com/office/drawing/2014/main" id="{2D5B1FFB-7926-024B-231F-C43E1243F348}"/>
                </a:ext>
              </a:extLst>
            </p:cNvPr>
            <p:cNvSpPr/>
            <p:nvPr/>
          </p:nvSpPr>
          <p:spPr>
            <a:xfrm>
              <a:off x="1083450" y="3131975"/>
              <a:ext cx="77500" cy="78775"/>
            </a:xfrm>
            <a:custGeom>
              <a:avLst/>
              <a:gdLst/>
              <a:ahLst/>
              <a:cxnLst/>
              <a:rect l="l" t="t" r="r" b="b"/>
              <a:pathLst>
                <a:path w="3100" h="3151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8" y="887"/>
                    <a:pt x="2113" y="892"/>
                  </a:cubicBezTo>
                  <a:cubicBezTo>
                    <a:pt x="2117" y="893"/>
                    <a:pt x="2122" y="894"/>
                    <a:pt x="2126" y="894"/>
                  </a:cubicBezTo>
                  <a:cubicBezTo>
                    <a:pt x="2139" y="894"/>
                    <a:pt x="2152" y="888"/>
                    <a:pt x="2160" y="876"/>
                  </a:cubicBezTo>
                  <a:cubicBezTo>
                    <a:pt x="2207" y="844"/>
                    <a:pt x="2262" y="823"/>
                    <a:pt x="2318" y="823"/>
                  </a:cubicBezTo>
                  <a:cubicBezTo>
                    <a:pt x="2324" y="823"/>
                    <a:pt x="2330" y="824"/>
                    <a:pt x="2337" y="824"/>
                  </a:cubicBezTo>
                  <a:cubicBezTo>
                    <a:pt x="2456" y="829"/>
                    <a:pt x="2648" y="892"/>
                    <a:pt x="2918" y="1172"/>
                  </a:cubicBezTo>
                  <a:cubicBezTo>
                    <a:pt x="2970" y="1224"/>
                    <a:pt x="2996" y="1297"/>
                    <a:pt x="2980" y="1375"/>
                  </a:cubicBezTo>
                  <a:cubicBezTo>
                    <a:pt x="2897" y="1946"/>
                    <a:pt x="1314" y="2891"/>
                    <a:pt x="1065" y="3036"/>
                  </a:cubicBezTo>
                  <a:cubicBezTo>
                    <a:pt x="909" y="2870"/>
                    <a:pt x="182" y="1961"/>
                    <a:pt x="909" y="674"/>
                  </a:cubicBezTo>
                  <a:cubicBezTo>
                    <a:pt x="1122" y="295"/>
                    <a:pt x="1329" y="97"/>
                    <a:pt x="1511" y="97"/>
                  </a:cubicBezTo>
                  <a:close/>
                  <a:moveTo>
                    <a:pt x="1516" y="1"/>
                  </a:moveTo>
                  <a:cubicBezTo>
                    <a:pt x="1292" y="1"/>
                    <a:pt x="1064" y="209"/>
                    <a:pt x="831" y="622"/>
                  </a:cubicBezTo>
                  <a:cubicBezTo>
                    <a:pt x="0" y="2096"/>
                    <a:pt x="1013" y="3124"/>
                    <a:pt x="1023" y="3135"/>
                  </a:cubicBezTo>
                  <a:cubicBezTo>
                    <a:pt x="1034" y="3140"/>
                    <a:pt x="1044" y="3145"/>
                    <a:pt x="1060" y="3150"/>
                  </a:cubicBezTo>
                  <a:cubicBezTo>
                    <a:pt x="1070" y="3145"/>
                    <a:pt x="1075" y="3145"/>
                    <a:pt x="1085" y="3140"/>
                  </a:cubicBezTo>
                  <a:cubicBezTo>
                    <a:pt x="1163" y="3098"/>
                    <a:pt x="2980" y="2055"/>
                    <a:pt x="3079" y="1390"/>
                  </a:cubicBezTo>
                  <a:cubicBezTo>
                    <a:pt x="3100" y="1286"/>
                    <a:pt x="3069" y="1177"/>
                    <a:pt x="2991" y="1105"/>
                  </a:cubicBezTo>
                  <a:cubicBezTo>
                    <a:pt x="2757" y="855"/>
                    <a:pt x="2539" y="726"/>
                    <a:pt x="2342" y="726"/>
                  </a:cubicBezTo>
                  <a:cubicBezTo>
                    <a:pt x="2280" y="726"/>
                    <a:pt x="2217" y="741"/>
                    <a:pt x="2160" y="767"/>
                  </a:cubicBezTo>
                  <a:cubicBezTo>
                    <a:pt x="2103" y="580"/>
                    <a:pt x="1906" y="46"/>
                    <a:pt x="1563" y="4"/>
                  </a:cubicBezTo>
                  <a:cubicBezTo>
                    <a:pt x="1548" y="2"/>
                    <a:pt x="1532" y="1"/>
                    <a:pt x="1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66">
              <a:extLst>
                <a:ext uri="{FF2B5EF4-FFF2-40B4-BE49-F238E27FC236}">
                  <a16:creationId xmlns:a16="http://schemas.microsoft.com/office/drawing/2014/main" id="{E11641DD-A908-C241-42A1-C31575C5B044}"/>
                </a:ext>
              </a:extLst>
            </p:cNvPr>
            <p:cNvSpPr/>
            <p:nvPr/>
          </p:nvSpPr>
          <p:spPr>
            <a:xfrm>
              <a:off x="1113550" y="3153100"/>
              <a:ext cx="23275" cy="37000"/>
            </a:xfrm>
            <a:custGeom>
              <a:avLst/>
              <a:gdLst/>
              <a:ahLst/>
              <a:cxnLst/>
              <a:rect l="l" t="t" r="r" b="b"/>
              <a:pathLst>
                <a:path w="931" h="1480" extrusionOk="0">
                  <a:moveTo>
                    <a:pt x="930" y="0"/>
                  </a:moveTo>
                  <a:lnTo>
                    <a:pt x="930" y="0"/>
                  </a:lnTo>
                  <a:cubicBezTo>
                    <a:pt x="250" y="545"/>
                    <a:pt x="1" y="1480"/>
                    <a:pt x="1" y="1480"/>
                  </a:cubicBezTo>
                  <a:lnTo>
                    <a:pt x="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66">
              <a:extLst>
                <a:ext uri="{FF2B5EF4-FFF2-40B4-BE49-F238E27FC236}">
                  <a16:creationId xmlns:a16="http://schemas.microsoft.com/office/drawing/2014/main" id="{83BE8DD6-F731-1024-C227-940C86FD7B2A}"/>
                </a:ext>
              </a:extLst>
            </p:cNvPr>
            <p:cNvSpPr/>
            <p:nvPr/>
          </p:nvSpPr>
          <p:spPr>
            <a:xfrm>
              <a:off x="1112250" y="3152175"/>
              <a:ext cx="25225" cy="38200"/>
            </a:xfrm>
            <a:custGeom>
              <a:avLst/>
              <a:gdLst/>
              <a:ahLst/>
              <a:cxnLst/>
              <a:rect l="l" t="t" r="r" b="b"/>
              <a:pathLst>
                <a:path w="1009" h="1528" extrusionOk="0">
                  <a:moveTo>
                    <a:pt x="951" y="1"/>
                  </a:moveTo>
                  <a:cubicBezTo>
                    <a:pt x="266" y="546"/>
                    <a:pt x="11" y="1465"/>
                    <a:pt x="1" y="1501"/>
                  </a:cubicBezTo>
                  <a:lnTo>
                    <a:pt x="100" y="1527"/>
                  </a:lnTo>
                  <a:cubicBezTo>
                    <a:pt x="100" y="1522"/>
                    <a:pt x="354" y="603"/>
                    <a:pt x="1008" y="73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66">
              <a:extLst>
                <a:ext uri="{FF2B5EF4-FFF2-40B4-BE49-F238E27FC236}">
                  <a16:creationId xmlns:a16="http://schemas.microsoft.com/office/drawing/2014/main" id="{4C732F0D-70D2-1774-4FBE-A986931652AC}"/>
                </a:ext>
              </a:extLst>
            </p:cNvPr>
            <p:cNvSpPr/>
            <p:nvPr/>
          </p:nvSpPr>
          <p:spPr>
            <a:xfrm>
              <a:off x="1055675" y="3106400"/>
              <a:ext cx="74525" cy="58425"/>
            </a:xfrm>
            <a:custGeom>
              <a:avLst/>
              <a:gdLst/>
              <a:ahLst/>
              <a:cxnLst/>
              <a:rect l="l" t="t" r="r" b="b"/>
              <a:pathLst>
                <a:path w="2981" h="2337" extrusionOk="0">
                  <a:moveTo>
                    <a:pt x="2140" y="1"/>
                  </a:moveTo>
                  <a:cubicBezTo>
                    <a:pt x="1989" y="1"/>
                    <a:pt x="1784" y="53"/>
                    <a:pt x="1511" y="181"/>
                  </a:cubicBezTo>
                  <a:cubicBezTo>
                    <a:pt x="0" y="887"/>
                    <a:pt x="234" y="2283"/>
                    <a:pt x="234" y="2283"/>
                  </a:cubicBezTo>
                  <a:cubicBezTo>
                    <a:pt x="234" y="2283"/>
                    <a:pt x="741" y="2336"/>
                    <a:pt x="1314" y="2336"/>
                  </a:cubicBezTo>
                  <a:cubicBezTo>
                    <a:pt x="2087" y="2336"/>
                    <a:pt x="2981" y="2240"/>
                    <a:pt x="2918" y="1790"/>
                  </a:cubicBezTo>
                  <a:cubicBezTo>
                    <a:pt x="2824" y="1119"/>
                    <a:pt x="2522" y="1073"/>
                    <a:pt x="2440" y="1073"/>
                  </a:cubicBezTo>
                  <a:cubicBezTo>
                    <a:pt x="2427" y="1073"/>
                    <a:pt x="2420" y="1074"/>
                    <a:pt x="2420" y="1074"/>
                  </a:cubicBezTo>
                  <a:cubicBezTo>
                    <a:pt x="2420" y="1074"/>
                    <a:pt x="2824" y="1"/>
                    <a:pt x="2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66">
              <a:extLst>
                <a:ext uri="{FF2B5EF4-FFF2-40B4-BE49-F238E27FC236}">
                  <a16:creationId xmlns:a16="http://schemas.microsoft.com/office/drawing/2014/main" id="{8C1F988E-C2C8-A3C5-3D84-F2180543E063}"/>
                </a:ext>
              </a:extLst>
            </p:cNvPr>
            <p:cNvSpPr/>
            <p:nvPr/>
          </p:nvSpPr>
          <p:spPr>
            <a:xfrm>
              <a:off x="1054625" y="3105325"/>
              <a:ext cx="75575" cy="60775"/>
            </a:xfrm>
            <a:custGeom>
              <a:avLst/>
              <a:gdLst/>
              <a:ahLst/>
              <a:cxnLst/>
              <a:rect l="l" t="t" r="r" b="b"/>
              <a:pathLst>
                <a:path w="3023" h="2431" extrusionOk="0">
                  <a:moveTo>
                    <a:pt x="2178" y="95"/>
                  </a:moveTo>
                  <a:cubicBezTo>
                    <a:pt x="2280" y="95"/>
                    <a:pt x="2360" y="120"/>
                    <a:pt x="2415" y="172"/>
                  </a:cubicBezTo>
                  <a:cubicBezTo>
                    <a:pt x="2669" y="405"/>
                    <a:pt x="2410" y="1096"/>
                    <a:pt x="2410" y="1101"/>
                  </a:cubicBezTo>
                  <a:cubicBezTo>
                    <a:pt x="2405" y="1117"/>
                    <a:pt x="2410" y="1137"/>
                    <a:pt x="2420" y="1148"/>
                  </a:cubicBezTo>
                  <a:cubicBezTo>
                    <a:pt x="2431" y="1163"/>
                    <a:pt x="2446" y="1169"/>
                    <a:pt x="2467" y="1169"/>
                  </a:cubicBezTo>
                  <a:cubicBezTo>
                    <a:pt x="2473" y="1168"/>
                    <a:pt x="2479" y="1168"/>
                    <a:pt x="2486" y="1168"/>
                  </a:cubicBezTo>
                  <a:cubicBezTo>
                    <a:pt x="2542" y="1168"/>
                    <a:pt x="2597" y="1188"/>
                    <a:pt x="2643" y="1226"/>
                  </a:cubicBezTo>
                  <a:cubicBezTo>
                    <a:pt x="2737" y="1298"/>
                    <a:pt x="2856" y="1459"/>
                    <a:pt x="2908" y="1844"/>
                  </a:cubicBezTo>
                  <a:cubicBezTo>
                    <a:pt x="2924" y="1916"/>
                    <a:pt x="2898" y="1994"/>
                    <a:pt x="2846" y="2046"/>
                  </a:cubicBezTo>
                  <a:cubicBezTo>
                    <a:pt x="2621" y="2276"/>
                    <a:pt x="1957" y="2333"/>
                    <a:pt x="1361" y="2333"/>
                  </a:cubicBezTo>
                  <a:cubicBezTo>
                    <a:pt x="882" y="2333"/>
                    <a:pt x="447" y="2296"/>
                    <a:pt x="318" y="2285"/>
                  </a:cubicBezTo>
                  <a:lnTo>
                    <a:pt x="318" y="2280"/>
                  </a:lnTo>
                  <a:cubicBezTo>
                    <a:pt x="292" y="2056"/>
                    <a:pt x="224" y="893"/>
                    <a:pt x="1569" y="270"/>
                  </a:cubicBezTo>
                  <a:cubicBezTo>
                    <a:pt x="1817" y="154"/>
                    <a:pt x="2023" y="95"/>
                    <a:pt x="2178" y="95"/>
                  </a:cubicBezTo>
                  <a:close/>
                  <a:moveTo>
                    <a:pt x="2176" y="0"/>
                  </a:moveTo>
                  <a:cubicBezTo>
                    <a:pt x="2006" y="0"/>
                    <a:pt x="1790" y="61"/>
                    <a:pt x="1527" y="182"/>
                  </a:cubicBezTo>
                  <a:cubicBezTo>
                    <a:pt x="1" y="893"/>
                    <a:pt x="229" y="2321"/>
                    <a:pt x="229" y="2337"/>
                  </a:cubicBezTo>
                  <a:cubicBezTo>
                    <a:pt x="229" y="2358"/>
                    <a:pt x="250" y="2373"/>
                    <a:pt x="271" y="2373"/>
                  </a:cubicBezTo>
                  <a:cubicBezTo>
                    <a:pt x="312" y="2378"/>
                    <a:pt x="800" y="2430"/>
                    <a:pt x="1356" y="2430"/>
                  </a:cubicBezTo>
                  <a:cubicBezTo>
                    <a:pt x="1974" y="2430"/>
                    <a:pt x="2669" y="2363"/>
                    <a:pt x="2913" y="2119"/>
                  </a:cubicBezTo>
                  <a:cubicBezTo>
                    <a:pt x="2991" y="2041"/>
                    <a:pt x="3022" y="1937"/>
                    <a:pt x="3007" y="1833"/>
                  </a:cubicBezTo>
                  <a:cubicBezTo>
                    <a:pt x="2960" y="1496"/>
                    <a:pt x="2856" y="1267"/>
                    <a:pt x="2701" y="1148"/>
                  </a:cubicBezTo>
                  <a:cubicBezTo>
                    <a:pt x="2649" y="1112"/>
                    <a:pt x="2592" y="1086"/>
                    <a:pt x="2529" y="1075"/>
                  </a:cubicBezTo>
                  <a:cubicBezTo>
                    <a:pt x="2586" y="883"/>
                    <a:pt x="2737" y="338"/>
                    <a:pt x="2482" y="104"/>
                  </a:cubicBezTo>
                  <a:cubicBezTo>
                    <a:pt x="2406" y="35"/>
                    <a:pt x="2304" y="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66">
              <a:extLst>
                <a:ext uri="{FF2B5EF4-FFF2-40B4-BE49-F238E27FC236}">
                  <a16:creationId xmlns:a16="http://schemas.microsoft.com/office/drawing/2014/main" id="{D0ECD4BE-52CE-A2CA-955F-CF2207BF7072}"/>
                </a:ext>
              </a:extLst>
            </p:cNvPr>
            <p:cNvSpPr/>
            <p:nvPr/>
          </p:nvSpPr>
          <p:spPr>
            <a:xfrm>
              <a:off x="1075650" y="3133225"/>
              <a:ext cx="40525" cy="16650"/>
            </a:xfrm>
            <a:custGeom>
              <a:avLst/>
              <a:gdLst/>
              <a:ahLst/>
              <a:cxnLst/>
              <a:rect l="l" t="t" r="r" b="b"/>
              <a:pathLst>
                <a:path w="1621" h="666" extrusionOk="0">
                  <a:moveTo>
                    <a:pt x="1621" y="1"/>
                  </a:moveTo>
                  <a:lnTo>
                    <a:pt x="1621" y="1"/>
                  </a:lnTo>
                  <a:cubicBezTo>
                    <a:pt x="749" y="53"/>
                    <a:pt x="1" y="665"/>
                    <a:pt x="1" y="665"/>
                  </a:cubicBezTo>
                  <a:lnTo>
                    <a:pt x="16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66">
              <a:extLst>
                <a:ext uri="{FF2B5EF4-FFF2-40B4-BE49-F238E27FC236}">
                  <a16:creationId xmlns:a16="http://schemas.microsoft.com/office/drawing/2014/main" id="{8794FCF5-AA55-F6C5-936D-A6A52C99C6F8}"/>
                </a:ext>
              </a:extLst>
            </p:cNvPr>
            <p:cNvSpPr/>
            <p:nvPr/>
          </p:nvSpPr>
          <p:spPr>
            <a:xfrm>
              <a:off x="1074875" y="3132050"/>
              <a:ext cx="41300" cy="18725"/>
            </a:xfrm>
            <a:custGeom>
              <a:avLst/>
              <a:gdLst/>
              <a:ahLst/>
              <a:cxnLst/>
              <a:rect l="l" t="t" r="r" b="b"/>
              <a:pathLst>
                <a:path w="1652" h="749" extrusionOk="0">
                  <a:moveTo>
                    <a:pt x="1647" y="1"/>
                  </a:moveTo>
                  <a:cubicBezTo>
                    <a:pt x="774" y="48"/>
                    <a:pt x="32" y="645"/>
                    <a:pt x="1" y="671"/>
                  </a:cubicBezTo>
                  <a:lnTo>
                    <a:pt x="63" y="749"/>
                  </a:lnTo>
                  <a:cubicBezTo>
                    <a:pt x="73" y="743"/>
                    <a:pt x="811" y="146"/>
                    <a:pt x="1652" y="94"/>
                  </a:cubicBez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66">
              <a:extLst>
                <a:ext uri="{FF2B5EF4-FFF2-40B4-BE49-F238E27FC236}">
                  <a16:creationId xmlns:a16="http://schemas.microsoft.com/office/drawing/2014/main" id="{4BD883ED-8CB9-CA8A-EFC8-E5F932B252C2}"/>
                </a:ext>
              </a:extLst>
            </p:cNvPr>
            <p:cNvSpPr/>
            <p:nvPr/>
          </p:nvSpPr>
          <p:spPr>
            <a:xfrm>
              <a:off x="1069300" y="3076675"/>
              <a:ext cx="109050" cy="59825"/>
            </a:xfrm>
            <a:custGeom>
              <a:avLst/>
              <a:gdLst/>
              <a:ahLst/>
              <a:cxnLst/>
              <a:rect l="l" t="t" r="r" b="b"/>
              <a:pathLst>
                <a:path w="4362" h="2393" extrusionOk="0">
                  <a:moveTo>
                    <a:pt x="3061" y="1"/>
                  </a:moveTo>
                  <a:cubicBezTo>
                    <a:pt x="2569" y="1"/>
                    <a:pt x="2088" y="482"/>
                    <a:pt x="2088" y="482"/>
                  </a:cubicBezTo>
                  <a:cubicBezTo>
                    <a:pt x="2088" y="482"/>
                    <a:pt x="1983" y="380"/>
                    <a:pt x="1686" y="380"/>
                  </a:cubicBezTo>
                  <a:cubicBezTo>
                    <a:pt x="1505" y="380"/>
                    <a:pt x="1253" y="417"/>
                    <a:pt x="909" y="539"/>
                  </a:cubicBezTo>
                  <a:cubicBezTo>
                    <a:pt x="1" y="856"/>
                    <a:pt x="2695" y="2393"/>
                    <a:pt x="2695" y="2393"/>
                  </a:cubicBezTo>
                  <a:cubicBezTo>
                    <a:pt x="2695" y="2393"/>
                    <a:pt x="4362" y="1847"/>
                    <a:pt x="3801" y="591"/>
                  </a:cubicBezTo>
                  <a:cubicBezTo>
                    <a:pt x="3602" y="145"/>
                    <a:pt x="3330" y="1"/>
                    <a:pt x="3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66">
              <a:extLst>
                <a:ext uri="{FF2B5EF4-FFF2-40B4-BE49-F238E27FC236}">
                  <a16:creationId xmlns:a16="http://schemas.microsoft.com/office/drawing/2014/main" id="{082578D6-44C9-2068-CEF1-69F14A023D5F}"/>
                </a:ext>
              </a:extLst>
            </p:cNvPr>
            <p:cNvSpPr/>
            <p:nvPr/>
          </p:nvSpPr>
          <p:spPr>
            <a:xfrm>
              <a:off x="1085125" y="3075525"/>
              <a:ext cx="84275" cy="62200"/>
            </a:xfrm>
            <a:custGeom>
              <a:avLst/>
              <a:gdLst/>
              <a:ahLst/>
              <a:cxnLst/>
              <a:rect l="l" t="t" r="r" b="b"/>
              <a:pathLst>
                <a:path w="3371" h="2488" extrusionOk="0">
                  <a:moveTo>
                    <a:pt x="2431" y="97"/>
                  </a:moveTo>
                  <a:cubicBezTo>
                    <a:pt x="2471" y="97"/>
                    <a:pt x="2511" y="100"/>
                    <a:pt x="2550" y="107"/>
                  </a:cubicBezTo>
                  <a:cubicBezTo>
                    <a:pt x="2789" y="154"/>
                    <a:pt x="2981" y="336"/>
                    <a:pt x="3121" y="658"/>
                  </a:cubicBezTo>
                  <a:cubicBezTo>
                    <a:pt x="3261" y="964"/>
                    <a:pt x="3272" y="1255"/>
                    <a:pt x="3152" y="1520"/>
                  </a:cubicBezTo>
                  <a:cubicBezTo>
                    <a:pt x="2913" y="2065"/>
                    <a:pt x="2202" y="2340"/>
                    <a:pt x="2072" y="2387"/>
                  </a:cubicBezTo>
                  <a:cubicBezTo>
                    <a:pt x="1506" y="2065"/>
                    <a:pt x="110" y="1172"/>
                    <a:pt x="141" y="777"/>
                  </a:cubicBezTo>
                  <a:cubicBezTo>
                    <a:pt x="151" y="715"/>
                    <a:pt x="198" y="668"/>
                    <a:pt x="297" y="632"/>
                  </a:cubicBezTo>
                  <a:cubicBezTo>
                    <a:pt x="536" y="538"/>
                    <a:pt x="790" y="486"/>
                    <a:pt x="1050" y="476"/>
                  </a:cubicBezTo>
                  <a:cubicBezTo>
                    <a:pt x="1320" y="476"/>
                    <a:pt x="1423" y="564"/>
                    <a:pt x="1423" y="564"/>
                  </a:cubicBezTo>
                  <a:cubicBezTo>
                    <a:pt x="1434" y="572"/>
                    <a:pt x="1445" y="576"/>
                    <a:pt x="1457" y="576"/>
                  </a:cubicBezTo>
                  <a:cubicBezTo>
                    <a:pt x="1469" y="576"/>
                    <a:pt x="1481" y="572"/>
                    <a:pt x="1491" y="564"/>
                  </a:cubicBezTo>
                  <a:cubicBezTo>
                    <a:pt x="1496" y="564"/>
                    <a:pt x="1964" y="97"/>
                    <a:pt x="2431" y="97"/>
                  </a:cubicBezTo>
                  <a:close/>
                  <a:moveTo>
                    <a:pt x="2423" y="1"/>
                  </a:moveTo>
                  <a:cubicBezTo>
                    <a:pt x="1985" y="1"/>
                    <a:pt x="1572" y="358"/>
                    <a:pt x="1455" y="466"/>
                  </a:cubicBezTo>
                  <a:cubicBezTo>
                    <a:pt x="1398" y="432"/>
                    <a:pt x="1275" y="378"/>
                    <a:pt x="1055" y="378"/>
                  </a:cubicBezTo>
                  <a:cubicBezTo>
                    <a:pt x="868" y="378"/>
                    <a:pt x="611" y="417"/>
                    <a:pt x="266" y="538"/>
                  </a:cubicBezTo>
                  <a:cubicBezTo>
                    <a:pt x="131" y="585"/>
                    <a:pt x="53" y="663"/>
                    <a:pt x="48" y="767"/>
                  </a:cubicBezTo>
                  <a:cubicBezTo>
                    <a:pt x="1" y="1302"/>
                    <a:pt x="1834" y="2361"/>
                    <a:pt x="2041" y="2480"/>
                  </a:cubicBezTo>
                  <a:cubicBezTo>
                    <a:pt x="2049" y="2484"/>
                    <a:pt x="2053" y="2487"/>
                    <a:pt x="2059" y="2487"/>
                  </a:cubicBezTo>
                  <a:cubicBezTo>
                    <a:pt x="2062" y="2487"/>
                    <a:pt x="2064" y="2487"/>
                    <a:pt x="2067" y="2485"/>
                  </a:cubicBezTo>
                  <a:cubicBezTo>
                    <a:pt x="2069" y="2487"/>
                    <a:pt x="2071" y="2488"/>
                    <a:pt x="2072" y="2488"/>
                  </a:cubicBezTo>
                  <a:cubicBezTo>
                    <a:pt x="2076" y="2488"/>
                    <a:pt x="2079" y="2485"/>
                    <a:pt x="2083" y="2485"/>
                  </a:cubicBezTo>
                  <a:cubicBezTo>
                    <a:pt x="2119" y="2475"/>
                    <a:pt x="2960" y="2189"/>
                    <a:pt x="3241" y="1556"/>
                  </a:cubicBezTo>
                  <a:cubicBezTo>
                    <a:pt x="3370" y="1265"/>
                    <a:pt x="3360" y="948"/>
                    <a:pt x="3209" y="616"/>
                  </a:cubicBezTo>
                  <a:cubicBezTo>
                    <a:pt x="3054" y="268"/>
                    <a:pt x="2836" y="61"/>
                    <a:pt x="2566" y="14"/>
                  </a:cubicBezTo>
                  <a:cubicBezTo>
                    <a:pt x="2518" y="5"/>
                    <a:pt x="2470" y="1"/>
                    <a:pt x="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66">
              <a:extLst>
                <a:ext uri="{FF2B5EF4-FFF2-40B4-BE49-F238E27FC236}">
                  <a16:creationId xmlns:a16="http://schemas.microsoft.com/office/drawing/2014/main" id="{9D9F27AD-5082-D830-3691-332289A0D897}"/>
                </a:ext>
              </a:extLst>
            </p:cNvPr>
            <p:cNvSpPr/>
            <p:nvPr/>
          </p:nvSpPr>
          <p:spPr>
            <a:xfrm>
              <a:off x="1121475" y="3088700"/>
              <a:ext cx="17425" cy="32475"/>
            </a:xfrm>
            <a:custGeom>
              <a:avLst/>
              <a:gdLst/>
              <a:ahLst/>
              <a:cxnLst/>
              <a:rect l="l" t="t" r="r" b="b"/>
              <a:pathLst>
                <a:path w="697" h="1299" extrusionOk="0">
                  <a:moveTo>
                    <a:pt x="1" y="1"/>
                  </a:moveTo>
                  <a:lnTo>
                    <a:pt x="696" y="1299"/>
                  </a:lnTo>
                  <a:cubicBezTo>
                    <a:pt x="660" y="790"/>
                    <a:pt x="411" y="31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66">
              <a:extLst>
                <a:ext uri="{FF2B5EF4-FFF2-40B4-BE49-F238E27FC236}">
                  <a16:creationId xmlns:a16="http://schemas.microsoft.com/office/drawing/2014/main" id="{DE3DE55D-4378-15CC-E902-C851ADD78511}"/>
                </a:ext>
              </a:extLst>
            </p:cNvPr>
            <p:cNvSpPr/>
            <p:nvPr/>
          </p:nvSpPr>
          <p:spPr>
            <a:xfrm>
              <a:off x="1120825" y="3087800"/>
              <a:ext cx="19375" cy="33375"/>
            </a:xfrm>
            <a:custGeom>
              <a:avLst/>
              <a:gdLst/>
              <a:ahLst/>
              <a:cxnLst/>
              <a:rect l="l" t="t" r="r" b="b"/>
              <a:pathLst>
                <a:path w="775" h="1335" extrusionOk="0">
                  <a:moveTo>
                    <a:pt x="63" y="1"/>
                  </a:moveTo>
                  <a:lnTo>
                    <a:pt x="1" y="73"/>
                  </a:lnTo>
                  <a:cubicBezTo>
                    <a:pt x="395" y="385"/>
                    <a:pt x="639" y="842"/>
                    <a:pt x="676" y="1335"/>
                  </a:cubicBezTo>
                  <a:lnTo>
                    <a:pt x="774" y="1335"/>
                  </a:lnTo>
                  <a:cubicBezTo>
                    <a:pt x="743" y="811"/>
                    <a:pt x="483" y="323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66">
              <a:extLst>
                <a:ext uri="{FF2B5EF4-FFF2-40B4-BE49-F238E27FC236}">
                  <a16:creationId xmlns:a16="http://schemas.microsoft.com/office/drawing/2014/main" id="{F069769A-2395-6379-9EC9-DA89493463B8}"/>
                </a:ext>
              </a:extLst>
            </p:cNvPr>
            <p:cNvSpPr/>
            <p:nvPr/>
          </p:nvSpPr>
          <p:spPr>
            <a:xfrm>
              <a:off x="1127825" y="3164900"/>
              <a:ext cx="30550" cy="69200"/>
            </a:xfrm>
            <a:custGeom>
              <a:avLst/>
              <a:gdLst/>
              <a:ahLst/>
              <a:cxnLst/>
              <a:rect l="l" t="t" r="r" b="b"/>
              <a:pathLst>
                <a:path w="1222" h="2768" extrusionOk="0">
                  <a:moveTo>
                    <a:pt x="1138" y="0"/>
                  </a:moveTo>
                  <a:cubicBezTo>
                    <a:pt x="1091" y="73"/>
                    <a:pt x="1" y="1812"/>
                    <a:pt x="323" y="2768"/>
                  </a:cubicBezTo>
                  <a:lnTo>
                    <a:pt x="416" y="2736"/>
                  </a:lnTo>
                  <a:cubicBezTo>
                    <a:pt x="105" y="1823"/>
                    <a:pt x="1211" y="73"/>
                    <a:pt x="1221" y="52"/>
                  </a:cubicBezTo>
                  <a:lnTo>
                    <a:pt x="11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66">
              <a:extLst>
                <a:ext uri="{FF2B5EF4-FFF2-40B4-BE49-F238E27FC236}">
                  <a16:creationId xmlns:a16="http://schemas.microsoft.com/office/drawing/2014/main" id="{30022D5E-6EAB-B63E-4454-FAAA0E906C67}"/>
                </a:ext>
              </a:extLst>
            </p:cNvPr>
            <p:cNvSpPr/>
            <p:nvPr/>
          </p:nvSpPr>
          <p:spPr>
            <a:xfrm>
              <a:off x="1093175" y="3304900"/>
              <a:ext cx="86350" cy="76250"/>
            </a:xfrm>
            <a:custGeom>
              <a:avLst/>
              <a:gdLst/>
              <a:ahLst/>
              <a:cxnLst/>
              <a:rect l="l" t="t" r="r" b="b"/>
              <a:pathLst>
                <a:path w="3454" h="3050" extrusionOk="0">
                  <a:moveTo>
                    <a:pt x="1465" y="1"/>
                  </a:moveTo>
                  <a:cubicBezTo>
                    <a:pt x="1287" y="1"/>
                    <a:pt x="1072" y="155"/>
                    <a:pt x="821" y="599"/>
                  </a:cubicBezTo>
                  <a:cubicBezTo>
                    <a:pt x="1" y="2058"/>
                    <a:pt x="1013" y="3050"/>
                    <a:pt x="1013" y="3050"/>
                  </a:cubicBezTo>
                  <a:cubicBezTo>
                    <a:pt x="1013" y="3050"/>
                    <a:pt x="3453" y="1664"/>
                    <a:pt x="2908" y="1087"/>
                  </a:cubicBezTo>
                  <a:cubicBezTo>
                    <a:pt x="2633" y="799"/>
                    <a:pt x="2425" y="728"/>
                    <a:pt x="2287" y="728"/>
                  </a:cubicBezTo>
                  <a:cubicBezTo>
                    <a:pt x="2151" y="728"/>
                    <a:pt x="2083" y="797"/>
                    <a:pt x="2083" y="797"/>
                  </a:cubicBezTo>
                  <a:cubicBezTo>
                    <a:pt x="2083" y="797"/>
                    <a:pt x="1870" y="1"/>
                    <a:pt x="1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6">
              <a:extLst>
                <a:ext uri="{FF2B5EF4-FFF2-40B4-BE49-F238E27FC236}">
                  <a16:creationId xmlns:a16="http://schemas.microsoft.com/office/drawing/2014/main" id="{3363F6E4-22E9-C5AD-E95B-5709DC1AC2F1}"/>
                </a:ext>
              </a:extLst>
            </p:cNvPr>
            <p:cNvSpPr/>
            <p:nvPr/>
          </p:nvSpPr>
          <p:spPr>
            <a:xfrm>
              <a:off x="1092025" y="3303700"/>
              <a:ext cx="77375" cy="78625"/>
            </a:xfrm>
            <a:custGeom>
              <a:avLst/>
              <a:gdLst/>
              <a:ahLst/>
              <a:cxnLst/>
              <a:rect l="l" t="t" r="r" b="b"/>
              <a:pathLst>
                <a:path w="3095" h="3145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7" y="886"/>
                    <a:pt x="2113" y="891"/>
                  </a:cubicBezTo>
                  <a:cubicBezTo>
                    <a:pt x="2129" y="891"/>
                    <a:pt x="2144" y="891"/>
                    <a:pt x="2160" y="876"/>
                  </a:cubicBezTo>
                  <a:cubicBezTo>
                    <a:pt x="2201" y="839"/>
                    <a:pt x="2258" y="823"/>
                    <a:pt x="2313" y="823"/>
                  </a:cubicBezTo>
                  <a:cubicBezTo>
                    <a:pt x="2321" y="823"/>
                    <a:pt x="2329" y="823"/>
                    <a:pt x="2336" y="824"/>
                  </a:cubicBezTo>
                  <a:cubicBezTo>
                    <a:pt x="2456" y="824"/>
                    <a:pt x="2648" y="886"/>
                    <a:pt x="2913" y="1167"/>
                  </a:cubicBezTo>
                  <a:cubicBezTo>
                    <a:pt x="2970" y="1224"/>
                    <a:pt x="2990" y="1296"/>
                    <a:pt x="2980" y="1374"/>
                  </a:cubicBezTo>
                  <a:cubicBezTo>
                    <a:pt x="2892" y="1945"/>
                    <a:pt x="1314" y="2890"/>
                    <a:pt x="1064" y="3036"/>
                  </a:cubicBezTo>
                  <a:cubicBezTo>
                    <a:pt x="909" y="2869"/>
                    <a:pt x="182" y="1961"/>
                    <a:pt x="909" y="668"/>
                  </a:cubicBezTo>
                  <a:cubicBezTo>
                    <a:pt x="1121" y="289"/>
                    <a:pt x="1329" y="97"/>
                    <a:pt x="1511" y="97"/>
                  </a:cubicBezTo>
                  <a:close/>
                  <a:moveTo>
                    <a:pt x="1512" y="1"/>
                  </a:moveTo>
                  <a:cubicBezTo>
                    <a:pt x="1291" y="1"/>
                    <a:pt x="1058" y="209"/>
                    <a:pt x="826" y="621"/>
                  </a:cubicBezTo>
                  <a:cubicBezTo>
                    <a:pt x="0" y="2096"/>
                    <a:pt x="1012" y="3124"/>
                    <a:pt x="1023" y="3134"/>
                  </a:cubicBezTo>
                  <a:cubicBezTo>
                    <a:pt x="1033" y="3139"/>
                    <a:pt x="1044" y="3145"/>
                    <a:pt x="1059" y="3145"/>
                  </a:cubicBezTo>
                  <a:cubicBezTo>
                    <a:pt x="1064" y="3145"/>
                    <a:pt x="1075" y="3145"/>
                    <a:pt x="1080" y="3139"/>
                  </a:cubicBezTo>
                  <a:cubicBezTo>
                    <a:pt x="1158" y="3098"/>
                    <a:pt x="2980" y="2054"/>
                    <a:pt x="3079" y="1390"/>
                  </a:cubicBezTo>
                  <a:cubicBezTo>
                    <a:pt x="3094" y="1286"/>
                    <a:pt x="3063" y="1177"/>
                    <a:pt x="2990" y="1104"/>
                  </a:cubicBezTo>
                  <a:cubicBezTo>
                    <a:pt x="2757" y="855"/>
                    <a:pt x="2534" y="725"/>
                    <a:pt x="2342" y="725"/>
                  </a:cubicBezTo>
                  <a:cubicBezTo>
                    <a:pt x="2279" y="725"/>
                    <a:pt x="2217" y="741"/>
                    <a:pt x="2160" y="767"/>
                  </a:cubicBezTo>
                  <a:cubicBezTo>
                    <a:pt x="2097" y="580"/>
                    <a:pt x="1900" y="45"/>
                    <a:pt x="1558" y="4"/>
                  </a:cubicBezTo>
                  <a:cubicBezTo>
                    <a:pt x="1542" y="2"/>
                    <a:pt x="1527" y="1"/>
                    <a:pt x="1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66">
              <a:extLst>
                <a:ext uri="{FF2B5EF4-FFF2-40B4-BE49-F238E27FC236}">
                  <a16:creationId xmlns:a16="http://schemas.microsoft.com/office/drawing/2014/main" id="{6CBBD9FF-B7D2-AFB8-53ED-C061F993A6E3}"/>
                </a:ext>
              </a:extLst>
            </p:cNvPr>
            <p:cNvSpPr/>
            <p:nvPr/>
          </p:nvSpPr>
          <p:spPr>
            <a:xfrm>
              <a:off x="1122000" y="3324800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30" y="1"/>
                  </a:moveTo>
                  <a:lnTo>
                    <a:pt x="930" y="1"/>
                  </a:lnTo>
                  <a:cubicBezTo>
                    <a:pt x="255" y="546"/>
                    <a:pt x="0" y="1480"/>
                    <a:pt x="0" y="1480"/>
                  </a:cubicBezTo>
                  <a:lnTo>
                    <a:pt x="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66">
              <a:extLst>
                <a:ext uri="{FF2B5EF4-FFF2-40B4-BE49-F238E27FC236}">
                  <a16:creationId xmlns:a16="http://schemas.microsoft.com/office/drawing/2014/main" id="{15241ED5-BADF-2A9D-AF8E-EA59267113D4}"/>
                </a:ext>
              </a:extLst>
            </p:cNvPr>
            <p:cNvSpPr/>
            <p:nvPr/>
          </p:nvSpPr>
          <p:spPr>
            <a:xfrm>
              <a:off x="1120825" y="3323775"/>
              <a:ext cx="25200" cy="38300"/>
            </a:xfrm>
            <a:custGeom>
              <a:avLst/>
              <a:gdLst/>
              <a:ahLst/>
              <a:cxnLst/>
              <a:rect l="l" t="t" r="r" b="b"/>
              <a:pathLst>
                <a:path w="1008" h="1532" extrusionOk="0">
                  <a:moveTo>
                    <a:pt x="945" y="0"/>
                  </a:moveTo>
                  <a:cubicBezTo>
                    <a:pt x="265" y="550"/>
                    <a:pt x="11" y="1469"/>
                    <a:pt x="1" y="1506"/>
                  </a:cubicBezTo>
                  <a:lnTo>
                    <a:pt x="94" y="1532"/>
                  </a:lnTo>
                  <a:cubicBezTo>
                    <a:pt x="99" y="1526"/>
                    <a:pt x="354" y="608"/>
                    <a:pt x="1008" y="78"/>
                  </a:cubicBez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66">
              <a:extLst>
                <a:ext uri="{FF2B5EF4-FFF2-40B4-BE49-F238E27FC236}">
                  <a16:creationId xmlns:a16="http://schemas.microsoft.com/office/drawing/2014/main" id="{3D948A7C-CD40-F6F0-D9E5-404677BC7CE6}"/>
                </a:ext>
              </a:extLst>
            </p:cNvPr>
            <p:cNvSpPr/>
            <p:nvPr/>
          </p:nvSpPr>
          <p:spPr>
            <a:xfrm>
              <a:off x="1103425" y="3195625"/>
              <a:ext cx="108925" cy="59775"/>
            </a:xfrm>
            <a:custGeom>
              <a:avLst/>
              <a:gdLst/>
              <a:ahLst/>
              <a:cxnLst/>
              <a:rect l="l" t="t" r="r" b="b"/>
              <a:pathLst>
                <a:path w="4357" h="2391" extrusionOk="0">
                  <a:moveTo>
                    <a:pt x="3057" y="0"/>
                  </a:moveTo>
                  <a:cubicBezTo>
                    <a:pt x="2567" y="0"/>
                    <a:pt x="2088" y="480"/>
                    <a:pt x="2088" y="480"/>
                  </a:cubicBezTo>
                  <a:cubicBezTo>
                    <a:pt x="2088" y="480"/>
                    <a:pt x="1984" y="377"/>
                    <a:pt x="1686" y="377"/>
                  </a:cubicBezTo>
                  <a:cubicBezTo>
                    <a:pt x="1505" y="377"/>
                    <a:pt x="1253" y="415"/>
                    <a:pt x="909" y="537"/>
                  </a:cubicBezTo>
                  <a:cubicBezTo>
                    <a:pt x="1" y="853"/>
                    <a:pt x="2695" y="2390"/>
                    <a:pt x="2695" y="2390"/>
                  </a:cubicBezTo>
                  <a:cubicBezTo>
                    <a:pt x="2695" y="2390"/>
                    <a:pt x="4357" y="1845"/>
                    <a:pt x="3796" y="589"/>
                  </a:cubicBezTo>
                  <a:cubicBezTo>
                    <a:pt x="3598" y="144"/>
                    <a:pt x="3326" y="0"/>
                    <a:pt x="3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66">
              <a:extLst>
                <a:ext uri="{FF2B5EF4-FFF2-40B4-BE49-F238E27FC236}">
                  <a16:creationId xmlns:a16="http://schemas.microsoft.com/office/drawing/2014/main" id="{FC2F89D6-DC6E-C641-9670-7FE199580620}"/>
                </a:ext>
              </a:extLst>
            </p:cNvPr>
            <p:cNvSpPr/>
            <p:nvPr/>
          </p:nvSpPr>
          <p:spPr>
            <a:xfrm>
              <a:off x="1119150" y="3194425"/>
              <a:ext cx="84250" cy="62250"/>
            </a:xfrm>
            <a:custGeom>
              <a:avLst/>
              <a:gdLst/>
              <a:ahLst/>
              <a:cxnLst/>
              <a:rect l="l" t="t" r="r" b="b"/>
              <a:pathLst>
                <a:path w="3370" h="2490" extrusionOk="0">
                  <a:moveTo>
                    <a:pt x="2436" y="97"/>
                  </a:moveTo>
                  <a:cubicBezTo>
                    <a:pt x="2474" y="97"/>
                    <a:pt x="2512" y="100"/>
                    <a:pt x="2549" y="107"/>
                  </a:cubicBezTo>
                  <a:cubicBezTo>
                    <a:pt x="2788" y="154"/>
                    <a:pt x="2980" y="341"/>
                    <a:pt x="3126" y="657"/>
                  </a:cubicBezTo>
                  <a:cubicBezTo>
                    <a:pt x="3260" y="964"/>
                    <a:pt x="3271" y="1254"/>
                    <a:pt x="3157" y="1519"/>
                  </a:cubicBezTo>
                  <a:cubicBezTo>
                    <a:pt x="2918" y="2064"/>
                    <a:pt x="2201" y="2339"/>
                    <a:pt x="2072" y="2386"/>
                  </a:cubicBezTo>
                  <a:cubicBezTo>
                    <a:pt x="1506" y="2064"/>
                    <a:pt x="109" y="1171"/>
                    <a:pt x="145" y="777"/>
                  </a:cubicBezTo>
                  <a:cubicBezTo>
                    <a:pt x="151" y="714"/>
                    <a:pt x="203" y="668"/>
                    <a:pt x="301" y="631"/>
                  </a:cubicBezTo>
                  <a:cubicBezTo>
                    <a:pt x="540" y="538"/>
                    <a:pt x="794" y="486"/>
                    <a:pt x="1054" y="476"/>
                  </a:cubicBezTo>
                  <a:cubicBezTo>
                    <a:pt x="1324" y="476"/>
                    <a:pt x="1428" y="564"/>
                    <a:pt x="1428" y="564"/>
                  </a:cubicBezTo>
                  <a:cubicBezTo>
                    <a:pt x="1438" y="572"/>
                    <a:pt x="1450" y="576"/>
                    <a:pt x="1462" y="576"/>
                  </a:cubicBezTo>
                  <a:cubicBezTo>
                    <a:pt x="1473" y="576"/>
                    <a:pt x="1485" y="572"/>
                    <a:pt x="1495" y="564"/>
                  </a:cubicBezTo>
                  <a:cubicBezTo>
                    <a:pt x="1495" y="559"/>
                    <a:pt x="1970" y="97"/>
                    <a:pt x="2436" y="97"/>
                  </a:cubicBezTo>
                  <a:close/>
                  <a:moveTo>
                    <a:pt x="2423" y="0"/>
                  </a:moveTo>
                  <a:cubicBezTo>
                    <a:pt x="1988" y="0"/>
                    <a:pt x="1571" y="357"/>
                    <a:pt x="1454" y="465"/>
                  </a:cubicBezTo>
                  <a:cubicBezTo>
                    <a:pt x="1398" y="432"/>
                    <a:pt x="1274" y="378"/>
                    <a:pt x="1054" y="378"/>
                  </a:cubicBezTo>
                  <a:cubicBezTo>
                    <a:pt x="867" y="378"/>
                    <a:pt x="610" y="416"/>
                    <a:pt x="265" y="538"/>
                  </a:cubicBezTo>
                  <a:cubicBezTo>
                    <a:pt x="130" y="585"/>
                    <a:pt x="57" y="663"/>
                    <a:pt x="47" y="766"/>
                  </a:cubicBezTo>
                  <a:cubicBezTo>
                    <a:pt x="0" y="1301"/>
                    <a:pt x="1833" y="2360"/>
                    <a:pt x="2046" y="2480"/>
                  </a:cubicBezTo>
                  <a:cubicBezTo>
                    <a:pt x="2051" y="2485"/>
                    <a:pt x="2061" y="2490"/>
                    <a:pt x="2066" y="2490"/>
                  </a:cubicBezTo>
                  <a:cubicBezTo>
                    <a:pt x="2072" y="2490"/>
                    <a:pt x="2077" y="2490"/>
                    <a:pt x="2082" y="2485"/>
                  </a:cubicBezTo>
                  <a:cubicBezTo>
                    <a:pt x="2118" y="2474"/>
                    <a:pt x="2959" y="2194"/>
                    <a:pt x="3245" y="1555"/>
                  </a:cubicBezTo>
                  <a:cubicBezTo>
                    <a:pt x="3370" y="1265"/>
                    <a:pt x="3359" y="953"/>
                    <a:pt x="3214" y="616"/>
                  </a:cubicBezTo>
                  <a:cubicBezTo>
                    <a:pt x="3058" y="268"/>
                    <a:pt x="2840" y="60"/>
                    <a:pt x="2565" y="14"/>
                  </a:cubicBezTo>
                  <a:cubicBezTo>
                    <a:pt x="2518" y="4"/>
                    <a:pt x="2470" y="0"/>
                    <a:pt x="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66">
              <a:extLst>
                <a:ext uri="{FF2B5EF4-FFF2-40B4-BE49-F238E27FC236}">
                  <a16:creationId xmlns:a16="http://schemas.microsoft.com/office/drawing/2014/main" id="{23F80954-EF06-A0E3-CC52-379F5EB4ADD6}"/>
                </a:ext>
              </a:extLst>
            </p:cNvPr>
            <p:cNvSpPr/>
            <p:nvPr/>
          </p:nvSpPr>
          <p:spPr>
            <a:xfrm>
              <a:off x="1155600" y="3207725"/>
              <a:ext cx="17300" cy="32475"/>
            </a:xfrm>
            <a:custGeom>
              <a:avLst/>
              <a:gdLst/>
              <a:ahLst/>
              <a:cxnLst/>
              <a:rect l="l" t="t" r="r" b="b"/>
              <a:pathLst>
                <a:path w="692" h="1299" extrusionOk="0">
                  <a:moveTo>
                    <a:pt x="1" y="1"/>
                  </a:moveTo>
                  <a:lnTo>
                    <a:pt x="691" y="1299"/>
                  </a:lnTo>
                  <a:cubicBezTo>
                    <a:pt x="660" y="785"/>
                    <a:pt x="406" y="31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66">
              <a:extLst>
                <a:ext uri="{FF2B5EF4-FFF2-40B4-BE49-F238E27FC236}">
                  <a16:creationId xmlns:a16="http://schemas.microsoft.com/office/drawing/2014/main" id="{D5690EBE-55F1-4AC7-92D3-B580F1DDDF8A}"/>
                </a:ext>
              </a:extLst>
            </p:cNvPr>
            <p:cNvSpPr/>
            <p:nvPr/>
          </p:nvSpPr>
          <p:spPr>
            <a:xfrm>
              <a:off x="1154975" y="3206700"/>
              <a:ext cx="19350" cy="33500"/>
            </a:xfrm>
            <a:custGeom>
              <a:avLst/>
              <a:gdLst/>
              <a:ahLst/>
              <a:cxnLst/>
              <a:rect l="l" t="t" r="r" b="b"/>
              <a:pathLst>
                <a:path w="774" h="1340" extrusionOk="0">
                  <a:moveTo>
                    <a:pt x="57" y="0"/>
                  </a:moveTo>
                  <a:lnTo>
                    <a:pt x="0" y="78"/>
                  </a:lnTo>
                  <a:cubicBezTo>
                    <a:pt x="389" y="384"/>
                    <a:pt x="639" y="841"/>
                    <a:pt x="675" y="1340"/>
                  </a:cubicBezTo>
                  <a:lnTo>
                    <a:pt x="774" y="1340"/>
                  </a:lnTo>
                  <a:cubicBezTo>
                    <a:pt x="737" y="810"/>
                    <a:pt x="478" y="322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6" name="Google Shape;3016;p66">
            <a:extLst>
              <a:ext uri="{FF2B5EF4-FFF2-40B4-BE49-F238E27FC236}">
                <a16:creationId xmlns:a16="http://schemas.microsoft.com/office/drawing/2014/main" id="{AFAA81CE-8613-5FE3-0ECE-6993D3F0C8F6}"/>
              </a:ext>
            </a:extLst>
          </p:cNvPr>
          <p:cNvGrpSpPr/>
          <p:nvPr/>
        </p:nvGrpSpPr>
        <p:grpSpPr>
          <a:xfrm>
            <a:off x="13859" y="3337950"/>
            <a:ext cx="995682" cy="1601525"/>
            <a:chOff x="4678300" y="1270125"/>
            <a:chExt cx="439750" cy="707325"/>
          </a:xfrm>
        </p:grpSpPr>
        <p:sp>
          <p:nvSpPr>
            <p:cNvPr id="3017" name="Google Shape;3017;p66">
              <a:extLst>
                <a:ext uri="{FF2B5EF4-FFF2-40B4-BE49-F238E27FC236}">
                  <a16:creationId xmlns:a16="http://schemas.microsoft.com/office/drawing/2014/main" id="{FDC0268E-2A07-D799-25F3-9201698CB650}"/>
                </a:ext>
              </a:extLst>
            </p:cNvPr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" y="11495"/>
                  </a:lnTo>
                  <a:lnTo>
                    <a:pt x="13598" y="11495"/>
                  </a:lnTo>
                  <a:lnTo>
                    <a:pt x="135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66">
              <a:extLst>
                <a:ext uri="{FF2B5EF4-FFF2-40B4-BE49-F238E27FC236}">
                  <a16:creationId xmlns:a16="http://schemas.microsoft.com/office/drawing/2014/main" id="{17548B2E-0732-E9EA-76E5-312B61F3447E}"/>
                </a:ext>
              </a:extLst>
            </p:cNvPr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3598" y="1"/>
                  </a:lnTo>
                  <a:lnTo>
                    <a:pt x="13598" y="11495"/>
                  </a:lnTo>
                  <a:lnTo>
                    <a:pt x="1" y="1149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9" name="Google Shape;3019;p66">
              <a:extLst>
                <a:ext uri="{FF2B5EF4-FFF2-40B4-BE49-F238E27FC236}">
                  <a16:creationId xmlns:a16="http://schemas.microsoft.com/office/drawing/2014/main" id="{3E6C4BE6-8AD0-D6D7-7F11-847505ACA5C1}"/>
                </a:ext>
              </a:extLst>
            </p:cNvPr>
            <p:cNvSpPr/>
            <p:nvPr/>
          </p:nvSpPr>
          <p:spPr>
            <a:xfrm>
              <a:off x="4678825" y="1687600"/>
              <a:ext cx="342275" cy="289850"/>
            </a:xfrm>
            <a:custGeom>
              <a:avLst/>
              <a:gdLst/>
              <a:ahLst/>
              <a:cxnLst/>
              <a:rect l="l" t="t" r="r" b="b"/>
              <a:pathLst>
                <a:path w="13691" h="11594" extrusionOk="0">
                  <a:moveTo>
                    <a:pt x="13592" y="100"/>
                  </a:moveTo>
                  <a:lnTo>
                    <a:pt x="13592" y="11500"/>
                  </a:lnTo>
                  <a:lnTo>
                    <a:pt x="94" y="11500"/>
                  </a:lnTo>
                  <a:lnTo>
                    <a:pt x="94" y="100"/>
                  </a:lnTo>
                  <a:close/>
                  <a:moveTo>
                    <a:pt x="47" y="1"/>
                  </a:moveTo>
                  <a:cubicBezTo>
                    <a:pt x="21" y="1"/>
                    <a:pt x="0" y="27"/>
                    <a:pt x="0" y="53"/>
                  </a:cubicBezTo>
                  <a:lnTo>
                    <a:pt x="0" y="11547"/>
                  </a:lnTo>
                  <a:cubicBezTo>
                    <a:pt x="0" y="11573"/>
                    <a:pt x="21" y="11594"/>
                    <a:pt x="47" y="11594"/>
                  </a:cubicBezTo>
                  <a:lnTo>
                    <a:pt x="13644" y="11594"/>
                  </a:lnTo>
                  <a:cubicBezTo>
                    <a:pt x="13670" y="11594"/>
                    <a:pt x="13691" y="11573"/>
                    <a:pt x="13691" y="11547"/>
                  </a:cubicBezTo>
                  <a:lnTo>
                    <a:pt x="13691" y="53"/>
                  </a:lnTo>
                  <a:cubicBezTo>
                    <a:pt x="13691" y="27"/>
                    <a:pt x="13670" y="1"/>
                    <a:pt x="13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66">
              <a:extLst>
                <a:ext uri="{FF2B5EF4-FFF2-40B4-BE49-F238E27FC236}">
                  <a16:creationId xmlns:a16="http://schemas.microsoft.com/office/drawing/2014/main" id="{3C9516C4-118C-984E-67CA-7F814B7BAA0E}"/>
                </a:ext>
              </a:extLst>
            </p:cNvPr>
            <p:cNvSpPr/>
            <p:nvPr/>
          </p:nvSpPr>
          <p:spPr>
            <a:xfrm>
              <a:off x="5019900" y="1678650"/>
              <a:ext cx="48825" cy="297650"/>
            </a:xfrm>
            <a:custGeom>
              <a:avLst/>
              <a:gdLst/>
              <a:ahLst/>
              <a:cxnLst/>
              <a:rect l="l" t="t" r="r" b="b"/>
              <a:pathLst>
                <a:path w="1953" h="11906" extrusionOk="0">
                  <a:moveTo>
                    <a:pt x="1953" y="1"/>
                  </a:moveTo>
                  <a:lnTo>
                    <a:pt x="1" y="411"/>
                  </a:lnTo>
                  <a:lnTo>
                    <a:pt x="1" y="11905"/>
                  </a:lnTo>
                  <a:lnTo>
                    <a:pt x="1953" y="11313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66">
              <a:extLst>
                <a:ext uri="{FF2B5EF4-FFF2-40B4-BE49-F238E27FC236}">
                  <a16:creationId xmlns:a16="http://schemas.microsoft.com/office/drawing/2014/main" id="{BC6ED072-E390-455D-78A7-82CBA2C3D380}"/>
                </a:ext>
              </a:extLst>
            </p:cNvPr>
            <p:cNvSpPr/>
            <p:nvPr/>
          </p:nvSpPr>
          <p:spPr>
            <a:xfrm>
              <a:off x="5018750" y="1677325"/>
              <a:ext cx="51275" cy="300125"/>
            </a:xfrm>
            <a:custGeom>
              <a:avLst/>
              <a:gdLst/>
              <a:ahLst/>
              <a:cxnLst/>
              <a:rect l="l" t="t" r="r" b="b"/>
              <a:pathLst>
                <a:path w="2051" h="12005" extrusionOk="0">
                  <a:moveTo>
                    <a:pt x="1952" y="111"/>
                  </a:moveTo>
                  <a:lnTo>
                    <a:pt x="1952" y="11330"/>
                  </a:lnTo>
                  <a:lnTo>
                    <a:pt x="94" y="11891"/>
                  </a:lnTo>
                  <a:lnTo>
                    <a:pt x="94" y="505"/>
                  </a:lnTo>
                  <a:lnTo>
                    <a:pt x="1952" y="111"/>
                  </a:lnTo>
                  <a:close/>
                  <a:moveTo>
                    <a:pt x="1998" y="1"/>
                  </a:moveTo>
                  <a:cubicBezTo>
                    <a:pt x="1995" y="1"/>
                    <a:pt x="1992" y="1"/>
                    <a:pt x="1989" y="2"/>
                  </a:cubicBezTo>
                  <a:lnTo>
                    <a:pt x="36" y="417"/>
                  </a:lnTo>
                  <a:cubicBezTo>
                    <a:pt x="16" y="422"/>
                    <a:pt x="0" y="438"/>
                    <a:pt x="0" y="464"/>
                  </a:cubicBezTo>
                  <a:lnTo>
                    <a:pt x="0" y="11958"/>
                  </a:lnTo>
                  <a:cubicBezTo>
                    <a:pt x="0" y="11974"/>
                    <a:pt x="5" y="11989"/>
                    <a:pt x="16" y="11994"/>
                  </a:cubicBezTo>
                  <a:cubicBezTo>
                    <a:pt x="26" y="12005"/>
                    <a:pt x="36" y="12005"/>
                    <a:pt x="47" y="12005"/>
                  </a:cubicBezTo>
                  <a:lnTo>
                    <a:pt x="62" y="12005"/>
                  </a:lnTo>
                  <a:lnTo>
                    <a:pt x="2014" y="11413"/>
                  </a:lnTo>
                  <a:cubicBezTo>
                    <a:pt x="2035" y="11408"/>
                    <a:pt x="2051" y="11387"/>
                    <a:pt x="2051" y="11366"/>
                  </a:cubicBezTo>
                  <a:lnTo>
                    <a:pt x="2051" y="48"/>
                  </a:lnTo>
                  <a:cubicBezTo>
                    <a:pt x="2051" y="21"/>
                    <a:pt x="2026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6">
              <a:extLst>
                <a:ext uri="{FF2B5EF4-FFF2-40B4-BE49-F238E27FC236}">
                  <a16:creationId xmlns:a16="http://schemas.microsoft.com/office/drawing/2014/main" id="{27CE2A6E-4740-FDE9-2BD5-9E63E3C3C452}"/>
                </a:ext>
              </a:extLst>
            </p:cNvPr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6">
              <a:extLst>
                <a:ext uri="{FF2B5EF4-FFF2-40B4-BE49-F238E27FC236}">
                  <a16:creationId xmlns:a16="http://schemas.microsoft.com/office/drawing/2014/main" id="{38DA87FB-74E5-E538-E25A-392F53A6DDF7}"/>
                </a:ext>
              </a:extLst>
            </p:cNvPr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6">
              <a:extLst>
                <a:ext uri="{FF2B5EF4-FFF2-40B4-BE49-F238E27FC236}">
                  <a16:creationId xmlns:a16="http://schemas.microsoft.com/office/drawing/2014/main" id="{E00B8ECD-B89F-6944-6162-AFB47F4A92F2}"/>
                </a:ext>
              </a:extLst>
            </p:cNvPr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6">
              <a:extLst>
                <a:ext uri="{FF2B5EF4-FFF2-40B4-BE49-F238E27FC236}">
                  <a16:creationId xmlns:a16="http://schemas.microsoft.com/office/drawing/2014/main" id="{62FED958-5D97-5BE5-63AA-8F994D6AFAD9}"/>
                </a:ext>
              </a:extLst>
            </p:cNvPr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6">
              <a:extLst>
                <a:ext uri="{FF2B5EF4-FFF2-40B4-BE49-F238E27FC236}">
                  <a16:creationId xmlns:a16="http://schemas.microsoft.com/office/drawing/2014/main" id="{43328973-7AF8-7BA9-F195-D84E6682CB09}"/>
                </a:ext>
              </a:extLst>
            </p:cNvPr>
            <p:cNvSpPr/>
            <p:nvPr/>
          </p:nvSpPr>
          <p:spPr>
            <a:xfrm>
              <a:off x="4795750" y="1718225"/>
              <a:ext cx="86875" cy="25100"/>
            </a:xfrm>
            <a:custGeom>
              <a:avLst/>
              <a:gdLst/>
              <a:ahLst/>
              <a:cxnLst/>
              <a:rect l="l" t="t" r="r" b="b"/>
              <a:pathLst>
                <a:path w="3475" h="1004" extrusionOk="0">
                  <a:moveTo>
                    <a:pt x="502" y="1"/>
                  </a:moveTo>
                  <a:cubicBezTo>
                    <a:pt x="229" y="1"/>
                    <a:pt x="1" y="225"/>
                    <a:pt x="1" y="499"/>
                  </a:cubicBezTo>
                  <a:cubicBezTo>
                    <a:pt x="1" y="779"/>
                    <a:pt x="229" y="1003"/>
                    <a:pt x="502" y="1003"/>
                  </a:cubicBezTo>
                  <a:cubicBezTo>
                    <a:pt x="508" y="1003"/>
                    <a:pt x="514" y="1003"/>
                    <a:pt x="520" y="1003"/>
                  </a:cubicBezTo>
                  <a:lnTo>
                    <a:pt x="2970" y="1003"/>
                  </a:lnTo>
                  <a:cubicBezTo>
                    <a:pt x="3246" y="1003"/>
                    <a:pt x="3469" y="780"/>
                    <a:pt x="3474" y="499"/>
                  </a:cubicBezTo>
                  <a:cubicBezTo>
                    <a:pt x="3474" y="224"/>
                    <a:pt x="3246" y="1"/>
                    <a:pt x="2970" y="1"/>
                  </a:cubicBezTo>
                  <a:lnTo>
                    <a:pt x="520" y="1"/>
                  </a:lnTo>
                  <a:cubicBezTo>
                    <a:pt x="514" y="1"/>
                    <a:pt x="508" y="1"/>
                    <a:pt x="5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6">
              <a:extLst>
                <a:ext uri="{FF2B5EF4-FFF2-40B4-BE49-F238E27FC236}">
                  <a16:creationId xmlns:a16="http://schemas.microsoft.com/office/drawing/2014/main" id="{C615C5B0-E05C-50A6-F46F-FDEF0365F4F9}"/>
                </a:ext>
              </a:extLst>
            </p:cNvPr>
            <p:cNvSpPr/>
            <p:nvPr/>
          </p:nvSpPr>
          <p:spPr>
            <a:xfrm>
              <a:off x="4794975" y="1716950"/>
              <a:ext cx="88800" cy="27525"/>
            </a:xfrm>
            <a:custGeom>
              <a:avLst/>
              <a:gdLst/>
              <a:ahLst/>
              <a:cxnLst/>
              <a:rect l="l" t="t" r="r" b="b"/>
              <a:pathLst>
                <a:path w="3552" h="1101" extrusionOk="0">
                  <a:moveTo>
                    <a:pt x="3001" y="99"/>
                  </a:moveTo>
                  <a:cubicBezTo>
                    <a:pt x="3251" y="99"/>
                    <a:pt x="3453" y="301"/>
                    <a:pt x="3453" y="556"/>
                  </a:cubicBezTo>
                  <a:cubicBezTo>
                    <a:pt x="3453" y="805"/>
                    <a:pt x="3251" y="1007"/>
                    <a:pt x="3001" y="1007"/>
                  </a:cubicBezTo>
                  <a:lnTo>
                    <a:pt x="551" y="1007"/>
                  </a:lnTo>
                  <a:cubicBezTo>
                    <a:pt x="302" y="1007"/>
                    <a:pt x="99" y="805"/>
                    <a:pt x="99" y="556"/>
                  </a:cubicBezTo>
                  <a:cubicBezTo>
                    <a:pt x="99" y="301"/>
                    <a:pt x="302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50" y="0"/>
                    <a:pt x="1" y="244"/>
                    <a:pt x="1" y="550"/>
                  </a:cubicBezTo>
                  <a:cubicBezTo>
                    <a:pt x="1" y="857"/>
                    <a:pt x="250" y="1101"/>
                    <a:pt x="551" y="1101"/>
                  </a:cubicBezTo>
                  <a:lnTo>
                    <a:pt x="3001" y="1101"/>
                  </a:lnTo>
                  <a:cubicBezTo>
                    <a:pt x="3303" y="1101"/>
                    <a:pt x="3552" y="857"/>
                    <a:pt x="3552" y="550"/>
                  </a:cubicBezTo>
                  <a:cubicBezTo>
                    <a:pt x="3552" y="244"/>
                    <a:pt x="3303" y="0"/>
                    <a:pt x="3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6">
              <a:extLst>
                <a:ext uri="{FF2B5EF4-FFF2-40B4-BE49-F238E27FC236}">
                  <a16:creationId xmlns:a16="http://schemas.microsoft.com/office/drawing/2014/main" id="{6DC189DA-6965-9F9E-FE3F-3B28309607C0}"/>
                </a:ext>
              </a:extLst>
            </p:cNvPr>
            <p:cNvSpPr/>
            <p:nvPr/>
          </p:nvSpPr>
          <p:spPr>
            <a:xfrm>
              <a:off x="4679975" y="1678000"/>
              <a:ext cx="388750" cy="10925"/>
            </a:xfrm>
            <a:custGeom>
              <a:avLst/>
              <a:gdLst/>
              <a:ahLst/>
              <a:cxnLst/>
              <a:rect l="l" t="t" r="r" b="b"/>
              <a:pathLst>
                <a:path w="15550" h="437" extrusionOk="0">
                  <a:moveTo>
                    <a:pt x="1953" y="1"/>
                  </a:moveTo>
                  <a:lnTo>
                    <a:pt x="1" y="437"/>
                  </a:lnTo>
                  <a:lnTo>
                    <a:pt x="13598" y="437"/>
                  </a:lnTo>
                  <a:lnTo>
                    <a:pt x="155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6">
              <a:extLst>
                <a:ext uri="{FF2B5EF4-FFF2-40B4-BE49-F238E27FC236}">
                  <a16:creationId xmlns:a16="http://schemas.microsoft.com/office/drawing/2014/main" id="{753991B9-17B6-1274-2100-A90D4AC9DE0E}"/>
                </a:ext>
              </a:extLst>
            </p:cNvPr>
            <p:cNvSpPr/>
            <p:nvPr/>
          </p:nvSpPr>
          <p:spPr>
            <a:xfrm>
              <a:off x="4678300" y="1676825"/>
              <a:ext cx="391725" cy="13275"/>
            </a:xfrm>
            <a:custGeom>
              <a:avLst/>
              <a:gdLst/>
              <a:ahLst/>
              <a:cxnLst/>
              <a:rect l="l" t="t" r="r" b="b"/>
              <a:pathLst>
                <a:path w="15669" h="531" extrusionOk="0">
                  <a:moveTo>
                    <a:pt x="15176" y="100"/>
                  </a:moveTo>
                  <a:lnTo>
                    <a:pt x="13660" y="432"/>
                  </a:lnTo>
                  <a:lnTo>
                    <a:pt x="509" y="432"/>
                  </a:lnTo>
                  <a:lnTo>
                    <a:pt x="2025" y="100"/>
                  </a:lnTo>
                  <a:close/>
                  <a:moveTo>
                    <a:pt x="2010" y="1"/>
                  </a:moveTo>
                  <a:lnTo>
                    <a:pt x="57" y="437"/>
                  </a:lnTo>
                  <a:cubicBezTo>
                    <a:pt x="0" y="447"/>
                    <a:pt x="11" y="531"/>
                    <a:pt x="68" y="531"/>
                  </a:cubicBezTo>
                  <a:lnTo>
                    <a:pt x="13675" y="531"/>
                  </a:lnTo>
                  <a:lnTo>
                    <a:pt x="15632" y="100"/>
                  </a:lnTo>
                  <a:cubicBezTo>
                    <a:pt x="15653" y="94"/>
                    <a:pt x="15669" y="68"/>
                    <a:pt x="15669" y="42"/>
                  </a:cubicBezTo>
                  <a:cubicBezTo>
                    <a:pt x="15664" y="22"/>
                    <a:pt x="15643" y="1"/>
                    <a:pt x="15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6">
              <a:extLst>
                <a:ext uri="{FF2B5EF4-FFF2-40B4-BE49-F238E27FC236}">
                  <a16:creationId xmlns:a16="http://schemas.microsoft.com/office/drawing/2014/main" id="{CDAD6C8B-1C1A-4163-0869-03858ECEF091}"/>
                </a:ext>
              </a:extLst>
            </p:cNvPr>
            <p:cNvSpPr/>
            <p:nvPr/>
          </p:nvSpPr>
          <p:spPr>
            <a:xfrm>
              <a:off x="4728000" y="1678650"/>
              <a:ext cx="340725" cy="297650"/>
            </a:xfrm>
            <a:custGeom>
              <a:avLst/>
              <a:gdLst/>
              <a:ahLst/>
              <a:cxnLst/>
              <a:rect l="l" t="t" r="r" b="b"/>
              <a:pathLst>
                <a:path w="13629" h="11906" extrusionOk="0">
                  <a:moveTo>
                    <a:pt x="13629" y="1"/>
                  </a:moveTo>
                  <a:lnTo>
                    <a:pt x="11677" y="411"/>
                  </a:lnTo>
                  <a:lnTo>
                    <a:pt x="11677" y="888"/>
                  </a:lnTo>
                  <a:lnTo>
                    <a:pt x="1" y="328"/>
                  </a:lnTo>
                  <a:lnTo>
                    <a:pt x="2186" y="2586"/>
                  </a:lnTo>
                  <a:lnTo>
                    <a:pt x="11677" y="3676"/>
                  </a:lnTo>
                  <a:lnTo>
                    <a:pt x="11677" y="11905"/>
                  </a:lnTo>
                  <a:lnTo>
                    <a:pt x="13629" y="11313"/>
                  </a:lnTo>
                  <a:lnTo>
                    <a:pt x="13629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6">
              <a:extLst>
                <a:ext uri="{FF2B5EF4-FFF2-40B4-BE49-F238E27FC236}">
                  <a16:creationId xmlns:a16="http://schemas.microsoft.com/office/drawing/2014/main" id="{A0E8A83F-2F77-AFA8-868B-FAFDD59A43E4}"/>
                </a:ext>
              </a:extLst>
            </p:cNvPr>
            <p:cNvSpPr/>
            <p:nvPr/>
          </p:nvSpPr>
          <p:spPr>
            <a:xfrm>
              <a:off x="4771750" y="1297200"/>
              <a:ext cx="268050" cy="328125"/>
            </a:xfrm>
            <a:custGeom>
              <a:avLst/>
              <a:gdLst/>
              <a:ahLst/>
              <a:cxnLst/>
              <a:rect l="l" t="t" r="r" b="b"/>
              <a:pathLst>
                <a:path w="10722" h="13125" extrusionOk="0">
                  <a:moveTo>
                    <a:pt x="6853" y="0"/>
                  </a:moveTo>
                  <a:lnTo>
                    <a:pt x="0" y="2887"/>
                  </a:lnTo>
                  <a:lnTo>
                    <a:pt x="3868" y="13125"/>
                  </a:lnTo>
                  <a:lnTo>
                    <a:pt x="10721" y="10238"/>
                  </a:lnTo>
                  <a:lnTo>
                    <a:pt x="68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6">
              <a:extLst>
                <a:ext uri="{FF2B5EF4-FFF2-40B4-BE49-F238E27FC236}">
                  <a16:creationId xmlns:a16="http://schemas.microsoft.com/office/drawing/2014/main" id="{79B46429-4240-D177-3202-A830C8EEFACE}"/>
                </a:ext>
              </a:extLst>
            </p:cNvPr>
            <p:cNvSpPr/>
            <p:nvPr/>
          </p:nvSpPr>
          <p:spPr>
            <a:xfrm>
              <a:off x="4770325" y="1295825"/>
              <a:ext cx="270900" cy="330675"/>
            </a:xfrm>
            <a:custGeom>
              <a:avLst/>
              <a:gdLst/>
              <a:ahLst/>
              <a:cxnLst/>
              <a:rect l="l" t="t" r="r" b="b"/>
              <a:pathLst>
                <a:path w="10836" h="13227" extrusionOk="0">
                  <a:moveTo>
                    <a:pt x="6879" y="118"/>
                  </a:moveTo>
                  <a:lnTo>
                    <a:pt x="10716" y="10262"/>
                  </a:lnTo>
                  <a:lnTo>
                    <a:pt x="3956" y="13118"/>
                  </a:lnTo>
                  <a:lnTo>
                    <a:pt x="120" y="2968"/>
                  </a:lnTo>
                  <a:lnTo>
                    <a:pt x="6879" y="118"/>
                  </a:lnTo>
                  <a:close/>
                  <a:moveTo>
                    <a:pt x="6906" y="0"/>
                  </a:moveTo>
                  <a:cubicBezTo>
                    <a:pt x="6901" y="0"/>
                    <a:pt x="6895" y="1"/>
                    <a:pt x="6890" y="3"/>
                  </a:cubicBezTo>
                  <a:lnTo>
                    <a:pt x="37" y="2895"/>
                  </a:lnTo>
                  <a:cubicBezTo>
                    <a:pt x="16" y="2906"/>
                    <a:pt x="0" y="2937"/>
                    <a:pt x="11" y="2963"/>
                  </a:cubicBezTo>
                  <a:lnTo>
                    <a:pt x="3884" y="13195"/>
                  </a:lnTo>
                  <a:cubicBezTo>
                    <a:pt x="3884" y="13211"/>
                    <a:pt x="3894" y="13221"/>
                    <a:pt x="3910" y="13227"/>
                  </a:cubicBezTo>
                  <a:lnTo>
                    <a:pt x="3925" y="13227"/>
                  </a:lnTo>
                  <a:cubicBezTo>
                    <a:pt x="3936" y="13227"/>
                    <a:pt x="3941" y="13227"/>
                    <a:pt x="3946" y="13221"/>
                  </a:cubicBezTo>
                  <a:lnTo>
                    <a:pt x="10794" y="10335"/>
                  </a:lnTo>
                  <a:cubicBezTo>
                    <a:pt x="10820" y="10324"/>
                    <a:pt x="10835" y="10293"/>
                    <a:pt x="10820" y="10273"/>
                  </a:cubicBezTo>
                  <a:lnTo>
                    <a:pt x="6952" y="35"/>
                  </a:lnTo>
                  <a:cubicBezTo>
                    <a:pt x="6944" y="14"/>
                    <a:pt x="6926" y="0"/>
                    <a:pt x="6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6">
              <a:extLst>
                <a:ext uri="{FF2B5EF4-FFF2-40B4-BE49-F238E27FC236}">
                  <a16:creationId xmlns:a16="http://schemas.microsoft.com/office/drawing/2014/main" id="{79A7128A-415D-638D-6324-0F24A5D0393E}"/>
                </a:ext>
              </a:extLst>
            </p:cNvPr>
            <p:cNvSpPr/>
            <p:nvPr/>
          </p:nvSpPr>
          <p:spPr>
            <a:xfrm>
              <a:off x="4823675" y="1300700"/>
              <a:ext cx="217275" cy="285175"/>
            </a:xfrm>
            <a:custGeom>
              <a:avLst/>
              <a:gdLst/>
              <a:ahLst/>
              <a:cxnLst/>
              <a:rect l="l" t="t" r="r" b="b"/>
              <a:pathLst>
                <a:path w="8691" h="11407" extrusionOk="0">
                  <a:moveTo>
                    <a:pt x="7819" y="0"/>
                  </a:moveTo>
                  <a:lnTo>
                    <a:pt x="0" y="468"/>
                  </a:lnTo>
                  <a:lnTo>
                    <a:pt x="872" y="11407"/>
                  </a:lnTo>
                  <a:lnTo>
                    <a:pt x="8691" y="10939"/>
                  </a:lnTo>
                  <a:lnTo>
                    <a:pt x="78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66">
              <a:extLst>
                <a:ext uri="{FF2B5EF4-FFF2-40B4-BE49-F238E27FC236}">
                  <a16:creationId xmlns:a16="http://schemas.microsoft.com/office/drawing/2014/main" id="{130757DB-5162-C239-D8CB-25BCB0951368}"/>
                </a:ext>
              </a:extLst>
            </p:cNvPr>
            <p:cNvSpPr/>
            <p:nvPr/>
          </p:nvSpPr>
          <p:spPr>
            <a:xfrm>
              <a:off x="4822375" y="1299400"/>
              <a:ext cx="219875" cy="287775"/>
            </a:xfrm>
            <a:custGeom>
              <a:avLst/>
              <a:gdLst/>
              <a:ahLst/>
              <a:cxnLst/>
              <a:rect l="l" t="t" r="r" b="b"/>
              <a:pathLst>
                <a:path w="8795" h="11511" extrusionOk="0">
                  <a:moveTo>
                    <a:pt x="7824" y="99"/>
                  </a:moveTo>
                  <a:lnTo>
                    <a:pt x="8691" y="10945"/>
                  </a:lnTo>
                  <a:lnTo>
                    <a:pt x="966" y="11407"/>
                  </a:lnTo>
                  <a:lnTo>
                    <a:pt x="104" y="566"/>
                  </a:lnTo>
                  <a:lnTo>
                    <a:pt x="7824" y="99"/>
                  </a:lnTo>
                  <a:close/>
                  <a:moveTo>
                    <a:pt x="7865" y="1"/>
                  </a:moveTo>
                  <a:lnTo>
                    <a:pt x="47" y="473"/>
                  </a:lnTo>
                  <a:cubicBezTo>
                    <a:pt x="36" y="473"/>
                    <a:pt x="21" y="478"/>
                    <a:pt x="16" y="489"/>
                  </a:cubicBezTo>
                  <a:cubicBezTo>
                    <a:pt x="5" y="499"/>
                    <a:pt x="0" y="509"/>
                    <a:pt x="0" y="525"/>
                  </a:cubicBezTo>
                  <a:lnTo>
                    <a:pt x="877" y="11464"/>
                  </a:lnTo>
                  <a:cubicBezTo>
                    <a:pt x="877" y="11490"/>
                    <a:pt x="898" y="11511"/>
                    <a:pt x="924" y="11511"/>
                  </a:cubicBezTo>
                  <a:lnTo>
                    <a:pt x="929" y="11511"/>
                  </a:lnTo>
                  <a:lnTo>
                    <a:pt x="8748" y="11038"/>
                  </a:lnTo>
                  <a:cubicBezTo>
                    <a:pt x="8758" y="11038"/>
                    <a:pt x="8774" y="11033"/>
                    <a:pt x="8779" y="11022"/>
                  </a:cubicBezTo>
                  <a:cubicBezTo>
                    <a:pt x="8790" y="11012"/>
                    <a:pt x="8795" y="10997"/>
                    <a:pt x="8795" y="10986"/>
                  </a:cubicBezTo>
                  <a:lnTo>
                    <a:pt x="7917" y="47"/>
                  </a:lnTo>
                  <a:cubicBezTo>
                    <a:pt x="7917" y="21"/>
                    <a:pt x="7891" y="1"/>
                    <a:pt x="7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66">
              <a:extLst>
                <a:ext uri="{FF2B5EF4-FFF2-40B4-BE49-F238E27FC236}">
                  <a16:creationId xmlns:a16="http://schemas.microsoft.com/office/drawing/2014/main" id="{C4CFC5A9-75A0-9379-6A41-FCDA70138BF4}"/>
                </a:ext>
              </a:extLst>
            </p:cNvPr>
            <p:cNvSpPr/>
            <p:nvPr/>
          </p:nvSpPr>
          <p:spPr>
            <a:xfrm>
              <a:off x="4852875" y="1271225"/>
              <a:ext cx="233500" cy="302850"/>
            </a:xfrm>
            <a:custGeom>
              <a:avLst/>
              <a:gdLst/>
              <a:ahLst/>
              <a:cxnLst/>
              <a:rect l="l" t="t" r="r" b="b"/>
              <a:pathLst>
                <a:path w="9340" h="12114" extrusionOk="0">
                  <a:moveTo>
                    <a:pt x="2549" y="1"/>
                  </a:moveTo>
                  <a:lnTo>
                    <a:pt x="0" y="10685"/>
                  </a:lnTo>
                  <a:lnTo>
                    <a:pt x="6791" y="12113"/>
                  </a:lnTo>
                  <a:lnTo>
                    <a:pt x="9340" y="1429"/>
                  </a:lnTo>
                  <a:lnTo>
                    <a:pt x="25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66">
              <a:extLst>
                <a:ext uri="{FF2B5EF4-FFF2-40B4-BE49-F238E27FC236}">
                  <a16:creationId xmlns:a16="http://schemas.microsoft.com/office/drawing/2014/main" id="{3675F436-C8E7-2F8F-86EC-E23D5EB44323}"/>
                </a:ext>
              </a:extLst>
            </p:cNvPr>
            <p:cNvSpPr/>
            <p:nvPr/>
          </p:nvSpPr>
          <p:spPr>
            <a:xfrm>
              <a:off x="4851575" y="1270125"/>
              <a:ext cx="236100" cy="305250"/>
            </a:xfrm>
            <a:custGeom>
              <a:avLst/>
              <a:gdLst/>
              <a:ahLst/>
              <a:cxnLst/>
              <a:rect l="l" t="t" r="r" b="b"/>
              <a:pathLst>
                <a:path w="9444" h="12210" extrusionOk="0">
                  <a:moveTo>
                    <a:pt x="2638" y="102"/>
                  </a:moveTo>
                  <a:lnTo>
                    <a:pt x="9340" y="1514"/>
                  </a:lnTo>
                  <a:lnTo>
                    <a:pt x="6807" y="12100"/>
                  </a:lnTo>
                  <a:lnTo>
                    <a:pt x="109" y="10693"/>
                  </a:lnTo>
                  <a:lnTo>
                    <a:pt x="2638" y="102"/>
                  </a:lnTo>
                  <a:close/>
                  <a:moveTo>
                    <a:pt x="2598" y="1"/>
                  </a:moveTo>
                  <a:cubicBezTo>
                    <a:pt x="2577" y="1"/>
                    <a:pt x="2559" y="19"/>
                    <a:pt x="2555" y="40"/>
                  </a:cubicBezTo>
                  <a:lnTo>
                    <a:pt x="5" y="10719"/>
                  </a:lnTo>
                  <a:cubicBezTo>
                    <a:pt x="0" y="10735"/>
                    <a:pt x="0" y="10745"/>
                    <a:pt x="11" y="10761"/>
                  </a:cubicBezTo>
                  <a:cubicBezTo>
                    <a:pt x="16" y="10771"/>
                    <a:pt x="26" y="10776"/>
                    <a:pt x="42" y="10781"/>
                  </a:cubicBezTo>
                  <a:lnTo>
                    <a:pt x="6832" y="12209"/>
                  </a:lnTo>
                  <a:lnTo>
                    <a:pt x="6843" y="12209"/>
                  </a:lnTo>
                  <a:cubicBezTo>
                    <a:pt x="6864" y="12209"/>
                    <a:pt x="6884" y="12193"/>
                    <a:pt x="6890" y="12173"/>
                  </a:cubicBezTo>
                  <a:lnTo>
                    <a:pt x="9439" y="1488"/>
                  </a:lnTo>
                  <a:cubicBezTo>
                    <a:pt x="9444" y="1473"/>
                    <a:pt x="9444" y="1462"/>
                    <a:pt x="9434" y="1452"/>
                  </a:cubicBezTo>
                  <a:cubicBezTo>
                    <a:pt x="9428" y="1436"/>
                    <a:pt x="9418" y="1431"/>
                    <a:pt x="9402" y="1431"/>
                  </a:cubicBezTo>
                  <a:lnTo>
                    <a:pt x="2612" y="3"/>
                  </a:lnTo>
                  <a:cubicBezTo>
                    <a:pt x="2607" y="2"/>
                    <a:pt x="2602" y="1"/>
                    <a:pt x="2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66">
              <a:extLst>
                <a:ext uri="{FF2B5EF4-FFF2-40B4-BE49-F238E27FC236}">
                  <a16:creationId xmlns:a16="http://schemas.microsoft.com/office/drawing/2014/main" id="{0CE9D477-30D7-6D4C-EE90-212CE933818C}"/>
                </a:ext>
              </a:extLst>
            </p:cNvPr>
            <p:cNvSpPr/>
            <p:nvPr/>
          </p:nvSpPr>
          <p:spPr>
            <a:xfrm>
              <a:off x="4839375" y="1360150"/>
              <a:ext cx="258425" cy="205600"/>
            </a:xfrm>
            <a:custGeom>
              <a:avLst/>
              <a:gdLst/>
              <a:ahLst/>
              <a:cxnLst/>
              <a:rect l="l" t="t" r="r" b="b"/>
              <a:pathLst>
                <a:path w="10337" h="8224" extrusionOk="0">
                  <a:moveTo>
                    <a:pt x="1485" y="0"/>
                  </a:moveTo>
                  <a:lnTo>
                    <a:pt x="0" y="5633"/>
                  </a:lnTo>
                  <a:lnTo>
                    <a:pt x="8847" y="8224"/>
                  </a:lnTo>
                  <a:lnTo>
                    <a:pt x="10337" y="2591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66">
              <a:extLst>
                <a:ext uri="{FF2B5EF4-FFF2-40B4-BE49-F238E27FC236}">
                  <a16:creationId xmlns:a16="http://schemas.microsoft.com/office/drawing/2014/main" id="{78895349-62A4-4DF3-C055-C763A0EBC6C4}"/>
                </a:ext>
              </a:extLst>
            </p:cNvPr>
            <p:cNvSpPr/>
            <p:nvPr/>
          </p:nvSpPr>
          <p:spPr>
            <a:xfrm>
              <a:off x="4837950" y="1358850"/>
              <a:ext cx="261025" cy="208200"/>
            </a:xfrm>
            <a:custGeom>
              <a:avLst/>
              <a:gdLst/>
              <a:ahLst/>
              <a:cxnLst/>
              <a:rect l="l" t="t" r="r" b="b"/>
              <a:pathLst>
                <a:path w="10441" h="8328" extrusionOk="0">
                  <a:moveTo>
                    <a:pt x="1578" y="109"/>
                  </a:moveTo>
                  <a:lnTo>
                    <a:pt x="10332" y="2674"/>
                  </a:lnTo>
                  <a:lnTo>
                    <a:pt x="8873" y="8219"/>
                  </a:lnTo>
                  <a:lnTo>
                    <a:pt x="114" y="5649"/>
                  </a:lnTo>
                  <a:lnTo>
                    <a:pt x="1578" y="109"/>
                  </a:lnTo>
                  <a:close/>
                  <a:moveTo>
                    <a:pt x="1558" y="0"/>
                  </a:moveTo>
                  <a:cubicBezTo>
                    <a:pt x="1542" y="0"/>
                    <a:pt x="1532" y="0"/>
                    <a:pt x="1516" y="6"/>
                  </a:cubicBezTo>
                  <a:cubicBezTo>
                    <a:pt x="1506" y="11"/>
                    <a:pt x="1500" y="21"/>
                    <a:pt x="1495" y="37"/>
                  </a:cubicBezTo>
                  <a:lnTo>
                    <a:pt x="10" y="5670"/>
                  </a:lnTo>
                  <a:cubicBezTo>
                    <a:pt x="0" y="5696"/>
                    <a:pt x="16" y="5722"/>
                    <a:pt x="42" y="5732"/>
                  </a:cubicBezTo>
                  <a:lnTo>
                    <a:pt x="8893" y="8328"/>
                  </a:lnTo>
                  <a:lnTo>
                    <a:pt x="8904" y="8328"/>
                  </a:lnTo>
                  <a:cubicBezTo>
                    <a:pt x="8914" y="8328"/>
                    <a:pt x="8919" y="8323"/>
                    <a:pt x="8925" y="8317"/>
                  </a:cubicBezTo>
                  <a:cubicBezTo>
                    <a:pt x="8935" y="8312"/>
                    <a:pt x="8945" y="8302"/>
                    <a:pt x="8951" y="8291"/>
                  </a:cubicBezTo>
                  <a:lnTo>
                    <a:pt x="10435" y="2653"/>
                  </a:lnTo>
                  <a:cubicBezTo>
                    <a:pt x="10441" y="2627"/>
                    <a:pt x="10430" y="2601"/>
                    <a:pt x="10404" y="2596"/>
                  </a:cubicBezTo>
                  <a:lnTo>
                    <a:pt x="15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66">
              <a:extLst>
                <a:ext uri="{FF2B5EF4-FFF2-40B4-BE49-F238E27FC236}">
                  <a16:creationId xmlns:a16="http://schemas.microsoft.com/office/drawing/2014/main" id="{998759D4-75FA-E6CC-BAED-FCC73F95A074}"/>
                </a:ext>
              </a:extLst>
            </p:cNvPr>
            <p:cNvSpPr/>
            <p:nvPr/>
          </p:nvSpPr>
          <p:spPr>
            <a:xfrm>
              <a:off x="4776800" y="1414150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" y="0"/>
                  </a:moveTo>
                  <a:lnTo>
                    <a:pt x="1" y="11494"/>
                  </a:lnTo>
                  <a:lnTo>
                    <a:pt x="13598" y="11494"/>
                  </a:lnTo>
                  <a:lnTo>
                    <a:pt x="13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66">
              <a:extLst>
                <a:ext uri="{FF2B5EF4-FFF2-40B4-BE49-F238E27FC236}">
                  <a16:creationId xmlns:a16="http://schemas.microsoft.com/office/drawing/2014/main" id="{4630C0B6-CB71-5077-C740-7198F2C694CF}"/>
                </a:ext>
              </a:extLst>
            </p:cNvPr>
            <p:cNvSpPr/>
            <p:nvPr/>
          </p:nvSpPr>
          <p:spPr>
            <a:xfrm>
              <a:off x="4776801" y="1414149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3598" y="11494"/>
                  </a:moveTo>
                  <a:lnTo>
                    <a:pt x="1" y="11494"/>
                  </a:lnTo>
                  <a:lnTo>
                    <a:pt x="1" y="0"/>
                  </a:lnTo>
                  <a:lnTo>
                    <a:pt x="1359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66">
              <a:extLst>
                <a:ext uri="{FF2B5EF4-FFF2-40B4-BE49-F238E27FC236}">
                  <a16:creationId xmlns:a16="http://schemas.microsoft.com/office/drawing/2014/main" id="{5867472D-CD21-2452-BEB5-3CD94C0CB6B3}"/>
                </a:ext>
              </a:extLst>
            </p:cNvPr>
            <p:cNvSpPr/>
            <p:nvPr/>
          </p:nvSpPr>
          <p:spPr>
            <a:xfrm>
              <a:off x="4775650" y="1412975"/>
              <a:ext cx="342400" cy="289850"/>
            </a:xfrm>
            <a:custGeom>
              <a:avLst/>
              <a:gdLst/>
              <a:ahLst/>
              <a:cxnLst/>
              <a:rect l="l" t="t" r="r" b="b"/>
              <a:pathLst>
                <a:path w="13696" h="11594" extrusionOk="0">
                  <a:moveTo>
                    <a:pt x="13597" y="99"/>
                  </a:moveTo>
                  <a:lnTo>
                    <a:pt x="13597" y="11495"/>
                  </a:lnTo>
                  <a:lnTo>
                    <a:pt x="99" y="11495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11541"/>
                  </a:lnTo>
                  <a:cubicBezTo>
                    <a:pt x="0" y="11567"/>
                    <a:pt x="21" y="11593"/>
                    <a:pt x="47" y="11593"/>
                  </a:cubicBezTo>
                  <a:lnTo>
                    <a:pt x="13644" y="11593"/>
                  </a:lnTo>
                  <a:cubicBezTo>
                    <a:pt x="13675" y="11593"/>
                    <a:pt x="13696" y="11567"/>
                    <a:pt x="13696" y="11541"/>
                  </a:cubicBezTo>
                  <a:lnTo>
                    <a:pt x="13696" y="47"/>
                  </a:lnTo>
                  <a:cubicBezTo>
                    <a:pt x="13696" y="21"/>
                    <a:pt x="13675" y="0"/>
                    <a:pt x="13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66">
              <a:extLst>
                <a:ext uri="{FF2B5EF4-FFF2-40B4-BE49-F238E27FC236}">
                  <a16:creationId xmlns:a16="http://schemas.microsoft.com/office/drawing/2014/main" id="{16C94E54-D18D-6A83-9DC1-59CD0BA9776F}"/>
                </a:ext>
              </a:extLst>
            </p:cNvPr>
            <p:cNvSpPr/>
            <p:nvPr/>
          </p:nvSpPr>
          <p:spPr>
            <a:xfrm>
              <a:off x="4728000" y="1414150"/>
              <a:ext cx="48825" cy="287375"/>
            </a:xfrm>
            <a:custGeom>
              <a:avLst/>
              <a:gdLst/>
              <a:ahLst/>
              <a:cxnLst/>
              <a:rect l="l" t="t" r="r" b="b"/>
              <a:pathLst>
                <a:path w="1953" h="11495" extrusionOk="0">
                  <a:moveTo>
                    <a:pt x="1953" y="0"/>
                  </a:moveTo>
                  <a:lnTo>
                    <a:pt x="1" y="88"/>
                  </a:lnTo>
                  <a:lnTo>
                    <a:pt x="1" y="10908"/>
                  </a:lnTo>
                  <a:lnTo>
                    <a:pt x="1953" y="1149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66">
              <a:extLst>
                <a:ext uri="{FF2B5EF4-FFF2-40B4-BE49-F238E27FC236}">
                  <a16:creationId xmlns:a16="http://schemas.microsoft.com/office/drawing/2014/main" id="{88F896D5-D0C9-B112-89A3-8E82D29EDBA3}"/>
                </a:ext>
              </a:extLst>
            </p:cNvPr>
            <p:cNvSpPr/>
            <p:nvPr/>
          </p:nvSpPr>
          <p:spPr>
            <a:xfrm>
              <a:off x="4726850" y="1412975"/>
              <a:ext cx="51275" cy="289850"/>
            </a:xfrm>
            <a:custGeom>
              <a:avLst/>
              <a:gdLst/>
              <a:ahLst/>
              <a:cxnLst/>
              <a:rect l="l" t="t" r="r" b="b"/>
              <a:pathLst>
                <a:path w="2051" h="11594" extrusionOk="0">
                  <a:moveTo>
                    <a:pt x="1952" y="99"/>
                  </a:moveTo>
                  <a:lnTo>
                    <a:pt x="1952" y="11479"/>
                  </a:lnTo>
                  <a:lnTo>
                    <a:pt x="99" y="10918"/>
                  </a:lnTo>
                  <a:lnTo>
                    <a:pt x="99" y="187"/>
                  </a:lnTo>
                  <a:lnTo>
                    <a:pt x="1952" y="99"/>
                  </a:lnTo>
                  <a:close/>
                  <a:moveTo>
                    <a:pt x="1999" y="0"/>
                  </a:moveTo>
                  <a:lnTo>
                    <a:pt x="47" y="89"/>
                  </a:lnTo>
                  <a:cubicBezTo>
                    <a:pt x="21" y="89"/>
                    <a:pt x="0" y="109"/>
                    <a:pt x="0" y="135"/>
                  </a:cubicBezTo>
                  <a:lnTo>
                    <a:pt x="0" y="10955"/>
                  </a:lnTo>
                  <a:cubicBezTo>
                    <a:pt x="0" y="10975"/>
                    <a:pt x="10" y="10996"/>
                    <a:pt x="31" y="11001"/>
                  </a:cubicBezTo>
                  <a:lnTo>
                    <a:pt x="1988" y="11593"/>
                  </a:lnTo>
                  <a:lnTo>
                    <a:pt x="1999" y="11593"/>
                  </a:lnTo>
                  <a:cubicBezTo>
                    <a:pt x="2030" y="11593"/>
                    <a:pt x="2051" y="11567"/>
                    <a:pt x="2051" y="11541"/>
                  </a:cubicBezTo>
                  <a:lnTo>
                    <a:pt x="2051" y="47"/>
                  </a:lnTo>
                  <a:cubicBezTo>
                    <a:pt x="2051" y="21"/>
                    <a:pt x="2025" y="0"/>
                    <a:pt x="1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66">
              <a:extLst>
                <a:ext uri="{FF2B5EF4-FFF2-40B4-BE49-F238E27FC236}">
                  <a16:creationId xmlns:a16="http://schemas.microsoft.com/office/drawing/2014/main" id="{7FB6B92E-A2D9-3559-D56C-95B7635516F4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66">
              <a:extLst>
                <a:ext uri="{FF2B5EF4-FFF2-40B4-BE49-F238E27FC236}">
                  <a16:creationId xmlns:a16="http://schemas.microsoft.com/office/drawing/2014/main" id="{3465BB1B-B78B-DD25-0310-D1BA5F9106B9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66">
              <a:extLst>
                <a:ext uri="{FF2B5EF4-FFF2-40B4-BE49-F238E27FC236}">
                  <a16:creationId xmlns:a16="http://schemas.microsoft.com/office/drawing/2014/main" id="{35E24DB6-7128-E0A5-3275-606DC8A540F9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66">
              <a:extLst>
                <a:ext uri="{FF2B5EF4-FFF2-40B4-BE49-F238E27FC236}">
                  <a16:creationId xmlns:a16="http://schemas.microsoft.com/office/drawing/2014/main" id="{A1E1034A-501E-AC52-A946-8B73E3CA26CE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66">
              <a:extLst>
                <a:ext uri="{FF2B5EF4-FFF2-40B4-BE49-F238E27FC236}">
                  <a16:creationId xmlns:a16="http://schemas.microsoft.com/office/drawing/2014/main" id="{2B0185E9-97D8-6FFC-B36D-18F25EB2EA2B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66">
              <a:extLst>
                <a:ext uri="{FF2B5EF4-FFF2-40B4-BE49-F238E27FC236}">
                  <a16:creationId xmlns:a16="http://schemas.microsoft.com/office/drawing/2014/main" id="{00F7B1A1-E40D-202F-CFA9-5897EE265E09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66">
              <a:extLst>
                <a:ext uri="{FF2B5EF4-FFF2-40B4-BE49-F238E27FC236}">
                  <a16:creationId xmlns:a16="http://schemas.microsoft.com/office/drawing/2014/main" id="{66504833-8C12-1A4C-242A-8F5D2A5D1E23}"/>
                </a:ext>
              </a:extLst>
            </p:cNvPr>
            <p:cNvSpPr/>
            <p:nvPr/>
          </p:nvSpPr>
          <p:spPr>
            <a:xfrm>
              <a:off x="4914250" y="1443475"/>
              <a:ext cx="88550" cy="25200"/>
            </a:xfrm>
            <a:custGeom>
              <a:avLst/>
              <a:gdLst/>
              <a:ahLst/>
              <a:cxnLst/>
              <a:rect l="l" t="t" r="r" b="b"/>
              <a:pathLst>
                <a:path w="3542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038" y="1008"/>
                  </a:lnTo>
                  <a:cubicBezTo>
                    <a:pt x="3313" y="1008"/>
                    <a:pt x="3542" y="779"/>
                    <a:pt x="3542" y="504"/>
                  </a:cubicBezTo>
                  <a:cubicBezTo>
                    <a:pt x="3542" y="224"/>
                    <a:pt x="3313" y="0"/>
                    <a:pt x="30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66">
              <a:extLst>
                <a:ext uri="{FF2B5EF4-FFF2-40B4-BE49-F238E27FC236}">
                  <a16:creationId xmlns:a16="http://schemas.microsoft.com/office/drawing/2014/main" id="{247A1756-0D14-611E-93B9-F83718CD17C6}"/>
                </a:ext>
              </a:extLst>
            </p:cNvPr>
            <p:cNvSpPr/>
            <p:nvPr/>
          </p:nvSpPr>
          <p:spPr>
            <a:xfrm>
              <a:off x="4913100" y="1442175"/>
              <a:ext cx="90875" cy="27675"/>
            </a:xfrm>
            <a:custGeom>
              <a:avLst/>
              <a:gdLst/>
              <a:ahLst/>
              <a:cxnLst/>
              <a:rect l="l" t="t" r="r" b="b"/>
              <a:pathLst>
                <a:path w="3635" h="1107" extrusionOk="0">
                  <a:moveTo>
                    <a:pt x="3084" y="99"/>
                  </a:moveTo>
                  <a:cubicBezTo>
                    <a:pt x="3333" y="99"/>
                    <a:pt x="3536" y="307"/>
                    <a:pt x="3536" y="556"/>
                  </a:cubicBezTo>
                  <a:cubicBezTo>
                    <a:pt x="3536" y="805"/>
                    <a:pt x="3333" y="1008"/>
                    <a:pt x="3084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084" y="1106"/>
                  </a:lnTo>
                  <a:cubicBezTo>
                    <a:pt x="3390" y="1106"/>
                    <a:pt x="3634" y="857"/>
                    <a:pt x="3634" y="556"/>
                  </a:cubicBezTo>
                  <a:cubicBezTo>
                    <a:pt x="3634" y="250"/>
                    <a:pt x="3390" y="0"/>
                    <a:pt x="3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2" name="Google Shape;3052;p66">
            <a:extLst>
              <a:ext uri="{FF2B5EF4-FFF2-40B4-BE49-F238E27FC236}">
                <a16:creationId xmlns:a16="http://schemas.microsoft.com/office/drawing/2014/main" id="{8A264CE7-5B76-6BF2-75FD-D111FE6075CE}"/>
              </a:ext>
            </a:extLst>
          </p:cNvPr>
          <p:cNvGrpSpPr/>
          <p:nvPr/>
        </p:nvGrpSpPr>
        <p:grpSpPr>
          <a:xfrm>
            <a:off x="7351950" y="4591404"/>
            <a:ext cx="618948" cy="457375"/>
            <a:chOff x="4256075" y="2554975"/>
            <a:chExt cx="2138727" cy="1580425"/>
          </a:xfrm>
        </p:grpSpPr>
        <p:sp>
          <p:nvSpPr>
            <p:cNvPr id="3053" name="Google Shape;3053;p66">
              <a:extLst>
                <a:ext uri="{FF2B5EF4-FFF2-40B4-BE49-F238E27FC236}">
                  <a16:creationId xmlns:a16="http://schemas.microsoft.com/office/drawing/2014/main" id="{11F7E980-45F3-8CC0-5255-5E1827A5594B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66">
              <a:extLst>
                <a:ext uri="{FF2B5EF4-FFF2-40B4-BE49-F238E27FC236}">
                  <a16:creationId xmlns:a16="http://schemas.microsoft.com/office/drawing/2014/main" id="{D4661481-86C0-BE93-20D7-EFC4FC252C0A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66">
              <a:extLst>
                <a:ext uri="{FF2B5EF4-FFF2-40B4-BE49-F238E27FC236}">
                  <a16:creationId xmlns:a16="http://schemas.microsoft.com/office/drawing/2014/main" id="{2AB70BB6-4FB6-10EE-1E6E-EAB71FCBF79E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66">
              <a:extLst>
                <a:ext uri="{FF2B5EF4-FFF2-40B4-BE49-F238E27FC236}">
                  <a16:creationId xmlns:a16="http://schemas.microsoft.com/office/drawing/2014/main" id="{30A7DB6A-5A68-8F43-AF38-1461FD390E53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66">
              <a:extLst>
                <a:ext uri="{FF2B5EF4-FFF2-40B4-BE49-F238E27FC236}">
                  <a16:creationId xmlns:a16="http://schemas.microsoft.com/office/drawing/2014/main" id="{4B7381AF-8236-01F3-8694-63D7D23D6FAE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66">
              <a:extLst>
                <a:ext uri="{FF2B5EF4-FFF2-40B4-BE49-F238E27FC236}">
                  <a16:creationId xmlns:a16="http://schemas.microsoft.com/office/drawing/2014/main" id="{F59470BC-A6A8-323D-B96A-CE51020006AE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66">
              <a:extLst>
                <a:ext uri="{FF2B5EF4-FFF2-40B4-BE49-F238E27FC236}">
                  <a16:creationId xmlns:a16="http://schemas.microsoft.com/office/drawing/2014/main" id="{04A85168-934D-4F1B-6EB7-2B87D717E9A1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66">
              <a:extLst>
                <a:ext uri="{FF2B5EF4-FFF2-40B4-BE49-F238E27FC236}">
                  <a16:creationId xmlns:a16="http://schemas.microsoft.com/office/drawing/2014/main" id="{31E6F129-967A-4E51-DC5E-3467236A7D9F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66">
              <a:extLst>
                <a:ext uri="{FF2B5EF4-FFF2-40B4-BE49-F238E27FC236}">
                  <a16:creationId xmlns:a16="http://schemas.microsoft.com/office/drawing/2014/main" id="{519E7D50-B0B5-FF0D-4F39-A4DA349BE060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66">
              <a:extLst>
                <a:ext uri="{FF2B5EF4-FFF2-40B4-BE49-F238E27FC236}">
                  <a16:creationId xmlns:a16="http://schemas.microsoft.com/office/drawing/2014/main" id="{64F99578-CD66-F579-F95C-8070693BF5C8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66">
              <a:extLst>
                <a:ext uri="{FF2B5EF4-FFF2-40B4-BE49-F238E27FC236}">
                  <a16:creationId xmlns:a16="http://schemas.microsoft.com/office/drawing/2014/main" id="{E708E4B5-82A8-4B3F-22E4-5A32722D26E8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66">
              <a:extLst>
                <a:ext uri="{FF2B5EF4-FFF2-40B4-BE49-F238E27FC236}">
                  <a16:creationId xmlns:a16="http://schemas.microsoft.com/office/drawing/2014/main" id="{048DE43D-75D9-CE76-CCDC-F7F2986D7166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66">
              <a:extLst>
                <a:ext uri="{FF2B5EF4-FFF2-40B4-BE49-F238E27FC236}">
                  <a16:creationId xmlns:a16="http://schemas.microsoft.com/office/drawing/2014/main" id="{B9399711-F0C1-7DD9-E12F-2CC7ED91CEDF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66">
              <a:extLst>
                <a:ext uri="{FF2B5EF4-FFF2-40B4-BE49-F238E27FC236}">
                  <a16:creationId xmlns:a16="http://schemas.microsoft.com/office/drawing/2014/main" id="{BE098F32-FB09-3A54-192B-4189ABA85930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7" name="Google Shape;3067;p66">
            <a:extLst>
              <a:ext uri="{FF2B5EF4-FFF2-40B4-BE49-F238E27FC236}">
                <a16:creationId xmlns:a16="http://schemas.microsoft.com/office/drawing/2014/main" id="{FA55998A-7257-4805-035A-029DB42D7CCA}"/>
              </a:ext>
            </a:extLst>
          </p:cNvPr>
          <p:cNvSpPr/>
          <p:nvPr/>
        </p:nvSpPr>
        <p:spPr>
          <a:xfrm rot="-4511497" flipH="1">
            <a:off x="538982" y="43447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8" name="Google Shape;3068;p66">
            <a:extLst>
              <a:ext uri="{FF2B5EF4-FFF2-40B4-BE49-F238E27FC236}">
                <a16:creationId xmlns:a16="http://schemas.microsoft.com/office/drawing/2014/main" id="{CE08639C-113F-2691-9C3E-25F5B292255E}"/>
              </a:ext>
            </a:extLst>
          </p:cNvPr>
          <p:cNvSpPr/>
          <p:nvPr/>
        </p:nvSpPr>
        <p:spPr>
          <a:xfrm flipH="1">
            <a:off x="960888" y="20402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66">
            <a:extLst>
              <a:ext uri="{FF2B5EF4-FFF2-40B4-BE49-F238E27FC236}">
                <a16:creationId xmlns:a16="http://schemas.microsoft.com/office/drawing/2014/main" id="{94280214-260B-5D80-CD01-375332937E67}"/>
              </a:ext>
            </a:extLst>
          </p:cNvPr>
          <p:cNvSpPr/>
          <p:nvPr/>
        </p:nvSpPr>
        <p:spPr>
          <a:xfrm flipH="1">
            <a:off x="809188" y="569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66">
            <a:extLst>
              <a:ext uri="{FF2B5EF4-FFF2-40B4-BE49-F238E27FC236}">
                <a16:creationId xmlns:a16="http://schemas.microsoft.com/office/drawing/2014/main" id="{2A141692-CD79-85A6-E81F-B9FEFE7CEE7A}"/>
              </a:ext>
            </a:extLst>
          </p:cNvPr>
          <p:cNvSpPr/>
          <p:nvPr/>
        </p:nvSpPr>
        <p:spPr>
          <a:xfrm rot="-4514075" flipH="1">
            <a:off x="294014" y="282557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66">
            <a:extLst>
              <a:ext uri="{FF2B5EF4-FFF2-40B4-BE49-F238E27FC236}">
                <a16:creationId xmlns:a16="http://schemas.microsoft.com/office/drawing/2014/main" id="{FAD556F2-B9C5-7AAF-930D-E5C61C66A375}"/>
              </a:ext>
            </a:extLst>
          </p:cNvPr>
          <p:cNvSpPr/>
          <p:nvPr/>
        </p:nvSpPr>
        <p:spPr>
          <a:xfrm flipH="1">
            <a:off x="370688" y="1511263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66">
            <a:extLst>
              <a:ext uri="{FF2B5EF4-FFF2-40B4-BE49-F238E27FC236}">
                <a16:creationId xmlns:a16="http://schemas.microsoft.com/office/drawing/2014/main" id="{63524F81-E9E8-2AB5-5C35-1FCA8388B684}"/>
              </a:ext>
            </a:extLst>
          </p:cNvPr>
          <p:cNvSpPr/>
          <p:nvPr/>
        </p:nvSpPr>
        <p:spPr>
          <a:xfrm rot="-4514075" flipH="1">
            <a:off x="491689" y="1092232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3" name="Google Shape;3073;p66">
            <a:extLst>
              <a:ext uri="{FF2B5EF4-FFF2-40B4-BE49-F238E27FC236}">
                <a16:creationId xmlns:a16="http://schemas.microsoft.com/office/drawing/2014/main" id="{D6FB84E8-8AF6-EF27-B80E-021206FC04A1}"/>
              </a:ext>
            </a:extLst>
          </p:cNvPr>
          <p:cNvSpPr/>
          <p:nvPr/>
        </p:nvSpPr>
        <p:spPr>
          <a:xfrm flipH="1">
            <a:off x="294063" y="185877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4" name="Google Shape;3074;p66">
            <a:extLst>
              <a:ext uri="{FF2B5EF4-FFF2-40B4-BE49-F238E27FC236}">
                <a16:creationId xmlns:a16="http://schemas.microsoft.com/office/drawing/2014/main" id="{DEE45C39-C89E-2DA1-F71A-E840A1F174F8}"/>
              </a:ext>
            </a:extLst>
          </p:cNvPr>
          <p:cNvSpPr/>
          <p:nvPr/>
        </p:nvSpPr>
        <p:spPr>
          <a:xfrm flipH="1">
            <a:off x="593863" y="813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66">
            <a:extLst>
              <a:ext uri="{FF2B5EF4-FFF2-40B4-BE49-F238E27FC236}">
                <a16:creationId xmlns:a16="http://schemas.microsoft.com/office/drawing/2014/main" id="{AD9D6ED6-6707-D974-0463-FB8AD47E4375}"/>
              </a:ext>
            </a:extLst>
          </p:cNvPr>
          <p:cNvSpPr/>
          <p:nvPr/>
        </p:nvSpPr>
        <p:spPr>
          <a:xfrm rot="-4511497" flipH="1">
            <a:off x="176332" y="98772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6" name="Google Shape;3076;p66">
            <a:extLst>
              <a:ext uri="{FF2B5EF4-FFF2-40B4-BE49-F238E27FC236}">
                <a16:creationId xmlns:a16="http://schemas.microsoft.com/office/drawing/2014/main" id="{7B7F99F3-FC10-2C61-F98D-235167FD93AC}"/>
              </a:ext>
            </a:extLst>
          </p:cNvPr>
          <p:cNvGrpSpPr/>
          <p:nvPr/>
        </p:nvGrpSpPr>
        <p:grpSpPr>
          <a:xfrm>
            <a:off x="8090775" y="2649850"/>
            <a:ext cx="758675" cy="1431862"/>
            <a:chOff x="401225" y="3201250"/>
            <a:chExt cx="758675" cy="1431862"/>
          </a:xfrm>
        </p:grpSpPr>
        <p:sp>
          <p:nvSpPr>
            <p:cNvPr id="3077" name="Google Shape;3077;p66">
              <a:extLst>
                <a:ext uri="{FF2B5EF4-FFF2-40B4-BE49-F238E27FC236}">
                  <a16:creationId xmlns:a16="http://schemas.microsoft.com/office/drawing/2014/main" id="{AFE321C6-8718-5161-27C8-4C79512EBE6A}"/>
                </a:ext>
              </a:extLst>
            </p:cNvPr>
            <p:cNvSpPr/>
            <p:nvPr/>
          </p:nvSpPr>
          <p:spPr>
            <a:xfrm flipH="1">
              <a:off x="401225" y="4207625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6">
              <a:extLst>
                <a:ext uri="{FF2B5EF4-FFF2-40B4-BE49-F238E27FC236}">
                  <a16:creationId xmlns:a16="http://schemas.microsoft.com/office/drawing/2014/main" id="{FD964542-48FB-7210-6943-9635C40300D3}"/>
                </a:ext>
              </a:extLst>
            </p:cNvPr>
            <p:cNvSpPr/>
            <p:nvPr/>
          </p:nvSpPr>
          <p:spPr>
            <a:xfrm flipH="1">
              <a:off x="688100" y="39037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6">
              <a:extLst>
                <a:ext uri="{FF2B5EF4-FFF2-40B4-BE49-F238E27FC236}">
                  <a16:creationId xmlns:a16="http://schemas.microsoft.com/office/drawing/2014/main" id="{55689FFC-2A47-E066-055E-9FE5993630F9}"/>
                </a:ext>
              </a:extLst>
            </p:cNvPr>
            <p:cNvSpPr/>
            <p:nvPr/>
          </p:nvSpPr>
          <p:spPr>
            <a:xfrm rot="-4514075" flipH="1">
              <a:off x="594327" y="45886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6">
              <a:extLst>
                <a:ext uri="{FF2B5EF4-FFF2-40B4-BE49-F238E27FC236}">
                  <a16:creationId xmlns:a16="http://schemas.microsoft.com/office/drawing/2014/main" id="{5FD78BC9-A628-CAD3-64E1-E14FB7818874}"/>
                </a:ext>
              </a:extLst>
            </p:cNvPr>
            <p:cNvSpPr/>
            <p:nvPr/>
          </p:nvSpPr>
          <p:spPr>
            <a:xfrm flipH="1">
              <a:off x="701600" y="36113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6">
              <a:extLst>
                <a:ext uri="{FF2B5EF4-FFF2-40B4-BE49-F238E27FC236}">
                  <a16:creationId xmlns:a16="http://schemas.microsoft.com/office/drawing/2014/main" id="{5275B8C6-01E4-3C46-BB4C-D089FFB875E1}"/>
                </a:ext>
              </a:extLst>
            </p:cNvPr>
            <p:cNvSpPr/>
            <p:nvPr/>
          </p:nvSpPr>
          <p:spPr>
            <a:xfrm flipH="1">
              <a:off x="1132900" y="39826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6">
              <a:extLst>
                <a:ext uri="{FF2B5EF4-FFF2-40B4-BE49-F238E27FC236}">
                  <a16:creationId xmlns:a16="http://schemas.microsoft.com/office/drawing/2014/main" id="{4EA380E6-558D-8814-DBD2-289826758B33}"/>
                </a:ext>
              </a:extLst>
            </p:cNvPr>
            <p:cNvSpPr/>
            <p:nvPr/>
          </p:nvSpPr>
          <p:spPr>
            <a:xfrm flipH="1">
              <a:off x="902463" y="3409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66">
              <a:extLst>
                <a:ext uri="{FF2B5EF4-FFF2-40B4-BE49-F238E27FC236}">
                  <a16:creationId xmlns:a16="http://schemas.microsoft.com/office/drawing/2014/main" id="{6AA9915A-0333-46FD-1513-0EEABEC8A66D}"/>
                </a:ext>
              </a:extLst>
            </p:cNvPr>
            <p:cNvSpPr/>
            <p:nvPr/>
          </p:nvSpPr>
          <p:spPr>
            <a:xfrm rot="-4514075" flipH="1">
              <a:off x="493152" y="33350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66">
              <a:extLst>
                <a:ext uri="{FF2B5EF4-FFF2-40B4-BE49-F238E27FC236}">
                  <a16:creationId xmlns:a16="http://schemas.microsoft.com/office/drawing/2014/main" id="{F09D66E9-99B7-5011-0CF2-34309215BAC3}"/>
                </a:ext>
              </a:extLst>
            </p:cNvPr>
            <p:cNvSpPr/>
            <p:nvPr/>
          </p:nvSpPr>
          <p:spPr>
            <a:xfrm flipH="1">
              <a:off x="1042975" y="384082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66">
              <a:extLst>
                <a:ext uri="{FF2B5EF4-FFF2-40B4-BE49-F238E27FC236}">
                  <a16:creationId xmlns:a16="http://schemas.microsoft.com/office/drawing/2014/main" id="{675BD082-4D2A-786C-395A-848C40E8BE49}"/>
                </a:ext>
              </a:extLst>
            </p:cNvPr>
            <p:cNvSpPr/>
            <p:nvPr/>
          </p:nvSpPr>
          <p:spPr>
            <a:xfrm flipH="1">
              <a:off x="638613" y="3201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9403;p95">
            <a:extLst>
              <a:ext uri="{FF2B5EF4-FFF2-40B4-BE49-F238E27FC236}">
                <a16:creationId xmlns:a16="http://schemas.microsoft.com/office/drawing/2014/main" id="{DBF2B548-E4B0-038F-045C-821B811E5AA6}"/>
              </a:ext>
            </a:extLst>
          </p:cNvPr>
          <p:cNvGrpSpPr/>
          <p:nvPr/>
        </p:nvGrpSpPr>
        <p:grpSpPr>
          <a:xfrm flipH="1">
            <a:off x="8090721" y="2958882"/>
            <a:ext cx="1438629" cy="2005849"/>
            <a:chOff x="572677" y="714325"/>
            <a:chExt cx="1167813" cy="1628256"/>
          </a:xfrm>
        </p:grpSpPr>
        <p:sp>
          <p:nvSpPr>
            <p:cNvPr id="3" name="Google Shape;9404;p95">
              <a:extLst>
                <a:ext uri="{FF2B5EF4-FFF2-40B4-BE49-F238E27FC236}">
                  <a16:creationId xmlns:a16="http://schemas.microsoft.com/office/drawing/2014/main" id="{CFFD7459-82F6-AC47-511F-72F8B577F858}"/>
                </a:ext>
              </a:extLst>
            </p:cNvPr>
            <p:cNvSpPr/>
            <p:nvPr/>
          </p:nvSpPr>
          <p:spPr>
            <a:xfrm>
              <a:off x="572677" y="730248"/>
              <a:ext cx="1101991" cy="1612333"/>
            </a:xfrm>
            <a:custGeom>
              <a:avLst/>
              <a:gdLst/>
              <a:ahLst/>
              <a:cxnLst/>
              <a:rect l="l" t="t" r="r" b="b"/>
              <a:pathLst>
                <a:path w="23841" h="34882" extrusionOk="0">
                  <a:moveTo>
                    <a:pt x="6582" y="3958"/>
                  </a:moveTo>
                  <a:cubicBezTo>
                    <a:pt x="6695" y="3958"/>
                    <a:pt x="6787" y="3996"/>
                    <a:pt x="6833" y="4073"/>
                  </a:cubicBezTo>
                  <a:cubicBezTo>
                    <a:pt x="6928" y="4236"/>
                    <a:pt x="6784" y="4507"/>
                    <a:pt x="6512" y="4679"/>
                  </a:cubicBezTo>
                  <a:cubicBezTo>
                    <a:pt x="6370" y="4769"/>
                    <a:pt x="6222" y="4815"/>
                    <a:pt x="6098" y="4815"/>
                  </a:cubicBezTo>
                  <a:cubicBezTo>
                    <a:pt x="5984" y="4815"/>
                    <a:pt x="5892" y="4776"/>
                    <a:pt x="5847" y="4698"/>
                  </a:cubicBezTo>
                  <a:cubicBezTo>
                    <a:pt x="5751" y="4537"/>
                    <a:pt x="5896" y="4266"/>
                    <a:pt x="6168" y="4093"/>
                  </a:cubicBezTo>
                  <a:cubicBezTo>
                    <a:pt x="6310" y="4003"/>
                    <a:pt x="6459" y="3958"/>
                    <a:pt x="6582" y="3958"/>
                  </a:cubicBezTo>
                  <a:close/>
                  <a:moveTo>
                    <a:pt x="19444" y="11266"/>
                  </a:moveTo>
                  <a:cubicBezTo>
                    <a:pt x="19618" y="11266"/>
                    <a:pt x="19838" y="11289"/>
                    <a:pt x="20066" y="11335"/>
                  </a:cubicBezTo>
                  <a:cubicBezTo>
                    <a:pt x="20527" y="11428"/>
                    <a:pt x="20844" y="11582"/>
                    <a:pt x="20773" y="11677"/>
                  </a:cubicBezTo>
                  <a:cubicBezTo>
                    <a:pt x="20738" y="11725"/>
                    <a:pt x="20610" y="11749"/>
                    <a:pt x="20432" y="11749"/>
                  </a:cubicBezTo>
                  <a:cubicBezTo>
                    <a:pt x="20258" y="11749"/>
                    <a:pt x="20038" y="11726"/>
                    <a:pt x="19810" y="11680"/>
                  </a:cubicBezTo>
                  <a:cubicBezTo>
                    <a:pt x="19349" y="11587"/>
                    <a:pt x="19032" y="11434"/>
                    <a:pt x="19103" y="11339"/>
                  </a:cubicBezTo>
                  <a:cubicBezTo>
                    <a:pt x="19139" y="11291"/>
                    <a:pt x="19267" y="11266"/>
                    <a:pt x="19444" y="11266"/>
                  </a:cubicBezTo>
                  <a:close/>
                  <a:moveTo>
                    <a:pt x="20764" y="11858"/>
                  </a:moveTo>
                  <a:cubicBezTo>
                    <a:pt x="20780" y="11858"/>
                    <a:pt x="20795" y="11858"/>
                    <a:pt x="20811" y="11859"/>
                  </a:cubicBezTo>
                  <a:cubicBezTo>
                    <a:pt x="21052" y="11865"/>
                    <a:pt x="21243" y="11930"/>
                    <a:pt x="21236" y="12002"/>
                  </a:cubicBezTo>
                  <a:cubicBezTo>
                    <a:pt x="21229" y="12070"/>
                    <a:pt x="21050" y="12120"/>
                    <a:pt x="20828" y="12120"/>
                  </a:cubicBezTo>
                  <a:cubicBezTo>
                    <a:pt x="20814" y="12120"/>
                    <a:pt x="20801" y="12120"/>
                    <a:pt x="20787" y="12120"/>
                  </a:cubicBezTo>
                  <a:cubicBezTo>
                    <a:pt x="20546" y="12112"/>
                    <a:pt x="20355" y="12048"/>
                    <a:pt x="20362" y="11976"/>
                  </a:cubicBezTo>
                  <a:cubicBezTo>
                    <a:pt x="20369" y="11908"/>
                    <a:pt x="20545" y="11858"/>
                    <a:pt x="20764" y="11858"/>
                  </a:cubicBezTo>
                  <a:close/>
                  <a:moveTo>
                    <a:pt x="16946" y="12382"/>
                  </a:moveTo>
                  <a:cubicBezTo>
                    <a:pt x="17095" y="12382"/>
                    <a:pt x="17266" y="12470"/>
                    <a:pt x="17351" y="12596"/>
                  </a:cubicBezTo>
                  <a:cubicBezTo>
                    <a:pt x="17446" y="12739"/>
                    <a:pt x="17395" y="12878"/>
                    <a:pt x="17236" y="12906"/>
                  </a:cubicBezTo>
                  <a:cubicBezTo>
                    <a:pt x="17217" y="12909"/>
                    <a:pt x="17197" y="12911"/>
                    <a:pt x="17177" y="12911"/>
                  </a:cubicBezTo>
                  <a:cubicBezTo>
                    <a:pt x="17028" y="12911"/>
                    <a:pt x="16858" y="12824"/>
                    <a:pt x="16774" y="12698"/>
                  </a:cubicBezTo>
                  <a:cubicBezTo>
                    <a:pt x="16677" y="12554"/>
                    <a:pt x="16728" y="12415"/>
                    <a:pt x="16887" y="12387"/>
                  </a:cubicBezTo>
                  <a:cubicBezTo>
                    <a:pt x="16906" y="12384"/>
                    <a:pt x="16926" y="12382"/>
                    <a:pt x="16946" y="12382"/>
                  </a:cubicBezTo>
                  <a:close/>
                  <a:moveTo>
                    <a:pt x="4022" y="12030"/>
                  </a:moveTo>
                  <a:cubicBezTo>
                    <a:pt x="4122" y="12030"/>
                    <a:pt x="4200" y="12058"/>
                    <a:pt x="4243" y="12118"/>
                  </a:cubicBezTo>
                  <a:cubicBezTo>
                    <a:pt x="4387" y="12317"/>
                    <a:pt x="4112" y="12783"/>
                    <a:pt x="3628" y="13159"/>
                  </a:cubicBezTo>
                  <a:cubicBezTo>
                    <a:pt x="3293" y="13421"/>
                    <a:pt x="2945" y="13570"/>
                    <a:pt x="2715" y="13570"/>
                  </a:cubicBezTo>
                  <a:cubicBezTo>
                    <a:pt x="2615" y="13570"/>
                    <a:pt x="2537" y="13541"/>
                    <a:pt x="2493" y="13481"/>
                  </a:cubicBezTo>
                  <a:cubicBezTo>
                    <a:pt x="2350" y="13283"/>
                    <a:pt x="2626" y="12816"/>
                    <a:pt x="3109" y="12440"/>
                  </a:cubicBezTo>
                  <a:cubicBezTo>
                    <a:pt x="3444" y="12179"/>
                    <a:pt x="3793" y="12030"/>
                    <a:pt x="4022" y="12030"/>
                  </a:cubicBezTo>
                  <a:close/>
                  <a:moveTo>
                    <a:pt x="2837" y="13868"/>
                  </a:moveTo>
                  <a:cubicBezTo>
                    <a:pt x="3002" y="13868"/>
                    <a:pt x="3132" y="13929"/>
                    <a:pt x="3168" y="14039"/>
                  </a:cubicBezTo>
                  <a:cubicBezTo>
                    <a:pt x="3222" y="14205"/>
                    <a:pt x="3039" y="14420"/>
                    <a:pt x="2760" y="14519"/>
                  </a:cubicBezTo>
                  <a:cubicBezTo>
                    <a:pt x="2665" y="14553"/>
                    <a:pt x="2571" y="14570"/>
                    <a:pt x="2487" y="14570"/>
                  </a:cubicBezTo>
                  <a:cubicBezTo>
                    <a:pt x="2323" y="14570"/>
                    <a:pt x="2194" y="14509"/>
                    <a:pt x="2157" y="14400"/>
                  </a:cubicBezTo>
                  <a:cubicBezTo>
                    <a:pt x="2104" y="14233"/>
                    <a:pt x="2285" y="14018"/>
                    <a:pt x="2564" y="13918"/>
                  </a:cubicBezTo>
                  <a:cubicBezTo>
                    <a:pt x="2659" y="13884"/>
                    <a:pt x="2753" y="13868"/>
                    <a:pt x="2837" y="13868"/>
                  </a:cubicBezTo>
                  <a:close/>
                  <a:moveTo>
                    <a:pt x="7506" y="13809"/>
                  </a:moveTo>
                  <a:cubicBezTo>
                    <a:pt x="7509" y="13809"/>
                    <a:pt x="7513" y="13809"/>
                    <a:pt x="7517" y="13809"/>
                  </a:cubicBezTo>
                  <a:cubicBezTo>
                    <a:pt x="7722" y="13820"/>
                    <a:pt x="7871" y="14127"/>
                    <a:pt x="7849" y="14495"/>
                  </a:cubicBezTo>
                  <a:cubicBezTo>
                    <a:pt x="7828" y="14854"/>
                    <a:pt x="7650" y="15139"/>
                    <a:pt x="7449" y="15139"/>
                  </a:cubicBezTo>
                  <a:cubicBezTo>
                    <a:pt x="7445" y="15139"/>
                    <a:pt x="7441" y="15139"/>
                    <a:pt x="7438" y="15139"/>
                  </a:cubicBezTo>
                  <a:cubicBezTo>
                    <a:pt x="7233" y="15128"/>
                    <a:pt x="7084" y="14821"/>
                    <a:pt x="7106" y="14454"/>
                  </a:cubicBezTo>
                  <a:cubicBezTo>
                    <a:pt x="7127" y="14094"/>
                    <a:pt x="7305" y="13809"/>
                    <a:pt x="7506" y="13809"/>
                  </a:cubicBezTo>
                  <a:close/>
                  <a:moveTo>
                    <a:pt x="13677" y="20669"/>
                  </a:moveTo>
                  <a:cubicBezTo>
                    <a:pt x="13705" y="20966"/>
                    <a:pt x="13737" y="21262"/>
                    <a:pt x="13774" y="21558"/>
                  </a:cubicBezTo>
                  <a:cubicBezTo>
                    <a:pt x="13662" y="21553"/>
                    <a:pt x="13550" y="21550"/>
                    <a:pt x="13435" y="21547"/>
                  </a:cubicBezTo>
                  <a:cubicBezTo>
                    <a:pt x="13439" y="21358"/>
                    <a:pt x="13443" y="21169"/>
                    <a:pt x="13446" y="20979"/>
                  </a:cubicBezTo>
                  <a:cubicBezTo>
                    <a:pt x="13521" y="20875"/>
                    <a:pt x="13598" y="20771"/>
                    <a:pt x="13677" y="20669"/>
                  </a:cubicBezTo>
                  <a:close/>
                  <a:moveTo>
                    <a:pt x="12707" y="14919"/>
                  </a:moveTo>
                  <a:cubicBezTo>
                    <a:pt x="12797" y="16581"/>
                    <a:pt x="12831" y="18247"/>
                    <a:pt x="12797" y="19911"/>
                  </a:cubicBezTo>
                  <a:cubicBezTo>
                    <a:pt x="12791" y="20253"/>
                    <a:pt x="12779" y="20597"/>
                    <a:pt x="12767" y="20941"/>
                  </a:cubicBezTo>
                  <a:cubicBezTo>
                    <a:pt x="12623" y="21137"/>
                    <a:pt x="12483" y="21337"/>
                    <a:pt x="12347" y="21540"/>
                  </a:cubicBezTo>
                  <a:cubicBezTo>
                    <a:pt x="11980" y="21542"/>
                    <a:pt x="11621" y="21552"/>
                    <a:pt x="11278" y="21567"/>
                  </a:cubicBezTo>
                  <a:cubicBezTo>
                    <a:pt x="11273" y="21534"/>
                    <a:pt x="11268" y="21502"/>
                    <a:pt x="11264" y="21469"/>
                  </a:cubicBezTo>
                  <a:cubicBezTo>
                    <a:pt x="11319" y="21103"/>
                    <a:pt x="11378" y="20737"/>
                    <a:pt x="11440" y="20372"/>
                  </a:cubicBezTo>
                  <a:cubicBezTo>
                    <a:pt x="11736" y="18657"/>
                    <a:pt x="12125" y="16956"/>
                    <a:pt x="12599" y="15280"/>
                  </a:cubicBezTo>
                  <a:lnTo>
                    <a:pt x="12707" y="14919"/>
                  </a:lnTo>
                  <a:close/>
                  <a:moveTo>
                    <a:pt x="6567" y="1"/>
                  </a:moveTo>
                  <a:cubicBezTo>
                    <a:pt x="4859" y="278"/>
                    <a:pt x="2947" y="1077"/>
                    <a:pt x="963" y="2667"/>
                  </a:cubicBezTo>
                  <a:cubicBezTo>
                    <a:pt x="963" y="2667"/>
                    <a:pt x="1846" y="2777"/>
                    <a:pt x="2175" y="3173"/>
                  </a:cubicBezTo>
                  <a:cubicBezTo>
                    <a:pt x="2505" y="3571"/>
                    <a:pt x="5413" y="7319"/>
                    <a:pt x="9384" y="7810"/>
                  </a:cubicBezTo>
                  <a:cubicBezTo>
                    <a:pt x="9672" y="7845"/>
                    <a:pt x="10019" y="7875"/>
                    <a:pt x="10381" y="7875"/>
                  </a:cubicBezTo>
                  <a:cubicBezTo>
                    <a:pt x="10864" y="7875"/>
                    <a:pt x="11375" y="7822"/>
                    <a:pt x="11810" y="7656"/>
                  </a:cubicBezTo>
                  <a:lnTo>
                    <a:pt x="11887" y="8017"/>
                  </a:lnTo>
                  <a:cubicBezTo>
                    <a:pt x="12218" y="9833"/>
                    <a:pt x="12476" y="11664"/>
                    <a:pt x="12616" y="13507"/>
                  </a:cubicBezTo>
                  <a:lnTo>
                    <a:pt x="12484" y="13867"/>
                  </a:lnTo>
                  <a:lnTo>
                    <a:pt x="12080" y="15126"/>
                  </a:lnTo>
                  <a:cubicBezTo>
                    <a:pt x="11623" y="16615"/>
                    <a:pt x="11237" y="18126"/>
                    <a:pt x="10917" y="19651"/>
                  </a:cubicBezTo>
                  <a:cubicBezTo>
                    <a:pt x="10829" y="19271"/>
                    <a:pt x="10730" y="18892"/>
                    <a:pt x="10623" y="18518"/>
                  </a:cubicBezTo>
                  <a:cubicBezTo>
                    <a:pt x="10469" y="17934"/>
                    <a:pt x="10251" y="17372"/>
                    <a:pt x="10054" y="16803"/>
                  </a:cubicBezTo>
                  <a:lnTo>
                    <a:pt x="9701" y="15970"/>
                  </a:lnTo>
                  <a:cubicBezTo>
                    <a:pt x="9644" y="15839"/>
                    <a:pt x="9591" y="15705"/>
                    <a:pt x="9529" y="15575"/>
                  </a:cubicBezTo>
                  <a:cubicBezTo>
                    <a:pt x="9558" y="15542"/>
                    <a:pt x="9589" y="15511"/>
                    <a:pt x="9617" y="15477"/>
                  </a:cubicBezTo>
                  <a:cubicBezTo>
                    <a:pt x="10376" y="14600"/>
                    <a:pt x="11578" y="12936"/>
                    <a:pt x="10721" y="11769"/>
                  </a:cubicBezTo>
                  <a:cubicBezTo>
                    <a:pt x="10453" y="11403"/>
                    <a:pt x="10033" y="11192"/>
                    <a:pt x="9594" y="11086"/>
                  </a:cubicBezTo>
                  <a:cubicBezTo>
                    <a:pt x="9520" y="11068"/>
                    <a:pt x="9446" y="11053"/>
                    <a:pt x="9372" y="11041"/>
                  </a:cubicBezTo>
                  <a:cubicBezTo>
                    <a:pt x="8869" y="10959"/>
                    <a:pt x="8337" y="11042"/>
                    <a:pt x="7842" y="10943"/>
                  </a:cubicBezTo>
                  <a:cubicBezTo>
                    <a:pt x="7897" y="10537"/>
                    <a:pt x="8208" y="10174"/>
                    <a:pt x="8230" y="9723"/>
                  </a:cubicBezTo>
                  <a:cubicBezTo>
                    <a:pt x="8260" y="9064"/>
                    <a:pt x="7765" y="8839"/>
                    <a:pt x="7213" y="8839"/>
                  </a:cubicBezTo>
                  <a:cubicBezTo>
                    <a:pt x="7169" y="8839"/>
                    <a:pt x="7123" y="8841"/>
                    <a:pt x="7078" y="8844"/>
                  </a:cubicBezTo>
                  <a:cubicBezTo>
                    <a:pt x="4475" y="9008"/>
                    <a:pt x="1" y="12377"/>
                    <a:pt x="350" y="19902"/>
                  </a:cubicBezTo>
                  <a:cubicBezTo>
                    <a:pt x="350" y="19902"/>
                    <a:pt x="968" y="19188"/>
                    <a:pt x="1491" y="19130"/>
                  </a:cubicBezTo>
                  <a:cubicBezTo>
                    <a:pt x="1980" y="19074"/>
                    <a:pt x="6205" y="18736"/>
                    <a:pt x="9025" y="16090"/>
                  </a:cubicBezTo>
                  <a:cubicBezTo>
                    <a:pt x="9136" y="16115"/>
                    <a:pt x="9172" y="16123"/>
                    <a:pt x="9283" y="16146"/>
                  </a:cubicBezTo>
                  <a:lnTo>
                    <a:pt x="9601" y="16970"/>
                  </a:lnTo>
                  <a:cubicBezTo>
                    <a:pt x="9774" y="17532"/>
                    <a:pt x="9970" y="18086"/>
                    <a:pt x="10100" y="18660"/>
                  </a:cubicBezTo>
                  <a:cubicBezTo>
                    <a:pt x="10321" y="19534"/>
                    <a:pt x="10492" y="20423"/>
                    <a:pt x="10602" y="21317"/>
                  </a:cubicBezTo>
                  <a:cubicBezTo>
                    <a:pt x="10504" y="21437"/>
                    <a:pt x="10450" y="21502"/>
                    <a:pt x="10353" y="21620"/>
                  </a:cubicBezTo>
                  <a:cubicBezTo>
                    <a:pt x="8595" y="21754"/>
                    <a:pt x="7382" y="22035"/>
                    <a:pt x="7382" y="22361"/>
                  </a:cubicBezTo>
                  <a:lnTo>
                    <a:pt x="7247" y="23544"/>
                  </a:lnTo>
                  <a:cubicBezTo>
                    <a:pt x="7247" y="23544"/>
                    <a:pt x="7149" y="23858"/>
                    <a:pt x="7187" y="24078"/>
                  </a:cubicBezTo>
                  <a:lnTo>
                    <a:pt x="6848" y="27053"/>
                  </a:lnTo>
                  <a:lnTo>
                    <a:pt x="6847" y="27053"/>
                  </a:lnTo>
                  <a:cubicBezTo>
                    <a:pt x="6847" y="27053"/>
                    <a:pt x="6848" y="27054"/>
                    <a:pt x="6848" y="27054"/>
                  </a:cubicBezTo>
                  <a:lnTo>
                    <a:pt x="6495" y="30109"/>
                  </a:lnTo>
                  <a:cubicBezTo>
                    <a:pt x="2101" y="31670"/>
                    <a:pt x="3950" y="34306"/>
                    <a:pt x="12787" y="34832"/>
                  </a:cubicBezTo>
                  <a:cubicBezTo>
                    <a:pt x="13347" y="34865"/>
                    <a:pt x="13908" y="34882"/>
                    <a:pt x="14468" y="34882"/>
                  </a:cubicBezTo>
                  <a:cubicBezTo>
                    <a:pt x="15521" y="34882"/>
                    <a:pt x="16574" y="34824"/>
                    <a:pt x="17621" y="34712"/>
                  </a:cubicBezTo>
                  <a:cubicBezTo>
                    <a:pt x="18414" y="34627"/>
                    <a:pt x="19190" y="34418"/>
                    <a:pt x="19909" y="34074"/>
                  </a:cubicBezTo>
                  <a:cubicBezTo>
                    <a:pt x="20499" y="33792"/>
                    <a:pt x="20771" y="33532"/>
                    <a:pt x="20009" y="33304"/>
                  </a:cubicBezTo>
                  <a:cubicBezTo>
                    <a:pt x="20069" y="33237"/>
                    <a:pt x="18924" y="30550"/>
                    <a:pt x="18995" y="30523"/>
                  </a:cubicBezTo>
                  <a:lnTo>
                    <a:pt x="18805" y="30523"/>
                  </a:lnTo>
                  <a:cubicBezTo>
                    <a:pt x="18807" y="30352"/>
                    <a:pt x="18799" y="30179"/>
                    <a:pt x="18779" y="30004"/>
                  </a:cubicBezTo>
                  <a:lnTo>
                    <a:pt x="18460" y="27186"/>
                  </a:lnTo>
                  <a:cubicBezTo>
                    <a:pt x="18518" y="27109"/>
                    <a:pt x="18583" y="27048"/>
                    <a:pt x="18660" y="27018"/>
                  </a:cubicBezTo>
                  <a:lnTo>
                    <a:pt x="18660" y="27018"/>
                  </a:lnTo>
                  <a:lnTo>
                    <a:pt x="18441" y="27019"/>
                  </a:lnTo>
                  <a:lnTo>
                    <a:pt x="18140" y="24380"/>
                  </a:lnTo>
                  <a:cubicBezTo>
                    <a:pt x="18274" y="23990"/>
                    <a:pt x="18415" y="23608"/>
                    <a:pt x="18660" y="23510"/>
                  </a:cubicBezTo>
                  <a:lnTo>
                    <a:pt x="18660" y="23510"/>
                  </a:lnTo>
                  <a:lnTo>
                    <a:pt x="18042" y="23513"/>
                  </a:lnTo>
                  <a:lnTo>
                    <a:pt x="17911" y="22361"/>
                  </a:lnTo>
                  <a:cubicBezTo>
                    <a:pt x="17911" y="22003"/>
                    <a:pt x="16445" y="21699"/>
                    <a:pt x="14401" y="21586"/>
                  </a:cubicBezTo>
                  <a:cubicBezTo>
                    <a:pt x="14318" y="21067"/>
                    <a:pt x="14248" y="20546"/>
                    <a:pt x="14195" y="20024"/>
                  </a:cubicBezTo>
                  <a:cubicBezTo>
                    <a:pt x="14683" y="19458"/>
                    <a:pt x="15222" y="18936"/>
                    <a:pt x="15815" y="18482"/>
                  </a:cubicBezTo>
                  <a:cubicBezTo>
                    <a:pt x="16192" y="18190"/>
                    <a:pt x="16593" y="17928"/>
                    <a:pt x="17013" y="17698"/>
                  </a:cubicBezTo>
                  <a:cubicBezTo>
                    <a:pt x="17014" y="17717"/>
                    <a:pt x="17014" y="17735"/>
                    <a:pt x="17016" y="17754"/>
                  </a:cubicBezTo>
                  <a:cubicBezTo>
                    <a:pt x="17034" y="17938"/>
                    <a:pt x="17113" y="18157"/>
                    <a:pt x="17295" y="18387"/>
                  </a:cubicBezTo>
                  <a:cubicBezTo>
                    <a:pt x="17874" y="19122"/>
                    <a:pt x="18931" y="19383"/>
                    <a:pt x="19501" y="19480"/>
                  </a:cubicBezTo>
                  <a:cubicBezTo>
                    <a:pt x="19732" y="19520"/>
                    <a:pt x="19946" y="19537"/>
                    <a:pt x="20143" y="19537"/>
                  </a:cubicBezTo>
                  <a:cubicBezTo>
                    <a:pt x="21728" y="19537"/>
                    <a:pt x="22272" y="18405"/>
                    <a:pt x="22346" y="18275"/>
                  </a:cubicBezTo>
                  <a:cubicBezTo>
                    <a:pt x="22386" y="18204"/>
                    <a:pt x="22515" y="18186"/>
                    <a:pt x="22638" y="18186"/>
                  </a:cubicBezTo>
                  <a:cubicBezTo>
                    <a:pt x="22768" y="18186"/>
                    <a:pt x="22892" y="18207"/>
                    <a:pt x="22892" y="18207"/>
                  </a:cubicBezTo>
                  <a:cubicBezTo>
                    <a:pt x="22788" y="18131"/>
                    <a:pt x="22686" y="18059"/>
                    <a:pt x="22584" y="17988"/>
                  </a:cubicBezTo>
                  <a:cubicBezTo>
                    <a:pt x="20018" y="16187"/>
                    <a:pt x="18182" y="15590"/>
                    <a:pt x="17099" y="15590"/>
                  </a:cubicBezTo>
                  <a:cubicBezTo>
                    <a:pt x="16481" y="15590"/>
                    <a:pt x="16109" y="15785"/>
                    <a:pt x="15987" y="16061"/>
                  </a:cubicBezTo>
                  <a:cubicBezTo>
                    <a:pt x="15909" y="16241"/>
                    <a:pt x="15968" y="16510"/>
                    <a:pt x="16375" y="16778"/>
                  </a:cubicBezTo>
                  <a:cubicBezTo>
                    <a:pt x="16632" y="16948"/>
                    <a:pt x="16868" y="16989"/>
                    <a:pt x="17103" y="17130"/>
                  </a:cubicBezTo>
                  <a:cubicBezTo>
                    <a:pt x="17105" y="17175"/>
                    <a:pt x="17101" y="17216"/>
                    <a:pt x="17095" y="17255"/>
                  </a:cubicBezTo>
                  <a:cubicBezTo>
                    <a:pt x="16558" y="17502"/>
                    <a:pt x="16044" y="17798"/>
                    <a:pt x="15564" y="18140"/>
                  </a:cubicBezTo>
                  <a:cubicBezTo>
                    <a:pt x="15054" y="18500"/>
                    <a:pt x="14578" y="18906"/>
                    <a:pt x="14135" y="19345"/>
                  </a:cubicBezTo>
                  <a:cubicBezTo>
                    <a:pt x="14125" y="19212"/>
                    <a:pt x="14115" y="19079"/>
                    <a:pt x="14107" y="18947"/>
                  </a:cubicBezTo>
                  <a:cubicBezTo>
                    <a:pt x="14039" y="17587"/>
                    <a:pt x="14071" y="16206"/>
                    <a:pt x="14424" y="14903"/>
                  </a:cubicBezTo>
                  <a:cubicBezTo>
                    <a:pt x="14593" y="14281"/>
                    <a:pt x="14842" y="13679"/>
                    <a:pt x="15207" y="13157"/>
                  </a:cubicBezTo>
                  <a:cubicBezTo>
                    <a:pt x="15342" y="13207"/>
                    <a:pt x="15473" y="13252"/>
                    <a:pt x="15592" y="13292"/>
                  </a:cubicBezTo>
                  <a:cubicBezTo>
                    <a:pt x="17107" y="13793"/>
                    <a:pt x="18903" y="13918"/>
                    <a:pt x="20325" y="13918"/>
                  </a:cubicBezTo>
                  <a:cubicBezTo>
                    <a:pt x="21600" y="13918"/>
                    <a:pt x="22575" y="13818"/>
                    <a:pt x="22776" y="13800"/>
                  </a:cubicBezTo>
                  <a:cubicBezTo>
                    <a:pt x="22811" y="13797"/>
                    <a:pt x="22847" y="13796"/>
                    <a:pt x="22883" y="13796"/>
                  </a:cubicBezTo>
                  <a:cubicBezTo>
                    <a:pt x="23301" y="13796"/>
                    <a:pt x="23841" y="13974"/>
                    <a:pt x="23841" y="13974"/>
                  </a:cubicBezTo>
                  <a:cubicBezTo>
                    <a:pt x="22641" y="11270"/>
                    <a:pt x="19115" y="10331"/>
                    <a:pt x="16893" y="10331"/>
                  </a:cubicBezTo>
                  <a:cubicBezTo>
                    <a:pt x="16631" y="10331"/>
                    <a:pt x="16386" y="10344"/>
                    <a:pt x="16166" y="10368"/>
                  </a:cubicBezTo>
                  <a:cubicBezTo>
                    <a:pt x="15683" y="10422"/>
                    <a:pt x="15269" y="10571"/>
                    <a:pt x="15448" y="10850"/>
                  </a:cubicBezTo>
                  <a:cubicBezTo>
                    <a:pt x="15560" y="11026"/>
                    <a:pt x="15884" y="11134"/>
                    <a:pt x="16015" y="11289"/>
                  </a:cubicBezTo>
                  <a:cubicBezTo>
                    <a:pt x="15645" y="11385"/>
                    <a:pt x="15210" y="11414"/>
                    <a:pt x="14831" y="11505"/>
                  </a:cubicBezTo>
                  <a:cubicBezTo>
                    <a:pt x="14775" y="11518"/>
                    <a:pt x="14720" y="11533"/>
                    <a:pt x="14665" y="11548"/>
                  </a:cubicBezTo>
                  <a:cubicBezTo>
                    <a:pt x="14342" y="11640"/>
                    <a:pt x="14057" y="11773"/>
                    <a:pt x="13925" y="11949"/>
                  </a:cubicBezTo>
                  <a:cubicBezTo>
                    <a:pt x="13620" y="12354"/>
                    <a:pt x="14208" y="12736"/>
                    <a:pt x="14856" y="13016"/>
                  </a:cubicBezTo>
                  <a:cubicBezTo>
                    <a:pt x="14472" y="13554"/>
                    <a:pt x="14206" y="14163"/>
                    <a:pt x="14017" y="14785"/>
                  </a:cubicBezTo>
                  <a:cubicBezTo>
                    <a:pt x="13606" y="16150"/>
                    <a:pt x="13536" y="17572"/>
                    <a:pt x="13566" y="18970"/>
                  </a:cubicBezTo>
                  <a:cubicBezTo>
                    <a:pt x="13575" y="19279"/>
                    <a:pt x="13592" y="19587"/>
                    <a:pt x="13613" y="19895"/>
                  </a:cubicBezTo>
                  <a:cubicBezTo>
                    <a:pt x="13559" y="19954"/>
                    <a:pt x="13508" y="20015"/>
                    <a:pt x="13455" y="20075"/>
                  </a:cubicBezTo>
                  <a:cubicBezTo>
                    <a:pt x="13455" y="20023"/>
                    <a:pt x="13456" y="19970"/>
                    <a:pt x="13456" y="19917"/>
                  </a:cubicBezTo>
                  <a:cubicBezTo>
                    <a:pt x="13457" y="17906"/>
                    <a:pt x="13367" y="15896"/>
                    <a:pt x="13188" y="13895"/>
                  </a:cubicBezTo>
                  <a:cubicBezTo>
                    <a:pt x="13177" y="13763"/>
                    <a:pt x="13164" y="13631"/>
                    <a:pt x="13151" y="13499"/>
                  </a:cubicBezTo>
                  <a:lnTo>
                    <a:pt x="13392" y="12792"/>
                  </a:lnTo>
                  <a:cubicBezTo>
                    <a:pt x="13526" y="12376"/>
                    <a:pt x="13694" y="11975"/>
                    <a:pt x="13852" y="11570"/>
                  </a:cubicBezTo>
                  <a:lnTo>
                    <a:pt x="14091" y="10961"/>
                  </a:lnTo>
                  <a:lnTo>
                    <a:pt x="14211" y="10658"/>
                  </a:lnTo>
                  <a:lnTo>
                    <a:pt x="14347" y="10361"/>
                  </a:lnTo>
                  <a:lnTo>
                    <a:pt x="14889" y="9173"/>
                  </a:lnTo>
                  <a:cubicBezTo>
                    <a:pt x="15067" y="8791"/>
                    <a:pt x="15277" y="8425"/>
                    <a:pt x="15471" y="8052"/>
                  </a:cubicBezTo>
                  <a:cubicBezTo>
                    <a:pt x="15475" y="8073"/>
                    <a:pt x="15478" y="8094"/>
                    <a:pt x="15484" y="8114"/>
                  </a:cubicBezTo>
                  <a:cubicBezTo>
                    <a:pt x="15547" y="8357"/>
                    <a:pt x="15687" y="8586"/>
                    <a:pt x="15943" y="8726"/>
                  </a:cubicBezTo>
                  <a:cubicBezTo>
                    <a:pt x="16044" y="8781"/>
                    <a:pt x="16152" y="8818"/>
                    <a:pt x="16263" y="8840"/>
                  </a:cubicBezTo>
                  <a:cubicBezTo>
                    <a:pt x="16280" y="8844"/>
                    <a:pt x="16297" y="8845"/>
                    <a:pt x="16315" y="8847"/>
                  </a:cubicBezTo>
                  <a:cubicBezTo>
                    <a:pt x="16351" y="8853"/>
                    <a:pt x="16388" y="8858"/>
                    <a:pt x="16425" y="8862"/>
                  </a:cubicBezTo>
                  <a:cubicBezTo>
                    <a:pt x="16450" y="8863"/>
                    <a:pt x="16474" y="8863"/>
                    <a:pt x="16499" y="8864"/>
                  </a:cubicBezTo>
                  <a:cubicBezTo>
                    <a:pt x="16520" y="8864"/>
                    <a:pt x="16541" y="8864"/>
                    <a:pt x="16562" y="8864"/>
                  </a:cubicBezTo>
                  <a:cubicBezTo>
                    <a:pt x="16572" y="8864"/>
                    <a:pt x="16583" y="8864"/>
                    <a:pt x="16593" y="8864"/>
                  </a:cubicBezTo>
                  <a:cubicBezTo>
                    <a:pt x="16619" y="8863"/>
                    <a:pt x="16646" y="8860"/>
                    <a:pt x="16672" y="8858"/>
                  </a:cubicBezTo>
                  <a:cubicBezTo>
                    <a:pt x="16703" y="8856"/>
                    <a:pt x="16733" y="8853"/>
                    <a:pt x="16765" y="8849"/>
                  </a:cubicBezTo>
                  <a:cubicBezTo>
                    <a:pt x="16792" y="8846"/>
                    <a:pt x="16818" y="8841"/>
                    <a:pt x="16846" y="8837"/>
                  </a:cubicBezTo>
                  <a:cubicBezTo>
                    <a:pt x="16877" y="8831"/>
                    <a:pt x="16908" y="8826"/>
                    <a:pt x="16939" y="8819"/>
                  </a:cubicBezTo>
                  <a:cubicBezTo>
                    <a:pt x="16966" y="8813"/>
                    <a:pt x="16993" y="8808"/>
                    <a:pt x="17020" y="8801"/>
                  </a:cubicBezTo>
                  <a:cubicBezTo>
                    <a:pt x="17053" y="8793"/>
                    <a:pt x="17084" y="8784"/>
                    <a:pt x="17116" y="8775"/>
                  </a:cubicBezTo>
                  <a:cubicBezTo>
                    <a:pt x="17142" y="8769"/>
                    <a:pt x="17169" y="8761"/>
                    <a:pt x="17195" y="8753"/>
                  </a:cubicBezTo>
                  <a:cubicBezTo>
                    <a:pt x="17230" y="8742"/>
                    <a:pt x="17263" y="8730"/>
                    <a:pt x="17298" y="8718"/>
                  </a:cubicBezTo>
                  <a:cubicBezTo>
                    <a:pt x="17321" y="8710"/>
                    <a:pt x="17345" y="8702"/>
                    <a:pt x="17370" y="8694"/>
                  </a:cubicBezTo>
                  <a:cubicBezTo>
                    <a:pt x="17418" y="8676"/>
                    <a:pt x="17467" y="8655"/>
                    <a:pt x="17515" y="8635"/>
                  </a:cubicBezTo>
                  <a:cubicBezTo>
                    <a:pt x="17539" y="8625"/>
                    <a:pt x="17561" y="8615"/>
                    <a:pt x="17585" y="8605"/>
                  </a:cubicBezTo>
                  <a:cubicBezTo>
                    <a:pt x="17625" y="8587"/>
                    <a:pt x="17667" y="8569"/>
                    <a:pt x="17707" y="8550"/>
                  </a:cubicBezTo>
                  <a:cubicBezTo>
                    <a:pt x="17730" y="8539"/>
                    <a:pt x="17753" y="8528"/>
                    <a:pt x="17776" y="8517"/>
                  </a:cubicBezTo>
                  <a:cubicBezTo>
                    <a:pt x="17809" y="8500"/>
                    <a:pt x="17841" y="8484"/>
                    <a:pt x="17873" y="8467"/>
                  </a:cubicBezTo>
                  <a:cubicBezTo>
                    <a:pt x="17897" y="8455"/>
                    <a:pt x="17921" y="8443"/>
                    <a:pt x="17944" y="8430"/>
                  </a:cubicBezTo>
                  <a:cubicBezTo>
                    <a:pt x="17975" y="8413"/>
                    <a:pt x="18005" y="8398"/>
                    <a:pt x="18034" y="8381"/>
                  </a:cubicBezTo>
                  <a:cubicBezTo>
                    <a:pt x="18058" y="8367"/>
                    <a:pt x="18080" y="8355"/>
                    <a:pt x="18102" y="8342"/>
                  </a:cubicBezTo>
                  <a:cubicBezTo>
                    <a:pt x="18133" y="8325"/>
                    <a:pt x="18162" y="8308"/>
                    <a:pt x="18191" y="8291"/>
                  </a:cubicBezTo>
                  <a:cubicBezTo>
                    <a:pt x="18212" y="8278"/>
                    <a:pt x="18232" y="8266"/>
                    <a:pt x="18254" y="8253"/>
                  </a:cubicBezTo>
                  <a:cubicBezTo>
                    <a:pt x="18283" y="8235"/>
                    <a:pt x="18311" y="8218"/>
                    <a:pt x="18339" y="8201"/>
                  </a:cubicBezTo>
                  <a:cubicBezTo>
                    <a:pt x="18358" y="8188"/>
                    <a:pt x="18377" y="8177"/>
                    <a:pt x="18396" y="8165"/>
                  </a:cubicBezTo>
                  <a:cubicBezTo>
                    <a:pt x="18426" y="8146"/>
                    <a:pt x="18456" y="8125"/>
                    <a:pt x="18486" y="8106"/>
                  </a:cubicBezTo>
                  <a:cubicBezTo>
                    <a:pt x="18499" y="8097"/>
                    <a:pt x="18514" y="8089"/>
                    <a:pt x="18527" y="8080"/>
                  </a:cubicBezTo>
                  <a:cubicBezTo>
                    <a:pt x="18570" y="8052"/>
                    <a:pt x="18610" y="8024"/>
                    <a:pt x="18648" y="7998"/>
                  </a:cubicBezTo>
                  <a:cubicBezTo>
                    <a:pt x="21042" y="6346"/>
                    <a:pt x="21458" y="3631"/>
                    <a:pt x="21516" y="3336"/>
                  </a:cubicBezTo>
                  <a:cubicBezTo>
                    <a:pt x="21574" y="3040"/>
                    <a:pt x="22105" y="2673"/>
                    <a:pt x="22105" y="2673"/>
                  </a:cubicBezTo>
                  <a:cubicBezTo>
                    <a:pt x="22074" y="2672"/>
                    <a:pt x="22043" y="2671"/>
                    <a:pt x="22011" y="2671"/>
                  </a:cubicBezTo>
                  <a:cubicBezTo>
                    <a:pt x="21923" y="2671"/>
                    <a:pt x="21834" y="2675"/>
                    <a:pt x="21746" y="2681"/>
                  </a:cubicBezTo>
                  <a:cubicBezTo>
                    <a:pt x="21694" y="2682"/>
                    <a:pt x="21640" y="2682"/>
                    <a:pt x="21589" y="2684"/>
                  </a:cubicBezTo>
                  <a:cubicBezTo>
                    <a:pt x="21565" y="2685"/>
                    <a:pt x="21542" y="2686"/>
                    <a:pt x="21518" y="2687"/>
                  </a:cubicBezTo>
                  <a:cubicBezTo>
                    <a:pt x="21370" y="2693"/>
                    <a:pt x="21225" y="2701"/>
                    <a:pt x="21081" y="2711"/>
                  </a:cubicBezTo>
                  <a:cubicBezTo>
                    <a:pt x="21070" y="2712"/>
                    <a:pt x="21060" y="2713"/>
                    <a:pt x="21050" y="2713"/>
                  </a:cubicBezTo>
                  <a:cubicBezTo>
                    <a:pt x="16359" y="3047"/>
                    <a:pt x="14122" y="5406"/>
                    <a:pt x="13940" y="6771"/>
                  </a:cubicBezTo>
                  <a:cubicBezTo>
                    <a:pt x="13898" y="7090"/>
                    <a:pt x="14012" y="7393"/>
                    <a:pt x="14456" y="7393"/>
                  </a:cubicBezTo>
                  <a:cubicBezTo>
                    <a:pt x="14483" y="7393"/>
                    <a:pt x="14511" y="7392"/>
                    <a:pt x="14541" y="7389"/>
                  </a:cubicBezTo>
                  <a:cubicBezTo>
                    <a:pt x="14866" y="7365"/>
                    <a:pt x="15137" y="7180"/>
                    <a:pt x="15431" y="7137"/>
                  </a:cubicBezTo>
                  <a:cubicBezTo>
                    <a:pt x="15445" y="7200"/>
                    <a:pt x="15450" y="7266"/>
                    <a:pt x="15452" y="7331"/>
                  </a:cubicBezTo>
                  <a:lnTo>
                    <a:pt x="15170" y="7836"/>
                  </a:lnTo>
                  <a:cubicBezTo>
                    <a:pt x="14960" y="8224"/>
                    <a:pt x="14730" y="8602"/>
                    <a:pt x="14535" y="8997"/>
                  </a:cubicBezTo>
                  <a:lnTo>
                    <a:pt x="13960" y="10187"/>
                  </a:lnTo>
                  <a:lnTo>
                    <a:pt x="13816" y="10485"/>
                  </a:lnTo>
                  <a:lnTo>
                    <a:pt x="13687" y="10790"/>
                  </a:lnTo>
                  <a:lnTo>
                    <a:pt x="13432" y="11398"/>
                  </a:lnTo>
                  <a:cubicBezTo>
                    <a:pt x="13296" y="11723"/>
                    <a:pt x="13155" y="12046"/>
                    <a:pt x="13030" y="12375"/>
                  </a:cubicBezTo>
                  <a:cubicBezTo>
                    <a:pt x="12851" y="10885"/>
                    <a:pt x="12600" y="9403"/>
                    <a:pt x="12302" y="7933"/>
                  </a:cubicBezTo>
                  <a:lnTo>
                    <a:pt x="12194" y="7463"/>
                  </a:lnTo>
                  <a:cubicBezTo>
                    <a:pt x="12484" y="7277"/>
                    <a:pt x="12713" y="7017"/>
                    <a:pt x="12831" y="6650"/>
                  </a:cubicBezTo>
                  <a:cubicBezTo>
                    <a:pt x="12967" y="6225"/>
                    <a:pt x="12902" y="5763"/>
                    <a:pt x="12745" y="5344"/>
                  </a:cubicBezTo>
                  <a:cubicBezTo>
                    <a:pt x="12719" y="5273"/>
                    <a:pt x="12690" y="5205"/>
                    <a:pt x="12658" y="5136"/>
                  </a:cubicBezTo>
                  <a:cubicBezTo>
                    <a:pt x="12449" y="4678"/>
                    <a:pt x="12098" y="4287"/>
                    <a:pt x="11904" y="3827"/>
                  </a:cubicBezTo>
                  <a:cubicBezTo>
                    <a:pt x="12247" y="3644"/>
                    <a:pt x="12694" y="3698"/>
                    <a:pt x="13052" y="3464"/>
                  </a:cubicBezTo>
                  <a:cubicBezTo>
                    <a:pt x="13618" y="3094"/>
                    <a:pt x="13458" y="2502"/>
                    <a:pt x="13103" y="2028"/>
                  </a:cubicBezTo>
                  <a:cubicBezTo>
                    <a:pt x="12453" y="1164"/>
                    <a:pt x="11182" y="343"/>
                    <a:pt x="9507" y="24"/>
                  </a:cubicBezTo>
                  <a:lnTo>
                    <a:pt x="9507" y="24"/>
                  </a:lnTo>
                  <a:cubicBezTo>
                    <a:pt x="9562" y="136"/>
                    <a:pt x="9578" y="244"/>
                    <a:pt x="9546" y="340"/>
                  </a:cubicBezTo>
                  <a:cubicBezTo>
                    <a:pt x="9471" y="570"/>
                    <a:pt x="9151" y="689"/>
                    <a:pt x="8709" y="689"/>
                  </a:cubicBezTo>
                  <a:cubicBezTo>
                    <a:pt x="8370" y="689"/>
                    <a:pt x="7959" y="619"/>
                    <a:pt x="7534" y="475"/>
                  </a:cubicBezTo>
                  <a:cubicBezTo>
                    <a:pt x="7159" y="347"/>
                    <a:pt x="6827" y="180"/>
                    <a:pt x="6567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405;p95">
              <a:extLst>
                <a:ext uri="{FF2B5EF4-FFF2-40B4-BE49-F238E27FC236}">
                  <a16:creationId xmlns:a16="http://schemas.microsoft.com/office/drawing/2014/main" id="{CF5EECC0-EE3C-F9D3-D1EA-4E3886AF62F2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406;p95">
              <a:extLst>
                <a:ext uri="{FF2B5EF4-FFF2-40B4-BE49-F238E27FC236}">
                  <a16:creationId xmlns:a16="http://schemas.microsoft.com/office/drawing/2014/main" id="{23DCA62B-A116-40C0-4504-65DD7D7A12B6}"/>
                </a:ext>
              </a:extLst>
            </p:cNvPr>
            <p:cNvSpPr/>
            <p:nvPr/>
          </p:nvSpPr>
          <p:spPr>
            <a:xfrm>
              <a:off x="979718" y="1709853"/>
              <a:ext cx="486723" cy="76128"/>
            </a:xfrm>
            <a:custGeom>
              <a:avLst/>
              <a:gdLst/>
              <a:ahLst/>
              <a:cxnLst/>
              <a:rect l="l" t="t" r="r" b="b"/>
              <a:pathLst>
                <a:path w="10530" h="1647" extrusionOk="0">
                  <a:moveTo>
                    <a:pt x="5265" y="0"/>
                  </a:moveTo>
                  <a:cubicBezTo>
                    <a:pt x="2357" y="0"/>
                    <a:pt x="1" y="369"/>
                    <a:pt x="1" y="823"/>
                  </a:cubicBezTo>
                  <a:cubicBezTo>
                    <a:pt x="1" y="1278"/>
                    <a:pt x="2357" y="1646"/>
                    <a:pt x="5265" y="1646"/>
                  </a:cubicBezTo>
                  <a:cubicBezTo>
                    <a:pt x="8172" y="1646"/>
                    <a:pt x="10530" y="1278"/>
                    <a:pt x="10530" y="823"/>
                  </a:cubicBezTo>
                  <a:cubicBezTo>
                    <a:pt x="10530" y="369"/>
                    <a:pt x="8172" y="0"/>
                    <a:pt x="52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407;p95">
              <a:extLst>
                <a:ext uri="{FF2B5EF4-FFF2-40B4-BE49-F238E27FC236}">
                  <a16:creationId xmlns:a16="http://schemas.microsoft.com/office/drawing/2014/main" id="{CED7CE06-7ECF-06B4-FFAD-069F84CA318C}"/>
                </a:ext>
              </a:extLst>
            </p:cNvPr>
            <p:cNvSpPr/>
            <p:nvPr/>
          </p:nvSpPr>
          <p:spPr>
            <a:xfrm>
              <a:off x="969549" y="1273610"/>
              <a:ext cx="200652" cy="628811"/>
            </a:xfrm>
            <a:custGeom>
              <a:avLst/>
              <a:gdLst/>
              <a:ahLst/>
              <a:cxnLst/>
              <a:rect l="l" t="t" r="r" b="b"/>
              <a:pathLst>
                <a:path w="4341" h="13604" extrusionOk="0">
                  <a:moveTo>
                    <a:pt x="245" y="0"/>
                  </a:moveTo>
                  <a:lnTo>
                    <a:pt x="1" y="185"/>
                  </a:lnTo>
                  <a:cubicBezTo>
                    <a:pt x="666" y="1158"/>
                    <a:pt x="1304" y="2154"/>
                    <a:pt x="1772" y="3237"/>
                  </a:cubicBezTo>
                  <a:lnTo>
                    <a:pt x="1958" y="3637"/>
                  </a:lnTo>
                  <a:cubicBezTo>
                    <a:pt x="2019" y="3770"/>
                    <a:pt x="2067" y="3911"/>
                    <a:pt x="2122" y="4047"/>
                  </a:cubicBezTo>
                  <a:lnTo>
                    <a:pt x="2439" y="4870"/>
                  </a:lnTo>
                  <a:cubicBezTo>
                    <a:pt x="2613" y="5432"/>
                    <a:pt x="2809" y="5987"/>
                    <a:pt x="2939" y="6560"/>
                  </a:cubicBezTo>
                  <a:cubicBezTo>
                    <a:pt x="3226" y="7698"/>
                    <a:pt x="3428" y="8859"/>
                    <a:pt x="3523" y="10029"/>
                  </a:cubicBezTo>
                  <a:lnTo>
                    <a:pt x="3582" y="10906"/>
                  </a:lnTo>
                  <a:cubicBezTo>
                    <a:pt x="3588" y="11200"/>
                    <a:pt x="3601" y="11492"/>
                    <a:pt x="3602" y="11784"/>
                  </a:cubicBezTo>
                  <a:cubicBezTo>
                    <a:pt x="3603" y="12366"/>
                    <a:pt x="3582" y="12962"/>
                    <a:pt x="3522" y="13518"/>
                  </a:cubicBezTo>
                  <a:lnTo>
                    <a:pt x="4293" y="13604"/>
                  </a:lnTo>
                  <a:cubicBezTo>
                    <a:pt x="4340" y="12974"/>
                    <a:pt x="4339" y="12379"/>
                    <a:pt x="4319" y="11770"/>
                  </a:cubicBezTo>
                  <a:cubicBezTo>
                    <a:pt x="4308" y="11467"/>
                    <a:pt x="4286" y="11166"/>
                    <a:pt x="4268" y="10865"/>
                  </a:cubicBezTo>
                  <a:lnTo>
                    <a:pt x="4179" y="9963"/>
                  </a:lnTo>
                  <a:cubicBezTo>
                    <a:pt x="4041" y="8762"/>
                    <a:pt x="3796" y="7576"/>
                    <a:pt x="3461" y="6418"/>
                  </a:cubicBezTo>
                  <a:cubicBezTo>
                    <a:pt x="3308" y="5835"/>
                    <a:pt x="3089" y="5272"/>
                    <a:pt x="2891" y="4703"/>
                  </a:cubicBezTo>
                  <a:lnTo>
                    <a:pt x="2540" y="3870"/>
                  </a:lnTo>
                  <a:cubicBezTo>
                    <a:pt x="2479" y="3732"/>
                    <a:pt x="2425" y="3592"/>
                    <a:pt x="2359" y="3457"/>
                  </a:cubicBezTo>
                  <a:lnTo>
                    <a:pt x="2154" y="3055"/>
                  </a:lnTo>
                  <a:cubicBezTo>
                    <a:pt x="1640" y="1963"/>
                    <a:pt x="954" y="966"/>
                    <a:pt x="24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408;p95">
              <a:extLst>
                <a:ext uri="{FF2B5EF4-FFF2-40B4-BE49-F238E27FC236}">
                  <a16:creationId xmlns:a16="http://schemas.microsoft.com/office/drawing/2014/main" id="{5C8960F5-15CC-D968-DED8-4AE7D7C2A86E}"/>
                </a:ext>
              </a:extLst>
            </p:cNvPr>
            <p:cNvSpPr/>
            <p:nvPr/>
          </p:nvSpPr>
          <p:spPr>
            <a:xfrm>
              <a:off x="1103084" y="972844"/>
              <a:ext cx="312973" cy="922139"/>
            </a:xfrm>
            <a:custGeom>
              <a:avLst/>
              <a:gdLst/>
              <a:ahLst/>
              <a:cxnLst/>
              <a:rect l="l" t="t" r="r" b="b"/>
              <a:pathLst>
                <a:path w="6771" h="19950" extrusionOk="0">
                  <a:moveTo>
                    <a:pt x="6517" y="0"/>
                  </a:moveTo>
                  <a:lnTo>
                    <a:pt x="5797" y="1108"/>
                  </a:lnTo>
                  <a:cubicBezTo>
                    <a:pt x="5679" y="1296"/>
                    <a:pt x="5552" y="1476"/>
                    <a:pt x="5442" y="1666"/>
                  </a:cubicBezTo>
                  <a:lnTo>
                    <a:pt x="5119" y="2243"/>
                  </a:lnTo>
                  <a:cubicBezTo>
                    <a:pt x="4909" y="2631"/>
                    <a:pt x="4679" y="3009"/>
                    <a:pt x="4485" y="3404"/>
                  </a:cubicBezTo>
                  <a:lnTo>
                    <a:pt x="3909" y="4595"/>
                  </a:lnTo>
                  <a:lnTo>
                    <a:pt x="3766" y="4893"/>
                  </a:lnTo>
                  <a:lnTo>
                    <a:pt x="3637" y="5197"/>
                  </a:lnTo>
                  <a:lnTo>
                    <a:pt x="3380" y="5806"/>
                  </a:lnTo>
                  <a:cubicBezTo>
                    <a:pt x="3211" y="6213"/>
                    <a:pt x="3032" y="6616"/>
                    <a:pt x="2889" y="7033"/>
                  </a:cubicBezTo>
                  <a:lnTo>
                    <a:pt x="2433" y="8274"/>
                  </a:lnTo>
                  <a:lnTo>
                    <a:pt x="2029" y="9534"/>
                  </a:lnTo>
                  <a:cubicBezTo>
                    <a:pt x="1512" y="11219"/>
                    <a:pt x="1080" y="12929"/>
                    <a:pt x="740" y="14660"/>
                  </a:cubicBezTo>
                  <a:cubicBezTo>
                    <a:pt x="573" y="15526"/>
                    <a:pt x="420" y="16395"/>
                    <a:pt x="297" y="17269"/>
                  </a:cubicBezTo>
                  <a:cubicBezTo>
                    <a:pt x="169" y="18145"/>
                    <a:pt x="69" y="19014"/>
                    <a:pt x="0" y="19910"/>
                  </a:cubicBezTo>
                  <a:lnTo>
                    <a:pt x="774" y="19950"/>
                  </a:lnTo>
                  <a:cubicBezTo>
                    <a:pt x="821" y="19097"/>
                    <a:pt x="901" y="18223"/>
                    <a:pt x="1009" y="17363"/>
                  </a:cubicBezTo>
                  <a:cubicBezTo>
                    <a:pt x="1112" y="16499"/>
                    <a:pt x="1243" y="15638"/>
                    <a:pt x="1387" y="14780"/>
                  </a:cubicBezTo>
                  <a:cubicBezTo>
                    <a:pt x="1685" y="13064"/>
                    <a:pt x="2074" y="11364"/>
                    <a:pt x="2548" y="9688"/>
                  </a:cubicBezTo>
                  <a:lnTo>
                    <a:pt x="2919" y="8436"/>
                  </a:lnTo>
                  <a:lnTo>
                    <a:pt x="3341" y="7199"/>
                  </a:lnTo>
                  <a:cubicBezTo>
                    <a:pt x="3474" y="6784"/>
                    <a:pt x="3643" y="6382"/>
                    <a:pt x="3801" y="5976"/>
                  </a:cubicBezTo>
                  <a:lnTo>
                    <a:pt x="4040" y="5369"/>
                  </a:lnTo>
                  <a:lnTo>
                    <a:pt x="4160" y="5066"/>
                  </a:lnTo>
                  <a:lnTo>
                    <a:pt x="4296" y="4769"/>
                  </a:lnTo>
                  <a:lnTo>
                    <a:pt x="4838" y="3580"/>
                  </a:lnTo>
                  <a:cubicBezTo>
                    <a:pt x="5022" y="3184"/>
                    <a:pt x="5240" y="2808"/>
                    <a:pt x="5440" y="2420"/>
                  </a:cubicBezTo>
                  <a:lnTo>
                    <a:pt x="5745" y="1843"/>
                  </a:lnTo>
                  <a:cubicBezTo>
                    <a:pt x="5849" y="1652"/>
                    <a:pt x="5971" y="1471"/>
                    <a:pt x="6083" y="1285"/>
                  </a:cubicBezTo>
                  <a:lnTo>
                    <a:pt x="6771" y="174"/>
                  </a:lnTo>
                  <a:lnTo>
                    <a:pt x="6769" y="174"/>
                  </a:lnTo>
                  <a:lnTo>
                    <a:pt x="65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409;p95">
              <a:extLst>
                <a:ext uri="{FF2B5EF4-FFF2-40B4-BE49-F238E27FC236}">
                  <a16:creationId xmlns:a16="http://schemas.microsoft.com/office/drawing/2014/main" id="{B60DB6A2-1B0A-A2FE-5DF3-9D79F0139333}"/>
                </a:ext>
              </a:extLst>
            </p:cNvPr>
            <p:cNvSpPr/>
            <p:nvPr/>
          </p:nvSpPr>
          <p:spPr>
            <a:xfrm>
              <a:off x="1115194" y="813748"/>
              <a:ext cx="145370" cy="1100234"/>
            </a:xfrm>
            <a:custGeom>
              <a:avLst/>
              <a:gdLst/>
              <a:ahLst/>
              <a:cxnLst/>
              <a:rect l="l" t="t" r="r" b="b"/>
              <a:pathLst>
                <a:path w="3145" h="23803" extrusionOk="0">
                  <a:moveTo>
                    <a:pt x="286" y="1"/>
                  </a:moveTo>
                  <a:lnTo>
                    <a:pt x="286" y="1"/>
                  </a:lnTo>
                  <a:lnTo>
                    <a:pt x="286" y="1"/>
                  </a:lnTo>
                  <a:lnTo>
                    <a:pt x="287" y="1"/>
                  </a:lnTo>
                  <a:close/>
                  <a:moveTo>
                    <a:pt x="286" y="1"/>
                  </a:moveTo>
                  <a:lnTo>
                    <a:pt x="0" y="112"/>
                  </a:lnTo>
                  <a:lnTo>
                    <a:pt x="474" y="1528"/>
                  </a:lnTo>
                  <a:cubicBezTo>
                    <a:pt x="549" y="1764"/>
                    <a:pt x="642" y="1996"/>
                    <a:pt x="703" y="2238"/>
                  </a:cubicBezTo>
                  <a:lnTo>
                    <a:pt x="896" y="2959"/>
                  </a:lnTo>
                  <a:lnTo>
                    <a:pt x="1088" y="3680"/>
                  </a:lnTo>
                  <a:cubicBezTo>
                    <a:pt x="1154" y="3920"/>
                    <a:pt x="1219" y="4161"/>
                    <a:pt x="1266" y="4405"/>
                  </a:cubicBezTo>
                  <a:lnTo>
                    <a:pt x="1573" y="5867"/>
                  </a:lnTo>
                  <a:cubicBezTo>
                    <a:pt x="1931" y="7825"/>
                    <a:pt x="2205" y="9800"/>
                    <a:pt x="2336" y="11789"/>
                  </a:cubicBezTo>
                  <a:cubicBezTo>
                    <a:pt x="2474" y="13775"/>
                    <a:pt x="2525" y="15769"/>
                    <a:pt x="2485" y="17760"/>
                  </a:cubicBezTo>
                  <a:cubicBezTo>
                    <a:pt x="2462" y="18756"/>
                    <a:pt x="2425" y="19750"/>
                    <a:pt x="2359" y="20743"/>
                  </a:cubicBezTo>
                  <a:cubicBezTo>
                    <a:pt x="2298" y="21735"/>
                    <a:pt x="2209" y="22732"/>
                    <a:pt x="2091" y="23706"/>
                  </a:cubicBezTo>
                  <a:lnTo>
                    <a:pt x="2861" y="23803"/>
                  </a:lnTo>
                  <a:cubicBezTo>
                    <a:pt x="2964" y="22788"/>
                    <a:pt x="3033" y="21789"/>
                    <a:pt x="3075" y="20782"/>
                  </a:cubicBezTo>
                  <a:cubicBezTo>
                    <a:pt x="3122" y="19777"/>
                    <a:pt x="3141" y="18772"/>
                    <a:pt x="3143" y="17767"/>
                  </a:cubicBezTo>
                  <a:cubicBezTo>
                    <a:pt x="3144" y="15756"/>
                    <a:pt x="3055" y="13746"/>
                    <a:pt x="2875" y="11744"/>
                  </a:cubicBezTo>
                  <a:cubicBezTo>
                    <a:pt x="2704" y="9741"/>
                    <a:pt x="2389" y="7751"/>
                    <a:pt x="1989" y="5783"/>
                  </a:cubicBezTo>
                  <a:lnTo>
                    <a:pt x="1650" y="4313"/>
                  </a:lnTo>
                  <a:cubicBezTo>
                    <a:pt x="1598" y="4066"/>
                    <a:pt x="1527" y="3826"/>
                    <a:pt x="1457" y="3585"/>
                  </a:cubicBezTo>
                  <a:lnTo>
                    <a:pt x="1247" y="2860"/>
                  </a:lnTo>
                  <a:lnTo>
                    <a:pt x="1038" y="2135"/>
                  </a:lnTo>
                  <a:cubicBezTo>
                    <a:pt x="972" y="1893"/>
                    <a:pt x="874" y="1660"/>
                    <a:pt x="794" y="142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410;p95">
              <a:extLst>
                <a:ext uri="{FF2B5EF4-FFF2-40B4-BE49-F238E27FC236}">
                  <a16:creationId xmlns:a16="http://schemas.microsoft.com/office/drawing/2014/main" id="{1E0823A2-B7C4-E32C-DCEE-B60C0D1B9989}"/>
                </a:ext>
              </a:extLst>
            </p:cNvPr>
            <p:cNvSpPr/>
            <p:nvPr/>
          </p:nvSpPr>
          <p:spPr>
            <a:xfrm>
              <a:off x="683019" y="714325"/>
              <a:ext cx="584946" cy="364095"/>
            </a:xfrm>
            <a:custGeom>
              <a:avLst/>
              <a:gdLst/>
              <a:ahLst/>
              <a:cxnLst/>
              <a:rect l="l" t="t" r="r" b="b"/>
              <a:pathLst>
                <a:path w="12655" h="7877" extrusionOk="0">
                  <a:moveTo>
                    <a:pt x="5619" y="3958"/>
                  </a:moveTo>
                  <a:cubicBezTo>
                    <a:pt x="5732" y="3958"/>
                    <a:pt x="5824" y="3996"/>
                    <a:pt x="5869" y="4074"/>
                  </a:cubicBezTo>
                  <a:cubicBezTo>
                    <a:pt x="5965" y="4235"/>
                    <a:pt x="5821" y="4507"/>
                    <a:pt x="5549" y="4679"/>
                  </a:cubicBezTo>
                  <a:cubicBezTo>
                    <a:pt x="5407" y="4769"/>
                    <a:pt x="5258" y="4815"/>
                    <a:pt x="5134" y="4815"/>
                  </a:cubicBezTo>
                  <a:cubicBezTo>
                    <a:pt x="5021" y="4815"/>
                    <a:pt x="4929" y="4776"/>
                    <a:pt x="4884" y="4699"/>
                  </a:cubicBezTo>
                  <a:cubicBezTo>
                    <a:pt x="4788" y="4537"/>
                    <a:pt x="4933" y="4266"/>
                    <a:pt x="5205" y="4093"/>
                  </a:cubicBezTo>
                  <a:cubicBezTo>
                    <a:pt x="5347" y="4003"/>
                    <a:pt x="5495" y="3958"/>
                    <a:pt x="5619" y="3958"/>
                  </a:cubicBezTo>
                  <a:close/>
                  <a:moveTo>
                    <a:pt x="5604" y="0"/>
                  </a:moveTo>
                  <a:cubicBezTo>
                    <a:pt x="3895" y="279"/>
                    <a:pt x="1984" y="1078"/>
                    <a:pt x="1" y="2668"/>
                  </a:cubicBezTo>
                  <a:cubicBezTo>
                    <a:pt x="1" y="2668"/>
                    <a:pt x="883" y="2777"/>
                    <a:pt x="1212" y="3174"/>
                  </a:cubicBezTo>
                  <a:cubicBezTo>
                    <a:pt x="1541" y="3571"/>
                    <a:pt x="4450" y="7320"/>
                    <a:pt x="8421" y="7811"/>
                  </a:cubicBezTo>
                  <a:cubicBezTo>
                    <a:pt x="8709" y="7846"/>
                    <a:pt x="9057" y="7877"/>
                    <a:pt x="9421" y="7877"/>
                  </a:cubicBezTo>
                  <a:cubicBezTo>
                    <a:pt x="10427" y="7877"/>
                    <a:pt x="11551" y="7645"/>
                    <a:pt x="11868" y="6651"/>
                  </a:cubicBezTo>
                  <a:cubicBezTo>
                    <a:pt x="12003" y="6226"/>
                    <a:pt x="11938" y="5764"/>
                    <a:pt x="11782" y="5345"/>
                  </a:cubicBezTo>
                  <a:cubicBezTo>
                    <a:pt x="11756" y="5274"/>
                    <a:pt x="11727" y="5205"/>
                    <a:pt x="11695" y="5137"/>
                  </a:cubicBezTo>
                  <a:cubicBezTo>
                    <a:pt x="11486" y="4678"/>
                    <a:pt x="11135" y="4288"/>
                    <a:pt x="10941" y="3827"/>
                  </a:cubicBezTo>
                  <a:cubicBezTo>
                    <a:pt x="11284" y="3645"/>
                    <a:pt x="11732" y="3699"/>
                    <a:pt x="12090" y="3465"/>
                  </a:cubicBezTo>
                  <a:cubicBezTo>
                    <a:pt x="12654" y="3094"/>
                    <a:pt x="12496" y="2502"/>
                    <a:pt x="12140" y="2029"/>
                  </a:cubicBezTo>
                  <a:cubicBezTo>
                    <a:pt x="11490" y="1165"/>
                    <a:pt x="10219" y="344"/>
                    <a:pt x="8545" y="24"/>
                  </a:cubicBezTo>
                  <a:lnTo>
                    <a:pt x="8545" y="24"/>
                  </a:lnTo>
                  <a:cubicBezTo>
                    <a:pt x="8599" y="136"/>
                    <a:pt x="8614" y="244"/>
                    <a:pt x="8583" y="341"/>
                  </a:cubicBezTo>
                  <a:cubicBezTo>
                    <a:pt x="8508" y="570"/>
                    <a:pt x="8188" y="689"/>
                    <a:pt x="7746" y="689"/>
                  </a:cubicBezTo>
                  <a:cubicBezTo>
                    <a:pt x="7407" y="689"/>
                    <a:pt x="6996" y="619"/>
                    <a:pt x="6571" y="474"/>
                  </a:cubicBezTo>
                  <a:cubicBezTo>
                    <a:pt x="6195" y="347"/>
                    <a:pt x="5864" y="181"/>
                    <a:pt x="56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411;p95">
              <a:extLst>
                <a:ext uri="{FF2B5EF4-FFF2-40B4-BE49-F238E27FC236}">
                  <a16:creationId xmlns:a16="http://schemas.microsoft.com/office/drawing/2014/main" id="{EC1FE329-2D13-8CA1-B728-562636ADADA6}"/>
                </a:ext>
              </a:extLst>
            </p:cNvPr>
            <p:cNvSpPr/>
            <p:nvPr/>
          </p:nvSpPr>
          <p:spPr>
            <a:xfrm>
              <a:off x="638508" y="1122927"/>
              <a:ext cx="535257" cy="511313"/>
            </a:xfrm>
            <a:custGeom>
              <a:avLst/>
              <a:gdLst/>
              <a:ahLst/>
              <a:cxnLst/>
              <a:rect l="l" t="t" r="r" b="b"/>
              <a:pathLst>
                <a:path w="11580" h="11062" extrusionOk="0">
                  <a:moveTo>
                    <a:pt x="4022" y="3189"/>
                  </a:moveTo>
                  <a:cubicBezTo>
                    <a:pt x="4122" y="3189"/>
                    <a:pt x="4200" y="3218"/>
                    <a:pt x="4243" y="3278"/>
                  </a:cubicBezTo>
                  <a:cubicBezTo>
                    <a:pt x="4387" y="3477"/>
                    <a:pt x="4112" y="3943"/>
                    <a:pt x="3628" y="4319"/>
                  </a:cubicBezTo>
                  <a:cubicBezTo>
                    <a:pt x="3292" y="4581"/>
                    <a:pt x="2944" y="4731"/>
                    <a:pt x="2715" y="4731"/>
                  </a:cubicBezTo>
                  <a:cubicBezTo>
                    <a:pt x="2614" y="4731"/>
                    <a:pt x="2537" y="4702"/>
                    <a:pt x="2493" y="4642"/>
                  </a:cubicBezTo>
                  <a:cubicBezTo>
                    <a:pt x="2350" y="4442"/>
                    <a:pt x="2625" y="3977"/>
                    <a:pt x="3108" y="3601"/>
                  </a:cubicBezTo>
                  <a:cubicBezTo>
                    <a:pt x="3444" y="3339"/>
                    <a:pt x="3793" y="3189"/>
                    <a:pt x="4022" y="3189"/>
                  </a:cubicBezTo>
                  <a:close/>
                  <a:moveTo>
                    <a:pt x="2838" y="5029"/>
                  </a:moveTo>
                  <a:cubicBezTo>
                    <a:pt x="3002" y="5029"/>
                    <a:pt x="3132" y="5089"/>
                    <a:pt x="3168" y="5199"/>
                  </a:cubicBezTo>
                  <a:cubicBezTo>
                    <a:pt x="3222" y="5364"/>
                    <a:pt x="3040" y="5581"/>
                    <a:pt x="2761" y="5680"/>
                  </a:cubicBezTo>
                  <a:cubicBezTo>
                    <a:pt x="2666" y="5714"/>
                    <a:pt x="2572" y="5731"/>
                    <a:pt x="2488" y="5731"/>
                  </a:cubicBezTo>
                  <a:cubicBezTo>
                    <a:pt x="2323" y="5731"/>
                    <a:pt x="2193" y="5670"/>
                    <a:pt x="2157" y="5559"/>
                  </a:cubicBezTo>
                  <a:cubicBezTo>
                    <a:pt x="2103" y="5394"/>
                    <a:pt x="2285" y="5177"/>
                    <a:pt x="2564" y="5079"/>
                  </a:cubicBezTo>
                  <a:cubicBezTo>
                    <a:pt x="2659" y="5045"/>
                    <a:pt x="2753" y="5029"/>
                    <a:pt x="2838" y="5029"/>
                  </a:cubicBezTo>
                  <a:close/>
                  <a:moveTo>
                    <a:pt x="7505" y="4970"/>
                  </a:moveTo>
                  <a:cubicBezTo>
                    <a:pt x="7509" y="4970"/>
                    <a:pt x="7513" y="4970"/>
                    <a:pt x="7517" y="4970"/>
                  </a:cubicBezTo>
                  <a:cubicBezTo>
                    <a:pt x="7722" y="4981"/>
                    <a:pt x="7871" y="5288"/>
                    <a:pt x="7849" y="5655"/>
                  </a:cubicBezTo>
                  <a:cubicBezTo>
                    <a:pt x="7828" y="6016"/>
                    <a:pt x="7649" y="6300"/>
                    <a:pt x="7448" y="6300"/>
                  </a:cubicBezTo>
                  <a:cubicBezTo>
                    <a:pt x="7444" y="6300"/>
                    <a:pt x="7441" y="6300"/>
                    <a:pt x="7437" y="6300"/>
                  </a:cubicBezTo>
                  <a:cubicBezTo>
                    <a:pt x="7232" y="6289"/>
                    <a:pt x="7083" y="5982"/>
                    <a:pt x="7106" y="5614"/>
                  </a:cubicBezTo>
                  <a:cubicBezTo>
                    <a:pt x="7127" y="5254"/>
                    <a:pt x="7305" y="4970"/>
                    <a:pt x="7505" y="4970"/>
                  </a:cubicBezTo>
                  <a:close/>
                  <a:moveTo>
                    <a:pt x="7214" y="0"/>
                  </a:moveTo>
                  <a:cubicBezTo>
                    <a:pt x="7169" y="0"/>
                    <a:pt x="7123" y="2"/>
                    <a:pt x="7078" y="5"/>
                  </a:cubicBezTo>
                  <a:cubicBezTo>
                    <a:pt x="4476" y="168"/>
                    <a:pt x="0" y="3537"/>
                    <a:pt x="350" y="11062"/>
                  </a:cubicBezTo>
                  <a:cubicBezTo>
                    <a:pt x="350" y="11062"/>
                    <a:pt x="967" y="10349"/>
                    <a:pt x="1492" y="10290"/>
                  </a:cubicBezTo>
                  <a:cubicBezTo>
                    <a:pt x="2016" y="10230"/>
                    <a:pt x="6840" y="9848"/>
                    <a:pt x="9618" y="6638"/>
                  </a:cubicBezTo>
                  <a:cubicBezTo>
                    <a:pt x="10376" y="5760"/>
                    <a:pt x="11579" y="4097"/>
                    <a:pt x="10722" y="2930"/>
                  </a:cubicBezTo>
                  <a:cubicBezTo>
                    <a:pt x="10453" y="2564"/>
                    <a:pt x="10033" y="2352"/>
                    <a:pt x="9595" y="2247"/>
                  </a:cubicBezTo>
                  <a:cubicBezTo>
                    <a:pt x="9521" y="2229"/>
                    <a:pt x="9446" y="2213"/>
                    <a:pt x="9372" y="2202"/>
                  </a:cubicBezTo>
                  <a:cubicBezTo>
                    <a:pt x="8869" y="2120"/>
                    <a:pt x="8338" y="2202"/>
                    <a:pt x="7843" y="2104"/>
                  </a:cubicBezTo>
                  <a:cubicBezTo>
                    <a:pt x="7898" y="1696"/>
                    <a:pt x="8209" y="1333"/>
                    <a:pt x="8230" y="883"/>
                  </a:cubicBezTo>
                  <a:cubicBezTo>
                    <a:pt x="8260" y="224"/>
                    <a:pt x="7765" y="0"/>
                    <a:pt x="721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412;p95">
              <a:extLst>
                <a:ext uri="{FF2B5EF4-FFF2-40B4-BE49-F238E27FC236}">
                  <a16:creationId xmlns:a16="http://schemas.microsoft.com/office/drawing/2014/main" id="{E96F7E0B-1F2D-C57E-F8E0-012488EAA68B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extrusionOk="0">
                  <a:moveTo>
                    <a:pt x="3129" y="0"/>
                  </a:moveTo>
                  <a:cubicBezTo>
                    <a:pt x="2459" y="265"/>
                    <a:pt x="1863" y="722"/>
                    <a:pt x="1426" y="1294"/>
                  </a:cubicBezTo>
                  <a:cubicBezTo>
                    <a:pt x="983" y="1866"/>
                    <a:pt x="687" y="2530"/>
                    <a:pt x="482" y="3208"/>
                  </a:cubicBezTo>
                  <a:cubicBezTo>
                    <a:pt x="71" y="4573"/>
                    <a:pt x="1" y="5994"/>
                    <a:pt x="31" y="7393"/>
                  </a:cubicBezTo>
                  <a:cubicBezTo>
                    <a:pt x="75" y="8793"/>
                    <a:pt x="238" y="10183"/>
                    <a:pt x="478" y="11558"/>
                  </a:cubicBezTo>
                  <a:cubicBezTo>
                    <a:pt x="719" y="12935"/>
                    <a:pt x="1023" y="14290"/>
                    <a:pt x="1416" y="15644"/>
                  </a:cubicBezTo>
                  <a:lnTo>
                    <a:pt x="2155" y="15409"/>
                  </a:lnTo>
                  <a:cubicBezTo>
                    <a:pt x="1742" y="14117"/>
                    <a:pt x="1399" y="12777"/>
                    <a:pt x="1125" y="11436"/>
                  </a:cubicBezTo>
                  <a:cubicBezTo>
                    <a:pt x="852" y="10093"/>
                    <a:pt x="653" y="8734"/>
                    <a:pt x="572" y="7369"/>
                  </a:cubicBezTo>
                  <a:cubicBezTo>
                    <a:pt x="504" y="6010"/>
                    <a:pt x="536" y="4629"/>
                    <a:pt x="889" y="3326"/>
                  </a:cubicBezTo>
                  <a:cubicBezTo>
                    <a:pt x="1066" y="2678"/>
                    <a:pt x="1326" y="2051"/>
                    <a:pt x="1717" y="1514"/>
                  </a:cubicBezTo>
                  <a:cubicBezTo>
                    <a:pt x="2105" y="976"/>
                    <a:pt x="2633" y="547"/>
                    <a:pt x="3245" y="284"/>
                  </a:cubicBezTo>
                  <a:lnTo>
                    <a:pt x="312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413;p95">
              <a:extLst>
                <a:ext uri="{FF2B5EF4-FFF2-40B4-BE49-F238E27FC236}">
                  <a16:creationId xmlns:a16="http://schemas.microsoft.com/office/drawing/2014/main" id="{FFF88D49-B83F-60F7-90B0-BF5BB78A00E7}"/>
                </a:ext>
              </a:extLst>
            </p:cNvPr>
            <p:cNvSpPr/>
            <p:nvPr/>
          </p:nvSpPr>
          <p:spPr>
            <a:xfrm>
              <a:off x="1236296" y="1370861"/>
              <a:ext cx="106959" cy="520928"/>
            </a:xfrm>
            <a:custGeom>
              <a:avLst/>
              <a:gdLst/>
              <a:ahLst/>
              <a:cxnLst/>
              <a:rect l="l" t="t" r="r" b="b"/>
              <a:pathLst>
                <a:path w="2314" h="11270" extrusionOk="0">
                  <a:moveTo>
                    <a:pt x="1722" y="0"/>
                  </a:moveTo>
                  <a:cubicBezTo>
                    <a:pt x="1656" y="5"/>
                    <a:pt x="1578" y="8"/>
                    <a:pt x="1489" y="8"/>
                  </a:cubicBezTo>
                  <a:cubicBezTo>
                    <a:pt x="1489" y="8"/>
                    <a:pt x="1" y="3390"/>
                    <a:pt x="1519" y="9393"/>
                  </a:cubicBezTo>
                  <a:cubicBezTo>
                    <a:pt x="1828" y="10614"/>
                    <a:pt x="2081" y="11163"/>
                    <a:pt x="2313" y="11269"/>
                  </a:cubicBezTo>
                  <a:cubicBezTo>
                    <a:pt x="2093" y="10457"/>
                    <a:pt x="1895" y="9633"/>
                    <a:pt x="1727" y="8810"/>
                  </a:cubicBezTo>
                  <a:cubicBezTo>
                    <a:pt x="1454" y="7467"/>
                    <a:pt x="1256" y="6108"/>
                    <a:pt x="1174" y="4743"/>
                  </a:cubicBezTo>
                  <a:cubicBezTo>
                    <a:pt x="1106" y="3384"/>
                    <a:pt x="1138" y="2003"/>
                    <a:pt x="1491" y="700"/>
                  </a:cubicBezTo>
                  <a:cubicBezTo>
                    <a:pt x="1556" y="462"/>
                    <a:pt x="1632" y="228"/>
                    <a:pt x="17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414;p95">
              <a:extLst>
                <a:ext uri="{FF2B5EF4-FFF2-40B4-BE49-F238E27FC236}">
                  <a16:creationId xmlns:a16="http://schemas.microsoft.com/office/drawing/2014/main" id="{D67AD428-B86B-BFA1-F1A1-C1C6B3A3B374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fill="none" extrusionOk="0">
                  <a:moveTo>
                    <a:pt x="3245" y="284"/>
                  </a:moveTo>
                  <a:cubicBezTo>
                    <a:pt x="2633" y="547"/>
                    <a:pt x="2105" y="976"/>
                    <a:pt x="1717" y="1514"/>
                  </a:cubicBezTo>
                  <a:cubicBezTo>
                    <a:pt x="1326" y="2051"/>
                    <a:pt x="1066" y="2678"/>
                    <a:pt x="889" y="3326"/>
                  </a:cubicBezTo>
                  <a:cubicBezTo>
                    <a:pt x="536" y="4629"/>
                    <a:pt x="504" y="6010"/>
                    <a:pt x="572" y="7369"/>
                  </a:cubicBezTo>
                  <a:cubicBezTo>
                    <a:pt x="653" y="8734"/>
                    <a:pt x="852" y="10093"/>
                    <a:pt x="1125" y="11436"/>
                  </a:cubicBezTo>
                  <a:cubicBezTo>
                    <a:pt x="1399" y="12777"/>
                    <a:pt x="1742" y="14117"/>
                    <a:pt x="2155" y="15409"/>
                  </a:cubicBezTo>
                  <a:lnTo>
                    <a:pt x="1416" y="15644"/>
                  </a:lnTo>
                  <a:cubicBezTo>
                    <a:pt x="1023" y="14290"/>
                    <a:pt x="719" y="12935"/>
                    <a:pt x="478" y="11558"/>
                  </a:cubicBezTo>
                  <a:cubicBezTo>
                    <a:pt x="238" y="10183"/>
                    <a:pt x="75" y="8793"/>
                    <a:pt x="31" y="7393"/>
                  </a:cubicBezTo>
                  <a:cubicBezTo>
                    <a:pt x="1" y="5994"/>
                    <a:pt x="71" y="4573"/>
                    <a:pt x="482" y="3208"/>
                  </a:cubicBezTo>
                  <a:cubicBezTo>
                    <a:pt x="687" y="2530"/>
                    <a:pt x="983" y="1866"/>
                    <a:pt x="1426" y="1294"/>
                  </a:cubicBezTo>
                  <a:cubicBezTo>
                    <a:pt x="1863" y="722"/>
                    <a:pt x="2459" y="265"/>
                    <a:pt x="3129" y="0"/>
                  </a:cubicBezTo>
                  <a:lnTo>
                    <a:pt x="3245" y="28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415;p95">
              <a:extLst>
                <a:ext uri="{FF2B5EF4-FFF2-40B4-BE49-F238E27FC236}">
                  <a16:creationId xmlns:a16="http://schemas.microsoft.com/office/drawing/2014/main" id="{91C006BB-C18C-7FD0-AE17-3FAD71B9AB7C}"/>
                </a:ext>
              </a:extLst>
            </p:cNvPr>
            <p:cNvSpPr/>
            <p:nvPr/>
          </p:nvSpPr>
          <p:spPr>
            <a:xfrm>
              <a:off x="1262457" y="1191798"/>
              <a:ext cx="478033" cy="168481"/>
            </a:xfrm>
            <a:custGeom>
              <a:avLst/>
              <a:gdLst/>
              <a:ahLst/>
              <a:cxnLst/>
              <a:rect l="l" t="t" r="r" b="b"/>
              <a:pathLst>
                <a:path w="10342" h="3645" extrusionOk="0">
                  <a:moveTo>
                    <a:pt x="5948" y="937"/>
                  </a:moveTo>
                  <a:cubicBezTo>
                    <a:pt x="6121" y="937"/>
                    <a:pt x="6340" y="960"/>
                    <a:pt x="6566" y="1005"/>
                  </a:cubicBezTo>
                  <a:cubicBezTo>
                    <a:pt x="7028" y="1099"/>
                    <a:pt x="7345" y="1252"/>
                    <a:pt x="7274" y="1347"/>
                  </a:cubicBezTo>
                  <a:cubicBezTo>
                    <a:pt x="7238" y="1395"/>
                    <a:pt x="7110" y="1420"/>
                    <a:pt x="6931" y="1420"/>
                  </a:cubicBezTo>
                  <a:cubicBezTo>
                    <a:pt x="6758" y="1420"/>
                    <a:pt x="6538" y="1397"/>
                    <a:pt x="6311" y="1350"/>
                  </a:cubicBezTo>
                  <a:cubicBezTo>
                    <a:pt x="5849" y="1257"/>
                    <a:pt x="5533" y="1105"/>
                    <a:pt x="5604" y="1010"/>
                  </a:cubicBezTo>
                  <a:cubicBezTo>
                    <a:pt x="5640" y="961"/>
                    <a:pt x="5769" y="937"/>
                    <a:pt x="5948" y="937"/>
                  </a:cubicBezTo>
                  <a:close/>
                  <a:moveTo>
                    <a:pt x="7271" y="1528"/>
                  </a:moveTo>
                  <a:cubicBezTo>
                    <a:pt x="7285" y="1528"/>
                    <a:pt x="7298" y="1528"/>
                    <a:pt x="7312" y="1528"/>
                  </a:cubicBezTo>
                  <a:cubicBezTo>
                    <a:pt x="7554" y="1536"/>
                    <a:pt x="7744" y="1600"/>
                    <a:pt x="7737" y="1673"/>
                  </a:cubicBezTo>
                  <a:cubicBezTo>
                    <a:pt x="7729" y="1740"/>
                    <a:pt x="7554" y="1790"/>
                    <a:pt x="7335" y="1790"/>
                  </a:cubicBezTo>
                  <a:cubicBezTo>
                    <a:pt x="7319" y="1790"/>
                    <a:pt x="7304" y="1790"/>
                    <a:pt x="7288" y="1789"/>
                  </a:cubicBezTo>
                  <a:cubicBezTo>
                    <a:pt x="7047" y="1783"/>
                    <a:pt x="6856" y="1718"/>
                    <a:pt x="6863" y="1646"/>
                  </a:cubicBezTo>
                  <a:cubicBezTo>
                    <a:pt x="6870" y="1579"/>
                    <a:pt x="7049" y="1528"/>
                    <a:pt x="7271" y="1528"/>
                  </a:cubicBezTo>
                  <a:close/>
                  <a:moveTo>
                    <a:pt x="3447" y="2053"/>
                  </a:moveTo>
                  <a:cubicBezTo>
                    <a:pt x="3596" y="2053"/>
                    <a:pt x="3765" y="2140"/>
                    <a:pt x="3850" y="2266"/>
                  </a:cubicBezTo>
                  <a:cubicBezTo>
                    <a:pt x="3947" y="2409"/>
                    <a:pt x="3896" y="2548"/>
                    <a:pt x="3737" y="2576"/>
                  </a:cubicBezTo>
                  <a:cubicBezTo>
                    <a:pt x="3718" y="2579"/>
                    <a:pt x="3698" y="2581"/>
                    <a:pt x="3678" y="2581"/>
                  </a:cubicBezTo>
                  <a:cubicBezTo>
                    <a:pt x="3529" y="2581"/>
                    <a:pt x="3358" y="2494"/>
                    <a:pt x="3273" y="2368"/>
                  </a:cubicBezTo>
                  <a:cubicBezTo>
                    <a:pt x="3177" y="2225"/>
                    <a:pt x="3228" y="2086"/>
                    <a:pt x="3388" y="2058"/>
                  </a:cubicBezTo>
                  <a:cubicBezTo>
                    <a:pt x="3407" y="2055"/>
                    <a:pt x="3427" y="2053"/>
                    <a:pt x="3447" y="2053"/>
                  </a:cubicBezTo>
                  <a:close/>
                  <a:moveTo>
                    <a:pt x="3394" y="0"/>
                  </a:moveTo>
                  <a:cubicBezTo>
                    <a:pt x="3131" y="0"/>
                    <a:pt x="2887" y="14"/>
                    <a:pt x="2667" y="38"/>
                  </a:cubicBezTo>
                  <a:cubicBezTo>
                    <a:pt x="2184" y="93"/>
                    <a:pt x="1770" y="241"/>
                    <a:pt x="1949" y="520"/>
                  </a:cubicBezTo>
                  <a:cubicBezTo>
                    <a:pt x="2061" y="696"/>
                    <a:pt x="2385" y="805"/>
                    <a:pt x="2516" y="959"/>
                  </a:cubicBezTo>
                  <a:cubicBezTo>
                    <a:pt x="2146" y="1056"/>
                    <a:pt x="1710" y="1085"/>
                    <a:pt x="1332" y="1176"/>
                  </a:cubicBezTo>
                  <a:cubicBezTo>
                    <a:pt x="1276" y="1189"/>
                    <a:pt x="1221" y="1202"/>
                    <a:pt x="1166" y="1218"/>
                  </a:cubicBezTo>
                  <a:cubicBezTo>
                    <a:pt x="843" y="1311"/>
                    <a:pt x="558" y="1443"/>
                    <a:pt x="425" y="1619"/>
                  </a:cubicBezTo>
                  <a:cubicBezTo>
                    <a:pt x="1" y="2182"/>
                    <a:pt x="1306" y="2703"/>
                    <a:pt x="2092" y="2963"/>
                  </a:cubicBezTo>
                  <a:cubicBezTo>
                    <a:pt x="3608" y="3464"/>
                    <a:pt x="5404" y="3588"/>
                    <a:pt x="6825" y="3588"/>
                  </a:cubicBezTo>
                  <a:cubicBezTo>
                    <a:pt x="8101" y="3588"/>
                    <a:pt x="9076" y="3488"/>
                    <a:pt x="9277" y="3470"/>
                  </a:cubicBezTo>
                  <a:cubicBezTo>
                    <a:pt x="9312" y="3467"/>
                    <a:pt x="9347" y="3466"/>
                    <a:pt x="9384" y="3466"/>
                  </a:cubicBezTo>
                  <a:cubicBezTo>
                    <a:pt x="9801" y="3466"/>
                    <a:pt x="10342" y="3645"/>
                    <a:pt x="10342" y="3645"/>
                  </a:cubicBezTo>
                  <a:cubicBezTo>
                    <a:pt x="9142" y="940"/>
                    <a:pt x="5616" y="0"/>
                    <a:pt x="339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416;p95">
              <a:extLst>
                <a:ext uri="{FF2B5EF4-FFF2-40B4-BE49-F238E27FC236}">
                  <a16:creationId xmlns:a16="http://schemas.microsoft.com/office/drawing/2014/main" id="{EDB5CF1F-2CC4-B7A7-B950-D14106D9FF69}"/>
                </a:ext>
              </a:extLst>
            </p:cNvPr>
            <p:cNvSpPr/>
            <p:nvPr/>
          </p:nvSpPr>
          <p:spPr>
            <a:xfrm>
              <a:off x="1280854" y="837876"/>
              <a:ext cx="379487" cy="286302"/>
            </a:xfrm>
            <a:custGeom>
              <a:avLst/>
              <a:gdLst/>
              <a:ahLst/>
              <a:cxnLst/>
              <a:rect l="l" t="t" r="r" b="b"/>
              <a:pathLst>
                <a:path w="8210" h="6194" extrusionOk="0">
                  <a:moveTo>
                    <a:pt x="8209" y="1"/>
                  </a:moveTo>
                  <a:lnTo>
                    <a:pt x="8209" y="1"/>
                  </a:lnTo>
                  <a:cubicBezTo>
                    <a:pt x="2796" y="26"/>
                    <a:pt x="238" y="2635"/>
                    <a:pt x="44" y="4098"/>
                  </a:cubicBezTo>
                  <a:cubicBezTo>
                    <a:pt x="1" y="4417"/>
                    <a:pt x="115" y="4721"/>
                    <a:pt x="561" y="4721"/>
                  </a:cubicBezTo>
                  <a:cubicBezTo>
                    <a:pt x="587" y="4721"/>
                    <a:pt x="615" y="4720"/>
                    <a:pt x="644" y="4717"/>
                  </a:cubicBezTo>
                  <a:cubicBezTo>
                    <a:pt x="970" y="4693"/>
                    <a:pt x="1240" y="4507"/>
                    <a:pt x="1534" y="4464"/>
                  </a:cubicBezTo>
                  <a:lnTo>
                    <a:pt x="1534" y="4464"/>
                  </a:lnTo>
                  <a:cubicBezTo>
                    <a:pt x="1591" y="4739"/>
                    <a:pt x="1516" y="5039"/>
                    <a:pt x="1561" y="5319"/>
                  </a:cubicBezTo>
                  <a:cubicBezTo>
                    <a:pt x="1568" y="5361"/>
                    <a:pt x="1576" y="5401"/>
                    <a:pt x="1587" y="5442"/>
                  </a:cubicBezTo>
                  <a:cubicBezTo>
                    <a:pt x="1650" y="5684"/>
                    <a:pt x="1790" y="5914"/>
                    <a:pt x="2046" y="6054"/>
                  </a:cubicBezTo>
                  <a:cubicBezTo>
                    <a:pt x="2226" y="6152"/>
                    <a:pt x="2427" y="6193"/>
                    <a:pt x="2636" y="6193"/>
                  </a:cubicBezTo>
                  <a:cubicBezTo>
                    <a:pt x="3379" y="6193"/>
                    <a:pt x="4241" y="5677"/>
                    <a:pt x="4752" y="5325"/>
                  </a:cubicBezTo>
                  <a:cubicBezTo>
                    <a:pt x="7146" y="3673"/>
                    <a:pt x="7562" y="959"/>
                    <a:pt x="7620" y="663"/>
                  </a:cubicBezTo>
                  <a:cubicBezTo>
                    <a:pt x="7677" y="367"/>
                    <a:pt x="8209" y="1"/>
                    <a:pt x="82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417;p95">
              <a:extLst>
                <a:ext uri="{FF2B5EF4-FFF2-40B4-BE49-F238E27FC236}">
                  <a16:creationId xmlns:a16="http://schemas.microsoft.com/office/drawing/2014/main" id="{F94D83B8-01E8-2121-266C-B373823685C4}"/>
                </a:ext>
              </a:extLst>
            </p:cNvPr>
            <p:cNvSpPr/>
            <p:nvPr/>
          </p:nvSpPr>
          <p:spPr>
            <a:xfrm>
              <a:off x="1390169" y="837876"/>
              <a:ext cx="270171" cy="292357"/>
            </a:xfrm>
            <a:custGeom>
              <a:avLst/>
              <a:gdLst/>
              <a:ahLst/>
              <a:cxnLst/>
              <a:rect l="l" t="t" r="r" b="b"/>
              <a:pathLst>
                <a:path w="5845" h="6325" extrusionOk="0">
                  <a:moveTo>
                    <a:pt x="5255" y="663"/>
                  </a:moveTo>
                  <a:cubicBezTo>
                    <a:pt x="5312" y="367"/>
                    <a:pt x="5844" y="1"/>
                    <a:pt x="5844" y="1"/>
                  </a:cubicBezTo>
                  <a:cubicBezTo>
                    <a:pt x="5133" y="4"/>
                    <a:pt x="4472" y="53"/>
                    <a:pt x="3859" y="137"/>
                  </a:cubicBezTo>
                  <a:cubicBezTo>
                    <a:pt x="4304" y="486"/>
                    <a:pt x="4322" y="1015"/>
                    <a:pt x="4284" y="1539"/>
                  </a:cubicBezTo>
                  <a:cubicBezTo>
                    <a:pt x="4223" y="2359"/>
                    <a:pt x="2815" y="4945"/>
                    <a:pt x="1469" y="5648"/>
                  </a:cubicBezTo>
                  <a:cubicBezTo>
                    <a:pt x="579" y="6113"/>
                    <a:pt x="558" y="6033"/>
                    <a:pt x="1" y="6167"/>
                  </a:cubicBezTo>
                  <a:cubicBezTo>
                    <a:pt x="794" y="6324"/>
                    <a:pt x="1812" y="5720"/>
                    <a:pt x="2387" y="5325"/>
                  </a:cubicBezTo>
                  <a:cubicBezTo>
                    <a:pt x="4781" y="3673"/>
                    <a:pt x="5197" y="959"/>
                    <a:pt x="5254" y="6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418;p95">
              <a:extLst>
                <a:ext uri="{FF2B5EF4-FFF2-40B4-BE49-F238E27FC236}">
                  <a16:creationId xmlns:a16="http://schemas.microsoft.com/office/drawing/2014/main" id="{7B7293D4-4E84-920B-0D18-21972FC7F186}"/>
                </a:ext>
              </a:extLst>
            </p:cNvPr>
            <p:cNvSpPr/>
            <p:nvPr/>
          </p:nvSpPr>
          <p:spPr>
            <a:xfrm>
              <a:off x="1121065" y="1491593"/>
              <a:ext cx="364557" cy="405140"/>
            </a:xfrm>
            <a:custGeom>
              <a:avLst/>
              <a:gdLst/>
              <a:ahLst/>
              <a:cxnLst/>
              <a:rect l="l" t="t" r="r" b="b"/>
              <a:pathLst>
                <a:path w="7887" h="8765" extrusionOk="0">
                  <a:moveTo>
                    <a:pt x="7790" y="0"/>
                  </a:moveTo>
                  <a:cubicBezTo>
                    <a:pt x="6842" y="298"/>
                    <a:pt x="5936" y="745"/>
                    <a:pt x="5123" y="1325"/>
                  </a:cubicBezTo>
                  <a:cubicBezTo>
                    <a:pt x="4307" y="1899"/>
                    <a:pt x="3578" y="2594"/>
                    <a:pt x="2933" y="3353"/>
                  </a:cubicBezTo>
                  <a:cubicBezTo>
                    <a:pt x="2288" y="4114"/>
                    <a:pt x="1725" y="4942"/>
                    <a:pt x="1238" y="5810"/>
                  </a:cubicBezTo>
                  <a:cubicBezTo>
                    <a:pt x="751" y="6684"/>
                    <a:pt x="329" y="7575"/>
                    <a:pt x="0" y="8548"/>
                  </a:cubicBezTo>
                  <a:lnTo>
                    <a:pt x="745" y="8765"/>
                  </a:lnTo>
                  <a:cubicBezTo>
                    <a:pt x="1007" y="7875"/>
                    <a:pt x="1386" y="6971"/>
                    <a:pt x="1818" y="6122"/>
                  </a:cubicBezTo>
                  <a:cubicBezTo>
                    <a:pt x="2254" y="5268"/>
                    <a:pt x="2763" y="4450"/>
                    <a:pt x="3353" y="3695"/>
                  </a:cubicBezTo>
                  <a:cubicBezTo>
                    <a:pt x="3943" y="2941"/>
                    <a:pt x="4615" y="2249"/>
                    <a:pt x="5376" y="1667"/>
                  </a:cubicBezTo>
                  <a:cubicBezTo>
                    <a:pt x="6132" y="1079"/>
                    <a:pt x="6982" y="616"/>
                    <a:pt x="7886" y="291"/>
                  </a:cubicBezTo>
                  <a:lnTo>
                    <a:pt x="779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419;p95">
              <a:extLst>
                <a:ext uri="{FF2B5EF4-FFF2-40B4-BE49-F238E27FC236}">
                  <a16:creationId xmlns:a16="http://schemas.microsoft.com/office/drawing/2014/main" id="{4FB62580-9FB8-9FFA-9BDA-FD11FFAF14A5}"/>
                </a:ext>
              </a:extLst>
            </p:cNvPr>
            <p:cNvSpPr/>
            <p:nvPr/>
          </p:nvSpPr>
          <p:spPr>
            <a:xfrm>
              <a:off x="1373806" y="1434879"/>
              <a:ext cx="322864" cy="182533"/>
            </a:xfrm>
            <a:custGeom>
              <a:avLst/>
              <a:gdLst/>
              <a:ahLst/>
              <a:cxnLst/>
              <a:rect l="l" t="t" r="r" b="b"/>
              <a:pathLst>
                <a:path w="6985" h="3949" extrusionOk="0">
                  <a:moveTo>
                    <a:pt x="1192" y="1"/>
                  </a:moveTo>
                  <a:cubicBezTo>
                    <a:pt x="573" y="1"/>
                    <a:pt x="200" y="196"/>
                    <a:pt x="79" y="472"/>
                  </a:cubicBezTo>
                  <a:cubicBezTo>
                    <a:pt x="0" y="652"/>
                    <a:pt x="60" y="921"/>
                    <a:pt x="467" y="1190"/>
                  </a:cubicBezTo>
                  <a:cubicBezTo>
                    <a:pt x="724" y="1359"/>
                    <a:pt x="960" y="1401"/>
                    <a:pt x="1195" y="1542"/>
                  </a:cubicBezTo>
                  <a:cubicBezTo>
                    <a:pt x="1203" y="1740"/>
                    <a:pt x="1106" y="1880"/>
                    <a:pt x="1104" y="2076"/>
                  </a:cubicBezTo>
                  <a:cubicBezTo>
                    <a:pt x="1104" y="2104"/>
                    <a:pt x="1105" y="2135"/>
                    <a:pt x="1109" y="2166"/>
                  </a:cubicBezTo>
                  <a:cubicBezTo>
                    <a:pt x="1126" y="2349"/>
                    <a:pt x="1206" y="2568"/>
                    <a:pt x="1388" y="2798"/>
                  </a:cubicBezTo>
                  <a:cubicBezTo>
                    <a:pt x="1967" y="3533"/>
                    <a:pt x="3023" y="3794"/>
                    <a:pt x="3593" y="3891"/>
                  </a:cubicBezTo>
                  <a:cubicBezTo>
                    <a:pt x="3825" y="3931"/>
                    <a:pt x="4039" y="3949"/>
                    <a:pt x="4237" y="3949"/>
                  </a:cubicBezTo>
                  <a:cubicBezTo>
                    <a:pt x="5820" y="3949"/>
                    <a:pt x="6363" y="2816"/>
                    <a:pt x="6438" y="2686"/>
                  </a:cubicBezTo>
                  <a:cubicBezTo>
                    <a:pt x="6479" y="2615"/>
                    <a:pt x="6608" y="2597"/>
                    <a:pt x="6730" y="2597"/>
                  </a:cubicBezTo>
                  <a:cubicBezTo>
                    <a:pt x="6861" y="2597"/>
                    <a:pt x="6985" y="2617"/>
                    <a:pt x="6985" y="2617"/>
                  </a:cubicBezTo>
                  <a:cubicBezTo>
                    <a:pt x="4257" y="645"/>
                    <a:pt x="2317" y="1"/>
                    <a:pt x="119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420;p95">
              <a:extLst>
                <a:ext uri="{FF2B5EF4-FFF2-40B4-BE49-F238E27FC236}">
                  <a16:creationId xmlns:a16="http://schemas.microsoft.com/office/drawing/2014/main" id="{6061E6DD-6E2D-63C4-D5DA-267318E67D96}"/>
                </a:ext>
              </a:extLst>
            </p:cNvPr>
            <p:cNvSpPr/>
            <p:nvPr/>
          </p:nvSpPr>
          <p:spPr>
            <a:xfrm>
              <a:off x="1476789" y="1469499"/>
              <a:ext cx="219880" cy="161733"/>
            </a:xfrm>
            <a:custGeom>
              <a:avLst/>
              <a:gdLst/>
              <a:ahLst/>
              <a:cxnLst/>
              <a:rect l="l" t="t" r="r" b="b"/>
              <a:pathLst>
                <a:path w="4757" h="3499" extrusionOk="0">
                  <a:moveTo>
                    <a:pt x="1782" y="972"/>
                  </a:moveTo>
                  <a:cubicBezTo>
                    <a:pt x="1782" y="972"/>
                    <a:pt x="1" y="1482"/>
                    <a:pt x="232" y="2820"/>
                  </a:cubicBezTo>
                  <a:cubicBezTo>
                    <a:pt x="651" y="2998"/>
                    <a:pt x="1072" y="3092"/>
                    <a:pt x="1365" y="3142"/>
                  </a:cubicBezTo>
                  <a:cubicBezTo>
                    <a:pt x="3448" y="3499"/>
                    <a:pt x="4126" y="2084"/>
                    <a:pt x="4210" y="1937"/>
                  </a:cubicBezTo>
                  <a:cubicBezTo>
                    <a:pt x="4294" y="1790"/>
                    <a:pt x="4757" y="1868"/>
                    <a:pt x="4757" y="1868"/>
                  </a:cubicBezTo>
                  <a:cubicBezTo>
                    <a:pt x="4563" y="1730"/>
                    <a:pt x="4376" y="1598"/>
                    <a:pt x="4190" y="1472"/>
                  </a:cubicBezTo>
                  <a:cubicBezTo>
                    <a:pt x="3216" y="884"/>
                    <a:pt x="2207" y="304"/>
                    <a:pt x="2207" y="304"/>
                  </a:cubicBezTo>
                  <a:cubicBezTo>
                    <a:pt x="2207" y="304"/>
                    <a:pt x="1357" y="1"/>
                    <a:pt x="1782" y="9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421;p95">
              <a:extLst>
                <a:ext uri="{FF2B5EF4-FFF2-40B4-BE49-F238E27FC236}">
                  <a16:creationId xmlns:a16="http://schemas.microsoft.com/office/drawing/2014/main" id="{6E0ABBE0-961F-C26B-8F23-A7A10655A5D5}"/>
                </a:ext>
              </a:extLst>
            </p:cNvPr>
            <p:cNvSpPr/>
            <p:nvPr/>
          </p:nvSpPr>
          <p:spPr>
            <a:xfrm>
              <a:off x="1373806" y="1414495"/>
              <a:ext cx="322864" cy="216737"/>
            </a:xfrm>
            <a:custGeom>
              <a:avLst/>
              <a:gdLst/>
              <a:ahLst/>
              <a:cxnLst/>
              <a:rect l="l" t="t" r="r" b="b"/>
              <a:pathLst>
                <a:path w="6985" h="4689" fill="none" extrusionOk="0">
                  <a:moveTo>
                    <a:pt x="1388" y="3239"/>
                  </a:moveTo>
                  <a:cubicBezTo>
                    <a:pt x="1967" y="3974"/>
                    <a:pt x="3023" y="4235"/>
                    <a:pt x="3593" y="4332"/>
                  </a:cubicBezTo>
                  <a:cubicBezTo>
                    <a:pt x="5676" y="4689"/>
                    <a:pt x="6354" y="3274"/>
                    <a:pt x="6438" y="3127"/>
                  </a:cubicBezTo>
                  <a:cubicBezTo>
                    <a:pt x="6522" y="2980"/>
                    <a:pt x="6985" y="3058"/>
                    <a:pt x="6985" y="3058"/>
                  </a:cubicBezTo>
                  <a:cubicBezTo>
                    <a:pt x="2757" y="1"/>
                    <a:pt x="421" y="134"/>
                    <a:pt x="79" y="913"/>
                  </a:cubicBezTo>
                  <a:cubicBezTo>
                    <a:pt x="0" y="1093"/>
                    <a:pt x="60" y="1362"/>
                    <a:pt x="467" y="1631"/>
                  </a:cubicBezTo>
                  <a:cubicBezTo>
                    <a:pt x="724" y="1800"/>
                    <a:pt x="960" y="1842"/>
                    <a:pt x="1195" y="1983"/>
                  </a:cubicBezTo>
                  <a:cubicBezTo>
                    <a:pt x="1203" y="2181"/>
                    <a:pt x="1106" y="2321"/>
                    <a:pt x="1104" y="2517"/>
                  </a:cubicBezTo>
                  <a:cubicBezTo>
                    <a:pt x="1104" y="2545"/>
                    <a:pt x="1105" y="2576"/>
                    <a:pt x="1109" y="2607"/>
                  </a:cubicBezTo>
                  <a:cubicBezTo>
                    <a:pt x="1126" y="2790"/>
                    <a:pt x="1206" y="3009"/>
                    <a:pt x="1388" y="32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422;p95">
              <a:extLst>
                <a:ext uri="{FF2B5EF4-FFF2-40B4-BE49-F238E27FC236}">
                  <a16:creationId xmlns:a16="http://schemas.microsoft.com/office/drawing/2014/main" id="{FBE3073D-3082-17D3-C9F6-B9B53A31027D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143" y="1"/>
                  </a:move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423;p95">
              <a:extLst>
                <a:ext uri="{FF2B5EF4-FFF2-40B4-BE49-F238E27FC236}">
                  <a16:creationId xmlns:a16="http://schemas.microsoft.com/office/drawing/2014/main" id="{8CA2EA18-FE0E-BC35-81E9-AF4806F56378}"/>
                </a:ext>
              </a:extLst>
            </p:cNvPr>
            <p:cNvSpPr/>
            <p:nvPr/>
          </p:nvSpPr>
          <p:spPr>
            <a:xfrm>
              <a:off x="989240" y="2205028"/>
              <a:ext cx="342555" cy="101089"/>
            </a:xfrm>
            <a:custGeom>
              <a:avLst/>
              <a:gdLst/>
              <a:ahLst/>
              <a:cxnLst/>
              <a:rect l="l" t="t" r="r" b="b"/>
              <a:pathLst>
                <a:path w="7411" h="2187" extrusionOk="0">
                  <a:moveTo>
                    <a:pt x="700" y="0"/>
                  </a:moveTo>
                  <a:cubicBezTo>
                    <a:pt x="700" y="0"/>
                    <a:pt x="3432" y="274"/>
                    <a:pt x="6530" y="121"/>
                  </a:cubicBezTo>
                  <a:lnTo>
                    <a:pt x="7411" y="1579"/>
                  </a:lnTo>
                  <a:cubicBezTo>
                    <a:pt x="7411" y="1579"/>
                    <a:pt x="3766" y="2186"/>
                    <a:pt x="1884" y="1458"/>
                  </a:cubicBezTo>
                  <a:cubicBezTo>
                    <a:pt x="1" y="729"/>
                    <a:pt x="700" y="0"/>
                    <a:pt x="700" y="0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424;p95">
              <a:extLst>
                <a:ext uri="{FF2B5EF4-FFF2-40B4-BE49-F238E27FC236}">
                  <a16:creationId xmlns:a16="http://schemas.microsoft.com/office/drawing/2014/main" id="{5185AF0A-F63B-B981-FD38-BDBDDA9FD423}"/>
                </a:ext>
              </a:extLst>
            </p:cNvPr>
            <p:cNvSpPr/>
            <p:nvPr/>
          </p:nvSpPr>
          <p:spPr>
            <a:xfrm>
              <a:off x="728733" y="1121309"/>
              <a:ext cx="445030" cy="474890"/>
            </a:xfrm>
            <a:custGeom>
              <a:avLst/>
              <a:gdLst/>
              <a:ahLst/>
              <a:cxnLst/>
              <a:rect l="l" t="t" r="r" b="b"/>
              <a:pathLst>
                <a:path w="9628" h="10274" extrusionOk="0">
                  <a:moveTo>
                    <a:pt x="8770" y="2964"/>
                  </a:moveTo>
                  <a:cubicBezTo>
                    <a:pt x="8501" y="2599"/>
                    <a:pt x="8081" y="2387"/>
                    <a:pt x="7643" y="2282"/>
                  </a:cubicBezTo>
                  <a:cubicBezTo>
                    <a:pt x="7569" y="2264"/>
                    <a:pt x="7494" y="2248"/>
                    <a:pt x="7420" y="2237"/>
                  </a:cubicBezTo>
                  <a:cubicBezTo>
                    <a:pt x="6917" y="2155"/>
                    <a:pt x="6386" y="2237"/>
                    <a:pt x="5891" y="2138"/>
                  </a:cubicBezTo>
                  <a:cubicBezTo>
                    <a:pt x="5946" y="1731"/>
                    <a:pt x="6257" y="1368"/>
                    <a:pt x="6278" y="918"/>
                  </a:cubicBezTo>
                  <a:cubicBezTo>
                    <a:pt x="6310" y="205"/>
                    <a:pt x="5729" y="0"/>
                    <a:pt x="5126" y="39"/>
                  </a:cubicBezTo>
                  <a:cubicBezTo>
                    <a:pt x="4948" y="50"/>
                    <a:pt x="4761" y="78"/>
                    <a:pt x="4567" y="119"/>
                  </a:cubicBezTo>
                  <a:cubicBezTo>
                    <a:pt x="5166" y="83"/>
                    <a:pt x="5743" y="290"/>
                    <a:pt x="5711" y="999"/>
                  </a:cubicBezTo>
                  <a:cubicBezTo>
                    <a:pt x="5690" y="1450"/>
                    <a:pt x="5379" y="1812"/>
                    <a:pt x="5324" y="2220"/>
                  </a:cubicBezTo>
                  <a:cubicBezTo>
                    <a:pt x="5819" y="2317"/>
                    <a:pt x="6350" y="2236"/>
                    <a:pt x="6853" y="2317"/>
                  </a:cubicBezTo>
                  <a:cubicBezTo>
                    <a:pt x="6927" y="2330"/>
                    <a:pt x="7002" y="2344"/>
                    <a:pt x="7076" y="2362"/>
                  </a:cubicBezTo>
                  <a:cubicBezTo>
                    <a:pt x="7514" y="2467"/>
                    <a:pt x="7935" y="2679"/>
                    <a:pt x="8203" y="3046"/>
                  </a:cubicBezTo>
                  <a:cubicBezTo>
                    <a:pt x="9061" y="4213"/>
                    <a:pt x="7858" y="5877"/>
                    <a:pt x="7099" y="6754"/>
                  </a:cubicBezTo>
                  <a:cubicBezTo>
                    <a:pt x="4986" y="9196"/>
                    <a:pt x="1687" y="10001"/>
                    <a:pt x="0" y="10273"/>
                  </a:cubicBezTo>
                  <a:cubicBezTo>
                    <a:pt x="1382" y="10102"/>
                    <a:pt x="5279" y="9432"/>
                    <a:pt x="7666" y="6673"/>
                  </a:cubicBezTo>
                  <a:cubicBezTo>
                    <a:pt x="8424" y="5795"/>
                    <a:pt x="9627" y="4131"/>
                    <a:pt x="8770" y="29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425;p95">
              <a:extLst>
                <a:ext uri="{FF2B5EF4-FFF2-40B4-BE49-F238E27FC236}">
                  <a16:creationId xmlns:a16="http://schemas.microsoft.com/office/drawing/2014/main" id="{8C413BE9-C697-CC1F-417E-EDF47B5A5D6E}"/>
                </a:ext>
              </a:extLst>
            </p:cNvPr>
            <p:cNvSpPr/>
            <p:nvPr/>
          </p:nvSpPr>
          <p:spPr>
            <a:xfrm>
              <a:off x="638508" y="1121355"/>
              <a:ext cx="535257" cy="512885"/>
            </a:xfrm>
            <a:custGeom>
              <a:avLst/>
              <a:gdLst/>
              <a:ahLst/>
              <a:cxnLst/>
              <a:rect l="l" t="t" r="r" b="b"/>
              <a:pathLst>
                <a:path w="11580" h="11096" fill="none" extrusionOk="0">
                  <a:moveTo>
                    <a:pt x="9595" y="2281"/>
                  </a:moveTo>
                  <a:cubicBezTo>
                    <a:pt x="9521" y="2263"/>
                    <a:pt x="9446" y="2247"/>
                    <a:pt x="9372" y="2236"/>
                  </a:cubicBezTo>
                  <a:cubicBezTo>
                    <a:pt x="8869" y="2154"/>
                    <a:pt x="8338" y="2236"/>
                    <a:pt x="7843" y="2138"/>
                  </a:cubicBezTo>
                  <a:cubicBezTo>
                    <a:pt x="7898" y="1730"/>
                    <a:pt x="8209" y="1367"/>
                    <a:pt x="8230" y="917"/>
                  </a:cubicBezTo>
                  <a:cubicBezTo>
                    <a:pt x="8262" y="204"/>
                    <a:pt x="7681" y="1"/>
                    <a:pt x="7078" y="39"/>
                  </a:cubicBezTo>
                  <a:cubicBezTo>
                    <a:pt x="4476" y="202"/>
                    <a:pt x="0" y="3571"/>
                    <a:pt x="350" y="11096"/>
                  </a:cubicBezTo>
                  <a:cubicBezTo>
                    <a:pt x="350" y="11096"/>
                    <a:pt x="967" y="10383"/>
                    <a:pt x="1492" y="10324"/>
                  </a:cubicBezTo>
                  <a:cubicBezTo>
                    <a:pt x="2016" y="10264"/>
                    <a:pt x="6840" y="9882"/>
                    <a:pt x="9618" y="6672"/>
                  </a:cubicBezTo>
                  <a:cubicBezTo>
                    <a:pt x="10376" y="5794"/>
                    <a:pt x="11579" y="4131"/>
                    <a:pt x="10722" y="2964"/>
                  </a:cubicBezTo>
                  <a:cubicBezTo>
                    <a:pt x="10453" y="2598"/>
                    <a:pt x="10033" y="2386"/>
                    <a:pt x="9595" y="2281"/>
                  </a:cubicBezTo>
                  <a:close/>
                  <a:moveTo>
                    <a:pt x="2761" y="5714"/>
                  </a:moveTo>
                  <a:cubicBezTo>
                    <a:pt x="2482" y="5814"/>
                    <a:pt x="2212" y="5760"/>
                    <a:pt x="2157" y="5593"/>
                  </a:cubicBezTo>
                  <a:cubicBezTo>
                    <a:pt x="2103" y="5428"/>
                    <a:pt x="2285" y="5211"/>
                    <a:pt x="2564" y="5113"/>
                  </a:cubicBezTo>
                  <a:cubicBezTo>
                    <a:pt x="2843" y="5013"/>
                    <a:pt x="3113" y="5067"/>
                    <a:pt x="3168" y="5233"/>
                  </a:cubicBezTo>
                  <a:cubicBezTo>
                    <a:pt x="3222" y="5398"/>
                    <a:pt x="3040" y="5615"/>
                    <a:pt x="2761" y="5714"/>
                  </a:cubicBezTo>
                  <a:close/>
                  <a:moveTo>
                    <a:pt x="3628" y="4353"/>
                  </a:moveTo>
                  <a:cubicBezTo>
                    <a:pt x="3145" y="4730"/>
                    <a:pt x="2637" y="4874"/>
                    <a:pt x="2493" y="4676"/>
                  </a:cubicBezTo>
                  <a:cubicBezTo>
                    <a:pt x="2350" y="4476"/>
                    <a:pt x="2625" y="4011"/>
                    <a:pt x="3108" y="3635"/>
                  </a:cubicBezTo>
                  <a:cubicBezTo>
                    <a:pt x="3591" y="3259"/>
                    <a:pt x="4100" y="3114"/>
                    <a:pt x="4243" y="3312"/>
                  </a:cubicBezTo>
                  <a:cubicBezTo>
                    <a:pt x="4387" y="3511"/>
                    <a:pt x="4112" y="3977"/>
                    <a:pt x="3628" y="4353"/>
                  </a:cubicBezTo>
                  <a:close/>
                  <a:moveTo>
                    <a:pt x="7437" y="6334"/>
                  </a:moveTo>
                  <a:cubicBezTo>
                    <a:pt x="7232" y="6323"/>
                    <a:pt x="7083" y="6016"/>
                    <a:pt x="7106" y="5648"/>
                  </a:cubicBezTo>
                  <a:cubicBezTo>
                    <a:pt x="7127" y="5281"/>
                    <a:pt x="7312" y="4993"/>
                    <a:pt x="7517" y="5004"/>
                  </a:cubicBezTo>
                  <a:cubicBezTo>
                    <a:pt x="7722" y="5015"/>
                    <a:pt x="7871" y="5322"/>
                    <a:pt x="7849" y="5689"/>
                  </a:cubicBezTo>
                  <a:cubicBezTo>
                    <a:pt x="7827" y="6056"/>
                    <a:pt x="7642" y="6344"/>
                    <a:pt x="7437" y="63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426;p95">
              <a:extLst>
                <a:ext uri="{FF2B5EF4-FFF2-40B4-BE49-F238E27FC236}">
                  <a16:creationId xmlns:a16="http://schemas.microsoft.com/office/drawing/2014/main" id="{F72F34A0-1C7B-A5F0-7CCC-0935CDBEA11D}"/>
                </a:ext>
              </a:extLst>
            </p:cNvPr>
            <p:cNvSpPr/>
            <p:nvPr/>
          </p:nvSpPr>
          <p:spPr>
            <a:xfrm>
              <a:off x="670108" y="1248894"/>
              <a:ext cx="295547" cy="328503"/>
            </a:xfrm>
            <a:custGeom>
              <a:avLst/>
              <a:gdLst/>
              <a:ahLst/>
              <a:cxnLst/>
              <a:rect l="l" t="t" r="r" b="b"/>
              <a:pathLst>
                <a:path w="6394" h="7107" fill="none" extrusionOk="0">
                  <a:moveTo>
                    <a:pt x="6394" y="0"/>
                  </a:moveTo>
                  <a:cubicBezTo>
                    <a:pt x="6394" y="0"/>
                    <a:pt x="2030" y="3290"/>
                    <a:pt x="0" y="710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427;p95">
              <a:extLst>
                <a:ext uri="{FF2B5EF4-FFF2-40B4-BE49-F238E27FC236}">
                  <a16:creationId xmlns:a16="http://schemas.microsoft.com/office/drawing/2014/main" id="{B23E53EB-DFD7-0752-1070-9B18AF12115E}"/>
                </a:ext>
              </a:extLst>
            </p:cNvPr>
            <p:cNvSpPr/>
            <p:nvPr/>
          </p:nvSpPr>
          <p:spPr>
            <a:xfrm>
              <a:off x="1351804" y="832792"/>
              <a:ext cx="308535" cy="211468"/>
            </a:xfrm>
            <a:custGeom>
              <a:avLst/>
              <a:gdLst/>
              <a:ahLst/>
              <a:cxnLst/>
              <a:rect l="l" t="t" r="r" b="b"/>
              <a:pathLst>
                <a:path w="6675" h="4575" fill="none" extrusionOk="0">
                  <a:moveTo>
                    <a:pt x="0" y="4574"/>
                  </a:moveTo>
                  <a:cubicBezTo>
                    <a:pt x="0" y="4574"/>
                    <a:pt x="3294" y="1"/>
                    <a:pt x="6674" y="11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428;p95">
              <a:extLst>
                <a:ext uri="{FF2B5EF4-FFF2-40B4-BE49-F238E27FC236}">
                  <a16:creationId xmlns:a16="http://schemas.microsoft.com/office/drawing/2014/main" id="{2E2C9B16-C4C0-77D0-0FFC-F6615CE29F1A}"/>
                </a:ext>
              </a:extLst>
            </p:cNvPr>
            <p:cNvSpPr/>
            <p:nvPr/>
          </p:nvSpPr>
          <p:spPr>
            <a:xfrm>
              <a:off x="1428995" y="1491778"/>
              <a:ext cx="267674" cy="64111"/>
            </a:xfrm>
            <a:custGeom>
              <a:avLst/>
              <a:gdLst/>
              <a:ahLst/>
              <a:cxnLst/>
              <a:rect l="l" t="t" r="r" b="b"/>
              <a:pathLst>
                <a:path w="5791" h="1387" fill="none" extrusionOk="0">
                  <a:moveTo>
                    <a:pt x="1" y="311"/>
                  </a:moveTo>
                  <a:cubicBezTo>
                    <a:pt x="1" y="311"/>
                    <a:pt x="2628" y="1"/>
                    <a:pt x="5791" y="13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429;p95">
              <a:extLst>
                <a:ext uri="{FF2B5EF4-FFF2-40B4-BE49-F238E27FC236}">
                  <a16:creationId xmlns:a16="http://schemas.microsoft.com/office/drawing/2014/main" id="{E03CED49-4DBE-19A1-D218-2B55FCEC4F61}"/>
                </a:ext>
              </a:extLst>
            </p:cNvPr>
            <p:cNvSpPr/>
            <p:nvPr/>
          </p:nvSpPr>
          <p:spPr>
            <a:xfrm>
              <a:off x="683019" y="759206"/>
              <a:ext cx="505813" cy="132011"/>
            </a:xfrm>
            <a:custGeom>
              <a:avLst/>
              <a:gdLst/>
              <a:ahLst/>
              <a:cxnLst/>
              <a:rect l="l" t="t" r="r" b="b"/>
              <a:pathLst>
                <a:path w="10943" h="2856" fill="none" extrusionOk="0">
                  <a:moveTo>
                    <a:pt x="1" y="1697"/>
                  </a:moveTo>
                  <a:cubicBezTo>
                    <a:pt x="1" y="1697"/>
                    <a:pt x="5156" y="1"/>
                    <a:pt x="10942" y="285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430;p95">
              <a:extLst>
                <a:ext uri="{FF2B5EF4-FFF2-40B4-BE49-F238E27FC236}">
                  <a16:creationId xmlns:a16="http://schemas.microsoft.com/office/drawing/2014/main" id="{7C5EA9BB-931D-D420-A9A1-47B2D06D1B84}"/>
                </a:ext>
              </a:extLst>
            </p:cNvPr>
            <p:cNvSpPr/>
            <p:nvPr/>
          </p:nvSpPr>
          <p:spPr>
            <a:xfrm>
              <a:off x="1254369" y="1767353"/>
              <a:ext cx="228385" cy="543299"/>
            </a:xfrm>
            <a:custGeom>
              <a:avLst/>
              <a:gdLst/>
              <a:ahLst/>
              <a:cxnLst/>
              <a:rect l="l" t="t" r="r" b="b"/>
              <a:pathLst>
                <a:path w="4941" h="11754" extrusionOk="0">
                  <a:moveTo>
                    <a:pt x="4666" y="7222"/>
                  </a:moveTo>
                  <a:lnTo>
                    <a:pt x="3846" y="0"/>
                  </a:lnTo>
                  <a:cubicBezTo>
                    <a:pt x="3272" y="150"/>
                    <a:pt x="2403" y="269"/>
                    <a:pt x="1361" y="337"/>
                  </a:cubicBezTo>
                  <a:lnTo>
                    <a:pt x="2193" y="7667"/>
                  </a:lnTo>
                  <a:cubicBezTo>
                    <a:pt x="2393" y="9417"/>
                    <a:pt x="1456" y="11009"/>
                    <a:pt x="1" y="11754"/>
                  </a:cubicBezTo>
                  <a:lnTo>
                    <a:pt x="620" y="11754"/>
                  </a:lnTo>
                  <a:cubicBezTo>
                    <a:pt x="3052" y="11754"/>
                    <a:pt x="4941" y="9637"/>
                    <a:pt x="4666" y="722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31;p95">
              <a:extLst>
                <a:ext uri="{FF2B5EF4-FFF2-40B4-BE49-F238E27FC236}">
                  <a16:creationId xmlns:a16="http://schemas.microsoft.com/office/drawing/2014/main" id="{24D8CFAB-DF45-34EA-6A5B-D4A8D7930F2E}"/>
                </a:ext>
              </a:extLst>
            </p:cNvPr>
            <p:cNvSpPr/>
            <p:nvPr/>
          </p:nvSpPr>
          <p:spPr>
            <a:xfrm>
              <a:off x="969550" y="1801000"/>
              <a:ext cx="502213" cy="117624"/>
            </a:xfrm>
            <a:custGeom>
              <a:avLst/>
              <a:gdLst/>
              <a:ahLst/>
              <a:cxnLst/>
              <a:rect l="l" t="t" r="r" b="b"/>
              <a:pathLst>
                <a:path w="11814" h="2545" fill="none" extrusionOk="0">
                  <a:moveTo>
                    <a:pt x="0" y="35"/>
                  </a:moveTo>
                  <a:cubicBezTo>
                    <a:pt x="700" y="414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1"/>
                    <a:pt x="4210" y="2501"/>
                  </a:cubicBezTo>
                  <a:cubicBezTo>
                    <a:pt x="4707" y="2545"/>
                    <a:pt x="5289" y="1217"/>
                    <a:pt x="5851" y="1210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2"/>
                    <a:pt x="8880" y="881"/>
                  </a:cubicBezTo>
                  <a:cubicBezTo>
                    <a:pt x="9381" y="778"/>
                    <a:pt x="10227" y="1960"/>
                    <a:pt x="10754" y="1801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32;p95">
              <a:extLst>
                <a:ext uri="{FF2B5EF4-FFF2-40B4-BE49-F238E27FC236}">
                  <a16:creationId xmlns:a16="http://schemas.microsoft.com/office/drawing/2014/main" id="{A252985C-3773-966D-B341-037FC732B34B}"/>
                </a:ext>
              </a:extLst>
            </p:cNvPr>
            <p:cNvSpPr/>
            <p:nvPr/>
          </p:nvSpPr>
          <p:spPr>
            <a:xfrm>
              <a:off x="959925" y="1963150"/>
              <a:ext cx="525693" cy="117676"/>
            </a:xfrm>
            <a:custGeom>
              <a:avLst/>
              <a:gdLst/>
              <a:ahLst/>
              <a:cxnLst/>
              <a:rect l="l" t="t" r="r" b="b"/>
              <a:pathLst>
                <a:path w="11814" h="2546" fill="none" extrusionOk="0">
                  <a:moveTo>
                    <a:pt x="0" y="35"/>
                  </a:moveTo>
                  <a:cubicBezTo>
                    <a:pt x="700" y="415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0"/>
                    <a:pt x="4210" y="2501"/>
                  </a:cubicBezTo>
                  <a:cubicBezTo>
                    <a:pt x="4707" y="2546"/>
                    <a:pt x="5289" y="1218"/>
                    <a:pt x="5851" y="1211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3"/>
                    <a:pt x="8880" y="881"/>
                  </a:cubicBezTo>
                  <a:cubicBezTo>
                    <a:pt x="9381" y="778"/>
                    <a:pt x="10227" y="1960"/>
                    <a:pt x="10754" y="1802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33;p95">
              <a:extLst>
                <a:ext uri="{FF2B5EF4-FFF2-40B4-BE49-F238E27FC236}">
                  <a16:creationId xmlns:a16="http://schemas.microsoft.com/office/drawing/2014/main" id="{8B60141C-AEC5-9141-07C5-EAAF54DF4CCF}"/>
                </a:ext>
              </a:extLst>
            </p:cNvPr>
            <p:cNvSpPr/>
            <p:nvPr/>
          </p:nvSpPr>
          <p:spPr>
            <a:xfrm>
              <a:off x="940225" y="2125100"/>
              <a:ext cx="569515" cy="117874"/>
            </a:xfrm>
            <a:custGeom>
              <a:avLst/>
              <a:gdLst/>
              <a:ahLst/>
              <a:cxnLst/>
              <a:rect l="l" t="t" r="r" b="b"/>
              <a:pathLst>
                <a:path w="12488" h="2550" fill="none" extrusionOk="0">
                  <a:moveTo>
                    <a:pt x="1" y="33"/>
                  </a:moveTo>
                  <a:cubicBezTo>
                    <a:pt x="744" y="415"/>
                    <a:pt x="55" y="1569"/>
                    <a:pt x="1057" y="1869"/>
                  </a:cubicBezTo>
                  <a:cubicBezTo>
                    <a:pt x="1511" y="2005"/>
                    <a:pt x="2371" y="830"/>
                    <a:pt x="2997" y="945"/>
                  </a:cubicBezTo>
                  <a:cubicBezTo>
                    <a:pt x="3499" y="1038"/>
                    <a:pt x="3872" y="2455"/>
                    <a:pt x="4472" y="2506"/>
                  </a:cubicBezTo>
                  <a:cubicBezTo>
                    <a:pt x="4994" y="2549"/>
                    <a:pt x="5600" y="1222"/>
                    <a:pt x="6189" y="1215"/>
                  </a:cubicBezTo>
                  <a:cubicBezTo>
                    <a:pt x="6720" y="1210"/>
                    <a:pt x="7353" y="2529"/>
                    <a:pt x="7932" y="2469"/>
                  </a:cubicBezTo>
                  <a:cubicBezTo>
                    <a:pt x="8464" y="2414"/>
                    <a:pt x="8816" y="996"/>
                    <a:pt x="9385" y="885"/>
                  </a:cubicBezTo>
                  <a:cubicBezTo>
                    <a:pt x="9911" y="783"/>
                    <a:pt x="10769" y="1968"/>
                    <a:pt x="11324" y="1810"/>
                  </a:cubicBezTo>
                  <a:cubicBezTo>
                    <a:pt x="11842" y="1662"/>
                    <a:pt x="11947" y="203"/>
                    <a:pt x="12487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34;p95">
              <a:extLst>
                <a:ext uri="{FF2B5EF4-FFF2-40B4-BE49-F238E27FC236}">
                  <a16:creationId xmlns:a16="http://schemas.microsoft.com/office/drawing/2014/main" id="{1E9475B2-37D2-E146-71A8-8E977634A9CB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fill="none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435;p95">
              <a:extLst>
                <a:ext uri="{FF2B5EF4-FFF2-40B4-BE49-F238E27FC236}">
                  <a16:creationId xmlns:a16="http://schemas.microsoft.com/office/drawing/2014/main" id="{3D45A42B-8652-3EDC-7C13-FC1008CE2B12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436;p95">
              <a:extLst>
                <a:ext uri="{FF2B5EF4-FFF2-40B4-BE49-F238E27FC236}">
                  <a16:creationId xmlns:a16="http://schemas.microsoft.com/office/drawing/2014/main" id="{0F3D68E7-6985-C791-6A8B-1033EBFD167E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fill="none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437;p95">
              <a:extLst>
                <a:ext uri="{FF2B5EF4-FFF2-40B4-BE49-F238E27FC236}">
                  <a16:creationId xmlns:a16="http://schemas.microsoft.com/office/drawing/2014/main" id="{F3975CE9-218B-D54C-7694-D801A0E5C6B3}"/>
                </a:ext>
              </a:extLst>
            </p:cNvPr>
            <p:cNvSpPr/>
            <p:nvPr/>
          </p:nvSpPr>
          <p:spPr>
            <a:xfrm>
              <a:off x="1378706" y="1236124"/>
              <a:ext cx="361784" cy="124154"/>
            </a:xfrm>
            <a:custGeom>
              <a:avLst/>
              <a:gdLst/>
              <a:ahLst/>
              <a:cxnLst/>
              <a:rect l="l" t="t" r="r" b="b"/>
              <a:pathLst>
                <a:path w="7827" h="2686" fill="none" extrusionOk="0">
                  <a:moveTo>
                    <a:pt x="1" y="0"/>
                  </a:moveTo>
                  <a:cubicBezTo>
                    <a:pt x="1" y="0"/>
                    <a:pt x="7236" y="1616"/>
                    <a:pt x="7827" y="26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438;p95">
              <a:extLst>
                <a:ext uri="{FF2B5EF4-FFF2-40B4-BE49-F238E27FC236}">
                  <a16:creationId xmlns:a16="http://schemas.microsoft.com/office/drawing/2014/main" id="{C2C2A8EF-8AD4-8914-BC1C-5063D60E8EAD}"/>
                </a:ext>
              </a:extLst>
            </p:cNvPr>
            <p:cNvSpPr/>
            <p:nvPr/>
          </p:nvSpPr>
          <p:spPr>
            <a:xfrm>
              <a:off x="1280761" y="837876"/>
              <a:ext cx="379579" cy="300400"/>
            </a:xfrm>
            <a:custGeom>
              <a:avLst/>
              <a:gdLst/>
              <a:ahLst/>
              <a:cxnLst/>
              <a:rect l="l" t="t" r="r" b="b"/>
              <a:pathLst>
                <a:path w="8212" h="6499" fill="none" extrusionOk="0">
                  <a:moveTo>
                    <a:pt x="2048" y="6054"/>
                  </a:moveTo>
                  <a:cubicBezTo>
                    <a:pt x="2865" y="6499"/>
                    <a:pt x="4098" y="5776"/>
                    <a:pt x="4754" y="5325"/>
                  </a:cubicBezTo>
                  <a:cubicBezTo>
                    <a:pt x="7148" y="3673"/>
                    <a:pt x="7564" y="959"/>
                    <a:pt x="7622" y="663"/>
                  </a:cubicBezTo>
                  <a:cubicBezTo>
                    <a:pt x="7679" y="367"/>
                    <a:pt x="8211" y="1"/>
                    <a:pt x="8211" y="1"/>
                  </a:cubicBezTo>
                  <a:cubicBezTo>
                    <a:pt x="2798" y="26"/>
                    <a:pt x="240" y="2635"/>
                    <a:pt x="46" y="4098"/>
                  </a:cubicBezTo>
                  <a:cubicBezTo>
                    <a:pt x="0" y="4436"/>
                    <a:pt x="131" y="4757"/>
                    <a:pt x="646" y="4717"/>
                  </a:cubicBezTo>
                  <a:cubicBezTo>
                    <a:pt x="972" y="4693"/>
                    <a:pt x="1242" y="4507"/>
                    <a:pt x="1536" y="4464"/>
                  </a:cubicBezTo>
                  <a:cubicBezTo>
                    <a:pt x="1593" y="4739"/>
                    <a:pt x="1518" y="5039"/>
                    <a:pt x="1563" y="5319"/>
                  </a:cubicBezTo>
                  <a:cubicBezTo>
                    <a:pt x="1570" y="5361"/>
                    <a:pt x="1578" y="5401"/>
                    <a:pt x="1589" y="5442"/>
                  </a:cubicBezTo>
                  <a:cubicBezTo>
                    <a:pt x="1652" y="5684"/>
                    <a:pt x="1792" y="5914"/>
                    <a:pt x="2048" y="60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3821;p70">
            <a:extLst>
              <a:ext uri="{FF2B5EF4-FFF2-40B4-BE49-F238E27FC236}">
                <a16:creationId xmlns:a16="http://schemas.microsoft.com/office/drawing/2014/main" id="{89FEC153-6CC9-0D7D-E9DC-38F95DED2540}"/>
              </a:ext>
            </a:extLst>
          </p:cNvPr>
          <p:cNvGrpSpPr/>
          <p:nvPr/>
        </p:nvGrpSpPr>
        <p:grpSpPr>
          <a:xfrm flipH="1">
            <a:off x="-269738" y="-448055"/>
            <a:ext cx="4112052" cy="1759055"/>
            <a:chOff x="2146611" y="-20"/>
            <a:chExt cx="4112052" cy="1759055"/>
          </a:xfrm>
        </p:grpSpPr>
        <p:sp>
          <p:nvSpPr>
            <p:cNvPr id="39" name="Google Shape;3822;p70">
              <a:extLst>
                <a:ext uri="{FF2B5EF4-FFF2-40B4-BE49-F238E27FC236}">
                  <a16:creationId xmlns:a16="http://schemas.microsoft.com/office/drawing/2014/main" id="{56B91934-AAE2-3DCF-1200-9F6D3F3F920C}"/>
                </a:ext>
              </a:extLst>
            </p:cNvPr>
            <p:cNvSpPr/>
            <p:nvPr/>
          </p:nvSpPr>
          <p:spPr>
            <a:xfrm>
              <a:off x="2146611" y="-19"/>
              <a:ext cx="4112052" cy="1759054"/>
            </a:xfrm>
            <a:custGeom>
              <a:avLst/>
              <a:gdLst/>
              <a:ahLst/>
              <a:cxnLst/>
              <a:rect l="l" t="t" r="r" b="b"/>
              <a:pathLst>
                <a:path w="40972" h="17527" fill="none" extrusionOk="0">
                  <a:moveTo>
                    <a:pt x="0" y="1"/>
                  </a:moveTo>
                  <a:cubicBezTo>
                    <a:pt x="0" y="1"/>
                    <a:pt x="8288" y="17527"/>
                    <a:pt x="24985" y="1"/>
                  </a:cubicBezTo>
                  <a:cubicBezTo>
                    <a:pt x="24985" y="1"/>
                    <a:pt x="32563" y="9118"/>
                    <a:pt x="40972" y="6750"/>
                  </a:cubicBez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" name="Google Shape;3823;p70">
              <a:extLst>
                <a:ext uri="{FF2B5EF4-FFF2-40B4-BE49-F238E27FC236}">
                  <a16:creationId xmlns:a16="http://schemas.microsoft.com/office/drawing/2014/main" id="{928B749B-5E8C-C58D-3932-65C34E068E5A}"/>
                </a:ext>
              </a:extLst>
            </p:cNvPr>
            <p:cNvGrpSpPr/>
            <p:nvPr/>
          </p:nvGrpSpPr>
          <p:grpSpPr>
            <a:xfrm>
              <a:off x="2177824" y="38319"/>
              <a:ext cx="3637840" cy="812133"/>
              <a:chOff x="1877588" y="354800"/>
              <a:chExt cx="906175" cy="202300"/>
            </a:xfrm>
          </p:grpSpPr>
          <p:sp>
            <p:nvSpPr>
              <p:cNvPr id="59" name="Google Shape;3824;p70">
                <a:extLst>
                  <a:ext uri="{FF2B5EF4-FFF2-40B4-BE49-F238E27FC236}">
                    <a16:creationId xmlns:a16="http://schemas.microsoft.com/office/drawing/2014/main" id="{52E50667-CE3B-FFBC-F5F8-81553094A04E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3825;p70">
                <a:extLst>
                  <a:ext uri="{FF2B5EF4-FFF2-40B4-BE49-F238E27FC236}">
                    <a16:creationId xmlns:a16="http://schemas.microsoft.com/office/drawing/2014/main" id="{33FC6401-121B-C870-1000-B8B0FF969F98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3826;p70">
                <a:extLst>
                  <a:ext uri="{FF2B5EF4-FFF2-40B4-BE49-F238E27FC236}">
                    <a16:creationId xmlns:a16="http://schemas.microsoft.com/office/drawing/2014/main" id="{B78B0F10-31BD-268B-0B48-C37A1BE2B169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3827;p70">
                <a:extLst>
                  <a:ext uri="{FF2B5EF4-FFF2-40B4-BE49-F238E27FC236}">
                    <a16:creationId xmlns:a16="http://schemas.microsoft.com/office/drawing/2014/main" id="{FF5F87E7-0E63-BF7C-BC95-5081BD34FBDD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3828;p70">
                <a:extLst>
                  <a:ext uri="{FF2B5EF4-FFF2-40B4-BE49-F238E27FC236}">
                    <a16:creationId xmlns:a16="http://schemas.microsoft.com/office/drawing/2014/main" id="{433CC14E-51D6-05C2-BDBA-E7644254060D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3829;p70">
                <a:extLst>
                  <a:ext uri="{FF2B5EF4-FFF2-40B4-BE49-F238E27FC236}">
                    <a16:creationId xmlns:a16="http://schemas.microsoft.com/office/drawing/2014/main" id="{F8AFF87B-38DF-189F-6CEC-B575746EB87C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3830;p70">
                <a:extLst>
                  <a:ext uri="{FF2B5EF4-FFF2-40B4-BE49-F238E27FC236}">
                    <a16:creationId xmlns:a16="http://schemas.microsoft.com/office/drawing/2014/main" id="{3FC4F2CE-0656-F24F-4A91-63BC2C9EFB00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3831;p70">
                <a:extLst>
                  <a:ext uri="{FF2B5EF4-FFF2-40B4-BE49-F238E27FC236}">
                    <a16:creationId xmlns:a16="http://schemas.microsoft.com/office/drawing/2014/main" id="{16F5D716-A4D1-4A95-F998-3BDE718ABE63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3832;p70">
                <a:extLst>
                  <a:ext uri="{FF2B5EF4-FFF2-40B4-BE49-F238E27FC236}">
                    <a16:creationId xmlns:a16="http://schemas.microsoft.com/office/drawing/2014/main" id="{0FD6CAC5-2D37-DCA0-D66D-98884D514766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3833;p70">
                <a:extLst>
                  <a:ext uri="{FF2B5EF4-FFF2-40B4-BE49-F238E27FC236}">
                    <a16:creationId xmlns:a16="http://schemas.microsoft.com/office/drawing/2014/main" id="{86E3755F-2EE1-19C8-FBD4-AFEBE7E0810E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3834;p70">
                <a:extLst>
                  <a:ext uri="{FF2B5EF4-FFF2-40B4-BE49-F238E27FC236}">
                    <a16:creationId xmlns:a16="http://schemas.microsoft.com/office/drawing/2014/main" id="{1E444144-31E0-9CD0-803C-40C0F4140541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3835;p70">
                <a:extLst>
                  <a:ext uri="{FF2B5EF4-FFF2-40B4-BE49-F238E27FC236}">
                    <a16:creationId xmlns:a16="http://schemas.microsoft.com/office/drawing/2014/main" id="{0E217E92-EA97-5414-BE87-31ED2BB452AC}"/>
                  </a:ext>
                </a:extLst>
              </p:cNvPr>
              <p:cNvSpPr/>
              <p:nvPr/>
            </p:nvSpPr>
            <p:spPr>
              <a:xfrm>
                <a:off x="2479313" y="35480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3836;p70">
                <a:extLst>
                  <a:ext uri="{FF2B5EF4-FFF2-40B4-BE49-F238E27FC236}">
                    <a16:creationId xmlns:a16="http://schemas.microsoft.com/office/drawing/2014/main" id="{12BFD589-C86A-C972-F96A-B5E7690ABDD7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3837;p70">
                <a:extLst>
                  <a:ext uri="{FF2B5EF4-FFF2-40B4-BE49-F238E27FC236}">
                    <a16:creationId xmlns:a16="http://schemas.microsoft.com/office/drawing/2014/main" id="{1ECB0169-3FA5-0DCB-917B-22F7DD53F1CE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3838;p70">
                <a:extLst>
                  <a:ext uri="{FF2B5EF4-FFF2-40B4-BE49-F238E27FC236}">
                    <a16:creationId xmlns:a16="http://schemas.microsoft.com/office/drawing/2014/main" id="{50BE67C7-0D82-AE98-BBC2-556B8ECEB909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3839;p70">
                <a:extLst>
                  <a:ext uri="{FF2B5EF4-FFF2-40B4-BE49-F238E27FC236}">
                    <a16:creationId xmlns:a16="http://schemas.microsoft.com/office/drawing/2014/main" id="{DA6F3DA0-DEEA-2C94-A1F3-2B0E75D1720B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3840;p70">
                <a:extLst>
                  <a:ext uri="{FF2B5EF4-FFF2-40B4-BE49-F238E27FC236}">
                    <a16:creationId xmlns:a16="http://schemas.microsoft.com/office/drawing/2014/main" id="{310FB834-9991-E17F-99C3-7E66934BD8F1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3841;p70">
              <a:extLst>
                <a:ext uri="{FF2B5EF4-FFF2-40B4-BE49-F238E27FC236}">
                  <a16:creationId xmlns:a16="http://schemas.microsoft.com/office/drawing/2014/main" id="{F00FF5F1-2B00-30BC-879D-0ED3024A58C0}"/>
                </a:ext>
              </a:extLst>
            </p:cNvPr>
            <p:cNvGrpSpPr/>
            <p:nvPr/>
          </p:nvGrpSpPr>
          <p:grpSpPr>
            <a:xfrm>
              <a:off x="2177824" y="-20"/>
              <a:ext cx="3637840" cy="850471"/>
              <a:chOff x="1877588" y="345250"/>
              <a:chExt cx="906175" cy="211850"/>
            </a:xfrm>
          </p:grpSpPr>
          <p:sp>
            <p:nvSpPr>
              <p:cNvPr id="42" name="Google Shape;3842;p70">
                <a:extLst>
                  <a:ext uri="{FF2B5EF4-FFF2-40B4-BE49-F238E27FC236}">
                    <a16:creationId xmlns:a16="http://schemas.microsoft.com/office/drawing/2014/main" id="{90D16AA4-ECBC-815B-ABF0-DD74B18BC5B4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843;p70">
                <a:extLst>
                  <a:ext uri="{FF2B5EF4-FFF2-40B4-BE49-F238E27FC236}">
                    <a16:creationId xmlns:a16="http://schemas.microsoft.com/office/drawing/2014/main" id="{E08CE98F-20C9-2887-6761-41604B779897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844;p70">
                <a:extLst>
                  <a:ext uri="{FF2B5EF4-FFF2-40B4-BE49-F238E27FC236}">
                    <a16:creationId xmlns:a16="http://schemas.microsoft.com/office/drawing/2014/main" id="{ACD02D18-BC36-26D1-79D6-62E654535394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845;p70">
                <a:extLst>
                  <a:ext uri="{FF2B5EF4-FFF2-40B4-BE49-F238E27FC236}">
                    <a16:creationId xmlns:a16="http://schemas.microsoft.com/office/drawing/2014/main" id="{4355C326-9E9B-CA00-86AD-51FFCFB3D173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846;p70">
                <a:extLst>
                  <a:ext uri="{FF2B5EF4-FFF2-40B4-BE49-F238E27FC236}">
                    <a16:creationId xmlns:a16="http://schemas.microsoft.com/office/drawing/2014/main" id="{0C41AE3D-2333-608C-CAD9-1E433AF6AC7D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847;p70">
                <a:extLst>
                  <a:ext uri="{FF2B5EF4-FFF2-40B4-BE49-F238E27FC236}">
                    <a16:creationId xmlns:a16="http://schemas.microsoft.com/office/drawing/2014/main" id="{61F173DF-2C6D-B40A-D3E7-6950EEB2762A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848;p70">
                <a:extLst>
                  <a:ext uri="{FF2B5EF4-FFF2-40B4-BE49-F238E27FC236}">
                    <a16:creationId xmlns:a16="http://schemas.microsoft.com/office/drawing/2014/main" id="{D8B949CE-E03F-7E28-7585-870858E976EF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849;p70">
                <a:extLst>
                  <a:ext uri="{FF2B5EF4-FFF2-40B4-BE49-F238E27FC236}">
                    <a16:creationId xmlns:a16="http://schemas.microsoft.com/office/drawing/2014/main" id="{602312D3-2A24-D571-B5EF-FA7392333D81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3850;p70">
                <a:extLst>
                  <a:ext uri="{FF2B5EF4-FFF2-40B4-BE49-F238E27FC236}">
                    <a16:creationId xmlns:a16="http://schemas.microsoft.com/office/drawing/2014/main" id="{380BBF1D-4322-A60F-7CF8-E7197896C036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" name="Google Shape;3851;p70">
                <a:extLst>
                  <a:ext uri="{FF2B5EF4-FFF2-40B4-BE49-F238E27FC236}">
                    <a16:creationId xmlns:a16="http://schemas.microsoft.com/office/drawing/2014/main" id="{3BF65EA5-1556-D2C2-DC0E-350101133522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3852;p70">
                <a:extLst>
                  <a:ext uri="{FF2B5EF4-FFF2-40B4-BE49-F238E27FC236}">
                    <a16:creationId xmlns:a16="http://schemas.microsoft.com/office/drawing/2014/main" id="{FF14C732-0DDC-A49F-5534-662F4555822F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3853;p70">
                <a:extLst>
                  <a:ext uri="{FF2B5EF4-FFF2-40B4-BE49-F238E27FC236}">
                    <a16:creationId xmlns:a16="http://schemas.microsoft.com/office/drawing/2014/main" id="{2502AC64-DF52-055D-9740-4C5D9085F415}"/>
                  </a:ext>
                </a:extLst>
              </p:cNvPr>
              <p:cNvSpPr/>
              <p:nvPr/>
            </p:nvSpPr>
            <p:spPr>
              <a:xfrm>
                <a:off x="2484610" y="34525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3854;p70">
                <a:extLst>
                  <a:ext uri="{FF2B5EF4-FFF2-40B4-BE49-F238E27FC236}">
                    <a16:creationId xmlns:a16="http://schemas.microsoft.com/office/drawing/2014/main" id="{AFFCC6BF-6996-BF40-64E4-AD8785342B69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3855;p70">
                <a:extLst>
                  <a:ext uri="{FF2B5EF4-FFF2-40B4-BE49-F238E27FC236}">
                    <a16:creationId xmlns:a16="http://schemas.microsoft.com/office/drawing/2014/main" id="{AB2A297F-B7FA-61B3-4532-A958B9D19D1C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3856;p70">
                <a:extLst>
                  <a:ext uri="{FF2B5EF4-FFF2-40B4-BE49-F238E27FC236}">
                    <a16:creationId xmlns:a16="http://schemas.microsoft.com/office/drawing/2014/main" id="{79603E4B-F521-FA0C-9896-2915C0956D6D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3857;p70">
                <a:extLst>
                  <a:ext uri="{FF2B5EF4-FFF2-40B4-BE49-F238E27FC236}">
                    <a16:creationId xmlns:a16="http://schemas.microsoft.com/office/drawing/2014/main" id="{8C2F3FFB-FDC7-2264-62B5-88381B83C6BB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3858;p70">
                <a:extLst>
                  <a:ext uri="{FF2B5EF4-FFF2-40B4-BE49-F238E27FC236}">
                    <a16:creationId xmlns:a16="http://schemas.microsoft.com/office/drawing/2014/main" id="{8D80840E-C564-1093-CD55-FE0EB942944C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92" name="Google Shape;4518;p72">
            <a:extLst>
              <a:ext uri="{FF2B5EF4-FFF2-40B4-BE49-F238E27FC236}">
                <a16:creationId xmlns:a16="http://schemas.microsoft.com/office/drawing/2014/main" id="{3A72F490-ED6A-0796-43F8-C494903AE2B1}"/>
              </a:ext>
            </a:extLst>
          </p:cNvPr>
          <p:cNvGrpSpPr/>
          <p:nvPr/>
        </p:nvGrpSpPr>
        <p:grpSpPr>
          <a:xfrm flipH="1">
            <a:off x="7446736" y="764539"/>
            <a:ext cx="1326576" cy="2005859"/>
            <a:chOff x="2868213" y="570728"/>
            <a:chExt cx="1143502" cy="1729040"/>
          </a:xfrm>
        </p:grpSpPr>
        <p:sp>
          <p:nvSpPr>
            <p:cNvPr id="2893" name="Google Shape;4519;p72">
              <a:extLst>
                <a:ext uri="{FF2B5EF4-FFF2-40B4-BE49-F238E27FC236}">
                  <a16:creationId xmlns:a16="http://schemas.microsoft.com/office/drawing/2014/main" id="{D637953B-6526-5AEC-46EC-570B1330BD2A}"/>
                </a:ext>
              </a:extLst>
            </p:cNvPr>
            <p:cNvSpPr/>
            <p:nvPr/>
          </p:nvSpPr>
          <p:spPr>
            <a:xfrm>
              <a:off x="3857646" y="2164558"/>
              <a:ext cx="103304" cy="135209"/>
            </a:xfrm>
            <a:custGeom>
              <a:avLst/>
              <a:gdLst/>
              <a:ahLst/>
              <a:cxnLst/>
              <a:rect l="l" t="t" r="r" b="b"/>
              <a:pathLst>
                <a:path w="1282" h="1678" extrusionOk="0">
                  <a:moveTo>
                    <a:pt x="728" y="0"/>
                  </a:moveTo>
                  <a:lnTo>
                    <a:pt x="0" y="705"/>
                  </a:lnTo>
                  <a:lnTo>
                    <a:pt x="1137" y="1678"/>
                  </a:lnTo>
                  <a:lnTo>
                    <a:pt x="1282" y="1618"/>
                  </a:lnTo>
                  <a:lnTo>
                    <a:pt x="145" y="646"/>
                  </a:lnTo>
                  <a:lnTo>
                    <a:pt x="776" y="41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4" name="Google Shape;4520;p72">
              <a:extLst>
                <a:ext uri="{FF2B5EF4-FFF2-40B4-BE49-F238E27FC236}">
                  <a16:creationId xmlns:a16="http://schemas.microsoft.com/office/drawing/2014/main" id="{7906FCB9-616A-D138-24ED-BC30DB1E7F9C}"/>
                </a:ext>
              </a:extLst>
            </p:cNvPr>
            <p:cNvGrpSpPr/>
            <p:nvPr/>
          </p:nvGrpSpPr>
          <p:grpSpPr>
            <a:xfrm>
              <a:off x="2918172" y="1891399"/>
              <a:ext cx="591296" cy="369369"/>
              <a:chOff x="2918172" y="1891399"/>
              <a:chExt cx="591296" cy="369369"/>
            </a:xfrm>
          </p:grpSpPr>
          <p:sp>
            <p:nvSpPr>
              <p:cNvPr id="2904" name="Google Shape;4521;p72">
                <a:extLst>
                  <a:ext uri="{FF2B5EF4-FFF2-40B4-BE49-F238E27FC236}">
                    <a16:creationId xmlns:a16="http://schemas.microsoft.com/office/drawing/2014/main" id="{F4552BF3-4B17-9A48-F127-60BD5090BFC9}"/>
                  </a:ext>
                </a:extLst>
              </p:cNvPr>
              <p:cNvSpPr/>
              <p:nvPr/>
            </p:nvSpPr>
            <p:spPr>
              <a:xfrm>
                <a:off x="2963780" y="2242719"/>
                <a:ext cx="545688" cy="18049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224" extrusionOk="0">
                    <a:moveTo>
                      <a:pt x="175" y="1"/>
                    </a:moveTo>
                    <a:lnTo>
                      <a:pt x="1" y="224"/>
                    </a:lnTo>
                    <a:lnTo>
                      <a:pt x="6751" y="224"/>
                    </a:lnTo>
                    <a:cubicBezTo>
                      <a:pt x="6757" y="156"/>
                      <a:pt x="6764" y="81"/>
                      <a:pt x="6772" y="1"/>
                    </a:cubicBez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4522;p72">
                <a:extLst>
                  <a:ext uri="{FF2B5EF4-FFF2-40B4-BE49-F238E27FC236}">
                    <a16:creationId xmlns:a16="http://schemas.microsoft.com/office/drawing/2014/main" id="{B5011E9E-8BEC-E8E9-4F42-8360FF0D5E9E}"/>
                  </a:ext>
                </a:extLst>
              </p:cNvPr>
              <p:cNvSpPr/>
              <p:nvPr/>
            </p:nvSpPr>
            <p:spPr>
              <a:xfrm>
                <a:off x="2918172" y="1891399"/>
                <a:ext cx="21273" cy="30248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754" extrusionOk="0">
                    <a:moveTo>
                      <a:pt x="264" y="0"/>
                    </a:moveTo>
                    <a:lnTo>
                      <a:pt x="1" y="188"/>
                    </a:lnTo>
                    <a:lnTo>
                      <a:pt x="1" y="3753"/>
                    </a:lnTo>
                    <a:lnTo>
                      <a:pt x="228" y="3574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95" name="Google Shape;4523;p72">
              <a:extLst>
                <a:ext uri="{FF2B5EF4-FFF2-40B4-BE49-F238E27FC236}">
                  <a16:creationId xmlns:a16="http://schemas.microsoft.com/office/drawing/2014/main" id="{D3E06649-2832-6DB9-A333-A8FB553E6176}"/>
                </a:ext>
              </a:extLst>
            </p:cNvPr>
            <p:cNvSpPr/>
            <p:nvPr/>
          </p:nvSpPr>
          <p:spPr>
            <a:xfrm>
              <a:off x="3590848" y="2153439"/>
              <a:ext cx="307332" cy="99916"/>
            </a:xfrm>
            <a:custGeom>
              <a:avLst/>
              <a:gdLst/>
              <a:ahLst/>
              <a:cxnLst/>
              <a:rect l="l" t="t" r="r" b="b"/>
              <a:pathLst>
                <a:path w="3814" h="1240" extrusionOk="0">
                  <a:moveTo>
                    <a:pt x="85" y="1"/>
                  </a:moveTo>
                  <a:cubicBezTo>
                    <a:pt x="59" y="90"/>
                    <a:pt x="31" y="184"/>
                    <a:pt x="1" y="266"/>
                  </a:cubicBezTo>
                  <a:cubicBezTo>
                    <a:pt x="83" y="557"/>
                    <a:pt x="211" y="1006"/>
                    <a:pt x="211" y="1006"/>
                  </a:cubicBezTo>
                  <a:lnTo>
                    <a:pt x="211" y="1007"/>
                  </a:lnTo>
                  <a:lnTo>
                    <a:pt x="765" y="1085"/>
                  </a:lnTo>
                  <a:lnTo>
                    <a:pt x="1198" y="691"/>
                  </a:lnTo>
                  <a:lnTo>
                    <a:pt x="1826" y="1240"/>
                  </a:lnTo>
                  <a:lnTo>
                    <a:pt x="3813" y="1240"/>
                  </a:lnTo>
                  <a:lnTo>
                    <a:pt x="3311" y="843"/>
                  </a:lnTo>
                  <a:lnTo>
                    <a:pt x="3311" y="843"/>
                  </a:lnTo>
                  <a:lnTo>
                    <a:pt x="3418" y="1108"/>
                  </a:lnTo>
                  <a:lnTo>
                    <a:pt x="1961" y="1108"/>
                  </a:lnTo>
                  <a:lnTo>
                    <a:pt x="1333" y="559"/>
                  </a:lnTo>
                  <a:lnTo>
                    <a:pt x="899" y="954"/>
                  </a:lnTo>
                  <a:lnTo>
                    <a:pt x="347" y="875"/>
                  </a:lnTo>
                  <a:lnTo>
                    <a:pt x="109" y="45"/>
                  </a:lnTo>
                  <a:cubicBezTo>
                    <a:pt x="101" y="19"/>
                    <a:pt x="94" y="5"/>
                    <a:pt x="85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4524;p72">
              <a:extLst>
                <a:ext uri="{FF2B5EF4-FFF2-40B4-BE49-F238E27FC236}">
                  <a16:creationId xmlns:a16="http://schemas.microsoft.com/office/drawing/2014/main" id="{FBECB7B3-7DC1-EF23-6090-E9841C4831EF}"/>
                </a:ext>
              </a:extLst>
            </p:cNvPr>
            <p:cNvSpPr/>
            <p:nvPr/>
          </p:nvSpPr>
          <p:spPr>
            <a:xfrm>
              <a:off x="3540647" y="2127331"/>
              <a:ext cx="25222" cy="100883"/>
            </a:xfrm>
            <a:custGeom>
              <a:avLst/>
              <a:gdLst/>
              <a:ahLst/>
              <a:cxnLst/>
              <a:rect l="l" t="t" r="r" b="b"/>
              <a:pathLst>
                <a:path w="313" h="1252" extrusionOk="0">
                  <a:moveTo>
                    <a:pt x="22" y="1"/>
                  </a:moveTo>
                  <a:cubicBezTo>
                    <a:pt x="1" y="248"/>
                    <a:pt x="36" y="334"/>
                    <a:pt x="15" y="560"/>
                  </a:cubicBezTo>
                  <a:cubicBezTo>
                    <a:pt x="66" y="935"/>
                    <a:pt x="128" y="1251"/>
                    <a:pt x="203" y="1251"/>
                  </a:cubicBezTo>
                  <a:cubicBezTo>
                    <a:pt x="234" y="1251"/>
                    <a:pt x="262" y="1225"/>
                    <a:pt x="287" y="1186"/>
                  </a:cubicBezTo>
                  <a:cubicBezTo>
                    <a:pt x="296" y="1159"/>
                    <a:pt x="304" y="1132"/>
                    <a:pt x="312" y="1106"/>
                  </a:cubicBezTo>
                  <a:cubicBezTo>
                    <a:pt x="211" y="1005"/>
                    <a:pt x="71" y="518"/>
                    <a:pt x="22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4525;p72">
              <a:extLst>
                <a:ext uri="{FF2B5EF4-FFF2-40B4-BE49-F238E27FC236}">
                  <a16:creationId xmlns:a16="http://schemas.microsoft.com/office/drawing/2014/main" id="{336F462F-D2DD-F498-815E-2DE27E5871E4}"/>
                </a:ext>
              </a:extLst>
            </p:cNvPr>
            <p:cNvSpPr/>
            <p:nvPr/>
          </p:nvSpPr>
          <p:spPr>
            <a:xfrm>
              <a:off x="2868213" y="2174550"/>
              <a:ext cx="71555" cy="120141"/>
            </a:xfrm>
            <a:custGeom>
              <a:avLst/>
              <a:gdLst/>
              <a:ahLst/>
              <a:cxnLst/>
              <a:rect l="l" t="t" r="r" b="b"/>
              <a:pathLst>
                <a:path w="888" h="1491" extrusionOk="0">
                  <a:moveTo>
                    <a:pt x="809" y="1"/>
                  </a:moveTo>
                  <a:lnTo>
                    <a:pt x="0" y="951"/>
                  </a:lnTo>
                  <a:lnTo>
                    <a:pt x="709" y="1491"/>
                  </a:lnTo>
                  <a:lnTo>
                    <a:pt x="828" y="1474"/>
                  </a:lnTo>
                  <a:lnTo>
                    <a:pt x="138" y="944"/>
                  </a:lnTo>
                  <a:lnTo>
                    <a:pt x="887" y="61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4526;p72">
              <a:extLst>
                <a:ext uri="{FF2B5EF4-FFF2-40B4-BE49-F238E27FC236}">
                  <a16:creationId xmlns:a16="http://schemas.microsoft.com/office/drawing/2014/main" id="{59541EA0-51DF-97B0-B8C8-3C49E6DC42B2}"/>
                </a:ext>
              </a:extLst>
            </p:cNvPr>
            <p:cNvSpPr/>
            <p:nvPr/>
          </p:nvSpPr>
          <p:spPr>
            <a:xfrm>
              <a:off x="2936463" y="637043"/>
              <a:ext cx="1006202" cy="1605748"/>
            </a:xfrm>
            <a:custGeom>
              <a:avLst/>
              <a:gdLst/>
              <a:ahLst/>
              <a:cxnLst/>
              <a:rect l="l" t="t" r="r" b="b"/>
              <a:pathLst>
                <a:path w="12487" h="19928" fill="none" extrusionOk="0">
                  <a:moveTo>
                    <a:pt x="11585" y="19609"/>
                  </a:moveTo>
                  <a:lnTo>
                    <a:pt x="12176" y="19007"/>
                  </a:lnTo>
                  <a:lnTo>
                    <a:pt x="12486" y="19260"/>
                  </a:lnTo>
                  <a:lnTo>
                    <a:pt x="12486" y="1"/>
                  </a:lnTo>
                  <a:lnTo>
                    <a:pt x="37" y="1"/>
                  </a:lnTo>
                  <a:lnTo>
                    <a:pt x="0" y="19223"/>
                  </a:lnTo>
                  <a:lnTo>
                    <a:pt x="273" y="18910"/>
                  </a:lnTo>
                  <a:lnTo>
                    <a:pt x="951" y="19427"/>
                  </a:lnTo>
                  <a:lnTo>
                    <a:pt x="514" y="19928"/>
                  </a:lnTo>
                  <a:lnTo>
                    <a:pt x="7331" y="19928"/>
                  </a:lnTo>
                  <a:cubicBezTo>
                    <a:pt x="7369" y="19551"/>
                    <a:pt x="7520" y="18774"/>
                    <a:pt x="7520" y="18497"/>
                  </a:cubicBezTo>
                  <a:cubicBezTo>
                    <a:pt x="7520" y="18181"/>
                    <a:pt x="7639" y="19615"/>
                    <a:pt x="7836" y="19615"/>
                  </a:cubicBezTo>
                  <a:cubicBezTo>
                    <a:pt x="8033" y="19615"/>
                    <a:pt x="8152" y="18589"/>
                    <a:pt x="8231" y="18864"/>
                  </a:cubicBezTo>
                  <a:cubicBezTo>
                    <a:pt x="8275" y="19020"/>
                    <a:pt x="8344" y="19263"/>
                    <a:pt x="8397" y="19446"/>
                  </a:cubicBezTo>
                  <a:cubicBezTo>
                    <a:pt x="8440" y="19597"/>
                    <a:pt x="8567" y="19708"/>
                    <a:pt x="8723" y="19730"/>
                  </a:cubicBezTo>
                  <a:lnTo>
                    <a:pt x="8835" y="19746"/>
                  </a:lnTo>
                  <a:cubicBezTo>
                    <a:pt x="8952" y="19763"/>
                    <a:pt x="9070" y="19726"/>
                    <a:pt x="9159" y="19646"/>
                  </a:cubicBezTo>
                  <a:lnTo>
                    <a:pt x="9357" y="19466"/>
                  </a:lnTo>
                  <a:cubicBezTo>
                    <a:pt x="9412" y="19416"/>
                    <a:pt x="9497" y="19416"/>
                    <a:pt x="9553" y="19465"/>
                  </a:cubicBezTo>
                  <a:lnTo>
                    <a:pt x="10082" y="19928"/>
                  </a:lnTo>
                  <a:lnTo>
                    <a:pt x="11941" y="19928"/>
                  </a:lnTo>
                  <a:lnTo>
                    <a:pt x="11585" y="19609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4527;p72">
              <a:extLst>
                <a:ext uri="{FF2B5EF4-FFF2-40B4-BE49-F238E27FC236}">
                  <a16:creationId xmlns:a16="http://schemas.microsoft.com/office/drawing/2014/main" id="{F3E3084A-8355-B453-50C0-6EDA27F6196A}"/>
                </a:ext>
              </a:extLst>
            </p:cNvPr>
            <p:cNvSpPr/>
            <p:nvPr/>
          </p:nvSpPr>
          <p:spPr>
            <a:xfrm>
              <a:off x="2874659" y="570728"/>
              <a:ext cx="122885" cy="132792"/>
            </a:xfrm>
            <a:custGeom>
              <a:avLst/>
              <a:gdLst/>
              <a:ahLst/>
              <a:cxnLst/>
              <a:rect l="l" t="t" r="r" b="b"/>
              <a:pathLst>
                <a:path w="1525" h="1648" extrusionOk="0">
                  <a:moveTo>
                    <a:pt x="759" y="0"/>
                  </a:moveTo>
                  <a:lnTo>
                    <a:pt x="1" y="408"/>
                  </a:lnTo>
                  <a:lnTo>
                    <a:pt x="767" y="1647"/>
                  </a:lnTo>
                  <a:lnTo>
                    <a:pt x="1524" y="1238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4528;p72">
              <a:extLst>
                <a:ext uri="{FF2B5EF4-FFF2-40B4-BE49-F238E27FC236}">
                  <a16:creationId xmlns:a16="http://schemas.microsoft.com/office/drawing/2014/main" id="{B8FAD6D0-8787-E0CF-BECE-099E51AF48F2}"/>
                </a:ext>
              </a:extLst>
            </p:cNvPr>
            <p:cNvSpPr/>
            <p:nvPr/>
          </p:nvSpPr>
          <p:spPr>
            <a:xfrm>
              <a:off x="3884559" y="576932"/>
              <a:ext cx="127155" cy="132711"/>
            </a:xfrm>
            <a:custGeom>
              <a:avLst/>
              <a:gdLst/>
              <a:ahLst/>
              <a:cxnLst/>
              <a:rect l="l" t="t" r="r" b="b"/>
              <a:pathLst>
                <a:path w="1578" h="1647" extrusionOk="0">
                  <a:moveTo>
                    <a:pt x="855" y="1"/>
                  </a:moveTo>
                  <a:lnTo>
                    <a:pt x="0" y="1161"/>
                  </a:lnTo>
                  <a:lnTo>
                    <a:pt x="723" y="1646"/>
                  </a:lnTo>
                  <a:lnTo>
                    <a:pt x="1578" y="485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4529;p72">
              <a:extLst>
                <a:ext uri="{FF2B5EF4-FFF2-40B4-BE49-F238E27FC236}">
                  <a16:creationId xmlns:a16="http://schemas.microsoft.com/office/drawing/2014/main" id="{14933BAA-A65F-0B3A-E000-483757992EE9}"/>
                </a:ext>
              </a:extLst>
            </p:cNvPr>
            <p:cNvSpPr/>
            <p:nvPr/>
          </p:nvSpPr>
          <p:spPr>
            <a:xfrm>
              <a:off x="2880380" y="2160771"/>
              <a:ext cx="132796" cy="130938"/>
            </a:xfrm>
            <a:custGeom>
              <a:avLst/>
              <a:gdLst/>
              <a:ahLst/>
              <a:cxnLst/>
              <a:rect l="l" t="t" r="r" b="b"/>
              <a:pathLst>
                <a:path w="1648" h="1625" fill="none" extrusionOk="0">
                  <a:moveTo>
                    <a:pt x="678" y="1625"/>
                  </a:moveTo>
                  <a:lnTo>
                    <a:pt x="0" y="1108"/>
                  </a:lnTo>
                  <a:lnTo>
                    <a:pt x="969" y="0"/>
                  </a:lnTo>
                  <a:lnTo>
                    <a:pt x="1647" y="517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4530;p72">
              <a:extLst>
                <a:ext uri="{FF2B5EF4-FFF2-40B4-BE49-F238E27FC236}">
                  <a16:creationId xmlns:a16="http://schemas.microsoft.com/office/drawing/2014/main" id="{D2F868B2-A758-1AFA-5145-550834538175}"/>
                </a:ext>
              </a:extLst>
            </p:cNvPr>
            <p:cNvSpPr/>
            <p:nvPr/>
          </p:nvSpPr>
          <p:spPr>
            <a:xfrm>
              <a:off x="3869894" y="2168507"/>
              <a:ext cx="138759" cy="126507"/>
            </a:xfrm>
            <a:custGeom>
              <a:avLst/>
              <a:gdLst/>
              <a:ahLst/>
              <a:cxnLst/>
              <a:rect l="l" t="t" r="r" b="b"/>
              <a:pathLst>
                <a:path w="1722" h="1570" fill="none" extrusionOk="0">
                  <a:moveTo>
                    <a:pt x="1721" y="966"/>
                  </a:moveTo>
                  <a:lnTo>
                    <a:pt x="1130" y="1569"/>
                  </a:lnTo>
                  <a:lnTo>
                    <a:pt x="1" y="603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4531;p72">
              <a:extLst>
                <a:ext uri="{FF2B5EF4-FFF2-40B4-BE49-F238E27FC236}">
                  <a16:creationId xmlns:a16="http://schemas.microsoft.com/office/drawing/2014/main" id="{334996AE-A099-1939-EE09-CF4B333044F9}"/>
                </a:ext>
              </a:extLst>
            </p:cNvPr>
            <p:cNvSpPr/>
            <p:nvPr/>
          </p:nvSpPr>
          <p:spPr>
            <a:xfrm>
              <a:off x="3031386" y="771850"/>
              <a:ext cx="803624" cy="1394877"/>
            </a:xfrm>
            <a:custGeom>
              <a:avLst/>
              <a:gdLst/>
              <a:ahLst/>
              <a:cxnLst/>
              <a:rect l="l" t="t" r="r" b="b"/>
              <a:pathLst>
                <a:path w="9973" h="17311" extrusionOk="0">
                  <a:moveTo>
                    <a:pt x="6816" y="100"/>
                  </a:moveTo>
                  <a:cubicBezTo>
                    <a:pt x="6685" y="100"/>
                    <a:pt x="6579" y="207"/>
                    <a:pt x="6579" y="337"/>
                  </a:cubicBezTo>
                  <a:cubicBezTo>
                    <a:pt x="6579" y="468"/>
                    <a:pt x="6685" y="574"/>
                    <a:pt x="6816" y="574"/>
                  </a:cubicBezTo>
                  <a:cubicBezTo>
                    <a:pt x="6947" y="574"/>
                    <a:pt x="7052" y="468"/>
                    <a:pt x="7052" y="337"/>
                  </a:cubicBezTo>
                  <a:cubicBezTo>
                    <a:pt x="7052" y="207"/>
                    <a:pt x="6947" y="100"/>
                    <a:pt x="6816" y="100"/>
                  </a:cubicBezTo>
                  <a:close/>
                  <a:moveTo>
                    <a:pt x="9737" y="3415"/>
                  </a:moveTo>
                  <a:cubicBezTo>
                    <a:pt x="9606" y="3415"/>
                    <a:pt x="9500" y="3522"/>
                    <a:pt x="9500" y="3653"/>
                  </a:cubicBezTo>
                  <a:cubicBezTo>
                    <a:pt x="9500" y="3784"/>
                    <a:pt x="9606" y="3889"/>
                    <a:pt x="9737" y="3889"/>
                  </a:cubicBezTo>
                  <a:cubicBezTo>
                    <a:pt x="9868" y="3889"/>
                    <a:pt x="9973" y="3784"/>
                    <a:pt x="9973" y="3653"/>
                  </a:cubicBezTo>
                  <a:cubicBezTo>
                    <a:pt x="9973" y="3522"/>
                    <a:pt x="9868" y="3415"/>
                    <a:pt x="9737" y="3415"/>
                  </a:cubicBezTo>
                  <a:close/>
                  <a:moveTo>
                    <a:pt x="3264" y="1"/>
                  </a:moveTo>
                  <a:lnTo>
                    <a:pt x="3003" y="1812"/>
                  </a:lnTo>
                  <a:lnTo>
                    <a:pt x="1856" y="385"/>
                  </a:lnTo>
                  <a:lnTo>
                    <a:pt x="2355" y="2147"/>
                  </a:lnTo>
                  <a:lnTo>
                    <a:pt x="726" y="1310"/>
                  </a:lnTo>
                  <a:lnTo>
                    <a:pt x="1897" y="2717"/>
                  </a:lnTo>
                  <a:lnTo>
                    <a:pt x="69" y="2614"/>
                  </a:lnTo>
                  <a:lnTo>
                    <a:pt x="69" y="2614"/>
                  </a:lnTo>
                  <a:lnTo>
                    <a:pt x="1713" y="3423"/>
                  </a:lnTo>
                  <a:lnTo>
                    <a:pt x="1" y="4073"/>
                  </a:lnTo>
                  <a:lnTo>
                    <a:pt x="1830" y="4144"/>
                  </a:lnTo>
                  <a:lnTo>
                    <a:pt x="531" y="5434"/>
                  </a:lnTo>
                  <a:lnTo>
                    <a:pt x="2231" y="4754"/>
                  </a:lnTo>
                  <a:lnTo>
                    <a:pt x="1568" y="6462"/>
                  </a:lnTo>
                  <a:lnTo>
                    <a:pt x="2845" y="5149"/>
                  </a:lnTo>
                  <a:lnTo>
                    <a:pt x="2934" y="6978"/>
                  </a:lnTo>
                  <a:lnTo>
                    <a:pt x="3567" y="5260"/>
                  </a:lnTo>
                  <a:lnTo>
                    <a:pt x="4392" y="6894"/>
                  </a:lnTo>
                  <a:lnTo>
                    <a:pt x="4271" y="5067"/>
                  </a:lnTo>
                  <a:lnTo>
                    <a:pt x="5690" y="6224"/>
                  </a:lnTo>
                  <a:lnTo>
                    <a:pt x="4836" y="4604"/>
                  </a:lnTo>
                  <a:lnTo>
                    <a:pt x="6603" y="5085"/>
                  </a:lnTo>
                  <a:lnTo>
                    <a:pt x="6603" y="5085"/>
                  </a:lnTo>
                  <a:lnTo>
                    <a:pt x="5164" y="3952"/>
                  </a:lnTo>
                  <a:lnTo>
                    <a:pt x="6974" y="3672"/>
                  </a:lnTo>
                  <a:lnTo>
                    <a:pt x="5199" y="3223"/>
                  </a:lnTo>
                  <a:lnTo>
                    <a:pt x="6739" y="2231"/>
                  </a:lnTo>
                  <a:lnTo>
                    <a:pt x="4934" y="2543"/>
                  </a:lnTo>
                  <a:lnTo>
                    <a:pt x="5937" y="1010"/>
                  </a:lnTo>
                  <a:lnTo>
                    <a:pt x="4415" y="2028"/>
                  </a:lnTo>
                  <a:lnTo>
                    <a:pt x="4415" y="2028"/>
                  </a:lnTo>
                  <a:lnTo>
                    <a:pt x="4708" y="221"/>
                  </a:lnTo>
                  <a:lnTo>
                    <a:pt x="3733" y="1771"/>
                  </a:lnTo>
                  <a:lnTo>
                    <a:pt x="3264" y="1"/>
                  </a:lnTo>
                  <a:close/>
                  <a:moveTo>
                    <a:pt x="1447" y="8468"/>
                  </a:moveTo>
                  <a:cubicBezTo>
                    <a:pt x="1317" y="8468"/>
                    <a:pt x="1211" y="8575"/>
                    <a:pt x="1211" y="8705"/>
                  </a:cubicBezTo>
                  <a:cubicBezTo>
                    <a:pt x="1211" y="8836"/>
                    <a:pt x="1317" y="8942"/>
                    <a:pt x="1447" y="8942"/>
                  </a:cubicBezTo>
                  <a:cubicBezTo>
                    <a:pt x="1578" y="8942"/>
                    <a:pt x="1685" y="8836"/>
                    <a:pt x="1685" y="8705"/>
                  </a:cubicBezTo>
                  <a:cubicBezTo>
                    <a:pt x="1685" y="8575"/>
                    <a:pt x="1578" y="8468"/>
                    <a:pt x="1447" y="8468"/>
                  </a:cubicBezTo>
                  <a:close/>
                  <a:moveTo>
                    <a:pt x="8100" y="6504"/>
                  </a:moveTo>
                  <a:lnTo>
                    <a:pt x="7980" y="7333"/>
                  </a:lnTo>
                  <a:lnTo>
                    <a:pt x="7454" y="6680"/>
                  </a:lnTo>
                  <a:lnTo>
                    <a:pt x="7683" y="7487"/>
                  </a:lnTo>
                  <a:lnTo>
                    <a:pt x="7683" y="7487"/>
                  </a:lnTo>
                  <a:lnTo>
                    <a:pt x="6937" y="7104"/>
                  </a:lnTo>
                  <a:lnTo>
                    <a:pt x="7473" y="7748"/>
                  </a:lnTo>
                  <a:lnTo>
                    <a:pt x="6637" y="7701"/>
                  </a:lnTo>
                  <a:lnTo>
                    <a:pt x="7388" y="8071"/>
                  </a:lnTo>
                  <a:lnTo>
                    <a:pt x="6605" y="8369"/>
                  </a:lnTo>
                  <a:lnTo>
                    <a:pt x="7442" y="8400"/>
                  </a:lnTo>
                  <a:lnTo>
                    <a:pt x="6847" y="8990"/>
                  </a:lnTo>
                  <a:lnTo>
                    <a:pt x="7626" y="8680"/>
                  </a:lnTo>
                  <a:lnTo>
                    <a:pt x="7322" y="9461"/>
                  </a:lnTo>
                  <a:lnTo>
                    <a:pt x="7907" y="8860"/>
                  </a:lnTo>
                  <a:lnTo>
                    <a:pt x="7947" y="9697"/>
                  </a:lnTo>
                  <a:lnTo>
                    <a:pt x="8238" y="8911"/>
                  </a:lnTo>
                  <a:lnTo>
                    <a:pt x="8615" y="9659"/>
                  </a:lnTo>
                  <a:lnTo>
                    <a:pt x="8559" y="8822"/>
                  </a:lnTo>
                  <a:lnTo>
                    <a:pt x="9209" y="9352"/>
                  </a:lnTo>
                  <a:lnTo>
                    <a:pt x="8818" y="8612"/>
                  </a:lnTo>
                  <a:lnTo>
                    <a:pt x="8819" y="8612"/>
                  </a:lnTo>
                  <a:lnTo>
                    <a:pt x="9628" y="8831"/>
                  </a:lnTo>
                  <a:lnTo>
                    <a:pt x="8969" y="8313"/>
                  </a:lnTo>
                  <a:lnTo>
                    <a:pt x="9797" y="8185"/>
                  </a:lnTo>
                  <a:lnTo>
                    <a:pt x="8985" y="7979"/>
                  </a:lnTo>
                  <a:lnTo>
                    <a:pt x="9688" y="7525"/>
                  </a:lnTo>
                  <a:lnTo>
                    <a:pt x="8863" y="7667"/>
                  </a:lnTo>
                  <a:lnTo>
                    <a:pt x="9322" y="6967"/>
                  </a:lnTo>
                  <a:lnTo>
                    <a:pt x="8625" y="7433"/>
                  </a:lnTo>
                  <a:lnTo>
                    <a:pt x="8760" y="6605"/>
                  </a:lnTo>
                  <a:lnTo>
                    <a:pt x="8313" y="7314"/>
                  </a:lnTo>
                  <a:lnTo>
                    <a:pt x="8100" y="6504"/>
                  </a:lnTo>
                  <a:close/>
                  <a:moveTo>
                    <a:pt x="8947" y="12021"/>
                  </a:moveTo>
                  <a:cubicBezTo>
                    <a:pt x="8817" y="12021"/>
                    <a:pt x="8710" y="12127"/>
                    <a:pt x="8710" y="12257"/>
                  </a:cubicBezTo>
                  <a:cubicBezTo>
                    <a:pt x="8710" y="12388"/>
                    <a:pt x="8817" y="12495"/>
                    <a:pt x="8947" y="12495"/>
                  </a:cubicBezTo>
                  <a:cubicBezTo>
                    <a:pt x="9078" y="12495"/>
                    <a:pt x="9184" y="12388"/>
                    <a:pt x="9184" y="12257"/>
                  </a:cubicBezTo>
                  <a:cubicBezTo>
                    <a:pt x="9184" y="12127"/>
                    <a:pt x="9078" y="12021"/>
                    <a:pt x="8947" y="12021"/>
                  </a:cubicBezTo>
                  <a:close/>
                  <a:moveTo>
                    <a:pt x="9711" y="13336"/>
                  </a:moveTo>
                  <a:cubicBezTo>
                    <a:pt x="9580" y="13336"/>
                    <a:pt x="9473" y="13443"/>
                    <a:pt x="9473" y="13574"/>
                  </a:cubicBezTo>
                  <a:cubicBezTo>
                    <a:pt x="9473" y="13704"/>
                    <a:pt x="9580" y="13810"/>
                    <a:pt x="9711" y="13810"/>
                  </a:cubicBezTo>
                  <a:cubicBezTo>
                    <a:pt x="9841" y="13810"/>
                    <a:pt x="9947" y="13704"/>
                    <a:pt x="9947" y="13574"/>
                  </a:cubicBezTo>
                  <a:cubicBezTo>
                    <a:pt x="9947" y="13443"/>
                    <a:pt x="9841" y="13336"/>
                    <a:pt x="9711" y="13336"/>
                  </a:cubicBezTo>
                  <a:close/>
                  <a:moveTo>
                    <a:pt x="3659" y="9948"/>
                  </a:moveTo>
                  <a:lnTo>
                    <a:pt x="3441" y="11454"/>
                  </a:lnTo>
                  <a:lnTo>
                    <a:pt x="2489" y="10269"/>
                  </a:lnTo>
                  <a:lnTo>
                    <a:pt x="2902" y="11732"/>
                  </a:lnTo>
                  <a:lnTo>
                    <a:pt x="1550" y="11036"/>
                  </a:lnTo>
                  <a:lnTo>
                    <a:pt x="2524" y="12205"/>
                  </a:lnTo>
                  <a:lnTo>
                    <a:pt x="1006" y="12120"/>
                  </a:lnTo>
                  <a:lnTo>
                    <a:pt x="2369" y="12791"/>
                  </a:lnTo>
                  <a:lnTo>
                    <a:pt x="948" y="13331"/>
                  </a:lnTo>
                  <a:lnTo>
                    <a:pt x="2468" y="13389"/>
                  </a:lnTo>
                  <a:lnTo>
                    <a:pt x="1389" y="14461"/>
                  </a:lnTo>
                  <a:lnTo>
                    <a:pt x="2800" y="13896"/>
                  </a:lnTo>
                  <a:lnTo>
                    <a:pt x="2250" y="15314"/>
                  </a:lnTo>
                  <a:lnTo>
                    <a:pt x="3310" y="14224"/>
                  </a:lnTo>
                  <a:lnTo>
                    <a:pt x="3384" y="15743"/>
                  </a:lnTo>
                  <a:lnTo>
                    <a:pt x="3910" y="14315"/>
                  </a:lnTo>
                  <a:lnTo>
                    <a:pt x="4594" y="15673"/>
                  </a:lnTo>
                  <a:lnTo>
                    <a:pt x="4494" y="14155"/>
                  </a:lnTo>
                  <a:lnTo>
                    <a:pt x="5672" y="15117"/>
                  </a:lnTo>
                  <a:lnTo>
                    <a:pt x="5672" y="15117"/>
                  </a:lnTo>
                  <a:lnTo>
                    <a:pt x="4964" y="13772"/>
                  </a:lnTo>
                  <a:lnTo>
                    <a:pt x="6430" y="14171"/>
                  </a:lnTo>
                  <a:lnTo>
                    <a:pt x="5236" y="13230"/>
                  </a:lnTo>
                  <a:lnTo>
                    <a:pt x="6739" y="12998"/>
                  </a:lnTo>
                  <a:lnTo>
                    <a:pt x="5265" y="12625"/>
                  </a:lnTo>
                  <a:lnTo>
                    <a:pt x="6542" y="11801"/>
                  </a:lnTo>
                  <a:lnTo>
                    <a:pt x="6542" y="11801"/>
                  </a:lnTo>
                  <a:lnTo>
                    <a:pt x="5045" y="12060"/>
                  </a:lnTo>
                  <a:lnTo>
                    <a:pt x="5877" y="10787"/>
                  </a:lnTo>
                  <a:lnTo>
                    <a:pt x="5877" y="10787"/>
                  </a:lnTo>
                  <a:lnTo>
                    <a:pt x="4613" y="11633"/>
                  </a:lnTo>
                  <a:lnTo>
                    <a:pt x="4857" y="10132"/>
                  </a:lnTo>
                  <a:lnTo>
                    <a:pt x="4046" y="11419"/>
                  </a:lnTo>
                  <a:lnTo>
                    <a:pt x="3659" y="9948"/>
                  </a:lnTo>
                  <a:close/>
                  <a:moveTo>
                    <a:pt x="1290" y="16836"/>
                  </a:moveTo>
                  <a:cubicBezTo>
                    <a:pt x="1159" y="16836"/>
                    <a:pt x="1053" y="16943"/>
                    <a:pt x="1053" y="17073"/>
                  </a:cubicBezTo>
                  <a:cubicBezTo>
                    <a:pt x="1053" y="17204"/>
                    <a:pt x="1159" y="17310"/>
                    <a:pt x="1290" y="17310"/>
                  </a:cubicBezTo>
                  <a:cubicBezTo>
                    <a:pt x="1420" y="17310"/>
                    <a:pt x="1527" y="17204"/>
                    <a:pt x="1527" y="17073"/>
                  </a:cubicBezTo>
                  <a:cubicBezTo>
                    <a:pt x="1527" y="16943"/>
                    <a:pt x="1420" y="16836"/>
                    <a:pt x="1290" y="16836"/>
                  </a:cubicBezTo>
                  <a:close/>
                </a:path>
              </a:pathLst>
            </a:custGeom>
            <a:solidFill>
              <a:schemeClr val="dk2">
                <a:alpha val="62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6" name="Google Shape;3805;p70">
            <a:extLst>
              <a:ext uri="{FF2B5EF4-FFF2-40B4-BE49-F238E27FC236}">
                <a16:creationId xmlns:a16="http://schemas.microsoft.com/office/drawing/2014/main" id="{A7E89237-277B-3545-1C52-A15A3274D000}"/>
              </a:ext>
            </a:extLst>
          </p:cNvPr>
          <p:cNvGrpSpPr/>
          <p:nvPr/>
        </p:nvGrpSpPr>
        <p:grpSpPr>
          <a:xfrm>
            <a:off x="836188" y="101292"/>
            <a:ext cx="929460" cy="693361"/>
            <a:chOff x="3305881" y="234313"/>
            <a:chExt cx="756150" cy="564075"/>
          </a:xfrm>
        </p:grpSpPr>
        <p:sp>
          <p:nvSpPr>
            <p:cNvPr id="2907" name="Google Shape;3806;p70">
              <a:extLst>
                <a:ext uri="{FF2B5EF4-FFF2-40B4-BE49-F238E27FC236}">
                  <a16:creationId xmlns:a16="http://schemas.microsoft.com/office/drawing/2014/main" id="{83E6536D-8C0A-6F53-B3B9-F53772211C1D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807;p70">
              <a:extLst>
                <a:ext uri="{FF2B5EF4-FFF2-40B4-BE49-F238E27FC236}">
                  <a16:creationId xmlns:a16="http://schemas.microsoft.com/office/drawing/2014/main" id="{6AC834A3-CAB3-BC63-F220-4B3F2B50E356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0" y="22562"/>
                  </a:lnTo>
                  <a:lnTo>
                    <a:pt x="30246" y="22562"/>
                  </a:lnTo>
                  <a:lnTo>
                    <a:pt x="30246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D88794">
                    <a:alpha val="61176"/>
                  </a:srgbClr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808;p70">
              <a:extLst>
                <a:ext uri="{FF2B5EF4-FFF2-40B4-BE49-F238E27FC236}">
                  <a16:creationId xmlns:a16="http://schemas.microsoft.com/office/drawing/2014/main" id="{2941A7AB-1140-B70C-128D-D5998C0DE9EB}"/>
                </a:ext>
              </a:extLst>
            </p:cNvPr>
            <p:cNvSpPr/>
            <p:nvPr/>
          </p:nvSpPr>
          <p:spPr>
            <a:xfrm>
              <a:off x="3722600" y="470075"/>
              <a:ext cx="182625" cy="50975"/>
            </a:xfrm>
            <a:custGeom>
              <a:avLst/>
              <a:gdLst/>
              <a:ahLst/>
              <a:cxnLst/>
              <a:rect l="l" t="t" r="r" b="b"/>
              <a:pathLst>
                <a:path w="7305" h="2039" extrusionOk="0">
                  <a:moveTo>
                    <a:pt x="3642" y="0"/>
                  </a:moveTo>
                  <a:cubicBezTo>
                    <a:pt x="3430" y="0"/>
                    <a:pt x="3222" y="13"/>
                    <a:pt x="3022" y="40"/>
                  </a:cubicBezTo>
                  <a:cubicBezTo>
                    <a:pt x="1513" y="246"/>
                    <a:pt x="735" y="1052"/>
                    <a:pt x="735" y="1052"/>
                  </a:cubicBezTo>
                  <a:lnTo>
                    <a:pt x="27" y="1100"/>
                  </a:lnTo>
                  <a:lnTo>
                    <a:pt x="0" y="1285"/>
                  </a:lnTo>
                  <a:cubicBezTo>
                    <a:pt x="0" y="1285"/>
                    <a:pt x="51" y="1284"/>
                    <a:pt x="138" y="1284"/>
                  </a:cubicBezTo>
                  <a:cubicBezTo>
                    <a:pt x="415" y="1284"/>
                    <a:pt x="1055" y="1296"/>
                    <a:pt x="1572" y="1399"/>
                  </a:cubicBezTo>
                  <a:cubicBezTo>
                    <a:pt x="2240" y="1533"/>
                    <a:pt x="3460" y="2038"/>
                    <a:pt x="5298" y="2038"/>
                  </a:cubicBezTo>
                  <a:cubicBezTo>
                    <a:pt x="5334" y="2038"/>
                    <a:pt x="5369" y="2038"/>
                    <a:pt x="5405" y="2038"/>
                  </a:cubicBezTo>
                  <a:cubicBezTo>
                    <a:pt x="7304" y="2019"/>
                    <a:pt x="7192" y="1579"/>
                    <a:pt x="6859" y="1023"/>
                  </a:cubicBezTo>
                  <a:cubicBezTo>
                    <a:pt x="6570" y="541"/>
                    <a:pt x="5030" y="0"/>
                    <a:pt x="36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8" name="Google Shape;3809;p70">
              <a:extLst>
                <a:ext uri="{FF2B5EF4-FFF2-40B4-BE49-F238E27FC236}">
                  <a16:creationId xmlns:a16="http://schemas.microsoft.com/office/drawing/2014/main" id="{DE7B8AAA-609C-880E-3FF2-897C49A2CC4D}"/>
                </a:ext>
              </a:extLst>
            </p:cNvPr>
            <p:cNvGrpSpPr/>
            <p:nvPr/>
          </p:nvGrpSpPr>
          <p:grpSpPr>
            <a:xfrm>
              <a:off x="3459375" y="327950"/>
              <a:ext cx="466050" cy="395225"/>
              <a:chOff x="3459375" y="327950"/>
              <a:chExt cx="466050" cy="395225"/>
            </a:xfrm>
          </p:grpSpPr>
          <p:sp>
            <p:nvSpPr>
              <p:cNvPr id="3092" name="Google Shape;3810;p70">
                <a:extLst>
                  <a:ext uri="{FF2B5EF4-FFF2-40B4-BE49-F238E27FC236}">
                    <a16:creationId xmlns:a16="http://schemas.microsoft.com/office/drawing/2014/main" id="{29BEE1EF-87A2-57F7-859C-4EA2936D22CA}"/>
                  </a:ext>
                </a:extLst>
              </p:cNvPr>
              <p:cNvSpPr/>
              <p:nvPr/>
            </p:nvSpPr>
            <p:spPr>
              <a:xfrm>
                <a:off x="3749525" y="334925"/>
                <a:ext cx="175900" cy="13797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5519" extrusionOk="0">
                    <a:moveTo>
                      <a:pt x="6702" y="1"/>
                    </a:moveTo>
                    <a:cubicBezTo>
                      <a:pt x="5858" y="1"/>
                      <a:pt x="3463" y="948"/>
                      <a:pt x="2395" y="1828"/>
                    </a:cubicBezTo>
                    <a:cubicBezTo>
                      <a:pt x="1050" y="2938"/>
                      <a:pt x="0" y="5519"/>
                      <a:pt x="0" y="5519"/>
                    </a:cubicBezTo>
                    <a:cubicBezTo>
                      <a:pt x="0" y="5519"/>
                      <a:pt x="2083" y="4349"/>
                      <a:pt x="3332" y="3764"/>
                    </a:cubicBezTo>
                    <a:cubicBezTo>
                      <a:pt x="4581" y="3181"/>
                      <a:pt x="6801" y="913"/>
                      <a:pt x="6996" y="209"/>
                    </a:cubicBezTo>
                    <a:cubicBezTo>
                      <a:pt x="7036" y="64"/>
                      <a:pt x="6921" y="1"/>
                      <a:pt x="6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811;p70">
                <a:extLst>
                  <a:ext uri="{FF2B5EF4-FFF2-40B4-BE49-F238E27FC236}">
                    <a16:creationId xmlns:a16="http://schemas.microsoft.com/office/drawing/2014/main" id="{8B13BF1D-3B44-EFB3-DCCA-A22759DCAD46}"/>
                  </a:ext>
                </a:extLst>
              </p:cNvPr>
              <p:cNvSpPr/>
              <p:nvPr/>
            </p:nvSpPr>
            <p:spPr>
              <a:xfrm>
                <a:off x="3629350" y="540375"/>
                <a:ext cx="228425" cy="592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2368" extrusionOk="0">
                    <a:moveTo>
                      <a:pt x="5756" y="1"/>
                    </a:moveTo>
                    <a:cubicBezTo>
                      <a:pt x="4206" y="1"/>
                      <a:pt x="2313" y="627"/>
                      <a:pt x="1193" y="1738"/>
                    </a:cubicBezTo>
                    <a:lnTo>
                      <a:pt x="295" y="1829"/>
                    </a:lnTo>
                    <a:lnTo>
                      <a:pt x="1" y="2124"/>
                    </a:lnTo>
                    <a:lnTo>
                      <a:pt x="1089" y="1989"/>
                    </a:lnTo>
                    <a:lnTo>
                      <a:pt x="1089" y="1989"/>
                    </a:lnTo>
                    <a:cubicBezTo>
                      <a:pt x="1089" y="1989"/>
                      <a:pt x="893" y="2351"/>
                      <a:pt x="2265" y="2351"/>
                    </a:cubicBezTo>
                    <a:cubicBezTo>
                      <a:pt x="2334" y="2351"/>
                      <a:pt x="2407" y="2350"/>
                      <a:pt x="2485" y="2348"/>
                    </a:cubicBezTo>
                    <a:cubicBezTo>
                      <a:pt x="2661" y="2344"/>
                      <a:pt x="2849" y="2342"/>
                      <a:pt x="3044" y="2342"/>
                    </a:cubicBezTo>
                    <a:cubicBezTo>
                      <a:pt x="3793" y="2342"/>
                      <a:pt x="4653" y="2368"/>
                      <a:pt x="5441" y="2368"/>
                    </a:cubicBezTo>
                    <a:cubicBezTo>
                      <a:pt x="6318" y="2368"/>
                      <a:pt x="7106" y="2336"/>
                      <a:pt x="7554" y="2200"/>
                    </a:cubicBezTo>
                    <a:cubicBezTo>
                      <a:pt x="8509" y="1910"/>
                      <a:pt x="9136" y="1583"/>
                      <a:pt x="9136" y="1583"/>
                    </a:cubicBezTo>
                    <a:cubicBezTo>
                      <a:pt x="9136" y="1583"/>
                      <a:pt x="8399" y="466"/>
                      <a:pt x="6758" y="102"/>
                    </a:cubicBezTo>
                    <a:cubicBezTo>
                      <a:pt x="6451" y="34"/>
                      <a:pt x="6112" y="1"/>
                      <a:pt x="57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812;p70">
                <a:extLst>
                  <a:ext uri="{FF2B5EF4-FFF2-40B4-BE49-F238E27FC236}">
                    <a16:creationId xmlns:a16="http://schemas.microsoft.com/office/drawing/2014/main" id="{5B479A4B-581D-2DEC-8B66-C89089432CC4}"/>
                  </a:ext>
                </a:extLst>
              </p:cNvPr>
              <p:cNvSpPr/>
              <p:nvPr/>
            </p:nvSpPr>
            <p:spPr>
              <a:xfrm>
                <a:off x="3626900" y="397625"/>
                <a:ext cx="108225" cy="185650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7426" extrusionOk="0">
                    <a:moveTo>
                      <a:pt x="3924" y="0"/>
                    </a:moveTo>
                    <a:cubicBezTo>
                      <a:pt x="3555" y="0"/>
                      <a:pt x="2898" y="112"/>
                      <a:pt x="2210" y="760"/>
                    </a:cubicBezTo>
                    <a:cubicBezTo>
                      <a:pt x="1160" y="1747"/>
                      <a:pt x="60" y="3449"/>
                      <a:pt x="239" y="4726"/>
                    </a:cubicBezTo>
                    <a:cubicBezTo>
                      <a:pt x="419" y="6003"/>
                      <a:pt x="304" y="6398"/>
                      <a:pt x="304" y="6398"/>
                    </a:cubicBezTo>
                    <a:lnTo>
                      <a:pt x="0" y="7425"/>
                    </a:lnTo>
                    <a:lnTo>
                      <a:pt x="425" y="7110"/>
                    </a:lnTo>
                    <a:lnTo>
                      <a:pt x="425" y="7111"/>
                    </a:lnTo>
                    <a:cubicBezTo>
                      <a:pt x="425" y="7111"/>
                      <a:pt x="509" y="6557"/>
                      <a:pt x="501" y="6456"/>
                    </a:cubicBezTo>
                    <a:cubicBezTo>
                      <a:pt x="501" y="6456"/>
                      <a:pt x="857" y="6309"/>
                      <a:pt x="1683" y="5033"/>
                    </a:cubicBezTo>
                    <a:cubicBezTo>
                      <a:pt x="2509" y="3756"/>
                      <a:pt x="3883" y="2046"/>
                      <a:pt x="4106" y="1157"/>
                    </a:cubicBezTo>
                    <a:cubicBezTo>
                      <a:pt x="4328" y="268"/>
                      <a:pt x="4231" y="31"/>
                      <a:pt x="4231" y="31"/>
                    </a:cubicBezTo>
                    <a:cubicBezTo>
                      <a:pt x="4231" y="31"/>
                      <a:pt x="4116" y="0"/>
                      <a:pt x="39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813;p70">
                <a:extLst>
                  <a:ext uri="{FF2B5EF4-FFF2-40B4-BE49-F238E27FC236}">
                    <a16:creationId xmlns:a16="http://schemas.microsoft.com/office/drawing/2014/main" id="{5B0C5663-E926-C9AA-424A-501B1EB23BC6}"/>
                  </a:ext>
                </a:extLst>
              </p:cNvPr>
              <p:cNvSpPr/>
              <p:nvPr/>
            </p:nvSpPr>
            <p:spPr>
              <a:xfrm>
                <a:off x="3459375" y="508750"/>
                <a:ext cx="89500" cy="201750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8070" extrusionOk="0">
                    <a:moveTo>
                      <a:pt x="3409" y="0"/>
                    </a:moveTo>
                    <a:cubicBezTo>
                      <a:pt x="3236" y="0"/>
                      <a:pt x="2349" y="54"/>
                      <a:pt x="1595" y="1105"/>
                    </a:cubicBezTo>
                    <a:cubicBezTo>
                      <a:pt x="754" y="2275"/>
                      <a:pt x="0" y="4157"/>
                      <a:pt x="423" y="5376"/>
                    </a:cubicBezTo>
                    <a:cubicBezTo>
                      <a:pt x="845" y="6594"/>
                      <a:pt x="807" y="7003"/>
                      <a:pt x="807" y="7003"/>
                    </a:cubicBezTo>
                    <a:lnTo>
                      <a:pt x="706" y="8070"/>
                    </a:lnTo>
                    <a:lnTo>
                      <a:pt x="1062" y="7680"/>
                    </a:lnTo>
                    <a:cubicBezTo>
                      <a:pt x="1062" y="7680"/>
                      <a:pt x="1038" y="7120"/>
                      <a:pt x="1012" y="7022"/>
                    </a:cubicBezTo>
                    <a:cubicBezTo>
                      <a:pt x="1012" y="7022"/>
                      <a:pt x="1332" y="6811"/>
                      <a:pt x="1898" y="5399"/>
                    </a:cubicBezTo>
                    <a:cubicBezTo>
                      <a:pt x="2463" y="3988"/>
                      <a:pt x="3484" y="2046"/>
                      <a:pt x="3532" y="1130"/>
                    </a:cubicBezTo>
                    <a:cubicBezTo>
                      <a:pt x="3580" y="215"/>
                      <a:pt x="3439" y="1"/>
                      <a:pt x="3439" y="1"/>
                    </a:cubicBezTo>
                    <a:cubicBezTo>
                      <a:pt x="3439" y="1"/>
                      <a:pt x="3428" y="0"/>
                      <a:pt x="34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814;p70">
                <a:extLst>
                  <a:ext uri="{FF2B5EF4-FFF2-40B4-BE49-F238E27FC236}">
                    <a16:creationId xmlns:a16="http://schemas.microsoft.com/office/drawing/2014/main" id="{346A15E5-B762-58AB-E013-250250AB5673}"/>
                  </a:ext>
                </a:extLst>
              </p:cNvPr>
              <p:cNvSpPr/>
              <p:nvPr/>
            </p:nvSpPr>
            <p:spPr>
              <a:xfrm>
                <a:off x="3720750" y="327950"/>
                <a:ext cx="51425" cy="165675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6627" extrusionOk="0">
                    <a:moveTo>
                      <a:pt x="1008" y="1"/>
                    </a:moveTo>
                    <a:cubicBezTo>
                      <a:pt x="1001" y="1"/>
                      <a:pt x="998" y="3"/>
                      <a:pt x="998" y="3"/>
                    </a:cubicBezTo>
                    <a:cubicBezTo>
                      <a:pt x="998" y="3"/>
                      <a:pt x="291" y="347"/>
                      <a:pt x="231" y="1549"/>
                    </a:cubicBezTo>
                    <a:cubicBezTo>
                      <a:pt x="173" y="2753"/>
                      <a:pt x="1" y="3933"/>
                      <a:pt x="349" y="5956"/>
                    </a:cubicBezTo>
                    <a:lnTo>
                      <a:pt x="192" y="6627"/>
                    </a:lnTo>
                    <a:lnTo>
                      <a:pt x="333" y="6465"/>
                    </a:lnTo>
                    <a:lnTo>
                      <a:pt x="530" y="5932"/>
                    </a:lnTo>
                    <a:cubicBezTo>
                      <a:pt x="530" y="5932"/>
                      <a:pt x="1156" y="5433"/>
                      <a:pt x="1418" y="4302"/>
                    </a:cubicBezTo>
                    <a:cubicBezTo>
                      <a:pt x="1680" y="3172"/>
                      <a:pt x="2056" y="1942"/>
                      <a:pt x="1585" y="923"/>
                    </a:cubicBezTo>
                    <a:cubicBezTo>
                      <a:pt x="1190" y="70"/>
                      <a:pt x="1045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815;p70">
                <a:extLst>
                  <a:ext uri="{FF2B5EF4-FFF2-40B4-BE49-F238E27FC236}">
                    <a16:creationId xmlns:a16="http://schemas.microsoft.com/office/drawing/2014/main" id="{25A9D025-E48A-E87A-6D5E-0A20C6B88A0D}"/>
                  </a:ext>
                </a:extLst>
              </p:cNvPr>
              <p:cNvSpPr/>
              <p:nvPr/>
            </p:nvSpPr>
            <p:spPr>
              <a:xfrm>
                <a:off x="3521800" y="638350"/>
                <a:ext cx="266075" cy="77850"/>
              </a:xfrm>
              <a:custGeom>
                <a:avLst/>
                <a:gdLst/>
                <a:ahLst/>
                <a:cxnLst/>
                <a:rect l="l" t="t" r="r" b="b"/>
                <a:pathLst>
                  <a:path w="10643" h="3114" extrusionOk="0">
                    <a:moveTo>
                      <a:pt x="4693" y="1"/>
                    </a:moveTo>
                    <a:cubicBezTo>
                      <a:pt x="2480" y="1"/>
                      <a:pt x="1008" y="1228"/>
                      <a:pt x="1008" y="1228"/>
                    </a:cubicBezTo>
                    <a:lnTo>
                      <a:pt x="384" y="1312"/>
                    </a:lnTo>
                    <a:lnTo>
                      <a:pt x="384" y="1311"/>
                    </a:lnTo>
                    <a:lnTo>
                      <a:pt x="1" y="1642"/>
                    </a:lnTo>
                    <a:lnTo>
                      <a:pt x="1059" y="1518"/>
                    </a:lnTo>
                    <a:cubicBezTo>
                      <a:pt x="1059" y="1518"/>
                      <a:pt x="2254" y="1893"/>
                      <a:pt x="3095" y="2170"/>
                    </a:cubicBezTo>
                    <a:cubicBezTo>
                      <a:pt x="3938" y="2447"/>
                      <a:pt x="5421" y="2598"/>
                      <a:pt x="7258" y="3019"/>
                    </a:cubicBezTo>
                    <a:cubicBezTo>
                      <a:pt x="7548" y="3086"/>
                      <a:pt x="7830" y="3113"/>
                      <a:pt x="8100" y="3113"/>
                    </a:cubicBezTo>
                    <a:cubicBezTo>
                      <a:pt x="9544" y="3113"/>
                      <a:pt x="10643" y="2317"/>
                      <a:pt x="10643" y="2317"/>
                    </a:cubicBezTo>
                    <a:cubicBezTo>
                      <a:pt x="9782" y="904"/>
                      <a:pt x="7788" y="270"/>
                      <a:pt x="5263" y="28"/>
                    </a:cubicBezTo>
                    <a:cubicBezTo>
                      <a:pt x="5068" y="9"/>
                      <a:pt x="4878" y="1"/>
                      <a:pt x="46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816;p70">
                <a:extLst>
                  <a:ext uri="{FF2B5EF4-FFF2-40B4-BE49-F238E27FC236}">
                    <a16:creationId xmlns:a16="http://schemas.microsoft.com/office/drawing/2014/main" id="{A8DAF3B6-FFDF-22B6-1265-8C534BD9B224}"/>
                  </a:ext>
                </a:extLst>
              </p:cNvPr>
              <p:cNvSpPr/>
              <p:nvPr/>
            </p:nvSpPr>
            <p:spPr>
              <a:xfrm>
                <a:off x="3555250" y="445575"/>
                <a:ext cx="50625" cy="194400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7776" extrusionOk="0">
                    <a:moveTo>
                      <a:pt x="614" y="1"/>
                    </a:moveTo>
                    <a:cubicBezTo>
                      <a:pt x="585" y="1"/>
                      <a:pt x="554" y="30"/>
                      <a:pt x="515" y="98"/>
                    </a:cubicBezTo>
                    <a:cubicBezTo>
                      <a:pt x="334" y="415"/>
                      <a:pt x="0" y="1541"/>
                      <a:pt x="262" y="2091"/>
                    </a:cubicBezTo>
                    <a:cubicBezTo>
                      <a:pt x="524" y="2642"/>
                      <a:pt x="18" y="3475"/>
                      <a:pt x="982" y="4637"/>
                    </a:cubicBezTo>
                    <a:cubicBezTo>
                      <a:pt x="982" y="4637"/>
                      <a:pt x="1043" y="6466"/>
                      <a:pt x="962" y="6899"/>
                    </a:cubicBezTo>
                    <a:cubicBezTo>
                      <a:pt x="880" y="7331"/>
                      <a:pt x="541" y="7730"/>
                      <a:pt x="541" y="7730"/>
                    </a:cubicBezTo>
                    <a:lnTo>
                      <a:pt x="768" y="7776"/>
                    </a:lnTo>
                    <a:cubicBezTo>
                      <a:pt x="768" y="7776"/>
                      <a:pt x="822" y="7442"/>
                      <a:pt x="1033" y="7285"/>
                    </a:cubicBezTo>
                    <a:cubicBezTo>
                      <a:pt x="1246" y="7127"/>
                      <a:pt x="1574" y="6958"/>
                      <a:pt x="1675" y="6656"/>
                    </a:cubicBezTo>
                    <a:cubicBezTo>
                      <a:pt x="1777" y="6354"/>
                      <a:pt x="2025" y="2249"/>
                      <a:pt x="1962" y="1928"/>
                    </a:cubicBezTo>
                    <a:cubicBezTo>
                      <a:pt x="1899" y="1607"/>
                      <a:pt x="1506" y="990"/>
                      <a:pt x="1107" y="651"/>
                    </a:cubicBezTo>
                    <a:cubicBezTo>
                      <a:pt x="793" y="386"/>
                      <a:pt x="719" y="1"/>
                      <a:pt x="6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817;p70">
                <a:extLst>
                  <a:ext uri="{FF2B5EF4-FFF2-40B4-BE49-F238E27FC236}">
                    <a16:creationId xmlns:a16="http://schemas.microsoft.com/office/drawing/2014/main" id="{A5049B67-DBBE-20D2-965A-005F2A10FF61}"/>
                  </a:ext>
                </a:extLst>
              </p:cNvPr>
              <p:cNvSpPr/>
              <p:nvPr/>
            </p:nvSpPr>
            <p:spPr>
              <a:xfrm>
                <a:off x="3461950" y="460150"/>
                <a:ext cx="30645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0521" extrusionOk="0">
                    <a:moveTo>
                      <a:pt x="11986" y="0"/>
                    </a:moveTo>
                    <a:cubicBezTo>
                      <a:pt x="10806" y="1006"/>
                      <a:pt x="8028" y="3433"/>
                      <a:pt x="5784" y="5641"/>
                    </a:cubicBezTo>
                    <a:cubicBezTo>
                      <a:pt x="3540" y="7848"/>
                      <a:pt x="88" y="10069"/>
                      <a:pt x="88" y="10069"/>
                    </a:cubicBezTo>
                    <a:cubicBezTo>
                      <a:pt x="0" y="10277"/>
                      <a:pt x="170" y="10520"/>
                      <a:pt x="170" y="10520"/>
                    </a:cubicBezTo>
                    <a:cubicBezTo>
                      <a:pt x="170" y="10520"/>
                      <a:pt x="1494" y="9697"/>
                      <a:pt x="2018" y="9203"/>
                    </a:cubicBezTo>
                    <a:cubicBezTo>
                      <a:pt x="2542" y="8710"/>
                      <a:pt x="3702" y="7989"/>
                      <a:pt x="4135" y="7568"/>
                    </a:cubicBezTo>
                    <a:cubicBezTo>
                      <a:pt x="4568" y="7147"/>
                      <a:pt x="5635" y="6118"/>
                      <a:pt x="6391" y="5599"/>
                    </a:cubicBezTo>
                    <a:cubicBezTo>
                      <a:pt x="7147" y="5079"/>
                      <a:pt x="9792" y="2290"/>
                      <a:pt x="10326" y="1776"/>
                    </a:cubicBezTo>
                    <a:cubicBezTo>
                      <a:pt x="10859" y="1262"/>
                      <a:pt x="12256" y="27"/>
                      <a:pt x="12256" y="27"/>
                    </a:cubicBezTo>
                    <a:lnTo>
                      <a:pt x="12257" y="27"/>
                    </a:lnTo>
                    <a:lnTo>
                      <a:pt x="119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89" name="Google Shape;3818;p70">
              <a:extLst>
                <a:ext uri="{FF2B5EF4-FFF2-40B4-BE49-F238E27FC236}">
                  <a16:creationId xmlns:a16="http://schemas.microsoft.com/office/drawing/2014/main" id="{17CA4121-BC82-D4E7-7838-9D9E181003C5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fill="none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dk2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819;p70">
              <a:extLst>
                <a:ext uri="{FF2B5EF4-FFF2-40B4-BE49-F238E27FC236}">
                  <a16:creationId xmlns:a16="http://schemas.microsoft.com/office/drawing/2014/main" id="{7C054114-5F4A-76F2-A906-5DA211626145}"/>
                </a:ext>
              </a:extLst>
            </p:cNvPr>
            <p:cNvSpPr/>
            <p:nvPr/>
          </p:nvSpPr>
          <p:spPr>
            <a:xfrm>
              <a:off x="3342200" y="273750"/>
              <a:ext cx="25600" cy="25550"/>
            </a:xfrm>
            <a:custGeom>
              <a:avLst/>
              <a:gdLst/>
              <a:ahLst/>
              <a:cxnLst/>
              <a:rect l="l" t="t" r="r" b="b"/>
              <a:pathLst>
                <a:path w="1024" h="1022" extrusionOk="0">
                  <a:moveTo>
                    <a:pt x="512" y="0"/>
                  </a:moveTo>
                  <a:cubicBezTo>
                    <a:pt x="229" y="0"/>
                    <a:pt x="1" y="229"/>
                    <a:pt x="1" y="511"/>
                  </a:cubicBezTo>
                  <a:cubicBezTo>
                    <a:pt x="1" y="793"/>
                    <a:pt x="229" y="1022"/>
                    <a:pt x="512" y="1022"/>
                  </a:cubicBezTo>
                  <a:cubicBezTo>
                    <a:pt x="794" y="1022"/>
                    <a:pt x="1024" y="793"/>
                    <a:pt x="1024" y="511"/>
                  </a:cubicBezTo>
                  <a:cubicBezTo>
                    <a:pt x="1024" y="229"/>
                    <a:pt x="794" y="0"/>
                    <a:pt x="5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820;p70">
              <a:extLst>
                <a:ext uri="{FF2B5EF4-FFF2-40B4-BE49-F238E27FC236}">
                  <a16:creationId xmlns:a16="http://schemas.microsoft.com/office/drawing/2014/main" id="{BB67BDBC-E00E-41EA-51C0-D7A883B1F629}"/>
                </a:ext>
              </a:extLst>
            </p:cNvPr>
            <p:cNvSpPr/>
            <p:nvPr/>
          </p:nvSpPr>
          <p:spPr>
            <a:xfrm>
              <a:off x="4010650" y="27375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3"/>
                    <a:pt x="229" y="1022"/>
                    <a:pt x="511" y="1022"/>
                  </a:cubicBezTo>
                  <a:cubicBezTo>
                    <a:pt x="794" y="1022"/>
                    <a:pt x="1022" y="793"/>
                    <a:pt x="1022" y="511"/>
                  </a:cubicBezTo>
                  <a:cubicBezTo>
                    <a:pt x="1022" y="229"/>
                    <a:pt x="794" y="0"/>
                    <a:pt x="5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3" name="Google Shape;8049;p89">
            <a:extLst>
              <a:ext uri="{FF2B5EF4-FFF2-40B4-BE49-F238E27FC236}">
                <a16:creationId xmlns:a16="http://schemas.microsoft.com/office/drawing/2014/main" id="{A04DB0A6-84B0-B661-DC08-C3975CF839F1}"/>
              </a:ext>
            </a:extLst>
          </p:cNvPr>
          <p:cNvGrpSpPr/>
          <p:nvPr/>
        </p:nvGrpSpPr>
        <p:grpSpPr>
          <a:xfrm>
            <a:off x="882981" y="3611247"/>
            <a:ext cx="903307" cy="1403103"/>
            <a:chOff x="7586191" y="3275619"/>
            <a:chExt cx="1136357" cy="1706563"/>
          </a:xfrm>
        </p:grpSpPr>
        <p:grpSp>
          <p:nvGrpSpPr>
            <p:cNvPr id="3304" name="Google Shape;8050;p89">
              <a:extLst>
                <a:ext uri="{FF2B5EF4-FFF2-40B4-BE49-F238E27FC236}">
                  <a16:creationId xmlns:a16="http://schemas.microsoft.com/office/drawing/2014/main" id="{DC24BAF2-DC69-5FCD-583A-9EF3776BF6F6}"/>
                </a:ext>
              </a:extLst>
            </p:cNvPr>
            <p:cNvGrpSpPr/>
            <p:nvPr/>
          </p:nvGrpSpPr>
          <p:grpSpPr>
            <a:xfrm>
              <a:off x="7586191" y="3275619"/>
              <a:ext cx="1136357" cy="1706563"/>
              <a:chOff x="7586191" y="3275619"/>
              <a:chExt cx="1136357" cy="1706563"/>
            </a:xfrm>
          </p:grpSpPr>
          <p:sp>
            <p:nvSpPr>
              <p:cNvPr id="3306" name="Google Shape;8051;p89">
                <a:extLst>
                  <a:ext uri="{FF2B5EF4-FFF2-40B4-BE49-F238E27FC236}">
                    <a16:creationId xmlns:a16="http://schemas.microsoft.com/office/drawing/2014/main" id="{BE9F7368-E861-5A21-5BCF-BE43B3A795A6}"/>
                  </a:ext>
                </a:extLst>
              </p:cNvPr>
              <p:cNvSpPr/>
              <p:nvPr/>
            </p:nvSpPr>
            <p:spPr>
              <a:xfrm flipH="1">
                <a:off x="7698694" y="4893747"/>
                <a:ext cx="793520" cy="86604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8052;p89">
                <a:extLst>
                  <a:ext uri="{FF2B5EF4-FFF2-40B4-BE49-F238E27FC236}">
                    <a16:creationId xmlns:a16="http://schemas.microsoft.com/office/drawing/2014/main" id="{5FE6CC57-DCDE-6858-3AF4-ABA959A8D02D}"/>
                  </a:ext>
                </a:extLst>
              </p:cNvPr>
              <p:cNvSpPr/>
              <p:nvPr/>
            </p:nvSpPr>
            <p:spPr>
              <a:xfrm flipH="1">
                <a:off x="7698694" y="4893747"/>
                <a:ext cx="793520" cy="86604"/>
              </a:xfrm>
              <a:custGeom>
                <a:avLst/>
                <a:gdLst/>
                <a:ahLst/>
                <a:cxnLst/>
                <a:rect l="l" t="t" r="r" b="b"/>
                <a:pathLst>
                  <a:path w="14304" h="1561" extrusionOk="0">
                    <a:moveTo>
                      <a:pt x="0" y="0"/>
                    </a:moveTo>
                    <a:lnTo>
                      <a:pt x="0" y="1218"/>
                    </a:lnTo>
                    <a:lnTo>
                      <a:pt x="7" y="1218"/>
                    </a:lnTo>
                    <a:cubicBezTo>
                      <a:pt x="7" y="1407"/>
                      <a:pt x="3202" y="1561"/>
                      <a:pt x="7145" y="1561"/>
                    </a:cubicBezTo>
                    <a:cubicBezTo>
                      <a:pt x="11088" y="1561"/>
                      <a:pt x="14287" y="1407"/>
                      <a:pt x="14287" y="1218"/>
                    </a:cubicBezTo>
                    <a:lnTo>
                      <a:pt x="14303" y="1218"/>
                    </a:lnTo>
                    <a:lnTo>
                      <a:pt x="143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8053;p89">
                <a:extLst>
                  <a:ext uri="{FF2B5EF4-FFF2-40B4-BE49-F238E27FC236}">
                    <a16:creationId xmlns:a16="http://schemas.microsoft.com/office/drawing/2014/main" id="{A22AD4F9-A4B8-E818-4C16-882A9CFFF9A8}"/>
                  </a:ext>
                </a:extLst>
              </p:cNvPr>
              <p:cNvSpPr/>
              <p:nvPr/>
            </p:nvSpPr>
            <p:spPr>
              <a:xfrm flipH="1">
                <a:off x="7696919" y="4892138"/>
                <a:ext cx="797126" cy="90044"/>
              </a:xfrm>
              <a:custGeom>
                <a:avLst/>
                <a:gdLst/>
                <a:ahLst/>
                <a:cxnLst/>
                <a:rect l="l" t="t" r="r" b="b"/>
                <a:pathLst>
                  <a:path w="14369" h="1623" extrusionOk="0">
                    <a:moveTo>
                      <a:pt x="14310" y="62"/>
                    </a:moveTo>
                    <a:lnTo>
                      <a:pt x="14310" y="1218"/>
                    </a:lnTo>
                    <a:cubicBezTo>
                      <a:pt x="14300" y="1224"/>
                      <a:pt x="14294" y="1231"/>
                      <a:pt x="14290" y="1244"/>
                    </a:cubicBezTo>
                    <a:cubicBezTo>
                      <a:pt x="14166" y="1397"/>
                      <a:pt x="11287" y="1560"/>
                      <a:pt x="7181" y="1560"/>
                    </a:cubicBezTo>
                    <a:cubicBezTo>
                      <a:pt x="3072" y="1560"/>
                      <a:pt x="193" y="1397"/>
                      <a:pt x="69" y="1244"/>
                    </a:cubicBezTo>
                    <a:cubicBezTo>
                      <a:pt x="69" y="1237"/>
                      <a:pt x="66" y="1234"/>
                      <a:pt x="66" y="1227"/>
                    </a:cubicBezTo>
                    <a:lnTo>
                      <a:pt x="66" y="62"/>
                    </a:lnTo>
                    <a:close/>
                    <a:moveTo>
                      <a:pt x="33" y="0"/>
                    </a:moveTo>
                    <a:cubicBezTo>
                      <a:pt x="17" y="0"/>
                      <a:pt x="0" y="13"/>
                      <a:pt x="0" y="29"/>
                    </a:cubicBezTo>
                    <a:lnTo>
                      <a:pt x="0" y="1247"/>
                    </a:lnTo>
                    <a:cubicBezTo>
                      <a:pt x="0" y="1253"/>
                      <a:pt x="4" y="1263"/>
                      <a:pt x="10" y="1270"/>
                    </a:cubicBezTo>
                    <a:cubicBezTo>
                      <a:pt x="40" y="1329"/>
                      <a:pt x="275" y="1430"/>
                      <a:pt x="2129" y="1521"/>
                    </a:cubicBezTo>
                    <a:cubicBezTo>
                      <a:pt x="3477" y="1586"/>
                      <a:pt x="5272" y="1622"/>
                      <a:pt x="7181" y="1622"/>
                    </a:cubicBezTo>
                    <a:cubicBezTo>
                      <a:pt x="9087" y="1622"/>
                      <a:pt x="10883" y="1586"/>
                      <a:pt x="12231" y="1521"/>
                    </a:cubicBezTo>
                    <a:cubicBezTo>
                      <a:pt x="14006" y="1433"/>
                      <a:pt x="14297" y="1335"/>
                      <a:pt x="14343" y="1276"/>
                    </a:cubicBezTo>
                    <a:cubicBezTo>
                      <a:pt x="14359" y="1276"/>
                      <a:pt x="14369" y="1263"/>
                      <a:pt x="14369" y="1247"/>
                    </a:cubicBezTo>
                    <a:lnTo>
                      <a:pt x="14369" y="29"/>
                    </a:lnTo>
                    <a:cubicBezTo>
                      <a:pt x="14369" y="13"/>
                      <a:pt x="14356" y="0"/>
                      <a:pt x="143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8054;p89">
                <a:extLst>
                  <a:ext uri="{FF2B5EF4-FFF2-40B4-BE49-F238E27FC236}">
                    <a16:creationId xmlns:a16="http://schemas.microsoft.com/office/drawing/2014/main" id="{C6403738-D954-188C-22B7-A4D827D9573B}"/>
                  </a:ext>
                </a:extLst>
              </p:cNvPr>
              <p:cNvSpPr/>
              <p:nvPr/>
            </p:nvSpPr>
            <p:spPr>
              <a:xfrm flipH="1">
                <a:off x="7699471" y="4875106"/>
                <a:ext cx="792577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7145" y="0"/>
                    </a:moveTo>
                    <a:cubicBezTo>
                      <a:pt x="3199" y="0"/>
                      <a:pt x="0" y="154"/>
                      <a:pt x="0" y="343"/>
                    </a:cubicBezTo>
                    <a:cubicBezTo>
                      <a:pt x="0" y="532"/>
                      <a:pt x="3199" y="689"/>
                      <a:pt x="7145" y="689"/>
                    </a:cubicBezTo>
                    <a:cubicBezTo>
                      <a:pt x="11088" y="689"/>
                      <a:pt x="14287" y="532"/>
                      <a:pt x="14287" y="343"/>
                    </a:cubicBezTo>
                    <a:cubicBezTo>
                      <a:pt x="14287" y="154"/>
                      <a:pt x="11088" y="0"/>
                      <a:pt x="71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8055;p89">
                <a:extLst>
                  <a:ext uri="{FF2B5EF4-FFF2-40B4-BE49-F238E27FC236}">
                    <a16:creationId xmlns:a16="http://schemas.microsoft.com/office/drawing/2014/main" id="{30FC131C-111F-64E7-A862-5509828A2E36}"/>
                  </a:ext>
                </a:extLst>
              </p:cNvPr>
              <p:cNvSpPr/>
              <p:nvPr/>
            </p:nvSpPr>
            <p:spPr>
              <a:xfrm flipH="1">
                <a:off x="7699471" y="4875106"/>
                <a:ext cx="792577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14287" h="689" extrusionOk="0">
                    <a:moveTo>
                      <a:pt x="14287" y="343"/>
                    </a:moveTo>
                    <a:cubicBezTo>
                      <a:pt x="14287" y="532"/>
                      <a:pt x="11088" y="689"/>
                      <a:pt x="7145" y="689"/>
                    </a:cubicBezTo>
                    <a:cubicBezTo>
                      <a:pt x="3199" y="689"/>
                      <a:pt x="0" y="532"/>
                      <a:pt x="0" y="343"/>
                    </a:cubicBezTo>
                    <a:cubicBezTo>
                      <a:pt x="0" y="154"/>
                      <a:pt x="3199" y="0"/>
                      <a:pt x="7145" y="0"/>
                    </a:cubicBezTo>
                    <a:cubicBezTo>
                      <a:pt x="11088" y="0"/>
                      <a:pt x="14287" y="154"/>
                      <a:pt x="14287" y="343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8056;p89">
                <a:extLst>
                  <a:ext uri="{FF2B5EF4-FFF2-40B4-BE49-F238E27FC236}">
                    <a16:creationId xmlns:a16="http://schemas.microsoft.com/office/drawing/2014/main" id="{8AE10166-ED74-1CBE-5C9D-58F889BD4793}"/>
                  </a:ext>
                </a:extLst>
              </p:cNvPr>
              <p:cNvSpPr/>
              <p:nvPr/>
            </p:nvSpPr>
            <p:spPr>
              <a:xfrm flipH="1">
                <a:off x="7697806" y="4873275"/>
                <a:ext cx="795905" cy="41721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752" extrusionOk="0">
                    <a:moveTo>
                      <a:pt x="7175" y="63"/>
                    </a:moveTo>
                    <a:cubicBezTo>
                      <a:pt x="11242" y="63"/>
                      <a:pt x="14108" y="223"/>
                      <a:pt x="14281" y="376"/>
                    </a:cubicBezTo>
                    <a:cubicBezTo>
                      <a:pt x="14108" y="529"/>
                      <a:pt x="11245" y="689"/>
                      <a:pt x="7175" y="689"/>
                    </a:cubicBezTo>
                    <a:cubicBezTo>
                      <a:pt x="3105" y="689"/>
                      <a:pt x="239" y="529"/>
                      <a:pt x="66" y="376"/>
                    </a:cubicBezTo>
                    <a:cubicBezTo>
                      <a:pt x="242" y="223"/>
                      <a:pt x="3105" y="63"/>
                      <a:pt x="7175" y="63"/>
                    </a:cubicBezTo>
                    <a:close/>
                    <a:moveTo>
                      <a:pt x="7175" y="1"/>
                    </a:moveTo>
                    <a:cubicBezTo>
                      <a:pt x="5263" y="1"/>
                      <a:pt x="3471" y="37"/>
                      <a:pt x="2123" y="102"/>
                    </a:cubicBezTo>
                    <a:cubicBezTo>
                      <a:pt x="1" y="203"/>
                      <a:pt x="1" y="324"/>
                      <a:pt x="1" y="376"/>
                    </a:cubicBezTo>
                    <a:cubicBezTo>
                      <a:pt x="1" y="428"/>
                      <a:pt x="1" y="549"/>
                      <a:pt x="2123" y="650"/>
                    </a:cubicBezTo>
                    <a:cubicBezTo>
                      <a:pt x="3471" y="715"/>
                      <a:pt x="5266" y="751"/>
                      <a:pt x="7175" y="751"/>
                    </a:cubicBezTo>
                    <a:cubicBezTo>
                      <a:pt x="9081" y="751"/>
                      <a:pt x="10877" y="715"/>
                      <a:pt x="12225" y="650"/>
                    </a:cubicBezTo>
                    <a:cubicBezTo>
                      <a:pt x="14346" y="549"/>
                      <a:pt x="14346" y="428"/>
                      <a:pt x="14346" y="376"/>
                    </a:cubicBezTo>
                    <a:cubicBezTo>
                      <a:pt x="14346" y="324"/>
                      <a:pt x="14346" y="203"/>
                      <a:pt x="12225" y="102"/>
                    </a:cubicBezTo>
                    <a:cubicBezTo>
                      <a:pt x="10877" y="37"/>
                      <a:pt x="9085" y="1"/>
                      <a:pt x="7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8057;p89">
                <a:extLst>
                  <a:ext uri="{FF2B5EF4-FFF2-40B4-BE49-F238E27FC236}">
                    <a16:creationId xmlns:a16="http://schemas.microsoft.com/office/drawing/2014/main" id="{DCC93B41-0308-2D3C-F7DE-A2A520233A50}"/>
                  </a:ext>
                </a:extLst>
              </p:cNvPr>
              <p:cNvSpPr/>
              <p:nvPr/>
            </p:nvSpPr>
            <p:spPr>
              <a:xfrm flipH="1">
                <a:off x="8091293" y="3310905"/>
                <a:ext cx="631254" cy="1590332"/>
              </a:xfrm>
              <a:custGeom>
                <a:avLst/>
                <a:gdLst/>
                <a:ahLst/>
                <a:cxnLst/>
                <a:rect l="l" t="t" r="r" b="b"/>
                <a:pathLst>
                  <a:path w="11379" h="28665" extrusionOk="0">
                    <a:moveTo>
                      <a:pt x="10655" y="0"/>
                    </a:moveTo>
                    <a:cubicBezTo>
                      <a:pt x="10647" y="0"/>
                      <a:pt x="10638" y="4"/>
                      <a:pt x="10631" y="13"/>
                    </a:cubicBezTo>
                    <a:lnTo>
                      <a:pt x="10" y="14355"/>
                    </a:lnTo>
                    <a:cubicBezTo>
                      <a:pt x="0" y="14365"/>
                      <a:pt x="0" y="14381"/>
                      <a:pt x="10" y="14394"/>
                    </a:cubicBezTo>
                    <a:lnTo>
                      <a:pt x="11313" y="28655"/>
                    </a:lnTo>
                    <a:cubicBezTo>
                      <a:pt x="11320" y="28661"/>
                      <a:pt x="11330" y="28664"/>
                      <a:pt x="11339" y="28664"/>
                    </a:cubicBezTo>
                    <a:cubicBezTo>
                      <a:pt x="11366" y="28664"/>
                      <a:pt x="11379" y="28635"/>
                      <a:pt x="11366" y="28615"/>
                    </a:cubicBezTo>
                    <a:lnTo>
                      <a:pt x="75" y="14371"/>
                    </a:lnTo>
                    <a:lnTo>
                      <a:pt x="10683" y="52"/>
                    </a:lnTo>
                    <a:cubicBezTo>
                      <a:pt x="10700" y="28"/>
                      <a:pt x="10678" y="0"/>
                      <a:pt x="10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8058;p89">
                <a:extLst>
                  <a:ext uri="{FF2B5EF4-FFF2-40B4-BE49-F238E27FC236}">
                    <a16:creationId xmlns:a16="http://schemas.microsoft.com/office/drawing/2014/main" id="{E5779FEC-4C0D-4632-631B-309D162CA5BC}"/>
                  </a:ext>
                </a:extLst>
              </p:cNvPr>
              <p:cNvSpPr/>
              <p:nvPr/>
            </p:nvSpPr>
            <p:spPr>
              <a:xfrm flipH="1">
                <a:off x="7631459" y="3277450"/>
                <a:ext cx="535445" cy="525396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551" y="0"/>
                    </a:moveTo>
                    <a:cubicBezTo>
                      <a:pt x="1551" y="0"/>
                      <a:pt x="206" y="82"/>
                      <a:pt x="0" y="1482"/>
                    </a:cubicBezTo>
                    <a:lnTo>
                      <a:pt x="1675" y="9469"/>
                    </a:lnTo>
                    <a:lnTo>
                      <a:pt x="9652" y="3043"/>
                    </a:lnTo>
                    <a:lnTo>
                      <a:pt x="15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8059;p89">
                <a:extLst>
                  <a:ext uri="{FF2B5EF4-FFF2-40B4-BE49-F238E27FC236}">
                    <a16:creationId xmlns:a16="http://schemas.microsoft.com/office/drawing/2014/main" id="{EC82E199-7AFC-F046-D9D8-397DD8D9D10B}"/>
                  </a:ext>
                </a:extLst>
              </p:cNvPr>
              <p:cNvSpPr/>
              <p:nvPr/>
            </p:nvSpPr>
            <p:spPr>
              <a:xfrm flipH="1">
                <a:off x="7631459" y="3277450"/>
                <a:ext cx="535445" cy="525396"/>
              </a:xfrm>
              <a:custGeom>
                <a:avLst/>
                <a:gdLst/>
                <a:ahLst/>
                <a:cxnLst/>
                <a:rect l="l" t="t" r="r" b="b"/>
                <a:pathLst>
                  <a:path w="9652" h="9470" extrusionOk="0">
                    <a:moveTo>
                      <a:pt x="1675" y="9469"/>
                    </a:moveTo>
                    <a:lnTo>
                      <a:pt x="0" y="1482"/>
                    </a:lnTo>
                    <a:lnTo>
                      <a:pt x="0" y="1482"/>
                    </a:lnTo>
                    <a:cubicBezTo>
                      <a:pt x="206" y="82"/>
                      <a:pt x="1551" y="0"/>
                      <a:pt x="1551" y="0"/>
                    </a:cubicBezTo>
                    <a:lnTo>
                      <a:pt x="1551" y="0"/>
                    </a:lnTo>
                    <a:lnTo>
                      <a:pt x="9652" y="3043"/>
                    </a:ln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15" name="Google Shape;8060;p89">
                <a:extLst>
                  <a:ext uri="{FF2B5EF4-FFF2-40B4-BE49-F238E27FC236}">
                    <a16:creationId xmlns:a16="http://schemas.microsoft.com/office/drawing/2014/main" id="{770FD8BF-D6AA-9933-5635-7C4AA6E4CC0D}"/>
                  </a:ext>
                </a:extLst>
              </p:cNvPr>
              <p:cNvSpPr/>
              <p:nvPr/>
            </p:nvSpPr>
            <p:spPr>
              <a:xfrm flipH="1">
                <a:off x="7629794" y="3275619"/>
                <a:ext cx="538773" cy="529057"/>
              </a:xfrm>
              <a:custGeom>
                <a:avLst/>
                <a:gdLst/>
                <a:ahLst/>
                <a:cxnLst/>
                <a:rect l="l" t="t" r="r" b="b"/>
                <a:pathLst>
                  <a:path w="9712" h="9536" extrusionOk="0">
                    <a:moveTo>
                      <a:pt x="1574" y="63"/>
                    </a:moveTo>
                    <a:lnTo>
                      <a:pt x="9620" y="3082"/>
                    </a:lnTo>
                    <a:lnTo>
                      <a:pt x="1724" y="9447"/>
                    </a:lnTo>
                    <a:lnTo>
                      <a:pt x="63" y="1515"/>
                    </a:lnTo>
                    <a:cubicBezTo>
                      <a:pt x="259" y="210"/>
                      <a:pt x="1479" y="73"/>
                      <a:pt x="1574" y="63"/>
                    </a:cubicBezTo>
                    <a:close/>
                    <a:moveTo>
                      <a:pt x="1577" y="1"/>
                    </a:moveTo>
                    <a:cubicBezTo>
                      <a:pt x="1564" y="1"/>
                      <a:pt x="210" y="102"/>
                      <a:pt x="1" y="1512"/>
                    </a:cubicBezTo>
                    <a:cubicBezTo>
                      <a:pt x="1" y="1515"/>
                      <a:pt x="1" y="1519"/>
                      <a:pt x="1" y="1522"/>
                    </a:cubicBezTo>
                    <a:lnTo>
                      <a:pt x="1675" y="9509"/>
                    </a:lnTo>
                    <a:cubicBezTo>
                      <a:pt x="1678" y="9519"/>
                      <a:pt x="1685" y="9529"/>
                      <a:pt x="1695" y="9532"/>
                    </a:cubicBezTo>
                    <a:cubicBezTo>
                      <a:pt x="1698" y="9532"/>
                      <a:pt x="1701" y="9532"/>
                      <a:pt x="1705" y="9535"/>
                    </a:cubicBezTo>
                    <a:cubicBezTo>
                      <a:pt x="1711" y="9532"/>
                      <a:pt x="1718" y="9532"/>
                      <a:pt x="1724" y="9525"/>
                    </a:cubicBezTo>
                    <a:lnTo>
                      <a:pt x="9701" y="3098"/>
                    </a:lnTo>
                    <a:cubicBezTo>
                      <a:pt x="9708" y="3092"/>
                      <a:pt x="9711" y="3082"/>
                      <a:pt x="9711" y="3069"/>
                    </a:cubicBezTo>
                    <a:cubicBezTo>
                      <a:pt x="9708" y="3059"/>
                      <a:pt x="9701" y="3049"/>
                      <a:pt x="9692" y="3046"/>
                    </a:cubicBezTo>
                    <a:lnTo>
                      <a:pt x="15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8061;p89">
                <a:extLst>
                  <a:ext uri="{FF2B5EF4-FFF2-40B4-BE49-F238E27FC236}">
                    <a16:creationId xmlns:a16="http://schemas.microsoft.com/office/drawing/2014/main" id="{6FCA8899-9BDE-496A-C632-C4DFB57096C9}"/>
                  </a:ext>
                </a:extLst>
              </p:cNvPr>
              <p:cNvSpPr/>
              <p:nvPr/>
            </p:nvSpPr>
            <p:spPr>
              <a:xfrm flipH="1">
                <a:off x="7586191" y="3437731"/>
                <a:ext cx="517193" cy="389969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8062;p89">
                <a:extLst>
                  <a:ext uri="{FF2B5EF4-FFF2-40B4-BE49-F238E27FC236}">
                    <a16:creationId xmlns:a16="http://schemas.microsoft.com/office/drawing/2014/main" id="{265F483E-2ED4-BAE1-8093-C5A61BC3D332}"/>
                  </a:ext>
                </a:extLst>
              </p:cNvPr>
              <p:cNvSpPr/>
              <p:nvPr/>
            </p:nvSpPr>
            <p:spPr>
              <a:xfrm flipH="1">
                <a:off x="7601391" y="3435789"/>
                <a:ext cx="499830" cy="393464"/>
              </a:xfrm>
              <a:custGeom>
                <a:avLst/>
                <a:gdLst/>
                <a:ahLst/>
                <a:cxnLst/>
                <a:rect l="l" t="t" r="r" b="b"/>
                <a:pathLst>
                  <a:path w="9010" h="7092" extrusionOk="0">
                    <a:moveTo>
                      <a:pt x="7946" y="61"/>
                    </a:moveTo>
                    <a:cubicBezTo>
                      <a:pt x="8275" y="61"/>
                      <a:pt x="8520" y="149"/>
                      <a:pt x="8660" y="329"/>
                    </a:cubicBezTo>
                    <a:cubicBezTo>
                      <a:pt x="8944" y="681"/>
                      <a:pt x="8794" y="1351"/>
                      <a:pt x="8243" y="2209"/>
                    </a:cubicBezTo>
                    <a:cubicBezTo>
                      <a:pt x="7684" y="3074"/>
                      <a:pt x="6780" y="4027"/>
                      <a:pt x="5697" y="4889"/>
                    </a:cubicBezTo>
                    <a:cubicBezTo>
                      <a:pt x="4616" y="5754"/>
                      <a:pt x="3484" y="6420"/>
                      <a:pt x="2514" y="6772"/>
                    </a:cubicBezTo>
                    <a:cubicBezTo>
                      <a:pt x="2039" y="6945"/>
                      <a:pt x="1632" y="7032"/>
                      <a:pt x="1307" y="7032"/>
                    </a:cubicBezTo>
                    <a:cubicBezTo>
                      <a:pt x="976" y="7032"/>
                      <a:pt x="732" y="6942"/>
                      <a:pt x="588" y="6762"/>
                    </a:cubicBezTo>
                    <a:cubicBezTo>
                      <a:pt x="1" y="6021"/>
                      <a:pt x="1329" y="3975"/>
                      <a:pt x="3555" y="2202"/>
                    </a:cubicBezTo>
                    <a:cubicBezTo>
                      <a:pt x="4639" y="1341"/>
                      <a:pt x="5768" y="672"/>
                      <a:pt x="6738" y="319"/>
                    </a:cubicBezTo>
                    <a:cubicBezTo>
                      <a:pt x="7211" y="146"/>
                      <a:pt x="7619" y="61"/>
                      <a:pt x="7946" y="61"/>
                    </a:cubicBezTo>
                    <a:close/>
                    <a:moveTo>
                      <a:pt x="7942" y="1"/>
                    </a:moveTo>
                    <a:cubicBezTo>
                      <a:pt x="7609" y="1"/>
                      <a:pt x="7195" y="87"/>
                      <a:pt x="6715" y="260"/>
                    </a:cubicBezTo>
                    <a:cubicBezTo>
                      <a:pt x="5739" y="616"/>
                      <a:pt x="4603" y="1289"/>
                      <a:pt x="3516" y="2153"/>
                    </a:cubicBezTo>
                    <a:cubicBezTo>
                      <a:pt x="2429" y="3022"/>
                      <a:pt x="1522" y="3978"/>
                      <a:pt x="961" y="4850"/>
                    </a:cubicBezTo>
                    <a:cubicBezTo>
                      <a:pt x="393" y="5731"/>
                      <a:pt x="242" y="6426"/>
                      <a:pt x="543" y="6801"/>
                    </a:cubicBezTo>
                    <a:cubicBezTo>
                      <a:pt x="699" y="6994"/>
                      <a:pt x="961" y="7092"/>
                      <a:pt x="1310" y="7092"/>
                    </a:cubicBezTo>
                    <a:cubicBezTo>
                      <a:pt x="1643" y="7092"/>
                      <a:pt x="2061" y="7004"/>
                      <a:pt x="2537" y="6831"/>
                    </a:cubicBezTo>
                    <a:cubicBezTo>
                      <a:pt x="3513" y="6475"/>
                      <a:pt x="4649" y="5803"/>
                      <a:pt x="5736" y="4938"/>
                    </a:cubicBezTo>
                    <a:cubicBezTo>
                      <a:pt x="6826" y="4069"/>
                      <a:pt x="7730" y="3113"/>
                      <a:pt x="8295" y="2242"/>
                    </a:cubicBezTo>
                    <a:cubicBezTo>
                      <a:pt x="8863" y="1360"/>
                      <a:pt x="9010" y="665"/>
                      <a:pt x="8709" y="290"/>
                    </a:cubicBezTo>
                    <a:cubicBezTo>
                      <a:pt x="8555" y="97"/>
                      <a:pt x="8294" y="1"/>
                      <a:pt x="7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8063;p89">
                <a:extLst>
                  <a:ext uri="{FF2B5EF4-FFF2-40B4-BE49-F238E27FC236}">
                    <a16:creationId xmlns:a16="http://schemas.microsoft.com/office/drawing/2014/main" id="{F8C98DA6-7939-0B9C-30DA-0DF38D962DEB}"/>
                  </a:ext>
                </a:extLst>
              </p:cNvPr>
              <p:cNvSpPr/>
              <p:nvPr/>
            </p:nvSpPr>
            <p:spPr>
              <a:xfrm flipH="1">
                <a:off x="7586191" y="3437731"/>
                <a:ext cx="517193" cy="389969"/>
              </a:xfrm>
              <a:custGeom>
                <a:avLst/>
                <a:gdLst/>
                <a:ahLst/>
                <a:cxnLst/>
                <a:rect l="l" t="t" r="r" b="b"/>
                <a:pathLst>
                  <a:path w="9323" h="7029" extrusionOk="0">
                    <a:moveTo>
                      <a:pt x="7981" y="0"/>
                    </a:moveTo>
                    <a:cubicBezTo>
                      <a:pt x="6974" y="0"/>
                      <a:pt x="5254" y="806"/>
                      <a:pt x="3572" y="2148"/>
                    </a:cubicBezTo>
                    <a:cubicBezTo>
                      <a:pt x="1329" y="3933"/>
                      <a:pt x="1" y="5996"/>
                      <a:pt x="605" y="6750"/>
                    </a:cubicBezTo>
                    <a:cubicBezTo>
                      <a:pt x="755" y="6939"/>
                      <a:pt x="1011" y="7029"/>
                      <a:pt x="1347" y="7029"/>
                    </a:cubicBezTo>
                    <a:cubicBezTo>
                      <a:pt x="2353" y="7029"/>
                      <a:pt x="4070" y="6222"/>
                      <a:pt x="5752" y="4883"/>
                    </a:cubicBezTo>
                    <a:cubicBezTo>
                      <a:pt x="7994" y="3094"/>
                      <a:pt x="9323" y="1035"/>
                      <a:pt x="8722" y="278"/>
                    </a:cubicBezTo>
                    <a:cubicBezTo>
                      <a:pt x="8572" y="89"/>
                      <a:pt x="8316" y="0"/>
                      <a:pt x="79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8064;p89">
                <a:extLst>
                  <a:ext uri="{FF2B5EF4-FFF2-40B4-BE49-F238E27FC236}">
                    <a16:creationId xmlns:a16="http://schemas.microsoft.com/office/drawing/2014/main" id="{A7AE6B24-8B54-6990-61AD-81CA314BF664}"/>
                  </a:ext>
                </a:extLst>
              </p:cNvPr>
              <p:cNvSpPr/>
              <p:nvPr/>
            </p:nvSpPr>
            <p:spPr>
              <a:xfrm flipH="1">
                <a:off x="7768702" y="3511409"/>
                <a:ext cx="201596" cy="198341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575" extrusionOk="0">
                    <a:moveTo>
                      <a:pt x="2371" y="1"/>
                    </a:moveTo>
                    <a:cubicBezTo>
                      <a:pt x="2002" y="252"/>
                      <a:pt x="1623" y="526"/>
                      <a:pt x="1244" y="830"/>
                    </a:cubicBezTo>
                    <a:cubicBezTo>
                      <a:pt x="794" y="1189"/>
                      <a:pt x="376" y="1554"/>
                      <a:pt x="1" y="1917"/>
                    </a:cubicBezTo>
                    <a:cubicBezTo>
                      <a:pt x="304" y="3101"/>
                      <a:pt x="1731" y="3575"/>
                      <a:pt x="2681" y="2804"/>
                    </a:cubicBezTo>
                    <a:cubicBezTo>
                      <a:pt x="3634" y="2037"/>
                      <a:pt x="3467" y="542"/>
                      <a:pt x="237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A65A">
                      <a:alpha val="60392"/>
                    </a:srgbClr>
                  </a:gs>
                  <a:gs pos="100000">
                    <a:srgbClr val="D88794">
                      <a:alpha val="6117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05" name="Google Shape;8065;p89">
              <a:extLst>
                <a:ext uri="{FF2B5EF4-FFF2-40B4-BE49-F238E27FC236}">
                  <a16:creationId xmlns:a16="http://schemas.microsoft.com/office/drawing/2014/main" id="{CFA0C7FF-069C-2711-B9D8-1C3249B7807F}"/>
                </a:ext>
              </a:extLst>
            </p:cNvPr>
            <p:cNvSpPr/>
            <p:nvPr/>
          </p:nvSpPr>
          <p:spPr>
            <a:xfrm flipH="1">
              <a:off x="7771224" y="3509689"/>
              <a:ext cx="200875" cy="180144"/>
            </a:xfrm>
            <a:custGeom>
              <a:avLst/>
              <a:gdLst/>
              <a:ahLst/>
              <a:cxnLst/>
              <a:rect l="l" t="t" r="r" b="b"/>
              <a:pathLst>
                <a:path w="3621" h="3247" extrusionOk="0">
                  <a:moveTo>
                    <a:pt x="2403" y="67"/>
                  </a:moveTo>
                  <a:cubicBezTo>
                    <a:pt x="3467" y="606"/>
                    <a:pt x="3620" y="2065"/>
                    <a:pt x="2693" y="2816"/>
                  </a:cubicBezTo>
                  <a:cubicBezTo>
                    <a:pt x="2383" y="3067"/>
                    <a:pt x="2021" y="3183"/>
                    <a:pt x="1664" y="3183"/>
                  </a:cubicBezTo>
                  <a:cubicBezTo>
                    <a:pt x="955" y="3183"/>
                    <a:pt x="270" y="2724"/>
                    <a:pt x="65" y="1957"/>
                  </a:cubicBezTo>
                  <a:lnTo>
                    <a:pt x="69" y="1957"/>
                  </a:lnTo>
                  <a:cubicBezTo>
                    <a:pt x="454" y="1589"/>
                    <a:pt x="865" y="1226"/>
                    <a:pt x="1293" y="883"/>
                  </a:cubicBezTo>
                  <a:cubicBezTo>
                    <a:pt x="1649" y="600"/>
                    <a:pt x="2024" y="325"/>
                    <a:pt x="2403" y="67"/>
                  </a:cubicBezTo>
                  <a:close/>
                  <a:moveTo>
                    <a:pt x="2401" y="1"/>
                  </a:moveTo>
                  <a:cubicBezTo>
                    <a:pt x="2396" y="1"/>
                    <a:pt x="2391" y="2"/>
                    <a:pt x="2386" y="5"/>
                  </a:cubicBezTo>
                  <a:cubicBezTo>
                    <a:pt x="1998" y="267"/>
                    <a:pt x="1619" y="547"/>
                    <a:pt x="1257" y="835"/>
                  </a:cubicBezTo>
                  <a:cubicBezTo>
                    <a:pt x="819" y="1184"/>
                    <a:pt x="402" y="1549"/>
                    <a:pt x="13" y="1925"/>
                  </a:cubicBezTo>
                  <a:cubicBezTo>
                    <a:pt x="3" y="1935"/>
                    <a:pt x="0" y="1944"/>
                    <a:pt x="3" y="1954"/>
                  </a:cubicBezTo>
                  <a:cubicBezTo>
                    <a:pt x="154" y="2538"/>
                    <a:pt x="598" y="3002"/>
                    <a:pt x="1175" y="3172"/>
                  </a:cubicBezTo>
                  <a:cubicBezTo>
                    <a:pt x="1332" y="3221"/>
                    <a:pt x="1495" y="3243"/>
                    <a:pt x="1658" y="3243"/>
                  </a:cubicBezTo>
                  <a:lnTo>
                    <a:pt x="1658" y="3247"/>
                  </a:lnTo>
                  <a:cubicBezTo>
                    <a:pt x="2451" y="3247"/>
                    <a:pt x="3140" y="2698"/>
                    <a:pt x="3323" y="1928"/>
                  </a:cubicBezTo>
                  <a:cubicBezTo>
                    <a:pt x="3503" y="1154"/>
                    <a:pt x="3127" y="358"/>
                    <a:pt x="2416" y="5"/>
                  </a:cubicBezTo>
                  <a:cubicBezTo>
                    <a:pt x="2411" y="2"/>
                    <a:pt x="2406" y="1"/>
                    <a:pt x="2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4" name="Google Shape;5478;p75">
            <a:extLst>
              <a:ext uri="{FF2B5EF4-FFF2-40B4-BE49-F238E27FC236}">
                <a16:creationId xmlns:a16="http://schemas.microsoft.com/office/drawing/2014/main" id="{0DB07978-C1A0-019F-05BC-C777B43CAC68}"/>
              </a:ext>
            </a:extLst>
          </p:cNvPr>
          <p:cNvGrpSpPr/>
          <p:nvPr/>
        </p:nvGrpSpPr>
        <p:grpSpPr>
          <a:xfrm>
            <a:off x="7837795" y="4384579"/>
            <a:ext cx="877734" cy="648607"/>
            <a:chOff x="4256075" y="2554975"/>
            <a:chExt cx="2138727" cy="1580425"/>
          </a:xfrm>
        </p:grpSpPr>
        <p:sp>
          <p:nvSpPr>
            <p:cNvPr id="3325" name="Google Shape;5479;p75">
              <a:extLst>
                <a:ext uri="{FF2B5EF4-FFF2-40B4-BE49-F238E27FC236}">
                  <a16:creationId xmlns:a16="http://schemas.microsoft.com/office/drawing/2014/main" id="{C25BE86F-27D2-9D0D-5CD1-227F500F91BC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5480;p75">
              <a:extLst>
                <a:ext uri="{FF2B5EF4-FFF2-40B4-BE49-F238E27FC236}">
                  <a16:creationId xmlns:a16="http://schemas.microsoft.com/office/drawing/2014/main" id="{06AA9875-0C9D-8AEC-7C53-5A6767BA3771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5481;p75">
              <a:extLst>
                <a:ext uri="{FF2B5EF4-FFF2-40B4-BE49-F238E27FC236}">
                  <a16:creationId xmlns:a16="http://schemas.microsoft.com/office/drawing/2014/main" id="{8D17768A-70CA-2ED1-EE89-74D08AE20ACD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5482;p75">
              <a:extLst>
                <a:ext uri="{FF2B5EF4-FFF2-40B4-BE49-F238E27FC236}">
                  <a16:creationId xmlns:a16="http://schemas.microsoft.com/office/drawing/2014/main" id="{2798BD2D-D002-0075-9579-6B9BA434366A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5483;p75">
              <a:extLst>
                <a:ext uri="{FF2B5EF4-FFF2-40B4-BE49-F238E27FC236}">
                  <a16:creationId xmlns:a16="http://schemas.microsoft.com/office/drawing/2014/main" id="{B55EE32A-95DC-FDE7-AFCF-7A680E9FC88F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5484;p75">
              <a:extLst>
                <a:ext uri="{FF2B5EF4-FFF2-40B4-BE49-F238E27FC236}">
                  <a16:creationId xmlns:a16="http://schemas.microsoft.com/office/drawing/2014/main" id="{B7BFB203-CDE3-010F-CB16-7E711A65A641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5485;p75">
              <a:extLst>
                <a:ext uri="{FF2B5EF4-FFF2-40B4-BE49-F238E27FC236}">
                  <a16:creationId xmlns:a16="http://schemas.microsoft.com/office/drawing/2014/main" id="{ED5C2065-36F1-3797-3EEC-9D3B6D4BB6B5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5486;p75">
              <a:extLst>
                <a:ext uri="{FF2B5EF4-FFF2-40B4-BE49-F238E27FC236}">
                  <a16:creationId xmlns:a16="http://schemas.microsoft.com/office/drawing/2014/main" id="{9FFC0C2E-4AF4-BC45-91CA-D45863226C3C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5487;p75">
              <a:extLst>
                <a:ext uri="{FF2B5EF4-FFF2-40B4-BE49-F238E27FC236}">
                  <a16:creationId xmlns:a16="http://schemas.microsoft.com/office/drawing/2014/main" id="{F0DF43E7-41F6-4587-EFCA-BE876B60CB87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5488;p75">
              <a:extLst>
                <a:ext uri="{FF2B5EF4-FFF2-40B4-BE49-F238E27FC236}">
                  <a16:creationId xmlns:a16="http://schemas.microsoft.com/office/drawing/2014/main" id="{5A1416D1-3757-582A-114B-1B819A1AA5F6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5489;p75">
              <a:extLst>
                <a:ext uri="{FF2B5EF4-FFF2-40B4-BE49-F238E27FC236}">
                  <a16:creationId xmlns:a16="http://schemas.microsoft.com/office/drawing/2014/main" id="{AE4625BE-7013-D0F8-4FF5-9392109EF7A4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5490;p75">
              <a:extLst>
                <a:ext uri="{FF2B5EF4-FFF2-40B4-BE49-F238E27FC236}">
                  <a16:creationId xmlns:a16="http://schemas.microsoft.com/office/drawing/2014/main" id="{BDA7BB4C-5DA6-5DBD-FA6E-B982DD883DA8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5491;p75">
              <a:extLst>
                <a:ext uri="{FF2B5EF4-FFF2-40B4-BE49-F238E27FC236}">
                  <a16:creationId xmlns:a16="http://schemas.microsoft.com/office/drawing/2014/main" id="{82F8B8F9-9520-077C-B85D-DEA6A34B770C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5492;p75">
              <a:extLst>
                <a:ext uri="{FF2B5EF4-FFF2-40B4-BE49-F238E27FC236}">
                  <a16:creationId xmlns:a16="http://schemas.microsoft.com/office/drawing/2014/main" id="{BE083659-8E43-9F69-AA0E-F805C13FB927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9" name="Google Shape;5513;p75">
            <a:extLst>
              <a:ext uri="{FF2B5EF4-FFF2-40B4-BE49-F238E27FC236}">
                <a16:creationId xmlns:a16="http://schemas.microsoft.com/office/drawing/2014/main" id="{5F705FCE-A339-49AF-2945-F9B44ECD636F}"/>
              </a:ext>
            </a:extLst>
          </p:cNvPr>
          <p:cNvGrpSpPr/>
          <p:nvPr/>
        </p:nvGrpSpPr>
        <p:grpSpPr>
          <a:xfrm flipH="1">
            <a:off x="-1609082" y="4697186"/>
            <a:ext cx="747688" cy="446314"/>
            <a:chOff x="5274100" y="3743727"/>
            <a:chExt cx="880772" cy="525756"/>
          </a:xfrm>
        </p:grpSpPr>
        <p:sp>
          <p:nvSpPr>
            <p:cNvPr id="3340" name="Google Shape;5514;p75">
              <a:extLst>
                <a:ext uri="{FF2B5EF4-FFF2-40B4-BE49-F238E27FC236}">
                  <a16:creationId xmlns:a16="http://schemas.microsoft.com/office/drawing/2014/main" id="{D7BCDE3E-A00D-795C-63B5-4DABDBFF7EE9}"/>
                </a:ext>
              </a:extLst>
            </p:cNvPr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5515;p75">
              <a:extLst>
                <a:ext uri="{FF2B5EF4-FFF2-40B4-BE49-F238E27FC236}">
                  <a16:creationId xmlns:a16="http://schemas.microsoft.com/office/drawing/2014/main" id="{0934A5AD-9DD2-97A2-9597-08C65B76262E}"/>
                </a:ext>
              </a:extLst>
            </p:cNvPr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5516;p75">
              <a:extLst>
                <a:ext uri="{FF2B5EF4-FFF2-40B4-BE49-F238E27FC236}">
                  <a16:creationId xmlns:a16="http://schemas.microsoft.com/office/drawing/2014/main" id="{AE765AC5-7616-8CE8-B026-793D28C2DCCA}"/>
                </a:ext>
              </a:extLst>
            </p:cNvPr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5517;p75">
              <a:extLst>
                <a:ext uri="{FF2B5EF4-FFF2-40B4-BE49-F238E27FC236}">
                  <a16:creationId xmlns:a16="http://schemas.microsoft.com/office/drawing/2014/main" id="{0DD367D5-0944-946B-E438-8A6131E8D710}"/>
                </a:ext>
              </a:extLst>
            </p:cNvPr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5518;p75">
              <a:extLst>
                <a:ext uri="{FF2B5EF4-FFF2-40B4-BE49-F238E27FC236}">
                  <a16:creationId xmlns:a16="http://schemas.microsoft.com/office/drawing/2014/main" id="{82DF122D-35FF-35C1-53AC-5C6F0B695C2D}"/>
                </a:ext>
              </a:extLst>
            </p:cNvPr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5519;p75">
              <a:extLst>
                <a:ext uri="{FF2B5EF4-FFF2-40B4-BE49-F238E27FC236}">
                  <a16:creationId xmlns:a16="http://schemas.microsoft.com/office/drawing/2014/main" id="{E194A9C9-E732-6077-38B5-BA02AAF8C827}"/>
                </a:ext>
              </a:extLst>
            </p:cNvPr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5520;p75">
              <a:extLst>
                <a:ext uri="{FF2B5EF4-FFF2-40B4-BE49-F238E27FC236}">
                  <a16:creationId xmlns:a16="http://schemas.microsoft.com/office/drawing/2014/main" id="{AA7F8FAD-E39D-313B-7BA0-B901D37E8B45}"/>
                </a:ext>
              </a:extLst>
            </p:cNvPr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5521;p75">
              <a:extLst>
                <a:ext uri="{FF2B5EF4-FFF2-40B4-BE49-F238E27FC236}">
                  <a16:creationId xmlns:a16="http://schemas.microsoft.com/office/drawing/2014/main" id="{48376750-B523-4894-1767-0DC4ADE9F273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5522;p75">
              <a:extLst>
                <a:ext uri="{FF2B5EF4-FFF2-40B4-BE49-F238E27FC236}">
                  <a16:creationId xmlns:a16="http://schemas.microsoft.com/office/drawing/2014/main" id="{B68E6576-0B9C-6551-1F4C-799561344C6F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5523;p75">
              <a:extLst>
                <a:ext uri="{FF2B5EF4-FFF2-40B4-BE49-F238E27FC236}">
                  <a16:creationId xmlns:a16="http://schemas.microsoft.com/office/drawing/2014/main" id="{B510780C-33C1-52BD-217F-63D09EF5802E}"/>
                </a:ext>
              </a:extLst>
            </p:cNvPr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5524;p75">
              <a:extLst>
                <a:ext uri="{FF2B5EF4-FFF2-40B4-BE49-F238E27FC236}">
                  <a16:creationId xmlns:a16="http://schemas.microsoft.com/office/drawing/2014/main" id="{B3E93F25-CF76-251E-0EEF-FBE1C0518EFF}"/>
                </a:ext>
              </a:extLst>
            </p:cNvPr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5525;p75">
              <a:extLst>
                <a:ext uri="{FF2B5EF4-FFF2-40B4-BE49-F238E27FC236}">
                  <a16:creationId xmlns:a16="http://schemas.microsoft.com/office/drawing/2014/main" id="{6E725676-DBBE-B7FB-C065-C8D3D15D1ACB}"/>
                </a:ext>
              </a:extLst>
            </p:cNvPr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5526;p75">
              <a:extLst>
                <a:ext uri="{FF2B5EF4-FFF2-40B4-BE49-F238E27FC236}">
                  <a16:creationId xmlns:a16="http://schemas.microsoft.com/office/drawing/2014/main" id="{6BDDDD3B-2AF8-F6BB-72C6-1623571A74E1}"/>
                </a:ext>
              </a:extLst>
            </p:cNvPr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5527;p75">
              <a:extLst>
                <a:ext uri="{FF2B5EF4-FFF2-40B4-BE49-F238E27FC236}">
                  <a16:creationId xmlns:a16="http://schemas.microsoft.com/office/drawing/2014/main" id="{A1C0601F-0720-993C-352A-35E2F750F97F}"/>
                </a:ext>
              </a:extLst>
            </p:cNvPr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5528;p75">
              <a:extLst>
                <a:ext uri="{FF2B5EF4-FFF2-40B4-BE49-F238E27FC236}">
                  <a16:creationId xmlns:a16="http://schemas.microsoft.com/office/drawing/2014/main" id="{C68DE531-D471-BE61-AEA6-F7B095029C75}"/>
                </a:ext>
              </a:extLst>
            </p:cNvPr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5529;p75">
              <a:extLst>
                <a:ext uri="{FF2B5EF4-FFF2-40B4-BE49-F238E27FC236}">
                  <a16:creationId xmlns:a16="http://schemas.microsoft.com/office/drawing/2014/main" id="{3ABEC49B-1E95-2254-C00F-026BF1AD62A6}"/>
                </a:ext>
              </a:extLst>
            </p:cNvPr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5530;p75">
              <a:extLst>
                <a:ext uri="{FF2B5EF4-FFF2-40B4-BE49-F238E27FC236}">
                  <a16:creationId xmlns:a16="http://schemas.microsoft.com/office/drawing/2014/main" id="{34A4DCB2-C749-247F-E86D-61BB5AC332CA}"/>
                </a:ext>
              </a:extLst>
            </p:cNvPr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5531;p75">
              <a:extLst>
                <a:ext uri="{FF2B5EF4-FFF2-40B4-BE49-F238E27FC236}">
                  <a16:creationId xmlns:a16="http://schemas.microsoft.com/office/drawing/2014/main" id="{0288764C-1AB6-E234-AB86-E4715EF13BDD}"/>
                </a:ext>
              </a:extLst>
            </p:cNvPr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5532;p75">
              <a:extLst>
                <a:ext uri="{FF2B5EF4-FFF2-40B4-BE49-F238E27FC236}">
                  <a16:creationId xmlns:a16="http://schemas.microsoft.com/office/drawing/2014/main" id="{24CB0731-2A15-A84B-7EF5-C411553A624E}"/>
                </a:ext>
              </a:extLst>
            </p:cNvPr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5533;p75">
              <a:extLst>
                <a:ext uri="{FF2B5EF4-FFF2-40B4-BE49-F238E27FC236}">
                  <a16:creationId xmlns:a16="http://schemas.microsoft.com/office/drawing/2014/main" id="{0437F3ED-9E61-15B7-7A77-B948C96F3FF2}"/>
                </a:ext>
              </a:extLst>
            </p:cNvPr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5534;p75">
              <a:extLst>
                <a:ext uri="{FF2B5EF4-FFF2-40B4-BE49-F238E27FC236}">
                  <a16:creationId xmlns:a16="http://schemas.microsoft.com/office/drawing/2014/main" id="{B16304F1-655B-0B71-59B3-90F4A31F67F4}"/>
                </a:ext>
              </a:extLst>
            </p:cNvPr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5535;p75">
              <a:extLst>
                <a:ext uri="{FF2B5EF4-FFF2-40B4-BE49-F238E27FC236}">
                  <a16:creationId xmlns:a16="http://schemas.microsoft.com/office/drawing/2014/main" id="{0E108F3A-86A6-BCFD-9F4E-A2F516200D06}"/>
                </a:ext>
              </a:extLst>
            </p:cNvPr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2" name="Google Shape;5536;p75">
            <a:extLst>
              <a:ext uri="{FF2B5EF4-FFF2-40B4-BE49-F238E27FC236}">
                <a16:creationId xmlns:a16="http://schemas.microsoft.com/office/drawing/2014/main" id="{C1457886-810B-953F-77C0-2941D0EE1939}"/>
              </a:ext>
            </a:extLst>
          </p:cNvPr>
          <p:cNvGrpSpPr/>
          <p:nvPr/>
        </p:nvGrpSpPr>
        <p:grpSpPr>
          <a:xfrm flipH="1">
            <a:off x="7811535" y="4922152"/>
            <a:ext cx="641702" cy="221348"/>
            <a:chOff x="3010500" y="4887550"/>
            <a:chExt cx="636925" cy="219700"/>
          </a:xfrm>
        </p:grpSpPr>
        <p:sp>
          <p:nvSpPr>
            <p:cNvPr id="3363" name="Google Shape;5537;p75">
              <a:extLst>
                <a:ext uri="{FF2B5EF4-FFF2-40B4-BE49-F238E27FC236}">
                  <a16:creationId xmlns:a16="http://schemas.microsoft.com/office/drawing/2014/main" id="{1B0D16E9-C2FD-E029-E971-315183AC34F8}"/>
                </a:ext>
              </a:extLst>
            </p:cNvPr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5538;p75">
              <a:extLst>
                <a:ext uri="{FF2B5EF4-FFF2-40B4-BE49-F238E27FC236}">
                  <a16:creationId xmlns:a16="http://schemas.microsoft.com/office/drawing/2014/main" id="{8A5D0C07-B178-2A60-BADD-A1FB397801A8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5539;p75">
              <a:extLst>
                <a:ext uri="{FF2B5EF4-FFF2-40B4-BE49-F238E27FC236}">
                  <a16:creationId xmlns:a16="http://schemas.microsoft.com/office/drawing/2014/main" id="{B548D427-2222-5C4C-05BB-53F3D43642F7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5540;p75">
              <a:extLst>
                <a:ext uri="{FF2B5EF4-FFF2-40B4-BE49-F238E27FC236}">
                  <a16:creationId xmlns:a16="http://schemas.microsoft.com/office/drawing/2014/main" id="{915DFD29-FDCB-F6C8-159B-4ADE0DABBA0F}"/>
                </a:ext>
              </a:extLst>
            </p:cNvPr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5541;p75">
              <a:extLst>
                <a:ext uri="{FF2B5EF4-FFF2-40B4-BE49-F238E27FC236}">
                  <a16:creationId xmlns:a16="http://schemas.microsoft.com/office/drawing/2014/main" id="{E2D4BF8E-9C54-F9AC-7C5E-B0B38C177A17}"/>
                </a:ext>
              </a:extLst>
            </p:cNvPr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5542;p75">
              <a:extLst>
                <a:ext uri="{FF2B5EF4-FFF2-40B4-BE49-F238E27FC236}">
                  <a16:creationId xmlns:a16="http://schemas.microsoft.com/office/drawing/2014/main" id="{38AB0244-281E-5BC9-315D-ECEDD41790BF}"/>
                </a:ext>
              </a:extLst>
            </p:cNvPr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5543;p75">
              <a:extLst>
                <a:ext uri="{FF2B5EF4-FFF2-40B4-BE49-F238E27FC236}">
                  <a16:creationId xmlns:a16="http://schemas.microsoft.com/office/drawing/2014/main" id="{7C92E4F7-9A8B-7E23-7EB8-8666D1BFB4F4}"/>
                </a:ext>
              </a:extLst>
            </p:cNvPr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5544;p75">
              <a:extLst>
                <a:ext uri="{FF2B5EF4-FFF2-40B4-BE49-F238E27FC236}">
                  <a16:creationId xmlns:a16="http://schemas.microsoft.com/office/drawing/2014/main" id="{A4820003-1080-1DB1-90AC-478C4D7932A2}"/>
                </a:ext>
              </a:extLst>
            </p:cNvPr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5545;p75">
              <a:extLst>
                <a:ext uri="{FF2B5EF4-FFF2-40B4-BE49-F238E27FC236}">
                  <a16:creationId xmlns:a16="http://schemas.microsoft.com/office/drawing/2014/main" id="{FEB8ECBD-F809-F621-3666-745768D8C215}"/>
                </a:ext>
              </a:extLst>
            </p:cNvPr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5546;p75">
              <a:extLst>
                <a:ext uri="{FF2B5EF4-FFF2-40B4-BE49-F238E27FC236}">
                  <a16:creationId xmlns:a16="http://schemas.microsoft.com/office/drawing/2014/main" id="{1D7B4F86-9219-6960-F9DF-F20504C9846B}"/>
                </a:ext>
              </a:extLst>
            </p:cNvPr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5547;p75">
              <a:extLst>
                <a:ext uri="{FF2B5EF4-FFF2-40B4-BE49-F238E27FC236}">
                  <a16:creationId xmlns:a16="http://schemas.microsoft.com/office/drawing/2014/main" id="{F138541A-3DB0-7862-1470-CEC0CD81FF1C}"/>
                </a:ext>
              </a:extLst>
            </p:cNvPr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5548;p75">
              <a:extLst>
                <a:ext uri="{FF2B5EF4-FFF2-40B4-BE49-F238E27FC236}">
                  <a16:creationId xmlns:a16="http://schemas.microsoft.com/office/drawing/2014/main" id="{CDCC07C6-BC69-15F0-839E-5D895CDC9656}"/>
                </a:ext>
              </a:extLst>
            </p:cNvPr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5549;p75">
              <a:extLst>
                <a:ext uri="{FF2B5EF4-FFF2-40B4-BE49-F238E27FC236}">
                  <a16:creationId xmlns:a16="http://schemas.microsoft.com/office/drawing/2014/main" id="{ABA1289E-E223-C9BF-3B6C-630684D3CBFA}"/>
                </a:ext>
              </a:extLst>
            </p:cNvPr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5550;p75">
              <a:extLst>
                <a:ext uri="{FF2B5EF4-FFF2-40B4-BE49-F238E27FC236}">
                  <a16:creationId xmlns:a16="http://schemas.microsoft.com/office/drawing/2014/main" id="{2FF00A69-17F3-25FC-711A-512FFBABF1B9}"/>
                </a:ext>
              </a:extLst>
            </p:cNvPr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5551;p75">
              <a:extLst>
                <a:ext uri="{FF2B5EF4-FFF2-40B4-BE49-F238E27FC236}">
                  <a16:creationId xmlns:a16="http://schemas.microsoft.com/office/drawing/2014/main" id="{0EA9984E-6B86-33F8-6C41-4805AC06E8F1}"/>
                </a:ext>
              </a:extLst>
            </p:cNvPr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5552;p75">
              <a:extLst>
                <a:ext uri="{FF2B5EF4-FFF2-40B4-BE49-F238E27FC236}">
                  <a16:creationId xmlns:a16="http://schemas.microsoft.com/office/drawing/2014/main" id="{CD118799-18A1-A611-28AB-E6A3F3B3F623}"/>
                </a:ext>
              </a:extLst>
            </p:cNvPr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9" name="Google Shape;5553;p75">
            <a:extLst>
              <a:ext uri="{FF2B5EF4-FFF2-40B4-BE49-F238E27FC236}">
                <a16:creationId xmlns:a16="http://schemas.microsoft.com/office/drawing/2014/main" id="{829CD896-97EA-59F5-E468-7F3C7EA9702C}"/>
              </a:ext>
            </a:extLst>
          </p:cNvPr>
          <p:cNvGrpSpPr/>
          <p:nvPr/>
        </p:nvGrpSpPr>
        <p:grpSpPr>
          <a:xfrm flipH="1">
            <a:off x="822688" y="4939475"/>
            <a:ext cx="918676" cy="298338"/>
            <a:chOff x="3099775" y="2031950"/>
            <a:chExt cx="513600" cy="166800"/>
          </a:xfrm>
        </p:grpSpPr>
        <p:sp>
          <p:nvSpPr>
            <p:cNvPr id="3380" name="Google Shape;5554;p75">
              <a:extLst>
                <a:ext uri="{FF2B5EF4-FFF2-40B4-BE49-F238E27FC236}">
                  <a16:creationId xmlns:a16="http://schemas.microsoft.com/office/drawing/2014/main" id="{D8EA16D4-5661-B780-3B21-0AA4C795E91A}"/>
                </a:ext>
              </a:extLst>
            </p:cNvPr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5555;p75">
              <a:extLst>
                <a:ext uri="{FF2B5EF4-FFF2-40B4-BE49-F238E27FC236}">
                  <a16:creationId xmlns:a16="http://schemas.microsoft.com/office/drawing/2014/main" id="{8E94B2AC-DC14-6C2C-FDBF-38949A330AD6}"/>
                </a:ext>
              </a:extLst>
            </p:cNvPr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5556;p75">
              <a:extLst>
                <a:ext uri="{FF2B5EF4-FFF2-40B4-BE49-F238E27FC236}">
                  <a16:creationId xmlns:a16="http://schemas.microsoft.com/office/drawing/2014/main" id="{7BFC6233-9A47-09FB-A438-4993FE531A6C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5557;p75">
              <a:extLst>
                <a:ext uri="{FF2B5EF4-FFF2-40B4-BE49-F238E27FC236}">
                  <a16:creationId xmlns:a16="http://schemas.microsoft.com/office/drawing/2014/main" id="{AB376093-884A-23A4-8B2D-4A109EF0E8FD}"/>
                </a:ext>
              </a:extLst>
            </p:cNvPr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5558;p75">
              <a:extLst>
                <a:ext uri="{FF2B5EF4-FFF2-40B4-BE49-F238E27FC236}">
                  <a16:creationId xmlns:a16="http://schemas.microsoft.com/office/drawing/2014/main" id="{554332D9-0B5F-8EAB-23F9-F7397D35C79F}"/>
                </a:ext>
              </a:extLst>
            </p:cNvPr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5559;p75">
              <a:extLst>
                <a:ext uri="{FF2B5EF4-FFF2-40B4-BE49-F238E27FC236}">
                  <a16:creationId xmlns:a16="http://schemas.microsoft.com/office/drawing/2014/main" id="{0DAD9BC4-4D78-C4A1-1DF0-4A0B41720B2D}"/>
                </a:ext>
              </a:extLst>
            </p:cNvPr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5560;p75">
              <a:extLst>
                <a:ext uri="{FF2B5EF4-FFF2-40B4-BE49-F238E27FC236}">
                  <a16:creationId xmlns:a16="http://schemas.microsoft.com/office/drawing/2014/main" id="{11FB3001-B409-97C5-116A-FA637BE34BA7}"/>
                </a:ext>
              </a:extLst>
            </p:cNvPr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5561;p75">
              <a:extLst>
                <a:ext uri="{FF2B5EF4-FFF2-40B4-BE49-F238E27FC236}">
                  <a16:creationId xmlns:a16="http://schemas.microsoft.com/office/drawing/2014/main" id="{AD6DD0CA-E5E1-2DC7-2104-E025E1D9F63B}"/>
                </a:ext>
              </a:extLst>
            </p:cNvPr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5562;p75">
              <a:extLst>
                <a:ext uri="{FF2B5EF4-FFF2-40B4-BE49-F238E27FC236}">
                  <a16:creationId xmlns:a16="http://schemas.microsoft.com/office/drawing/2014/main" id="{506462D7-89EA-DE6A-E051-D4398AD6AA87}"/>
                </a:ext>
              </a:extLst>
            </p:cNvPr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5563;p75">
              <a:extLst>
                <a:ext uri="{FF2B5EF4-FFF2-40B4-BE49-F238E27FC236}">
                  <a16:creationId xmlns:a16="http://schemas.microsoft.com/office/drawing/2014/main" id="{C7434D7C-7B4F-B252-66A9-1D5032B6EDF7}"/>
                </a:ext>
              </a:extLst>
            </p:cNvPr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5564;p75">
              <a:extLst>
                <a:ext uri="{FF2B5EF4-FFF2-40B4-BE49-F238E27FC236}">
                  <a16:creationId xmlns:a16="http://schemas.microsoft.com/office/drawing/2014/main" id="{D8919FE8-0783-70CE-6E4E-AE3667BCD9BD}"/>
                </a:ext>
              </a:extLst>
            </p:cNvPr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5565;p75">
              <a:extLst>
                <a:ext uri="{FF2B5EF4-FFF2-40B4-BE49-F238E27FC236}">
                  <a16:creationId xmlns:a16="http://schemas.microsoft.com/office/drawing/2014/main" id="{A1BAF068-D002-BC18-2B8E-20CA9844774F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5566;p75">
              <a:extLst>
                <a:ext uri="{FF2B5EF4-FFF2-40B4-BE49-F238E27FC236}">
                  <a16:creationId xmlns:a16="http://schemas.microsoft.com/office/drawing/2014/main" id="{3BDBAFF3-21E8-6DDC-105E-7412C03E331A}"/>
                </a:ext>
              </a:extLst>
            </p:cNvPr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5567;p75">
              <a:extLst>
                <a:ext uri="{FF2B5EF4-FFF2-40B4-BE49-F238E27FC236}">
                  <a16:creationId xmlns:a16="http://schemas.microsoft.com/office/drawing/2014/main" id="{E383128F-EB5D-CA40-E624-74F99A5547BD}"/>
                </a:ext>
              </a:extLst>
            </p:cNvPr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5568;p75">
              <a:extLst>
                <a:ext uri="{FF2B5EF4-FFF2-40B4-BE49-F238E27FC236}">
                  <a16:creationId xmlns:a16="http://schemas.microsoft.com/office/drawing/2014/main" id="{EEFAB6E7-B13E-9193-75AE-8FC46E11E383}"/>
                </a:ext>
              </a:extLst>
            </p:cNvPr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5569;p75">
              <a:extLst>
                <a:ext uri="{FF2B5EF4-FFF2-40B4-BE49-F238E27FC236}">
                  <a16:creationId xmlns:a16="http://schemas.microsoft.com/office/drawing/2014/main" id="{D917A711-7759-0FFF-C3BD-DAF556D7357E}"/>
                </a:ext>
              </a:extLst>
            </p:cNvPr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5570;p75">
              <a:extLst>
                <a:ext uri="{FF2B5EF4-FFF2-40B4-BE49-F238E27FC236}">
                  <a16:creationId xmlns:a16="http://schemas.microsoft.com/office/drawing/2014/main" id="{0C8ACF1E-FC19-F75C-6BAD-6ABA74133E84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5571;p75">
              <a:extLst>
                <a:ext uri="{FF2B5EF4-FFF2-40B4-BE49-F238E27FC236}">
                  <a16:creationId xmlns:a16="http://schemas.microsoft.com/office/drawing/2014/main" id="{C85E3EAB-73E7-ACF5-4916-D754EFBB2A72}"/>
                </a:ext>
              </a:extLst>
            </p:cNvPr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5572;p75">
              <a:extLst>
                <a:ext uri="{FF2B5EF4-FFF2-40B4-BE49-F238E27FC236}">
                  <a16:creationId xmlns:a16="http://schemas.microsoft.com/office/drawing/2014/main" id="{3BC0F79C-554A-469C-EF61-3CB46DBFC995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5573;p75">
              <a:extLst>
                <a:ext uri="{FF2B5EF4-FFF2-40B4-BE49-F238E27FC236}">
                  <a16:creationId xmlns:a16="http://schemas.microsoft.com/office/drawing/2014/main" id="{2EA5DAB2-3DDD-D889-0E2C-DFC115EDFF8E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5574;p75">
              <a:extLst>
                <a:ext uri="{FF2B5EF4-FFF2-40B4-BE49-F238E27FC236}">
                  <a16:creationId xmlns:a16="http://schemas.microsoft.com/office/drawing/2014/main" id="{E1BC50B8-D2EA-C110-A2DB-B487D524AD07}"/>
                </a:ext>
              </a:extLst>
            </p:cNvPr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5575;p75">
              <a:extLst>
                <a:ext uri="{FF2B5EF4-FFF2-40B4-BE49-F238E27FC236}">
                  <a16:creationId xmlns:a16="http://schemas.microsoft.com/office/drawing/2014/main" id="{F5BE2332-377B-1E96-8E12-8011506CF03E}"/>
                </a:ext>
              </a:extLst>
            </p:cNvPr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5576;p75">
              <a:extLst>
                <a:ext uri="{FF2B5EF4-FFF2-40B4-BE49-F238E27FC236}">
                  <a16:creationId xmlns:a16="http://schemas.microsoft.com/office/drawing/2014/main" id="{7F3A0E92-8447-067F-DFC3-66D5DC0808EA}"/>
                </a:ext>
              </a:extLst>
            </p:cNvPr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5577;p75">
              <a:extLst>
                <a:ext uri="{FF2B5EF4-FFF2-40B4-BE49-F238E27FC236}">
                  <a16:creationId xmlns:a16="http://schemas.microsoft.com/office/drawing/2014/main" id="{2D1BF72C-0D65-7354-152A-42B0CEFAF14D}"/>
                </a:ext>
              </a:extLst>
            </p:cNvPr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5578;p75">
              <a:extLst>
                <a:ext uri="{FF2B5EF4-FFF2-40B4-BE49-F238E27FC236}">
                  <a16:creationId xmlns:a16="http://schemas.microsoft.com/office/drawing/2014/main" id="{B9087521-F93E-DC3A-AC12-506DD8F733E2}"/>
                </a:ext>
              </a:extLst>
            </p:cNvPr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5579;p75">
              <a:extLst>
                <a:ext uri="{FF2B5EF4-FFF2-40B4-BE49-F238E27FC236}">
                  <a16:creationId xmlns:a16="http://schemas.microsoft.com/office/drawing/2014/main" id="{D1E64C50-88F5-13E3-979E-32273EEAEDF1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5580;p75">
              <a:extLst>
                <a:ext uri="{FF2B5EF4-FFF2-40B4-BE49-F238E27FC236}">
                  <a16:creationId xmlns:a16="http://schemas.microsoft.com/office/drawing/2014/main" id="{B32BC219-EBBB-EC8C-B7C6-F3E09409FF9C}"/>
                </a:ext>
              </a:extLst>
            </p:cNvPr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5581;p75">
              <a:extLst>
                <a:ext uri="{FF2B5EF4-FFF2-40B4-BE49-F238E27FC236}">
                  <a16:creationId xmlns:a16="http://schemas.microsoft.com/office/drawing/2014/main" id="{E908DCF3-B2DE-ADDB-4686-39540D5BB3F2}"/>
                </a:ext>
              </a:extLst>
            </p:cNvPr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5582;p75">
              <a:extLst>
                <a:ext uri="{FF2B5EF4-FFF2-40B4-BE49-F238E27FC236}">
                  <a16:creationId xmlns:a16="http://schemas.microsoft.com/office/drawing/2014/main" id="{040D4E87-056D-9A10-10D4-E0B03E9E0FBF}"/>
                </a:ext>
              </a:extLst>
            </p:cNvPr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9" name="Google Shape;7178;p83">
            <a:extLst>
              <a:ext uri="{FF2B5EF4-FFF2-40B4-BE49-F238E27FC236}">
                <a16:creationId xmlns:a16="http://schemas.microsoft.com/office/drawing/2014/main" id="{A7273C29-AFCA-749C-0E91-C0CDA87D781A}"/>
              </a:ext>
            </a:extLst>
          </p:cNvPr>
          <p:cNvGrpSpPr/>
          <p:nvPr/>
        </p:nvGrpSpPr>
        <p:grpSpPr>
          <a:xfrm>
            <a:off x="3582964" y="-504443"/>
            <a:ext cx="3634440" cy="504443"/>
            <a:chOff x="3468945" y="990512"/>
            <a:chExt cx="2949314" cy="409351"/>
          </a:xfrm>
        </p:grpSpPr>
        <p:sp>
          <p:nvSpPr>
            <p:cNvPr id="3410" name="Google Shape;7179;p83">
              <a:extLst>
                <a:ext uri="{FF2B5EF4-FFF2-40B4-BE49-F238E27FC236}">
                  <a16:creationId xmlns:a16="http://schemas.microsoft.com/office/drawing/2014/main" id="{6006E77E-93A4-B249-8196-4B270EFABC8A}"/>
                </a:ext>
              </a:extLst>
            </p:cNvPr>
            <p:cNvSpPr/>
            <p:nvPr/>
          </p:nvSpPr>
          <p:spPr>
            <a:xfrm>
              <a:off x="3471784" y="992487"/>
              <a:ext cx="2946475" cy="407376"/>
            </a:xfrm>
            <a:custGeom>
              <a:avLst/>
              <a:gdLst/>
              <a:ahLst/>
              <a:cxnLst/>
              <a:rect l="l" t="t" r="r" b="b"/>
              <a:pathLst>
                <a:path w="47751" h="6602" extrusionOk="0">
                  <a:moveTo>
                    <a:pt x="0" y="1378"/>
                  </a:moveTo>
                  <a:lnTo>
                    <a:pt x="10252" y="6602"/>
                  </a:lnTo>
                  <a:lnTo>
                    <a:pt x="47751" y="6602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dk1">
                <a:alpha val="139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7180;p83">
              <a:extLst>
                <a:ext uri="{FF2B5EF4-FFF2-40B4-BE49-F238E27FC236}">
                  <a16:creationId xmlns:a16="http://schemas.microsoft.com/office/drawing/2014/main" id="{A5DBE00A-BA45-8B1C-2D13-B9A19BD15077}"/>
                </a:ext>
              </a:extLst>
            </p:cNvPr>
            <p:cNvSpPr/>
            <p:nvPr/>
          </p:nvSpPr>
          <p:spPr>
            <a:xfrm>
              <a:off x="3471784" y="992487"/>
              <a:ext cx="2053357" cy="94224"/>
            </a:xfrm>
            <a:custGeom>
              <a:avLst/>
              <a:gdLst/>
              <a:ahLst/>
              <a:cxnLst/>
              <a:rect l="l" t="t" r="r" b="b"/>
              <a:pathLst>
                <a:path w="3327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33276" y="1526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7181;p83">
              <a:extLst>
                <a:ext uri="{FF2B5EF4-FFF2-40B4-BE49-F238E27FC236}">
                  <a16:creationId xmlns:a16="http://schemas.microsoft.com/office/drawing/2014/main" id="{DEA1498D-6542-876C-F1D6-AEE460E5BB11}"/>
                </a:ext>
              </a:extLst>
            </p:cNvPr>
            <p:cNvSpPr/>
            <p:nvPr/>
          </p:nvSpPr>
          <p:spPr>
            <a:xfrm>
              <a:off x="3469562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6" y="65"/>
                  </a:moveTo>
                  <a:lnTo>
                    <a:pt x="33276" y="1522"/>
                  </a:lnTo>
                  <a:lnTo>
                    <a:pt x="69" y="1522"/>
                  </a:lnTo>
                  <a:lnTo>
                    <a:pt x="69" y="65"/>
                  </a:lnTo>
                  <a:close/>
                  <a:moveTo>
                    <a:pt x="36" y="0"/>
                  </a:moveTo>
                  <a:cubicBezTo>
                    <a:pt x="18" y="0"/>
                    <a:pt x="0" y="15"/>
                    <a:pt x="4" y="33"/>
                  </a:cubicBezTo>
                  <a:lnTo>
                    <a:pt x="4" y="1558"/>
                  </a:lnTo>
                  <a:cubicBezTo>
                    <a:pt x="4" y="1576"/>
                    <a:pt x="18" y="1591"/>
                    <a:pt x="36" y="1591"/>
                  </a:cubicBezTo>
                  <a:lnTo>
                    <a:pt x="33309" y="1591"/>
                  </a:lnTo>
                  <a:cubicBezTo>
                    <a:pt x="33327" y="1591"/>
                    <a:pt x="33341" y="1576"/>
                    <a:pt x="33341" y="1558"/>
                  </a:cubicBezTo>
                  <a:lnTo>
                    <a:pt x="33341" y="33"/>
                  </a:lnTo>
                  <a:cubicBezTo>
                    <a:pt x="33341" y="15"/>
                    <a:pt x="33327" y="0"/>
                    <a:pt x="3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7182;p83">
              <a:extLst>
                <a:ext uri="{FF2B5EF4-FFF2-40B4-BE49-F238E27FC236}">
                  <a16:creationId xmlns:a16="http://schemas.microsoft.com/office/drawing/2014/main" id="{07F29551-A995-418C-4E6D-6B67A345659D}"/>
                </a:ext>
              </a:extLst>
            </p:cNvPr>
            <p:cNvSpPr/>
            <p:nvPr/>
          </p:nvSpPr>
          <p:spPr>
            <a:xfrm>
              <a:off x="3471784" y="1086648"/>
              <a:ext cx="2053357" cy="26163"/>
            </a:xfrm>
            <a:custGeom>
              <a:avLst/>
              <a:gdLst/>
              <a:ahLst/>
              <a:cxnLst/>
              <a:rect l="l" t="t" r="r" b="b"/>
              <a:pathLst>
                <a:path w="33277" h="424" extrusionOk="0">
                  <a:moveTo>
                    <a:pt x="0" y="0"/>
                  </a:moveTo>
                  <a:lnTo>
                    <a:pt x="2520" y="423"/>
                  </a:lnTo>
                  <a:lnTo>
                    <a:pt x="30753" y="423"/>
                  </a:lnTo>
                  <a:lnTo>
                    <a:pt x="3327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7183;p83">
              <a:extLst>
                <a:ext uri="{FF2B5EF4-FFF2-40B4-BE49-F238E27FC236}">
                  <a16:creationId xmlns:a16="http://schemas.microsoft.com/office/drawing/2014/main" id="{C8AFB2E6-AE7F-9505-4B7B-A6CB900F3A64}"/>
                </a:ext>
              </a:extLst>
            </p:cNvPr>
            <p:cNvSpPr/>
            <p:nvPr/>
          </p:nvSpPr>
          <p:spPr>
            <a:xfrm>
              <a:off x="3468945" y="1084612"/>
              <a:ext cx="2058787" cy="30174"/>
            </a:xfrm>
            <a:custGeom>
              <a:avLst/>
              <a:gdLst/>
              <a:ahLst/>
              <a:cxnLst/>
              <a:rect l="l" t="t" r="r" b="b"/>
              <a:pathLst>
                <a:path w="33365" h="489" extrusionOk="0">
                  <a:moveTo>
                    <a:pt x="32914" y="66"/>
                  </a:moveTo>
                  <a:lnTo>
                    <a:pt x="30795" y="420"/>
                  </a:lnTo>
                  <a:lnTo>
                    <a:pt x="2570" y="420"/>
                  </a:lnTo>
                  <a:lnTo>
                    <a:pt x="455" y="66"/>
                  </a:lnTo>
                  <a:close/>
                  <a:moveTo>
                    <a:pt x="43" y="1"/>
                  </a:moveTo>
                  <a:cubicBezTo>
                    <a:pt x="3" y="1"/>
                    <a:pt x="0" y="59"/>
                    <a:pt x="39" y="66"/>
                  </a:cubicBezTo>
                  <a:lnTo>
                    <a:pt x="2562" y="489"/>
                  </a:lnTo>
                  <a:lnTo>
                    <a:pt x="30803" y="489"/>
                  </a:lnTo>
                  <a:lnTo>
                    <a:pt x="33326" y="66"/>
                  </a:lnTo>
                  <a:cubicBezTo>
                    <a:pt x="33364" y="59"/>
                    <a:pt x="33362" y="1"/>
                    <a:pt x="33322" y="1"/>
                  </a:cubicBezTo>
                  <a:cubicBezTo>
                    <a:pt x="33321" y="1"/>
                    <a:pt x="33320" y="1"/>
                    <a:pt x="33319" y="1"/>
                  </a:cubicBezTo>
                  <a:lnTo>
                    <a:pt x="46" y="1"/>
                  </a:lnTo>
                  <a:cubicBezTo>
                    <a:pt x="45" y="1"/>
                    <a:pt x="44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7184;p83">
              <a:extLst>
                <a:ext uri="{FF2B5EF4-FFF2-40B4-BE49-F238E27FC236}">
                  <a16:creationId xmlns:a16="http://schemas.microsoft.com/office/drawing/2014/main" id="{77B7E0E1-DC7D-59DE-9E74-F20204006AAA}"/>
                </a:ext>
              </a:extLst>
            </p:cNvPr>
            <p:cNvSpPr/>
            <p:nvPr/>
          </p:nvSpPr>
          <p:spPr>
            <a:xfrm>
              <a:off x="3769572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7185;p83">
              <a:extLst>
                <a:ext uri="{FF2B5EF4-FFF2-40B4-BE49-F238E27FC236}">
                  <a16:creationId xmlns:a16="http://schemas.microsoft.com/office/drawing/2014/main" id="{7FE5A314-6420-7D0A-5551-1967B7FC3FDF}"/>
                </a:ext>
              </a:extLst>
            </p:cNvPr>
            <p:cNvSpPr/>
            <p:nvPr/>
          </p:nvSpPr>
          <p:spPr>
            <a:xfrm>
              <a:off x="3778951" y="1234062"/>
              <a:ext cx="102862" cy="61643"/>
            </a:xfrm>
            <a:custGeom>
              <a:avLst/>
              <a:gdLst/>
              <a:ahLst/>
              <a:cxnLst/>
              <a:rect l="l" t="t" r="r" b="b"/>
              <a:pathLst>
                <a:path w="1667" h="999" extrusionOk="0">
                  <a:moveTo>
                    <a:pt x="1667" y="847"/>
                  </a:moveTo>
                  <a:lnTo>
                    <a:pt x="0" y="1"/>
                  </a:lnTo>
                  <a:lnTo>
                    <a:pt x="0" y="999"/>
                  </a:lnTo>
                  <a:lnTo>
                    <a:pt x="1667" y="999"/>
                  </a:ln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7186;p83">
              <a:extLst>
                <a:ext uri="{FF2B5EF4-FFF2-40B4-BE49-F238E27FC236}">
                  <a16:creationId xmlns:a16="http://schemas.microsoft.com/office/drawing/2014/main" id="{86DA2836-96FF-538B-72C6-DE6C550E4A02}"/>
                </a:ext>
              </a:extLst>
            </p:cNvPr>
            <p:cNvSpPr/>
            <p:nvPr/>
          </p:nvSpPr>
          <p:spPr>
            <a:xfrm>
              <a:off x="3767536" y="1110528"/>
              <a:ext cx="116314" cy="197888"/>
            </a:xfrm>
            <a:custGeom>
              <a:avLst/>
              <a:gdLst/>
              <a:ahLst/>
              <a:cxnLst/>
              <a:rect l="l" t="t" r="r" b="b"/>
              <a:pathLst>
                <a:path w="1885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69" y="3142"/>
                  </a:lnTo>
                  <a:lnTo>
                    <a:pt x="69" y="69"/>
                  </a:lnTo>
                  <a:close/>
                  <a:moveTo>
                    <a:pt x="33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3" y="3207"/>
                  </a:cubicBezTo>
                  <a:lnTo>
                    <a:pt x="1852" y="3207"/>
                  </a:lnTo>
                  <a:cubicBezTo>
                    <a:pt x="1870" y="3207"/>
                    <a:pt x="1884" y="3192"/>
                    <a:pt x="1884" y="3174"/>
                  </a:cubicBezTo>
                  <a:lnTo>
                    <a:pt x="1884" y="36"/>
                  </a:lnTo>
                  <a:cubicBezTo>
                    <a:pt x="1884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7187;p83">
              <a:extLst>
                <a:ext uri="{FF2B5EF4-FFF2-40B4-BE49-F238E27FC236}">
                  <a16:creationId xmlns:a16="http://schemas.microsoft.com/office/drawing/2014/main" id="{A62732A0-BC1D-9390-C852-9C5658D10104}"/>
                </a:ext>
              </a:extLst>
            </p:cNvPr>
            <p:cNvSpPr/>
            <p:nvPr/>
          </p:nvSpPr>
          <p:spPr>
            <a:xfrm>
              <a:off x="3692626" y="1103556"/>
              <a:ext cx="194803" cy="11230"/>
            </a:xfrm>
            <a:custGeom>
              <a:avLst/>
              <a:gdLst/>
              <a:ahLst/>
              <a:cxnLst/>
              <a:rect l="l" t="t" r="r" b="b"/>
              <a:pathLst>
                <a:path w="3157" h="182" extrusionOk="0">
                  <a:moveTo>
                    <a:pt x="1902" y="66"/>
                  </a:moveTo>
                  <a:lnTo>
                    <a:pt x="2400" y="113"/>
                  </a:lnTo>
                  <a:lnTo>
                    <a:pt x="1255" y="113"/>
                  </a:lnTo>
                  <a:lnTo>
                    <a:pt x="752" y="66"/>
                  </a:lnTo>
                  <a:close/>
                  <a:moveTo>
                    <a:pt x="27" y="1"/>
                  </a:moveTo>
                  <a:cubicBezTo>
                    <a:pt x="12" y="1"/>
                    <a:pt x="0" y="14"/>
                    <a:pt x="0" y="34"/>
                  </a:cubicBezTo>
                  <a:cubicBezTo>
                    <a:pt x="0" y="48"/>
                    <a:pt x="11" y="66"/>
                    <a:pt x="29" y="66"/>
                  </a:cubicBezTo>
                  <a:lnTo>
                    <a:pt x="1251" y="182"/>
                  </a:lnTo>
                  <a:lnTo>
                    <a:pt x="3123" y="182"/>
                  </a:lnTo>
                  <a:cubicBezTo>
                    <a:pt x="3142" y="182"/>
                    <a:pt x="3152" y="167"/>
                    <a:pt x="3156" y="149"/>
                  </a:cubicBezTo>
                  <a:cubicBezTo>
                    <a:pt x="3156" y="131"/>
                    <a:pt x="3142" y="117"/>
                    <a:pt x="3123" y="113"/>
                  </a:cubicBezTo>
                  <a:lnTo>
                    <a:pt x="1905" y="1"/>
                  </a:lnTo>
                  <a:lnTo>
                    <a:pt x="33" y="1"/>
                  </a:lnTo>
                  <a:cubicBezTo>
                    <a:pt x="31" y="1"/>
                    <a:pt x="29" y="1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7188;p83">
              <a:extLst>
                <a:ext uri="{FF2B5EF4-FFF2-40B4-BE49-F238E27FC236}">
                  <a16:creationId xmlns:a16="http://schemas.microsoft.com/office/drawing/2014/main" id="{ECEE550C-3789-371B-57B4-ABD6E87738A6}"/>
                </a:ext>
              </a:extLst>
            </p:cNvPr>
            <p:cNvSpPr/>
            <p:nvPr/>
          </p:nvSpPr>
          <p:spPr>
            <a:xfrm>
              <a:off x="3809742" y="1240973"/>
              <a:ext cx="25237" cy="28878"/>
            </a:xfrm>
            <a:custGeom>
              <a:avLst/>
              <a:gdLst/>
              <a:ahLst/>
              <a:cxnLst/>
              <a:rect l="l" t="t" r="r" b="b"/>
              <a:pathLst>
                <a:path w="409" h="468" extrusionOk="0">
                  <a:moveTo>
                    <a:pt x="206" y="1"/>
                  </a:moveTo>
                  <a:cubicBezTo>
                    <a:pt x="90" y="1"/>
                    <a:pt x="0" y="106"/>
                    <a:pt x="0" y="236"/>
                  </a:cubicBezTo>
                  <a:cubicBezTo>
                    <a:pt x="0" y="362"/>
                    <a:pt x="90" y="467"/>
                    <a:pt x="206" y="467"/>
                  </a:cubicBezTo>
                  <a:cubicBezTo>
                    <a:pt x="318" y="467"/>
                    <a:pt x="408" y="362"/>
                    <a:pt x="408" y="236"/>
                  </a:cubicBezTo>
                  <a:cubicBezTo>
                    <a:pt x="408" y="106"/>
                    <a:pt x="318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7189;p83">
              <a:extLst>
                <a:ext uri="{FF2B5EF4-FFF2-40B4-BE49-F238E27FC236}">
                  <a16:creationId xmlns:a16="http://schemas.microsoft.com/office/drawing/2014/main" id="{B9A6F4F3-26A6-31A7-1EB7-A56E0CB44413}"/>
                </a:ext>
              </a:extLst>
            </p:cNvPr>
            <p:cNvSpPr/>
            <p:nvPr/>
          </p:nvSpPr>
          <p:spPr>
            <a:xfrm>
              <a:off x="5139608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7190;p83">
              <a:extLst>
                <a:ext uri="{FF2B5EF4-FFF2-40B4-BE49-F238E27FC236}">
                  <a16:creationId xmlns:a16="http://schemas.microsoft.com/office/drawing/2014/main" id="{0AB9AA0F-D010-6401-F240-17F6B24AA409}"/>
                </a:ext>
              </a:extLst>
            </p:cNvPr>
            <p:cNvSpPr/>
            <p:nvPr/>
          </p:nvSpPr>
          <p:spPr>
            <a:xfrm>
              <a:off x="5137572" y="1110528"/>
              <a:ext cx="116499" cy="197888"/>
            </a:xfrm>
            <a:custGeom>
              <a:avLst/>
              <a:gdLst/>
              <a:ahLst/>
              <a:cxnLst/>
              <a:rect l="l" t="t" r="r" b="b"/>
              <a:pathLst>
                <a:path w="1888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70" y="3142"/>
                  </a:lnTo>
                  <a:lnTo>
                    <a:pt x="70" y="69"/>
                  </a:lnTo>
                  <a:close/>
                  <a:moveTo>
                    <a:pt x="37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7" y="3207"/>
                  </a:cubicBezTo>
                  <a:lnTo>
                    <a:pt x="1852" y="3207"/>
                  </a:lnTo>
                  <a:cubicBezTo>
                    <a:pt x="1870" y="3207"/>
                    <a:pt x="1888" y="3192"/>
                    <a:pt x="1888" y="3174"/>
                  </a:cubicBezTo>
                  <a:lnTo>
                    <a:pt x="1888" y="36"/>
                  </a:lnTo>
                  <a:cubicBezTo>
                    <a:pt x="1888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7191;p83">
              <a:extLst>
                <a:ext uri="{FF2B5EF4-FFF2-40B4-BE49-F238E27FC236}">
                  <a16:creationId xmlns:a16="http://schemas.microsoft.com/office/drawing/2014/main" id="{F67FE19C-8900-AF51-5129-27DD0A95415C}"/>
                </a:ext>
              </a:extLst>
            </p:cNvPr>
            <p:cNvSpPr/>
            <p:nvPr/>
          </p:nvSpPr>
          <p:spPr>
            <a:xfrm>
              <a:off x="5133376" y="1102260"/>
              <a:ext cx="187398" cy="12526"/>
            </a:xfrm>
            <a:custGeom>
              <a:avLst/>
              <a:gdLst/>
              <a:ahLst/>
              <a:cxnLst/>
              <a:rect l="l" t="t" r="r" b="b"/>
              <a:pathLst>
                <a:path w="3037" h="203" extrusionOk="0">
                  <a:moveTo>
                    <a:pt x="2458" y="65"/>
                  </a:moveTo>
                  <a:lnTo>
                    <a:pt x="1920" y="134"/>
                  </a:lnTo>
                  <a:lnTo>
                    <a:pt x="582" y="134"/>
                  </a:lnTo>
                  <a:lnTo>
                    <a:pt x="1117" y="65"/>
                  </a:lnTo>
                  <a:close/>
                  <a:moveTo>
                    <a:pt x="1114" y="0"/>
                  </a:moveTo>
                  <a:lnTo>
                    <a:pt x="44" y="134"/>
                  </a:lnTo>
                  <a:cubicBezTo>
                    <a:pt x="0" y="141"/>
                    <a:pt x="4" y="203"/>
                    <a:pt x="47" y="203"/>
                  </a:cubicBezTo>
                  <a:lnTo>
                    <a:pt x="1923" y="203"/>
                  </a:lnTo>
                  <a:lnTo>
                    <a:pt x="2997" y="69"/>
                  </a:lnTo>
                  <a:cubicBezTo>
                    <a:pt x="3037" y="62"/>
                    <a:pt x="3033" y="0"/>
                    <a:pt x="2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7192;p83">
              <a:extLst>
                <a:ext uri="{FF2B5EF4-FFF2-40B4-BE49-F238E27FC236}">
                  <a16:creationId xmlns:a16="http://schemas.microsoft.com/office/drawing/2014/main" id="{70F3ED4A-8FD4-7271-5527-E93437CACBD0}"/>
                </a:ext>
              </a:extLst>
            </p:cNvPr>
            <p:cNvSpPr/>
            <p:nvPr/>
          </p:nvSpPr>
          <p:spPr>
            <a:xfrm>
              <a:off x="5186442" y="1240973"/>
              <a:ext cx="25299" cy="28878"/>
            </a:xfrm>
            <a:custGeom>
              <a:avLst/>
              <a:gdLst/>
              <a:ahLst/>
              <a:cxnLst/>
              <a:rect l="l" t="t" r="r" b="b"/>
              <a:pathLst>
                <a:path w="410" h="468" extrusionOk="0">
                  <a:moveTo>
                    <a:pt x="207" y="1"/>
                  </a:moveTo>
                  <a:cubicBezTo>
                    <a:pt x="91" y="1"/>
                    <a:pt x="1" y="106"/>
                    <a:pt x="1" y="236"/>
                  </a:cubicBezTo>
                  <a:cubicBezTo>
                    <a:pt x="1" y="362"/>
                    <a:pt x="91" y="467"/>
                    <a:pt x="207" y="467"/>
                  </a:cubicBezTo>
                  <a:cubicBezTo>
                    <a:pt x="319" y="467"/>
                    <a:pt x="409" y="362"/>
                    <a:pt x="409" y="236"/>
                  </a:cubicBezTo>
                  <a:cubicBezTo>
                    <a:pt x="409" y="106"/>
                    <a:pt x="319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7193;p83">
              <a:extLst>
                <a:ext uri="{FF2B5EF4-FFF2-40B4-BE49-F238E27FC236}">
                  <a16:creationId xmlns:a16="http://schemas.microsoft.com/office/drawing/2014/main" id="{DC2D449D-E8D8-3961-B0CE-39A765A34E09}"/>
                </a:ext>
              </a:extLst>
            </p:cNvPr>
            <p:cNvSpPr/>
            <p:nvPr/>
          </p:nvSpPr>
          <p:spPr>
            <a:xfrm>
              <a:off x="3471615" y="992475"/>
              <a:ext cx="2053377" cy="94224"/>
            </a:xfrm>
            <a:custGeom>
              <a:avLst/>
              <a:gdLst/>
              <a:ahLst/>
              <a:cxnLst/>
              <a:rect l="l" t="t" r="r" b="b"/>
              <a:pathLst>
                <a:path w="200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2007" y="1526"/>
                  </a:lnTo>
                  <a:lnTo>
                    <a:pt x="200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1000">
                  <a:schemeClr val="accent1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7194;p83">
              <a:extLst>
                <a:ext uri="{FF2B5EF4-FFF2-40B4-BE49-F238E27FC236}">
                  <a16:creationId xmlns:a16="http://schemas.microsoft.com/office/drawing/2014/main" id="{6919E082-A66F-04C5-392B-94CAAF24D889}"/>
                </a:ext>
              </a:extLst>
            </p:cNvPr>
            <p:cNvSpPr/>
            <p:nvPr/>
          </p:nvSpPr>
          <p:spPr>
            <a:xfrm>
              <a:off x="3469747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3" y="65"/>
                  </a:moveTo>
                  <a:lnTo>
                    <a:pt x="33273" y="1522"/>
                  </a:lnTo>
                  <a:lnTo>
                    <a:pt x="66" y="1522"/>
                  </a:lnTo>
                  <a:lnTo>
                    <a:pt x="66" y="65"/>
                  </a:lnTo>
                  <a:close/>
                  <a:moveTo>
                    <a:pt x="1" y="0"/>
                  </a:moveTo>
                  <a:lnTo>
                    <a:pt x="1" y="1591"/>
                  </a:lnTo>
                  <a:lnTo>
                    <a:pt x="33342" y="1591"/>
                  </a:lnTo>
                  <a:lnTo>
                    <a:pt x="33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6" name="Google Shape;7195;p83">
            <a:extLst>
              <a:ext uri="{FF2B5EF4-FFF2-40B4-BE49-F238E27FC236}">
                <a16:creationId xmlns:a16="http://schemas.microsoft.com/office/drawing/2014/main" id="{7C74A630-6A49-21DB-B746-1493E0C9EED1}"/>
              </a:ext>
            </a:extLst>
          </p:cNvPr>
          <p:cNvGrpSpPr/>
          <p:nvPr/>
        </p:nvGrpSpPr>
        <p:grpSpPr>
          <a:xfrm>
            <a:off x="5384264" y="-864874"/>
            <a:ext cx="319938" cy="360412"/>
            <a:chOff x="4181675" y="698025"/>
            <a:chExt cx="259627" cy="292471"/>
          </a:xfrm>
        </p:grpSpPr>
        <p:sp>
          <p:nvSpPr>
            <p:cNvPr id="3427" name="Google Shape;7196;p83">
              <a:extLst>
                <a:ext uri="{FF2B5EF4-FFF2-40B4-BE49-F238E27FC236}">
                  <a16:creationId xmlns:a16="http://schemas.microsoft.com/office/drawing/2014/main" id="{6B562EFA-E95C-2E9E-4DC5-C83CB4428670}"/>
                </a:ext>
              </a:extLst>
            </p:cNvPr>
            <p:cNvSpPr/>
            <p:nvPr/>
          </p:nvSpPr>
          <p:spPr>
            <a:xfrm>
              <a:off x="4348267" y="771841"/>
              <a:ext cx="91382" cy="115501"/>
            </a:xfrm>
            <a:custGeom>
              <a:avLst/>
              <a:gdLst/>
              <a:ahLst/>
              <a:cxnLst/>
              <a:rect l="l" t="t" r="r" b="b"/>
              <a:pathLst>
                <a:path w="1769" h="2236" extrusionOk="0">
                  <a:moveTo>
                    <a:pt x="1178" y="1"/>
                  </a:moveTo>
                  <a:cubicBezTo>
                    <a:pt x="853" y="1"/>
                    <a:pt x="478" y="283"/>
                    <a:pt x="239" y="737"/>
                  </a:cubicBezTo>
                  <a:lnTo>
                    <a:pt x="619" y="914"/>
                  </a:lnTo>
                  <a:cubicBezTo>
                    <a:pt x="818" y="535"/>
                    <a:pt x="1072" y="401"/>
                    <a:pt x="1171" y="401"/>
                  </a:cubicBezTo>
                  <a:cubicBezTo>
                    <a:pt x="1180" y="401"/>
                    <a:pt x="1187" y="402"/>
                    <a:pt x="1193" y="404"/>
                  </a:cubicBezTo>
                  <a:cubicBezTo>
                    <a:pt x="1269" y="429"/>
                    <a:pt x="1342" y="700"/>
                    <a:pt x="1324" y="1019"/>
                  </a:cubicBezTo>
                  <a:cubicBezTo>
                    <a:pt x="1309" y="1214"/>
                    <a:pt x="1208" y="1781"/>
                    <a:pt x="915" y="1832"/>
                  </a:cubicBezTo>
                  <a:cubicBezTo>
                    <a:pt x="900" y="1835"/>
                    <a:pt x="884" y="1836"/>
                    <a:pt x="868" y="1836"/>
                  </a:cubicBezTo>
                  <a:cubicBezTo>
                    <a:pt x="702" y="1836"/>
                    <a:pt x="503" y="1703"/>
                    <a:pt x="351" y="1496"/>
                  </a:cubicBezTo>
                  <a:lnTo>
                    <a:pt x="1" y="1720"/>
                  </a:lnTo>
                  <a:cubicBezTo>
                    <a:pt x="232" y="2046"/>
                    <a:pt x="556" y="2235"/>
                    <a:pt x="865" y="2235"/>
                  </a:cubicBezTo>
                  <a:cubicBezTo>
                    <a:pt x="884" y="2235"/>
                    <a:pt x="903" y="2235"/>
                    <a:pt x="922" y="2233"/>
                  </a:cubicBezTo>
                  <a:cubicBezTo>
                    <a:pt x="944" y="2233"/>
                    <a:pt x="966" y="2230"/>
                    <a:pt x="984" y="2226"/>
                  </a:cubicBezTo>
                  <a:cubicBezTo>
                    <a:pt x="1645" y="2118"/>
                    <a:pt x="1736" y="1221"/>
                    <a:pt x="1747" y="1040"/>
                  </a:cubicBezTo>
                  <a:cubicBezTo>
                    <a:pt x="1757" y="838"/>
                    <a:pt x="1768" y="165"/>
                    <a:pt x="1334" y="24"/>
                  </a:cubicBezTo>
                  <a:cubicBezTo>
                    <a:pt x="1284" y="9"/>
                    <a:pt x="1232" y="1"/>
                    <a:pt x="1178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7197;p83">
              <a:extLst>
                <a:ext uri="{FF2B5EF4-FFF2-40B4-BE49-F238E27FC236}">
                  <a16:creationId xmlns:a16="http://schemas.microsoft.com/office/drawing/2014/main" id="{EC2B145C-83E0-3AFD-407B-9D57B60CCC08}"/>
                </a:ext>
              </a:extLst>
            </p:cNvPr>
            <p:cNvSpPr/>
            <p:nvPr/>
          </p:nvSpPr>
          <p:spPr>
            <a:xfrm>
              <a:off x="4346407" y="770085"/>
              <a:ext cx="94895" cy="119013"/>
            </a:xfrm>
            <a:custGeom>
              <a:avLst/>
              <a:gdLst/>
              <a:ahLst/>
              <a:cxnLst/>
              <a:rect l="l" t="t" r="r" b="b"/>
              <a:pathLst>
                <a:path w="1837" h="2304" extrusionOk="0">
                  <a:moveTo>
                    <a:pt x="1211" y="68"/>
                  </a:moveTo>
                  <a:cubicBezTo>
                    <a:pt x="1262" y="68"/>
                    <a:pt x="1312" y="75"/>
                    <a:pt x="1360" y="91"/>
                  </a:cubicBezTo>
                  <a:cubicBezTo>
                    <a:pt x="1772" y="225"/>
                    <a:pt x="1761" y="875"/>
                    <a:pt x="1750" y="1071"/>
                  </a:cubicBezTo>
                  <a:cubicBezTo>
                    <a:pt x="1739" y="1244"/>
                    <a:pt x="1649" y="2123"/>
                    <a:pt x="1016" y="2224"/>
                  </a:cubicBezTo>
                  <a:cubicBezTo>
                    <a:pt x="998" y="2227"/>
                    <a:pt x="976" y="2231"/>
                    <a:pt x="958" y="2231"/>
                  </a:cubicBezTo>
                  <a:cubicBezTo>
                    <a:pt x="937" y="2233"/>
                    <a:pt x="915" y="2234"/>
                    <a:pt x="893" y="2234"/>
                  </a:cubicBezTo>
                  <a:cubicBezTo>
                    <a:pt x="602" y="2234"/>
                    <a:pt x="305" y="2057"/>
                    <a:pt x="84" y="1761"/>
                  </a:cubicBezTo>
                  <a:lnTo>
                    <a:pt x="376" y="1573"/>
                  </a:lnTo>
                  <a:cubicBezTo>
                    <a:pt x="533" y="1779"/>
                    <a:pt x="732" y="1903"/>
                    <a:pt x="902" y="1903"/>
                  </a:cubicBezTo>
                  <a:cubicBezTo>
                    <a:pt x="920" y="1903"/>
                    <a:pt x="938" y="1901"/>
                    <a:pt x="955" y="1898"/>
                  </a:cubicBezTo>
                  <a:cubicBezTo>
                    <a:pt x="1273" y="1848"/>
                    <a:pt x="1378" y="1273"/>
                    <a:pt x="1392" y="1056"/>
                  </a:cubicBezTo>
                  <a:cubicBezTo>
                    <a:pt x="1410" y="771"/>
                    <a:pt x="1352" y="442"/>
                    <a:pt x="1240" y="405"/>
                  </a:cubicBezTo>
                  <a:cubicBezTo>
                    <a:pt x="1231" y="403"/>
                    <a:pt x="1221" y="401"/>
                    <a:pt x="1209" y="401"/>
                  </a:cubicBezTo>
                  <a:cubicBezTo>
                    <a:pt x="1091" y="401"/>
                    <a:pt x="834" y="552"/>
                    <a:pt x="637" y="904"/>
                  </a:cubicBezTo>
                  <a:lnTo>
                    <a:pt x="322" y="753"/>
                  </a:lnTo>
                  <a:cubicBezTo>
                    <a:pt x="557" y="332"/>
                    <a:pt x="908" y="68"/>
                    <a:pt x="1211" y="68"/>
                  </a:cubicBezTo>
                  <a:close/>
                  <a:moveTo>
                    <a:pt x="1214" y="0"/>
                  </a:moveTo>
                  <a:cubicBezTo>
                    <a:pt x="877" y="0"/>
                    <a:pt x="490" y="289"/>
                    <a:pt x="243" y="753"/>
                  </a:cubicBezTo>
                  <a:cubicBezTo>
                    <a:pt x="239" y="763"/>
                    <a:pt x="239" y="771"/>
                    <a:pt x="243" y="781"/>
                  </a:cubicBezTo>
                  <a:cubicBezTo>
                    <a:pt x="243" y="789"/>
                    <a:pt x="250" y="796"/>
                    <a:pt x="261" y="800"/>
                  </a:cubicBezTo>
                  <a:lnTo>
                    <a:pt x="637" y="977"/>
                  </a:lnTo>
                  <a:cubicBezTo>
                    <a:pt x="642" y="980"/>
                    <a:pt x="649" y="982"/>
                    <a:pt x="655" y="982"/>
                  </a:cubicBezTo>
                  <a:cubicBezTo>
                    <a:pt x="667" y="982"/>
                    <a:pt x="679" y="974"/>
                    <a:pt x="684" y="962"/>
                  </a:cubicBezTo>
                  <a:cubicBezTo>
                    <a:pt x="893" y="571"/>
                    <a:pt x="1143" y="469"/>
                    <a:pt x="1208" y="469"/>
                  </a:cubicBezTo>
                  <a:cubicBezTo>
                    <a:pt x="1212" y="469"/>
                    <a:pt x="1216" y="470"/>
                    <a:pt x="1219" y="471"/>
                  </a:cubicBezTo>
                  <a:cubicBezTo>
                    <a:pt x="1262" y="485"/>
                    <a:pt x="1345" y="716"/>
                    <a:pt x="1323" y="1049"/>
                  </a:cubicBezTo>
                  <a:cubicBezTo>
                    <a:pt x="1305" y="1288"/>
                    <a:pt x="1197" y="1790"/>
                    <a:pt x="944" y="1830"/>
                  </a:cubicBezTo>
                  <a:cubicBezTo>
                    <a:pt x="929" y="1832"/>
                    <a:pt x="914" y="1834"/>
                    <a:pt x="898" y="1834"/>
                  </a:cubicBezTo>
                  <a:cubicBezTo>
                    <a:pt x="746" y="1834"/>
                    <a:pt x="557" y="1708"/>
                    <a:pt x="416" y="1508"/>
                  </a:cubicBezTo>
                  <a:cubicBezTo>
                    <a:pt x="410" y="1499"/>
                    <a:pt x="399" y="1495"/>
                    <a:pt x="388" y="1495"/>
                  </a:cubicBezTo>
                  <a:cubicBezTo>
                    <a:pt x="382" y="1495"/>
                    <a:pt x="375" y="1497"/>
                    <a:pt x="369" y="1501"/>
                  </a:cubicBezTo>
                  <a:lnTo>
                    <a:pt x="18" y="1725"/>
                  </a:lnTo>
                  <a:cubicBezTo>
                    <a:pt x="8" y="1729"/>
                    <a:pt x="4" y="1739"/>
                    <a:pt x="4" y="1747"/>
                  </a:cubicBezTo>
                  <a:cubicBezTo>
                    <a:pt x="0" y="1757"/>
                    <a:pt x="4" y="1765"/>
                    <a:pt x="8" y="1772"/>
                  </a:cubicBezTo>
                  <a:cubicBezTo>
                    <a:pt x="246" y="2108"/>
                    <a:pt x="579" y="2303"/>
                    <a:pt x="901" y="2303"/>
                  </a:cubicBezTo>
                  <a:cubicBezTo>
                    <a:pt x="922" y="2303"/>
                    <a:pt x="940" y="2303"/>
                    <a:pt x="958" y="2300"/>
                  </a:cubicBezTo>
                  <a:cubicBezTo>
                    <a:pt x="984" y="2300"/>
                    <a:pt x="1005" y="2296"/>
                    <a:pt x="1027" y="2293"/>
                  </a:cubicBezTo>
                  <a:cubicBezTo>
                    <a:pt x="1710" y="2180"/>
                    <a:pt x="1804" y="1259"/>
                    <a:pt x="1815" y="1074"/>
                  </a:cubicBezTo>
                  <a:cubicBezTo>
                    <a:pt x="1830" y="868"/>
                    <a:pt x="1837" y="174"/>
                    <a:pt x="1381" y="26"/>
                  </a:cubicBezTo>
                  <a:cubicBezTo>
                    <a:pt x="1328" y="9"/>
                    <a:pt x="1272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7198;p83">
              <a:extLst>
                <a:ext uri="{FF2B5EF4-FFF2-40B4-BE49-F238E27FC236}">
                  <a16:creationId xmlns:a16="http://schemas.microsoft.com/office/drawing/2014/main" id="{F3C8A430-F5E8-18CE-6676-06A0470BFB56}"/>
                </a:ext>
              </a:extLst>
            </p:cNvPr>
            <p:cNvSpPr/>
            <p:nvPr/>
          </p:nvSpPr>
          <p:spPr>
            <a:xfrm>
              <a:off x="4183586" y="699885"/>
              <a:ext cx="209574" cy="288906"/>
            </a:xfrm>
            <a:custGeom>
              <a:avLst/>
              <a:gdLst/>
              <a:ahLst/>
              <a:cxnLst/>
              <a:rect l="l" t="t" r="r" b="b"/>
              <a:pathLst>
                <a:path w="4057" h="5593" extrusionOk="0">
                  <a:moveTo>
                    <a:pt x="7" y="0"/>
                  </a:moveTo>
                  <a:lnTo>
                    <a:pt x="0" y="2936"/>
                  </a:lnTo>
                  <a:cubicBezTo>
                    <a:pt x="0" y="4403"/>
                    <a:pt x="810" y="5593"/>
                    <a:pt x="1811" y="5593"/>
                  </a:cubicBezTo>
                  <a:lnTo>
                    <a:pt x="2245" y="5593"/>
                  </a:lnTo>
                  <a:cubicBezTo>
                    <a:pt x="3246" y="5593"/>
                    <a:pt x="4056" y="4403"/>
                    <a:pt x="4056" y="2936"/>
                  </a:cubicBezTo>
                  <a:lnTo>
                    <a:pt x="4056" y="2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7199;p83">
              <a:extLst>
                <a:ext uri="{FF2B5EF4-FFF2-40B4-BE49-F238E27FC236}">
                  <a16:creationId xmlns:a16="http://schemas.microsoft.com/office/drawing/2014/main" id="{E82D09ED-0BDC-A48E-CA44-03A31F1DB664}"/>
                </a:ext>
              </a:extLst>
            </p:cNvPr>
            <p:cNvSpPr/>
            <p:nvPr/>
          </p:nvSpPr>
          <p:spPr>
            <a:xfrm>
              <a:off x="4183586" y="699678"/>
              <a:ext cx="209574" cy="288958"/>
            </a:xfrm>
            <a:custGeom>
              <a:avLst/>
              <a:gdLst/>
              <a:ahLst/>
              <a:cxnLst/>
              <a:rect l="l" t="t" r="r" b="b"/>
              <a:pathLst>
                <a:path w="4057" h="5594" extrusionOk="0">
                  <a:moveTo>
                    <a:pt x="4056" y="30"/>
                  </a:moveTo>
                  <a:lnTo>
                    <a:pt x="4056" y="2940"/>
                  </a:lnTo>
                  <a:cubicBezTo>
                    <a:pt x="4056" y="4407"/>
                    <a:pt x="3243" y="5593"/>
                    <a:pt x="2245" y="5593"/>
                  </a:cubicBezTo>
                  <a:lnTo>
                    <a:pt x="1811" y="5593"/>
                  </a:lnTo>
                  <a:cubicBezTo>
                    <a:pt x="810" y="5593"/>
                    <a:pt x="0" y="4407"/>
                    <a:pt x="0" y="2940"/>
                  </a:cubicBezTo>
                  <a:lnTo>
                    <a:pt x="7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7200;p83">
              <a:extLst>
                <a:ext uri="{FF2B5EF4-FFF2-40B4-BE49-F238E27FC236}">
                  <a16:creationId xmlns:a16="http://schemas.microsoft.com/office/drawing/2014/main" id="{3EC11A9A-4CB7-0E46-6F43-0704B78AA7BB}"/>
                </a:ext>
              </a:extLst>
            </p:cNvPr>
            <p:cNvSpPr/>
            <p:nvPr/>
          </p:nvSpPr>
          <p:spPr>
            <a:xfrm>
              <a:off x="4181675" y="698025"/>
              <a:ext cx="213345" cy="292471"/>
            </a:xfrm>
            <a:custGeom>
              <a:avLst/>
              <a:gdLst/>
              <a:ahLst/>
              <a:cxnLst/>
              <a:rect l="l" t="t" r="r" b="b"/>
              <a:pathLst>
                <a:path w="4130" h="5662" extrusionOk="0">
                  <a:moveTo>
                    <a:pt x="77" y="69"/>
                  </a:moveTo>
                  <a:lnTo>
                    <a:pt x="4061" y="98"/>
                  </a:lnTo>
                  <a:lnTo>
                    <a:pt x="4061" y="2972"/>
                  </a:lnTo>
                  <a:cubicBezTo>
                    <a:pt x="4061" y="4418"/>
                    <a:pt x="3262" y="5593"/>
                    <a:pt x="2282" y="5593"/>
                  </a:cubicBezTo>
                  <a:lnTo>
                    <a:pt x="1848" y="5593"/>
                  </a:lnTo>
                  <a:cubicBezTo>
                    <a:pt x="869" y="5593"/>
                    <a:pt x="70" y="4418"/>
                    <a:pt x="70" y="2972"/>
                  </a:cubicBezTo>
                  <a:lnTo>
                    <a:pt x="77" y="69"/>
                  </a:lnTo>
                  <a:close/>
                  <a:moveTo>
                    <a:pt x="44" y="0"/>
                  </a:moveTo>
                  <a:cubicBezTo>
                    <a:pt x="23" y="0"/>
                    <a:pt x="8" y="15"/>
                    <a:pt x="8" y="33"/>
                  </a:cubicBezTo>
                  <a:lnTo>
                    <a:pt x="1" y="2972"/>
                  </a:lnTo>
                  <a:cubicBezTo>
                    <a:pt x="1" y="4454"/>
                    <a:pt x="829" y="5661"/>
                    <a:pt x="1848" y="5661"/>
                  </a:cubicBezTo>
                  <a:lnTo>
                    <a:pt x="2282" y="5661"/>
                  </a:lnTo>
                  <a:cubicBezTo>
                    <a:pt x="3301" y="5661"/>
                    <a:pt x="4129" y="4458"/>
                    <a:pt x="4126" y="2972"/>
                  </a:cubicBezTo>
                  <a:lnTo>
                    <a:pt x="4126" y="62"/>
                  </a:lnTo>
                  <a:cubicBezTo>
                    <a:pt x="4126" y="44"/>
                    <a:pt x="4111" y="29"/>
                    <a:pt x="4093" y="2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265" name="Picture 326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976162F-E59A-97C3-7C2B-C84702398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08"/>
          <a:stretch/>
        </p:blipFill>
        <p:spPr>
          <a:xfrm>
            <a:off x="1784406" y="764539"/>
            <a:ext cx="5445733" cy="40759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3266" name="Google Shape;5830;p77">
            <a:extLst>
              <a:ext uri="{FF2B5EF4-FFF2-40B4-BE49-F238E27FC236}">
                <a16:creationId xmlns:a16="http://schemas.microsoft.com/office/drawing/2014/main" id="{17662FDC-536B-74A8-7FA3-BA319E21318A}"/>
              </a:ext>
            </a:extLst>
          </p:cNvPr>
          <p:cNvGrpSpPr/>
          <p:nvPr/>
        </p:nvGrpSpPr>
        <p:grpSpPr>
          <a:xfrm>
            <a:off x="-136526" y="2645273"/>
            <a:ext cx="1296452" cy="2498227"/>
            <a:chOff x="359850" y="2880925"/>
            <a:chExt cx="329450" cy="634825"/>
          </a:xfrm>
        </p:grpSpPr>
        <p:sp>
          <p:nvSpPr>
            <p:cNvPr id="3268" name="Google Shape;5831;p77">
              <a:extLst>
                <a:ext uri="{FF2B5EF4-FFF2-40B4-BE49-F238E27FC236}">
                  <a16:creationId xmlns:a16="http://schemas.microsoft.com/office/drawing/2014/main" id="{987ECB27-79A8-732A-9A55-08AD162BC225}"/>
                </a:ext>
              </a:extLst>
            </p:cNvPr>
            <p:cNvSpPr/>
            <p:nvPr/>
          </p:nvSpPr>
          <p:spPr>
            <a:xfrm>
              <a:off x="501725" y="3240050"/>
              <a:ext cx="39225" cy="275700"/>
            </a:xfrm>
            <a:custGeom>
              <a:avLst/>
              <a:gdLst/>
              <a:ahLst/>
              <a:cxnLst/>
              <a:rect l="l" t="t" r="r" b="b"/>
              <a:pathLst>
                <a:path w="1569" h="11028" extrusionOk="0">
                  <a:moveTo>
                    <a:pt x="0" y="0"/>
                  </a:moveTo>
                  <a:lnTo>
                    <a:pt x="166" y="9776"/>
                  </a:lnTo>
                  <a:cubicBezTo>
                    <a:pt x="166" y="9787"/>
                    <a:pt x="172" y="9797"/>
                    <a:pt x="177" y="9808"/>
                  </a:cubicBezTo>
                  <a:lnTo>
                    <a:pt x="1137" y="11007"/>
                  </a:lnTo>
                  <a:cubicBezTo>
                    <a:pt x="1148" y="11017"/>
                    <a:pt x="1163" y="11028"/>
                    <a:pt x="1179" y="11028"/>
                  </a:cubicBezTo>
                  <a:lnTo>
                    <a:pt x="1194" y="11028"/>
                  </a:lnTo>
                  <a:cubicBezTo>
                    <a:pt x="1210" y="11017"/>
                    <a:pt x="1226" y="11002"/>
                    <a:pt x="1226" y="10981"/>
                  </a:cubicBezTo>
                  <a:lnTo>
                    <a:pt x="1568" y="1319"/>
                  </a:lnTo>
                  <a:lnTo>
                    <a:pt x="1470" y="1319"/>
                  </a:lnTo>
                  <a:lnTo>
                    <a:pt x="1132" y="10846"/>
                  </a:lnTo>
                  <a:lnTo>
                    <a:pt x="265" y="9761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5832;p77">
              <a:extLst>
                <a:ext uri="{FF2B5EF4-FFF2-40B4-BE49-F238E27FC236}">
                  <a16:creationId xmlns:a16="http://schemas.microsoft.com/office/drawing/2014/main" id="{7E5A27E5-D98B-B30D-F215-F34931765CA8}"/>
                </a:ext>
              </a:extLst>
            </p:cNvPr>
            <p:cNvSpPr/>
            <p:nvPr/>
          </p:nvSpPr>
          <p:spPr>
            <a:xfrm>
              <a:off x="461475" y="3332200"/>
              <a:ext cx="116725" cy="169675"/>
            </a:xfrm>
            <a:custGeom>
              <a:avLst/>
              <a:gdLst/>
              <a:ahLst/>
              <a:cxnLst/>
              <a:rect l="l" t="t" r="r" b="b"/>
              <a:pathLst>
                <a:path w="4669" h="6787" extrusionOk="0">
                  <a:moveTo>
                    <a:pt x="100" y="1"/>
                  </a:moveTo>
                  <a:lnTo>
                    <a:pt x="1" y="6"/>
                  </a:lnTo>
                  <a:lnTo>
                    <a:pt x="271" y="6739"/>
                  </a:lnTo>
                  <a:cubicBezTo>
                    <a:pt x="271" y="6765"/>
                    <a:pt x="292" y="6786"/>
                    <a:pt x="318" y="6786"/>
                  </a:cubicBezTo>
                  <a:lnTo>
                    <a:pt x="4289" y="6786"/>
                  </a:lnTo>
                  <a:cubicBezTo>
                    <a:pt x="4315" y="6786"/>
                    <a:pt x="4336" y="6765"/>
                    <a:pt x="4336" y="6739"/>
                  </a:cubicBezTo>
                  <a:lnTo>
                    <a:pt x="4668" y="6"/>
                  </a:lnTo>
                  <a:lnTo>
                    <a:pt x="4575" y="1"/>
                  </a:lnTo>
                  <a:lnTo>
                    <a:pt x="4242" y="6693"/>
                  </a:lnTo>
                  <a:lnTo>
                    <a:pt x="364" y="6693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5833;p77">
              <a:extLst>
                <a:ext uri="{FF2B5EF4-FFF2-40B4-BE49-F238E27FC236}">
                  <a16:creationId xmlns:a16="http://schemas.microsoft.com/office/drawing/2014/main" id="{F63BA31E-5133-E1CA-22C6-3F2AFB40231A}"/>
                </a:ext>
              </a:extLst>
            </p:cNvPr>
            <p:cNvSpPr/>
            <p:nvPr/>
          </p:nvSpPr>
          <p:spPr>
            <a:xfrm>
              <a:off x="442925" y="3215775"/>
              <a:ext cx="153825" cy="13400"/>
            </a:xfrm>
            <a:custGeom>
              <a:avLst/>
              <a:gdLst/>
              <a:ahLst/>
              <a:cxnLst/>
              <a:rect l="l" t="t" r="r" b="b"/>
              <a:pathLst>
                <a:path w="6153" h="536" extrusionOk="0">
                  <a:moveTo>
                    <a:pt x="3079" y="1"/>
                  </a:moveTo>
                  <a:cubicBezTo>
                    <a:pt x="1376" y="1"/>
                    <a:pt x="0" y="120"/>
                    <a:pt x="0" y="265"/>
                  </a:cubicBezTo>
                  <a:cubicBezTo>
                    <a:pt x="0" y="416"/>
                    <a:pt x="1376" y="535"/>
                    <a:pt x="3079" y="535"/>
                  </a:cubicBezTo>
                  <a:cubicBezTo>
                    <a:pt x="4777" y="535"/>
                    <a:pt x="6153" y="416"/>
                    <a:pt x="6153" y="265"/>
                  </a:cubicBezTo>
                  <a:cubicBezTo>
                    <a:pt x="6153" y="120"/>
                    <a:pt x="4777" y="1"/>
                    <a:pt x="30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5834;p77">
              <a:extLst>
                <a:ext uri="{FF2B5EF4-FFF2-40B4-BE49-F238E27FC236}">
                  <a16:creationId xmlns:a16="http://schemas.microsoft.com/office/drawing/2014/main" id="{B39C370E-1B63-BC90-5CD1-5F258B32668F}"/>
                </a:ext>
              </a:extLst>
            </p:cNvPr>
            <p:cNvSpPr/>
            <p:nvPr/>
          </p:nvSpPr>
          <p:spPr>
            <a:xfrm>
              <a:off x="441750" y="3214600"/>
              <a:ext cx="156175" cy="15750"/>
            </a:xfrm>
            <a:custGeom>
              <a:avLst/>
              <a:gdLst/>
              <a:ahLst/>
              <a:cxnLst/>
              <a:rect l="l" t="t" r="r" b="b"/>
              <a:pathLst>
                <a:path w="6247" h="630" extrusionOk="0">
                  <a:moveTo>
                    <a:pt x="3126" y="100"/>
                  </a:moveTo>
                  <a:cubicBezTo>
                    <a:pt x="4907" y="100"/>
                    <a:pt x="5987" y="219"/>
                    <a:pt x="6137" y="312"/>
                  </a:cubicBezTo>
                  <a:cubicBezTo>
                    <a:pt x="5987" y="411"/>
                    <a:pt x="4907" y="530"/>
                    <a:pt x="3126" y="530"/>
                  </a:cubicBezTo>
                  <a:cubicBezTo>
                    <a:pt x="1340" y="530"/>
                    <a:pt x="260" y="411"/>
                    <a:pt x="110" y="312"/>
                  </a:cubicBezTo>
                  <a:cubicBezTo>
                    <a:pt x="260" y="219"/>
                    <a:pt x="1340" y="100"/>
                    <a:pt x="3126" y="100"/>
                  </a:cubicBezTo>
                  <a:close/>
                  <a:moveTo>
                    <a:pt x="3126" y="1"/>
                  </a:moveTo>
                  <a:cubicBezTo>
                    <a:pt x="2301" y="1"/>
                    <a:pt x="1527" y="27"/>
                    <a:pt x="946" y="79"/>
                  </a:cubicBezTo>
                  <a:cubicBezTo>
                    <a:pt x="1" y="162"/>
                    <a:pt x="1" y="260"/>
                    <a:pt x="1" y="312"/>
                  </a:cubicBezTo>
                  <a:cubicBezTo>
                    <a:pt x="1" y="370"/>
                    <a:pt x="1" y="468"/>
                    <a:pt x="946" y="551"/>
                  </a:cubicBezTo>
                  <a:cubicBezTo>
                    <a:pt x="1527" y="603"/>
                    <a:pt x="2301" y="629"/>
                    <a:pt x="3126" y="629"/>
                  </a:cubicBezTo>
                  <a:cubicBezTo>
                    <a:pt x="3946" y="629"/>
                    <a:pt x="4720" y="603"/>
                    <a:pt x="5301" y="551"/>
                  </a:cubicBezTo>
                  <a:cubicBezTo>
                    <a:pt x="6246" y="468"/>
                    <a:pt x="6246" y="370"/>
                    <a:pt x="6246" y="312"/>
                  </a:cubicBezTo>
                  <a:cubicBezTo>
                    <a:pt x="6246" y="260"/>
                    <a:pt x="6246" y="162"/>
                    <a:pt x="5301" y="79"/>
                  </a:cubicBezTo>
                  <a:cubicBezTo>
                    <a:pt x="4720" y="27"/>
                    <a:pt x="3946" y="1"/>
                    <a:pt x="3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5835;p77">
              <a:extLst>
                <a:ext uri="{FF2B5EF4-FFF2-40B4-BE49-F238E27FC236}">
                  <a16:creationId xmlns:a16="http://schemas.microsoft.com/office/drawing/2014/main" id="{219DE367-0DA2-F7E1-21CE-A6EC6AB204B1}"/>
                </a:ext>
              </a:extLst>
            </p:cNvPr>
            <p:cNvSpPr/>
            <p:nvPr/>
          </p:nvSpPr>
          <p:spPr>
            <a:xfrm>
              <a:off x="451225" y="3230825"/>
              <a:ext cx="137225" cy="136375"/>
            </a:xfrm>
            <a:custGeom>
              <a:avLst/>
              <a:gdLst/>
              <a:ahLst/>
              <a:cxnLst/>
              <a:rect l="l" t="t" r="r" b="b"/>
              <a:pathLst>
                <a:path w="5489" h="5455" extrusionOk="0">
                  <a:moveTo>
                    <a:pt x="5488" y="1"/>
                  </a:moveTo>
                  <a:lnTo>
                    <a:pt x="5487" y="7"/>
                  </a:lnTo>
                  <a:lnTo>
                    <a:pt x="5487" y="7"/>
                  </a:lnTo>
                  <a:cubicBezTo>
                    <a:pt x="5488" y="5"/>
                    <a:pt x="5488" y="3"/>
                    <a:pt x="5488" y="1"/>
                  </a:cubicBezTo>
                  <a:close/>
                  <a:moveTo>
                    <a:pt x="1" y="1"/>
                  </a:moveTo>
                  <a:cubicBezTo>
                    <a:pt x="1" y="3"/>
                    <a:pt x="1" y="6"/>
                    <a:pt x="2" y="8"/>
                  </a:cubicBezTo>
                  <a:lnTo>
                    <a:pt x="2" y="8"/>
                  </a:lnTo>
                  <a:lnTo>
                    <a:pt x="1" y="1"/>
                  </a:lnTo>
                  <a:close/>
                  <a:moveTo>
                    <a:pt x="5487" y="7"/>
                  </a:moveTo>
                  <a:cubicBezTo>
                    <a:pt x="5450" y="145"/>
                    <a:pt x="4239" y="266"/>
                    <a:pt x="2747" y="266"/>
                  </a:cubicBezTo>
                  <a:cubicBezTo>
                    <a:pt x="1256" y="266"/>
                    <a:pt x="41" y="150"/>
                    <a:pt x="2" y="8"/>
                  </a:cubicBezTo>
                  <a:lnTo>
                    <a:pt x="2" y="8"/>
                  </a:lnTo>
                  <a:lnTo>
                    <a:pt x="707" y="5167"/>
                  </a:lnTo>
                  <a:lnTo>
                    <a:pt x="738" y="5177"/>
                  </a:lnTo>
                  <a:cubicBezTo>
                    <a:pt x="1393" y="5362"/>
                    <a:pt x="2067" y="5454"/>
                    <a:pt x="2741" y="5454"/>
                  </a:cubicBezTo>
                  <a:cubicBezTo>
                    <a:pt x="3429" y="5454"/>
                    <a:pt x="4116" y="5358"/>
                    <a:pt x="4782" y="5167"/>
                  </a:cubicBezTo>
                  <a:lnTo>
                    <a:pt x="5487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5836;p77">
              <a:extLst>
                <a:ext uri="{FF2B5EF4-FFF2-40B4-BE49-F238E27FC236}">
                  <a16:creationId xmlns:a16="http://schemas.microsoft.com/office/drawing/2014/main" id="{861BEBF7-7ED2-978E-C919-026E51235F9B}"/>
                </a:ext>
              </a:extLst>
            </p:cNvPr>
            <p:cNvSpPr/>
            <p:nvPr/>
          </p:nvSpPr>
          <p:spPr>
            <a:xfrm>
              <a:off x="451225" y="3230825"/>
              <a:ext cx="137225" cy="138775"/>
            </a:xfrm>
            <a:custGeom>
              <a:avLst/>
              <a:gdLst/>
              <a:ahLst/>
              <a:cxnLst/>
              <a:rect l="l" t="t" r="r" b="b"/>
              <a:pathLst>
                <a:path w="5489" h="5551" extrusionOk="0">
                  <a:moveTo>
                    <a:pt x="2747" y="266"/>
                  </a:moveTo>
                  <a:cubicBezTo>
                    <a:pt x="1231" y="266"/>
                    <a:pt x="1" y="146"/>
                    <a:pt x="1" y="1"/>
                  </a:cubicBezTo>
                  <a:lnTo>
                    <a:pt x="707" y="5167"/>
                  </a:lnTo>
                  <a:lnTo>
                    <a:pt x="738" y="5177"/>
                  </a:lnTo>
                  <a:cubicBezTo>
                    <a:pt x="2062" y="5551"/>
                    <a:pt x="3464" y="5546"/>
                    <a:pt x="4782" y="5167"/>
                  </a:cubicBezTo>
                  <a:lnTo>
                    <a:pt x="4782" y="5167"/>
                  </a:lnTo>
                  <a:lnTo>
                    <a:pt x="5488" y="1"/>
                  </a:lnTo>
                  <a:cubicBezTo>
                    <a:pt x="5488" y="141"/>
                    <a:pt x="4263" y="266"/>
                    <a:pt x="2747" y="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5837;p77">
              <a:extLst>
                <a:ext uri="{FF2B5EF4-FFF2-40B4-BE49-F238E27FC236}">
                  <a16:creationId xmlns:a16="http://schemas.microsoft.com/office/drawing/2014/main" id="{E65EBE72-E3EA-03AC-D7C8-F5898431C56F}"/>
                </a:ext>
              </a:extLst>
            </p:cNvPr>
            <p:cNvSpPr/>
            <p:nvPr/>
          </p:nvSpPr>
          <p:spPr>
            <a:xfrm>
              <a:off x="450075" y="3229425"/>
              <a:ext cx="139675" cy="138875"/>
            </a:xfrm>
            <a:custGeom>
              <a:avLst/>
              <a:gdLst/>
              <a:ahLst/>
              <a:cxnLst/>
              <a:rect l="l" t="t" r="r" b="b"/>
              <a:pathLst>
                <a:path w="5587" h="5555" extrusionOk="0">
                  <a:moveTo>
                    <a:pt x="104" y="161"/>
                  </a:moveTo>
                  <a:cubicBezTo>
                    <a:pt x="213" y="202"/>
                    <a:pt x="426" y="249"/>
                    <a:pt x="841" y="290"/>
                  </a:cubicBezTo>
                  <a:cubicBezTo>
                    <a:pt x="1360" y="337"/>
                    <a:pt x="2051" y="368"/>
                    <a:pt x="2788" y="368"/>
                  </a:cubicBezTo>
                  <a:cubicBezTo>
                    <a:pt x="3525" y="368"/>
                    <a:pt x="4216" y="337"/>
                    <a:pt x="4735" y="290"/>
                  </a:cubicBezTo>
                  <a:cubicBezTo>
                    <a:pt x="5150" y="249"/>
                    <a:pt x="5358" y="202"/>
                    <a:pt x="5467" y="161"/>
                  </a:cubicBezTo>
                  <a:lnTo>
                    <a:pt x="5467" y="161"/>
                  </a:lnTo>
                  <a:lnTo>
                    <a:pt x="4782" y="5181"/>
                  </a:lnTo>
                  <a:cubicBezTo>
                    <a:pt x="4130" y="5365"/>
                    <a:pt x="3459" y="5457"/>
                    <a:pt x="2788" y="5457"/>
                  </a:cubicBezTo>
                  <a:cubicBezTo>
                    <a:pt x="2117" y="5457"/>
                    <a:pt x="1446" y="5365"/>
                    <a:pt x="794" y="5181"/>
                  </a:cubicBezTo>
                  <a:lnTo>
                    <a:pt x="104" y="161"/>
                  </a:lnTo>
                  <a:close/>
                  <a:moveTo>
                    <a:pt x="5535" y="0"/>
                  </a:moveTo>
                  <a:cubicBezTo>
                    <a:pt x="5512" y="0"/>
                    <a:pt x="5490" y="15"/>
                    <a:pt x="5488" y="46"/>
                  </a:cubicBezTo>
                  <a:cubicBezTo>
                    <a:pt x="5405" y="140"/>
                    <a:pt x="4429" y="270"/>
                    <a:pt x="2793" y="270"/>
                  </a:cubicBezTo>
                  <a:cubicBezTo>
                    <a:pt x="1153" y="270"/>
                    <a:pt x="177" y="140"/>
                    <a:pt x="93" y="46"/>
                  </a:cubicBezTo>
                  <a:cubicBezTo>
                    <a:pt x="93" y="23"/>
                    <a:pt x="73" y="4"/>
                    <a:pt x="50" y="4"/>
                  </a:cubicBezTo>
                  <a:cubicBezTo>
                    <a:pt x="47" y="4"/>
                    <a:pt x="44" y="4"/>
                    <a:pt x="42" y="5"/>
                  </a:cubicBezTo>
                  <a:cubicBezTo>
                    <a:pt x="16" y="5"/>
                    <a:pt x="0" y="26"/>
                    <a:pt x="0" y="52"/>
                  </a:cubicBezTo>
                  <a:cubicBezTo>
                    <a:pt x="0" y="62"/>
                    <a:pt x="0" y="72"/>
                    <a:pt x="0" y="83"/>
                  </a:cubicBezTo>
                  <a:lnTo>
                    <a:pt x="706" y="5223"/>
                  </a:lnTo>
                  <a:cubicBezTo>
                    <a:pt x="706" y="5243"/>
                    <a:pt x="722" y="5259"/>
                    <a:pt x="737" y="5264"/>
                  </a:cubicBezTo>
                  <a:lnTo>
                    <a:pt x="774" y="5274"/>
                  </a:lnTo>
                  <a:cubicBezTo>
                    <a:pt x="1428" y="5461"/>
                    <a:pt x="2108" y="5555"/>
                    <a:pt x="2793" y="5555"/>
                  </a:cubicBezTo>
                  <a:cubicBezTo>
                    <a:pt x="3484" y="5555"/>
                    <a:pt x="4179" y="5456"/>
                    <a:pt x="4844" y="5264"/>
                  </a:cubicBezTo>
                  <a:cubicBezTo>
                    <a:pt x="4865" y="5259"/>
                    <a:pt x="4875" y="5243"/>
                    <a:pt x="4880" y="5223"/>
                  </a:cubicBezTo>
                  <a:lnTo>
                    <a:pt x="5581" y="83"/>
                  </a:lnTo>
                  <a:cubicBezTo>
                    <a:pt x="5581" y="72"/>
                    <a:pt x="5586" y="62"/>
                    <a:pt x="5586" y="52"/>
                  </a:cubicBezTo>
                  <a:cubicBezTo>
                    <a:pt x="5586" y="19"/>
                    <a:pt x="5560" y="0"/>
                    <a:pt x="5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5838;p77">
              <a:extLst>
                <a:ext uri="{FF2B5EF4-FFF2-40B4-BE49-F238E27FC236}">
                  <a16:creationId xmlns:a16="http://schemas.microsoft.com/office/drawing/2014/main" id="{7D0942BB-20D8-48B7-B2E9-EEB18A1CAA79}"/>
                </a:ext>
              </a:extLst>
            </p:cNvPr>
            <p:cNvSpPr/>
            <p:nvPr/>
          </p:nvSpPr>
          <p:spPr>
            <a:xfrm>
              <a:off x="461475" y="3328700"/>
              <a:ext cx="116725" cy="14550"/>
            </a:xfrm>
            <a:custGeom>
              <a:avLst/>
              <a:gdLst/>
              <a:ahLst/>
              <a:cxnLst/>
              <a:rect l="l" t="t" r="r" b="b"/>
              <a:pathLst>
                <a:path w="4669" h="582" extrusionOk="0">
                  <a:moveTo>
                    <a:pt x="94" y="0"/>
                  </a:moveTo>
                  <a:cubicBezTo>
                    <a:pt x="42" y="26"/>
                    <a:pt x="6" y="83"/>
                    <a:pt x="1" y="141"/>
                  </a:cubicBezTo>
                  <a:cubicBezTo>
                    <a:pt x="1" y="462"/>
                    <a:pt x="1397" y="582"/>
                    <a:pt x="2337" y="582"/>
                  </a:cubicBezTo>
                  <a:cubicBezTo>
                    <a:pt x="3272" y="582"/>
                    <a:pt x="4668" y="462"/>
                    <a:pt x="4668" y="141"/>
                  </a:cubicBezTo>
                  <a:cubicBezTo>
                    <a:pt x="4663" y="83"/>
                    <a:pt x="4627" y="26"/>
                    <a:pt x="4570" y="0"/>
                  </a:cubicBezTo>
                  <a:lnTo>
                    <a:pt x="4518" y="83"/>
                  </a:lnTo>
                  <a:cubicBezTo>
                    <a:pt x="4549" y="104"/>
                    <a:pt x="4570" y="125"/>
                    <a:pt x="4570" y="141"/>
                  </a:cubicBezTo>
                  <a:cubicBezTo>
                    <a:pt x="4570" y="281"/>
                    <a:pt x="3697" y="483"/>
                    <a:pt x="2332" y="483"/>
                  </a:cubicBezTo>
                  <a:cubicBezTo>
                    <a:pt x="967" y="483"/>
                    <a:pt x="94" y="281"/>
                    <a:pt x="94" y="141"/>
                  </a:cubicBezTo>
                  <a:cubicBezTo>
                    <a:pt x="94" y="125"/>
                    <a:pt x="115" y="104"/>
                    <a:pt x="146" y="83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5839;p77">
              <a:extLst>
                <a:ext uri="{FF2B5EF4-FFF2-40B4-BE49-F238E27FC236}">
                  <a16:creationId xmlns:a16="http://schemas.microsoft.com/office/drawing/2014/main" id="{016D295B-9628-9E22-E507-6F9D54CBCEA4}"/>
                </a:ext>
              </a:extLst>
            </p:cNvPr>
            <p:cNvSpPr/>
            <p:nvPr/>
          </p:nvSpPr>
          <p:spPr>
            <a:xfrm>
              <a:off x="388025" y="2884925"/>
              <a:ext cx="159275" cy="199575"/>
            </a:xfrm>
            <a:custGeom>
              <a:avLst/>
              <a:gdLst/>
              <a:ahLst/>
              <a:cxnLst/>
              <a:rect l="l" t="t" r="r" b="b"/>
              <a:pathLst>
                <a:path w="6371" h="7983" extrusionOk="0">
                  <a:moveTo>
                    <a:pt x="1794" y="0"/>
                  </a:moveTo>
                  <a:cubicBezTo>
                    <a:pt x="1091" y="0"/>
                    <a:pt x="41" y="448"/>
                    <a:pt x="11" y="448"/>
                  </a:cubicBezTo>
                  <a:cubicBezTo>
                    <a:pt x="11" y="448"/>
                    <a:pt x="11" y="448"/>
                    <a:pt x="11" y="448"/>
                  </a:cubicBezTo>
                  <a:lnTo>
                    <a:pt x="11" y="448"/>
                  </a:lnTo>
                  <a:cubicBezTo>
                    <a:pt x="0" y="484"/>
                    <a:pt x="1075" y="536"/>
                    <a:pt x="1579" y="1387"/>
                  </a:cubicBezTo>
                  <a:cubicBezTo>
                    <a:pt x="2082" y="2275"/>
                    <a:pt x="1978" y="2187"/>
                    <a:pt x="2560" y="4305"/>
                  </a:cubicBezTo>
                  <a:cubicBezTo>
                    <a:pt x="3135" y="6492"/>
                    <a:pt x="4841" y="7972"/>
                    <a:pt x="4910" y="7972"/>
                  </a:cubicBezTo>
                  <a:cubicBezTo>
                    <a:pt x="4911" y="7972"/>
                    <a:pt x="4912" y="7972"/>
                    <a:pt x="4912" y="7971"/>
                  </a:cubicBezTo>
                  <a:lnTo>
                    <a:pt x="4912" y="7971"/>
                  </a:lnTo>
                  <a:cubicBezTo>
                    <a:pt x="4912" y="7975"/>
                    <a:pt x="4943" y="7983"/>
                    <a:pt x="4994" y="7983"/>
                  </a:cubicBezTo>
                  <a:cubicBezTo>
                    <a:pt x="5288" y="7983"/>
                    <a:pt x="6264" y="7750"/>
                    <a:pt x="6334" y="5520"/>
                  </a:cubicBezTo>
                  <a:cubicBezTo>
                    <a:pt x="6371" y="4222"/>
                    <a:pt x="5966" y="3235"/>
                    <a:pt x="5530" y="2394"/>
                  </a:cubicBezTo>
                  <a:cubicBezTo>
                    <a:pt x="5182" y="1740"/>
                    <a:pt x="4787" y="1112"/>
                    <a:pt x="4361" y="510"/>
                  </a:cubicBezTo>
                  <a:cubicBezTo>
                    <a:pt x="4103" y="166"/>
                    <a:pt x="3692" y="116"/>
                    <a:pt x="3264" y="116"/>
                  </a:cubicBezTo>
                  <a:cubicBezTo>
                    <a:pt x="3088" y="116"/>
                    <a:pt x="2910" y="125"/>
                    <a:pt x="2739" y="125"/>
                  </a:cubicBezTo>
                  <a:cubicBezTo>
                    <a:pt x="2512" y="125"/>
                    <a:pt x="2296" y="110"/>
                    <a:pt x="2113" y="43"/>
                  </a:cubicBezTo>
                  <a:cubicBezTo>
                    <a:pt x="2021" y="13"/>
                    <a:pt x="1913" y="0"/>
                    <a:pt x="1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5840;p77">
              <a:extLst>
                <a:ext uri="{FF2B5EF4-FFF2-40B4-BE49-F238E27FC236}">
                  <a16:creationId xmlns:a16="http://schemas.microsoft.com/office/drawing/2014/main" id="{E171DD31-F68C-ACC1-9F4E-B46E1CAF4B0A}"/>
                </a:ext>
              </a:extLst>
            </p:cNvPr>
            <p:cNvSpPr/>
            <p:nvPr/>
          </p:nvSpPr>
          <p:spPr>
            <a:xfrm>
              <a:off x="391850" y="2887100"/>
              <a:ext cx="157000" cy="197300"/>
            </a:xfrm>
            <a:custGeom>
              <a:avLst/>
              <a:gdLst/>
              <a:ahLst/>
              <a:cxnLst/>
              <a:rect l="l" t="t" r="r" b="b"/>
              <a:pathLst>
                <a:path w="6280" h="7892" extrusionOk="0">
                  <a:moveTo>
                    <a:pt x="1346" y="0"/>
                  </a:moveTo>
                  <a:cubicBezTo>
                    <a:pt x="985" y="0"/>
                    <a:pt x="700" y="108"/>
                    <a:pt x="688" y="132"/>
                  </a:cubicBezTo>
                  <a:cubicBezTo>
                    <a:pt x="679" y="155"/>
                    <a:pt x="0" y="385"/>
                    <a:pt x="161" y="385"/>
                  </a:cubicBezTo>
                  <a:cubicBezTo>
                    <a:pt x="179" y="385"/>
                    <a:pt x="207" y="382"/>
                    <a:pt x="247" y="376"/>
                  </a:cubicBezTo>
                  <a:cubicBezTo>
                    <a:pt x="321" y="354"/>
                    <a:pt x="417" y="345"/>
                    <a:pt x="525" y="345"/>
                  </a:cubicBezTo>
                  <a:cubicBezTo>
                    <a:pt x="1052" y="345"/>
                    <a:pt x="1865" y="569"/>
                    <a:pt x="1857" y="651"/>
                  </a:cubicBezTo>
                  <a:cubicBezTo>
                    <a:pt x="1852" y="656"/>
                    <a:pt x="1842" y="658"/>
                    <a:pt x="1826" y="658"/>
                  </a:cubicBezTo>
                  <a:cubicBezTo>
                    <a:pt x="1729" y="658"/>
                    <a:pt x="1440" y="574"/>
                    <a:pt x="1276" y="574"/>
                  </a:cubicBezTo>
                  <a:cubicBezTo>
                    <a:pt x="1221" y="574"/>
                    <a:pt x="1180" y="584"/>
                    <a:pt x="1166" y="610"/>
                  </a:cubicBezTo>
                  <a:cubicBezTo>
                    <a:pt x="1119" y="667"/>
                    <a:pt x="1337" y="771"/>
                    <a:pt x="1540" y="932"/>
                  </a:cubicBezTo>
                  <a:cubicBezTo>
                    <a:pt x="1883" y="1196"/>
                    <a:pt x="2241" y="1176"/>
                    <a:pt x="2256" y="1368"/>
                  </a:cubicBezTo>
                  <a:cubicBezTo>
                    <a:pt x="2272" y="1534"/>
                    <a:pt x="2018" y="1586"/>
                    <a:pt x="1997" y="1799"/>
                  </a:cubicBezTo>
                  <a:cubicBezTo>
                    <a:pt x="1986" y="1923"/>
                    <a:pt x="2043" y="2027"/>
                    <a:pt x="2542" y="2520"/>
                  </a:cubicBezTo>
                  <a:cubicBezTo>
                    <a:pt x="2968" y="2946"/>
                    <a:pt x="3248" y="3185"/>
                    <a:pt x="3222" y="3252"/>
                  </a:cubicBezTo>
                  <a:cubicBezTo>
                    <a:pt x="3218" y="3264"/>
                    <a:pt x="3206" y="3269"/>
                    <a:pt x="3188" y="3269"/>
                  </a:cubicBezTo>
                  <a:cubicBezTo>
                    <a:pt x="3096" y="3269"/>
                    <a:pt x="2850" y="3145"/>
                    <a:pt x="2752" y="3145"/>
                  </a:cubicBezTo>
                  <a:cubicBezTo>
                    <a:pt x="2732" y="3145"/>
                    <a:pt x="2718" y="3151"/>
                    <a:pt x="2713" y="3164"/>
                  </a:cubicBezTo>
                  <a:cubicBezTo>
                    <a:pt x="2682" y="3247"/>
                    <a:pt x="3154" y="3553"/>
                    <a:pt x="3580" y="4197"/>
                  </a:cubicBezTo>
                  <a:cubicBezTo>
                    <a:pt x="3892" y="4664"/>
                    <a:pt x="4151" y="5261"/>
                    <a:pt x="4037" y="5381"/>
                  </a:cubicBezTo>
                  <a:cubicBezTo>
                    <a:pt x="4023" y="5395"/>
                    <a:pt x="4004" y="5402"/>
                    <a:pt x="3982" y="5402"/>
                  </a:cubicBezTo>
                  <a:cubicBezTo>
                    <a:pt x="3818" y="5402"/>
                    <a:pt x="3461" y="5057"/>
                    <a:pt x="3369" y="5057"/>
                  </a:cubicBezTo>
                  <a:cubicBezTo>
                    <a:pt x="3361" y="5057"/>
                    <a:pt x="3356" y="5059"/>
                    <a:pt x="3352" y="5064"/>
                  </a:cubicBezTo>
                  <a:cubicBezTo>
                    <a:pt x="3289" y="5152"/>
                    <a:pt x="3975" y="5838"/>
                    <a:pt x="4411" y="6694"/>
                  </a:cubicBezTo>
                  <a:cubicBezTo>
                    <a:pt x="4598" y="7068"/>
                    <a:pt x="4712" y="7473"/>
                    <a:pt x="4748" y="7888"/>
                  </a:cubicBezTo>
                  <a:cubicBezTo>
                    <a:pt x="4774" y="7890"/>
                    <a:pt x="4800" y="7891"/>
                    <a:pt x="4826" y="7891"/>
                  </a:cubicBezTo>
                  <a:cubicBezTo>
                    <a:pt x="4935" y="7891"/>
                    <a:pt x="5042" y="7873"/>
                    <a:pt x="5143" y="7831"/>
                  </a:cubicBezTo>
                  <a:cubicBezTo>
                    <a:pt x="5174" y="7650"/>
                    <a:pt x="5195" y="7458"/>
                    <a:pt x="5210" y="7255"/>
                  </a:cubicBezTo>
                  <a:cubicBezTo>
                    <a:pt x="5247" y="6663"/>
                    <a:pt x="5164" y="6684"/>
                    <a:pt x="5200" y="6212"/>
                  </a:cubicBezTo>
                  <a:cubicBezTo>
                    <a:pt x="5278" y="5106"/>
                    <a:pt x="6280" y="5043"/>
                    <a:pt x="5382" y="2889"/>
                  </a:cubicBezTo>
                  <a:cubicBezTo>
                    <a:pt x="5372" y="2836"/>
                    <a:pt x="5365" y="2813"/>
                    <a:pt x="5359" y="2813"/>
                  </a:cubicBezTo>
                  <a:cubicBezTo>
                    <a:pt x="5314" y="2813"/>
                    <a:pt x="5361" y="4151"/>
                    <a:pt x="5242" y="4192"/>
                  </a:cubicBezTo>
                  <a:cubicBezTo>
                    <a:pt x="5227" y="4198"/>
                    <a:pt x="5211" y="4200"/>
                    <a:pt x="5195" y="4200"/>
                  </a:cubicBezTo>
                  <a:cubicBezTo>
                    <a:pt x="5124" y="4200"/>
                    <a:pt x="5041" y="4156"/>
                    <a:pt x="4977" y="4156"/>
                  </a:cubicBezTo>
                  <a:cubicBezTo>
                    <a:pt x="4898" y="4156"/>
                    <a:pt x="4847" y="4223"/>
                    <a:pt x="4883" y="4524"/>
                  </a:cubicBezTo>
                  <a:cubicBezTo>
                    <a:pt x="4935" y="4914"/>
                    <a:pt x="5060" y="5168"/>
                    <a:pt x="4987" y="5230"/>
                  </a:cubicBezTo>
                  <a:cubicBezTo>
                    <a:pt x="4976" y="5240"/>
                    <a:pt x="4962" y="5245"/>
                    <a:pt x="4946" y="5245"/>
                  </a:cubicBezTo>
                  <a:cubicBezTo>
                    <a:pt x="4859" y="5245"/>
                    <a:pt x="4706" y="5115"/>
                    <a:pt x="4619" y="4945"/>
                  </a:cubicBezTo>
                  <a:cubicBezTo>
                    <a:pt x="4463" y="4638"/>
                    <a:pt x="4603" y="4379"/>
                    <a:pt x="4613" y="3855"/>
                  </a:cubicBezTo>
                  <a:cubicBezTo>
                    <a:pt x="4624" y="3252"/>
                    <a:pt x="4432" y="1773"/>
                    <a:pt x="4219" y="1716"/>
                  </a:cubicBezTo>
                  <a:cubicBezTo>
                    <a:pt x="4217" y="1715"/>
                    <a:pt x="4215" y="1715"/>
                    <a:pt x="4213" y="1715"/>
                  </a:cubicBezTo>
                  <a:cubicBezTo>
                    <a:pt x="4112" y="1715"/>
                    <a:pt x="4020" y="2513"/>
                    <a:pt x="3944" y="2666"/>
                  </a:cubicBezTo>
                  <a:cubicBezTo>
                    <a:pt x="3871" y="2474"/>
                    <a:pt x="3777" y="2230"/>
                    <a:pt x="3674" y="1954"/>
                  </a:cubicBezTo>
                  <a:cubicBezTo>
                    <a:pt x="3393" y="1207"/>
                    <a:pt x="3326" y="1087"/>
                    <a:pt x="3232" y="973"/>
                  </a:cubicBezTo>
                  <a:cubicBezTo>
                    <a:pt x="3040" y="740"/>
                    <a:pt x="2926" y="755"/>
                    <a:pt x="2552" y="547"/>
                  </a:cubicBezTo>
                  <a:cubicBezTo>
                    <a:pt x="2012" y="262"/>
                    <a:pt x="2012" y="117"/>
                    <a:pt x="1680" y="33"/>
                  </a:cubicBezTo>
                  <a:cubicBezTo>
                    <a:pt x="1565" y="10"/>
                    <a:pt x="1452" y="0"/>
                    <a:pt x="1346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5841;p77">
              <a:extLst>
                <a:ext uri="{FF2B5EF4-FFF2-40B4-BE49-F238E27FC236}">
                  <a16:creationId xmlns:a16="http://schemas.microsoft.com/office/drawing/2014/main" id="{AB885395-59FA-DAB8-E710-9C51336FA543}"/>
                </a:ext>
              </a:extLst>
            </p:cNvPr>
            <p:cNvSpPr/>
            <p:nvPr/>
          </p:nvSpPr>
          <p:spPr>
            <a:xfrm>
              <a:off x="415275" y="2890400"/>
              <a:ext cx="99450" cy="168225"/>
            </a:xfrm>
            <a:custGeom>
              <a:avLst/>
              <a:gdLst/>
              <a:ahLst/>
              <a:cxnLst/>
              <a:rect l="l" t="t" r="r" b="b"/>
              <a:pathLst>
                <a:path w="3978" h="6729" extrusionOk="0">
                  <a:moveTo>
                    <a:pt x="27" y="0"/>
                  </a:moveTo>
                  <a:lnTo>
                    <a:pt x="1" y="99"/>
                  </a:lnTo>
                  <a:cubicBezTo>
                    <a:pt x="21" y="99"/>
                    <a:pt x="2223" y="701"/>
                    <a:pt x="2783" y="2954"/>
                  </a:cubicBezTo>
                  <a:cubicBezTo>
                    <a:pt x="3178" y="4548"/>
                    <a:pt x="3879" y="6708"/>
                    <a:pt x="3884" y="6729"/>
                  </a:cubicBezTo>
                  <a:lnTo>
                    <a:pt x="3977" y="6703"/>
                  </a:lnTo>
                  <a:cubicBezTo>
                    <a:pt x="3972" y="6682"/>
                    <a:pt x="3277" y="4517"/>
                    <a:pt x="2882" y="2933"/>
                  </a:cubicBezTo>
                  <a:cubicBezTo>
                    <a:pt x="2306" y="623"/>
                    <a:pt x="47" y="10"/>
                    <a:pt x="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5842;p77">
              <a:extLst>
                <a:ext uri="{FF2B5EF4-FFF2-40B4-BE49-F238E27FC236}">
                  <a16:creationId xmlns:a16="http://schemas.microsoft.com/office/drawing/2014/main" id="{0914E414-C300-89BD-5FDE-3068E1D4C34A}"/>
                </a:ext>
              </a:extLst>
            </p:cNvPr>
            <p:cNvSpPr/>
            <p:nvPr/>
          </p:nvSpPr>
          <p:spPr>
            <a:xfrm>
              <a:off x="388025" y="2880925"/>
              <a:ext cx="95950" cy="53625"/>
            </a:xfrm>
            <a:custGeom>
              <a:avLst/>
              <a:gdLst/>
              <a:ahLst/>
              <a:cxnLst/>
              <a:rect l="l" t="t" r="r" b="b"/>
              <a:pathLst>
                <a:path w="3838" h="2145" extrusionOk="0">
                  <a:moveTo>
                    <a:pt x="2113" y="208"/>
                  </a:moveTo>
                  <a:cubicBezTo>
                    <a:pt x="1464" y="0"/>
                    <a:pt x="11" y="628"/>
                    <a:pt x="11" y="608"/>
                  </a:cubicBezTo>
                  <a:cubicBezTo>
                    <a:pt x="0" y="644"/>
                    <a:pt x="1075" y="701"/>
                    <a:pt x="1579" y="1547"/>
                  </a:cubicBezTo>
                  <a:cubicBezTo>
                    <a:pt x="1693" y="1739"/>
                    <a:pt x="1797" y="1942"/>
                    <a:pt x="1890" y="2144"/>
                  </a:cubicBezTo>
                  <a:cubicBezTo>
                    <a:pt x="2222" y="1256"/>
                    <a:pt x="3235" y="701"/>
                    <a:pt x="3837" y="332"/>
                  </a:cubicBezTo>
                  <a:cubicBezTo>
                    <a:pt x="3302" y="213"/>
                    <a:pt x="2586" y="369"/>
                    <a:pt x="2113" y="208"/>
                  </a:cubicBezTo>
                  <a:close/>
                </a:path>
              </a:pathLst>
            </a:custGeom>
            <a:solidFill>
              <a:schemeClr val="accent3">
                <a:alpha val="89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5843;p77">
              <a:extLst>
                <a:ext uri="{FF2B5EF4-FFF2-40B4-BE49-F238E27FC236}">
                  <a16:creationId xmlns:a16="http://schemas.microsoft.com/office/drawing/2014/main" id="{B0FBDF77-4994-0813-B58D-472765570E9C}"/>
                </a:ext>
              </a:extLst>
            </p:cNvPr>
            <p:cNvSpPr/>
            <p:nvPr/>
          </p:nvSpPr>
          <p:spPr>
            <a:xfrm>
              <a:off x="386975" y="2883850"/>
              <a:ext cx="161500" cy="201900"/>
            </a:xfrm>
            <a:custGeom>
              <a:avLst/>
              <a:gdLst/>
              <a:ahLst/>
              <a:cxnLst/>
              <a:rect l="l" t="t" r="r" b="b"/>
              <a:pathLst>
                <a:path w="6460" h="8076" extrusionOk="0">
                  <a:moveTo>
                    <a:pt x="1832" y="92"/>
                  </a:moveTo>
                  <a:cubicBezTo>
                    <a:pt x="1944" y="92"/>
                    <a:pt x="2047" y="104"/>
                    <a:pt x="2135" y="132"/>
                  </a:cubicBezTo>
                  <a:cubicBezTo>
                    <a:pt x="2326" y="205"/>
                    <a:pt x="2548" y="218"/>
                    <a:pt x="2785" y="218"/>
                  </a:cubicBezTo>
                  <a:cubicBezTo>
                    <a:pt x="2869" y="218"/>
                    <a:pt x="2956" y="217"/>
                    <a:pt x="3043" y="215"/>
                  </a:cubicBezTo>
                  <a:cubicBezTo>
                    <a:pt x="3129" y="214"/>
                    <a:pt x="3216" y="212"/>
                    <a:pt x="3302" y="212"/>
                  </a:cubicBezTo>
                  <a:cubicBezTo>
                    <a:pt x="3719" y="212"/>
                    <a:pt x="4121" y="257"/>
                    <a:pt x="4362" y="584"/>
                  </a:cubicBezTo>
                  <a:cubicBezTo>
                    <a:pt x="4788" y="1186"/>
                    <a:pt x="5177" y="1809"/>
                    <a:pt x="5525" y="2458"/>
                  </a:cubicBezTo>
                  <a:cubicBezTo>
                    <a:pt x="5966" y="3310"/>
                    <a:pt x="6366" y="4275"/>
                    <a:pt x="6324" y="5558"/>
                  </a:cubicBezTo>
                  <a:cubicBezTo>
                    <a:pt x="6283" y="6975"/>
                    <a:pt x="5873" y="7562"/>
                    <a:pt x="5535" y="7800"/>
                  </a:cubicBezTo>
                  <a:cubicBezTo>
                    <a:pt x="5326" y="7948"/>
                    <a:pt x="5130" y="7976"/>
                    <a:pt x="5033" y="7976"/>
                  </a:cubicBezTo>
                  <a:cubicBezTo>
                    <a:pt x="5008" y="7976"/>
                    <a:pt x="4989" y="7974"/>
                    <a:pt x="4980" y="7972"/>
                  </a:cubicBezTo>
                  <a:cubicBezTo>
                    <a:pt x="4974" y="7967"/>
                    <a:pt x="4964" y="7967"/>
                    <a:pt x="4959" y="7967"/>
                  </a:cubicBezTo>
                  <a:cubicBezTo>
                    <a:pt x="4788" y="7868"/>
                    <a:pt x="3204" y="6451"/>
                    <a:pt x="2649" y="4338"/>
                  </a:cubicBezTo>
                  <a:cubicBezTo>
                    <a:pt x="2519" y="3860"/>
                    <a:pt x="2420" y="3497"/>
                    <a:pt x="2347" y="3206"/>
                  </a:cubicBezTo>
                  <a:cubicBezTo>
                    <a:pt x="2083" y="2204"/>
                    <a:pt x="2057" y="2100"/>
                    <a:pt x="1662" y="1409"/>
                  </a:cubicBezTo>
                  <a:cubicBezTo>
                    <a:pt x="1268" y="745"/>
                    <a:pt x="536" y="548"/>
                    <a:pt x="219" y="485"/>
                  </a:cubicBezTo>
                  <a:cubicBezTo>
                    <a:pt x="537" y="365"/>
                    <a:pt x="1294" y="92"/>
                    <a:pt x="1832" y="92"/>
                  </a:cubicBezTo>
                  <a:close/>
                  <a:moveTo>
                    <a:pt x="1833" y="0"/>
                  </a:moveTo>
                  <a:cubicBezTo>
                    <a:pt x="1250" y="0"/>
                    <a:pt x="447" y="296"/>
                    <a:pt x="151" y="407"/>
                  </a:cubicBezTo>
                  <a:cubicBezTo>
                    <a:pt x="105" y="423"/>
                    <a:pt x="63" y="439"/>
                    <a:pt x="48" y="444"/>
                  </a:cubicBezTo>
                  <a:cubicBezTo>
                    <a:pt x="27" y="444"/>
                    <a:pt x="6" y="459"/>
                    <a:pt x="1" y="480"/>
                  </a:cubicBezTo>
                  <a:cubicBezTo>
                    <a:pt x="1" y="491"/>
                    <a:pt x="1" y="506"/>
                    <a:pt x="6" y="522"/>
                  </a:cubicBezTo>
                  <a:cubicBezTo>
                    <a:pt x="27" y="542"/>
                    <a:pt x="48" y="548"/>
                    <a:pt x="136" y="568"/>
                  </a:cubicBezTo>
                  <a:cubicBezTo>
                    <a:pt x="395" y="620"/>
                    <a:pt x="1190" y="776"/>
                    <a:pt x="1574" y="1456"/>
                  </a:cubicBezTo>
                  <a:cubicBezTo>
                    <a:pt x="1963" y="2136"/>
                    <a:pt x="1989" y="2240"/>
                    <a:pt x="2249" y="3227"/>
                  </a:cubicBezTo>
                  <a:cubicBezTo>
                    <a:pt x="2327" y="3517"/>
                    <a:pt x="2425" y="3886"/>
                    <a:pt x="2555" y="4364"/>
                  </a:cubicBezTo>
                  <a:cubicBezTo>
                    <a:pt x="3100" y="6440"/>
                    <a:pt x="4642" y="7889"/>
                    <a:pt x="4917" y="8050"/>
                  </a:cubicBezTo>
                  <a:lnTo>
                    <a:pt x="4923" y="8055"/>
                  </a:lnTo>
                  <a:cubicBezTo>
                    <a:pt x="4959" y="8070"/>
                    <a:pt x="4995" y="8076"/>
                    <a:pt x="5037" y="8076"/>
                  </a:cubicBezTo>
                  <a:cubicBezTo>
                    <a:pt x="5156" y="8070"/>
                    <a:pt x="5281" y="8044"/>
                    <a:pt x="5395" y="7992"/>
                  </a:cubicBezTo>
                  <a:cubicBezTo>
                    <a:pt x="5836" y="7795"/>
                    <a:pt x="6371" y="7214"/>
                    <a:pt x="6418" y="5563"/>
                  </a:cubicBezTo>
                  <a:cubicBezTo>
                    <a:pt x="6459" y="4254"/>
                    <a:pt x="6054" y="3278"/>
                    <a:pt x="5608" y="2411"/>
                  </a:cubicBezTo>
                  <a:cubicBezTo>
                    <a:pt x="5260" y="1762"/>
                    <a:pt x="4871" y="1129"/>
                    <a:pt x="4440" y="527"/>
                  </a:cubicBezTo>
                  <a:cubicBezTo>
                    <a:pt x="4166" y="162"/>
                    <a:pt x="3739" y="113"/>
                    <a:pt x="3296" y="113"/>
                  </a:cubicBezTo>
                  <a:cubicBezTo>
                    <a:pt x="3211" y="113"/>
                    <a:pt x="3124" y="115"/>
                    <a:pt x="3038" y="117"/>
                  </a:cubicBezTo>
                  <a:cubicBezTo>
                    <a:pt x="2945" y="120"/>
                    <a:pt x="2853" y="122"/>
                    <a:pt x="2764" y="122"/>
                  </a:cubicBezTo>
                  <a:cubicBezTo>
                    <a:pt x="2544" y="122"/>
                    <a:pt x="2339" y="107"/>
                    <a:pt x="2166" y="44"/>
                  </a:cubicBezTo>
                  <a:cubicBezTo>
                    <a:pt x="2069" y="13"/>
                    <a:pt x="1956" y="0"/>
                    <a:pt x="1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5844;p77">
              <a:extLst>
                <a:ext uri="{FF2B5EF4-FFF2-40B4-BE49-F238E27FC236}">
                  <a16:creationId xmlns:a16="http://schemas.microsoft.com/office/drawing/2014/main" id="{481C742A-7CEF-E800-1270-79AAFC65BC2F}"/>
                </a:ext>
              </a:extLst>
            </p:cNvPr>
            <p:cNvSpPr/>
            <p:nvPr/>
          </p:nvSpPr>
          <p:spPr>
            <a:xfrm>
              <a:off x="499775" y="2959300"/>
              <a:ext cx="187825" cy="194850"/>
            </a:xfrm>
            <a:custGeom>
              <a:avLst/>
              <a:gdLst/>
              <a:ahLst/>
              <a:cxnLst/>
              <a:rect l="l" t="t" r="r" b="b"/>
              <a:pathLst>
                <a:path w="7513" h="7794" extrusionOk="0">
                  <a:moveTo>
                    <a:pt x="7513" y="1"/>
                  </a:moveTo>
                  <a:cubicBezTo>
                    <a:pt x="7513" y="1"/>
                    <a:pt x="5576" y="1"/>
                    <a:pt x="4725" y="453"/>
                  </a:cubicBezTo>
                  <a:cubicBezTo>
                    <a:pt x="3873" y="904"/>
                    <a:pt x="2492" y="691"/>
                    <a:pt x="1932" y="1361"/>
                  </a:cubicBezTo>
                  <a:cubicBezTo>
                    <a:pt x="1376" y="2031"/>
                    <a:pt x="0" y="3973"/>
                    <a:pt x="369" y="5847"/>
                  </a:cubicBezTo>
                  <a:cubicBezTo>
                    <a:pt x="738" y="7726"/>
                    <a:pt x="1937" y="7794"/>
                    <a:pt x="1937" y="7794"/>
                  </a:cubicBezTo>
                  <a:cubicBezTo>
                    <a:pt x="1937" y="7794"/>
                    <a:pt x="3458" y="6916"/>
                    <a:pt x="4102" y="4881"/>
                  </a:cubicBezTo>
                  <a:cubicBezTo>
                    <a:pt x="4746" y="2851"/>
                    <a:pt x="4657" y="2903"/>
                    <a:pt x="5301" y="1880"/>
                  </a:cubicBezTo>
                  <a:cubicBezTo>
                    <a:pt x="5945" y="857"/>
                    <a:pt x="7513" y="1"/>
                    <a:pt x="75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5845;p77">
              <a:extLst>
                <a:ext uri="{FF2B5EF4-FFF2-40B4-BE49-F238E27FC236}">
                  <a16:creationId xmlns:a16="http://schemas.microsoft.com/office/drawing/2014/main" id="{85FB292F-A850-8764-E2BC-940FB309E03C}"/>
                </a:ext>
              </a:extLst>
            </p:cNvPr>
            <p:cNvSpPr/>
            <p:nvPr/>
          </p:nvSpPr>
          <p:spPr>
            <a:xfrm>
              <a:off x="563500" y="2959175"/>
              <a:ext cx="124100" cy="64400"/>
            </a:xfrm>
            <a:custGeom>
              <a:avLst/>
              <a:gdLst/>
              <a:ahLst/>
              <a:cxnLst/>
              <a:rect l="l" t="t" r="r" b="b"/>
              <a:pathLst>
                <a:path w="4964" h="2576" extrusionOk="0">
                  <a:moveTo>
                    <a:pt x="2176" y="458"/>
                  </a:moveTo>
                  <a:cubicBezTo>
                    <a:pt x="3027" y="1"/>
                    <a:pt x="4964" y="6"/>
                    <a:pt x="4964" y="6"/>
                  </a:cubicBezTo>
                  <a:cubicBezTo>
                    <a:pt x="4964" y="6"/>
                    <a:pt x="3396" y="862"/>
                    <a:pt x="2752" y="1885"/>
                  </a:cubicBezTo>
                  <a:cubicBezTo>
                    <a:pt x="2565" y="2176"/>
                    <a:pt x="2441" y="2384"/>
                    <a:pt x="2342" y="2576"/>
                  </a:cubicBezTo>
                  <a:cubicBezTo>
                    <a:pt x="2025" y="1563"/>
                    <a:pt x="769" y="1148"/>
                    <a:pt x="1" y="982"/>
                  </a:cubicBezTo>
                  <a:cubicBezTo>
                    <a:pt x="660" y="764"/>
                    <a:pt x="1553" y="785"/>
                    <a:pt x="2176" y="458"/>
                  </a:cubicBezTo>
                  <a:close/>
                </a:path>
              </a:pathLst>
            </a:custGeom>
            <a:solidFill>
              <a:schemeClr val="accent3">
                <a:alpha val="89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5846;p77">
              <a:extLst>
                <a:ext uri="{FF2B5EF4-FFF2-40B4-BE49-F238E27FC236}">
                  <a16:creationId xmlns:a16="http://schemas.microsoft.com/office/drawing/2014/main" id="{CC5690E5-3BC3-96D0-E2AB-FC71421FCDA8}"/>
                </a:ext>
              </a:extLst>
            </p:cNvPr>
            <p:cNvSpPr/>
            <p:nvPr/>
          </p:nvSpPr>
          <p:spPr>
            <a:xfrm>
              <a:off x="498225" y="2958150"/>
              <a:ext cx="191075" cy="197300"/>
            </a:xfrm>
            <a:custGeom>
              <a:avLst/>
              <a:gdLst/>
              <a:ahLst/>
              <a:cxnLst/>
              <a:rect l="l" t="t" r="r" b="b"/>
              <a:pathLst>
                <a:path w="7643" h="7892" extrusionOk="0">
                  <a:moveTo>
                    <a:pt x="7379" y="104"/>
                  </a:moveTo>
                  <a:lnTo>
                    <a:pt x="7379" y="104"/>
                  </a:lnTo>
                  <a:cubicBezTo>
                    <a:pt x="6952" y="363"/>
                    <a:pt x="5842" y="1075"/>
                    <a:pt x="5316" y="1900"/>
                  </a:cubicBezTo>
                  <a:cubicBezTo>
                    <a:pt x="4792" y="2731"/>
                    <a:pt x="4751" y="2871"/>
                    <a:pt x="4413" y="3961"/>
                  </a:cubicBezTo>
                  <a:cubicBezTo>
                    <a:pt x="4335" y="4221"/>
                    <a:pt x="4237" y="4532"/>
                    <a:pt x="4117" y="4917"/>
                  </a:cubicBezTo>
                  <a:cubicBezTo>
                    <a:pt x="3515" y="6806"/>
                    <a:pt x="2134" y="7699"/>
                    <a:pt x="1989" y="7793"/>
                  </a:cubicBezTo>
                  <a:cubicBezTo>
                    <a:pt x="1854" y="7772"/>
                    <a:pt x="815" y="7585"/>
                    <a:pt x="478" y="5882"/>
                  </a:cubicBezTo>
                  <a:cubicBezTo>
                    <a:pt x="88" y="3904"/>
                    <a:pt x="1708" y="1833"/>
                    <a:pt x="2035" y="1438"/>
                  </a:cubicBezTo>
                  <a:cubicBezTo>
                    <a:pt x="2342" y="1070"/>
                    <a:pt x="2918" y="976"/>
                    <a:pt x="3525" y="883"/>
                  </a:cubicBezTo>
                  <a:cubicBezTo>
                    <a:pt x="3972" y="810"/>
                    <a:pt x="4439" y="737"/>
                    <a:pt x="4808" y="545"/>
                  </a:cubicBezTo>
                  <a:cubicBezTo>
                    <a:pt x="5484" y="189"/>
                    <a:pt x="6863" y="115"/>
                    <a:pt x="7379" y="104"/>
                  </a:cubicBezTo>
                  <a:close/>
                  <a:moveTo>
                    <a:pt x="7575" y="0"/>
                  </a:moveTo>
                  <a:cubicBezTo>
                    <a:pt x="7492" y="0"/>
                    <a:pt x="5618" y="5"/>
                    <a:pt x="4766" y="457"/>
                  </a:cubicBezTo>
                  <a:cubicBezTo>
                    <a:pt x="4413" y="644"/>
                    <a:pt x="3951" y="717"/>
                    <a:pt x="3510" y="784"/>
                  </a:cubicBezTo>
                  <a:cubicBezTo>
                    <a:pt x="2887" y="883"/>
                    <a:pt x="2295" y="976"/>
                    <a:pt x="1963" y="1376"/>
                  </a:cubicBezTo>
                  <a:cubicBezTo>
                    <a:pt x="1495" y="1937"/>
                    <a:pt x="0" y="3930"/>
                    <a:pt x="390" y="5903"/>
                  </a:cubicBezTo>
                  <a:cubicBezTo>
                    <a:pt x="758" y="7793"/>
                    <a:pt x="1989" y="7891"/>
                    <a:pt x="1999" y="7891"/>
                  </a:cubicBezTo>
                  <a:cubicBezTo>
                    <a:pt x="2009" y="7891"/>
                    <a:pt x="2020" y="7886"/>
                    <a:pt x="2025" y="7886"/>
                  </a:cubicBezTo>
                  <a:cubicBezTo>
                    <a:pt x="2040" y="7876"/>
                    <a:pt x="3572" y="6973"/>
                    <a:pt x="4211" y="4948"/>
                  </a:cubicBezTo>
                  <a:cubicBezTo>
                    <a:pt x="4335" y="4564"/>
                    <a:pt x="4429" y="4252"/>
                    <a:pt x="4512" y="3993"/>
                  </a:cubicBezTo>
                  <a:cubicBezTo>
                    <a:pt x="4849" y="2892"/>
                    <a:pt x="4885" y="2778"/>
                    <a:pt x="5405" y="1952"/>
                  </a:cubicBezTo>
                  <a:cubicBezTo>
                    <a:pt x="6038" y="950"/>
                    <a:pt x="7585" y="104"/>
                    <a:pt x="7601" y="94"/>
                  </a:cubicBezTo>
                  <a:cubicBezTo>
                    <a:pt x="7642" y="68"/>
                    <a:pt x="7627" y="0"/>
                    <a:pt x="7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5847;p77">
              <a:extLst>
                <a:ext uri="{FF2B5EF4-FFF2-40B4-BE49-F238E27FC236}">
                  <a16:creationId xmlns:a16="http://schemas.microsoft.com/office/drawing/2014/main" id="{CBC02B0A-139A-56E1-6E70-785530F9DD6E}"/>
                </a:ext>
              </a:extLst>
            </p:cNvPr>
            <p:cNvSpPr/>
            <p:nvPr/>
          </p:nvSpPr>
          <p:spPr>
            <a:xfrm>
              <a:off x="518975" y="2961775"/>
              <a:ext cx="168500" cy="192375"/>
            </a:xfrm>
            <a:custGeom>
              <a:avLst/>
              <a:gdLst/>
              <a:ahLst/>
              <a:cxnLst/>
              <a:rect l="l" t="t" r="r" b="b"/>
              <a:pathLst>
                <a:path w="6740" h="7695" extrusionOk="0">
                  <a:moveTo>
                    <a:pt x="5554" y="14"/>
                  </a:moveTo>
                  <a:cubicBezTo>
                    <a:pt x="5365" y="14"/>
                    <a:pt x="4848" y="92"/>
                    <a:pt x="4315" y="338"/>
                  </a:cubicBezTo>
                  <a:cubicBezTo>
                    <a:pt x="3879" y="546"/>
                    <a:pt x="3863" y="727"/>
                    <a:pt x="3188" y="1096"/>
                  </a:cubicBezTo>
                  <a:cubicBezTo>
                    <a:pt x="2732" y="1350"/>
                    <a:pt x="2597" y="1340"/>
                    <a:pt x="2373" y="1574"/>
                  </a:cubicBezTo>
                  <a:cubicBezTo>
                    <a:pt x="2270" y="1683"/>
                    <a:pt x="2181" y="1802"/>
                    <a:pt x="1901" y="2461"/>
                  </a:cubicBezTo>
                  <a:cubicBezTo>
                    <a:pt x="1797" y="2705"/>
                    <a:pt x="1709" y="2913"/>
                    <a:pt x="1636" y="3084"/>
                  </a:cubicBezTo>
                  <a:cubicBezTo>
                    <a:pt x="1539" y="2952"/>
                    <a:pt x="1193" y="2081"/>
                    <a:pt x="1072" y="2081"/>
                  </a:cubicBezTo>
                  <a:cubicBezTo>
                    <a:pt x="1070" y="2081"/>
                    <a:pt x="1067" y="2082"/>
                    <a:pt x="1065" y="2082"/>
                  </a:cubicBezTo>
                  <a:cubicBezTo>
                    <a:pt x="831" y="2160"/>
                    <a:pt x="935" y="3619"/>
                    <a:pt x="1003" y="4128"/>
                  </a:cubicBezTo>
                  <a:cubicBezTo>
                    <a:pt x="1055" y="4569"/>
                    <a:pt x="1216" y="4792"/>
                    <a:pt x="1081" y="5057"/>
                  </a:cubicBezTo>
                  <a:cubicBezTo>
                    <a:pt x="1005" y="5208"/>
                    <a:pt x="862" y="5328"/>
                    <a:pt x="773" y="5328"/>
                  </a:cubicBezTo>
                  <a:cubicBezTo>
                    <a:pt x="758" y="5328"/>
                    <a:pt x="744" y="5324"/>
                    <a:pt x="733" y="5317"/>
                  </a:cubicBezTo>
                  <a:cubicBezTo>
                    <a:pt x="655" y="5270"/>
                    <a:pt x="759" y="5042"/>
                    <a:pt x="774" y="4715"/>
                  </a:cubicBezTo>
                  <a:cubicBezTo>
                    <a:pt x="800" y="4195"/>
                    <a:pt x="598" y="3635"/>
                    <a:pt x="427" y="3629"/>
                  </a:cubicBezTo>
                  <a:cubicBezTo>
                    <a:pt x="426" y="3629"/>
                    <a:pt x="425" y="3629"/>
                    <a:pt x="424" y="3629"/>
                  </a:cubicBezTo>
                  <a:cubicBezTo>
                    <a:pt x="279" y="3629"/>
                    <a:pt x="94" y="4011"/>
                    <a:pt x="58" y="4387"/>
                  </a:cubicBezTo>
                  <a:cubicBezTo>
                    <a:pt x="1" y="5036"/>
                    <a:pt x="437" y="5213"/>
                    <a:pt x="613" y="6158"/>
                  </a:cubicBezTo>
                  <a:cubicBezTo>
                    <a:pt x="691" y="6568"/>
                    <a:pt x="613" y="6547"/>
                    <a:pt x="696" y="7066"/>
                  </a:cubicBezTo>
                  <a:cubicBezTo>
                    <a:pt x="728" y="7248"/>
                    <a:pt x="764" y="7425"/>
                    <a:pt x="806" y="7586"/>
                  </a:cubicBezTo>
                  <a:cubicBezTo>
                    <a:pt x="920" y="7643"/>
                    <a:pt x="1039" y="7679"/>
                    <a:pt x="1169" y="7695"/>
                  </a:cubicBezTo>
                  <a:cubicBezTo>
                    <a:pt x="1169" y="7326"/>
                    <a:pt x="1247" y="6968"/>
                    <a:pt x="1408" y="6635"/>
                  </a:cubicBezTo>
                  <a:cubicBezTo>
                    <a:pt x="1766" y="5914"/>
                    <a:pt x="2441" y="5441"/>
                    <a:pt x="2368" y="5338"/>
                  </a:cubicBezTo>
                  <a:cubicBezTo>
                    <a:pt x="2362" y="5329"/>
                    <a:pt x="2352" y="5325"/>
                    <a:pt x="2338" y="5325"/>
                  </a:cubicBezTo>
                  <a:cubicBezTo>
                    <a:pt x="2237" y="5325"/>
                    <a:pt x="1942" y="5523"/>
                    <a:pt x="1777" y="5523"/>
                  </a:cubicBezTo>
                  <a:cubicBezTo>
                    <a:pt x="1742" y="5523"/>
                    <a:pt x="1713" y="5514"/>
                    <a:pt x="1693" y="5493"/>
                  </a:cubicBezTo>
                  <a:cubicBezTo>
                    <a:pt x="1574" y="5364"/>
                    <a:pt x="1797" y="4855"/>
                    <a:pt x="2103" y="4476"/>
                  </a:cubicBezTo>
                  <a:cubicBezTo>
                    <a:pt x="2524" y="3951"/>
                    <a:pt x="3038" y="3739"/>
                    <a:pt x="3002" y="3650"/>
                  </a:cubicBezTo>
                  <a:cubicBezTo>
                    <a:pt x="2995" y="3632"/>
                    <a:pt x="2968" y="3625"/>
                    <a:pt x="2929" y="3625"/>
                  </a:cubicBezTo>
                  <a:cubicBezTo>
                    <a:pt x="2823" y="3625"/>
                    <a:pt x="2630" y="3676"/>
                    <a:pt x="2524" y="3676"/>
                  </a:cubicBezTo>
                  <a:cubicBezTo>
                    <a:pt x="2485" y="3676"/>
                    <a:pt x="2458" y="3669"/>
                    <a:pt x="2451" y="3650"/>
                  </a:cubicBezTo>
                  <a:cubicBezTo>
                    <a:pt x="2425" y="3583"/>
                    <a:pt x="2716" y="3411"/>
                    <a:pt x="3188" y="3043"/>
                  </a:cubicBezTo>
                  <a:cubicBezTo>
                    <a:pt x="3749" y="2612"/>
                    <a:pt x="3832" y="2477"/>
                    <a:pt x="3822" y="2352"/>
                  </a:cubicBezTo>
                  <a:cubicBezTo>
                    <a:pt x="3806" y="2124"/>
                    <a:pt x="3516" y="2067"/>
                    <a:pt x="3536" y="1901"/>
                  </a:cubicBezTo>
                  <a:cubicBezTo>
                    <a:pt x="3557" y="1698"/>
                    <a:pt x="3983" y="1724"/>
                    <a:pt x="4414" y="1356"/>
                  </a:cubicBezTo>
                  <a:cubicBezTo>
                    <a:pt x="4678" y="1137"/>
                    <a:pt x="4969" y="935"/>
                    <a:pt x="4923" y="873"/>
                  </a:cubicBezTo>
                  <a:cubicBezTo>
                    <a:pt x="4914" y="861"/>
                    <a:pt x="4896" y="856"/>
                    <a:pt x="4871" y="856"/>
                  </a:cubicBezTo>
                  <a:cubicBezTo>
                    <a:pt x="4696" y="856"/>
                    <a:pt x="4181" y="1103"/>
                    <a:pt x="4066" y="1103"/>
                  </a:cubicBezTo>
                  <a:cubicBezTo>
                    <a:pt x="4056" y="1103"/>
                    <a:pt x="4048" y="1101"/>
                    <a:pt x="4045" y="1096"/>
                  </a:cubicBezTo>
                  <a:cubicBezTo>
                    <a:pt x="4019" y="1054"/>
                    <a:pt x="5571" y="281"/>
                    <a:pt x="6189" y="130"/>
                  </a:cubicBezTo>
                  <a:cubicBezTo>
                    <a:pt x="6740" y="1"/>
                    <a:pt x="5634" y="68"/>
                    <a:pt x="5629" y="26"/>
                  </a:cubicBezTo>
                  <a:cubicBezTo>
                    <a:pt x="5627" y="18"/>
                    <a:pt x="5600" y="14"/>
                    <a:pt x="5554" y="14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5848;p77">
              <a:extLst>
                <a:ext uri="{FF2B5EF4-FFF2-40B4-BE49-F238E27FC236}">
                  <a16:creationId xmlns:a16="http://schemas.microsoft.com/office/drawing/2014/main" id="{B148D252-462D-3C5F-CAF8-ABBD478F5A65}"/>
                </a:ext>
              </a:extLst>
            </p:cNvPr>
            <p:cNvSpPr/>
            <p:nvPr/>
          </p:nvSpPr>
          <p:spPr>
            <a:xfrm>
              <a:off x="512100" y="2968400"/>
              <a:ext cx="134750" cy="267650"/>
            </a:xfrm>
            <a:custGeom>
              <a:avLst/>
              <a:gdLst/>
              <a:ahLst/>
              <a:cxnLst/>
              <a:rect l="l" t="t" r="r" b="b"/>
              <a:pathLst>
                <a:path w="5390" h="10706" extrusionOk="0">
                  <a:moveTo>
                    <a:pt x="5348" y="0"/>
                  </a:moveTo>
                  <a:cubicBezTo>
                    <a:pt x="5338" y="5"/>
                    <a:pt x="4237" y="514"/>
                    <a:pt x="3033" y="2087"/>
                  </a:cubicBezTo>
                  <a:cubicBezTo>
                    <a:pt x="1927" y="3536"/>
                    <a:pt x="499" y="6199"/>
                    <a:pt x="1" y="10695"/>
                  </a:cubicBezTo>
                  <a:lnTo>
                    <a:pt x="99" y="10706"/>
                  </a:lnTo>
                  <a:cubicBezTo>
                    <a:pt x="592" y="6235"/>
                    <a:pt x="2005" y="3588"/>
                    <a:pt x="3105" y="2155"/>
                  </a:cubicBezTo>
                  <a:cubicBezTo>
                    <a:pt x="4294" y="597"/>
                    <a:pt x="5379" y="94"/>
                    <a:pt x="5390" y="89"/>
                  </a:cubicBezTo>
                  <a:lnTo>
                    <a:pt x="5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5849;p77">
              <a:extLst>
                <a:ext uri="{FF2B5EF4-FFF2-40B4-BE49-F238E27FC236}">
                  <a16:creationId xmlns:a16="http://schemas.microsoft.com/office/drawing/2014/main" id="{35449A76-C507-CABB-7E24-33F37EE7CF4B}"/>
                </a:ext>
              </a:extLst>
            </p:cNvPr>
            <p:cNvSpPr/>
            <p:nvPr/>
          </p:nvSpPr>
          <p:spPr>
            <a:xfrm>
              <a:off x="517300" y="3072875"/>
              <a:ext cx="136175" cy="150200"/>
            </a:xfrm>
            <a:custGeom>
              <a:avLst/>
              <a:gdLst/>
              <a:ahLst/>
              <a:cxnLst/>
              <a:rect l="l" t="t" r="r" b="b"/>
              <a:pathLst>
                <a:path w="5447" h="6008" extrusionOk="0">
                  <a:moveTo>
                    <a:pt x="5446" y="1"/>
                  </a:moveTo>
                  <a:cubicBezTo>
                    <a:pt x="5446" y="1"/>
                    <a:pt x="4045" y="1"/>
                    <a:pt x="3427" y="348"/>
                  </a:cubicBezTo>
                  <a:cubicBezTo>
                    <a:pt x="2809" y="696"/>
                    <a:pt x="1802" y="530"/>
                    <a:pt x="1407" y="1044"/>
                  </a:cubicBezTo>
                  <a:cubicBezTo>
                    <a:pt x="1007" y="1558"/>
                    <a:pt x="0" y="3058"/>
                    <a:pt x="270" y="4507"/>
                  </a:cubicBezTo>
                  <a:cubicBezTo>
                    <a:pt x="535" y="5955"/>
                    <a:pt x="1407" y="6007"/>
                    <a:pt x="1407" y="6007"/>
                  </a:cubicBezTo>
                  <a:cubicBezTo>
                    <a:pt x="1407" y="6007"/>
                    <a:pt x="2508" y="5327"/>
                    <a:pt x="2975" y="3765"/>
                  </a:cubicBezTo>
                  <a:cubicBezTo>
                    <a:pt x="3442" y="2197"/>
                    <a:pt x="3375" y="2233"/>
                    <a:pt x="3842" y="1449"/>
                  </a:cubicBezTo>
                  <a:cubicBezTo>
                    <a:pt x="4309" y="660"/>
                    <a:pt x="5446" y="1"/>
                    <a:pt x="5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5850;p77">
              <a:extLst>
                <a:ext uri="{FF2B5EF4-FFF2-40B4-BE49-F238E27FC236}">
                  <a16:creationId xmlns:a16="http://schemas.microsoft.com/office/drawing/2014/main" id="{651D055A-3D6E-6C68-9B17-8A3FDA29579E}"/>
                </a:ext>
              </a:extLst>
            </p:cNvPr>
            <p:cNvSpPr/>
            <p:nvPr/>
          </p:nvSpPr>
          <p:spPr>
            <a:xfrm>
              <a:off x="515750" y="3071700"/>
              <a:ext cx="139400" cy="152550"/>
            </a:xfrm>
            <a:custGeom>
              <a:avLst/>
              <a:gdLst/>
              <a:ahLst/>
              <a:cxnLst/>
              <a:rect l="l" t="t" r="r" b="b"/>
              <a:pathLst>
                <a:path w="5576" h="6102" extrusionOk="0">
                  <a:moveTo>
                    <a:pt x="5332" y="100"/>
                  </a:moveTo>
                  <a:cubicBezTo>
                    <a:pt x="5000" y="312"/>
                    <a:pt x="4236" y="842"/>
                    <a:pt x="3868" y="1470"/>
                  </a:cubicBezTo>
                  <a:cubicBezTo>
                    <a:pt x="3484" y="2114"/>
                    <a:pt x="3452" y="2218"/>
                    <a:pt x="3208" y="3064"/>
                  </a:cubicBezTo>
                  <a:cubicBezTo>
                    <a:pt x="3151" y="3261"/>
                    <a:pt x="3079" y="3500"/>
                    <a:pt x="2990" y="3796"/>
                  </a:cubicBezTo>
                  <a:cubicBezTo>
                    <a:pt x="2565" y="5229"/>
                    <a:pt x="1589" y="5919"/>
                    <a:pt x="1459" y="6002"/>
                  </a:cubicBezTo>
                  <a:cubicBezTo>
                    <a:pt x="1345" y="5987"/>
                    <a:pt x="618" y="5831"/>
                    <a:pt x="379" y="4544"/>
                  </a:cubicBezTo>
                  <a:cubicBezTo>
                    <a:pt x="99" y="3022"/>
                    <a:pt x="1272" y="1429"/>
                    <a:pt x="1506" y="1122"/>
                  </a:cubicBezTo>
                  <a:cubicBezTo>
                    <a:pt x="1724" y="842"/>
                    <a:pt x="2139" y="774"/>
                    <a:pt x="2575" y="702"/>
                  </a:cubicBezTo>
                  <a:cubicBezTo>
                    <a:pt x="2902" y="645"/>
                    <a:pt x="3245" y="588"/>
                    <a:pt x="3515" y="437"/>
                  </a:cubicBezTo>
                  <a:cubicBezTo>
                    <a:pt x="3982" y="172"/>
                    <a:pt x="4937" y="115"/>
                    <a:pt x="5332" y="100"/>
                  </a:cubicBezTo>
                  <a:close/>
                  <a:moveTo>
                    <a:pt x="5508" y="1"/>
                  </a:moveTo>
                  <a:cubicBezTo>
                    <a:pt x="5446" y="1"/>
                    <a:pt x="4086" y="1"/>
                    <a:pt x="3463" y="354"/>
                  </a:cubicBezTo>
                  <a:cubicBezTo>
                    <a:pt x="3208" y="494"/>
                    <a:pt x="2881" y="551"/>
                    <a:pt x="2559" y="603"/>
                  </a:cubicBezTo>
                  <a:cubicBezTo>
                    <a:pt x="2103" y="681"/>
                    <a:pt x="1672" y="754"/>
                    <a:pt x="1428" y="1065"/>
                  </a:cubicBezTo>
                  <a:cubicBezTo>
                    <a:pt x="1090" y="1496"/>
                    <a:pt x="0" y="3038"/>
                    <a:pt x="286" y="4559"/>
                  </a:cubicBezTo>
                  <a:cubicBezTo>
                    <a:pt x="556" y="6028"/>
                    <a:pt x="1428" y="6101"/>
                    <a:pt x="1464" y="6101"/>
                  </a:cubicBezTo>
                  <a:lnTo>
                    <a:pt x="1469" y="6101"/>
                  </a:lnTo>
                  <a:cubicBezTo>
                    <a:pt x="1474" y="6101"/>
                    <a:pt x="1485" y="6101"/>
                    <a:pt x="1490" y="6096"/>
                  </a:cubicBezTo>
                  <a:cubicBezTo>
                    <a:pt x="1500" y="6091"/>
                    <a:pt x="2617" y="5390"/>
                    <a:pt x="3084" y="3822"/>
                  </a:cubicBezTo>
                  <a:cubicBezTo>
                    <a:pt x="3167" y="3526"/>
                    <a:pt x="3240" y="3287"/>
                    <a:pt x="3297" y="3090"/>
                  </a:cubicBezTo>
                  <a:cubicBezTo>
                    <a:pt x="3546" y="2238"/>
                    <a:pt x="3572" y="2150"/>
                    <a:pt x="3946" y="1517"/>
                  </a:cubicBezTo>
                  <a:cubicBezTo>
                    <a:pt x="4403" y="748"/>
                    <a:pt x="5524" y="94"/>
                    <a:pt x="5534" y="89"/>
                  </a:cubicBezTo>
                  <a:cubicBezTo>
                    <a:pt x="5576" y="63"/>
                    <a:pt x="5560" y="1"/>
                    <a:pt x="5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5851;p77">
              <a:extLst>
                <a:ext uri="{FF2B5EF4-FFF2-40B4-BE49-F238E27FC236}">
                  <a16:creationId xmlns:a16="http://schemas.microsoft.com/office/drawing/2014/main" id="{7C491DA6-E6B2-0678-19DD-BA0DB176A874}"/>
                </a:ext>
              </a:extLst>
            </p:cNvPr>
            <p:cNvSpPr/>
            <p:nvPr/>
          </p:nvSpPr>
          <p:spPr>
            <a:xfrm>
              <a:off x="531175" y="3074700"/>
              <a:ext cx="122300" cy="148375"/>
            </a:xfrm>
            <a:custGeom>
              <a:avLst/>
              <a:gdLst/>
              <a:ahLst/>
              <a:cxnLst/>
              <a:rect l="l" t="t" r="r" b="b"/>
              <a:pathLst>
                <a:path w="4892" h="5935" extrusionOk="0">
                  <a:moveTo>
                    <a:pt x="4035" y="12"/>
                  </a:moveTo>
                  <a:cubicBezTo>
                    <a:pt x="3900" y="12"/>
                    <a:pt x="3522" y="72"/>
                    <a:pt x="3137" y="265"/>
                  </a:cubicBezTo>
                  <a:cubicBezTo>
                    <a:pt x="2820" y="421"/>
                    <a:pt x="2804" y="561"/>
                    <a:pt x="2316" y="847"/>
                  </a:cubicBezTo>
                  <a:cubicBezTo>
                    <a:pt x="1984" y="1044"/>
                    <a:pt x="1885" y="1033"/>
                    <a:pt x="1724" y="1215"/>
                  </a:cubicBezTo>
                  <a:cubicBezTo>
                    <a:pt x="1652" y="1298"/>
                    <a:pt x="1589" y="1392"/>
                    <a:pt x="1382" y="1900"/>
                  </a:cubicBezTo>
                  <a:cubicBezTo>
                    <a:pt x="1309" y="2087"/>
                    <a:pt x="1242" y="2248"/>
                    <a:pt x="1190" y="2378"/>
                  </a:cubicBezTo>
                  <a:cubicBezTo>
                    <a:pt x="1132" y="2289"/>
                    <a:pt x="1036" y="2227"/>
                    <a:pt x="961" y="2227"/>
                  </a:cubicBezTo>
                  <a:cubicBezTo>
                    <a:pt x="948" y="2227"/>
                    <a:pt x="936" y="2229"/>
                    <a:pt x="925" y="2233"/>
                  </a:cubicBezTo>
                  <a:cubicBezTo>
                    <a:pt x="748" y="2290"/>
                    <a:pt x="681" y="2793"/>
                    <a:pt x="728" y="3183"/>
                  </a:cubicBezTo>
                  <a:cubicBezTo>
                    <a:pt x="769" y="3525"/>
                    <a:pt x="883" y="3697"/>
                    <a:pt x="790" y="3899"/>
                  </a:cubicBezTo>
                  <a:cubicBezTo>
                    <a:pt x="732" y="4020"/>
                    <a:pt x="628" y="4109"/>
                    <a:pt x="564" y="4109"/>
                  </a:cubicBezTo>
                  <a:cubicBezTo>
                    <a:pt x="553" y="4109"/>
                    <a:pt x="544" y="4107"/>
                    <a:pt x="536" y="4102"/>
                  </a:cubicBezTo>
                  <a:cubicBezTo>
                    <a:pt x="478" y="4065"/>
                    <a:pt x="551" y="3889"/>
                    <a:pt x="567" y="3634"/>
                  </a:cubicBezTo>
                  <a:cubicBezTo>
                    <a:pt x="582" y="3235"/>
                    <a:pt x="437" y="2804"/>
                    <a:pt x="312" y="2799"/>
                  </a:cubicBezTo>
                  <a:cubicBezTo>
                    <a:pt x="311" y="2799"/>
                    <a:pt x="311" y="2799"/>
                    <a:pt x="310" y="2799"/>
                  </a:cubicBezTo>
                  <a:cubicBezTo>
                    <a:pt x="206" y="2799"/>
                    <a:pt x="68" y="3092"/>
                    <a:pt x="48" y="3385"/>
                  </a:cubicBezTo>
                  <a:cubicBezTo>
                    <a:pt x="1" y="3884"/>
                    <a:pt x="323" y="4024"/>
                    <a:pt x="447" y="4751"/>
                  </a:cubicBezTo>
                  <a:cubicBezTo>
                    <a:pt x="504" y="5062"/>
                    <a:pt x="447" y="5052"/>
                    <a:pt x="510" y="5452"/>
                  </a:cubicBezTo>
                  <a:cubicBezTo>
                    <a:pt x="530" y="5592"/>
                    <a:pt x="556" y="5721"/>
                    <a:pt x="587" y="5851"/>
                  </a:cubicBezTo>
                  <a:cubicBezTo>
                    <a:pt x="671" y="5893"/>
                    <a:pt x="759" y="5924"/>
                    <a:pt x="852" y="5934"/>
                  </a:cubicBezTo>
                  <a:cubicBezTo>
                    <a:pt x="852" y="5654"/>
                    <a:pt x="915" y="5374"/>
                    <a:pt x="1029" y="5119"/>
                  </a:cubicBezTo>
                  <a:cubicBezTo>
                    <a:pt x="1288" y="4564"/>
                    <a:pt x="1776" y="4195"/>
                    <a:pt x="1724" y="4117"/>
                  </a:cubicBezTo>
                  <a:cubicBezTo>
                    <a:pt x="1720" y="4110"/>
                    <a:pt x="1712" y="4107"/>
                    <a:pt x="1700" y="4107"/>
                  </a:cubicBezTo>
                  <a:cubicBezTo>
                    <a:pt x="1622" y="4107"/>
                    <a:pt x="1402" y="4256"/>
                    <a:pt x="1289" y="4256"/>
                  </a:cubicBezTo>
                  <a:cubicBezTo>
                    <a:pt x="1267" y="4256"/>
                    <a:pt x="1249" y="4250"/>
                    <a:pt x="1236" y="4237"/>
                  </a:cubicBezTo>
                  <a:cubicBezTo>
                    <a:pt x="1148" y="4138"/>
                    <a:pt x="1309" y="3743"/>
                    <a:pt x="1532" y="3453"/>
                  </a:cubicBezTo>
                  <a:cubicBezTo>
                    <a:pt x="1839" y="3048"/>
                    <a:pt x="2212" y="2882"/>
                    <a:pt x="2187" y="2814"/>
                  </a:cubicBezTo>
                  <a:cubicBezTo>
                    <a:pt x="2181" y="2801"/>
                    <a:pt x="2162" y="2797"/>
                    <a:pt x="2135" y="2797"/>
                  </a:cubicBezTo>
                  <a:cubicBezTo>
                    <a:pt x="2059" y="2797"/>
                    <a:pt x="1918" y="2834"/>
                    <a:pt x="1838" y="2834"/>
                  </a:cubicBezTo>
                  <a:cubicBezTo>
                    <a:pt x="1808" y="2834"/>
                    <a:pt x="1787" y="2829"/>
                    <a:pt x="1782" y="2814"/>
                  </a:cubicBezTo>
                  <a:cubicBezTo>
                    <a:pt x="1766" y="2762"/>
                    <a:pt x="1974" y="2632"/>
                    <a:pt x="2316" y="2347"/>
                  </a:cubicBezTo>
                  <a:cubicBezTo>
                    <a:pt x="2726" y="2015"/>
                    <a:pt x="2784" y="1911"/>
                    <a:pt x="2778" y="1817"/>
                  </a:cubicBezTo>
                  <a:cubicBezTo>
                    <a:pt x="2768" y="1641"/>
                    <a:pt x="2555" y="1594"/>
                    <a:pt x="2571" y="1464"/>
                  </a:cubicBezTo>
                  <a:cubicBezTo>
                    <a:pt x="2586" y="1309"/>
                    <a:pt x="2893" y="1329"/>
                    <a:pt x="3209" y="1049"/>
                  </a:cubicBezTo>
                  <a:cubicBezTo>
                    <a:pt x="3401" y="878"/>
                    <a:pt x="3609" y="722"/>
                    <a:pt x="3573" y="670"/>
                  </a:cubicBezTo>
                  <a:cubicBezTo>
                    <a:pt x="3567" y="662"/>
                    <a:pt x="3555" y="658"/>
                    <a:pt x="3539" y="658"/>
                  </a:cubicBezTo>
                  <a:cubicBezTo>
                    <a:pt x="3417" y="658"/>
                    <a:pt x="3038" y="852"/>
                    <a:pt x="2958" y="852"/>
                  </a:cubicBezTo>
                  <a:cubicBezTo>
                    <a:pt x="2951" y="852"/>
                    <a:pt x="2946" y="850"/>
                    <a:pt x="2944" y="847"/>
                  </a:cubicBezTo>
                  <a:cubicBezTo>
                    <a:pt x="2924" y="815"/>
                    <a:pt x="4045" y="218"/>
                    <a:pt x="4492" y="104"/>
                  </a:cubicBezTo>
                  <a:cubicBezTo>
                    <a:pt x="4891" y="0"/>
                    <a:pt x="4092" y="52"/>
                    <a:pt x="4087" y="21"/>
                  </a:cubicBezTo>
                  <a:cubicBezTo>
                    <a:pt x="4086" y="15"/>
                    <a:pt x="4067" y="12"/>
                    <a:pt x="4035" y="12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5852;p77">
              <a:extLst>
                <a:ext uri="{FF2B5EF4-FFF2-40B4-BE49-F238E27FC236}">
                  <a16:creationId xmlns:a16="http://schemas.microsoft.com/office/drawing/2014/main" id="{3409392B-45A0-9AAB-B4A0-C6E16161A4EE}"/>
                </a:ext>
              </a:extLst>
            </p:cNvPr>
            <p:cNvSpPr/>
            <p:nvPr/>
          </p:nvSpPr>
          <p:spPr>
            <a:xfrm>
              <a:off x="361550" y="3005650"/>
              <a:ext cx="187700" cy="194700"/>
            </a:xfrm>
            <a:custGeom>
              <a:avLst/>
              <a:gdLst/>
              <a:ahLst/>
              <a:cxnLst/>
              <a:rect l="l" t="t" r="r" b="b"/>
              <a:pathLst>
                <a:path w="7508" h="7788" extrusionOk="0">
                  <a:moveTo>
                    <a:pt x="0" y="0"/>
                  </a:moveTo>
                  <a:cubicBezTo>
                    <a:pt x="0" y="0"/>
                    <a:pt x="1568" y="852"/>
                    <a:pt x="2212" y="1874"/>
                  </a:cubicBezTo>
                  <a:cubicBezTo>
                    <a:pt x="2856" y="2897"/>
                    <a:pt x="2762" y="2845"/>
                    <a:pt x="3411" y="4880"/>
                  </a:cubicBezTo>
                  <a:cubicBezTo>
                    <a:pt x="4055" y="6910"/>
                    <a:pt x="5576" y="7788"/>
                    <a:pt x="5576" y="7788"/>
                  </a:cubicBezTo>
                  <a:cubicBezTo>
                    <a:pt x="5576" y="7788"/>
                    <a:pt x="6770" y="7720"/>
                    <a:pt x="7139" y="5846"/>
                  </a:cubicBezTo>
                  <a:cubicBezTo>
                    <a:pt x="7507" y="3967"/>
                    <a:pt x="6126" y="2025"/>
                    <a:pt x="5576" y="1355"/>
                  </a:cubicBezTo>
                  <a:cubicBezTo>
                    <a:pt x="5021" y="691"/>
                    <a:pt x="3640" y="898"/>
                    <a:pt x="2788" y="447"/>
                  </a:cubicBezTo>
                  <a:cubicBezTo>
                    <a:pt x="1937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5853;p77">
              <a:extLst>
                <a:ext uri="{FF2B5EF4-FFF2-40B4-BE49-F238E27FC236}">
                  <a16:creationId xmlns:a16="http://schemas.microsoft.com/office/drawing/2014/main" id="{2503860E-51F0-BB83-0893-C5A8BBF1EA6A}"/>
                </a:ext>
              </a:extLst>
            </p:cNvPr>
            <p:cNvSpPr/>
            <p:nvPr/>
          </p:nvSpPr>
          <p:spPr>
            <a:xfrm>
              <a:off x="361675" y="3007975"/>
              <a:ext cx="168500" cy="192375"/>
            </a:xfrm>
            <a:custGeom>
              <a:avLst/>
              <a:gdLst/>
              <a:ahLst/>
              <a:cxnLst/>
              <a:rect l="l" t="t" r="r" b="b"/>
              <a:pathLst>
                <a:path w="6740" h="7695" extrusionOk="0">
                  <a:moveTo>
                    <a:pt x="1186" y="14"/>
                  </a:moveTo>
                  <a:cubicBezTo>
                    <a:pt x="1140" y="14"/>
                    <a:pt x="1114" y="19"/>
                    <a:pt x="1111" y="27"/>
                  </a:cubicBezTo>
                  <a:cubicBezTo>
                    <a:pt x="1106" y="68"/>
                    <a:pt x="0" y="1"/>
                    <a:pt x="551" y="136"/>
                  </a:cubicBezTo>
                  <a:cubicBezTo>
                    <a:pt x="1169" y="281"/>
                    <a:pt x="2716" y="1055"/>
                    <a:pt x="2690" y="1101"/>
                  </a:cubicBezTo>
                  <a:cubicBezTo>
                    <a:pt x="2687" y="1105"/>
                    <a:pt x="2681" y="1107"/>
                    <a:pt x="2672" y="1107"/>
                  </a:cubicBezTo>
                  <a:cubicBezTo>
                    <a:pt x="2566" y="1107"/>
                    <a:pt x="2045" y="857"/>
                    <a:pt x="1869" y="857"/>
                  </a:cubicBezTo>
                  <a:cubicBezTo>
                    <a:pt x="1844" y="857"/>
                    <a:pt x="1827" y="862"/>
                    <a:pt x="1818" y="873"/>
                  </a:cubicBezTo>
                  <a:cubicBezTo>
                    <a:pt x="1771" y="935"/>
                    <a:pt x="2062" y="1138"/>
                    <a:pt x="2321" y="1361"/>
                  </a:cubicBezTo>
                  <a:cubicBezTo>
                    <a:pt x="2757" y="1724"/>
                    <a:pt x="3178" y="1698"/>
                    <a:pt x="3204" y="1901"/>
                  </a:cubicBezTo>
                  <a:cubicBezTo>
                    <a:pt x="3225" y="2067"/>
                    <a:pt x="2929" y="2129"/>
                    <a:pt x="2918" y="2353"/>
                  </a:cubicBezTo>
                  <a:cubicBezTo>
                    <a:pt x="2908" y="2482"/>
                    <a:pt x="2991" y="2612"/>
                    <a:pt x="3552" y="3048"/>
                  </a:cubicBezTo>
                  <a:cubicBezTo>
                    <a:pt x="4024" y="3412"/>
                    <a:pt x="4315" y="3583"/>
                    <a:pt x="4289" y="3650"/>
                  </a:cubicBezTo>
                  <a:cubicBezTo>
                    <a:pt x="4282" y="3669"/>
                    <a:pt x="4255" y="3676"/>
                    <a:pt x="4216" y="3676"/>
                  </a:cubicBezTo>
                  <a:cubicBezTo>
                    <a:pt x="4110" y="3676"/>
                    <a:pt x="3916" y="3625"/>
                    <a:pt x="3808" y="3625"/>
                  </a:cubicBezTo>
                  <a:cubicBezTo>
                    <a:pt x="3769" y="3625"/>
                    <a:pt x="3741" y="3632"/>
                    <a:pt x="3733" y="3650"/>
                  </a:cubicBezTo>
                  <a:cubicBezTo>
                    <a:pt x="3702" y="3739"/>
                    <a:pt x="4216" y="3952"/>
                    <a:pt x="4637" y="4476"/>
                  </a:cubicBezTo>
                  <a:cubicBezTo>
                    <a:pt x="4943" y="4855"/>
                    <a:pt x="5166" y="5369"/>
                    <a:pt x="5047" y="5494"/>
                  </a:cubicBezTo>
                  <a:cubicBezTo>
                    <a:pt x="5027" y="5515"/>
                    <a:pt x="4998" y="5523"/>
                    <a:pt x="4963" y="5523"/>
                  </a:cubicBezTo>
                  <a:cubicBezTo>
                    <a:pt x="4799" y="5523"/>
                    <a:pt x="4508" y="5329"/>
                    <a:pt x="4404" y="5329"/>
                  </a:cubicBezTo>
                  <a:cubicBezTo>
                    <a:pt x="4389" y="5329"/>
                    <a:pt x="4378" y="5333"/>
                    <a:pt x="4372" y="5343"/>
                  </a:cubicBezTo>
                  <a:cubicBezTo>
                    <a:pt x="4299" y="5442"/>
                    <a:pt x="4974" y="5914"/>
                    <a:pt x="5332" y="6641"/>
                  </a:cubicBezTo>
                  <a:cubicBezTo>
                    <a:pt x="5488" y="6968"/>
                    <a:pt x="5571" y="7331"/>
                    <a:pt x="5571" y="7695"/>
                  </a:cubicBezTo>
                  <a:cubicBezTo>
                    <a:pt x="5701" y="7679"/>
                    <a:pt x="5826" y="7643"/>
                    <a:pt x="5940" y="7586"/>
                  </a:cubicBezTo>
                  <a:cubicBezTo>
                    <a:pt x="5981" y="7420"/>
                    <a:pt x="6018" y="7248"/>
                    <a:pt x="6049" y="7067"/>
                  </a:cubicBezTo>
                  <a:cubicBezTo>
                    <a:pt x="6132" y="6547"/>
                    <a:pt x="6054" y="6563"/>
                    <a:pt x="6132" y="6158"/>
                  </a:cubicBezTo>
                  <a:cubicBezTo>
                    <a:pt x="6298" y="5213"/>
                    <a:pt x="6739" y="5037"/>
                    <a:pt x="6682" y="4388"/>
                  </a:cubicBezTo>
                  <a:cubicBezTo>
                    <a:pt x="6646" y="4011"/>
                    <a:pt x="6456" y="3630"/>
                    <a:pt x="6316" y="3630"/>
                  </a:cubicBezTo>
                  <a:cubicBezTo>
                    <a:pt x="6315" y="3630"/>
                    <a:pt x="6314" y="3630"/>
                    <a:pt x="6314" y="3630"/>
                  </a:cubicBezTo>
                  <a:cubicBezTo>
                    <a:pt x="6137" y="3640"/>
                    <a:pt x="5940" y="4196"/>
                    <a:pt x="5966" y="4715"/>
                  </a:cubicBezTo>
                  <a:cubicBezTo>
                    <a:pt x="5976" y="5042"/>
                    <a:pt x="6080" y="5270"/>
                    <a:pt x="6002" y="5317"/>
                  </a:cubicBezTo>
                  <a:cubicBezTo>
                    <a:pt x="5991" y="5325"/>
                    <a:pt x="5978" y="5329"/>
                    <a:pt x="5962" y="5329"/>
                  </a:cubicBezTo>
                  <a:cubicBezTo>
                    <a:pt x="5875" y="5329"/>
                    <a:pt x="5729" y="5212"/>
                    <a:pt x="5654" y="5057"/>
                  </a:cubicBezTo>
                  <a:cubicBezTo>
                    <a:pt x="5519" y="4798"/>
                    <a:pt x="5680" y="4569"/>
                    <a:pt x="5737" y="4128"/>
                  </a:cubicBezTo>
                  <a:cubicBezTo>
                    <a:pt x="5805" y="3619"/>
                    <a:pt x="5597" y="2264"/>
                    <a:pt x="5363" y="2186"/>
                  </a:cubicBezTo>
                  <a:cubicBezTo>
                    <a:pt x="5361" y="2186"/>
                    <a:pt x="5358" y="2185"/>
                    <a:pt x="5356" y="2185"/>
                  </a:cubicBezTo>
                  <a:cubicBezTo>
                    <a:pt x="5247" y="2185"/>
                    <a:pt x="5195" y="2953"/>
                    <a:pt x="5104" y="3085"/>
                  </a:cubicBezTo>
                  <a:cubicBezTo>
                    <a:pt x="5031" y="2913"/>
                    <a:pt x="4943" y="2706"/>
                    <a:pt x="4839" y="2462"/>
                  </a:cubicBezTo>
                  <a:cubicBezTo>
                    <a:pt x="4559" y="1802"/>
                    <a:pt x="4471" y="1683"/>
                    <a:pt x="4367" y="1574"/>
                  </a:cubicBezTo>
                  <a:cubicBezTo>
                    <a:pt x="4143" y="1345"/>
                    <a:pt x="4008" y="1351"/>
                    <a:pt x="3552" y="1101"/>
                  </a:cubicBezTo>
                  <a:cubicBezTo>
                    <a:pt x="2877" y="728"/>
                    <a:pt x="2861" y="546"/>
                    <a:pt x="2425" y="343"/>
                  </a:cubicBezTo>
                  <a:cubicBezTo>
                    <a:pt x="1891" y="93"/>
                    <a:pt x="1374" y="14"/>
                    <a:pt x="1186" y="14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5854;p77">
              <a:extLst>
                <a:ext uri="{FF2B5EF4-FFF2-40B4-BE49-F238E27FC236}">
                  <a16:creationId xmlns:a16="http://schemas.microsoft.com/office/drawing/2014/main" id="{299FB0AB-BB8C-2C73-51C6-457F18F56BB4}"/>
                </a:ext>
              </a:extLst>
            </p:cNvPr>
            <p:cNvSpPr/>
            <p:nvPr/>
          </p:nvSpPr>
          <p:spPr>
            <a:xfrm>
              <a:off x="381400" y="3011350"/>
              <a:ext cx="126825" cy="219125"/>
            </a:xfrm>
            <a:custGeom>
              <a:avLst/>
              <a:gdLst/>
              <a:ahLst/>
              <a:cxnLst/>
              <a:rect l="l" t="t" r="r" b="b"/>
              <a:pathLst>
                <a:path w="5073" h="8765" extrusionOk="0">
                  <a:moveTo>
                    <a:pt x="21" y="1"/>
                  </a:moveTo>
                  <a:lnTo>
                    <a:pt x="1" y="94"/>
                  </a:lnTo>
                  <a:cubicBezTo>
                    <a:pt x="940" y="338"/>
                    <a:pt x="1807" y="795"/>
                    <a:pt x="2539" y="1423"/>
                  </a:cubicBezTo>
                  <a:cubicBezTo>
                    <a:pt x="3671" y="2394"/>
                    <a:pt x="4969" y="4248"/>
                    <a:pt x="4746" y="7555"/>
                  </a:cubicBezTo>
                  <a:cubicBezTo>
                    <a:pt x="4746" y="7555"/>
                    <a:pt x="4746" y="7560"/>
                    <a:pt x="4746" y="7565"/>
                  </a:cubicBezTo>
                  <a:cubicBezTo>
                    <a:pt x="4777" y="7960"/>
                    <a:pt x="4761" y="8354"/>
                    <a:pt x="4694" y="8744"/>
                  </a:cubicBezTo>
                  <a:lnTo>
                    <a:pt x="4793" y="8764"/>
                  </a:lnTo>
                  <a:cubicBezTo>
                    <a:pt x="4855" y="8365"/>
                    <a:pt x="4876" y="7960"/>
                    <a:pt x="4844" y="7560"/>
                  </a:cubicBezTo>
                  <a:cubicBezTo>
                    <a:pt x="5073" y="4211"/>
                    <a:pt x="3749" y="2332"/>
                    <a:pt x="2602" y="1351"/>
                  </a:cubicBezTo>
                  <a:cubicBezTo>
                    <a:pt x="1854" y="707"/>
                    <a:pt x="971" y="245"/>
                    <a:pt x="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5855;p77">
              <a:extLst>
                <a:ext uri="{FF2B5EF4-FFF2-40B4-BE49-F238E27FC236}">
                  <a16:creationId xmlns:a16="http://schemas.microsoft.com/office/drawing/2014/main" id="{6A125F13-4D98-5A90-CE8D-02ED9AA85CA5}"/>
                </a:ext>
              </a:extLst>
            </p:cNvPr>
            <p:cNvSpPr/>
            <p:nvPr/>
          </p:nvSpPr>
          <p:spPr>
            <a:xfrm>
              <a:off x="646300" y="296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close/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5856;p77">
              <a:extLst>
                <a:ext uri="{FF2B5EF4-FFF2-40B4-BE49-F238E27FC236}">
                  <a16:creationId xmlns:a16="http://schemas.microsoft.com/office/drawing/2014/main" id="{B74EFA0E-9276-993A-5174-4B0B38B13BA2}"/>
                </a:ext>
              </a:extLst>
            </p:cNvPr>
            <p:cNvSpPr/>
            <p:nvPr/>
          </p:nvSpPr>
          <p:spPr>
            <a:xfrm>
              <a:off x="541575" y="3074050"/>
              <a:ext cx="92050" cy="171475"/>
            </a:xfrm>
            <a:custGeom>
              <a:avLst/>
              <a:gdLst/>
              <a:ahLst/>
              <a:cxnLst/>
              <a:rect l="l" t="t" r="r" b="b"/>
              <a:pathLst>
                <a:path w="3682" h="6859" extrusionOk="0">
                  <a:moveTo>
                    <a:pt x="3655" y="0"/>
                  </a:moveTo>
                  <a:cubicBezTo>
                    <a:pt x="3645" y="6"/>
                    <a:pt x="2653" y="301"/>
                    <a:pt x="1755" y="1298"/>
                  </a:cubicBezTo>
                  <a:cubicBezTo>
                    <a:pt x="924" y="2212"/>
                    <a:pt x="0" y="3920"/>
                    <a:pt x="317" y="6859"/>
                  </a:cubicBezTo>
                  <a:lnTo>
                    <a:pt x="415" y="6848"/>
                  </a:lnTo>
                  <a:cubicBezTo>
                    <a:pt x="104" y="3946"/>
                    <a:pt x="1007" y="2264"/>
                    <a:pt x="1822" y="1361"/>
                  </a:cubicBezTo>
                  <a:cubicBezTo>
                    <a:pt x="2705" y="390"/>
                    <a:pt x="3671" y="94"/>
                    <a:pt x="3681" y="94"/>
                  </a:cubicBezTo>
                  <a:lnTo>
                    <a:pt x="36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5857;p77">
              <a:extLst>
                <a:ext uri="{FF2B5EF4-FFF2-40B4-BE49-F238E27FC236}">
                  <a16:creationId xmlns:a16="http://schemas.microsoft.com/office/drawing/2014/main" id="{85CEFB6A-B359-90D7-0162-CCAC7CAF830B}"/>
                </a:ext>
              </a:extLst>
            </p:cNvPr>
            <p:cNvSpPr/>
            <p:nvPr/>
          </p:nvSpPr>
          <p:spPr>
            <a:xfrm>
              <a:off x="359850" y="3004350"/>
              <a:ext cx="191075" cy="197300"/>
            </a:xfrm>
            <a:custGeom>
              <a:avLst/>
              <a:gdLst/>
              <a:ahLst/>
              <a:cxnLst/>
              <a:rect l="l" t="t" r="r" b="b"/>
              <a:pathLst>
                <a:path w="7643" h="7892" extrusionOk="0">
                  <a:moveTo>
                    <a:pt x="255" y="104"/>
                  </a:moveTo>
                  <a:cubicBezTo>
                    <a:pt x="759" y="115"/>
                    <a:pt x="2155" y="187"/>
                    <a:pt x="2830" y="546"/>
                  </a:cubicBezTo>
                  <a:cubicBezTo>
                    <a:pt x="3199" y="743"/>
                    <a:pt x="3666" y="815"/>
                    <a:pt x="4118" y="883"/>
                  </a:cubicBezTo>
                  <a:cubicBezTo>
                    <a:pt x="4725" y="982"/>
                    <a:pt x="5296" y="1070"/>
                    <a:pt x="5603" y="1438"/>
                  </a:cubicBezTo>
                  <a:cubicBezTo>
                    <a:pt x="5935" y="1833"/>
                    <a:pt x="7549" y="3905"/>
                    <a:pt x="7160" y="5883"/>
                  </a:cubicBezTo>
                  <a:cubicBezTo>
                    <a:pt x="6828" y="7591"/>
                    <a:pt x="5790" y="7778"/>
                    <a:pt x="5655" y="7793"/>
                  </a:cubicBezTo>
                  <a:cubicBezTo>
                    <a:pt x="5504" y="7700"/>
                    <a:pt x="4123" y="6807"/>
                    <a:pt x="3526" y="4917"/>
                  </a:cubicBezTo>
                  <a:cubicBezTo>
                    <a:pt x="3401" y="4533"/>
                    <a:pt x="3308" y="4226"/>
                    <a:pt x="3225" y="3967"/>
                  </a:cubicBezTo>
                  <a:cubicBezTo>
                    <a:pt x="2887" y="2877"/>
                    <a:pt x="2841" y="2726"/>
                    <a:pt x="2321" y="1901"/>
                  </a:cubicBezTo>
                  <a:cubicBezTo>
                    <a:pt x="1802" y="1075"/>
                    <a:pt x="676" y="353"/>
                    <a:pt x="255" y="104"/>
                  </a:cubicBezTo>
                  <a:close/>
                  <a:moveTo>
                    <a:pt x="68" y="0"/>
                  </a:moveTo>
                  <a:cubicBezTo>
                    <a:pt x="16" y="0"/>
                    <a:pt x="1" y="68"/>
                    <a:pt x="42" y="94"/>
                  </a:cubicBezTo>
                  <a:cubicBezTo>
                    <a:pt x="58" y="99"/>
                    <a:pt x="1605" y="950"/>
                    <a:pt x="2238" y="1952"/>
                  </a:cubicBezTo>
                  <a:cubicBezTo>
                    <a:pt x="2758" y="2773"/>
                    <a:pt x="2794" y="2887"/>
                    <a:pt x="3131" y="3993"/>
                  </a:cubicBezTo>
                  <a:cubicBezTo>
                    <a:pt x="3209" y="4247"/>
                    <a:pt x="3308" y="4559"/>
                    <a:pt x="3432" y="4948"/>
                  </a:cubicBezTo>
                  <a:cubicBezTo>
                    <a:pt x="4076" y="6973"/>
                    <a:pt x="5603" y="7876"/>
                    <a:pt x="5618" y="7881"/>
                  </a:cubicBezTo>
                  <a:cubicBezTo>
                    <a:pt x="5623" y="7887"/>
                    <a:pt x="5634" y="7892"/>
                    <a:pt x="5644" y="7892"/>
                  </a:cubicBezTo>
                  <a:lnTo>
                    <a:pt x="5644" y="7887"/>
                  </a:lnTo>
                  <a:cubicBezTo>
                    <a:pt x="5660" y="7887"/>
                    <a:pt x="6885" y="7793"/>
                    <a:pt x="7254" y="5898"/>
                  </a:cubicBezTo>
                  <a:cubicBezTo>
                    <a:pt x="7643" y="3925"/>
                    <a:pt x="6148" y="1937"/>
                    <a:pt x="5680" y="1371"/>
                  </a:cubicBezTo>
                  <a:cubicBezTo>
                    <a:pt x="5348" y="976"/>
                    <a:pt x="4756" y="883"/>
                    <a:pt x="4133" y="784"/>
                  </a:cubicBezTo>
                  <a:cubicBezTo>
                    <a:pt x="3692" y="717"/>
                    <a:pt x="3230" y="644"/>
                    <a:pt x="2877" y="457"/>
                  </a:cubicBezTo>
                  <a:cubicBezTo>
                    <a:pt x="2026" y="6"/>
                    <a:pt x="157" y="0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5858;p77">
              <a:extLst>
                <a:ext uri="{FF2B5EF4-FFF2-40B4-BE49-F238E27FC236}">
                  <a16:creationId xmlns:a16="http://schemas.microsoft.com/office/drawing/2014/main" id="{47420A36-763A-4540-3CBF-DE605C565DAD}"/>
                </a:ext>
              </a:extLst>
            </p:cNvPr>
            <p:cNvSpPr/>
            <p:nvPr/>
          </p:nvSpPr>
          <p:spPr>
            <a:xfrm>
              <a:off x="442925" y="3221500"/>
              <a:ext cx="153825" cy="46475"/>
            </a:xfrm>
            <a:custGeom>
              <a:avLst/>
              <a:gdLst/>
              <a:ahLst/>
              <a:cxnLst/>
              <a:rect l="l" t="t" r="r" b="b"/>
              <a:pathLst>
                <a:path w="6153" h="1859" extrusionOk="0">
                  <a:moveTo>
                    <a:pt x="0" y="0"/>
                  </a:moveTo>
                  <a:cubicBezTo>
                    <a:pt x="0" y="3"/>
                    <a:pt x="1" y="6"/>
                    <a:pt x="2" y="8"/>
                  </a:cubicBezTo>
                  <a:lnTo>
                    <a:pt x="2" y="8"/>
                  </a:lnTo>
                  <a:lnTo>
                    <a:pt x="0" y="0"/>
                  </a:lnTo>
                  <a:close/>
                  <a:moveTo>
                    <a:pt x="6153" y="0"/>
                  </a:moveTo>
                  <a:lnTo>
                    <a:pt x="6151" y="8"/>
                  </a:lnTo>
                  <a:lnTo>
                    <a:pt x="6151" y="8"/>
                  </a:lnTo>
                  <a:cubicBezTo>
                    <a:pt x="6152" y="6"/>
                    <a:pt x="6153" y="3"/>
                    <a:pt x="6153" y="0"/>
                  </a:cubicBezTo>
                  <a:close/>
                  <a:moveTo>
                    <a:pt x="2" y="8"/>
                  </a:moveTo>
                  <a:lnTo>
                    <a:pt x="229" y="1672"/>
                  </a:lnTo>
                  <a:cubicBezTo>
                    <a:pt x="686" y="1781"/>
                    <a:pt x="1792" y="1859"/>
                    <a:pt x="3079" y="1859"/>
                  </a:cubicBezTo>
                  <a:cubicBezTo>
                    <a:pt x="4367" y="1859"/>
                    <a:pt x="5467" y="1781"/>
                    <a:pt x="5924" y="1672"/>
                  </a:cubicBezTo>
                  <a:lnTo>
                    <a:pt x="6151" y="8"/>
                  </a:lnTo>
                  <a:lnTo>
                    <a:pt x="6151" y="8"/>
                  </a:lnTo>
                  <a:cubicBezTo>
                    <a:pt x="6107" y="171"/>
                    <a:pt x="4749" y="301"/>
                    <a:pt x="3079" y="301"/>
                  </a:cubicBezTo>
                  <a:cubicBezTo>
                    <a:pt x="1404" y="301"/>
                    <a:pt x="46" y="171"/>
                    <a:pt x="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5859;p77">
              <a:extLst>
                <a:ext uri="{FF2B5EF4-FFF2-40B4-BE49-F238E27FC236}">
                  <a16:creationId xmlns:a16="http://schemas.microsoft.com/office/drawing/2014/main" id="{40F49FCC-F42F-1024-CA4B-154355C72AEF}"/>
                </a:ext>
              </a:extLst>
            </p:cNvPr>
            <p:cNvSpPr/>
            <p:nvPr/>
          </p:nvSpPr>
          <p:spPr>
            <a:xfrm>
              <a:off x="442925" y="3221500"/>
              <a:ext cx="153825" cy="46475"/>
            </a:xfrm>
            <a:custGeom>
              <a:avLst/>
              <a:gdLst/>
              <a:ahLst/>
              <a:cxnLst/>
              <a:rect l="l" t="t" r="r" b="b"/>
              <a:pathLst>
                <a:path w="6153" h="1859" extrusionOk="0">
                  <a:moveTo>
                    <a:pt x="3079" y="1859"/>
                  </a:moveTo>
                  <a:cubicBezTo>
                    <a:pt x="4367" y="1859"/>
                    <a:pt x="5467" y="1781"/>
                    <a:pt x="5924" y="1672"/>
                  </a:cubicBezTo>
                  <a:lnTo>
                    <a:pt x="6153" y="0"/>
                  </a:lnTo>
                  <a:cubicBezTo>
                    <a:pt x="6153" y="166"/>
                    <a:pt x="4777" y="301"/>
                    <a:pt x="3079" y="301"/>
                  </a:cubicBezTo>
                  <a:cubicBezTo>
                    <a:pt x="1376" y="301"/>
                    <a:pt x="0" y="166"/>
                    <a:pt x="0" y="0"/>
                  </a:cubicBezTo>
                  <a:lnTo>
                    <a:pt x="229" y="1672"/>
                  </a:lnTo>
                  <a:cubicBezTo>
                    <a:pt x="686" y="1781"/>
                    <a:pt x="1792" y="1859"/>
                    <a:pt x="3079" y="185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5860;p77">
              <a:extLst>
                <a:ext uri="{FF2B5EF4-FFF2-40B4-BE49-F238E27FC236}">
                  <a16:creationId xmlns:a16="http://schemas.microsoft.com/office/drawing/2014/main" id="{83D81A9A-6DDF-5E8C-B9D6-1C22EB254762}"/>
                </a:ext>
              </a:extLst>
            </p:cNvPr>
            <p:cNvSpPr/>
            <p:nvPr/>
          </p:nvSpPr>
          <p:spPr>
            <a:xfrm>
              <a:off x="441700" y="3220250"/>
              <a:ext cx="156350" cy="48900"/>
            </a:xfrm>
            <a:custGeom>
              <a:avLst/>
              <a:gdLst/>
              <a:ahLst/>
              <a:cxnLst/>
              <a:rect l="l" t="t" r="r" b="b"/>
              <a:pathLst>
                <a:path w="6254" h="1956" extrusionOk="0">
                  <a:moveTo>
                    <a:pt x="117" y="164"/>
                  </a:moveTo>
                  <a:cubicBezTo>
                    <a:pt x="231" y="211"/>
                    <a:pt x="470" y="263"/>
                    <a:pt x="948" y="310"/>
                  </a:cubicBezTo>
                  <a:cubicBezTo>
                    <a:pt x="1529" y="367"/>
                    <a:pt x="2303" y="398"/>
                    <a:pt x="3128" y="398"/>
                  </a:cubicBezTo>
                  <a:cubicBezTo>
                    <a:pt x="3948" y="398"/>
                    <a:pt x="4722" y="367"/>
                    <a:pt x="5303" y="310"/>
                  </a:cubicBezTo>
                  <a:cubicBezTo>
                    <a:pt x="5786" y="263"/>
                    <a:pt x="6020" y="211"/>
                    <a:pt x="6139" y="164"/>
                  </a:cubicBezTo>
                  <a:lnTo>
                    <a:pt x="6139" y="164"/>
                  </a:lnTo>
                  <a:lnTo>
                    <a:pt x="5932" y="1680"/>
                  </a:lnTo>
                  <a:cubicBezTo>
                    <a:pt x="5444" y="1789"/>
                    <a:pt x="4348" y="1857"/>
                    <a:pt x="3128" y="1857"/>
                  </a:cubicBezTo>
                  <a:cubicBezTo>
                    <a:pt x="1903" y="1857"/>
                    <a:pt x="813" y="1789"/>
                    <a:pt x="325" y="1680"/>
                  </a:cubicBezTo>
                  <a:lnTo>
                    <a:pt x="117" y="164"/>
                  </a:lnTo>
                  <a:close/>
                  <a:moveTo>
                    <a:pt x="51" y="1"/>
                  </a:moveTo>
                  <a:cubicBezTo>
                    <a:pt x="26" y="1"/>
                    <a:pt x="0" y="18"/>
                    <a:pt x="3" y="50"/>
                  </a:cubicBezTo>
                  <a:cubicBezTo>
                    <a:pt x="3" y="60"/>
                    <a:pt x="3" y="71"/>
                    <a:pt x="8" y="81"/>
                  </a:cubicBezTo>
                  <a:lnTo>
                    <a:pt x="231" y="1727"/>
                  </a:lnTo>
                  <a:cubicBezTo>
                    <a:pt x="231" y="1748"/>
                    <a:pt x="247" y="1763"/>
                    <a:pt x="268" y="1768"/>
                  </a:cubicBezTo>
                  <a:cubicBezTo>
                    <a:pt x="745" y="1883"/>
                    <a:pt x="1867" y="1955"/>
                    <a:pt x="3128" y="1955"/>
                  </a:cubicBezTo>
                  <a:cubicBezTo>
                    <a:pt x="4385" y="1955"/>
                    <a:pt x="5506" y="1883"/>
                    <a:pt x="5984" y="1768"/>
                  </a:cubicBezTo>
                  <a:cubicBezTo>
                    <a:pt x="6004" y="1763"/>
                    <a:pt x="6020" y="1748"/>
                    <a:pt x="6020" y="1727"/>
                  </a:cubicBezTo>
                  <a:lnTo>
                    <a:pt x="6248" y="81"/>
                  </a:lnTo>
                  <a:cubicBezTo>
                    <a:pt x="6254" y="71"/>
                    <a:pt x="6254" y="60"/>
                    <a:pt x="6248" y="50"/>
                  </a:cubicBezTo>
                  <a:cubicBezTo>
                    <a:pt x="6248" y="20"/>
                    <a:pt x="6224" y="5"/>
                    <a:pt x="6200" y="5"/>
                  </a:cubicBezTo>
                  <a:cubicBezTo>
                    <a:pt x="6179" y="5"/>
                    <a:pt x="6157" y="18"/>
                    <a:pt x="6155" y="45"/>
                  </a:cubicBezTo>
                  <a:cubicBezTo>
                    <a:pt x="6072" y="149"/>
                    <a:pt x="4956" y="299"/>
                    <a:pt x="3128" y="299"/>
                  </a:cubicBezTo>
                  <a:cubicBezTo>
                    <a:pt x="1295" y="299"/>
                    <a:pt x="179" y="149"/>
                    <a:pt x="101" y="45"/>
                  </a:cubicBezTo>
                  <a:cubicBezTo>
                    <a:pt x="99" y="15"/>
                    <a:pt x="75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5861;p77">
              <a:extLst>
                <a:ext uri="{FF2B5EF4-FFF2-40B4-BE49-F238E27FC236}">
                  <a16:creationId xmlns:a16="http://schemas.microsoft.com/office/drawing/2014/main" id="{C91BCD74-8272-E601-3012-DEB330091716}"/>
                </a:ext>
              </a:extLst>
            </p:cNvPr>
            <p:cNvSpPr/>
            <p:nvPr/>
          </p:nvSpPr>
          <p:spPr>
            <a:xfrm>
              <a:off x="454225" y="3484450"/>
              <a:ext cx="130850" cy="29625"/>
            </a:xfrm>
            <a:custGeom>
              <a:avLst/>
              <a:gdLst/>
              <a:ahLst/>
              <a:cxnLst/>
              <a:rect l="l" t="t" r="r" b="b"/>
              <a:pathLst>
                <a:path w="5234" h="1185" extrusionOk="0">
                  <a:moveTo>
                    <a:pt x="2617" y="0"/>
                  </a:moveTo>
                  <a:cubicBezTo>
                    <a:pt x="1173" y="0"/>
                    <a:pt x="0" y="265"/>
                    <a:pt x="0" y="592"/>
                  </a:cubicBezTo>
                  <a:cubicBezTo>
                    <a:pt x="0" y="919"/>
                    <a:pt x="1173" y="1184"/>
                    <a:pt x="2617" y="1184"/>
                  </a:cubicBezTo>
                  <a:cubicBezTo>
                    <a:pt x="4060" y="1184"/>
                    <a:pt x="5233" y="919"/>
                    <a:pt x="5233" y="592"/>
                  </a:cubicBezTo>
                  <a:cubicBezTo>
                    <a:pt x="5233" y="265"/>
                    <a:pt x="4060" y="0"/>
                    <a:pt x="261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4711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7">
          <a:extLst>
            <a:ext uri="{FF2B5EF4-FFF2-40B4-BE49-F238E27FC236}">
              <a16:creationId xmlns:a16="http://schemas.microsoft.com/office/drawing/2014/main" id="{FEF27AEE-407B-019C-D247-CA73CA58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5639;p76">
            <a:extLst>
              <a:ext uri="{FF2B5EF4-FFF2-40B4-BE49-F238E27FC236}">
                <a16:creationId xmlns:a16="http://schemas.microsoft.com/office/drawing/2014/main" id="{544E8F84-DC49-BF67-8BBF-AF075263DCEF}"/>
              </a:ext>
            </a:extLst>
          </p:cNvPr>
          <p:cNvSpPr/>
          <p:nvPr/>
        </p:nvSpPr>
        <p:spPr>
          <a:xfrm>
            <a:off x="2788445" y="517885"/>
            <a:ext cx="3713700" cy="618006"/>
          </a:xfrm>
          <a:prstGeom prst="roundRect">
            <a:avLst>
              <a:gd name="adj" fmla="val 16218"/>
            </a:avLst>
          </a:prstGeom>
          <a:gradFill>
            <a:gsLst>
              <a:gs pos="0">
                <a:srgbClr val="545791"/>
              </a:gs>
              <a:gs pos="100000">
                <a:srgbClr val="D8879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0" name="Google Shape;2910;p66">
            <a:extLst>
              <a:ext uri="{FF2B5EF4-FFF2-40B4-BE49-F238E27FC236}">
                <a16:creationId xmlns:a16="http://schemas.microsoft.com/office/drawing/2014/main" id="{7BE3BDD2-03DC-151C-B27E-F4072D8D6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363" y="269066"/>
            <a:ext cx="8231994" cy="11156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Diagramme de Gantt</a:t>
            </a:r>
            <a:endParaRPr sz="2800" dirty="0"/>
          </a:p>
        </p:txBody>
      </p:sp>
      <p:grpSp>
        <p:nvGrpSpPr>
          <p:cNvPr id="2915" name="Google Shape;2915;p66">
            <a:extLst>
              <a:ext uri="{FF2B5EF4-FFF2-40B4-BE49-F238E27FC236}">
                <a16:creationId xmlns:a16="http://schemas.microsoft.com/office/drawing/2014/main" id="{1FBB9016-1A5E-B68D-270C-BA7800D9FE32}"/>
              </a:ext>
            </a:extLst>
          </p:cNvPr>
          <p:cNvGrpSpPr/>
          <p:nvPr/>
        </p:nvGrpSpPr>
        <p:grpSpPr>
          <a:xfrm>
            <a:off x="-104904" y="-642170"/>
            <a:ext cx="837834" cy="2550831"/>
            <a:chOff x="973775" y="2233375"/>
            <a:chExt cx="404575" cy="1231750"/>
          </a:xfrm>
        </p:grpSpPr>
        <p:sp>
          <p:nvSpPr>
            <p:cNvPr id="2916" name="Google Shape;2916;p66">
              <a:extLst>
                <a:ext uri="{FF2B5EF4-FFF2-40B4-BE49-F238E27FC236}">
                  <a16:creationId xmlns:a16="http://schemas.microsoft.com/office/drawing/2014/main" id="{CA0B01DA-2945-390B-D18F-9DD3EC9E7D03}"/>
                </a:ext>
              </a:extLst>
            </p:cNvPr>
            <p:cNvSpPr/>
            <p:nvPr/>
          </p:nvSpPr>
          <p:spPr>
            <a:xfrm>
              <a:off x="1223875" y="2922850"/>
              <a:ext cx="58575" cy="27925"/>
            </a:xfrm>
            <a:custGeom>
              <a:avLst/>
              <a:gdLst/>
              <a:ahLst/>
              <a:cxnLst/>
              <a:rect l="l" t="t" r="r" b="b"/>
              <a:pathLst>
                <a:path w="2343" h="1117" extrusionOk="0">
                  <a:moveTo>
                    <a:pt x="2332" y="0"/>
                  </a:moveTo>
                  <a:cubicBezTo>
                    <a:pt x="2254" y="5"/>
                    <a:pt x="328" y="151"/>
                    <a:pt x="1" y="1085"/>
                  </a:cubicBezTo>
                  <a:lnTo>
                    <a:pt x="94" y="1116"/>
                  </a:lnTo>
                  <a:cubicBezTo>
                    <a:pt x="401" y="239"/>
                    <a:pt x="2321" y="99"/>
                    <a:pt x="2342" y="99"/>
                  </a:cubicBezTo>
                  <a:lnTo>
                    <a:pt x="23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6">
              <a:extLst>
                <a:ext uri="{FF2B5EF4-FFF2-40B4-BE49-F238E27FC236}">
                  <a16:creationId xmlns:a16="http://schemas.microsoft.com/office/drawing/2014/main" id="{5BA7D0F6-37BD-104C-DAA4-C196AF2815C4}"/>
                </a:ext>
              </a:extLst>
            </p:cNvPr>
            <p:cNvSpPr/>
            <p:nvPr/>
          </p:nvSpPr>
          <p:spPr>
            <a:xfrm>
              <a:off x="1042425" y="2920900"/>
              <a:ext cx="73225" cy="72050"/>
            </a:xfrm>
            <a:custGeom>
              <a:avLst/>
              <a:gdLst/>
              <a:ahLst/>
              <a:cxnLst/>
              <a:rect l="l" t="t" r="r" b="b"/>
              <a:pathLst>
                <a:path w="2929" h="2882" extrusionOk="0">
                  <a:moveTo>
                    <a:pt x="1" y="0"/>
                  </a:moveTo>
                  <a:lnTo>
                    <a:pt x="1" y="94"/>
                  </a:lnTo>
                  <a:cubicBezTo>
                    <a:pt x="2566" y="120"/>
                    <a:pt x="2835" y="2856"/>
                    <a:pt x="2835" y="2882"/>
                  </a:cubicBezTo>
                  <a:lnTo>
                    <a:pt x="2929" y="2871"/>
                  </a:lnTo>
                  <a:cubicBezTo>
                    <a:pt x="2929" y="2845"/>
                    <a:pt x="2654" y="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6">
              <a:extLst>
                <a:ext uri="{FF2B5EF4-FFF2-40B4-BE49-F238E27FC236}">
                  <a16:creationId xmlns:a16="http://schemas.microsoft.com/office/drawing/2014/main" id="{1FAE5615-4A80-B1BA-3050-3277D736CCE6}"/>
                </a:ext>
              </a:extLst>
            </p:cNvPr>
            <p:cNvSpPr/>
            <p:nvPr/>
          </p:nvSpPr>
          <p:spPr>
            <a:xfrm>
              <a:off x="975075" y="2993325"/>
              <a:ext cx="102825" cy="45950"/>
            </a:xfrm>
            <a:custGeom>
              <a:avLst/>
              <a:gdLst/>
              <a:ahLst/>
              <a:cxnLst/>
              <a:rect l="l" t="t" r="r" b="b"/>
              <a:pathLst>
                <a:path w="4113" h="1838" extrusionOk="0">
                  <a:moveTo>
                    <a:pt x="2697" y="1"/>
                  </a:moveTo>
                  <a:cubicBezTo>
                    <a:pt x="2373" y="1"/>
                    <a:pt x="2050" y="74"/>
                    <a:pt x="1760" y="208"/>
                  </a:cubicBezTo>
                  <a:cubicBezTo>
                    <a:pt x="1501" y="327"/>
                    <a:pt x="1231" y="478"/>
                    <a:pt x="1059" y="654"/>
                  </a:cubicBezTo>
                  <a:cubicBezTo>
                    <a:pt x="1059" y="654"/>
                    <a:pt x="130" y="789"/>
                    <a:pt x="0" y="1838"/>
                  </a:cubicBezTo>
                  <a:cubicBezTo>
                    <a:pt x="0" y="1838"/>
                    <a:pt x="514" y="1329"/>
                    <a:pt x="1096" y="1329"/>
                  </a:cubicBezTo>
                  <a:cubicBezTo>
                    <a:pt x="1468" y="1329"/>
                    <a:pt x="2219" y="1576"/>
                    <a:pt x="2851" y="1576"/>
                  </a:cubicBezTo>
                  <a:cubicBezTo>
                    <a:pt x="3198" y="1576"/>
                    <a:pt x="3509" y="1502"/>
                    <a:pt x="3702" y="1272"/>
                  </a:cubicBezTo>
                  <a:cubicBezTo>
                    <a:pt x="4112" y="789"/>
                    <a:pt x="4071" y="379"/>
                    <a:pt x="3401" y="125"/>
                  </a:cubicBezTo>
                  <a:cubicBezTo>
                    <a:pt x="3176" y="41"/>
                    <a:pt x="2936" y="1"/>
                    <a:pt x="2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6">
              <a:extLst>
                <a:ext uri="{FF2B5EF4-FFF2-40B4-BE49-F238E27FC236}">
                  <a16:creationId xmlns:a16="http://schemas.microsoft.com/office/drawing/2014/main" id="{5A53DA07-6128-5F9C-DDF1-C79060C82567}"/>
                </a:ext>
              </a:extLst>
            </p:cNvPr>
            <p:cNvSpPr/>
            <p:nvPr/>
          </p:nvSpPr>
          <p:spPr>
            <a:xfrm>
              <a:off x="973775" y="2992150"/>
              <a:ext cx="102700" cy="48425"/>
            </a:xfrm>
            <a:custGeom>
              <a:avLst/>
              <a:gdLst/>
              <a:ahLst/>
              <a:cxnLst/>
              <a:rect l="l" t="t" r="r" b="b"/>
              <a:pathLst>
                <a:path w="4108" h="1937" extrusionOk="0">
                  <a:moveTo>
                    <a:pt x="2791" y="99"/>
                  </a:moveTo>
                  <a:cubicBezTo>
                    <a:pt x="3011" y="99"/>
                    <a:pt x="3226" y="140"/>
                    <a:pt x="3432" y="218"/>
                  </a:cubicBezTo>
                  <a:cubicBezTo>
                    <a:pt x="3733" y="333"/>
                    <a:pt x="3910" y="478"/>
                    <a:pt x="3956" y="655"/>
                  </a:cubicBezTo>
                  <a:cubicBezTo>
                    <a:pt x="4003" y="836"/>
                    <a:pt x="3920" y="1044"/>
                    <a:pt x="3718" y="1288"/>
                  </a:cubicBezTo>
                  <a:cubicBezTo>
                    <a:pt x="3535" y="1504"/>
                    <a:pt x="3239" y="1574"/>
                    <a:pt x="2905" y="1574"/>
                  </a:cubicBezTo>
                  <a:cubicBezTo>
                    <a:pt x="2556" y="1574"/>
                    <a:pt x="2165" y="1497"/>
                    <a:pt x="1818" y="1428"/>
                  </a:cubicBezTo>
                  <a:cubicBezTo>
                    <a:pt x="1594" y="1376"/>
                    <a:pt x="1371" y="1340"/>
                    <a:pt x="1148" y="1324"/>
                  </a:cubicBezTo>
                  <a:cubicBezTo>
                    <a:pt x="707" y="1324"/>
                    <a:pt x="302" y="1610"/>
                    <a:pt x="120" y="1760"/>
                  </a:cubicBezTo>
                  <a:cubicBezTo>
                    <a:pt x="213" y="1246"/>
                    <a:pt x="608" y="847"/>
                    <a:pt x="1122" y="748"/>
                  </a:cubicBezTo>
                  <a:cubicBezTo>
                    <a:pt x="1132" y="748"/>
                    <a:pt x="1143" y="743"/>
                    <a:pt x="1148" y="732"/>
                  </a:cubicBezTo>
                  <a:cubicBezTo>
                    <a:pt x="1288" y="587"/>
                    <a:pt x="1522" y="442"/>
                    <a:pt x="1833" y="296"/>
                  </a:cubicBezTo>
                  <a:cubicBezTo>
                    <a:pt x="2119" y="166"/>
                    <a:pt x="2435" y="99"/>
                    <a:pt x="2752" y="99"/>
                  </a:cubicBezTo>
                  <a:cubicBezTo>
                    <a:pt x="2765" y="99"/>
                    <a:pt x="2778" y="99"/>
                    <a:pt x="2791" y="99"/>
                  </a:cubicBezTo>
                  <a:close/>
                  <a:moveTo>
                    <a:pt x="2752" y="0"/>
                  </a:moveTo>
                  <a:cubicBezTo>
                    <a:pt x="2429" y="0"/>
                    <a:pt x="2097" y="70"/>
                    <a:pt x="1792" y="208"/>
                  </a:cubicBezTo>
                  <a:cubicBezTo>
                    <a:pt x="1480" y="353"/>
                    <a:pt x="1241" y="504"/>
                    <a:pt x="1091" y="655"/>
                  </a:cubicBezTo>
                  <a:cubicBezTo>
                    <a:pt x="961" y="680"/>
                    <a:pt x="125" y="883"/>
                    <a:pt x="0" y="1880"/>
                  </a:cubicBezTo>
                  <a:cubicBezTo>
                    <a:pt x="0" y="1901"/>
                    <a:pt x="11" y="1921"/>
                    <a:pt x="32" y="1932"/>
                  </a:cubicBezTo>
                  <a:cubicBezTo>
                    <a:pt x="37" y="1932"/>
                    <a:pt x="42" y="1937"/>
                    <a:pt x="52" y="1937"/>
                  </a:cubicBezTo>
                  <a:cubicBezTo>
                    <a:pt x="63" y="1937"/>
                    <a:pt x="78" y="1932"/>
                    <a:pt x="84" y="1921"/>
                  </a:cubicBezTo>
                  <a:cubicBezTo>
                    <a:pt x="89" y="1916"/>
                    <a:pt x="592" y="1423"/>
                    <a:pt x="1148" y="1423"/>
                  </a:cubicBezTo>
                  <a:cubicBezTo>
                    <a:pt x="1366" y="1438"/>
                    <a:pt x="1584" y="1470"/>
                    <a:pt x="1802" y="1522"/>
                  </a:cubicBezTo>
                  <a:cubicBezTo>
                    <a:pt x="2154" y="1592"/>
                    <a:pt x="2550" y="1671"/>
                    <a:pt x="2910" y="1671"/>
                  </a:cubicBezTo>
                  <a:cubicBezTo>
                    <a:pt x="3266" y="1671"/>
                    <a:pt x="3586" y="1593"/>
                    <a:pt x="3790" y="1350"/>
                  </a:cubicBezTo>
                  <a:cubicBezTo>
                    <a:pt x="4019" y="1085"/>
                    <a:pt x="4107" y="841"/>
                    <a:pt x="4050" y="634"/>
                  </a:cubicBezTo>
                  <a:cubicBezTo>
                    <a:pt x="3998" y="421"/>
                    <a:pt x="3801" y="255"/>
                    <a:pt x="3468" y="125"/>
                  </a:cubicBezTo>
                  <a:cubicBezTo>
                    <a:pt x="3245" y="41"/>
                    <a:pt x="3001" y="0"/>
                    <a:pt x="27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6">
              <a:extLst>
                <a:ext uri="{FF2B5EF4-FFF2-40B4-BE49-F238E27FC236}">
                  <a16:creationId xmlns:a16="http://schemas.microsoft.com/office/drawing/2014/main" id="{7F3D97AA-1196-4E0C-34E9-432445A9704A}"/>
                </a:ext>
              </a:extLst>
            </p:cNvPr>
            <p:cNvSpPr/>
            <p:nvPr/>
          </p:nvSpPr>
          <p:spPr>
            <a:xfrm>
              <a:off x="1001300" y="3004475"/>
              <a:ext cx="47900" cy="8075"/>
            </a:xfrm>
            <a:custGeom>
              <a:avLst/>
              <a:gdLst/>
              <a:ahLst/>
              <a:cxnLst/>
              <a:rect l="l" t="t" r="r" b="b"/>
              <a:pathLst>
                <a:path w="1916" h="323" extrusionOk="0">
                  <a:moveTo>
                    <a:pt x="1023" y="0"/>
                  </a:moveTo>
                  <a:cubicBezTo>
                    <a:pt x="756" y="0"/>
                    <a:pt x="419" y="43"/>
                    <a:pt x="0" y="162"/>
                  </a:cubicBezTo>
                  <a:lnTo>
                    <a:pt x="26" y="255"/>
                  </a:lnTo>
                  <a:cubicBezTo>
                    <a:pt x="437" y="138"/>
                    <a:pt x="764" y="97"/>
                    <a:pt x="1021" y="97"/>
                  </a:cubicBezTo>
                  <a:cubicBezTo>
                    <a:pt x="1620" y="97"/>
                    <a:pt x="1839" y="319"/>
                    <a:pt x="1843" y="322"/>
                  </a:cubicBezTo>
                  <a:lnTo>
                    <a:pt x="1871" y="302"/>
                  </a:lnTo>
                  <a:lnTo>
                    <a:pt x="1871" y="302"/>
                  </a:lnTo>
                  <a:lnTo>
                    <a:pt x="1916" y="260"/>
                  </a:lnTo>
                  <a:cubicBezTo>
                    <a:pt x="1905" y="245"/>
                    <a:pt x="1666" y="0"/>
                    <a:pt x="1023" y="0"/>
                  </a:cubicBezTo>
                  <a:close/>
                  <a:moveTo>
                    <a:pt x="1885" y="291"/>
                  </a:moveTo>
                  <a:lnTo>
                    <a:pt x="1871" y="302"/>
                  </a:lnTo>
                  <a:lnTo>
                    <a:pt x="1871" y="302"/>
                  </a:lnTo>
                  <a:lnTo>
                    <a:pt x="1848" y="322"/>
                  </a:lnTo>
                  <a:lnTo>
                    <a:pt x="1885" y="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6">
              <a:extLst>
                <a:ext uri="{FF2B5EF4-FFF2-40B4-BE49-F238E27FC236}">
                  <a16:creationId xmlns:a16="http://schemas.microsoft.com/office/drawing/2014/main" id="{1828FBAD-4BA3-2E6B-38BD-BDB457A33511}"/>
                </a:ext>
              </a:extLst>
            </p:cNvPr>
            <p:cNvSpPr/>
            <p:nvPr/>
          </p:nvSpPr>
          <p:spPr>
            <a:xfrm>
              <a:off x="1125375" y="2910025"/>
              <a:ext cx="98400" cy="66400"/>
            </a:xfrm>
            <a:custGeom>
              <a:avLst/>
              <a:gdLst/>
              <a:ahLst/>
              <a:cxnLst/>
              <a:rect l="l" t="t" r="r" b="b"/>
              <a:pathLst>
                <a:path w="3936" h="2656" extrusionOk="0">
                  <a:moveTo>
                    <a:pt x="2517" y="1"/>
                  </a:moveTo>
                  <a:cubicBezTo>
                    <a:pt x="2208" y="1"/>
                    <a:pt x="1858" y="77"/>
                    <a:pt x="1475" y="285"/>
                  </a:cubicBezTo>
                  <a:cubicBezTo>
                    <a:pt x="0" y="1084"/>
                    <a:pt x="1651" y="1655"/>
                    <a:pt x="1651" y="1655"/>
                  </a:cubicBezTo>
                  <a:cubicBezTo>
                    <a:pt x="1651" y="1655"/>
                    <a:pt x="1366" y="1941"/>
                    <a:pt x="1932" y="2559"/>
                  </a:cubicBezTo>
                  <a:cubicBezTo>
                    <a:pt x="1993" y="2625"/>
                    <a:pt x="2064" y="2655"/>
                    <a:pt x="2143" y="2655"/>
                  </a:cubicBezTo>
                  <a:cubicBezTo>
                    <a:pt x="2792" y="2655"/>
                    <a:pt x="3936" y="627"/>
                    <a:pt x="3936" y="627"/>
                  </a:cubicBezTo>
                  <a:cubicBezTo>
                    <a:pt x="3936" y="627"/>
                    <a:pt x="3397" y="1"/>
                    <a:pt x="2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6">
              <a:extLst>
                <a:ext uri="{FF2B5EF4-FFF2-40B4-BE49-F238E27FC236}">
                  <a16:creationId xmlns:a16="http://schemas.microsoft.com/office/drawing/2014/main" id="{156140EF-6427-F8D5-ED8C-D71D57A658D3}"/>
                </a:ext>
              </a:extLst>
            </p:cNvPr>
            <p:cNvSpPr/>
            <p:nvPr/>
          </p:nvSpPr>
          <p:spPr>
            <a:xfrm>
              <a:off x="1145225" y="2908850"/>
              <a:ext cx="79850" cy="68775"/>
            </a:xfrm>
            <a:custGeom>
              <a:avLst/>
              <a:gdLst/>
              <a:ahLst/>
              <a:cxnLst/>
              <a:rect l="l" t="t" r="r" b="b"/>
              <a:pathLst>
                <a:path w="3194" h="2751" extrusionOk="0">
                  <a:moveTo>
                    <a:pt x="1730" y="91"/>
                  </a:moveTo>
                  <a:cubicBezTo>
                    <a:pt x="2480" y="91"/>
                    <a:pt x="2968" y="561"/>
                    <a:pt x="3079" y="679"/>
                  </a:cubicBezTo>
                  <a:cubicBezTo>
                    <a:pt x="2939" y="923"/>
                    <a:pt x="1958" y="2585"/>
                    <a:pt x="1382" y="2652"/>
                  </a:cubicBezTo>
                  <a:cubicBezTo>
                    <a:pt x="1371" y="2654"/>
                    <a:pt x="1361" y="2654"/>
                    <a:pt x="1350" y="2654"/>
                  </a:cubicBezTo>
                  <a:cubicBezTo>
                    <a:pt x="1279" y="2654"/>
                    <a:pt x="1215" y="2624"/>
                    <a:pt x="1174" y="2569"/>
                  </a:cubicBezTo>
                  <a:cubicBezTo>
                    <a:pt x="650" y="2003"/>
                    <a:pt x="888" y="1739"/>
                    <a:pt x="894" y="1733"/>
                  </a:cubicBezTo>
                  <a:cubicBezTo>
                    <a:pt x="904" y="1723"/>
                    <a:pt x="909" y="1707"/>
                    <a:pt x="909" y="1692"/>
                  </a:cubicBezTo>
                  <a:cubicBezTo>
                    <a:pt x="904" y="1671"/>
                    <a:pt x="894" y="1661"/>
                    <a:pt x="878" y="1655"/>
                  </a:cubicBezTo>
                  <a:cubicBezTo>
                    <a:pt x="868" y="1650"/>
                    <a:pt x="151" y="1401"/>
                    <a:pt x="120" y="1022"/>
                  </a:cubicBezTo>
                  <a:cubicBezTo>
                    <a:pt x="104" y="814"/>
                    <a:pt x="302" y="596"/>
                    <a:pt x="707" y="373"/>
                  </a:cubicBezTo>
                  <a:cubicBezTo>
                    <a:pt x="1085" y="168"/>
                    <a:pt x="1429" y="91"/>
                    <a:pt x="1730" y="91"/>
                  </a:cubicBezTo>
                  <a:close/>
                  <a:moveTo>
                    <a:pt x="1719" y="1"/>
                  </a:moveTo>
                  <a:cubicBezTo>
                    <a:pt x="1404" y="1"/>
                    <a:pt x="1048" y="79"/>
                    <a:pt x="660" y="290"/>
                  </a:cubicBezTo>
                  <a:cubicBezTo>
                    <a:pt x="219" y="529"/>
                    <a:pt x="1" y="778"/>
                    <a:pt x="21" y="1032"/>
                  </a:cubicBezTo>
                  <a:cubicBezTo>
                    <a:pt x="53" y="1406"/>
                    <a:pt x="598" y="1650"/>
                    <a:pt x="779" y="1723"/>
                  </a:cubicBezTo>
                  <a:cubicBezTo>
                    <a:pt x="717" y="1842"/>
                    <a:pt x="644" y="2143"/>
                    <a:pt x="1101" y="2637"/>
                  </a:cubicBezTo>
                  <a:cubicBezTo>
                    <a:pt x="1164" y="2709"/>
                    <a:pt x="1252" y="2751"/>
                    <a:pt x="1345" y="2751"/>
                  </a:cubicBezTo>
                  <a:cubicBezTo>
                    <a:pt x="1361" y="2751"/>
                    <a:pt x="1376" y="2751"/>
                    <a:pt x="1392" y="2746"/>
                  </a:cubicBezTo>
                  <a:cubicBezTo>
                    <a:pt x="2062" y="2673"/>
                    <a:pt x="3136" y="778"/>
                    <a:pt x="3183" y="695"/>
                  </a:cubicBezTo>
                  <a:cubicBezTo>
                    <a:pt x="3194" y="679"/>
                    <a:pt x="3188" y="659"/>
                    <a:pt x="3178" y="638"/>
                  </a:cubicBezTo>
                  <a:cubicBezTo>
                    <a:pt x="3170" y="630"/>
                    <a:pt x="2612" y="1"/>
                    <a:pt x="1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6">
              <a:extLst>
                <a:ext uri="{FF2B5EF4-FFF2-40B4-BE49-F238E27FC236}">
                  <a16:creationId xmlns:a16="http://schemas.microsoft.com/office/drawing/2014/main" id="{459603B1-4D50-145A-C513-A0A5A16F6876}"/>
                </a:ext>
              </a:extLst>
            </p:cNvPr>
            <p:cNvSpPr/>
            <p:nvPr/>
          </p:nvSpPr>
          <p:spPr>
            <a:xfrm>
              <a:off x="1166650" y="2928425"/>
              <a:ext cx="37650" cy="23000"/>
            </a:xfrm>
            <a:custGeom>
              <a:avLst/>
              <a:gdLst/>
              <a:ahLst/>
              <a:cxnLst/>
              <a:rect l="l" t="t" r="r" b="b"/>
              <a:pathLst>
                <a:path w="1506" h="920" extrusionOk="0">
                  <a:moveTo>
                    <a:pt x="1506" y="0"/>
                  </a:moveTo>
                  <a:cubicBezTo>
                    <a:pt x="1506" y="0"/>
                    <a:pt x="561" y="218"/>
                    <a:pt x="0" y="919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6">
              <a:extLst>
                <a:ext uri="{FF2B5EF4-FFF2-40B4-BE49-F238E27FC236}">
                  <a16:creationId xmlns:a16="http://schemas.microsoft.com/office/drawing/2014/main" id="{2FE0B875-3CB8-5DC7-E8D1-D34A0A9AD267}"/>
                </a:ext>
              </a:extLst>
            </p:cNvPr>
            <p:cNvSpPr/>
            <p:nvPr/>
          </p:nvSpPr>
          <p:spPr>
            <a:xfrm>
              <a:off x="1165725" y="2927250"/>
              <a:ext cx="38725" cy="24950"/>
            </a:xfrm>
            <a:custGeom>
              <a:avLst/>
              <a:gdLst/>
              <a:ahLst/>
              <a:cxnLst/>
              <a:rect l="l" t="t" r="r" b="b"/>
              <a:pathLst>
                <a:path w="1549" h="998" extrusionOk="0">
                  <a:moveTo>
                    <a:pt x="1527" y="1"/>
                  </a:moveTo>
                  <a:cubicBezTo>
                    <a:pt x="1491" y="11"/>
                    <a:pt x="562" y="229"/>
                    <a:pt x="1" y="935"/>
                  </a:cubicBezTo>
                  <a:lnTo>
                    <a:pt x="74" y="997"/>
                  </a:lnTo>
                  <a:cubicBezTo>
                    <a:pt x="619" y="317"/>
                    <a:pt x="1543" y="94"/>
                    <a:pt x="1548" y="94"/>
                  </a:cubicBezTo>
                  <a:lnTo>
                    <a:pt x="15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66">
              <a:extLst>
                <a:ext uri="{FF2B5EF4-FFF2-40B4-BE49-F238E27FC236}">
                  <a16:creationId xmlns:a16="http://schemas.microsoft.com/office/drawing/2014/main" id="{C6BDFDA4-1346-9BF7-9B76-5BB93D19125B}"/>
                </a:ext>
              </a:extLst>
            </p:cNvPr>
            <p:cNvSpPr/>
            <p:nvPr/>
          </p:nvSpPr>
          <p:spPr>
            <a:xfrm>
              <a:off x="1208575" y="2934025"/>
              <a:ext cx="102800" cy="46075"/>
            </a:xfrm>
            <a:custGeom>
              <a:avLst/>
              <a:gdLst/>
              <a:ahLst/>
              <a:cxnLst/>
              <a:rect l="l" t="t" r="r" b="b"/>
              <a:pathLst>
                <a:path w="4112" h="1843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9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9"/>
                    <a:pt x="3017" y="1329"/>
                  </a:cubicBezTo>
                  <a:cubicBezTo>
                    <a:pt x="3598" y="1329"/>
                    <a:pt x="4112" y="1843"/>
                    <a:pt x="4112" y="1843"/>
                  </a:cubicBezTo>
                  <a:cubicBezTo>
                    <a:pt x="3987" y="789"/>
                    <a:pt x="3053" y="654"/>
                    <a:pt x="3053" y="654"/>
                  </a:cubicBezTo>
                  <a:cubicBezTo>
                    <a:pt x="2882" y="477"/>
                    <a:pt x="2612" y="327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6">
              <a:extLst>
                <a:ext uri="{FF2B5EF4-FFF2-40B4-BE49-F238E27FC236}">
                  <a16:creationId xmlns:a16="http://schemas.microsoft.com/office/drawing/2014/main" id="{7552D5E4-0F33-F008-84C5-0276E43CD604}"/>
                </a:ext>
              </a:extLst>
            </p:cNvPr>
            <p:cNvSpPr/>
            <p:nvPr/>
          </p:nvSpPr>
          <p:spPr>
            <a:xfrm>
              <a:off x="1210000" y="2932850"/>
              <a:ext cx="102675" cy="48425"/>
            </a:xfrm>
            <a:custGeom>
              <a:avLst/>
              <a:gdLst/>
              <a:ahLst/>
              <a:cxnLst/>
              <a:rect l="l" t="t" r="r" b="b"/>
              <a:pathLst>
                <a:path w="4107" h="1937" extrusionOk="0">
                  <a:moveTo>
                    <a:pt x="1355" y="97"/>
                  </a:moveTo>
                  <a:cubicBezTo>
                    <a:pt x="1665" y="97"/>
                    <a:pt x="1983" y="165"/>
                    <a:pt x="2274" y="301"/>
                  </a:cubicBezTo>
                  <a:cubicBezTo>
                    <a:pt x="2586" y="441"/>
                    <a:pt x="2819" y="586"/>
                    <a:pt x="2960" y="737"/>
                  </a:cubicBezTo>
                  <a:cubicBezTo>
                    <a:pt x="2965" y="742"/>
                    <a:pt x="2975" y="747"/>
                    <a:pt x="2986" y="747"/>
                  </a:cubicBezTo>
                  <a:cubicBezTo>
                    <a:pt x="3494" y="851"/>
                    <a:pt x="3889" y="1251"/>
                    <a:pt x="3988" y="1760"/>
                  </a:cubicBezTo>
                  <a:cubicBezTo>
                    <a:pt x="3806" y="1609"/>
                    <a:pt x="3406" y="1324"/>
                    <a:pt x="2960" y="1324"/>
                  </a:cubicBezTo>
                  <a:cubicBezTo>
                    <a:pt x="2736" y="1339"/>
                    <a:pt x="2508" y="1376"/>
                    <a:pt x="2290" y="1427"/>
                  </a:cubicBezTo>
                  <a:cubicBezTo>
                    <a:pt x="1941" y="1497"/>
                    <a:pt x="1548" y="1576"/>
                    <a:pt x="1198" y="1576"/>
                  </a:cubicBezTo>
                  <a:cubicBezTo>
                    <a:pt x="866" y="1576"/>
                    <a:pt x="572" y="1505"/>
                    <a:pt x="390" y="1287"/>
                  </a:cubicBezTo>
                  <a:cubicBezTo>
                    <a:pt x="187" y="1048"/>
                    <a:pt x="104" y="836"/>
                    <a:pt x="151" y="659"/>
                  </a:cubicBezTo>
                  <a:cubicBezTo>
                    <a:pt x="198" y="477"/>
                    <a:pt x="374" y="332"/>
                    <a:pt x="675" y="218"/>
                  </a:cubicBezTo>
                  <a:cubicBezTo>
                    <a:pt x="887" y="137"/>
                    <a:pt x="1118" y="97"/>
                    <a:pt x="1355" y="97"/>
                  </a:cubicBezTo>
                  <a:close/>
                  <a:moveTo>
                    <a:pt x="1359" y="1"/>
                  </a:moveTo>
                  <a:cubicBezTo>
                    <a:pt x="1109" y="1"/>
                    <a:pt x="863" y="44"/>
                    <a:pt x="639" y="130"/>
                  </a:cubicBezTo>
                  <a:cubicBezTo>
                    <a:pt x="307" y="254"/>
                    <a:pt x="115" y="425"/>
                    <a:pt x="57" y="633"/>
                  </a:cubicBezTo>
                  <a:cubicBezTo>
                    <a:pt x="0" y="841"/>
                    <a:pt x="89" y="1085"/>
                    <a:pt x="317" y="1350"/>
                  </a:cubicBezTo>
                  <a:cubicBezTo>
                    <a:pt x="521" y="1593"/>
                    <a:pt x="841" y="1671"/>
                    <a:pt x="1198" y="1671"/>
                  </a:cubicBezTo>
                  <a:cubicBezTo>
                    <a:pt x="1558" y="1671"/>
                    <a:pt x="1956" y="1591"/>
                    <a:pt x="2311" y="1521"/>
                  </a:cubicBezTo>
                  <a:cubicBezTo>
                    <a:pt x="2523" y="1469"/>
                    <a:pt x="2741" y="1438"/>
                    <a:pt x="2960" y="1422"/>
                  </a:cubicBezTo>
                  <a:cubicBezTo>
                    <a:pt x="3515" y="1422"/>
                    <a:pt x="4019" y="1915"/>
                    <a:pt x="4024" y="1921"/>
                  </a:cubicBezTo>
                  <a:cubicBezTo>
                    <a:pt x="4029" y="1931"/>
                    <a:pt x="4045" y="1936"/>
                    <a:pt x="4055" y="1936"/>
                  </a:cubicBezTo>
                  <a:cubicBezTo>
                    <a:pt x="4065" y="1936"/>
                    <a:pt x="4071" y="1936"/>
                    <a:pt x="4081" y="1931"/>
                  </a:cubicBezTo>
                  <a:cubicBezTo>
                    <a:pt x="4097" y="1921"/>
                    <a:pt x="4107" y="1900"/>
                    <a:pt x="4107" y="1879"/>
                  </a:cubicBezTo>
                  <a:cubicBezTo>
                    <a:pt x="3982" y="882"/>
                    <a:pt x="3146" y="680"/>
                    <a:pt x="3017" y="654"/>
                  </a:cubicBezTo>
                  <a:cubicBezTo>
                    <a:pt x="2866" y="503"/>
                    <a:pt x="2632" y="353"/>
                    <a:pt x="2316" y="213"/>
                  </a:cubicBezTo>
                  <a:cubicBezTo>
                    <a:pt x="2014" y="72"/>
                    <a:pt x="1683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6">
              <a:extLst>
                <a:ext uri="{FF2B5EF4-FFF2-40B4-BE49-F238E27FC236}">
                  <a16:creationId xmlns:a16="http://schemas.microsoft.com/office/drawing/2014/main" id="{7F47CCB9-16CF-4D2B-E70A-D3B6D536E8E4}"/>
                </a:ext>
              </a:extLst>
            </p:cNvPr>
            <p:cNvSpPr/>
            <p:nvPr/>
          </p:nvSpPr>
          <p:spPr>
            <a:xfrm>
              <a:off x="1238150" y="2946325"/>
              <a:ext cx="46750" cy="6125"/>
            </a:xfrm>
            <a:custGeom>
              <a:avLst/>
              <a:gdLst/>
              <a:ahLst/>
              <a:cxnLst/>
              <a:rect l="l" t="t" r="r" b="b"/>
              <a:pathLst>
                <a:path w="1870" h="245" extrusionOk="0">
                  <a:moveTo>
                    <a:pt x="859" y="1"/>
                  </a:moveTo>
                  <a:cubicBezTo>
                    <a:pt x="227" y="1"/>
                    <a:pt x="1" y="245"/>
                    <a:pt x="1" y="245"/>
                  </a:cubicBezTo>
                  <a:lnTo>
                    <a:pt x="1870" y="162"/>
                  </a:lnTo>
                  <a:cubicBezTo>
                    <a:pt x="1454" y="43"/>
                    <a:pt x="1122" y="1"/>
                    <a:pt x="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66">
              <a:extLst>
                <a:ext uri="{FF2B5EF4-FFF2-40B4-BE49-F238E27FC236}">
                  <a16:creationId xmlns:a16="http://schemas.microsoft.com/office/drawing/2014/main" id="{90CAA9F7-DAD6-BF6F-5D22-C35936B053F3}"/>
                </a:ext>
              </a:extLst>
            </p:cNvPr>
            <p:cNvSpPr/>
            <p:nvPr/>
          </p:nvSpPr>
          <p:spPr>
            <a:xfrm>
              <a:off x="1237250" y="2945150"/>
              <a:ext cx="47925" cy="8075"/>
            </a:xfrm>
            <a:custGeom>
              <a:avLst/>
              <a:gdLst/>
              <a:ahLst/>
              <a:cxnLst/>
              <a:rect l="l" t="t" r="r" b="b"/>
              <a:pathLst>
                <a:path w="1917" h="323" extrusionOk="0">
                  <a:moveTo>
                    <a:pt x="893" y="1"/>
                  </a:moveTo>
                  <a:cubicBezTo>
                    <a:pt x="252" y="1"/>
                    <a:pt x="15" y="244"/>
                    <a:pt x="1" y="255"/>
                  </a:cubicBezTo>
                  <a:lnTo>
                    <a:pt x="73" y="323"/>
                  </a:lnTo>
                  <a:cubicBezTo>
                    <a:pt x="77" y="319"/>
                    <a:pt x="296" y="97"/>
                    <a:pt x="895" y="97"/>
                  </a:cubicBezTo>
                  <a:cubicBezTo>
                    <a:pt x="1152" y="97"/>
                    <a:pt x="1480" y="138"/>
                    <a:pt x="1890" y="255"/>
                  </a:cubicBezTo>
                  <a:lnTo>
                    <a:pt x="1916" y="162"/>
                  </a:lnTo>
                  <a:cubicBezTo>
                    <a:pt x="1496" y="43"/>
                    <a:pt x="1160" y="1"/>
                    <a:pt x="8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66">
              <a:extLst>
                <a:ext uri="{FF2B5EF4-FFF2-40B4-BE49-F238E27FC236}">
                  <a16:creationId xmlns:a16="http://schemas.microsoft.com/office/drawing/2014/main" id="{C70494A0-B4F3-87BA-2B5D-8AEE8236C891}"/>
                </a:ext>
              </a:extLst>
            </p:cNvPr>
            <p:cNvSpPr/>
            <p:nvPr/>
          </p:nvSpPr>
          <p:spPr>
            <a:xfrm>
              <a:off x="1274250" y="2896000"/>
              <a:ext cx="102800" cy="45950"/>
            </a:xfrm>
            <a:custGeom>
              <a:avLst/>
              <a:gdLst/>
              <a:ahLst/>
              <a:cxnLst/>
              <a:rect l="l" t="t" r="r" b="b"/>
              <a:pathLst>
                <a:path w="4112" h="1838" extrusionOk="0">
                  <a:moveTo>
                    <a:pt x="1413" y="0"/>
                  </a:moveTo>
                  <a:cubicBezTo>
                    <a:pt x="1174" y="0"/>
                    <a:pt x="935" y="40"/>
                    <a:pt x="711" y="124"/>
                  </a:cubicBezTo>
                  <a:cubicBezTo>
                    <a:pt x="42" y="378"/>
                    <a:pt x="0" y="788"/>
                    <a:pt x="410" y="1271"/>
                  </a:cubicBezTo>
                  <a:cubicBezTo>
                    <a:pt x="603" y="1501"/>
                    <a:pt x="914" y="1575"/>
                    <a:pt x="1261" y="1575"/>
                  </a:cubicBezTo>
                  <a:cubicBezTo>
                    <a:pt x="1893" y="1575"/>
                    <a:pt x="2644" y="1328"/>
                    <a:pt x="3017" y="1328"/>
                  </a:cubicBezTo>
                  <a:cubicBezTo>
                    <a:pt x="3598" y="1328"/>
                    <a:pt x="4112" y="1837"/>
                    <a:pt x="4112" y="1837"/>
                  </a:cubicBezTo>
                  <a:cubicBezTo>
                    <a:pt x="3982" y="788"/>
                    <a:pt x="3053" y="653"/>
                    <a:pt x="3053" y="653"/>
                  </a:cubicBezTo>
                  <a:cubicBezTo>
                    <a:pt x="2882" y="477"/>
                    <a:pt x="2612" y="326"/>
                    <a:pt x="2352" y="207"/>
                  </a:cubicBezTo>
                  <a:cubicBezTo>
                    <a:pt x="2063" y="73"/>
                    <a:pt x="1737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6">
              <a:extLst>
                <a:ext uri="{FF2B5EF4-FFF2-40B4-BE49-F238E27FC236}">
                  <a16:creationId xmlns:a16="http://schemas.microsoft.com/office/drawing/2014/main" id="{189394F1-F122-AF7F-AC59-798AD07BA982}"/>
                </a:ext>
              </a:extLst>
            </p:cNvPr>
            <p:cNvSpPr/>
            <p:nvPr/>
          </p:nvSpPr>
          <p:spPr>
            <a:xfrm>
              <a:off x="1275675" y="2894800"/>
              <a:ext cx="102675" cy="48300"/>
            </a:xfrm>
            <a:custGeom>
              <a:avLst/>
              <a:gdLst/>
              <a:ahLst/>
              <a:cxnLst/>
              <a:rect l="l" t="t" r="r" b="b"/>
              <a:pathLst>
                <a:path w="4107" h="1932" extrusionOk="0">
                  <a:moveTo>
                    <a:pt x="1359" y="97"/>
                  </a:moveTo>
                  <a:cubicBezTo>
                    <a:pt x="1667" y="97"/>
                    <a:pt x="1984" y="165"/>
                    <a:pt x="2274" y="297"/>
                  </a:cubicBezTo>
                  <a:cubicBezTo>
                    <a:pt x="2586" y="442"/>
                    <a:pt x="2819" y="587"/>
                    <a:pt x="2960" y="733"/>
                  </a:cubicBezTo>
                  <a:cubicBezTo>
                    <a:pt x="2965" y="743"/>
                    <a:pt x="2975" y="748"/>
                    <a:pt x="2985" y="748"/>
                  </a:cubicBezTo>
                  <a:cubicBezTo>
                    <a:pt x="3494" y="847"/>
                    <a:pt x="3889" y="1247"/>
                    <a:pt x="3987" y="1755"/>
                  </a:cubicBezTo>
                  <a:cubicBezTo>
                    <a:pt x="3806" y="1605"/>
                    <a:pt x="3406" y="1324"/>
                    <a:pt x="2960" y="1324"/>
                  </a:cubicBezTo>
                  <a:cubicBezTo>
                    <a:pt x="2736" y="1340"/>
                    <a:pt x="2508" y="1371"/>
                    <a:pt x="2290" y="1423"/>
                  </a:cubicBezTo>
                  <a:cubicBezTo>
                    <a:pt x="1941" y="1495"/>
                    <a:pt x="1548" y="1574"/>
                    <a:pt x="1198" y="1574"/>
                  </a:cubicBezTo>
                  <a:cubicBezTo>
                    <a:pt x="866" y="1574"/>
                    <a:pt x="572" y="1503"/>
                    <a:pt x="390" y="1288"/>
                  </a:cubicBezTo>
                  <a:cubicBezTo>
                    <a:pt x="187" y="1044"/>
                    <a:pt x="104" y="836"/>
                    <a:pt x="151" y="655"/>
                  </a:cubicBezTo>
                  <a:cubicBezTo>
                    <a:pt x="198" y="478"/>
                    <a:pt x="374" y="333"/>
                    <a:pt x="675" y="219"/>
                  </a:cubicBezTo>
                  <a:cubicBezTo>
                    <a:pt x="888" y="137"/>
                    <a:pt x="1121" y="97"/>
                    <a:pt x="1359" y="97"/>
                  </a:cubicBezTo>
                  <a:close/>
                  <a:moveTo>
                    <a:pt x="1355" y="0"/>
                  </a:moveTo>
                  <a:cubicBezTo>
                    <a:pt x="1106" y="0"/>
                    <a:pt x="862" y="42"/>
                    <a:pt x="639" y="125"/>
                  </a:cubicBezTo>
                  <a:cubicBezTo>
                    <a:pt x="307" y="250"/>
                    <a:pt x="109" y="421"/>
                    <a:pt x="57" y="634"/>
                  </a:cubicBezTo>
                  <a:cubicBezTo>
                    <a:pt x="0" y="842"/>
                    <a:pt x="89" y="1080"/>
                    <a:pt x="317" y="1350"/>
                  </a:cubicBezTo>
                  <a:cubicBezTo>
                    <a:pt x="521" y="1593"/>
                    <a:pt x="841" y="1672"/>
                    <a:pt x="1198" y="1672"/>
                  </a:cubicBezTo>
                  <a:cubicBezTo>
                    <a:pt x="1558" y="1672"/>
                    <a:pt x="1956" y="1592"/>
                    <a:pt x="2311" y="1522"/>
                  </a:cubicBezTo>
                  <a:cubicBezTo>
                    <a:pt x="2523" y="1470"/>
                    <a:pt x="2741" y="1439"/>
                    <a:pt x="2960" y="1423"/>
                  </a:cubicBezTo>
                  <a:cubicBezTo>
                    <a:pt x="3515" y="1423"/>
                    <a:pt x="4019" y="1916"/>
                    <a:pt x="4024" y="1922"/>
                  </a:cubicBezTo>
                  <a:cubicBezTo>
                    <a:pt x="4029" y="1927"/>
                    <a:pt x="4045" y="1932"/>
                    <a:pt x="4055" y="1932"/>
                  </a:cubicBezTo>
                  <a:cubicBezTo>
                    <a:pt x="4065" y="1932"/>
                    <a:pt x="4071" y="1932"/>
                    <a:pt x="4076" y="1927"/>
                  </a:cubicBezTo>
                  <a:cubicBezTo>
                    <a:pt x="4097" y="1922"/>
                    <a:pt x="4107" y="1901"/>
                    <a:pt x="4107" y="1880"/>
                  </a:cubicBezTo>
                  <a:cubicBezTo>
                    <a:pt x="3982" y="883"/>
                    <a:pt x="3146" y="681"/>
                    <a:pt x="3017" y="655"/>
                  </a:cubicBezTo>
                  <a:cubicBezTo>
                    <a:pt x="2866" y="504"/>
                    <a:pt x="2632" y="354"/>
                    <a:pt x="2316" y="208"/>
                  </a:cubicBezTo>
                  <a:cubicBezTo>
                    <a:pt x="2011" y="70"/>
                    <a:pt x="1679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6">
              <a:extLst>
                <a:ext uri="{FF2B5EF4-FFF2-40B4-BE49-F238E27FC236}">
                  <a16:creationId xmlns:a16="http://schemas.microsoft.com/office/drawing/2014/main" id="{35760B97-E0B2-B6F1-E224-EB2A1A0F9258}"/>
                </a:ext>
              </a:extLst>
            </p:cNvPr>
            <p:cNvSpPr/>
            <p:nvPr/>
          </p:nvSpPr>
          <p:spPr>
            <a:xfrm>
              <a:off x="1303825" y="2908275"/>
              <a:ext cx="46750" cy="6025"/>
            </a:xfrm>
            <a:custGeom>
              <a:avLst/>
              <a:gdLst/>
              <a:ahLst/>
              <a:cxnLst/>
              <a:rect l="l" t="t" r="r" b="b"/>
              <a:pathLst>
                <a:path w="1870" h="241" extrusionOk="0">
                  <a:moveTo>
                    <a:pt x="853" y="1"/>
                  </a:moveTo>
                  <a:cubicBezTo>
                    <a:pt x="225" y="1"/>
                    <a:pt x="1" y="240"/>
                    <a:pt x="1" y="240"/>
                  </a:cubicBezTo>
                  <a:lnTo>
                    <a:pt x="1870" y="162"/>
                  </a:lnTo>
                  <a:cubicBezTo>
                    <a:pt x="1451" y="43"/>
                    <a:pt x="1117" y="1"/>
                    <a:pt x="8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6">
              <a:extLst>
                <a:ext uri="{FF2B5EF4-FFF2-40B4-BE49-F238E27FC236}">
                  <a16:creationId xmlns:a16="http://schemas.microsoft.com/office/drawing/2014/main" id="{85EE4F8A-1809-B983-1F1B-542706D7DD17}"/>
                </a:ext>
              </a:extLst>
            </p:cNvPr>
            <p:cNvSpPr/>
            <p:nvPr/>
          </p:nvSpPr>
          <p:spPr>
            <a:xfrm>
              <a:off x="1302925" y="2907050"/>
              <a:ext cx="47925" cy="8150"/>
            </a:xfrm>
            <a:custGeom>
              <a:avLst/>
              <a:gdLst/>
              <a:ahLst/>
              <a:cxnLst/>
              <a:rect l="l" t="t" r="r" b="b"/>
              <a:pathLst>
                <a:path w="1917" h="326" extrusionOk="0">
                  <a:moveTo>
                    <a:pt x="887" y="0"/>
                  </a:moveTo>
                  <a:cubicBezTo>
                    <a:pt x="251" y="0"/>
                    <a:pt x="15" y="244"/>
                    <a:pt x="1" y="258"/>
                  </a:cubicBezTo>
                  <a:lnTo>
                    <a:pt x="73" y="326"/>
                  </a:lnTo>
                  <a:cubicBezTo>
                    <a:pt x="77" y="322"/>
                    <a:pt x="296" y="100"/>
                    <a:pt x="895" y="100"/>
                  </a:cubicBezTo>
                  <a:cubicBezTo>
                    <a:pt x="1152" y="100"/>
                    <a:pt x="1480" y="141"/>
                    <a:pt x="1890" y="258"/>
                  </a:cubicBezTo>
                  <a:lnTo>
                    <a:pt x="1916" y="165"/>
                  </a:lnTo>
                  <a:cubicBezTo>
                    <a:pt x="1493" y="43"/>
                    <a:pt x="1155" y="0"/>
                    <a:pt x="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6">
              <a:extLst>
                <a:ext uri="{FF2B5EF4-FFF2-40B4-BE49-F238E27FC236}">
                  <a16:creationId xmlns:a16="http://schemas.microsoft.com/office/drawing/2014/main" id="{83825898-F652-D86B-7052-C557F4469639}"/>
                </a:ext>
              </a:extLst>
            </p:cNvPr>
            <p:cNvSpPr/>
            <p:nvPr/>
          </p:nvSpPr>
          <p:spPr>
            <a:xfrm>
              <a:off x="1132000" y="2880975"/>
              <a:ext cx="75025" cy="45575"/>
            </a:xfrm>
            <a:custGeom>
              <a:avLst/>
              <a:gdLst/>
              <a:ahLst/>
              <a:cxnLst/>
              <a:rect l="l" t="t" r="r" b="b"/>
              <a:pathLst>
                <a:path w="3001" h="1823" extrusionOk="0">
                  <a:moveTo>
                    <a:pt x="2035" y="1"/>
                  </a:moveTo>
                  <a:cubicBezTo>
                    <a:pt x="1791" y="1"/>
                    <a:pt x="1651" y="92"/>
                    <a:pt x="1651" y="92"/>
                  </a:cubicBezTo>
                  <a:cubicBezTo>
                    <a:pt x="1562" y="77"/>
                    <a:pt x="1473" y="70"/>
                    <a:pt x="1383" y="70"/>
                  </a:cubicBezTo>
                  <a:cubicBezTo>
                    <a:pt x="1253" y="70"/>
                    <a:pt x="1123" y="85"/>
                    <a:pt x="997" y="112"/>
                  </a:cubicBezTo>
                  <a:cubicBezTo>
                    <a:pt x="592" y="190"/>
                    <a:pt x="260" y="450"/>
                    <a:pt x="145" y="839"/>
                  </a:cubicBezTo>
                  <a:cubicBezTo>
                    <a:pt x="0" y="1348"/>
                    <a:pt x="270" y="1654"/>
                    <a:pt x="810" y="1800"/>
                  </a:cubicBezTo>
                  <a:cubicBezTo>
                    <a:pt x="867" y="1815"/>
                    <a:pt x="922" y="1823"/>
                    <a:pt x="974" y="1823"/>
                  </a:cubicBezTo>
                  <a:cubicBezTo>
                    <a:pt x="1579" y="1823"/>
                    <a:pt x="1850" y="843"/>
                    <a:pt x="2108" y="585"/>
                  </a:cubicBezTo>
                  <a:cubicBezTo>
                    <a:pt x="2261" y="434"/>
                    <a:pt x="2513" y="400"/>
                    <a:pt x="2711" y="400"/>
                  </a:cubicBezTo>
                  <a:cubicBezTo>
                    <a:pt x="2875" y="400"/>
                    <a:pt x="3001" y="424"/>
                    <a:pt x="3001" y="424"/>
                  </a:cubicBezTo>
                  <a:cubicBezTo>
                    <a:pt x="2605" y="86"/>
                    <a:pt x="2271" y="1"/>
                    <a:pt x="20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6">
              <a:extLst>
                <a:ext uri="{FF2B5EF4-FFF2-40B4-BE49-F238E27FC236}">
                  <a16:creationId xmlns:a16="http://schemas.microsoft.com/office/drawing/2014/main" id="{8E0FEEAA-9899-A8C3-E012-7D233135FC63}"/>
                </a:ext>
              </a:extLst>
            </p:cNvPr>
            <p:cNvSpPr/>
            <p:nvPr/>
          </p:nvSpPr>
          <p:spPr>
            <a:xfrm>
              <a:off x="1132900" y="2879750"/>
              <a:ext cx="75425" cy="48050"/>
            </a:xfrm>
            <a:custGeom>
              <a:avLst/>
              <a:gdLst/>
              <a:ahLst/>
              <a:cxnLst/>
              <a:rect l="l" t="t" r="r" b="b"/>
              <a:pathLst>
                <a:path w="3017" h="1922" extrusionOk="0">
                  <a:moveTo>
                    <a:pt x="1999" y="107"/>
                  </a:moveTo>
                  <a:cubicBezTo>
                    <a:pt x="2199" y="107"/>
                    <a:pt x="2473" y="171"/>
                    <a:pt x="2799" y="411"/>
                  </a:cubicBezTo>
                  <a:cubicBezTo>
                    <a:pt x="2760" y="408"/>
                    <a:pt x="2716" y="406"/>
                    <a:pt x="2669" y="406"/>
                  </a:cubicBezTo>
                  <a:cubicBezTo>
                    <a:pt x="2466" y="406"/>
                    <a:pt x="2205" y="443"/>
                    <a:pt x="2041" y="608"/>
                  </a:cubicBezTo>
                  <a:cubicBezTo>
                    <a:pt x="1937" y="727"/>
                    <a:pt x="1849" y="862"/>
                    <a:pt x="1781" y="1008"/>
                  </a:cubicBezTo>
                  <a:cubicBezTo>
                    <a:pt x="1577" y="1374"/>
                    <a:pt x="1327" y="1827"/>
                    <a:pt x="936" y="1827"/>
                  </a:cubicBezTo>
                  <a:cubicBezTo>
                    <a:pt x="889" y="1827"/>
                    <a:pt x="841" y="1821"/>
                    <a:pt x="790" y="1807"/>
                  </a:cubicBezTo>
                  <a:cubicBezTo>
                    <a:pt x="488" y="1724"/>
                    <a:pt x="286" y="1594"/>
                    <a:pt x="193" y="1423"/>
                  </a:cubicBezTo>
                  <a:cubicBezTo>
                    <a:pt x="109" y="1278"/>
                    <a:pt x="99" y="1106"/>
                    <a:pt x="161" y="904"/>
                  </a:cubicBezTo>
                  <a:cubicBezTo>
                    <a:pt x="260" y="546"/>
                    <a:pt x="566" y="286"/>
                    <a:pt x="971" y="208"/>
                  </a:cubicBezTo>
                  <a:cubicBezTo>
                    <a:pt x="1101" y="182"/>
                    <a:pt x="1231" y="172"/>
                    <a:pt x="1366" y="167"/>
                  </a:cubicBezTo>
                  <a:cubicBezTo>
                    <a:pt x="1444" y="167"/>
                    <a:pt x="1527" y="177"/>
                    <a:pt x="1605" y="198"/>
                  </a:cubicBezTo>
                  <a:cubicBezTo>
                    <a:pt x="1615" y="198"/>
                    <a:pt x="1631" y="198"/>
                    <a:pt x="1641" y="187"/>
                  </a:cubicBezTo>
                  <a:cubicBezTo>
                    <a:pt x="1644" y="187"/>
                    <a:pt x="1774" y="107"/>
                    <a:pt x="1999" y="107"/>
                  </a:cubicBezTo>
                  <a:close/>
                  <a:moveTo>
                    <a:pt x="1998" y="1"/>
                  </a:moveTo>
                  <a:cubicBezTo>
                    <a:pt x="1790" y="1"/>
                    <a:pt x="1652" y="65"/>
                    <a:pt x="1605" y="94"/>
                  </a:cubicBezTo>
                  <a:cubicBezTo>
                    <a:pt x="1516" y="79"/>
                    <a:pt x="1426" y="72"/>
                    <a:pt x="1337" y="72"/>
                  </a:cubicBezTo>
                  <a:cubicBezTo>
                    <a:pt x="1206" y="72"/>
                    <a:pt x="1077" y="87"/>
                    <a:pt x="951" y="115"/>
                  </a:cubicBezTo>
                  <a:cubicBezTo>
                    <a:pt x="509" y="198"/>
                    <a:pt x="177" y="488"/>
                    <a:pt x="68" y="878"/>
                  </a:cubicBezTo>
                  <a:cubicBezTo>
                    <a:pt x="0" y="1101"/>
                    <a:pt x="11" y="1303"/>
                    <a:pt x="104" y="1464"/>
                  </a:cubicBezTo>
                  <a:cubicBezTo>
                    <a:pt x="218" y="1662"/>
                    <a:pt x="437" y="1807"/>
                    <a:pt x="764" y="1895"/>
                  </a:cubicBezTo>
                  <a:cubicBezTo>
                    <a:pt x="821" y="1911"/>
                    <a:pt x="878" y="1921"/>
                    <a:pt x="940" y="1921"/>
                  </a:cubicBezTo>
                  <a:cubicBezTo>
                    <a:pt x="1387" y="1921"/>
                    <a:pt x="1662" y="1423"/>
                    <a:pt x="1869" y="1049"/>
                  </a:cubicBezTo>
                  <a:cubicBezTo>
                    <a:pt x="1932" y="914"/>
                    <a:pt x="2015" y="784"/>
                    <a:pt x="2108" y="670"/>
                  </a:cubicBezTo>
                  <a:cubicBezTo>
                    <a:pt x="2248" y="530"/>
                    <a:pt x="2489" y="499"/>
                    <a:pt x="2678" y="499"/>
                  </a:cubicBezTo>
                  <a:cubicBezTo>
                    <a:pt x="2832" y="499"/>
                    <a:pt x="2952" y="520"/>
                    <a:pt x="2955" y="520"/>
                  </a:cubicBezTo>
                  <a:cubicBezTo>
                    <a:pt x="2958" y="520"/>
                    <a:pt x="2962" y="521"/>
                    <a:pt x="2965" y="521"/>
                  </a:cubicBezTo>
                  <a:cubicBezTo>
                    <a:pt x="2982" y="521"/>
                    <a:pt x="2998" y="511"/>
                    <a:pt x="3006" y="494"/>
                  </a:cubicBezTo>
                  <a:cubicBezTo>
                    <a:pt x="3017" y="473"/>
                    <a:pt x="3012" y="452"/>
                    <a:pt x="2991" y="436"/>
                  </a:cubicBezTo>
                  <a:cubicBezTo>
                    <a:pt x="2586" y="91"/>
                    <a:pt x="2244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6">
              <a:extLst>
                <a:ext uri="{FF2B5EF4-FFF2-40B4-BE49-F238E27FC236}">
                  <a16:creationId xmlns:a16="http://schemas.microsoft.com/office/drawing/2014/main" id="{A5BE2E2D-55DC-AF40-9880-A2B589DEC6D8}"/>
                </a:ext>
              </a:extLst>
            </p:cNvPr>
            <p:cNvSpPr/>
            <p:nvPr/>
          </p:nvSpPr>
          <p:spPr>
            <a:xfrm>
              <a:off x="1147825" y="2882225"/>
              <a:ext cx="25850" cy="25200"/>
            </a:xfrm>
            <a:custGeom>
              <a:avLst/>
              <a:gdLst/>
              <a:ahLst/>
              <a:cxnLst/>
              <a:rect l="l" t="t" r="r" b="b"/>
              <a:pathLst>
                <a:path w="1034" h="1008" extrusionOk="0">
                  <a:moveTo>
                    <a:pt x="997" y="0"/>
                  </a:moveTo>
                  <a:cubicBezTo>
                    <a:pt x="0" y="405"/>
                    <a:pt x="120" y="981"/>
                    <a:pt x="125" y="1007"/>
                  </a:cubicBezTo>
                  <a:lnTo>
                    <a:pt x="219" y="986"/>
                  </a:lnTo>
                  <a:cubicBezTo>
                    <a:pt x="213" y="966"/>
                    <a:pt x="120" y="462"/>
                    <a:pt x="1034" y="88"/>
                  </a:cubicBezTo>
                  <a:lnTo>
                    <a:pt x="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6">
              <a:extLst>
                <a:ext uri="{FF2B5EF4-FFF2-40B4-BE49-F238E27FC236}">
                  <a16:creationId xmlns:a16="http://schemas.microsoft.com/office/drawing/2014/main" id="{0307B1E8-E80E-F4A9-C693-C8D5A32B2D82}"/>
                </a:ext>
              </a:extLst>
            </p:cNvPr>
            <p:cNvSpPr/>
            <p:nvPr/>
          </p:nvSpPr>
          <p:spPr>
            <a:xfrm>
              <a:off x="1115125" y="2922325"/>
              <a:ext cx="29750" cy="55575"/>
            </a:xfrm>
            <a:custGeom>
              <a:avLst/>
              <a:gdLst/>
              <a:ahLst/>
              <a:cxnLst/>
              <a:rect l="l" t="t" r="r" b="b"/>
              <a:pathLst>
                <a:path w="1190" h="2223" extrusionOk="0">
                  <a:moveTo>
                    <a:pt x="1132" y="0"/>
                  </a:moveTo>
                  <a:cubicBezTo>
                    <a:pt x="1122" y="11"/>
                    <a:pt x="0" y="826"/>
                    <a:pt x="795" y="2222"/>
                  </a:cubicBezTo>
                  <a:lnTo>
                    <a:pt x="883" y="2176"/>
                  </a:lnTo>
                  <a:cubicBezTo>
                    <a:pt x="130" y="857"/>
                    <a:pt x="1148" y="114"/>
                    <a:pt x="1189" y="83"/>
                  </a:cubicBezTo>
                  <a:lnTo>
                    <a:pt x="11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6">
              <a:extLst>
                <a:ext uri="{FF2B5EF4-FFF2-40B4-BE49-F238E27FC236}">
                  <a16:creationId xmlns:a16="http://schemas.microsoft.com/office/drawing/2014/main" id="{8DA0A7F6-A826-B60A-B084-78159DA9795F}"/>
                </a:ext>
              </a:extLst>
            </p:cNvPr>
            <p:cNvSpPr/>
            <p:nvPr/>
          </p:nvSpPr>
          <p:spPr>
            <a:xfrm>
              <a:off x="1007775" y="2898000"/>
              <a:ext cx="76350" cy="52750"/>
            </a:xfrm>
            <a:custGeom>
              <a:avLst/>
              <a:gdLst/>
              <a:ahLst/>
              <a:cxnLst/>
              <a:rect l="l" t="t" r="r" b="b"/>
              <a:pathLst>
                <a:path w="3054" h="2110" extrusionOk="0">
                  <a:moveTo>
                    <a:pt x="1660" y="1"/>
                  </a:moveTo>
                  <a:cubicBezTo>
                    <a:pt x="1523" y="1"/>
                    <a:pt x="1348" y="56"/>
                    <a:pt x="1127" y="194"/>
                  </a:cubicBezTo>
                  <a:cubicBezTo>
                    <a:pt x="1" y="895"/>
                    <a:pt x="608" y="2105"/>
                    <a:pt x="608" y="2105"/>
                  </a:cubicBezTo>
                  <a:cubicBezTo>
                    <a:pt x="608" y="2105"/>
                    <a:pt x="725" y="2109"/>
                    <a:pt x="905" y="2109"/>
                  </a:cubicBezTo>
                  <a:cubicBezTo>
                    <a:pt x="1560" y="2109"/>
                    <a:pt x="3054" y="2052"/>
                    <a:pt x="2809" y="1518"/>
                  </a:cubicBezTo>
                  <a:cubicBezTo>
                    <a:pt x="2552" y="970"/>
                    <a:pt x="2291" y="919"/>
                    <a:pt x="2203" y="919"/>
                  </a:cubicBezTo>
                  <a:cubicBezTo>
                    <a:pt x="2182" y="919"/>
                    <a:pt x="2171" y="921"/>
                    <a:pt x="2171" y="921"/>
                  </a:cubicBezTo>
                  <a:cubicBezTo>
                    <a:pt x="2171" y="921"/>
                    <a:pt x="2221" y="1"/>
                    <a:pt x="16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6">
              <a:extLst>
                <a:ext uri="{FF2B5EF4-FFF2-40B4-BE49-F238E27FC236}">
                  <a16:creationId xmlns:a16="http://schemas.microsoft.com/office/drawing/2014/main" id="{AC68E6A9-E073-4A19-F287-9C210E345277}"/>
                </a:ext>
              </a:extLst>
            </p:cNvPr>
            <p:cNvSpPr/>
            <p:nvPr/>
          </p:nvSpPr>
          <p:spPr>
            <a:xfrm>
              <a:off x="1006750" y="2896775"/>
              <a:ext cx="73600" cy="55150"/>
            </a:xfrm>
            <a:custGeom>
              <a:avLst/>
              <a:gdLst/>
              <a:ahLst/>
              <a:cxnLst/>
              <a:rect l="l" t="t" r="r" b="b"/>
              <a:pathLst>
                <a:path w="2944" h="2206" extrusionOk="0">
                  <a:moveTo>
                    <a:pt x="1700" y="98"/>
                  </a:moveTo>
                  <a:cubicBezTo>
                    <a:pt x="1769" y="98"/>
                    <a:pt x="1831" y="114"/>
                    <a:pt x="1885" y="145"/>
                  </a:cubicBezTo>
                  <a:cubicBezTo>
                    <a:pt x="2191" y="327"/>
                    <a:pt x="2165" y="965"/>
                    <a:pt x="2165" y="970"/>
                  </a:cubicBezTo>
                  <a:cubicBezTo>
                    <a:pt x="2160" y="986"/>
                    <a:pt x="2170" y="1001"/>
                    <a:pt x="2181" y="1007"/>
                  </a:cubicBezTo>
                  <a:cubicBezTo>
                    <a:pt x="2188" y="1014"/>
                    <a:pt x="2199" y="1019"/>
                    <a:pt x="2210" y="1019"/>
                  </a:cubicBezTo>
                  <a:cubicBezTo>
                    <a:pt x="2214" y="1019"/>
                    <a:pt x="2218" y="1018"/>
                    <a:pt x="2222" y="1017"/>
                  </a:cubicBezTo>
                  <a:cubicBezTo>
                    <a:pt x="2223" y="1017"/>
                    <a:pt x="2229" y="1016"/>
                    <a:pt x="2241" y="1016"/>
                  </a:cubicBezTo>
                  <a:cubicBezTo>
                    <a:pt x="2310" y="1016"/>
                    <a:pt x="2560" y="1054"/>
                    <a:pt x="2809" y="1588"/>
                  </a:cubicBezTo>
                  <a:cubicBezTo>
                    <a:pt x="2840" y="1645"/>
                    <a:pt x="2835" y="1713"/>
                    <a:pt x="2804" y="1770"/>
                  </a:cubicBezTo>
                  <a:cubicBezTo>
                    <a:pt x="2618" y="2044"/>
                    <a:pt x="1605" y="2107"/>
                    <a:pt x="972" y="2107"/>
                  </a:cubicBezTo>
                  <a:cubicBezTo>
                    <a:pt x="861" y="2107"/>
                    <a:pt x="761" y="2105"/>
                    <a:pt x="680" y="2102"/>
                  </a:cubicBezTo>
                  <a:cubicBezTo>
                    <a:pt x="597" y="1926"/>
                    <a:pt x="197" y="908"/>
                    <a:pt x="1194" y="285"/>
                  </a:cubicBezTo>
                  <a:cubicBezTo>
                    <a:pt x="1391" y="160"/>
                    <a:pt x="1561" y="98"/>
                    <a:pt x="1700" y="98"/>
                  </a:cubicBezTo>
                  <a:close/>
                  <a:moveTo>
                    <a:pt x="1703" y="1"/>
                  </a:moveTo>
                  <a:cubicBezTo>
                    <a:pt x="1545" y="1"/>
                    <a:pt x="1357" y="68"/>
                    <a:pt x="1142" y="202"/>
                  </a:cubicBezTo>
                  <a:cubicBezTo>
                    <a:pt x="0" y="924"/>
                    <a:pt x="597" y="2159"/>
                    <a:pt x="608" y="2175"/>
                  </a:cubicBezTo>
                  <a:cubicBezTo>
                    <a:pt x="613" y="2190"/>
                    <a:pt x="628" y="2201"/>
                    <a:pt x="649" y="2201"/>
                  </a:cubicBezTo>
                  <a:cubicBezTo>
                    <a:pt x="665" y="2201"/>
                    <a:pt x="784" y="2206"/>
                    <a:pt x="955" y="2206"/>
                  </a:cubicBezTo>
                  <a:cubicBezTo>
                    <a:pt x="1516" y="2206"/>
                    <a:pt x="2653" y="2159"/>
                    <a:pt x="2882" y="1822"/>
                  </a:cubicBezTo>
                  <a:cubicBezTo>
                    <a:pt x="2939" y="1739"/>
                    <a:pt x="2944" y="1635"/>
                    <a:pt x="2892" y="1547"/>
                  </a:cubicBezTo>
                  <a:cubicBezTo>
                    <a:pt x="2643" y="1012"/>
                    <a:pt x="2378" y="929"/>
                    <a:pt x="2264" y="924"/>
                  </a:cubicBezTo>
                  <a:cubicBezTo>
                    <a:pt x="2264" y="752"/>
                    <a:pt x="2243" y="243"/>
                    <a:pt x="1937" y="62"/>
                  </a:cubicBezTo>
                  <a:cubicBezTo>
                    <a:pt x="1868" y="21"/>
                    <a:pt x="1790" y="1"/>
                    <a:pt x="1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6">
              <a:extLst>
                <a:ext uri="{FF2B5EF4-FFF2-40B4-BE49-F238E27FC236}">
                  <a16:creationId xmlns:a16="http://schemas.microsoft.com/office/drawing/2014/main" id="{E1F90DCA-1375-9F18-7922-819D85385A61}"/>
                </a:ext>
              </a:extLst>
            </p:cNvPr>
            <p:cNvSpPr/>
            <p:nvPr/>
          </p:nvSpPr>
          <p:spPr>
            <a:xfrm>
              <a:off x="1030500" y="2919725"/>
              <a:ext cx="31675" cy="18850"/>
            </a:xfrm>
            <a:custGeom>
              <a:avLst/>
              <a:gdLst/>
              <a:ahLst/>
              <a:cxnLst/>
              <a:rect l="l" t="t" r="r" b="b"/>
              <a:pathLst>
                <a:path w="1267" h="754" extrusionOk="0">
                  <a:moveTo>
                    <a:pt x="1257" y="0"/>
                  </a:moveTo>
                  <a:cubicBezTo>
                    <a:pt x="504" y="94"/>
                    <a:pt x="21" y="665"/>
                    <a:pt x="0" y="691"/>
                  </a:cubicBezTo>
                  <a:lnTo>
                    <a:pt x="73" y="753"/>
                  </a:lnTo>
                  <a:cubicBezTo>
                    <a:pt x="78" y="748"/>
                    <a:pt x="556" y="193"/>
                    <a:pt x="1267" y="99"/>
                  </a:cubicBezTo>
                  <a:lnTo>
                    <a:pt x="12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6">
              <a:extLst>
                <a:ext uri="{FF2B5EF4-FFF2-40B4-BE49-F238E27FC236}">
                  <a16:creationId xmlns:a16="http://schemas.microsoft.com/office/drawing/2014/main" id="{1D56780B-8614-AF3C-98B0-7857847D0F57}"/>
                </a:ext>
              </a:extLst>
            </p:cNvPr>
            <p:cNvSpPr/>
            <p:nvPr/>
          </p:nvSpPr>
          <p:spPr>
            <a:xfrm>
              <a:off x="1107200" y="2914925"/>
              <a:ext cx="23000" cy="41425"/>
            </a:xfrm>
            <a:custGeom>
              <a:avLst/>
              <a:gdLst/>
              <a:ahLst/>
              <a:cxnLst/>
              <a:rect l="l" t="t" r="r" b="b"/>
              <a:pathLst>
                <a:path w="920" h="1657" extrusionOk="0">
                  <a:moveTo>
                    <a:pt x="42" y="0"/>
                  </a:moveTo>
                  <a:lnTo>
                    <a:pt x="0" y="89"/>
                  </a:lnTo>
                  <a:cubicBezTo>
                    <a:pt x="774" y="447"/>
                    <a:pt x="826" y="1641"/>
                    <a:pt x="826" y="1656"/>
                  </a:cubicBezTo>
                  <a:lnTo>
                    <a:pt x="919" y="1651"/>
                  </a:lnTo>
                  <a:cubicBezTo>
                    <a:pt x="919" y="1599"/>
                    <a:pt x="867" y="385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6">
              <a:extLst>
                <a:ext uri="{FF2B5EF4-FFF2-40B4-BE49-F238E27FC236}">
                  <a16:creationId xmlns:a16="http://schemas.microsoft.com/office/drawing/2014/main" id="{97B3D254-6D5C-41F1-51DD-70244C2702BD}"/>
                </a:ext>
              </a:extLst>
            </p:cNvPr>
            <p:cNvSpPr/>
            <p:nvPr/>
          </p:nvSpPr>
          <p:spPr>
            <a:xfrm>
              <a:off x="1037625" y="2892150"/>
              <a:ext cx="109325" cy="60175"/>
            </a:xfrm>
            <a:custGeom>
              <a:avLst/>
              <a:gdLst/>
              <a:ahLst/>
              <a:cxnLst/>
              <a:rect l="l" t="t" r="r" b="b"/>
              <a:pathLst>
                <a:path w="4373" h="2407" extrusionOk="0">
                  <a:moveTo>
                    <a:pt x="1474" y="1"/>
                  </a:moveTo>
                  <a:cubicBezTo>
                    <a:pt x="1253" y="1"/>
                    <a:pt x="1015" y="117"/>
                    <a:pt x="785" y="444"/>
                  </a:cubicBezTo>
                  <a:cubicBezTo>
                    <a:pt x="1" y="1555"/>
                    <a:pt x="1486" y="2407"/>
                    <a:pt x="1486" y="2407"/>
                  </a:cubicBezTo>
                  <a:cubicBezTo>
                    <a:pt x="1486" y="2407"/>
                    <a:pt x="4372" y="1441"/>
                    <a:pt x="3567" y="953"/>
                  </a:cubicBezTo>
                  <a:cubicBezTo>
                    <a:pt x="3130" y="689"/>
                    <a:pt x="2838" y="629"/>
                    <a:pt x="2662" y="629"/>
                  </a:cubicBezTo>
                  <a:cubicBezTo>
                    <a:pt x="2512" y="629"/>
                    <a:pt x="2446" y="673"/>
                    <a:pt x="2446" y="673"/>
                  </a:cubicBezTo>
                  <a:cubicBezTo>
                    <a:pt x="2446" y="673"/>
                    <a:pt x="2008" y="1"/>
                    <a:pt x="14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6">
              <a:extLst>
                <a:ext uri="{FF2B5EF4-FFF2-40B4-BE49-F238E27FC236}">
                  <a16:creationId xmlns:a16="http://schemas.microsoft.com/office/drawing/2014/main" id="{EBF3FD6F-632F-A5CD-347B-CFD0A232CFE4}"/>
                </a:ext>
              </a:extLst>
            </p:cNvPr>
            <p:cNvSpPr/>
            <p:nvPr/>
          </p:nvSpPr>
          <p:spPr>
            <a:xfrm>
              <a:off x="1049300" y="2891025"/>
              <a:ext cx="82450" cy="62525"/>
            </a:xfrm>
            <a:custGeom>
              <a:avLst/>
              <a:gdLst/>
              <a:ahLst/>
              <a:cxnLst/>
              <a:rect l="l" t="t" r="r" b="b"/>
              <a:pathLst>
                <a:path w="3298" h="2501" extrusionOk="0">
                  <a:moveTo>
                    <a:pt x="1019" y="95"/>
                  </a:moveTo>
                  <a:cubicBezTo>
                    <a:pt x="1517" y="105"/>
                    <a:pt x="1937" y="738"/>
                    <a:pt x="1943" y="743"/>
                  </a:cubicBezTo>
                  <a:cubicBezTo>
                    <a:pt x="1953" y="757"/>
                    <a:pt x="1968" y="764"/>
                    <a:pt x="1983" y="764"/>
                  </a:cubicBezTo>
                  <a:cubicBezTo>
                    <a:pt x="1991" y="764"/>
                    <a:pt x="1998" y="762"/>
                    <a:pt x="2005" y="759"/>
                  </a:cubicBezTo>
                  <a:cubicBezTo>
                    <a:pt x="2007" y="757"/>
                    <a:pt x="2066" y="722"/>
                    <a:pt x="2196" y="722"/>
                  </a:cubicBezTo>
                  <a:cubicBezTo>
                    <a:pt x="2362" y="722"/>
                    <a:pt x="2645" y="780"/>
                    <a:pt x="3074" y="1039"/>
                  </a:cubicBezTo>
                  <a:cubicBezTo>
                    <a:pt x="3158" y="1091"/>
                    <a:pt x="3199" y="1148"/>
                    <a:pt x="3194" y="1211"/>
                  </a:cubicBezTo>
                  <a:cubicBezTo>
                    <a:pt x="3147" y="1600"/>
                    <a:pt x="1631" y="2192"/>
                    <a:pt x="1024" y="2400"/>
                  </a:cubicBezTo>
                  <a:cubicBezTo>
                    <a:pt x="910" y="2327"/>
                    <a:pt x="287" y="1917"/>
                    <a:pt x="162" y="1346"/>
                  </a:cubicBezTo>
                  <a:cubicBezTo>
                    <a:pt x="100" y="1065"/>
                    <a:pt x="162" y="795"/>
                    <a:pt x="359" y="515"/>
                  </a:cubicBezTo>
                  <a:cubicBezTo>
                    <a:pt x="551" y="235"/>
                    <a:pt x="775" y="95"/>
                    <a:pt x="1008" y="95"/>
                  </a:cubicBezTo>
                  <a:close/>
                  <a:moveTo>
                    <a:pt x="993" y="1"/>
                  </a:moveTo>
                  <a:cubicBezTo>
                    <a:pt x="733" y="1"/>
                    <a:pt x="492" y="156"/>
                    <a:pt x="276" y="458"/>
                  </a:cubicBezTo>
                  <a:cubicBezTo>
                    <a:pt x="68" y="754"/>
                    <a:pt x="1" y="1060"/>
                    <a:pt x="63" y="1366"/>
                  </a:cubicBezTo>
                  <a:cubicBezTo>
                    <a:pt x="214" y="2041"/>
                    <a:pt x="961" y="2477"/>
                    <a:pt x="993" y="2493"/>
                  </a:cubicBezTo>
                  <a:cubicBezTo>
                    <a:pt x="998" y="2498"/>
                    <a:pt x="1008" y="2498"/>
                    <a:pt x="1019" y="2498"/>
                  </a:cubicBezTo>
                  <a:cubicBezTo>
                    <a:pt x="1020" y="2500"/>
                    <a:pt x="1022" y="2501"/>
                    <a:pt x="1024" y="2501"/>
                  </a:cubicBezTo>
                  <a:cubicBezTo>
                    <a:pt x="1027" y="2501"/>
                    <a:pt x="1031" y="2498"/>
                    <a:pt x="1034" y="2498"/>
                  </a:cubicBezTo>
                  <a:cubicBezTo>
                    <a:pt x="1257" y="2426"/>
                    <a:pt x="3230" y="1751"/>
                    <a:pt x="3287" y="1226"/>
                  </a:cubicBezTo>
                  <a:cubicBezTo>
                    <a:pt x="3298" y="1122"/>
                    <a:pt x="3246" y="1029"/>
                    <a:pt x="3121" y="956"/>
                  </a:cubicBezTo>
                  <a:cubicBezTo>
                    <a:pt x="2677" y="689"/>
                    <a:pt x="2376" y="626"/>
                    <a:pt x="2190" y="626"/>
                  </a:cubicBezTo>
                  <a:cubicBezTo>
                    <a:pt x="2098" y="626"/>
                    <a:pt x="2034" y="641"/>
                    <a:pt x="1995" y="655"/>
                  </a:cubicBezTo>
                  <a:cubicBezTo>
                    <a:pt x="1896" y="520"/>
                    <a:pt x="1501" y="6"/>
                    <a:pt x="1019" y="1"/>
                  </a:cubicBezTo>
                  <a:cubicBezTo>
                    <a:pt x="1010" y="1"/>
                    <a:pt x="1002" y="1"/>
                    <a:pt x="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6">
              <a:extLst>
                <a:ext uri="{FF2B5EF4-FFF2-40B4-BE49-F238E27FC236}">
                  <a16:creationId xmlns:a16="http://schemas.microsoft.com/office/drawing/2014/main" id="{00E05865-F0F0-0807-DB2F-222B82C387D0}"/>
                </a:ext>
              </a:extLst>
            </p:cNvPr>
            <p:cNvSpPr/>
            <p:nvPr/>
          </p:nvSpPr>
          <p:spPr>
            <a:xfrm>
              <a:off x="1074500" y="2907775"/>
              <a:ext cx="24800" cy="29500"/>
            </a:xfrm>
            <a:custGeom>
              <a:avLst/>
              <a:gdLst/>
              <a:ahLst/>
              <a:cxnLst/>
              <a:rect l="l" t="t" r="r" b="b"/>
              <a:pathLst>
                <a:path w="992" h="1180" extrusionOk="0">
                  <a:moveTo>
                    <a:pt x="950" y="1"/>
                  </a:moveTo>
                  <a:cubicBezTo>
                    <a:pt x="483" y="234"/>
                    <a:pt x="135" y="655"/>
                    <a:pt x="0" y="1164"/>
                  </a:cubicBezTo>
                  <a:lnTo>
                    <a:pt x="99" y="1179"/>
                  </a:lnTo>
                  <a:cubicBezTo>
                    <a:pt x="229" y="707"/>
                    <a:pt x="556" y="312"/>
                    <a:pt x="992" y="89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6">
              <a:extLst>
                <a:ext uri="{FF2B5EF4-FFF2-40B4-BE49-F238E27FC236}">
                  <a16:creationId xmlns:a16="http://schemas.microsoft.com/office/drawing/2014/main" id="{3957049A-5A4E-596C-D45B-71AF50BFD15F}"/>
                </a:ext>
              </a:extLst>
            </p:cNvPr>
            <p:cNvSpPr/>
            <p:nvPr/>
          </p:nvSpPr>
          <p:spPr>
            <a:xfrm>
              <a:off x="1172625" y="2586425"/>
              <a:ext cx="88400" cy="248175"/>
            </a:xfrm>
            <a:custGeom>
              <a:avLst/>
              <a:gdLst/>
              <a:ahLst/>
              <a:cxnLst/>
              <a:rect l="l" t="t" r="r" b="b"/>
              <a:pathLst>
                <a:path w="3536" h="9927" extrusionOk="0">
                  <a:moveTo>
                    <a:pt x="88" y="0"/>
                  </a:moveTo>
                  <a:lnTo>
                    <a:pt x="0" y="31"/>
                  </a:lnTo>
                  <a:lnTo>
                    <a:pt x="3442" y="9927"/>
                  </a:lnTo>
                  <a:lnTo>
                    <a:pt x="3536" y="9896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6">
              <a:extLst>
                <a:ext uri="{FF2B5EF4-FFF2-40B4-BE49-F238E27FC236}">
                  <a16:creationId xmlns:a16="http://schemas.microsoft.com/office/drawing/2014/main" id="{5D648984-401D-E710-9F58-E181EC6FF24A}"/>
                </a:ext>
              </a:extLst>
            </p:cNvPr>
            <p:cNvSpPr/>
            <p:nvPr/>
          </p:nvSpPr>
          <p:spPr>
            <a:xfrm>
              <a:off x="1258800" y="2833675"/>
              <a:ext cx="72575" cy="203150"/>
            </a:xfrm>
            <a:custGeom>
              <a:avLst/>
              <a:gdLst/>
              <a:ahLst/>
              <a:cxnLst/>
              <a:rect l="l" t="t" r="r" b="b"/>
              <a:pathLst>
                <a:path w="2903" h="8126" extrusionOk="0">
                  <a:moveTo>
                    <a:pt x="89" y="0"/>
                  </a:moveTo>
                  <a:lnTo>
                    <a:pt x="0" y="31"/>
                  </a:lnTo>
                  <a:lnTo>
                    <a:pt x="2710" y="7819"/>
                  </a:lnTo>
                  <a:lnTo>
                    <a:pt x="789" y="5389"/>
                  </a:lnTo>
                  <a:lnTo>
                    <a:pt x="712" y="5452"/>
                  </a:lnTo>
                  <a:lnTo>
                    <a:pt x="2809" y="8105"/>
                  </a:lnTo>
                  <a:cubicBezTo>
                    <a:pt x="2819" y="8115"/>
                    <a:pt x="2835" y="8125"/>
                    <a:pt x="2851" y="8125"/>
                  </a:cubicBezTo>
                  <a:cubicBezTo>
                    <a:pt x="2856" y="8125"/>
                    <a:pt x="2866" y="8120"/>
                    <a:pt x="2871" y="8115"/>
                  </a:cubicBezTo>
                  <a:cubicBezTo>
                    <a:pt x="2892" y="8105"/>
                    <a:pt x="2903" y="8079"/>
                    <a:pt x="2897" y="8058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6">
              <a:extLst>
                <a:ext uri="{FF2B5EF4-FFF2-40B4-BE49-F238E27FC236}">
                  <a16:creationId xmlns:a16="http://schemas.microsoft.com/office/drawing/2014/main" id="{225FD92D-264D-D79A-C823-6748BECEBC10}"/>
                </a:ext>
              </a:extLst>
            </p:cNvPr>
            <p:cNvSpPr/>
            <p:nvPr/>
          </p:nvSpPr>
          <p:spPr>
            <a:xfrm>
              <a:off x="1146650" y="2547425"/>
              <a:ext cx="47400" cy="40450"/>
            </a:xfrm>
            <a:custGeom>
              <a:avLst/>
              <a:gdLst/>
              <a:ahLst/>
              <a:cxnLst/>
              <a:rect l="l" t="t" r="r" b="b"/>
              <a:pathLst>
                <a:path w="1896" h="1618" extrusionOk="0">
                  <a:moveTo>
                    <a:pt x="1079" y="101"/>
                  </a:moveTo>
                  <a:cubicBezTo>
                    <a:pt x="1082" y="101"/>
                    <a:pt x="1084" y="101"/>
                    <a:pt x="1086" y="101"/>
                  </a:cubicBezTo>
                  <a:cubicBezTo>
                    <a:pt x="1475" y="101"/>
                    <a:pt x="1792" y="418"/>
                    <a:pt x="1797" y="813"/>
                  </a:cubicBezTo>
                  <a:cubicBezTo>
                    <a:pt x="1797" y="1241"/>
                    <a:pt x="1445" y="1527"/>
                    <a:pt x="1077" y="1527"/>
                  </a:cubicBezTo>
                  <a:cubicBezTo>
                    <a:pt x="902" y="1527"/>
                    <a:pt x="723" y="1462"/>
                    <a:pt x="577" y="1316"/>
                  </a:cubicBezTo>
                  <a:cubicBezTo>
                    <a:pt x="127" y="871"/>
                    <a:pt x="445" y="101"/>
                    <a:pt x="1079" y="101"/>
                  </a:cubicBezTo>
                  <a:close/>
                  <a:moveTo>
                    <a:pt x="1080" y="1"/>
                  </a:moveTo>
                  <a:cubicBezTo>
                    <a:pt x="882" y="1"/>
                    <a:pt x="680" y="75"/>
                    <a:pt x="515" y="242"/>
                  </a:cubicBezTo>
                  <a:cubicBezTo>
                    <a:pt x="1" y="750"/>
                    <a:pt x="364" y="1617"/>
                    <a:pt x="1086" y="1617"/>
                  </a:cubicBezTo>
                  <a:cubicBezTo>
                    <a:pt x="1532" y="1617"/>
                    <a:pt x="1891" y="1259"/>
                    <a:pt x="1896" y="813"/>
                  </a:cubicBezTo>
                  <a:cubicBezTo>
                    <a:pt x="1892" y="325"/>
                    <a:pt x="1495" y="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6">
              <a:extLst>
                <a:ext uri="{FF2B5EF4-FFF2-40B4-BE49-F238E27FC236}">
                  <a16:creationId xmlns:a16="http://schemas.microsoft.com/office/drawing/2014/main" id="{4A8291E7-D27B-AE1D-3CA6-41563B8FDB5E}"/>
                </a:ext>
              </a:extLst>
            </p:cNvPr>
            <p:cNvSpPr/>
            <p:nvPr/>
          </p:nvSpPr>
          <p:spPr>
            <a:xfrm>
              <a:off x="1172625" y="2233375"/>
              <a:ext cx="2350" cy="315300"/>
            </a:xfrm>
            <a:custGeom>
              <a:avLst/>
              <a:gdLst/>
              <a:ahLst/>
              <a:cxnLst/>
              <a:rect l="l" t="t" r="r" b="b"/>
              <a:pathLst>
                <a:path w="94" h="12612" extrusionOk="0">
                  <a:moveTo>
                    <a:pt x="0" y="1"/>
                  </a:moveTo>
                  <a:lnTo>
                    <a:pt x="0" y="12611"/>
                  </a:lnTo>
                  <a:lnTo>
                    <a:pt x="94" y="12611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48" name="Google Shape;2948;p66">
              <a:extLst>
                <a:ext uri="{FF2B5EF4-FFF2-40B4-BE49-F238E27FC236}">
                  <a16:creationId xmlns:a16="http://schemas.microsoft.com/office/drawing/2014/main" id="{BFB7E8C5-6F4A-ADB1-367E-2F44FC0E39D9}"/>
                </a:ext>
              </a:extLst>
            </p:cNvPr>
            <p:cNvSpPr/>
            <p:nvPr/>
          </p:nvSpPr>
          <p:spPr>
            <a:xfrm>
              <a:off x="1027250" y="3022125"/>
              <a:ext cx="302825" cy="158775"/>
            </a:xfrm>
            <a:custGeom>
              <a:avLst/>
              <a:gdLst/>
              <a:ahLst/>
              <a:cxnLst/>
              <a:rect l="l" t="t" r="r" b="b"/>
              <a:pathLst>
                <a:path w="12113" h="6351" extrusionOk="0">
                  <a:moveTo>
                    <a:pt x="6059" y="1"/>
                  </a:moveTo>
                  <a:cubicBezTo>
                    <a:pt x="2716" y="1"/>
                    <a:pt x="6" y="239"/>
                    <a:pt x="6" y="535"/>
                  </a:cubicBezTo>
                  <a:cubicBezTo>
                    <a:pt x="11" y="541"/>
                    <a:pt x="11" y="546"/>
                    <a:pt x="11" y="551"/>
                  </a:cubicBezTo>
                  <a:lnTo>
                    <a:pt x="0" y="551"/>
                  </a:lnTo>
                  <a:lnTo>
                    <a:pt x="1786" y="5878"/>
                  </a:lnTo>
                  <a:cubicBezTo>
                    <a:pt x="1786" y="6137"/>
                    <a:pt x="3687" y="6350"/>
                    <a:pt x="6028" y="6350"/>
                  </a:cubicBezTo>
                  <a:cubicBezTo>
                    <a:pt x="8369" y="6350"/>
                    <a:pt x="10270" y="6137"/>
                    <a:pt x="10270" y="5878"/>
                  </a:cubicBezTo>
                  <a:lnTo>
                    <a:pt x="12035" y="624"/>
                  </a:lnTo>
                  <a:cubicBezTo>
                    <a:pt x="12081" y="598"/>
                    <a:pt x="12113" y="567"/>
                    <a:pt x="12113" y="535"/>
                  </a:cubicBezTo>
                  <a:cubicBezTo>
                    <a:pt x="12113" y="239"/>
                    <a:pt x="9403" y="1"/>
                    <a:pt x="6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6">
              <a:extLst>
                <a:ext uri="{FF2B5EF4-FFF2-40B4-BE49-F238E27FC236}">
                  <a16:creationId xmlns:a16="http://schemas.microsoft.com/office/drawing/2014/main" id="{67B8B2BA-7C82-E1C0-3D20-2D1198BBD359}"/>
                </a:ext>
              </a:extLst>
            </p:cNvPr>
            <p:cNvSpPr/>
            <p:nvPr/>
          </p:nvSpPr>
          <p:spPr>
            <a:xfrm>
              <a:off x="1025950" y="3020825"/>
              <a:ext cx="305300" cy="161225"/>
            </a:xfrm>
            <a:custGeom>
              <a:avLst/>
              <a:gdLst/>
              <a:ahLst/>
              <a:cxnLst/>
              <a:rect l="l" t="t" r="r" b="b"/>
              <a:pathLst>
                <a:path w="12212" h="6449" extrusionOk="0">
                  <a:moveTo>
                    <a:pt x="6106" y="99"/>
                  </a:moveTo>
                  <a:cubicBezTo>
                    <a:pt x="7721" y="99"/>
                    <a:pt x="9242" y="156"/>
                    <a:pt x="10384" y="255"/>
                  </a:cubicBezTo>
                  <a:cubicBezTo>
                    <a:pt x="12092" y="411"/>
                    <a:pt x="12113" y="587"/>
                    <a:pt x="12113" y="587"/>
                  </a:cubicBezTo>
                  <a:cubicBezTo>
                    <a:pt x="12113" y="587"/>
                    <a:pt x="12107" y="603"/>
                    <a:pt x="12056" y="634"/>
                  </a:cubicBezTo>
                  <a:cubicBezTo>
                    <a:pt x="12045" y="639"/>
                    <a:pt x="12040" y="650"/>
                    <a:pt x="12035" y="660"/>
                  </a:cubicBezTo>
                  <a:lnTo>
                    <a:pt x="10275" y="5914"/>
                  </a:lnTo>
                  <a:cubicBezTo>
                    <a:pt x="10270" y="5919"/>
                    <a:pt x="10270" y="5924"/>
                    <a:pt x="10275" y="5930"/>
                  </a:cubicBezTo>
                  <a:cubicBezTo>
                    <a:pt x="10275" y="6080"/>
                    <a:pt x="8873" y="6350"/>
                    <a:pt x="6080" y="6350"/>
                  </a:cubicBezTo>
                  <a:cubicBezTo>
                    <a:pt x="3287" y="6350"/>
                    <a:pt x="1885" y="6080"/>
                    <a:pt x="1885" y="5930"/>
                  </a:cubicBezTo>
                  <a:cubicBezTo>
                    <a:pt x="1890" y="5924"/>
                    <a:pt x="1890" y="5919"/>
                    <a:pt x="1885" y="5914"/>
                  </a:cubicBezTo>
                  <a:lnTo>
                    <a:pt x="110" y="613"/>
                  </a:lnTo>
                  <a:lnTo>
                    <a:pt x="110" y="619"/>
                  </a:lnTo>
                  <a:cubicBezTo>
                    <a:pt x="110" y="608"/>
                    <a:pt x="110" y="598"/>
                    <a:pt x="104" y="587"/>
                  </a:cubicBezTo>
                  <a:cubicBezTo>
                    <a:pt x="104" y="587"/>
                    <a:pt x="104" y="582"/>
                    <a:pt x="104" y="582"/>
                  </a:cubicBezTo>
                  <a:cubicBezTo>
                    <a:pt x="115" y="561"/>
                    <a:pt x="250" y="395"/>
                    <a:pt x="1833" y="255"/>
                  </a:cubicBezTo>
                  <a:cubicBezTo>
                    <a:pt x="2975" y="156"/>
                    <a:pt x="4491" y="99"/>
                    <a:pt x="6106" y="99"/>
                  </a:cubicBezTo>
                  <a:close/>
                  <a:moveTo>
                    <a:pt x="6111" y="1"/>
                  </a:moveTo>
                  <a:cubicBezTo>
                    <a:pt x="4491" y="1"/>
                    <a:pt x="2975" y="58"/>
                    <a:pt x="1828" y="162"/>
                  </a:cubicBezTo>
                  <a:cubicBezTo>
                    <a:pt x="115" y="312"/>
                    <a:pt x="16" y="494"/>
                    <a:pt x="11" y="572"/>
                  </a:cubicBezTo>
                  <a:cubicBezTo>
                    <a:pt x="6" y="587"/>
                    <a:pt x="0" y="603"/>
                    <a:pt x="6" y="613"/>
                  </a:cubicBezTo>
                  <a:lnTo>
                    <a:pt x="1792" y="5935"/>
                  </a:lnTo>
                  <a:cubicBezTo>
                    <a:pt x="1833" y="6314"/>
                    <a:pt x="4372" y="6449"/>
                    <a:pt x="6080" y="6449"/>
                  </a:cubicBezTo>
                  <a:cubicBezTo>
                    <a:pt x="7793" y="6449"/>
                    <a:pt x="10327" y="6314"/>
                    <a:pt x="10373" y="5935"/>
                  </a:cubicBezTo>
                  <a:lnTo>
                    <a:pt x="12123" y="707"/>
                  </a:lnTo>
                  <a:cubicBezTo>
                    <a:pt x="12170" y="686"/>
                    <a:pt x="12206" y="639"/>
                    <a:pt x="12211" y="587"/>
                  </a:cubicBezTo>
                  <a:cubicBezTo>
                    <a:pt x="12211" y="515"/>
                    <a:pt x="12211" y="323"/>
                    <a:pt x="10394" y="162"/>
                  </a:cubicBezTo>
                  <a:cubicBezTo>
                    <a:pt x="9252" y="58"/>
                    <a:pt x="7731" y="1"/>
                    <a:pt x="6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6">
              <a:extLst>
                <a:ext uri="{FF2B5EF4-FFF2-40B4-BE49-F238E27FC236}">
                  <a16:creationId xmlns:a16="http://schemas.microsoft.com/office/drawing/2014/main" id="{7A0F1F59-6E4A-4E58-5086-B9BC9F693678}"/>
                </a:ext>
              </a:extLst>
            </p:cNvPr>
            <p:cNvSpPr/>
            <p:nvPr/>
          </p:nvSpPr>
          <p:spPr>
            <a:xfrm>
              <a:off x="1008950" y="3022125"/>
              <a:ext cx="339425" cy="62475"/>
            </a:xfrm>
            <a:custGeom>
              <a:avLst/>
              <a:gdLst/>
              <a:ahLst/>
              <a:cxnLst/>
              <a:rect l="l" t="t" r="r" b="b"/>
              <a:pathLst>
                <a:path w="13577" h="2499" extrusionOk="0">
                  <a:moveTo>
                    <a:pt x="6791" y="1"/>
                  </a:moveTo>
                  <a:cubicBezTo>
                    <a:pt x="3048" y="1"/>
                    <a:pt x="6" y="271"/>
                    <a:pt x="6" y="603"/>
                  </a:cubicBezTo>
                  <a:cubicBezTo>
                    <a:pt x="6" y="608"/>
                    <a:pt x="11" y="608"/>
                    <a:pt x="11" y="613"/>
                  </a:cubicBezTo>
                  <a:lnTo>
                    <a:pt x="0" y="613"/>
                  </a:lnTo>
                  <a:lnTo>
                    <a:pt x="431" y="1890"/>
                  </a:lnTo>
                  <a:cubicBezTo>
                    <a:pt x="551" y="2258"/>
                    <a:pt x="889" y="2498"/>
                    <a:pt x="1266" y="2498"/>
                  </a:cubicBezTo>
                  <a:cubicBezTo>
                    <a:pt x="1299" y="2498"/>
                    <a:pt x="1332" y="2496"/>
                    <a:pt x="1366" y="2493"/>
                  </a:cubicBezTo>
                  <a:cubicBezTo>
                    <a:pt x="2607" y="2342"/>
                    <a:pt x="4574" y="2249"/>
                    <a:pt x="6791" y="2249"/>
                  </a:cubicBezTo>
                  <a:cubicBezTo>
                    <a:pt x="8977" y="2249"/>
                    <a:pt x="10913" y="2342"/>
                    <a:pt x="12154" y="2482"/>
                  </a:cubicBezTo>
                  <a:cubicBezTo>
                    <a:pt x="12188" y="2486"/>
                    <a:pt x="12221" y="2488"/>
                    <a:pt x="12254" y="2488"/>
                  </a:cubicBezTo>
                  <a:cubicBezTo>
                    <a:pt x="12631" y="2488"/>
                    <a:pt x="12969" y="2248"/>
                    <a:pt x="13089" y="1885"/>
                  </a:cubicBezTo>
                  <a:lnTo>
                    <a:pt x="13488" y="696"/>
                  </a:lnTo>
                  <a:cubicBezTo>
                    <a:pt x="13545" y="665"/>
                    <a:pt x="13577" y="634"/>
                    <a:pt x="13577" y="603"/>
                  </a:cubicBezTo>
                  <a:cubicBezTo>
                    <a:pt x="13577" y="271"/>
                    <a:pt x="10539" y="1"/>
                    <a:pt x="6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1" name="Google Shape;2951;p66">
              <a:extLst>
                <a:ext uri="{FF2B5EF4-FFF2-40B4-BE49-F238E27FC236}">
                  <a16:creationId xmlns:a16="http://schemas.microsoft.com/office/drawing/2014/main" id="{A9689296-AE5D-8E14-EE50-04784F3BC347}"/>
                </a:ext>
              </a:extLst>
            </p:cNvPr>
            <p:cNvSpPr/>
            <p:nvPr/>
          </p:nvSpPr>
          <p:spPr>
            <a:xfrm>
              <a:off x="1007650" y="3020825"/>
              <a:ext cx="342025" cy="64925"/>
            </a:xfrm>
            <a:custGeom>
              <a:avLst/>
              <a:gdLst/>
              <a:ahLst/>
              <a:cxnLst/>
              <a:rect l="l" t="t" r="r" b="b"/>
              <a:pathLst>
                <a:path w="13681" h="2597" extrusionOk="0">
                  <a:moveTo>
                    <a:pt x="6843" y="99"/>
                  </a:moveTo>
                  <a:cubicBezTo>
                    <a:pt x="8655" y="99"/>
                    <a:pt x="10358" y="162"/>
                    <a:pt x="11640" y="276"/>
                  </a:cubicBezTo>
                  <a:cubicBezTo>
                    <a:pt x="13561" y="447"/>
                    <a:pt x="13582" y="650"/>
                    <a:pt x="13582" y="655"/>
                  </a:cubicBezTo>
                  <a:cubicBezTo>
                    <a:pt x="13582" y="660"/>
                    <a:pt x="13566" y="681"/>
                    <a:pt x="13514" y="707"/>
                  </a:cubicBezTo>
                  <a:cubicBezTo>
                    <a:pt x="13504" y="712"/>
                    <a:pt x="13499" y="722"/>
                    <a:pt x="13494" y="733"/>
                  </a:cubicBezTo>
                  <a:lnTo>
                    <a:pt x="13094" y="1922"/>
                  </a:lnTo>
                  <a:cubicBezTo>
                    <a:pt x="12979" y="2267"/>
                    <a:pt x="12656" y="2492"/>
                    <a:pt x="12301" y="2492"/>
                  </a:cubicBezTo>
                  <a:cubicBezTo>
                    <a:pt x="12271" y="2492"/>
                    <a:pt x="12241" y="2491"/>
                    <a:pt x="12211" y="2488"/>
                  </a:cubicBezTo>
                  <a:cubicBezTo>
                    <a:pt x="10913" y="2337"/>
                    <a:pt x="8956" y="2254"/>
                    <a:pt x="6843" y="2254"/>
                  </a:cubicBezTo>
                  <a:cubicBezTo>
                    <a:pt x="4689" y="2254"/>
                    <a:pt x="2711" y="2342"/>
                    <a:pt x="1413" y="2493"/>
                  </a:cubicBezTo>
                  <a:cubicBezTo>
                    <a:pt x="1383" y="2496"/>
                    <a:pt x="1353" y="2497"/>
                    <a:pt x="1323" y="2497"/>
                  </a:cubicBezTo>
                  <a:cubicBezTo>
                    <a:pt x="968" y="2497"/>
                    <a:pt x="645" y="2272"/>
                    <a:pt x="525" y="1927"/>
                  </a:cubicBezTo>
                  <a:lnTo>
                    <a:pt x="109" y="681"/>
                  </a:lnTo>
                  <a:cubicBezTo>
                    <a:pt x="115" y="676"/>
                    <a:pt x="115" y="665"/>
                    <a:pt x="109" y="655"/>
                  </a:cubicBezTo>
                  <a:cubicBezTo>
                    <a:pt x="109" y="655"/>
                    <a:pt x="109" y="650"/>
                    <a:pt x="109" y="650"/>
                  </a:cubicBezTo>
                  <a:cubicBezTo>
                    <a:pt x="120" y="619"/>
                    <a:pt x="250" y="437"/>
                    <a:pt x="2051" y="276"/>
                  </a:cubicBezTo>
                  <a:cubicBezTo>
                    <a:pt x="3334" y="167"/>
                    <a:pt x="5036" y="99"/>
                    <a:pt x="6843" y="99"/>
                  </a:cubicBezTo>
                  <a:close/>
                  <a:moveTo>
                    <a:pt x="6843" y="1"/>
                  </a:moveTo>
                  <a:cubicBezTo>
                    <a:pt x="5031" y="1"/>
                    <a:pt x="3323" y="68"/>
                    <a:pt x="2041" y="182"/>
                  </a:cubicBezTo>
                  <a:cubicBezTo>
                    <a:pt x="115" y="349"/>
                    <a:pt x="16" y="551"/>
                    <a:pt x="11" y="639"/>
                  </a:cubicBezTo>
                  <a:cubicBezTo>
                    <a:pt x="6" y="655"/>
                    <a:pt x="0" y="670"/>
                    <a:pt x="6" y="681"/>
                  </a:cubicBezTo>
                  <a:lnTo>
                    <a:pt x="437" y="1958"/>
                  </a:lnTo>
                  <a:cubicBezTo>
                    <a:pt x="561" y="2337"/>
                    <a:pt x="914" y="2597"/>
                    <a:pt x="1319" y="2597"/>
                  </a:cubicBezTo>
                  <a:cubicBezTo>
                    <a:pt x="1350" y="2597"/>
                    <a:pt x="1387" y="2591"/>
                    <a:pt x="1423" y="2591"/>
                  </a:cubicBezTo>
                  <a:cubicBezTo>
                    <a:pt x="2721" y="2436"/>
                    <a:pt x="4694" y="2347"/>
                    <a:pt x="6843" y="2347"/>
                  </a:cubicBezTo>
                  <a:cubicBezTo>
                    <a:pt x="8956" y="2347"/>
                    <a:pt x="10903" y="2436"/>
                    <a:pt x="12201" y="2581"/>
                  </a:cubicBezTo>
                  <a:cubicBezTo>
                    <a:pt x="12235" y="2585"/>
                    <a:pt x="12269" y="2586"/>
                    <a:pt x="12302" y="2586"/>
                  </a:cubicBezTo>
                  <a:cubicBezTo>
                    <a:pt x="12699" y="2586"/>
                    <a:pt x="13058" y="2336"/>
                    <a:pt x="13187" y="1953"/>
                  </a:cubicBezTo>
                  <a:lnTo>
                    <a:pt x="13582" y="785"/>
                  </a:lnTo>
                  <a:cubicBezTo>
                    <a:pt x="13644" y="743"/>
                    <a:pt x="13681" y="702"/>
                    <a:pt x="13681" y="655"/>
                  </a:cubicBezTo>
                  <a:cubicBezTo>
                    <a:pt x="13681" y="572"/>
                    <a:pt x="13681" y="359"/>
                    <a:pt x="11645" y="182"/>
                  </a:cubicBezTo>
                  <a:cubicBezTo>
                    <a:pt x="10363" y="68"/>
                    <a:pt x="8660" y="1"/>
                    <a:pt x="6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6">
              <a:extLst>
                <a:ext uri="{FF2B5EF4-FFF2-40B4-BE49-F238E27FC236}">
                  <a16:creationId xmlns:a16="http://schemas.microsoft.com/office/drawing/2014/main" id="{A409C1D1-A201-6737-8258-B0E1C2677185}"/>
                </a:ext>
              </a:extLst>
            </p:cNvPr>
            <p:cNvSpPr/>
            <p:nvPr/>
          </p:nvSpPr>
          <p:spPr>
            <a:xfrm>
              <a:off x="1026075" y="2952550"/>
              <a:ext cx="43000" cy="84275"/>
            </a:xfrm>
            <a:custGeom>
              <a:avLst/>
              <a:gdLst/>
              <a:ahLst/>
              <a:cxnLst/>
              <a:rect l="l" t="t" r="r" b="b"/>
              <a:pathLst>
                <a:path w="1720" h="3371" extrusionOk="0">
                  <a:moveTo>
                    <a:pt x="1086" y="1"/>
                  </a:moveTo>
                  <a:lnTo>
                    <a:pt x="6" y="3303"/>
                  </a:lnTo>
                  <a:cubicBezTo>
                    <a:pt x="1" y="3329"/>
                    <a:pt x="11" y="3355"/>
                    <a:pt x="32" y="3365"/>
                  </a:cubicBezTo>
                  <a:cubicBezTo>
                    <a:pt x="42" y="3365"/>
                    <a:pt x="47" y="3370"/>
                    <a:pt x="53" y="3370"/>
                  </a:cubicBezTo>
                  <a:cubicBezTo>
                    <a:pt x="73" y="3370"/>
                    <a:pt x="89" y="3360"/>
                    <a:pt x="99" y="3344"/>
                  </a:cubicBezTo>
                  <a:lnTo>
                    <a:pt x="1719" y="525"/>
                  </a:lnTo>
                  <a:lnTo>
                    <a:pt x="1636" y="479"/>
                  </a:lnTo>
                  <a:lnTo>
                    <a:pt x="250" y="2893"/>
                  </a:lnTo>
                  <a:lnTo>
                    <a:pt x="1179" y="32"/>
                  </a:lnTo>
                  <a:lnTo>
                    <a:pt x="1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6">
              <a:extLst>
                <a:ext uri="{FF2B5EF4-FFF2-40B4-BE49-F238E27FC236}">
                  <a16:creationId xmlns:a16="http://schemas.microsoft.com/office/drawing/2014/main" id="{71BA9297-2E9F-17CD-9C9B-2930E1E4C965}"/>
                </a:ext>
              </a:extLst>
            </p:cNvPr>
            <p:cNvSpPr/>
            <p:nvPr/>
          </p:nvSpPr>
          <p:spPr>
            <a:xfrm>
              <a:off x="1053200" y="2586425"/>
              <a:ext cx="121775" cy="366950"/>
            </a:xfrm>
            <a:custGeom>
              <a:avLst/>
              <a:gdLst/>
              <a:ahLst/>
              <a:cxnLst/>
              <a:rect l="l" t="t" r="r" b="b"/>
              <a:pathLst>
                <a:path w="4871" h="14678" extrusionOk="0">
                  <a:moveTo>
                    <a:pt x="4777" y="0"/>
                  </a:moveTo>
                  <a:lnTo>
                    <a:pt x="1" y="14651"/>
                  </a:lnTo>
                  <a:lnTo>
                    <a:pt x="94" y="14677"/>
                  </a:lnTo>
                  <a:lnTo>
                    <a:pt x="4871" y="31"/>
                  </a:lnTo>
                  <a:lnTo>
                    <a:pt x="4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6">
              <a:extLst>
                <a:ext uri="{FF2B5EF4-FFF2-40B4-BE49-F238E27FC236}">
                  <a16:creationId xmlns:a16="http://schemas.microsoft.com/office/drawing/2014/main" id="{CCF53643-FE9E-B6DF-4B27-B3F8D4364D8B}"/>
                </a:ext>
              </a:extLst>
            </p:cNvPr>
            <p:cNvSpPr/>
            <p:nvPr/>
          </p:nvSpPr>
          <p:spPr>
            <a:xfrm>
              <a:off x="1281375" y="3029400"/>
              <a:ext cx="47925" cy="143450"/>
            </a:xfrm>
            <a:custGeom>
              <a:avLst/>
              <a:gdLst/>
              <a:ahLst/>
              <a:cxnLst/>
              <a:rect l="l" t="t" r="r" b="b"/>
              <a:pathLst>
                <a:path w="1917" h="5738" extrusionOk="0">
                  <a:moveTo>
                    <a:pt x="1828" y="0"/>
                  </a:moveTo>
                  <a:lnTo>
                    <a:pt x="920" y="2077"/>
                  </a:lnTo>
                  <a:lnTo>
                    <a:pt x="634" y="2404"/>
                  </a:lnTo>
                  <a:cubicBezTo>
                    <a:pt x="629" y="2409"/>
                    <a:pt x="624" y="2420"/>
                    <a:pt x="624" y="2425"/>
                  </a:cubicBezTo>
                  <a:lnTo>
                    <a:pt x="1" y="5722"/>
                  </a:lnTo>
                  <a:lnTo>
                    <a:pt x="94" y="5737"/>
                  </a:lnTo>
                  <a:lnTo>
                    <a:pt x="712" y="2456"/>
                  </a:lnTo>
                  <a:lnTo>
                    <a:pt x="998" y="2139"/>
                  </a:lnTo>
                  <a:cubicBezTo>
                    <a:pt x="998" y="2134"/>
                    <a:pt x="1003" y="2129"/>
                    <a:pt x="1003" y="2124"/>
                  </a:cubicBezTo>
                  <a:lnTo>
                    <a:pt x="1916" y="42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6">
              <a:extLst>
                <a:ext uri="{FF2B5EF4-FFF2-40B4-BE49-F238E27FC236}">
                  <a16:creationId xmlns:a16="http://schemas.microsoft.com/office/drawing/2014/main" id="{FB251B6D-996C-42CA-C0F2-CC1589C1FFB7}"/>
                </a:ext>
              </a:extLst>
            </p:cNvPr>
            <p:cNvSpPr/>
            <p:nvPr/>
          </p:nvSpPr>
          <p:spPr>
            <a:xfrm>
              <a:off x="1026075" y="3035500"/>
              <a:ext cx="199775" cy="146550"/>
            </a:xfrm>
            <a:custGeom>
              <a:avLst/>
              <a:gdLst/>
              <a:ahLst/>
              <a:cxnLst/>
              <a:rect l="l" t="t" r="r" b="b"/>
              <a:pathLst>
                <a:path w="7991" h="5862" extrusionOk="0">
                  <a:moveTo>
                    <a:pt x="94" y="0"/>
                  </a:moveTo>
                  <a:lnTo>
                    <a:pt x="1" y="26"/>
                  </a:lnTo>
                  <a:lnTo>
                    <a:pt x="535" y="1968"/>
                  </a:lnTo>
                  <a:cubicBezTo>
                    <a:pt x="535" y="1973"/>
                    <a:pt x="541" y="1978"/>
                    <a:pt x="541" y="1978"/>
                  </a:cubicBezTo>
                  <a:lnTo>
                    <a:pt x="930" y="2622"/>
                  </a:lnTo>
                  <a:lnTo>
                    <a:pt x="1787" y="5348"/>
                  </a:lnTo>
                  <a:cubicBezTo>
                    <a:pt x="1828" y="5727"/>
                    <a:pt x="4367" y="5862"/>
                    <a:pt x="6075" y="5862"/>
                  </a:cubicBezTo>
                  <a:cubicBezTo>
                    <a:pt x="6750" y="5862"/>
                    <a:pt x="7394" y="5846"/>
                    <a:pt x="7991" y="5810"/>
                  </a:cubicBezTo>
                  <a:lnTo>
                    <a:pt x="7985" y="5716"/>
                  </a:lnTo>
                  <a:cubicBezTo>
                    <a:pt x="7388" y="5748"/>
                    <a:pt x="6745" y="5763"/>
                    <a:pt x="6075" y="5763"/>
                  </a:cubicBezTo>
                  <a:cubicBezTo>
                    <a:pt x="3282" y="5763"/>
                    <a:pt x="1880" y="5493"/>
                    <a:pt x="1880" y="5343"/>
                  </a:cubicBezTo>
                  <a:cubicBezTo>
                    <a:pt x="1880" y="5337"/>
                    <a:pt x="1880" y="5332"/>
                    <a:pt x="1880" y="5327"/>
                  </a:cubicBezTo>
                  <a:lnTo>
                    <a:pt x="1023" y="2591"/>
                  </a:lnTo>
                  <a:cubicBezTo>
                    <a:pt x="1023" y="2586"/>
                    <a:pt x="1018" y="2581"/>
                    <a:pt x="1018" y="2581"/>
                  </a:cubicBezTo>
                  <a:lnTo>
                    <a:pt x="629" y="193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6">
              <a:extLst>
                <a:ext uri="{FF2B5EF4-FFF2-40B4-BE49-F238E27FC236}">
                  <a16:creationId xmlns:a16="http://schemas.microsoft.com/office/drawing/2014/main" id="{6338E71C-04E3-DF72-6887-D4BFBBDDD968}"/>
                </a:ext>
              </a:extLst>
            </p:cNvPr>
            <p:cNvSpPr/>
            <p:nvPr/>
          </p:nvSpPr>
          <p:spPr>
            <a:xfrm>
              <a:off x="1172750" y="2888450"/>
              <a:ext cx="106050" cy="217800"/>
            </a:xfrm>
            <a:custGeom>
              <a:avLst/>
              <a:gdLst/>
              <a:ahLst/>
              <a:cxnLst/>
              <a:rect l="l" t="t" r="r" b="b"/>
              <a:pathLst>
                <a:path w="4242" h="8712" extrusionOk="0">
                  <a:moveTo>
                    <a:pt x="3364" y="0"/>
                  </a:moveTo>
                  <a:lnTo>
                    <a:pt x="3271" y="26"/>
                  </a:lnTo>
                  <a:lnTo>
                    <a:pt x="4138" y="3219"/>
                  </a:lnTo>
                  <a:lnTo>
                    <a:pt x="0" y="8655"/>
                  </a:lnTo>
                  <a:lnTo>
                    <a:pt x="78" y="8712"/>
                  </a:lnTo>
                  <a:lnTo>
                    <a:pt x="4231" y="3261"/>
                  </a:lnTo>
                  <a:cubicBezTo>
                    <a:pt x="4242" y="3250"/>
                    <a:pt x="4242" y="3235"/>
                    <a:pt x="4237" y="3219"/>
                  </a:cubicBezTo>
                  <a:lnTo>
                    <a:pt x="3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6">
              <a:extLst>
                <a:ext uri="{FF2B5EF4-FFF2-40B4-BE49-F238E27FC236}">
                  <a16:creationId xmlns:a16="http://schemas.microsoft.com/office/drawing/2014/main" id="{A47B92CA-BFB9-25EE-C1B2-207261440219}"/>
                </a:ext>
              </a:extLst>
            </p:cNvPr>
            <p:cNvSpPr/>
            <p:nvPr/>
          </p:nvSpPr>
          <p:spPr>
            <a:xfrm>
              <a:off x="1172625" y="2586300"/>
              <a:ext cx="84375" cy="302675"/>
            </a:xfrm>
            <a:custGeom>
              <a:avLst/>
              <a:gdLst/>
              <a:ahLst/>
              <a:cxnLst/>
              <a:rect l="l" t="t" r="r" b="b"/>
              <a:pathLst>
                <a:path w="3375" h="12107" extrusionOk="0">
                  <a:moveTo>
                    <a:pt x="94" y="0"/>
                  </a:moveTo>
                  <a:lnTo>
                    <a:pt x="0" y="26"/>
                  </a:lnTo>
                  <a:lnTo>
                    <a:pt x="3281" y="12107"/>
                  </a:lnTo>
                  <a:lnTo>
                    <a:pt x="3375" y="12081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6">
              <a:extLst>
                <a:ext uri="{FF2B5EF4-FFF2-40B4-BE49-F238E27FC236}">
                  <a16:creationId xmlns:a16="http://schemas.microsoft.com/office/drawing/2014/main" id="{04EF1D7E-83EF-E123-63DF-4CC9570EC283}"/>
                </a:ext>
              </a:extLst>
            </p:cNvPr>
            <p:cNvSpPr/>
            <p:nvPr/>
          </p:nvSpPr>
          <p:spPr>
            <a:xfrm>
              <a:off x="1066825" y="2585400"/>
              <a:ext cx="108225" cy="380025"/>
            </a:xfrm>
            <a:custGeom>
              <a:avLst/>
              <a:gdLst/>
              <a:ahLst/>
              <a:cxnLst/>
              <a:rect l="l" t="t" r="r" b="b"/>
              <a:pathLst>
                <a:path w="4329" h="15201" extrusionOk="0">
                  <a:moveTo>
                    <a:pt x="4275" y="0"/>
                  </a:moveTo>
                  <a:cubicBezTo>
                    <a:pt x="4256" y="0"/>
                    <a:pt x="4237" y="11"/>
                    <a:pt x="4232" y="36"/>
                  </a:cubicBezTo>
                  <a:lnTo>
                    <a:pt x="1" y="15175"/>
                  </a:lnTo>
                  <a:lnTo>
                    <a:pt x="94" y="15201"/>
                  </a:lnTo>
                  <a:lnTo>
                    <a:pt x="4232" y="405"/>
                  </a:lnTo>
                  <a:lnTo>
                    <a:pt x="4232" y="11852"/>
                  </a:lnTo>
                  <a:lnTo>
                    <a:pt x="4326" y="11852"/>
                  </a:lnTo>
                  <a:lnTo>
                    <a:pt x="4326" y="52"/>
                  </a:lnTo>
                  <a:cubicBezTo>
                    <a:pt x="4328" y="19"/>
                    <a:pt x="4301" y="0"/>
                    <a:pt x="4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9" name="Google Shape;2959;p66">
              <a:extLst>
                <a:ext uri="{FF2B5EF4-FFF2-40B4-BE49-F238E27FC236}">
                  <a16:creationId xmlns:a16="http://schemas.microsoft.com/office/drawing/2014/main" id="{98608056-ABA6-D90A-97EC-400769BEC81B}"/>
                </a:ext>
              </a:extLst>
            </p:cNvPr>
            <p:cNvSpPr/>
            <p:nvPr/>
          </p:nvSpPr>
          <p:spPr>
            <a:xfrm>
              <a:off x="1066975" y="2964500"/>
              <a:ext cx="107750" cy="141900"/>
            </a:xfrm>
            <a:custGeom>
              <a:avLst/>
              <a:gdLst/>
              <a:ahLst/>
              <a:cxnLst/>
              <a:rect l="l" t="t" r="r" b="b"/>
              <a:pathLst>
                <a:path w="4310" h="5676" extrusionOk="0">
                  <a:moveTo>
                    <a:pt x="78" y="1"/>
                  </a:moveTo>
                  <a:lnTo>
                    <a:pt x="0" y="58"/>
                  </a:lnTo>
                  <a:lnTo>
                    <a:pt x="4231" y="5675"/>
                  </a:lnTo>
                  <a:lnTo>
                    <a:pt x="4309" y="5618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6">
              <a:extLst>
                <a:ext uri="{FF2B5EF4-FFF2-40B4-BE49-F238E27FC236}">
                  <a16:creationId xmlns:a16="http://schemas.microsoft.com/office/drawing/2014/main" id="{B8313959-49E9-771B-195E-05FFF43696EC}"/>
                </a:ext>
              </a:extLst>
            </p:cNvPr>
            <p:cNvSpPr/>
            <p:nvPr/>
          </p:nvSpPr>
          <p:spPr>
            <a:xfrm>
              <a:off x="1172625" y="3105450"/>
              <a:ext cx="6625" cy="75450"/>
            </a:xfrm>
            <a:custGeom>
              <a:avLst/>
              <a:gdLst/>
              <a:ahLst/>
              <a:cxnLst/>
              <a:rect l="l" t="t" r="r" b="b"/>
              <a:pathLst>
                <a:path w="265" h="3018" extrusionOk="0">
                  <a:moveTo>
                    <a:pt x="99" y="1"/>
                  </a:moveTo>
                  <a:lnTo>
                    <a:pt x="0" y="6"/>
                  </a:lnTo>
                  <a:lnTo>
                    <a:pt x="171" y="3017"/>
                  </a:lnTo>
                  <a:lnTo>
                    <a:pt x="265" y="3012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6">
              <a:extLst>
                <a:ext uri="{FF2B5EF4-FFF2-40B4-BE49-F238E27FC236}">
                  <a16:creationId xmlns:a16="http://schemas.microsoft.com/office/drawing/2014/main" id="{71CA6C1E-0B78-0463-E8FC-0AE2E3BD401A}"/>
                </a:ext>
              </a:extLst>
            </p:cNvPr>
            <p:cNvSpPr/>
            <p:nvPr/>
          </p:nvSpPr>
          <p:spPr>
            <a:xfrm>
              <a:off x="1146400" y="3283650"/>
              <a:ext cx="44025" cy="152275"/>
            </a:xfrm>
            <a:custGeom>
              <a:avLst/>
              <a:gdLst/>
              <a:ahLst/>
              <a:cxnLst/>
              <a:rect l="l" t="t" r="r" b="b"/>
              <a:pathLst>
                <a:path w="1761" h="6091" extrusionOk="0">
                  <a:moveTo>
                    <a:pt x="94" y="1"/>
                  </a:moveTo>
                  <a:lnTo>
                    <a:pt x="0" y="37"/>
                  </a:lnTo>
                  <a:cubicBezTo>
                    <a:pt x="21" y="79"/>
                    <a:pt x="1646" y="4658"/>
                    <a:pt x="68" y="6018"/>
                  </a:cubicBezTo>
                  <a:lnTo>
                    <a:pt x="135" y="6091"/>
                  </a:lnTo>
                  <a:cubicBezTo>
                    <a:pt x="1760" y="4684"/>
                    <a:pt x="161" y="193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6">
              <a:extLst>
                <a:ext uri="{FF2B5EF4-FFF2-40B4-BE49-F238E27FC236}">
                  <a16:creationId xmlns:a16="http://schemas.microsoft.com/office/drawing/2014/main" id="{16E60121-17F7-BB02-8B0D-3C49049673A7}"/>
                </a:ext>
              </a:extLst>
            </p:cNvPr>
            <p:cNvSpPr/>
            <p:nvPr/>
          </p:nvSpPr>
          <p:spPr>
            <a:xfrm>
              <a:off x="1098500" y="340412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94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6">
              <a:extLst>
                <a:ext uri="{FF2B5EF4-FFF2-40B4-BE49-F238E27FC236}">
                  <a16:creationId xmlns:a16="http://schemas.microsoft.com/office/drawing/2014/main" id="{749E5285-2E9B-30DA-5B94-94221377A3F6}"/>
                </a:ext>
              </a:extLst>
            </p:cNvPr>
            <p:cNvSpPr/>
            <p:nvPr/>
          </p:nvSpPr>
          <p:spPr>
            <a:xfrm>
              <a:off x="1097075" y="340292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8" y="724"/>
                    <a:pt x="2136" y="734"/>
                    <a:pt x="2154" y="734"/>
                  </a:cubicBezTo>
                  <a:cubicBezTo>
                    <a:pt x="2164" y="734"/>
                    <a:pt x="2173" y="730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6"/>
                    <a:pt x="717" y="484"/>
                  </a:cubicBezTo>
                  <a:cubicBezTo>
                    <a:pt x="1" y="1636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lnTo>
                    <a:pt x="1304" y="2488"/>
                  </a:ln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39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3"/>
                    <a:pt x="1781" y="11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6">
              <a:extLst>
                <a:ext uri="{FF2B5EF4-FFF2-40B4-BE49-F238E27FC236}">
                  <a16:creationId xmlns:a16="http://schemas.microsoft.com/office/drawing/2014/main" id="{64F242C7-B3B7-0F2B-E76A-8927D5C228AF}"/>
                </a:ext>
              </a:extLst>
            </p:cNvPr>
            <p:cNvSpPr/>
            <p:nvPr/>
          </p:nvSpPr>
          <p:spPr>
            <a:xfrm>
              <a:off x="1130550" y="342007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6">
              <a:extLst>
                <a:ext uri="{FF2B5EF4-FFF2-40B4-BE49-F238E27FC236}">
                  <a16:creationId xmlns:a16="http://schemas.microsoft.com/office/drawing/2014/main" id="{B41AA26A-5BCF-F7C6-1917-22BD242D046C}"/>
                </a:ext>
              </a:extLst>
            </p:cNvPr>
            <p:cNvSpPr/>
            <p:nvPr/>
          </p:nvSpPr>
          <p:spPr>
            <a:xfrm>
              <a:off x="1129275" y="341902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6">
              <a:extLst>
                <a:ext uri="{FF2B5EF4-FFF2-40B4-BE49-F238E27FC236}">
                  <a16:creationId xmlns:a16="http://schemas.microsoft.com/office/drawing/2014/main" id="{F792E170-D175-E68D-CCC2-A03B3F78CA80}"/>
                </a:ext>
              </a:extLst>
            </p:cNvPr>
            <p:cNvSpPr/>
            <p:nvPr/>
          </p:nvSpPr>
          <p:spPr>
            <a:xfrm>
              <a:off x="1127825" y="3018750"/>
              <a:ext cx="30550" cy="69075"/>
            </a:xfrm>
            <a:custGeom>
              <a:avLst/>
              <a:gdLst/>
              <a:ahLst/>
              <a:cxnLst/>
              <a:rect l="l" t="t" r="r" b="b"/>
              <a:pathLst>
                <a:path w="1222" h="2763" extrusionOk="0">
                  <a:moveTo>
                    <a:pt x="1138" y="1"/>
                  </a:moveTo>
                  <a:cubicBezTo>
                    <a:pt x="1091" y="73"/>
                    <a:pt x="1" y="1813"/>
                    <a:pt x="323" y="2763"/>
                  </a:cubicBezTo>
                  <a:lnTo>
                    <a:pt x="416" y="2731"/>
                  </a:lnTo>
                  <a:cubicBezTo>
                    <a:pt x="105" y="1823"/>
                    <a:pt x="1211" y="73"/>
                    <a:pt x="1221" y="53"/>
                  </a:cubicBezTo>
                  <a:lnTo>
                    <a:pt x="1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6">
              <a:extLst>
                <a:ext uri="{FF2B5EF4-FFF2-40B4-BE49-F238E27FC236}">
                  <a16:creationId xmlns:a16="http://schemas.microsoft.com/office/drawing/2014/main" id="{F9D09D40-A224-923E-B1FD-6059F5FA0F48}"/>
                </a:ext>
              </a:extLst>
            </p:cNvPr>
            <p:cNvSpPr/>
            <p:nvPr/>
          </p:nvSpPr>
          <p:spPr>
            <a:xfrm>
              <a:off x="1012575" y="2955800"/>
              <a:ext cx="139950" cy="76875"/>
            </a:xfrm>
            <a:custGeom>
              <a:avLst/>
              <a:gdLst/>
              <a:ahLst/>
              <a:cxnLst/>
              <a:rect l="l" t="t" r="r" b="b"/>
              <a:pathLst>
                <a:path w="5598" h="3075" extrusionOk="0">
                  <a:moveTo>
                    <a:pt x="1672" y="1"/>
                  </a:moveTo>
                  <a:cubicBezTo>
                    <a:pt x="1327" y="1"/>
                    <a:pt x="978" y="186"/>
                    <a:pt x="722" y="759"/>
                  </a:cubicBezTo>
                  <a:cubicBezTo>
                    <a:pt x="1" y="2373"/>
                    <a:pt x="2135" y="3074"/>
                    <a:pt x="2135" y="3074"/>
                  </a:cubicBezTo>
                  <a:cubicBezTo>
                    <a:pt x="2135" y="3074"/>
                    <a:pt x="5597" y="1101"/>
                    <a:pt x="4429" y="686"/>
                  </a:cubicBezTo>
                  <a:cubicBezTo>
                    <a:pt x="3992" y="532"/>
                    <a:pt x="3670" y="484"/>
                    <a:pt x="3439" y="484"/>
                  </a:cubicBezTo>
                  <a:cubicBezTo>
                    <a:pt x="3053" y="484"/>
                    <a:pt x="2918" y="619"/>
                    <a:pt x="2918" y="619"/>
                  </a:cubicBezTo>
                  <a:cubicBezTo>
                    <a:pt x="2918" y="619"/>
                    <a:pt x="2303" y="1"/>
                    <a:pt x="16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6">
              <a:extLst>
                <a:ext uri="{FF2B5EF4-FFF2-40B4-BE49-F238E27FC236}">
                  <a16:creationId xmlns:a16="http://schemas.microsoft.com/office/drawing/2014/main" id="{E70A7853-D079-CB9D-B722-2CD774D9D276}"/>
                </a:ext>
              </a:extLst>
            </p:cNvPr>
            <p:cNvSpPr/>
            <p:nvPr/>
          </p:nvSpPr>
          <p:spPr>
            <a:xfrm>
              <a:off x="1024400" y="2954650"/>
              <a:ext cx="107750" cy="79250"/>
            </a:xfrm>
            <a:custGeom>
              <a:avLst/>
              <a:gdLst/>
              <a:ahLst/>
              <a:cxnLst/>
              <a:rect l="l" t="t" r="r" b="b"/>
              <a:pathLst>
                <a:path w="4310" h="3170" extrusionOk="0">
                  <a:moveTo>
                    <a:pt x="1194" y="93"/>
                  </a:moveTo>
                  <a:cubicBezTo>
                    <a:pt x="1802" y="93"/>
                    <a:pt x="2404" y="690"/>
                    <a:pt x="2414" y="701"/>
                  </a:cubicBezTo>
                  <a:cubicBezTo>
                    <a:pt x="2425" y="709"/>
                    <a:pt x="2436" y="713"/>
                    <a:pt x="2448" y="713"/>
                  </a:cubicBezTo>
                  <a:cubicBezTo>
                    <a:pt x="2460" y="713"/>
                    <a:pt x="2471" y="709"/>
                    <a:pt x="2482" y="701"/>
                  </a:cubicBezTo>
                  <a:cubicBezTo>
                    <a:pt x="2482" y="698"/>
                    <a:pt x="2612" y="581"/>
                    <a:pt x="2969" y="581"/>
                  </a:cubicBezTo>
                  <a:cubicBezTo>
                    <a:pt x="3195" y="581"/>
                    <a:pt x="3510" y="628"/>
                    <a:pt x="3941" y="779"/>
                  </a:cubicBezTo>
                  <a:cubicBezTo>
                    <a:pt x="4076" y="825"/>
                    <a:pt x="4143" y="893"/>
                    <a:pt x="4148" y="981"/>
                  </a:cubicBezTo>
                  <a:cubicBezTo>
                    <a:pt x="4195" y="1495"/>
                    <a:pt x="2388" y="2653"/>
                    <a:pt x="1656" y="3068"/>
                  </a:cubicBezTo>
                  <a:cubicBezTo>
                    <a:pt x="1511" y="3016"/>
                    <a:pt x="571" y="2653"/>
                    <a:pt x="255" y="1942"/>
                  </a:cubicBezTo>
                  <a:cubicBezTo>
                    <a:pt x="104" y="1599"/>
                    <a:pt x="114" y="1220"/>
                    <a:pt x="296" y="825"/>
                  </a:cubicBezTo>
                  <a:cubicBezTo>
                    <a:pt x="478" y="405"/>
                    <a:pt x="732" y="166"/>
                    <a:pt x="1044" y="109"/>
                  </a:cubicBezTo>
                  <a:cubicBezTo>
                    <a:pt x="1090" y="99"/>
                    <a:pt x="1142" y="93"/>
                    <a:pt x="1194" y="93"/>
                  </a:cubicBezTo>
                  <a:close/>
                  <a:moveTo>
                    <a:pt x="1195" y="0"/>
                  </a:moveTo>
                  <a:cubicBezTo>
                    <a:pt x="1138" y="0"/>
                    <a:pt x="1080" y="5"/>
                    <a:pt x="1023" y="16"/>
                  </a:cubicBezTo>
                  <a:cubicBezTo>
                    <a:pt x="680" y="78"/>
                    <a:pt x="405" y="337"/>
                    <a:pt x="203" y="784"/>
                  </a:cubicBezTo>
                  <a:cubicBezTo>
                    <a:pt x="16" y="1210"/>
                    <a:pt x="0" y="1615"/>
                    <a:pt x="166" y="1983"/>
                  </a:cubicBezTo>
                  <a:cubicBezTo>
                    <a:pt x="525" y="2793"/>
                    <a:pt x="1604" y="3151"/>
                    <a:pt x="1646" y="3167"/>
                  </a:cubicBezTo>
                  <a:lnTo>
                    <a:pt x="1662" y="3167"/>
                  </a:lnTo>
                  <a:cubicBezTo>
                    <a:pt x="1665" y="3169"/>
                    <a:pt x="1668" y="3169"/>
                    <a:pt x="1672" y="3169"/>
                  </a:cubicBezTo>
                  <a:cubicBezTo>
                    <a:pt x="1678" y="3169"/>
                    <a:pt x="1684" y="3167"/>
                    <a:pt x="1687" y="3167"/>
                  </a:cubicBezTo>
                  <a:cubicBezTo>
                    <a:pt x="1797" y="3105"/>
                    <a:pt x="4309" y="1661"/>
                    <a:pt x="4247" y="976"/>
                  </a:cubicBezTo>
                  <a:cubicBezTo>
                    <a:pt x="4237" y="846"/>
                    <a:pt x="4143" y="748"/>
                    <a:pt x="3977" y="690"/>
                  </a:cubicBezTo>
                  <a:cubicBezTo>
                    <a:pt x="3534" y="534"/>
                    <a:pt x="3205" y="485"/>
                    <a:pt x="2967" y="485"/>
                  </a:cubicBezTo>
                  <a:cubicBezTo>
                    <a:pt x="2674" y="485"/>
                    <a:pt x="2516" y="559"/>
                    <a:pt x="2451" y="602"/>
                  </a:cubicBezTo>
                  <a:cubicBezTo>
                    <a:pt x="2314" y="475"/>
                    <a:pt x="1766" y="0"/>
                    <a:pt x="1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6">
              <a:extLst>
                <a:ext uri="{FF2B5EF4-FFF2-40B4-BE49-F238E27FC236}">
                  <a16:creationId xmlns:a16="http://schemas.microsoft.com/office/drawing/2014/main" id="{B49A0F14-F3ED-FE12-6368-A7B04662B303}"/>
                </a:ext>
              </a:extLst>
            </p:cNvPr>
            <p:cNvSpPr/>
            <p:nvPr/>
          </p:nvSpPr>
          <p:spPr>
            <a:xfrm>
              <a:off x="1063325" y="2971250"/>
              <a:ext cx="22225" cy="41825"/>
            </a:xfrm>
            <a:custGeom>
              <a:avLst/>
              <a:gdLst/>
              <a:ahLst/>
              <a:cxnLst/>
              <a:rect l="l" t="t" r="r" b="b"/>
              <a:pathLst>
                <a:path w="889" h="1673" extrusionOk="0">
                  <a:moveTo>
                    <a:pt x="888" y="1"/>
                  </a:moveTo>
                  <a:lnTo>
                    <a:pt x="888" y="1"/>
                  </a:lnTo>
                  <a:cubicBezTo>
                    <a:pt x="369" y="405"/>
                    <a:pt x="42" y="1013"/>
                    <a:pt x="1" y="1672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6">
              <a:extLst>
                <a:ext uri="{FF2B5EF4-FFF2-40B4-BE49-F238E27FC236}">
                  <a16:creationId xmlns:a16="http://schemas.microsoft.com/office/drawing/2014/main" id="{6BDC2AFE-623F-B6A7-F843-FC520E0EA04F}"/>
                </a:ext>
              </a:extLst>
            </p:cNvPr>
            <p:cNvSpPr/>
            <p:nvPr/>
          </p:nvSpPr>
          <p:spPr>
            <a:xfrm>
              <a:off x="1062025" y="297035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0"/>
                  </a:moveTo>
                  <a:cubicBezTo>
                    <a:pt x="375" y="410"/>
                    <a:pt x="42" y="1033"/>
                    <a:pt x="1" y="1708"/>
                  </a:cubicBezTo>
                  <a:lnTo>
                    <a:pt x="99" y="1708"/>
                  </a:lnTo>
                  <a:cubicBezTo>
                    <a:pt x="146" y="1064"/>
                    <a:pt x="463" y="473"/>
                    <a:pt x="972" y="78"/>
                  </a:cubicBez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6">
              <a:extLst>
                <a:ext uri="{FF2B5EF4-FFF2-40B4-BE49-F238E27FC236}">
                  <a16:creationId xmlns:a16="http://schemas.microsoft.com/office/drawing/2014/main" id="{CC1207EE-6805-6763-54DD-77756E47519F}"/>
                </a:ext>
              </a:extLst>
            </p:cNvPr>
            <p:cNvSpPr/>
            <p:nvPr/>
          </p:nvSpPr>
          <p:spPr>
            <a:xfrm>
              <a:off x="1082025" y="2975375"/>
              <a:ext cx="139925" cy="76900"/>
            </a:xfrm>
            <a:custGeom>
              <a:avLst/>
              <a:gdLst/>
              <a:ahLst/>
              <a:cxnLst/>
              <a:rect l="l" t="t" r="r" b="b"/>
              <a:pathLst>
                <a:path w="5597" h="3076" extrusionOk="0">
                  <a:moveTo>
                    <a:pt x="1667" y="0"/>
                  </a:moveTo>
                  <a:cubicBezTo>
                    <a:pt x="1323" y="0"/>
                    <a:pt x="975" y="184"/>
                    <a:pt x="722" y="754"/>
                  </a:cubicBezTo>
                  <a:cubicBezTo>
                    <a:pt x="0" y="2374"/>
                    <a:pt x="2134" y="3075"/>
                    <a:pt x="2134" y="3075"/>
                  </a:cubicBezTo>
                  <a:cubicBezTo>
                    <a:pt x="2134" y="3075"/>
                    <a:pt x="5597" y="1097"/>
                    <a:pt x="4429" y="687"/>
                  </a:cubicBezTo>
                  <a:cubicBezTo>
                    <a:pt x="3991" y="533"/>
                    <a:pt x="3670" y="485"/>
                    <a:pt x="3439" y="485"/>
                  </a:cubicBezTo>
                  <a:cubicBezTo>
                    <a:pt x="3052" y="485"/>
                    <a:pt x="2918" y="619"/>
                    <a:pt x="2918" y="619"/>
                  </a:cubicBezTo>
                  <a:cubicBezTo>
                    <a:pt x="2918" y="619"/>
                    <a:pt x="2299" y="0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6">
              <a:extLst>
                <a:ext uri="{FF2B5EF4-FFF2-40B4-BE49-F238E27FC236}">
                  <a16:creationId xmlns:a16="http://schemas.microsoft.com/office/drawing/2014/main" id="{64FA32D0-7BF1-AFC7-900C-D16F776BDA4F}"/>
                </a:ext>
              </a:extLst>
            </p:cNvPr>
            <p:cNvSpPr/>
            <p:nvPr/>
          </p:nvSpPr>
          <p:spPr>
            <a:xfrm>
              <a:off x="1093825" y="2974225"/>
              <a:ext cx="107750" cy="79200"/>
            </a:xfrm>
            <a:custGeom>
              <a:avLst/>
              <a:gdLst/>
              <a:ahLst/>
              <a:cxnLst/>
              <a:rect l="l" t="t" r="r" b="b"/>
              <a:pathLst>
                <a:path w="4310" h="3168" extrusionOk="0">
                  <a:moveTo>
                    <a:pt x="1195" y="94"/>
                  </a:moveTo>
                  <a:cubicBezTo>
                    <a:pt x="1797" y="94"/>
                    <a:pt x="2404" y="691"/>
                    <a:pt x="2415" y="702"/>
                  </a:cubicBezTo>
                  <a:cubicBezTo>
                    <a:pt x="2425" y="710"/>
                    <a:pt x="2437" y="713"/>
                    <a:pt x="2448" y="713"/>
                  </a:cubicBezTo>
                  <a:cubicBezTo>
                    <a:pt x="2459" y="713"/>
                    <a:pt x="2469" y="710"/>
                    <a:pt x="2477" y="702"/>
                  </a:cubicBezTo>
                  <a:cubicBezTo>
                    <a:pt x="2480" y="699"/>
                    <a:pt x="2611" y="580"/>
                    <a:pt x="2968" y="580"/>
                  </a:cubicBezTo>
                  <a:cubicBezTo>
                    <a:pt x="3194" y="580"/>
                    <a:pt x="3510" y="627"/>
                    <a:pt x="3941" y="780"/>
                  </a:cubicBezTo>
                  <a:cubicBezTo>
                    <a:pt x="4071" y="826"/>
                    <a:pt x="4139" y="894"/>
                    <a:pt x="4149" y="982"/>
                  </a:cubicBezTo>
                  <a:cubicBezTo>
                    <a:pt x="4196" y="1496"/>
                    <a:pt x="2384" y="2649"/>
                    <a:pt x="1657" y="3069"/>
                  </a:cubicBezTo>
                  <a:cubicBezTo>
                    <a:pt x="1506" y="3012"/>
                    <a:pt x="567" y="2654"/>
                    <a:pt x="255" y="1937"/>
                  </a:cubicBezTo>
                  <a:cubicBezTo>
                    <a:pt x="99" y="1595"/>
                    <a:pt x="115" y="1221"/>
                    <a:pt x="291" y="821"/>
                  </a:cubicBezTo>
                  <a:cubicBezTo>
                    <a:pt x="478" y="406"/>
                    <a:pt x="728" y="167"/>
                    <a:pt x="1039" y="110"/>
                  </a:cubicBezTo>
                  <a:cubicBezTo>
                    <a:pt x="1091" y="100"/>
                    <a:pt x="1143" y="94"/>
                    <a:pt x="1195" y="94"/>
                  </a:cubicBezTo>
                  <a:close/>
                  <a:moveTo>
                    <a:pt x="1201" y="0"/>
                  </a:moveTo>
                  <a:cubicBezTo>
                    <a:pt x="1142" y="0"/>
                    <a:pt x="1083" y="5"/>
                    <a:pt x="1024" y="16"/>
                  </a:cubicBezTo>
                  <a:cubicBezTo>
                    <a:pt x="676" y="79"/>
                    <a:pt x="400" y="338"/>
                    <a:pt x="203" y="785"/>
                  </a:cubicBezTo>
                  <a:cubicBezTo>
                    <a:pt x="16" y="1211"/>
                    <a:pt x="1" y="1610"/>
                    <a:pt x="167" y="1979"/>
                  </a:cubicBezTo>
                  <a:cubicBezTo>
                    <a:pt x="525" y="2789"/>
                    <a:pt x="1600" y="3152"/>
                    <a:pt x="1647" y="3168"/>
                  </a:cubicBezTo>
                  <a:lnTo>
                    <a:pt x="1662" y="3168"/>
                  </a:lnTo>
                  <a:cubicBezTo>
                    <a:pt x="1672" y="3168"/>
                    <a:pt x="1678" y="3168"/>
                    <a:pt x="1688" y="3163"/>
                  </a:cubicBezTo>
                  <a:cubicBezTo>
                    <a:pt x="1797" y="3100"/>
                    <a:pt x="4310" y="1662"/>
                    <a:pt x="4248" y="972"/>
                  </a:cubicBezTo>
                  <a:cubicBezTo>
                    <a:pt x="4232" y="842"/>
                    <a:pt x="4144" y="749"/>
                    <a:pt x="3972" y="691"/>
                  </a:cubicBezTo>
                  <a:cubicBezTo>
                    <a:pt x="3529" y="535"/>
                    <a:pt x="3202" y="486"/>
                    <a:pt x="2964" y="486"/>
                  </a:cubicBezTo>
                  <a:cubicBezTo>
                    <a:pt x="2673" y="486"/>
                    <a:pt x="2517" y="560"/>
                    <a:pt x="2451" y="603"/>
                  </a:cubicBezTo>
                  <a:cubicBezTo>
                    <a:pt x="2315" y="476"/>
                    <a:pt x="1770" y="0"/>
                    <a:pt x="1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6">
              <a:extLst>
                <a:ext uri="{FF2B5EF4-FFF2-40B4-BE49-F238E27FC236}">
                  <a16:creationId xmlns:a16="http://schemas.microsoft.com/office/drawing/2014/main" id="{621755AA-0FC8-5587-7AB1-5A236FB7ED87}"/>
                </a:ext>
              </a:extLst>
            </p:cNvPr>
            <p:cNvSpPr/>
            <p:nvPr/>
          </p:nvSpPr>
          <p:spPr>
            <a:xfrm>
              <a:off x="1132650" y="2990850"/>
              <a:ext cx="22350" cy="41675"/>
            </a:xfrm>
            <a:custGeom>
              <a:avLst/>
              <a:gdLst/>
              <a:ahLst/>
              <a:cxnLst/>
              <a:rect l="l" t="t" r="r" b="b"/>
              <a:pathLst>
                <a:path w="894" h="1667" extrusionOk="0">
                  <a:moveTo>
                    <a:pt x="893" y="0"/>
                  </a:moveTo>
                  <a:cubicBezTo>
                    <a:pt x="369" y="405"/>
                    <a:pt x="47" y="1013"/>
                    <a:pt x="0" y="1667"/>
                  </a:cubicBezTo>
                  <a:lnTo>
                    <a:pt x="8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6">
              <a:extLst>
                <a:ext uri="{FF2B5EF4-FFF2-40B4-BE49-F238E27FC236}">
                  <a16:creationId xmlns:a16="http://schemas.microsoft.com/office/drawing/2014/main" id="{D1D477B6-5F27-9C6A-914B-3495FA144FD1}"/>
                </a:ext>
              </a:extLst>
            </p:cNvPr>
            <p:cNvSpPr/>
            <p:nvPr/>
          </p:nvSpPr>
          <p:spPr>
            <a:xfrm>
              <a:off x="1131475" y="2989800"/>
              <a:ext cx="24300" cy="42725"/>
            </a:xfrm>
            <a:custGeom>
              <a:avLst/>
              <a:gdLst/>
              <a:ahLst/>
              <a:cxnLst/>
              <a:rect l="l" t="t" r="r" b="b"/>
              <a:pathLst>
                <a:path w="972" h="1709" extrusionOk="0">
                  <a:moveTo>
                    <a:pt x="909" y="1"/>
                  </a:moveTo>
                  <a:cubicBezTo>
                    <a:pt x="374" y="416"/>
                    <a:pt x="42" y="1039"/>
                    <a:pt x="0" y="1709"/>
                  </a:cubicBezTo>
                  <a:lnTo>
                    <a:pt x="99" y="1709"/>
                  </a:lnTo>
                  <a:cubicBezTo>
                    <a:pt x="146" y="1070"/>
                    <a:pt x="462" y="473"/>
                    <a:pt x="971" y="7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6">
              <a:extLst>
                <a:ext uri="{FF2B5EF4-FFF2-40B4-BE49-F238E27FC236}">
                  <a16:creationId xmlns:a16="http://schemas.microsoft.com/office/drawing/2014/main" id="{261790E0-F457-3936-03D0-6A4D2FAB685C}"/>
                </a:ext>
              </a:extLst>
            </p:cNvPr>
            <p:cNvSpPr/>
            <p:nvPr/>
          </p:nvSpPr>
          <p:spPr>
            <a:xfrm>
              <a:off x="1053725" y="3010575"/>
              <a:ext cx="86200" cy="76350"/>
            </a:xfrm>
            <a:custGeom>
              <a:avLst/>
              <a:gdLst/>
              <a:ahLst/>
              <a:cxnLst/>
              <a:rect l="l" t="t" r="r" b="b"/>
              <a:pathLst>
                <a:path w="3448" h="3054" extrusionOk="0">
                  <a:moveTo>
                    <a:pt x="1466" y="1"/>
                  </a:moveTo>
                  <a:cubicBezTo>
                    <a:pt x="1288" y="1"/>
                    <a:pt x="1072" y="156"/>
                    <a:pt x="821" y="603"/>
                  </a:cubicBezTo>
                  <a:cubicBezTo>
                    <a:pt x="1" y="2056"/>
                    <a:pt x="1008" y="3053"/>
                    <a:pt x="1008" y="3053"/>
                  </a:cubicBezTo>
                  <a:cubicBezTo>
                    <a:pt x="1008" y="3053"/>
                    <a:pt x="3448" y="1662"/>
                    <a:pt x="2903" y="1091"/>
                  </a:cubicBezTo>
                  <a:cubicBezTo>
                    <a:pt x="2629" y="799"/>
                    <a:pt x="2422" y="727"/>
                    <a:pt x="2284" y="727"/>
                  </a:cubicBezTo>
                  <a:cubicBezTo>
                    <a:pt x="2151" y="727"/>
                    <a:pt x="2082" y="795"/>
                    <a:pt x="2082" y="795"/>
                  </a:cubicBezTo>
                  <a:cubicBezTo>
                    <a:pt x="2082" y="795"/>
                    <a:pt x="1870" y="1"/>
                    <a:pt x="1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66">
              <a:extLst>
                <a:ext uri="{FF2B5EF4-FFF2-40B4-BE49-F238E27FC236}">
                  <a16:creationId xmlns:a16="http://schemas.microsoft.com/office/drawing/2014/main" id="{1C6A54B8-EE4F-A403-BAF9-43D2A06A5DD2}"/>
                </a:ext>
              </a:extLst>
            </p:cNvPr>
            <p:cNvSpPr/>
            <p:nvPr/>
          </p:nvSpPr>
          <p:spPr>
            <a:xfrm>
              <a:off x="1052425" y="3009350"/>
              <a:ext cx="77525" cy="78750"/>
            </a:xfrm>
            <a:custGeom>
              <a:avLst/>
              <a:gdLst/>
              <a:ahLst/>
              <a:cxnLst/>
              <a:rect l="l" t="t" r="r" b="b"/>
              <a:pathLst>
                <a:path w="3101" h="3150" extrusionOk="0">
                  <a:moveTo>
                    <a:pt x="1517" y="96"/>
                  </a:moveTo>
                  <a:lnTo>
                    <a:pt x="1543" y="101"/>
                  </a:lnTo>
                  <a:cubicBezTo>
                    <a:pt x="1885" y="143"/>
                    <a:pt x="2082" y="849"/>
                    <a:pt x="2082" y="854"/>
                  </a:cubicBezTo>
                  <a:cubicBezTo>
                    <a:pt x="2088" y="875"/>
                    <a:pt x="2098" y="885"/>
                    <a:pt x="2114" y="891"/>
                  </a:cubicBezTo>
                  <a:cubicBezTo>
                    <a:pt x="2118" y="892"/>
                    <a:pt x="2122" y="893"/>
                    <a:pt x="2127" y="893"/>
                  </a:cubicBezTo>
                  <a:cubicBezTo>
                    <a:pt x="2140" y="893"/>
                    <a:pt x="2153" y="888"/>
                    <a:pt x="2160" y="880"/>
                  </a:cubicBezTo>
                  <a:cubicBezTo>
                    <a:pt x="2207" y="843"/>
                    <a:pt x="2262" y="822"/>
                    <a:pt x="2322" y="822"/>
                  </a:cubicBezTo>
                  <a:cubicBezTo>
                    <a:pt x="2328" y="822"/>
                    <a:pt x="2335" y="823"/>
                    <a:pt x="2342" y="823"/>
                  </a:cubicBezTo>
                  <a:cubicBezTo>
                    <a:pt x="2456" y="828"/>
                    <a:pt x="2648" y="891"/>
                    <a:pt x="2918" y="1171"/>
                  </a:cubicBezTo>
                  <a:cubicBezTo>
                    <a:pt x="2970" y="1223"/>
                    <a:pt x="2996" y="1301"/>
                    <a:pt x="2981" y="1373"/>
                  </a:cubicBezTo>
                  <a:cubicBezTo>
                    <a:pt x="2898" y="1945"/>
                    <a:pt x="1314" y="2889"/>
                    <a:pt x="1065" y="3035"/>
                  </a:cubicBezTo>
                  <a:cubicBezTo>
                    <a:pt x="909" y="2869"/>
                    <a:pt x="182" y="1965"/>
                    <a:pt x="909" y="673"/>
                  </a:cubicBezTo>
                  <a:cubicBezTo>
                    <a:pt x="1127" y="294"/>
                    <a:pt x="1330" y="96"/>
                    <a:pt x="1517" y="96"/>
                  </a:cubicBezTo>
                  <a:close/>
                  <a:moveTo>
                    <a:pt x="1524" y="1"/>
                  </a:moveTo>
                  <a:cubicBezTo>
                    <a:pt x="1302" y="1"/>
                    <a:pt x="1067" y="209"/>
                    <a:pt x="831" y="626"/>
                  </a:cubicBezTo>
                  <a:cubicBezTo>
                    <a:pt x="1" y="2095"/>
                    <a:pt x="1013" y="3123"/>
                    <a:pt x="1029" y="3133"/>
                  </a:cubicBezTo>
                  <a:cubicBezTo>
                    <a:pt x="1034" y="3144"/>
                    <a:pt x="1049" y="3149"/>
                    <a:pt x="1060" y="3149"/>
                  </a:cubicBezTo>
                  <a:cubicBezTo>
                    <a:pt x="1070" y="3149"/>
                    <a:pt x="1075" y="3144"/>
                    <a:pt x="1086" y="3139"/>
                  </a:cubicBezTo>
                  <a:cubicBezTo>
                    <a:pt x="1164" y="3097"/>
                    <a:pt x="2986" y="2054"/>
                    <a:pt x="3084" y="1389"/>
                  </a:cubicBezTo>
                  <a:cubicBezTo>
                    <a:pt x="3100" y="1285"/>
                    <a:pt x="3069" y="1176"/>
                    <a:pt x="2996" y="1103"/>
                  </a:cubicBezTo>
                  <a:cubicBezTo>
                    <a:pt x="2757" y="859"/>
                    <a:pt x="2539" y="730"/>
                    <a:pt x="2347" y="730"/>
                  </a:cubicBezTo>
                  <a:cubicBezTo>
                    <a:pt x="2339" y="729"/>
                    <a:pt x="2330" y="729"/>
                    <a:pt x="2321" y="729"/>
                  </a:cubicBezTo>
                  <a:cubicBezTo>
                    <a:pt x="2264" y="729"/>
                    <a:pt x="2211" y="743"/>
                    <a:pt x="2166" y="766"/>
                  </a:cubicBezTo>
                  <a:cubicBezTo>
                    <a:pt x="2103" y="579"/>
                    <a:pt x="1906" y="44"/>
                    <a:pt x="1563" y="3"/>
                  </a:cubicBezTo>
                  <a:cubicBezTo>
                    <a:pt x="1550" y="1"/>
                    <a:pt x="1537" y="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66">
              <a:extLst>
                <a:ext uri="{FF2B5EF4-FFF2-40B4-BE49-F238E27FC236}">
                  <a16:creationId xmlns:a16="http://schemas.microsoft.com/office/drawing/2014/main" id="{F7E4BA1F-F90B-F974-9A0F-E540925CB991}"/>
                </a:ext>
              </a:extLst>
            </p:cNvPr>
            <p:cNvSpPr/>
            <p:nvPr/>
          </p:nvSpPr>
          <p:spPr>
            <a:xfrm>
              <a:off x="1082550" y="3030425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29" y="1"/>
                  </a:moveTo>
                  <a:lnTo>
                    <a:pt x="929" y="1"/>
                  </a:lnTo>
                  <a:cubicBezTo>
                    <a:pt x="254" y="546"/>
                    <a:pt x="0" y="1481"/>
                    <a:pt x="0" y="1481"/>
                  </a:cubicBezTo>
                  <a:lnTo>
                    <a:pt x="9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6">
              <a:extLst>
                <a:ext uri="{FF2B5EF4-FFF2-40B4-BE49-F238E27FC236}">
                  <a16:creationId xmlns:a16="http://schemas.microsoft.com/office/drawing/2014/main" id="{3DEA8230-20D2-0241-0091-5E00414F1659}"/>
                </a:ext>
              </a:extLst>
            </p:cNvPr>
            <p:cNvSpPr/>
            <p:nvPr/>
          </p:nvSpPr>
          <p:spPr>
            <a:xfrm>
              <a:off x="1081375" y="3029525"/>
              <a:ext cx="25200" cy="38325"/>
            </a:xfrm>
            <a:custGeom>
              <a:avLst/>
              <a:gdLst/>
              <a:ahLst/>
              <a:cxnLst/>
              <a:rect l="l" t="t" r="r" b="b"/>
              <a:pathLst>
                <a:path w="1008" h="1533" extrusionOk="0">
                  <a:moveTo>
                    <a:pt x="945" y="1"/>
                  </a:moveTo>
                  <a:cubicBezTo>
                    <a:pt x="265" y="546"/>
                    <a:pt x="11" y="1465"/>
                    <a:pt x="0" y="1506"/>
                  </a:cubicBezTo>
                  <a:lnTo>
                    <a:pt x="94" y="1532"/>
                  </a:lnTo>
                  <a:cubicBezTo>
                    <a:pt x="94" y="1522"/>
                    <a:pt x="348" y="603"/>
                    <a:pt x="1008" y="73"/>
                  </a:cubicBezTo>
                  <a:lnTo>
                    <a:pt x="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6">
              <a:extLst>
                <a:ext uri="{FF2B5EF4-FFF2-40B4-BE49-F238E27FC236}">
                  <a16:creationId xmlns:a16="http://schemas.microsoft.com/office/drawing/2014/main" id="{8D18F66C-2CCF-97B3-6E5E-056B7214FF0F}"/>
                </a:ext>
              </a:extLst>
            </p:cNvPr>
            <p:cNvSpPr/>
            <p:nvPr/>
          </p:nvSpPr>
          <p:spPr>
            <a:xfrm>
              <a:off x="1259175" y="2986150"/>
              <a:ext cx="81150" cy="63525"/>
            </a:xfrm>
            <a:custGeom>
              <a:avLst/>
              <a:gdLst/>
              <a:ahLst/>
              <a:cxnLst/>
              <a:rect l="l" t="t" r="r" b="b"/>
              <a:pathLst>
                <a:path w="3246" h="2541" extrusionOk="0">
                  <a:moveTo>
                    <a:pt x="1174" y="0"/>
                  </a:moveTo>
                  <a:cubicBezTo>
                    <a:pt x="598" y="0"/>
                    <a:pt x="821" y="1024"/>
                    <a:pt x="821" y="1024"/>
                  </a:cubicBezTo>
                  <a:cubicBezTo>
                    <a:pt x="821" y="1024"/>
                    <a:pt x="799" y="1017"/>
                    <a:pt x="763" y="1017"/>
                  </a:cubicBezTo>
                  <a:cubicBezTo>
                    <a:pt x="649" y="1017"/>
                    <a:pt x="390" y="1086"/>
                    <a:pt x="224" y="1663"/>
                  </a:cubicBezTo>
                  <a:cubicBezTo>
                    <a:pt x="1" y="2421"/>
                    <a:pt x="2804" y="2540"/>
                    <a:pt x="2804" y="2540"/>
                  </a:cubicBezTo>
                  <a:cubicBezTo>
                    <a:pt x="2804" y="2540"/>
                    <a:pt x="3246" y="1196"/>
                    <a:pt x="1854" y="277"/>
                  </a:cubicBezTo>
                  <a:cubicBezTo>
                    <a:pt x="1553" y="78"/>
                    <a:pt x="1333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6">
              <a:extLst>
                <a:ext uri="{FF2B5EF4-FFF2-40B4-BE49-F238E27FC236}">
                  <a16:creationId xmlns:a16="http://schemas.microsoft.com/office/drawing/2014/main" id="{EE92C8E3-1833-C9F8-3DB0-375303ECA66A}"/>
                </a:ext>
              </a:extLst>
            </p:cNvPr>
            <p:cNvSpPr/>
            <p:nvPr/>
          </p:nvSpPr>
          <p:spPr>
            <a:xfrm>
              <a:off x="1262825" y="2984800"/>
              <a:ext cx="78675" cy="66050"/>
            </a:xfrm>
            <a:custGeom>
              <a:avLst/>
              <a:gdLst/>
              <a:ahLst/>
              <a:cxnLst/>
              <a:rect l="l" t="t" r="r" b="b"/>
              <a:pathLst>
                <a:path w="3147" h="2642" extrusionOk="0">
                  <a:moveTo>
                    <a:pt x="1030" y="103"/>
                  </a:moveTo>
                  <a:cubicBezTo>
                    <a:pt x="1194" y="103"/>
                    <a:pt x="1415" y="191"/>
                    <a:pt x="1682" y="367"/>
                  </a:cubicBezTo>
                  <a:cubicBezTo>
                    <a:pt x="2923" y="1187"/>
                    <a:pt x="2684" y="2324"/>
                    <a:pt x="2627" y="2542"/>
                  </a:cubicBezTo>
                  <a:cubicBezTo>
                    <a:pt x="2337" y="2527"/>
                    <a:pt x="499" y="2413"/>
                    <a:pt x="161" y="1940"/>
                  </a:cubicBezTo>
                  <a:cubicBezTo>
                    <a:pt x="115" y="1883"/>
                    <a:pt x="99" y="1800"/>
                    <a:pt x="125" y="1727"/>
                  </a:cubicBezTo>
                  <a:cubicBezTo>
                    <a:pt x="234" y="1359"/>
                    <a:pt x="374" y="1213"/>
                    <a:pt x="478" y="1156"/>
                  </a:cubicBezTo>
                  <a:cubicBezTo>
                    <a:pt x="519" y="1135"/>
                    <a:pt x="566" y="1120"/>
                    <a:pt x="618" y="1120"/>
                  </a:cubicBezTo>
                  <a:cubicBezTo>
                    <a:pt x="634" y="1120"/>
                    <a:pt x="649" y="1125"/>
                    <a:pt x="665" y="1125"/>
                  </a:cubicBezTo>
                  <a:cubicBezTo>
                    <a:pt x="671" y="1128"/>
                    <a:pt x="678" y="1129"/>
                    <a:pt x="684" y="1129"/>
                  </a:cubicBezTo>
                  <a:cubicBezTo>
                    <a:pt x="713" y="1129"/>
                    <a:pt x="736" y="1102"/>
                    <a:pt x="727" y="1068"/>
                  </a:cubicBezTo>
                  <a:cubicBezTo>
                    <a:pt x="727" y="1063"/>
                    <a:pt x="571" y="346"/>
                    <a:pt x="857" y="149"/>
                  </a:cubicBezTo>
                  <a:cubicBezTo>
                    <a:pt x="904" y="118"/>
                    <a:pt x="962" y="103"/>
                    <a:pt x="1030" y="103"/>
                  </a:cubicBezTo>
                  <a:close/>
                  <a:moveTo>
                    <a:pt x="1031" y="0"/>
                  </a:moveTo>
                  <a:cubicBezTo>
                    <a:pt x="943" y="0"/>
                    <a:pt x="867" y="22"/>
                    <a:pt x="805" y="66"/>
                  </a:cubicBezTo>
                  <a:cubicBezTo>
                    <a:pt x="519" y="263"/>
                    <a:pt x="587" y="829"/>
                    <a:pt x="618" y="1021"/>
                  </a:cubicBezTo>
                  <a:cubicBezTo>
                    <a:pt x="556" y="1021"/>
                    <a:pt x="494" y="1037"/>
                    <a:pt x="436" y="1068"/>
                  </a:cubicBezTo>
                  <a:cubicBezTo>
                    <a:pt x="265" y="1161"/>
                    <a:pt x="130" y="1374"/>
                    <a:pt x="31" y="1701"/>
                  </a:cubicBezTo>
                  <a:cubicBezTo>
                    <a:pt x="0" y="1800"/>
                    <a:pt x="21" y="1909"/>
                    <a:pt x="83" y="1992"/>
                  </a:cubicBezTo>
                  <a:cubicBezTo>
                    <a:pt x="478" y="2542"/>
                    <a:pt x="2570" y="2641"/>
                    <a:pt x="2658" y="2641"/>
                  </a:cubicBezTo>
                  <a:cubicBezTo>
                    <a:pt x="2662" y="2642"/>
                    <a:pt x="2665" y="2642"/>
                    <a:pt x="2668" y="2642"/>
                  </a:cubicBezTo>
                  <a:cubicBezTo>
                    <a:pt x="2690" y="2642"/>
                    <a:pt x="2706" y="2627"/>
                    <a:pt x="2710" y="2605"/>
                  </a:cubicBezTo>
                  <a:cubicBezTo>
                    <a:pt x="2710" y="2594"/>
                    <a:pt x="3146" y="1213"/>
                    <a:pt x="1740" y="284"/>
                  </a:cubicBezTo>
                  <a:cubicBezTo>
                    <a:pt x="1452" y="95"/>
                    <a:pt x="1214" y="0"/>
                    <a:pt x="1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6">
              <a:extLst>
                <a:ext uri="{FF2B5EF4-FFF2-40B4-BE49-F238E27FC236}">
                  <a16:creationId xmlns:a16="http://schemas.microsoft.com/office/drawing/2014/main" id="{5BF9FD9C-A3D7-E8AF-1D26-E1F865863B10}"/>
                </a:ext>
              </a:extLst>
            </p:cNvPr>
            <p:cNvSpPr/>
            <p:nvPr/>
          </p:nvSpPr>
          <p:spPr>
            <a:xfrm>
              <a:off x="1279700" y="3011750"/>
              <a:ext cx="37650" cy="22350"/>
            </a:xfrm>
            <a:custGeom>
              <a:avLst/>
              <a:gdLst/>
              <a:ahLst/>
              <a:cxnLst/>
              <a:rect l="l" t="t" r="r" b="b"/>
              <a:pathLst>
                <a:path w="1506" h="894" extrusionOk="0">
                  <a:moveTo>
                    <a:pt x="0" y="0"/>
                  </a:moveTo>
                  <a:lnTo>
                    <a:pt x="1506" y="893"/>
                  </a:lnTo>
                  <a:cubicBezTo>
                    <a:pt x="1506" y="893"/>
                    <a:pt x="857" y="18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66">
              <a:extLst>
                <a:ext uri="{FF2B5EF4-FFF2-40B4-BE49-F238E27FC236}">
                  <a16:creationId xmlns:a16="http://schemas.microsoft.com/office/drawing/2014/main" id="{E373BECB-6E20-B7F9-59AE-943E1FF2E6C9}"/>
                </a:ext>
              </a:extLst>
            </p:cNvPr>
            <p:cNvSpPr/>
            <p:nvPr/>
          </p:nvSpPr>
          <p:spPr>
            <a:xfrm>
              <a:off x="1279425" y="3010575"/>
              <a:ext cx="38700" cy="24300"/>
            </a:xfrm>
            <a:custGeom>
              <a:avLst/>
              <a:gdLst/>
              <a:ahLst/>
              <a:cxnLst/>
              <a:rect l="l" t="t" r="r" b="b"/>
              <a:pathLst>
                <a:path w="1548" h="972" extrusionOk="0">
                  <a:moveTo>
                    <a:pt x="22" y="1"/>
                  </a:moveTo>
                  <a:lnTo>
                    <a:pt x="1" y="94"/>
                  </a:lnTo>
                  <a:cubicBezTo>
                    <a:pt x="832" y="265"/>
                    <a:pt x="1470" y="966"/>
                    <a:pt x="1480" y="971"/>
                  </a:cubicBezTo>
                  <a:lnTo>
                    <a:pt x="1548" y="909"/>
                  </a:lnTo>
                  <a:cubicBezTo>
                    <a:pt x="1522" y="878"/>
                    <a:pt x="878" y="177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66">
              <a:extLst>
                <a:ext uri="{FF2B5EF4-FFF2-40B4-BE49-F238E27FC236}">
                  <a16:creationId xmlns:a16="http://schemas.microsoft.com/office/drawing/2014/main" id="{E0DBFF4B-4171-A18C-0650-11395B532698}"/>
                </a:ext>
              </a:extLst>
            </p:cNvPr>
            <p:cNvSpPr/>
            <p:nvPr/>
          </p:nvSpPr>
          <p:spPr>
            <a:xfrm>
              <a:off x="1158075" y="2972000"/>
              <a:ext cx="139825" cy="76900"/>
            </a:xfrm>
            <a:custGeom>
              <a:avLst/>
              <a:gdLst/>
              <a:ahLst/>
              <a:cxnLst/>
              <a:rect l="l" t="t" r="r" b="b"/>
              <a:pathLst>
                <a:path w="5593" h="3076" extrusionOk="0">
                  <a:moveTo>
                    <a:pt x="3928" y="0"/>
                  </a:moveTo>
                  <a:cubicBezTo>
                    <a:pt x="3297" y="0"/>
                    <a:pt x="2680" y="619"/>
                    <a:pt x="2680" y="619"/>
                  </a:cubicBezTo>
                  <a:cubicBezTo>
                    <a:pt x="2680" y="619"/>
                    <a:pt x="2543" y="485"/>
                    <a:pt x="2157" y="485"/>
                  </a:cubicBezTo>
                  <a:cubicBezTo>
                    <a:pt x="1925" y="485"/>
                    <a:pt x="1604" y="533"/>
                    <a:pt x="1169" y="687"/>
                  </a:cubicBezTo>
                  <a:cubicBezTo>
                    <a:pt x="1" y="1097"/>
                    <a:pt x="3463" y="3075"/>
                    <a:pt x="3463" y="3075"/>
                  </a:cubicBezTo>
                  <a:cubicBezTo>
                    <a:pt x="3463" y="3075"/>
                    <a:pt x="5592" y="2374"/>
                    <a:pt x="4876" y="754"/>
                  </a:cubicBezTo>
                  <a:cubicBezTo>
                    <a:pt x="4621" y="184"/>
                    <a:pt x="427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66">
              <a:extLst>
                <a:ext uri="{FF2B5EF4-FFF2-40B4-BE49-F238E27FC236}">
                  <a16:creationId xmlns:a16="http://schemas.microsoft.com/office/drawing/2014/main" id="{72FEA1D6-78D5-C506-009E-F7822DB83480}"/>
                </a:ext>
              </a:extLst>
            </p:cNvPr>
            <p:cNvSpPr/>
            <p:nvPr/>
          </p:nvSpPr>
          <p:spPr>
            <a:xfrm>
              <a:off x="1178450" y="2970750"/>
              <a:ext cx="107750" cy="79300"/>
            </a:xfrm>
            <a:custGeom>
              <a:avLst/>
              <a:gdLst/>
              <a:ahLst/>
              <a:cxnLst/>
              <a:rect l="l" t="t" r="r" b="b"/>
              <a:pathLst>
                <a:path w="4310" h="3172" extrusionOk="0">
                  <a:moveTo>
                    <a:pt x="3114" y="95"/>
                  </a:moveTo>
                  <a:cubicBezTo>
                    <a:pt x="3165" y="95"/>
                    <a:pt x="3216" y="99"/>
                    <a:pt x="3266" y="109"/>
                  </a:cubicBezTo>
                  <a:cubicBezTo>
                    <a:pt x="3578" y="171"/>
                    <a:pt x="3832" y="410"/>
                    <a:pt x="4014" y="825"/>
                  </a:cubicBezTo>
                  <a:cubicBezTo>
                    <a:pt x="4190" y="1225"/>
                    <a:pt x="4206" y="1599"/>
                    <a:pt x="4055" y="1941"/>
                  </a:cubicBezTo>
                  <a:cubicBezTo>
                    <a:pt x="3739" y="2653"/>
                    <a:pt x="2799" y="3016"/>
                    <a:pt x="2648" y="3068"/>
                  </a:cubicBezTo>
                  <a:cubicBezTo>
                    <a:pt x="1922" y="2653"/>
                    <a:pt x="115" y="1500"/>
                    <a:pt x="162" y="981"/>
                  </a:cubicBezTo>
                  <a:cubicBezTo>
                    <a:pt x="167" y="893"/>
                    <a:pt x="240" y="830"/>
                    <a:pt x="369" y="784"/>
                  </a:cubicBezTo>
                  <a:cubicBezTo>
                    <a:pt x="800" y="628"/>
                    <a:pt x="1117" y="581"/>
                    <a:pt x="1340" y="581"/>
                  </a:cubicBezTo>
                  <a:cubicBezTo>
                    <a:pt x="1693" y="581"/>
                    <a:pt x="1828" y="701"/>
                    <a:pt x="1828" y="701"/>
                  </a:cubicBezTo>
                  <a:cubicBezTo>
                    <a:pt x="1839" y="711"/>
                    <a:pt x="1850" y="716"/>
                    <a:pt x="1862" y="716"/>
                  </a:cubicBezTo>
                  <a:cubicBezTo>
                    <a:pt x="1874" y="716"/>
                    <a:pt x="1885" y="711"/>
                    <a:pt x="1896" y="701"/>
                  </a:cubicBezTo>
                  <a:cubicBezTo>
                    <a:pt x="1905" y="696"/>
                    <a:pt x="2511" y="95"/>
                    <a:pt x="3114" y="95"/>
                  </a:cubicBezTo>
                  <a:close/>
                  <a:moveTo>
                    <a:pt x="3116" y="0"/>
                  </a:moveTo>
                  <a:cubicBezTo>
                    <a:pt x="2545" y="0"/>
                    <a:pt x="1996" y="480"/>
                    <a:pt x="1859" y="607"/>
                  </a:cubicBezTo>
                  <a:cubicBezTo>
                    <a:pt x="1793" y="561"/>
                    <a:pt x="1637" y="485"/>
                    <a:pt x="1342" y="485"/>
                  </a:cubicBezTo>
                  <a:cubicBezTo>
                    <a:pt x="1104" y="485"/>
                    <a:pt x="776" y="535"/>
                    <a:pt x="333" y="690"/>
                  </a:cubicBezTo>
                  <a:cubicBezTo>
                    <a:pt x="167" y="753"/>
                    <a:pt x="73" y="846"/>
                    <a:pt x="63" y="976"/>
                  </a:cubicBezTo>
                  <a:cubicBezTo>
                    <a:pt x="1" y="1661"/>
                    <a:pt x="2513" y="3104"/>
                    <a:pt x="2623" y="3167"/>
                  </a:cubicBezTo>
                  <a:cubicBezTo>
                    <a:pt x="2628" y="3172"/>
                    <a:pt x="2638" y="3172"/>
                    <a:pt x="2648" y="3172"/>
                  </a:cubicBezTo>
                  <a:lnTo>
                    <a:pt x="2664" y="3172"/>
                  </a:lnTo>
                  <a:cubicBezTo>
                    <a:pt x="2711" y="3156"/>
                    <a:pt x="3785" y="2793"/>
                    <a:pt x="4144" y="1983"/>
                  </a:cubicBezTo>
                  <a:cubicBezTo>
                    <a:pt x="4310" y="1614"/>
                    <a:pt x="4294" y="1209"/>
                    <a:pt x="4107" y="784"/>
                  </a:cubicBezTo>
                  <a:cubicBezTo>
                    <a:pt x="3910" y="342"/>
                    <a:pt x="3630" y="83"/>
                    <a:pt x="3287" y="15"/>
                  </a:cubicBezTo>
                  <a:cubicBezTo>
                    <a:pt x="3230" y="5"/>
                    <a:pt x="3173" y="0"/>
                    <a:pt x="3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66">
              <a:extLst>
                <a:ext uri="{FF2B5EF4-FFF2-40B4-BE49-F238E27FC236}">
                  <a16:creationId xmlns:a16="http://schemas.microsoft.com/office/drawing/2014/main" id="{2F3461FA-5140-B23E-D63F-1138102649DE}"/>
                </a:ext>
              </a:extLst>
            </p:cNvPr>
            <p:cNvSpPr/>
            <p:nvPr/>
          </p:nvSpPr>
          <p:spPr>
            <a:xfrm>
              <a:off x="1225050" y="2987475"/>
              <a:ext cx="22225" cy="41675"/>
            </a:xfrm>
            <a:custGeom>
              <a:avLst/>
              <a:gdLst/>
              <a:ahLst/>
              <a:cxnLst/>
              <a:rect l="l" t="t" r="r" b="b"/>
              <a:pathLst>
                <a:path w="889" h="1667" extrusionOk="0">
                  <a:moveTo>
                    <a:pt x="1" y="0"/>
                  </a:moveTo>
                  <a:lnTo>
                    <a:pt x="888" y="1667"/>
                  </a:lnTo>
                  <a:cubicBezTo>
                    <a:pt x="847" y="1013"/>
                    <a:pt x="520" y="40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66">
              <a:extLst>
                <a:ext uri="{FF2B5EF4-FFF2-40B4-BE49-F238E27FC236}">
                  <a16:creationId xmlns:a16="http://schemas.microsoft.com/office/drawing/2014/main" id="{7FC96943-7B70-3ED0-6F53-41B78C5BE99A}"/>
                </a:ext>
              </a:extLst>
            </p:cNvPr>
            <p:cNvSpPr/>
            <p:nvPr/>
          </p:nvSpPr>
          <p:spPr>
            <a:xfrm>
              <a:off x="1224275" y="2986425"/>
              <a:ext cx="24175" cy="42875"/>
            </a:xfrm>
            <a:custGeom>
              <a:avLst/>
              <a:gdLst/>
              <a:ahLst/>
              <a:cxnLst/>
              <a:rect l="l" t="t" r="r" b="b"/>
              <a:pathLst>
                <a:path w="967" h="1715" extrusionOk="0">
                  <a:moveTo>
                    <a:pt x="57" y="1"/>
                  </a:moveTo>
                  <a:lnTo>
                    <a:pt x="0" y="79"/>
                  </a:lnTo>
                  <a:cubicBezTo>
                    <a:pt x="509" y="473"/>
                    <a:pt x="826" y="1070"/>
                    <a:pt x="873" y="1714"/>
                  </a:cubicBezTo>
                  <a:lnTo>
                    <a:pt x="966" y="1709"/>
                  </a:lnTo>
                  <a:cubicBezTo>
                    <a:pt x="924" y="1039"/>
                    <a:pt x="597" y="416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66">
              <a:extLst>
                <a:ext uri="{FF2B5EF4-FFF2-40B4-BE49-F238E27FC236}">
                  <a16:creationId xmlns:a16="http://schemas.microsoft.com/office/drawing/2014/main" id="{D62BE8BE-B88B-1F49-58B7-B0AD34585697}"/>
                </a:ext>
              </a:extLst>
            </p:cNvPr>
            <p:cNvSpPr/>
            <p:nvPr/>
          </p:nvSpPr>
          <p:spPr>
            <a:xfrm>
              <a:off x="1121350" y="2938625"/>
              <a:ext cx="142150" cy="60950"/>
            </a:xfrm>
            <a:custGeom>
              <a:avLst/>
              <a:gdLst/>
              <a:ahLst/>
              <a:cxnLst/>
              <a:rect l="l" t="t" r="r" b="b"/>
              <a:pathLst>
                <a:path w="5686" h="2438" extrusionOk="0">
                  <a:moveTo>
                    <a:pt x="1778" y="1"/>
                  </a:moveTo>
                  <a:cubicBezTo>
                    <a:pt x="1504" y="1"/>
                    <a:pt x="1220" y="109"/>
                    <a:pt x="956" y="407"/>
                  </a:cubicBezTo>
                  <a:cubicBezTo>
                    <a:pt x="0" y="1482"/>
                    <a:pt x="1984" y="2437"/>
                    <a:pt x="1984" y="2437"/>
                  </a:cubicBezTo>
                  <a:cubicBezTo>
                    <a:pt x="1984" y="2437"/>
                    <a:pt x="5685" y="1638"/>
                    <a:pt x="4600" y="1093"/>
                  </a:cubicBezTo>
                  <a:cubicBezTo>
                    <a:pt x="3964" y="773"/>
                    <a:pt x="3568" y="707"/>
                    <a:pt x="3350" y="707"/>
                  </a:cubicBezTo>
                  <a:cubicBezTo>
                    <a:pt x="3197" y="707"/>
                    <a:pt x="3131" y="740"/>
                    <a:pt x="3131" y="740"/>
                  </a:cubicBezTo>
                  <a:cubicBezTo>
                    <a:pt x="3131" y="740"/>
                    <a:pt x="2492" y="1"/>
                    <a:pt x="17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66">
              <a:extLst>
                <a:ext uri="{FF2B5EF4-FFF2-40B4-BE49-F238E27FC236}">
                  <a16:creationId xmlns:a16="http://schemas.microsoft.com/office/drawing/2014/main" id="{28F2DD5E-5259-B6DC-FB2A-6358C9C0E1C5}"/>
                </a:ext>
              </a:extLst>
            </p:cNvPr>
            <p:cNvSpPr/>
            <p:nvPr/>
          </p:nvSpPr>
          <p:spPr>
            <a:xfrm>
              <a:off x="1136525" y="2937375"/>
              <a:ext cx="106325" cy="63500"/>
            </a:xfrm>
            <a:custGeom>
              <a:avLst/>
              <a:gdLst/>
              <a:ahLst/>
              <a:cxnLst/>
              <a:rect l="l" t="t" r="r" b="b"/>
              <a:pathLst>
                <a:path w="4253" h="2540" extrusionOk="0">
                  <a:moveTo>
                    <a:pt x="1174" y="99"/>
                  </a:moveTo>
                  <a:cubicBezTo>
                    <a:pt x="1854" y="104"/>
                    <a:pt x="2482" y="816"/>
                    <a:pt x="2488" y="826"/>
                  </a:cubicBezTo>
                  <a:cubicBezTo>
                    <a:pt x="2498" y="836"/>
                    <a:pt x="2510" y="842"/>
                    <a:pt x="2523" y="842"/>
                  </a:cubicBezTo>
                  <a:cubicBezTo>
                    <a:pt x="2530" y="842"/>
                    <a:pt x="2537" y="840"/>
                    <a:pt x="2545" y="836"/>
                  </a:cubicBezTo>
                  <a:cubicBezTo>
                    <a:pt x="2547" y="834"/>
                    <a:pt x="2606" y="809"/>
                    <a:pt x="2739" y="809"/>
                  </a:cubicBezTo>
                  <a:cubicBezTo>
                    <a:pt x="2947" y="809"/>
                    <a:pt x="3338" y="872"/>
                    <a:pt x="3972" y="1189"/>
                  </a:cubicBezTo>
                  <a:cubicBezTo>
                    <a:pt x="4092" y="1246"/>
                    <a:pt x="4149" y="1309"/>
                    <a:pt x="4144" y="1376"/>
                  </a:cubicBezTo>
                  <a:cubicBezTo>
                    <a:pt x="4097" y="1724"/>
                    <a:pt x="2477" y="2202"/>
                    <a:pt x="1382" y="2441"/>
                  </a:cubicBezTo>
                  <a:cubicBezTo>
                    <a:pt x="1252" y="2373"/>
                    <a:pt x="281" y="1859"/>
                    <a:pt x="151" y="1210"/>
                  </a:cubicBezTo>
                  <a:cubicBezTo>
                    <a:pt x="99" y="961"/>
                    <a:pt x="183" y="722"/>
                    <a:pt x="385" y="488"/>
                  </a:cubicBezTo>
                  <a:cubicBezTo>
                    <a:pt x="613" y="229"/>
                    <a:pt x="878" y="99"/>
                    <a:pt x="1169" y="99"/>
                  </a:cubicBezTo>
                  <a:close/>
                  <a:moveTo>
                    <a:pt x="1174" y="0"/>
                  </a:moveTo>
                  <a:cubicBezTo>
                    <a:pt x="852" y="0"/>
                    <a:pt x="562" y="141"/>
                    <a:pt x="312" y="426"/>
                  </a:cubicBezTo>
                  <a:cubicBezTo>
                    <a:pt x="89" y="681"/>
                    <a:pt x="1" y="951"/>
                    <a:pt x="58" y="1226"/>
                  </a:cubicBezTo>
                  <a:cubicBezTo>
                    <a:pt x="203" y="1973"/>
                    <a:pt x="1309" y="2508"/>
                    <a:pt x="1356" y="2534"/>
                  </a:cubicBezTo>
                  <a:cubicBezTo>
                    <a:pt x="1361" y="2534"/>
                    <a:pt x="1371" y="2539"/>
                    <a:pt x="1377" y="2539"/>
                  </a:cubicBezTo>
                  <a:lnTo>
                    <a:pt x="1387" y="2539"/>
                  </a:lnTo>
                  <a:cubicBezTo>
                    <a:pt x="1673" y="2477"/>
                    <a:pt x="4175" y="1921"/>
                    <a:pt x="4237" y="1387"/>
                  </a:cubicBezTo>
                  <a:cubicBezTo>
                    <a:pt x="4253" y="1278"/>
                    <a:pt x="4175" y="1184"/>
                    <a:pt x="4014" y="1101"/>
                  </a:cubicBezTo>
                  <a:cubicBezTo>
                    <a:pt x="3372" y="777"/>
                    <a:pt x="2968" y="710"/>
                    <a:pt x="2742" y="710"/>
                  </a:cubicBezTo>
                  <a:cubicBezTo>
                    <a:pt x="2642" y="710"/>
                    <a:pt x="2576" y="723"/>
                    <a:pt x="2540" y="733"/>
                  </a:cubicBezTo>
                  <a:cubicBezTo>
                    <a:pt x="2415" y="603"/>
                    <a:pt x="1833" y="6"/>
                    <a:pt x="1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66">
              <a:extLst>
                <a:ext uri="{FF2B5EF4-FFF2-40B4-BE49-F238E27FC236}">
                  <a16:creationId xmlns:a16="http://schemas.microsoft.com/office/drawing/2014/main" id="{19B812B0-CB7F-148C-5F4C-C642BE714357}"/>
                </a:ext>
              </a:extLst>
            </p:cNvPr>
            <p:cNvSpPr/>
            <p:nvPr/>
          </p:nvSpPr>
          <p:spPr>
            <a:xfrm>
              <a:off x="1170150" y="2955925"/>
              <a:ext cx="29875" cy="28600"/>
            </a:xfrm>
            <a:custGeom>
              <a:avLst/>
              <a:gdLst/>
              <a:ahLst/>
              <a:cxnLst/>
              <a:rect l="l" t="t" r="r" b="b"/>
              <a:pathLst>
                <a:path w="1195" h="1144" extrusionOk="0">
                  <a:moveTo>
                    <a:pt x="1163" y="1"/>
                  </a:moveTo>
                  <a:cubicBezTo>
                    <a:pt x="167" y="359"/>
                    <a:pt x="6" y="1091"/>
                    <a:pt x="0" y="1122"/>
                  </a:cubicBezTo>
                  <a:lnTo>
                    <a:pt x="94" y="1143"/>
                  </a:lnTo>
                  <a:cubicBezTo>
                    <a:pt x="99" y="1138"/>
                    <a:pt x="250" y="437"/>
                    <a:pt x="1195" y="94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66">
              <a:extLst>
                <a:ext uri="{FF2B5EF4-FFF2-40B4-BE49-F238E27FC236}">
                  <a16:creationId xmlns:a16="http://schemas.microsoft.com/office/drawing/2014/main" id="{A38F75E2-0A71-2F80-6FE1-6C3E2BBD2395}"/>
                </a:ext>
              </a:extLst>
            </p:cNvPr>
            <p:cNvSpPr/>
            <p:nvPr/>
          </p:nvSpPr>
          <p:spPr>
            <a:xfrm>
              <a:off x="1137950" y="3111950"/>
              <a:ext cx="43900" cy="152275"/>
            </a:xfrm>
            <a:custGeom>
              <a:avLst/>
              <a:gdLst/>
              <a:ahLst/>
              <a:cxnLst/>
              <a:rect l="l" t="t" r="r" b="b"/>
              <a:pathLst>
                <a:path w="1756" h="6091" extrusionOk="0">
                  <a:moveTo>
                    <a:pt x="89" y="0"/>
                  </a:moveTo>
                  <a:lnTo>
                    <a:pt x="1" y="37"/>
                  </a:lnTo>
                  <a:cubicBezTo>
                    <a:pt x="16" y="83"/>
                    <a:pt x="1641" y="4657"/>
                    <a:pt x="68" y="6017"/>
                  </a:cubicBezTo>
                  <a:lnTo>
                    <a:pt x="131" y="6090"/>
                  </a:lnTo>
                  <a:cubicBezTo>
                    <a:pt x="1756" y="4683"/>
                    <a:pt x="162" y="192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66">
              <a:extLst>
                <a:ext uri="{FF2B5EF4-FFF2-40B4-BE49-F238E27FC236}">
                  <a16:creationId xmlns:a16="http://schemas.microsoft.com/office/drawing/2014/main" id="{7E88F622-43C1-230A-C339-391A56CB9710}"/>
                </a:ext>
              </a:extLst>
            </p:cNvPr>
            <p:cNvSpPr/>
            <p:nvPr/>
          </p:nvSpPr>
          <p:spPr>
            <a:xfrm>
              <a:off x="1098500" y="3257975"/>
              <a:ext cx="92300" cy="59850"/>
            </a:xfrm>
            <a:custGeom>
              <a:avLst/>
              <a:gdLst/>
              <a:ahLst/>
              <a:cxnLst/>
              <a:rect l="l" t="t" r="r" b="b"/>
              <a:pathLst>
                <a:path w="3692" h="2394" extrusionOk="0">
                  <a:moveTo>
                    <a:pt x="1314" y="1"/>
                  </a:moveTo>
                  <a:cubicBezTo>
                    <a:pt x="1122" y="1"/>
                    <a:pt x="912" y="120"/>
                    <a:pt x="702" y="462"/>
                  </a:cubicBezTo>
                  <a:cubicBezTo>
                    <a:pt x="1" y="1589"/>
                    <a:pt x="1226" y="2393"/>
                    <a:pt x="1226" y="2393"/>
                  </a:cubicBezTo>
                  <a:cubicBezTo>
                    <a:pt x="1226" y="2393"/>
                    <a:pt x="3692" y="1339"/>
                    <a:pt x="3033" y="882"/>
                  </a:cubicBezTo>
                  <a:cubicBezTo>
                    <a:pt x="2691" y="645"/>
                    <a:pt x="2453" y="587"/>
                    <a:pt x="2303" y="587"/>
                  </a:cubicBezTo>
                  <a:cubicBezTo>
                    <a:pt x="2162" y="587"/>
                    <a:pt x="2098" y="638"/>
                    <a:pt x="2098" y="638"/>
                  </a:cubicBezTo>
                  <a:cubicBezTo>
                    <a:pt x="2098" y="638"/>
                    <a:pt x="1757" y="1"/>
                    <a:pt x="1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66">
              <a:extLst>
                <a:ext uri="{FF2B5EF4-FFF2-40B4-BE49-F238E27FC236}">
                  <a16:creationId xmlns:a16="http://schemas.microsoft.com/office/drawing/2014/main" id="{0EE92018-E12E-7F2A-21D5-91EFE354D084}"/>
                </a:ext>
              </a:extLst>
            </p:cNvPr>
            <p:cNvSpPr/>
            <p:nvPr/>
          </p:nvSpPr>
          <p:spPr>
            <a:xfrm>
              <a:off x="1097075" y="3256775"/>
              <a:ext cx="81400" cy="62200"/>
            </a:xfrm>
            <a:custGeom>
              <a:avLst/>
              <a:gdLst/>
              <a:ahLst/>
              <a:cxnLst/>
              <a:rect l="l" t="t" r="r" b="b"/>
              <a:pathLst>
                <a:path w="3256" h="2488" extrusionOk="0">
                  <a:moveTo>
                    <a:pt x="1382" y="100"/>
                  </a:moveTo>
                  <a:cubicBezTo>
                    <a:pt x="1786" y="110"/>
                    <a:pt x="2108" y="702"/>
                    <a:pt x="2108" y="707"/>
                  </a:cubicBezTo>
                  <a:cubicBezTo>
                    <a:pt x="2119" y="723"/>
                    <a:pt x="2129" y="728"/>
                    <a:pt x="2145" y="733"/>
                  </a:cubicBezTo>
                  <a:cubicBezTo>
                    <a:pt x="2155" y="733"/>
                    <a:pt x="2171" y="733"/>
                    <a:pt x="2181" y="723"/>
                  </a:cubicBezTo>
                  <a:cubicBezTo>
                    <a:pt x="2183" y="723"/>
                    <a:pt x="2238" y="685"/>
                    <a:pt x="2356" y="685"/>
                  </a:cubicBezTo>
                  <a:cubicBezTo>
                    <a:pt x="2495" y="685"/>
                    <a:pt x="2723" y="738"/>
                    <a:pt x="3058" y="972"/>
                  </a:cubicBezTo>
                  <a:cubicBezTo>
                    <a:pt x="3121" y="1003"/>
                    <a:pt x="3157" y="1065"/>
                    <a:pt x="3152" y="1133"/>
                  </a:cubicBezTo>
                  <a:cubicBezTo>
                    <a:pt x="3110" y="1522"/>
                    <a:pt x="1818" y="2156"/>
                    <a:pt x="1288" y="2384"/>
                  </a:cubicBezTo>
                  <a:cubicBezTo>
                    <a:pt x="1127" y="2270"/>
                    <a:pt x="172" y="1543"/>
                    <a:pt x="795" y="536"/>
                  </a:cubicBezTo>
                  <a:cubicBezTo>
                    <a:pt x="982" y="245"/>
                    <a:pt x="1169" y="100"/>
                    <a:pt x="1371" y="100"/>
                  </a:cubicBezTo>
                  <a:close/>
                  <a:moveTo>
                    <a:pt x="1365" y="1"/>
                  </a:moveTo>
                  <a:cubicBezTo>
                    <a:pt x="1130" y="1"/>
                    <a:pt x="913" y="167"/>
                    <a:pt x="717" y="484"/>
                  </a:cubicBezTo>
                  <a:cubicBezTo>
                    <a:pt x="1" y="1637"/>
                    <a:pt x="1247" y="2472"/>
                    <a:pt x="1257" y="2483"/>
                  </a:cubicBezTo>
                  <a:cubicBezTo>
                    <a:pt x="1267" y="2488"/>
                    <a:pt x="1278" y="2488"/>
                    <a:pt x="1283" y="2488"/>
                  </a:cubicBezTo>
                  <a:cubicBezTo>
                    <a:pt x="1288" y="2488"/>
                    <a:pt x="1298" y="2488"/>
                    <a:pt x="1304" y="2483"/>
                  </a:cubicBezTo>
                  <a:cubicBezTo>
                    <a:pt x="1496" y="2405"/>
                    <a:pt x="3199" y="1668"/>
                    <a:pt x="3251" y="1143"/>
                  </a:cubicBezTo>
                  <a:cubicBezTo>
                    <a:pt x="3256" y="1040"/>
                    <a:pt x="3204" y="941"/>
                    <a:pt x="3116" y="889"/>
                  </a:cubicBezTo>
                  <a:cubicBezTo>
                    <a:pt x="2761" y="647"/>
                    <a:pt x="2512" y="586"/>
                    <a:pt x="2352" y="586"/>
                  </a:cubicBezTo>
                  <a:cubicBezTo>
                    <a:pt x="2268" y="586"/>
                    <a:pt x="2208" y="603"/>
                    <a:pt x="2171" y="619"/>
                  </a:cubicBezTo>
                  <a:cubicBezTo>
                    <a:pt x="2088" y="474"/>
                    <a:pt x="1781" y="12"/>
                    <a:pt x="1387" y="1"/>
                  </a:cubicBezTo>
                  <a:cubicBezTo>
                    <a:pt x="1380" y="1"/>
                    <a:pt x="1372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66">
              <a:extLst>
                <a:ext uri="{FF2B5EF4-FFF2-40B4-BE49-F238E27FC236}">
                  <a16:creationId xmlns:a16="http://schemas.microsoft.com/office/drawing/2014/main" id="{C72F3DB6-F6FF-84EC-8E8A-7DAFDD6FFA6A}"/>
                </a:ext>
              </a:extLst>
            </p:cNvPr>
            <p:cNvSpPr/>
            <p:nvPr/>
          </p:nvSpPr>
          <p:spPr>
            <a:xfrm>
              <a:off x="1130550" y="3273925"/>
              <a:ext cx="20275" cy="28700"/>
            </a:xfrm>
            <a:custGeom>
              <a:avLst/>
              <a:gdLst/>
              <a:ahLst/>
              <a:cxnLst/>
              <a:rect l="l" t="t" r="r" b="b"/>
              <a:pathLst>
                <a:path w="811" h="1148" extrusionOk="0">
                  <a:moveTo>
                    <a:pt x="811" y="0"/>
                  </a:moveTo>
                  <a:cubicBezTo>
                    <a:pt x="152" y="416"/>
                    <a:pt x="1" y="1148"/>
                    <a:pt x="1" y="1148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66">
              <a:extLst>
                <a:ext uri="{FF2B5EF4-FFF2-40B4-BE49-F238E27FC236}">
                  <a16:creationId xmlns:a16="http://schemas.microsoft.com/office/drawing/2014/main" id="{B56BFEC3-1FB5-641D-B505-58E79A3FD92E}"/>
                </a:ext>
              </a:extLst>
            </p:cNvPr>
            <p:cNvSpPr/>
            <p:nvPr/>
          </p:nvSpPr>
          <p:spPr>
            <a:xfrm>
              <a:off x="1129275" y="3272875"/>
              <a:ext cx="22200" cy="30025"/>
            </a:xfrm>
            <a:custGeom>
              <a:avLst/>
              <a:gdLst/>
              <a:ahLst/>
              <a:cxnLst/>
              <a:rect l="l" t="t" r="r" b="b"/>
              <a:pathLst>
                <a:path w="888" h="1201" extrusionOk="0">
                  <a:moveTo>
                    <a:pt x="836" y="1"/>
                  </a:moveTo>
                  <a:cubicBezTo>
                    <a:pt x="166" y="421"/>
                    <a:pt x="10" y="1148"/>
                    <a:pt x="0" y="1179"/>
                  </a:cubicBezTo>
                  <a:lnTo>
                    <a:pt x="99" y="1200"/>
                  </a:lnTo>
                  <a:cubicBezTo>
                    <a:pt x="99" y="1195"/>
                    <a:pt x="254" y="484"/>
                    <a:pt x="888" y="84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66">
              <a:extLst>
                <a:ext uri="{FF2B5EF4-FFF2-40B4-BE49-F238E27FC236}">
                  <a16:creationId xmlns:a16="http://schemas.microsoft.com/office/drawing/2014/main" id="{38C18C5D-F712-BA88-7E1B-09EACA1A5D92}"/>
                </a:ext>
              </a:extLst>
            </p:cNvPr>
            <p:cNvSpPr/>
            <p:nvPr/>
          </p:nvSpPr>
          <p:spPr>
            <a:xfrm>
              <a:off x="1084750" y="3133200"/>
              <a:ext cx="86200" cy="76250"/>
            </a:xfrm>
            <a:custGeom>
              <a:avLst/>
              <a:gdLst/>
              <a:ahLst/>
              <a:cxnLst/>
              <a:rect l="l" t="t" r="r" b="b"/>
              <a:pathLst>
                <a:path w="3448" h="3050" extrusionOk="0">
                  <a:moveTo>
                    <a:pt x="1465" y="0"/>
                  </a:moveTo>
                  <a:cubicBezTo>
                    <a:pt x="1287" y="0"/>
                    <a:pt x="1071" y="154"/>
                    <a:pt x="821" y="599"/>
                  </a:cubicBezTo>
                  <a:cubicBezTo>
                    <a:pt x="0" y="2058"/>
                    <a:pt x="1008" y="3049"/>
                    <a:pt x="1008" y="3049"/>
                  </a:cubicBezTo>
                  <a:cubicBezTo>
                    <a:pt x="1008" y="3049"/>
                    <a:pt x="3448" y="1663"/>
                    <a:pt x="2902" y="1087"/>
                  </a:cubicBezTo>
                  <a:cubicBezTo>
                    <a:pt x="2630" y="799"/>
                    <a:pt x="2424" y="727"/>
                    <a:pt x="2286" y="727"/>
                  </a:cubicBezTo>
                  <a:cubicBezTo>
                    <a:pt x="2151" y="727"/>
                    <a:pt x="2082" y="796"/>
                    <a:pt x="2082" y="796"/>
                  </a:cubicBezTo>
                  <a:cubicBezTo>
                    <a:pt x="2082" y="796"/>
                    <a:pt x="1869" y="0"/>
                    <a:pt x="1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66">
              <a:extLst>
                <a:ext uri="{FF2B5EF4-FFF2-40B4-BE49-F238E27FC236}">
                  <a16:creationId xmlns:a16="http://schemas.microsoft.com/office/drawing/2014/main" id="{554D2228-FBEE-9F54-B991-56AFB0D00291}"/>
                </a:ext>
              </a:extLst>
            </p:cNvPr>
            <p:cNvSpPr/>
            <p:nvPr/>
          </p:nvSpPr>
          <p:spPr>
            <a:xfrm>
              <a:off x="1083450" y="3131975"/>
              <a:ext cx="77500" cy="78775"/>
            </a:xfrm>
            <a:custGeom>
              <a:avLst/>
              <a:gdLst/>
              <a:ahLst/>
              <a:cxnLst/>
              <a:rect l="l" t="t" r="r" b="b"/>
              <a:pathLst>
                <a:path w="3100" h="3151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8" y="887"/>
                    <a:pt x="2113" y="892"/>
                  </a:cubicBezTo>
                  <a:cubicBezTo>
                    <a:pt x="2117" y="893"/>
                    <a:pt x="2122" y="894"/>
                    <a:pt x="2126" y="894"/>
                  </a:cubicBezTo>
                  <a:cubicBezTo>
                    <a:pt x="2139" y="894"/>
                    <a:pt x="2152" y="888"/>
                    <a:pt x="2160" y="876"/>
                  </a:cubicBezTo>
                  <a:cubicBezTo>
                    <a:pt x="2207" y="844"/>
                    <a:pt x="2262" y="823"/>
                    <a:pt x="2318" y="823"/>
                  </a:cubicBezTo>
                  <a:cubicBezTo>
                    <a:pt x="2324" y="823"/>
                    <a:pt x="2330" y="824"/>
                    <a:pt x="2337" y="824"/>
                  </a:cubicBezTo>
                  <a:cubicBezTo>
                    <a:pt x="2456" y="829"/>
                    <a:pt x="2648" y="892"/>
                    <a:pt x="2918" y="1172"/>
                  </a:cubicBezTo>
                  <a:cubicBezTo>
                    <a:pt x="2970" y="1224"/>
                    <a:pt x="2996" y="1297"/>
                    <a:pt x="2980" y="1375"/>
                  </a:cubicBezTo>
                  <a:cubicBezTo>
                    <a:pt x="2897" y="1946"/>
                    <a:pt x="1314" y="2891"/>
                    <a:pt x="1065" y="3036"/>
                  </a:cubicBezTo>
                  <a:cubicBezTo>
                    <a:pt x="909" y="2870"/>
                    <a:pt x="182" y="1961"/>
                    <a:pt x="909" y="674"/>
                  </a:cubicBezTo>
                  <a:cubicBezTo>
                    <a:pt x="1122" y="295"/>
                    <a:pt x="1329" y="97"/>
                    <a:pt x="1511" y="97"/>
                  </a:cubicBezTo>
                  <a:close/>
                  <a:moveTo>
                    <a:pt x="1516" y="1"/>
                  </a:moveTo>
                  <a:cubicBezTo>
                    <a:pt x="1292" y="1"/>
                    <a:pt x="1064" y="209"/>
                    <a:pt x="831" y="622"/>
                  </a:cubicBezTo>
                  <a:cubicBezTo>
                    <a:pt x="0" y="2096"/>
                    <a:pt x="1013" y="3124"/>
                    <a:pt x="1023" y="3135"/>
                  </a:cubicBezTo>
                  <a:cubicBezTo>
                    <a:pt x="1034" y="3140"/>
                    <a:pt x="1044" y="3145"/>
                    <a:pt x="1060" y="3150"/>
                  </a:cubicBezTo>
                  <a:cubicBezTo>
                    <a:pt x="1070" y="3145"/>
                    <a:pt x="1075" y="3145"/>
                    <a:pt x="1085" y="3140"/>
                  </a:cubicBezTo>
                  <a:cubicBezTo>
                    <a:pt x="1163" y="3098"/>
                    <a:pt x="2980" y="2055"/>
                    <a:pt x="3079" y="1390"/>
                  </a:cubicBezTo>
                  <a:cubicBezTo>
                    <a:pt x="3100" y="1286"/>
                    <a:pt x="3069" y="1177"/>
                    <a:pt x="2991" y="1105"/>
                  </a:cubicBezTo>
                  <a:cubicBezTo>
                    <a:pt x="2757" y="855"/>
                    <a:pt x="2539" y="726"/>
                    <a:pt x="2342" y="726"/>
                  </a:cubicBezTo>
                  <a:cubicBezTo>
                    <a:pt x="2280" y="726"/>
                    <a:pt x="2217" y="741"/>
                    <a:pt x="2160" y="767"/>
                  </a:cubicBezTo>
                  <a:cubicBezTo>
                    <a:pt x="2103" y="580"/>
                    <a:pt x="1906" y="46"/>
                    <a:pt x="1563" y="4"/>
                  </a:cubicBezTo>
                  <a:cubicBezTo>
                    <a:pt x="1548" y="2"/>
                    <a:pt x="1532" y="1"/>
                    <a:pt x="1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66">
              <a:extLst>
                <a:ext uri="{FF2B5EF4-FFF2-40B4-BE49-F238E27FC236}">
                  <a16:creationId xmlns:a16="http://schemas.microsoft.com/office/drawing/2014/main" id="{06074652-AAEF-6A68-1601-5EE059CBF234}"/>
                </a:ext>
              </a:extLst>
            </p:cNvPr>
            <p:cNvSpPr/>
            <p:nvPr/>
          </p:nvSpPr>
          <p:spPr>
            <a:xfrm>
              <a:off x="1113550" y="3153100"/>
              <a:ext cx="23275" cy="37000"/>
            </a:xfrm>
            <a:custGeom>
              <a:avLst/>
              <a:gdLst/>
              <a:ahLst/>
              <a:cxnLst/>
              <a:rect l="l" t="t" r="r" b="b"/>
              <a:pathLst>
                <a:path w="931" h="1480" extrusionOk="0">
                  <a:moveTo>
                    <a:pt x="930" y="0"/>
                  </a:moveTo>
                  <a:lnTo>
                    <a:pt x="930" y="0"/>
                  </a:lnTo>
                  <a:cubicBezTo>
                    <a:pt x="250" y="545"/>
                    <a:pt x="1" y="1480"/>
                    <a:pt x="1" y="1480"/>
                  </a:cubicBezTo>
                  <a:lnTo>
                    <a:pt x="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66">
              <a:extLst>
                <a:ext uri="{FF2B5EF4-FFF2-40B4-BE49-F238E27FC236}">
                  <a16:creationId xmlns:a16="http://schemas.microsoft.com/office/drawing/2014/main" id="{4DD9C09E-61D0-5166-91E5-3984C44C5AFE}"/>
                </a:ext>
              </a:extLst>
            </p:cNvPr>
            <p:cNvSpPr/>
            <p:nvPr/>
          </p:nvSpPr>
          <p:spPr>
            <a:xfrm>
              <a:off x="1112250" y="3152175"/>
              <a:ext cx="25225" cy="38200"/>
            </a:xfrm>
            <a:custGeom>
              <a:avLst/>
              <a:gdLst/>
              <a:ahLst/>
              <a:cxnLst/>
              <a:rect l="l" t="t" r="r" b="b"/>
              <a:pathLst>
                <a:path w="1009" h="1528" extrusionOk="0">
                  <a:moveTo>
                    <a:pt x="951" y="1"/>
                  </a:moveTo>
                  <a:cubicBezTo>
                    <a:pt x="266" y="546"/>
                    <a:pt x="11" y="1465"/>
                    <a:pt x="1" y="1501"/>
                  </a:cubicBezTo>
                  <a:lnTo>
                    <a:pt x="100" y="1527"/>
                  </a:lnTo>
                  <a:cubicBezTo>
                    <a:pt x="100" y="1522"/>
                    <a:pt x="354" y="603"/>
                    <a:pt x="1008" y="73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66">
              <a:extLst>
                <a:ext uri="{FF2B5EF4-FFF2-40B4-BE49-F238E27FC236}">
                  <a16:creationId xmlns:a16="http://schemas.microsoft.com/office/drawing/2014/main" id="{6DFD326F-E642-21C9-8F93-024AB5FBCEEB}"/>
                </a:ext>
              </a:extLst>
            </p:cNvPr>
            <p:cNvSpPr/>
            <p:nvPr/>
          </p:nvSpPr>
          <p:spPr>
            <a:xfrm>
              <a:off x="1055675" y="3106400"/>
              <a:ext cx="74525" cy="58425"/>
            </a:xfrm>
            <a:custGeom>
              <a:avLst/>
              <a:gdLst/>
              <a:ahLst/>
              <a:cxnLst/>
              <a:rect l="l" t="t" r="r" b="b"/>
              <a:pathLst>
                <a:path w="2981" h="2337" extrusionOk="0">
                  <a:moveTo>
                    <a:pt x="2140" y="1"/>
                  </a:moveTo>
                  <a:cubicBezTo>
                    <a:pt x="1989" y="1"/>
                    <a:pt x="1784" y="53"/>
                    <a:pt x="1511" y="181"/>
                  </a:cubicBezTo>
                  <a:cubicBezTo>
                    <a:pt x="0" y="887"/>
                    <a:pt x="234" y="2283"/>
                    <a:pt x="234" y="2283"/>
                  </a:cubicBezTo>
                  <a:cubicBezTo>
                    <a:pt x="234" y="2283"/>
                    <a:pt x="741" y="2336"/>
                    <a:pt x="1314" y="2336"/>
                  </a:cubicBezTo>
                  <a:cubicBezTo>
                    <a:pt x="2087" y="2336"/>
                    <a:pt x="2981" y="2240"/>
                    <a:pt x="2918" y="1790"/>
                  </a:cubicBezTo>
                  <a:cubicBezTo>
                    <a:pt x="2824" y="1119"/>
                    <a:pt x="2522" y="1073"/>
                    <a:pt x="2440" y="1073"/>
                  </a:cubicBezTo>
                  <a:cubicBezTo>
                    <a:pt x="2427" y="1073"/>
                    <a:pt x="2420" y="1074"/>
                    <a:pt x="2420" y="1074"/>
                  </a:cubicBezTo>
                  <a:cubicBezTo>
                    <a:pt x="2420" y="1074"/>
                    <a:pt x="2824" y="1"/>
                    <a:pt x="2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66">
              <a:extLst>
                <a:ext uri="{FF2B5EF4-FFF2-40B4-BE49-F238E27FC236}">
                  <a16:creationId xmlns:a16="http://schemas.microsoft.com/office/drawing/2014/main" id="{C21F4106-53C8-5C0C-F834-6FC52E62CE0F}"/>
                </a:ext>
              </a:extLst>
            </p:cNvPr>
            <p:cNvSpPr/>
            <p:nvPr/>
          </p:nvSpPr>
          <p:spPr>
            <a:xfrm>
              <a:off x="1054625" y="3105325"/>
              <a:ext cx="75575" cy="60775"/>
            </a:xfrm>
            <a:custGeom>
              <a:avLst/>
              <a:gdLst/>
              <a:ahLst/>
              <a:cxnLst/>
              <a:rect l="l" t="t" r="r" b="b"/>
              <a:pathLst>
                <a:path w="3023" h="2431" extrusionOk="0">
                  <a:moveTo>
                    <a:pt x="2178" y="95"/>
                  </a:moveTo>
                  <a:cubicBezTo>
                    <a:pt x="2280" y="95"/>
                    <a:pt x="2360" y="120"/>
                    <a:pt x="2415" y="172"/>
                  </a:cubicBezTo>
                  <a:cubicBezTo>
                    <a:pt x="2669" y="405"/>
                    <a:pt x="2410" y="1096"/>
                    <a:pt x="2410" y="1101"/>
                  </a:cubicBezTo>
                  <a:cubicBezTo>
                    <a:pt x="2405" y="1117"/>
                    <a:pt x="2410" y="1137"/>
                    <a:pt x="2420" y="1148"/>
                  </a:cubicBezTo>
                  <a:cubicBezTo>
                    <a:pt x="2431" y="1163"/>
                    <a:pt x="2446" y="1169"/>
                    <a:pt x="2467" y="1169"/>
                  </a:cubicBezTo>
                  <a:cubicBezTo>
                    <a:pt x="2473" y="1168"/>
                    <a:pt x="2479" y="1168"/>
                    <a:pt x="2486" y="1168"/>
                  </a:cubicBezTo>
                  <a:cubicBezTo>
                    <a:pt x="2542" y="1168"/>
                    <a:pt x="2597" y="1188"/>
                    <a:pt x="2643" y="1226"/>
                  </a:cubicBezTo>
                  <a:cubicBezTo>
                    <a:pt x="2737" y="1298"/>
                    <a:pt x="2856" y="1459"/>
                    <a:pt x="2908" y="1844"/>
                  </a:cubicBezTo>
                  <a:cubicBezTo>
                    <a:pt x="2924" y="1916"/>
                    <a:pt x="2898" y="1994"/>
                    <a:pt x="2846" y="2046"/>
                  </a:cubicBezTo>
                  <a:cubicBezTo>
                    <a:pt x="2621" y="2276"/>
                    <a:pt x="1957" y="2333"/>
                    <a:pt x="1361" y="2333"/>
                  </a:cubicBezTo>
                  <a:cubicBezTo>
                    <a:pt x="882" y="2333"/>
                    <a:pt x="447" y="2296"/>
                    <a:pt x="318" y="2285"/>
                  </a:cubicBezTo>
                  <a:lnTo>
                    <a:pt x="318" y="2280"/>
                  </a:lnTo>
                  <a:cubicBezTo>
                    <a:pt x="292" y="2056"/>
                    <a:pt x="224" y="893"/>
                    <a:pt x="1569" y="270"/>
                  </a:cubicBezTo>
                  <a:cubicBezTo>
                    <a:pt x="1817" y="154"/>
                    <a:pt x="2023" y="95"/>
                    <a:pt x="2178" y="95"/>
                  </a:cubicBezTo>
                  <a:close/>
                  <a:moveTo>
                    <a:pt x="2176" y="0"/>
                  </a:moveTo>
                  <a:cubicBezTo>
                    <a:pt x="2006" y="0"/>
                    <a:pt x="1790" y="61"/>
                    <a:pt x="1527" y="182"/>
                  </a:cubicBezTo>
                  <a:cubicBezTo>
                    <a:pt x="1" y="893"/>
                    <a:pt x="229" y="2321"/>
                    <a:pt x="229" y="2337"/>
                  </a:cubicBezTo>
                  <a:cubicBezTo>
                    <a:pt x="229" y="2358"/>
                    <a:pt x="250" y="2373"/>
                    <a:pt x="271" y="2373"/>
                  </a:cubicBezTo>
                  <a:cubicBezTo>
                    <a:pt x="312" y="2378"/>
                    <a:pt x="800" y="2430"/>
                    <a:pt x="1356" y="2430"/>
                  </a:cubicBezTo>
                  <a:cubicBezTo>
                    <a:pt x="1974" y="2430"/>
                    <a:pt x="2669" y="2363"/>
                    <a:pt x="2913" y="2119"/>
                  </a:cubicBezTo>
                  <a:cubicBezTo>
                    <a:pt x="2991" y="2041"/>
                    <a:pt x="3022" y="1937"/>
                    <a:pt x="3007" y="1833"/>
                  </a:cubicBezTo>
                  <a:cubicBezTo>
                    <a:pt x="2960" y="1496"/>
                    <a:pt x="2856" y="1267"/>
                    <a:pt x="2701" y="1148"/>
                  </a:cubicBezTo>
                  <a:cubicBezTo>
                    <a:pt x="2649" y="1112"/>
                    <a:pt x="2592" y="1086"/>
                    <a:pt x="2529" y="1075"/>
                  </a:cubicBezTo>
                  <a:cubicBezTo>
                    <a:pt x="2586" y="883"/>
                    <a:pt x="2737" y="338"/>
                    <a:pt x="2482" y="104"/>
                  </a:cubicBezTo>
                  <a:cubicBezTo>
                    <a:pt x="2406" y="35"/>
                    <a:pt x="2304" y="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66">
              <a:extLst>
                <a:ext uri="{FF2B5EF4-FFF2-40B4-BE49-F238E27FC236}">
                  <a16:creationId xmlns:a16="http://schemas.microsoft.com/office/drawing/2014/main" id="{1FC44C31-A124-762B-EC5C-21BEE0DF2DD6}"/>
                </a:ext>
              </a:extLst>
            </p:cNvPr>
            <p:cNvSpPr/>
            <p:nvPr/>
          </p:nvSpPr>
          <p:spPr>
            <a:xfrm>
              <a:off x="1075650" y="3133225"/>
              <a:ext cx="40525" cy="16650"/>
            </a:xfrm>
            <a:custGeom>
              <a:avLst/>
              <a:gdLst/>
              <a:ahLst/>
              <a:cxnLst/>
              <a:rect l="l" t="t" r="r" b="b"/>
              <a:pathLst>
                <a:path w="1621" h="666" extrusionOk="0">
                  <a:moveTo>
                    <a:pt x="1621" y="1"/>
                  </a:moveTo>
                  <a:lnTo>
                    <a:pt x="1621" y="1"/>
                  </a:lnTo>
                  <a:cubicBezTo>
                    <a:pt x="749" y="53"/>
                    <a:pt x="1" y="665"/>
                    <a:pt x="1" y="665"/>
                  </a:cubicBezTo>
                  <a:lnTo>
                    <a:pt x="16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66">
              <a:extLst>
                <a:ext uri="{FF2B5EF4-FFF2-40B4-BE49-F238E27FC236}">
                  <a16:creationId xmlns:a16="http://schemas.microsoft.com/office/drawing/2014/main" id="{82B685F5-7587-95AA-F6CA-28F8AE437B39}"/>
                </a:ext>
              </a:extLst>
            </p:cNvPr>
            <p:cNvSpPr/>
            <p:nvPr/>
          </p:nvSpPr>
          <p:spPr>
            <a:xfrm>
              <a:off x="1074875" y="3132050"/>
              <a:ext cx="41300" cy="18725"/>
            </a:xfrm>
            <a:custGeom>
              <a:avLst/>
              <a:gdLst/>
              <a:ahLst/>
              <a:cxnLst/>
              <a:rect l="l" t="t" r="r" b="b"/>
              <a:pathLst>
                <a:path w="1652" h="749" extrusionOk="0">
                  <a:moveTo>
                    <a:pt x="1647" y="1"/>
                  </a:moveTo>
                  <a:cubicBezTo>
                    <a:pt x="774" y="48"/>
                    <a:pt x="32" y="645"/>
                    <a:pt x="1" y="671"/>
                  </a:cubicBezTo>
                  <a:lnTo>
                    <a:pt x="63" y="749"/>
                  </a:lnTo>
                  <a:cubicBezTo>
                    <a:pt x="73" y="743"/>
                    <a:pt x="811" y="146"/>
                    <a:pt x="1652" y="94"/>
                  </a:cubicBez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66">
              <a:extLst>
                <a:ext uri="{FF2B5EF4-FFF2-40B4-BE49-F238E27FC236}">
                  <a16:creationId xmlns:a16="http://schemas.microsoft.com/office/drawing/2014/main" id="{3348050B-C4B6-2316-1A6D-E9A68A55AC3F}"/>
                </a:ext>
              </a:extLst>
            </p:cNvPr>
            <p:cNvSpPr/>
            <p:nvPr/>
          </p:nvSpPr>
          <p:spPr>
            <a:xfrm>
              <a:off x="1069300" y="3076675"/>
              <a:ext cx="109050" cy="59825"/>
            </a:xfrm>
            <a:custGeom>
              <a:avLst/>
              <a:gdLst/>
              <a:ahLst/>
              <a:cxnLst/>
              <a:rect l="l" t="t" r="r" b="b"/>
              <a:pathLst>
                <a:path w="4362" h="2393" extrusionOk="0">
                  <a:moveTo>
                    <a:pt x="3061" y="1"/>
                  </a:moveTo>
                  <a:cubicBezTo>
                    <a:pt x="2569" y="1"/>
                    <a:pt x="2088" y="482"/>
                    <a:pt x="2088" y="482"/>
                  </a:cubicBezTo>
                  <a:cubicBezTo>
                    <a:pt x="2088" y="482"/>
                    <a:pt x="1983" y="380"/>
                    <a:pt x="1686" y="380"/>
                  </a:cubicBezTo>
                  <a:cubicBezTo>
                    <a:pt x="1505" y="380"/>
                    <a:pt x="1253" y="417"/>
                    <a:pt x="909" y="539"/>
                  </a:cubicBezTo>
                  <a:cubicBezTo>
                    <a:pt x="1" y="856"/>
                    <a:pt x="2695" y="2393"/>
                    <a:pt x="2695" y="2393"/>
                  </a:cubicBezTo>
                  <a:cubicBezTo>
                    <a:pt x="2695" y="2393"/>
                    <a:pt x="4362" y="1847"/>
                    <a:pt x="3801" y="591"/>
                  </a:cubicBezTo>
                  <a:cubicBezTo>
                    <a:pt x="3602" y="145"/>
                    <a:pt x="3330" y="1"/>
                    <a:pt x="3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66">
              <a:extLst>
                <a:ext uri="{FF2B5EF4-FFF2-40B4-BE49-F238E27FC236}">
                  <a16:creationId xmlns:a16="http://schemas.microsoft.com/office/drawing/2014/main" id="{01E62724-CF35-0334-331D-4983C1D854B0}"/>
                </a:ext>
              </a:extLst>
            </p:cNvPr>
            <p:cNvSpPr/>
            <p:nvPr/>
          </p:nvSpPr>
          <p:spPr>
            <a:xfrm>
              <a:off x="1085125" y="3075525"/>
              <a:ext cx="84275" cy="62200"/>
            </a:xfrm>
            <a:custGeom>
              <a:avLst/>
              <a:gdLst/>
              <a:ahLst/>
              <a:cxnLst/>
              <a:rect l="l" t="t" r="r" b="b"/>
              <a:pathLst>
                <a:path w="3371" h="2488" extrusionOk="0">
                  <a:moveTo>
                    <a:pt x="2431" y="97"/>
                  </a:moveTo>
                  <a:cubicBezTo>
                    <a:pt x="2471" y="97"/>
                    <a:pt x="2511" y="100"/>
                    <a:pt x="2550" y="107"/>
                  </a:cubicBezTo>
                  <a:cubicBezTo>
                    <a:pt x="2789" y="154"/>
                    <a:pt x="2981" y="336"/>
                    <a:pt x="3121" y="658"/>
                  </a:cubicBezTo>
                  <a:cubicBezTo>
                    <a:pt x="3261" y="964"/>
                    <a:pt x="3272" y="1255"/>
                    <a:pt x="3152" y="1520"/>
                  </a:cubicBezTo>
                  <a:cubicBezTo>
                    <a:pt x="2913" y="2065"/>
                    <a:pt x="2202" y="2340"/>
                    <a:pt x="2072" y="2387"/>
                  </a:cubicBezTo>
                  <a:cubicBezTo>
                    <a:pt x="1506" y="2065"/>
                    <a:pt x="110" y="1172"/>
                    <a:pt x="141" y="777"/>
                  </a:cubicBezTo>
                  <a:cubicBezTo>
                    <a:pt x="151" y="715"/>
                    <a:pt x="198" y="668"/>
                    <a:pt x="297" y="632"/>
                  </a:cubicBezTo>
                  <a:cubicBezTo>
                    <a:pt x="536" y="538"/>
                    <a:pt x="790" y="486"/>
                    <a:pt x="1050" y="476"/>
                  </a:cubicBezTo>
                  <a:cubicBezTo>
                    <a:pt x="1320" y="476"/>
                    <a:pt x="1423" y="564"/>
                    <a:pt x="1423" y="564"/>
                  </a:cubicBezTo>
                  <a:cubicBezTo>
                    <a:pt x="1434" y="572"/>
                    <a:pt x="1445" y="576"/>
                    <a:pt x="1457" y="576"/>
                  </a:cubicBezTo>
                  <a:cubicBezTo>
                    <a:pt x="1469" y="576"/>
                    <a:pt x="1481" y="572"/>
                    <a:pt x="1491" y="564"/>
                  </a:cubicBezTo>
                  <a:cubicBezTo>
                    <a:pt x="1496" y="564"/>
                    <a:pt x="1964" y="97"/>
                    <a:pt x="2431" y="97"/>
                  </a:cubicBezTo>
                  <a:close/>
                  <a:moveTo>
                    <a:pt x="2423" y="1"/>
                  </a:moveTo>
                  <a:cubicBezTo>
                    <a:pt x="1985" y="1"/>
                    <a:pt x="1572" y="358"/>
                    <a:pt x="1455" y="466"/>
                  </a:cubicBezTo>
                  <a:cubicBezTo>
                    <a:pt x="1398" y="432"/>
                    <a:pt x="1275" y="378"/>
                    <a:pt x="1055" y="378"/>
                  </a:cubicBezTo>
                  <a:cubicBezTo>
                    <a:pt x="868" y="378"/>
                    <a:pt x="611" y="417"/>
                    <a:pt x="266" y="538"/>
                  </a:cubicBezTo>
                  <a:cubicBezTo>
                    <a:pt x="131" y="585"/>
                    <a:pt x="53" y="663"/>
                    <a:pt x="48" y="767"/>
                  </a:cubicBezTo>
                  <a:cubicBezTo>
                    <a:pt x="1" y="1302"/>
                    <a:pt x="1834" y="2361"/>
                    <a:pt x="2041" y="2480"/>
                  </a:cubicBezTo>
                  <a:cubicBezTo>
                    <a:pt x="2049" y="2484"/>
                    <a:pt x="2053" y="2487"/>
                    <a:pt x="2059" y="2487"/>
                  </a:cubicBezTo>
                  <a:cubicBezTo>
                    <a:pt x="2062" y="2487"/>
                    <a:pt x="2064" y="2487"/>
                    <a:pt x="2067" y="2485"/>
                  </a:cubicBezTo>
                  <a:cubicBezTo>
                    <a:pt x="2069" y="2487"/>
                    <a:pt x="2071" y="2488"/>
                    <a:pt x="2072" y="2488"/>
                  </a:cubicBezTo>
                  <a:cubicBezTo>
                    <a:pt x="2076" y="2488"/>
                    <a:pt x="2079" y="2485"/>
                    <a:pt x="2083" y="2485"/>
                  </a:cubicBezTo>
                  <a:cubicBezTo>
                    <a:pt x="2119" y="2475"/>
                    <a:pt x="2960" y="2189"/>
                    <a:pt x="3241" y="1556"/>
                  </a:cubicBezTo>
                  <a:cubicBezTo>
                    <a:pt x="3370" y="1265"/>
                    <a:pt x="3360" y="948"/>
                    <a:pt x="3209" y="616"/>
                  </a:cubicBezTo>
                  <a:cubicBezTo>
                    <a:pt x="3054" y="268"/>
                    <a:pt x="2836" y="61"/>
                    <a:pt x="2566" y="14"/>
                  </a:cubicBezTo>
                  <a:cubicBezTo>
                    <a:pt x="2518" y="5"/>
                    <a:pt x="2470" y="1"/>
                    <a:pt x="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66">
              <a:extLst>
                <a:ext uri="{FF2B5EF4-FFF2-40B4-BE49-F238E27FC236}">
                  <a16:creationId xmlns:a16="http://schemas.microsoft.com/office/drawing/2014/main" id="{F6101054-43DA-BE3D-4DDC-60B4F8E25BD4}"/>
                </a:ext>
              </a:extLst>
            </p:cNvPr>
            <p:cNvSpPr/>
            <p:nvPr/>
          </p:nvSpPr>
          <p:spPr>
            <a:xfrm>
              <a:off x="1121475" y="3088700"/>
              <a:ext cx="17425" cy="32475"/>
            </a:xfrm>
            <a:custGeom>
              <a:avLst/>
              <a:gdLst/>
              <a:ahLst/>
              <a:cxnLst/>
              <a:rect l="l" t="t" r="r" b="b"/>
              <a:pathLst>
                <a:path w="697" h="1299" extrusionOk="0">
                  <a:moveTo>
                    <a:pt x="1" y="1"/>
                  </a:moveTo>
                  <a:lnTo>
                    <a:pt x="696" y="1299"/>
                  </a:lnTo>
                  <a:cubicBezTo>
                    <a:pt x="660" y="790"/>
                    <a:pt x="411" y="31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66">
              <a:extLst>
                <a:ext uri="{FF2B5EF4-FFF2-40B4-BE49-F238E27FC236}">
                  <a16:creationId xmlns:a16="http://schemas.microsoft.com/office/drawing/2014/main" id="{FB04F150-288B-2A6F-4803-1782FCDFC304}"/>
                </a:ext>
              </a:extLst>
            </p:cNvPr>
            <p:cNvSpPr/>
            <p:nvPr/>
          </p:nvSpPr>
          <p:spPr>
            <a:xfrm>
              <a:off x="1120825" y="3087800"/>
              <a:ext cx="19375" cy="33375"/>
            </a:xfrm>
            <a:custGeom>
              <a:avLst/>
              <a:gdLst/>
              <a:ahLst/>
              <a:cxnLst/>
              <a:rect l="l" t="t" r="r" b="b"/>
              <a:pathLst>
                <a:path w="775" h="1335" extrusionOk="0">
                  <a:moveTo>
                    <a:pt x="63" y="1"/>
                  </a:moveTo>
                  <a:lnTo>
                    <a:pt x="1" y="73"/>
                  </a:lnTo>
                  <a:cubicBezTo>
                    <a:pt x="395" y="385"/>
                    <a:pt x="639" y="842"/>
                    <a:pt x="676" y="1335"/>
                  </a:cubicBezTo>
                  <a:lnTo>
                    <a:pt x="774" y="1335"/>
                  </a:lnTo>
                  <a:cubicBezTo>
                    <a:pt x="743" y="811"/>
                    <a:pt x="483" y="323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66">
              <a:extLst>
                <a:ext uri="{FF2B5EF4-FFF2-40B4-BE49-F238E27FC236}">
                  <a16:creationId xmlns:a16="http://schemas.microsoft.com/office/drawing/2014/main" id="{22C3D8BB-168B-88D8-B2B9-E2CD5ED72F1C}"/>
                </a:ext>
              </a:extLst>
            </p:cNvPr>
            <p:cNvSpPr/>
            <p:nvPr/>
          </p:nvSpPr>
          <p:spPr>
            <a:xfrm>
              <a:off x="1127825" y="3164900"/>
              <a:ext cx="30550" cy="69200"/>
            </a:xfrm>
            <a:custGeom>
              <a:avLst/>
              <a:gdLst/>
              <a:ahLst/>
              <a:cxnLst/>
              <a:rect l="l" t="t" r="r" b="b"/>
              <a:pathLst>
                <a:path w="1222" h="2768" extrusionOk="0">
                  <a:moveTo>
                    <a:pt x="1138" y="0"/>
                  </a:moveTo>
                  <a:cubicBezTo>
                    <a:pt x="1091" y="73"/>
                    <a:pt x="1" y="1812"/>
                    <a:pt x="323" y="2768"/>
                  </a:cubicBezTo>
                  <a:lnTo>
                    <a:pt x="416" y="2736"/>
                  </a:lnTo>
                  <a:cubicBezTo>
                    <a:pt x="105" y="1823"/>
                    <a:pt x="1211" y="73"/>
                    <a:pt x="1221" y="52"/>
                  </a:cubicBezTo>
                  <a:lnTo>
                    <a:pt x="11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66">
              <a:extLst>
                <a:ext uri="{FF2B5EF4-FFF2-40B4-BE49-F238E27FC236}">
                  <a16:creationId xmlns:a16="http://schemas.microsoft.com/office/drawing/2014/main" id="{2C2A6F16-4485-06B6-C4B2-457568C22D67}"/>
                </a:ext>
              </a:extLst>
            </p:cNvPr>
            <p:cNvSpPr/>
            <p:nvPr/>
          </p:nvSpPr>
          <p:spPr>
            <a:xfrm>
              <a:off x="1093175" y="3304900"/>
              <a:ext cx="86350" cy="76250"/>
            </a:xfrm>
            <a:custGeom>
              <a:avLst/>
              <a:gdLst/>
              <a:ahLst/>
              <a:cxnLst/>
              <a:rect l="l" t="t" r="r" b="b"/>
              <a:pathLst>
                <a:path w="3454" h="3050" extrusionOk="0">
                  <a:moveTo>
                    <a:pt x="1465" y="1"/>
                  </a:moveTo>
                  <a:cubicBezTo>
                    <a:pt x="1287" y="1"/>
                    <a:pt x="1072" y="155"/>
                    <a:pt x="821" y="599"/>
                  </a:cubicBezTo>
                  <a:cubicBezTo>
                    <a:pt x="1" y="2058"/>
                    <a:pt x="1013" y="3050"/>
                    <a:pt x="1013" y="3050"/>
                  </a:cubicBezTo>
                  <a:cubicBezTo>
                    <a:pt x="1013" y="3050"/>
                    <a:pt x="3453" y="1664"/>
                    <a:pt x="2908" y="1087"/>
                  </a:cubicBezTo>
                  <a:cubicBezTo>
                    <a:pt x="2633" y="799"/>
                    <a:pt x="2425" y="728"/>
                    <a:pt x="2287" y="728"/>
                  </a:cubicBezTo>
                  <a:cubicBezTo>
                    <a:pt x="2151" y="728"/>
                    <a:pt x="2083" y="797"/>
                    <a:pt x="2083" y="797"/>
                  </a:cubicBezTo>
                  <a:cubicBezTo>
                    <a:pt x="2083" y="797"/>
                    <a:pt x="1870" y="1"/>
                    <a:pt x="1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6">
              <a:extLst>
                <a:ext uri="{FF2B5EF4-FFF2-40B4-BE49-F238E27FC236}">
                  <a16:creationId xmlns:a16="http://schemas.microsoft.com/office/drawing/2014/main" id="{8B9C45C3-9632-0745-2CE8-3177185A8F66}"/>
                </a:ext>
              </a:extLst>
            </p:cNvPr>
            <p:cNvSpPr/>
            <p:nvPr/>
          </p:nvSpPr>
          <p:spPr>
            <a:xfrm>
              <a:off x="1092025" y="3303700"/>
              <a:ext cx="77375" cy="78625"/>
            </a:xfrm>
            <a:custGeom>
              <a:avLst/>
              <a:gdLst/>
              <a:ahLst/>
              <a:cxnLst/>
              <a:rect l="l" t="t" r="r" b="b"/>
              <a:pathLst>
                <a:path w="3095" h="3145" extrusionOk="0">
                  <a:moveTo>
                    <a:pt x="1542" y="97"/>
                  </a:moveTo>
                  <a:cubicBezTo>
                    <a:pt x="1885" y="144"/>
                    <a:pt x="2077" y="850"/>
                    <a:pt x="2077" y="855"/>
                  </a:cubicBezTo>
                  <a:cubicBezTo>
                    <a:pt x="2082" y="871"/>
                    <a:pt x="2097" y="886"/>
                    <a:pt x="2113" y="891"/>
                  </a:cubicBezTo>
                  <a:cubicBezTo>
                    <a:pt x="2129" y="891"/>
                    <a:pt x="2144" y="891"/>
                    <a:pt x="2160" y="876"/>
                  </a:cubicBezTo>
                  <a:cubicBezTo>
                    <a:pt x="2201" y="839"/>
                    <a:pt x="2258" y="823"/>
                    <a:pt x="2313" y="823"/>
                  </a:cubicBezTo>
                  <a:cubicBezTo>
                    <a:pt x="2321" y="823"/>
                    <a:pt x="2329" y="823"/>
                    <a:pt x="2336" y="824"/>
                  </a:cubicBezTo>
                  <a:cubicBezTo>
                    <a:pt x="2456" y="824"/>
                    <a:pt x="2648" y="886"/>
                    <a:pt x="2913" y="1167"/>
                  </a:cubicBezTo>
                  <a:cubicBezTo>
                    <a:pt x="2970" y="1224"/>
                    <a:pt x="2990" y="1296"/>
                    <a:pt x="2980" y="1374"/>
                  </a:cubicBezTo>
                  <a:cubicBezTo>
                    <a:pt x="2892" y="1945"/>
                    <a:pt x="1314" y="2890"/>
                    <a:pt x="1064" y="3036"/>
                  </a:cubicBezTo>
                  <a:cubicBezTo>
                    <a:pt x="909" y="2869"/>
                    <a:pt x="182" y="1961"/>
                    <a:pt x="909" y="668"/>
                  </a:cubicBezTo>
                  <a:cubicBezTo>
                    <a:pt x="1121" y="289"/>
                    <a:pt x="1329" y="97"/>
                    <a:pt x="1511" y="97"/>
                  </a:cubicBezTo>
                  <a:close/>
                  <a:moveTo>
                    <a:pt x="1512" y="1"/>
                  </a:moveTo>
                  <a:cubicBezTo>
                    <a:pt x="1291" y="1"/>
                    <a:pt x="1058" y="209"/>
                    <a:pt x="826" y="621"/>
                  </a:cubicBezTo>
                  <a:cubicBezTo>
                    <a:pt x="0" y="2096"/>
                    <a:pt x="1012" y="3124"/>
                    <a:pt x="1023" y="3134"/>
                  </a:cubicBezTo>
                  <a:cubicBezTo>
                    <a:pt x="1033" y="3139"/>
                    <a:pt x="1044" y="3145"/>
                    <a:pt x="1059" y="3145"/>
                  </a:cubicBezTo>
                  <a:cubicBezTo>
                    <a:pt x="1064" y="3145"/>
                    <a:pt x="1075" y="3145"/>
                    <a:pt x="1080" y="3139"/>
                  </a:cubicBezTo>
                  <a:cubicBezTo>
                    <a:pt x="1158" y="3098"/>
                    <a:pt x="2980" y="2054"/>
                    <a:pt x="3079" y="1390"/>
                  </a:cubicBezTo>
                  <a:cubicBezTo>
                    <a:pt x="3094" y="1286"/>
                    <a:pt x="3063" y="1177"/>
                    <a:pt x="2990" y="1104"/>
                  </a:cubicBezTo>
                  <a:cubicBezTo>
                    <a:pt x="2757" y="855"/>
                    <a:pt x="2534" y="725"/>
                    <a:pt x="2342" y="725"/>
                  </a:cubicBezTo>
                  <a:cubicBezTo>
                    <a:pt x="2279" y="725"/>
                    <a:pt x="2217" y="741"/>
                    <a:pt x="2160" y="767"/>
                  </a:cubicBezTo>
                  <a:cubicBezTo>
                    <a:pt x="2097" y="580"/>
                    <a:pt x="1900" y="45"/>
                    <a:pt x="1558" y="4"/>
                  </a:cubicBezTo>
                  <a:cubicBezTo>
                    <a:pt x="1542" y="2"/>
                    <a:pt x="1527" y="1"/>
                    <a:pt x="1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66">
              <a:extLst>
                <a:ext uri="{FF2B5EF4-FFF2-40B4-BE49-F238E27FC236}">
                  <a16:creationId xmlns:a16="http://schemas.microsoft.com/office/drawing/2014/main" id="{536EE0ED-9E63-BC51-E7AA-439B1D2FB659}"/>
                </a:ext>
              </a:extLst>
            </p:cNvPr>
            <p:cNvSpPr/>
            <p:nvPr/>
          </p:nvSpPr>
          <p:spPr>
            <a:xfrm>
              <a:off x="1122000" y="3324800"/>
              <a:ext cx="23250" cy="37025"/>
            </a:xfrm>
            <a:custGeom>
              <a:avLst/>
              <a:gdLst/>
              <a:ahLst/>
              <a:cxnLst/>
              <a:rect l="l" t="t" r="r" b="b"/>
              <a:pathLst>
                <a:path w="930" h="1481" extrusionOk="0">
                  <a:moveTo>
                    <a:pt x="930" y="1"/>
                  </a:moveTo>
                  <a:lnTo>
                    <a:pt x="930" y="1"/>
                  </a:lnTo>
                  <a:cubicBezTo>
                    <a:pt x="255" y="546"/>
                    <a:pt x="0" y="1480"/>
                    <a:pt x="0" y="1480"/>
                  </a:cubicBezTo>
                  <a:lnTo>
                    <a:pt x="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66">
              <a:extLst>
                <a:ext uri="{FF2B5EF4-FFF2-40B4-BE49-F238E27FC236}">
                  <a16:creationId xmlns:a16="http://schemas.microsoft.com/office/drawing/2014/main" id="{38F18EB5-DAD9-1815-6073-271DA4CA7986}"/>
                </a:ext>
              </a:extLst>
            </p:cNvPr>
            <p:cNvSpPr/>
            <p:nvPr/>
          </p:nvSpPr>
          <p:spPr>
            <a:xfrm>
              <a:off x="1120825" y="3323775"/>
              <a:ext cx="25200" cy="38300"/>
            </a:xfrm>
            <a:custGeom>
              <a:avLst/>
              <a:gdLst/>
              <a:ahLst/>
              <a:cxnLst/>
              <a:rect l="l" t="t" r="r" b="b"/>
              <a:pathLst>
                <a:path w="1008" h="1532" extrusionOk="0">
                  <a:moveTo>
                    <a:pt x="945" y="0"/>
                  </a:moveTo>
                  <a:cubicBezTo>
                    <a:pt x="265" y="550"/>
                    <a:pt x="11" y="1469"/>
                    <a:pt x="1" y="1506"/>
                  </a:cubicBezTo>
                  <a:lnTo>
                    <a:pt x="94" y="1532"/>
                  </a:lnTo>
                  <a:cubicBezTo>
                    <a:pt x="99" y="1526"/>
                    <a:pt x="354" y="608"/>
                    <a:pt x="1008" y="78"/>
                  </a:cubicBez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66">
              <a:extLst>
                <a:ext uri="{FF2B5EF4-FFF2-40B4-BE49-F238E27FC236}">
                  <a16:creationId xmlns:a16="http://schemas.microsoft.com/office/drawing/2014/main" id="{3AFB45D3-CA99-3DAE-CEE4-FB0AF166F980}"/>
                </a:ext>
              </a:extLst>
            </p:cNvPr>
            <p:cNvSpPr/>
            <p:nvPr/>
          </p:nvSpPr>
          <p:spPr>
            <a:xfrm>
              <a:off x="1103425" y="3195625"/>
              <a:ext cx="108925" cy="59775"/>
            </a:xfrm>
            <a:custGeom>
              <a:avLst/>
              <a:gdLst/>
              <a:ahLst/>
              <a:cxnLst/>
              <a:rect l="l" t="t" r="r" b="b"/>
              <a:pathLst>
                <a:path w="4357" h="2391" extrusionOk="0">
                  <a:moveTo>
                    <a:pt x="3057" y="0"/>
                  </a:moveTo>
                  <a:cubicBezTo>
                    <a:pt x="2567" y="0"/>
                    <a:pt x="2088" y="480"/>
                    <a:pt x="2088" y="480"/>
                  </a:cubicBezTo>
                  <a:cubicBezTo>
                    <a:pt x="2088" y="480"/>
                    <a:pt x="1984" y="377"/>
                    <a:pt x="1686" y="377"/>
                  </a:cubicBezTo>
                  <a:cubicBezTo>
                    <a:pt x="1505" y="377"/>
                    <a:pt x="1253" y="415"/>
                    <a:pt x="909" y="537"/>
                  </a:cubicBezTo>
                  <a:cubicBezTo>
                    <a:pt x="1" y="853"/>
                    <a:pt x="2695" y="2390"/>
                    <a:pt x="2695" y="2390"/>
                  </a:cubicBezTo>
                  <a:cubicBezTo>
                    <a:pt x="2695" y="2390"/>
                    <a:pt x="4357" y="1845"/>
                    <a:pt x="3796" y="589"/>
                  </a:cubicBezTo>
                  <a:cubicBezTo>
                    <a:pt x="3598" y="144"/>
                    <a:pt x="3326" y="0"/>
                    <a:pt x="3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66">
              <a:extLst>
                <a:ext uri="{FF2B5EF4-FFF2-40B4-BE49-F238E27FC236}">
                  <a16:creationId xmlns:a16="http://schemas.microsoft.com/office/drawing/2014/main" id="{8B20D161-A60B-4E2D-FB56-58CC751411B2}"/>
                </a:ext>
              </a:extLst>
            </p:cNvPr>
            <p:cNvSpPr/>
            <p:nvPr/>
          </p:nvSpPr>
          <p:spPr>
            <a:xfrm>
              <a:off x="1119150" y="3194425"/>
              <a:ext cx="84250" cy="62250"/>
            </a:xfrm>
            <a:custGeom>
              <a:avLst/>
              <a:gdLst/>
              <a:ahLst/>
              <a:cxnLst/>
              <a:rect l="l" t="t" r="r" b="b"/>
              <a:pathLst>
                <a:path w="3370" h="2490" extrusionOk="0">
                  <a:moveTo>
                    <a:pt x="2436" y="97"/>
                  </a:moveTo>
                  <a:cubicBezTo>
                    <a:pt x="2474" y="97"/>
                    <a:pt x="2512" y="100"/>
                    <a:pt x="2549" y="107"/>
                  </a:cubicBezTo>
                  <a:cubicBezTo>
                    <a:pt x="2788" y="154"/>
                    <a:pt x="2980" y="341"/>
                    <a:pt x="3126" y="657"/>
                  </a:cubicBezTo>
                  <a:cubicBezTo>
                    <a:pt x="3260" y="964"/>
                    <a:pt x="3271" y="1254"/>
                    <a:pt x="3157" y="1519"/>
                  </a:cubicBezTo>
                  <a:cubicBezTo>
                    <a:pt x="2918" y="2064"/>
                    <a:pt x="2201" y="2339"/>
                    <a:pt x="2072" y="2386"/>
                  </a:cubicBezTo>
                  <a:cubicBezTo>
                    <a:pt x="1506" y="2064"/>
                    <a:pt x="109" y="1171"/>
                    <a:pt x="145" y="777"/>
                  </a:cubicBezTo>
                  <a:cubicBezTo>
                    <a:pt x="151" y="714"/>
                    <a:pt x="203" y="668"/>
                    <a:pt x="301" y="631"/>
                  </a:cubicBezTo>
                  <a:cubicBezTo>
                    <a:pt x="540" y="538"/>
                    <a:pt x="794" y="486"/>
                    <a:pt x="1054" y="476"/>
                  </a:cubicBezTo>
                  <a:cubicBezTo>
                    <a:pt x="1324" y="476"/>
                    <a:pt x="1428" y="564"/>
                    <a:pt x="1428" y="564"/>
                  </a:cubicBezTo>
                  <a:cubicBezTo>
                    <a:pt x="1438" y="572"/>
                    <a:pt x="1450" y="576"/>
                    <a:pt x="1462" y="576"/>
                  </a:cubicBezTo>
                  <a:cubicBezTo>
                    <a:pt x="1473" y="576"/>
                    <a:pt x="1485" y="572"/>
                    <a:pt x="1495" y="564"/>
                  </a:cubicBezTo>
                  <a:cubicBezTo>
                    <a:pt x="1495" y="559"/>
                    <a:pt x="1970" y="97"/>
                    <a:pt x="2436" y="97"/>
                  </a:cubicBezTo>
                  <a:close/>
                  <a:moveTo>
                    <a:pt x="2423" y="0"/>
                  </a:moveTo>
                  <a:cubicBezTo>
                    <a:pt x="1988" y="0"/>
                    <a:pt x="1571" y="357"/>
                    <a:pt x="1454" y="465"/>
                  </a:cubicBezTo>
                  <a:cubicBezTo>
                    <a:pt x="1398" y="432"/>
                    <a:pt x="1274" y="378"/>
                    <a:pt x="1054" y="378"/>
                  </a:cubicBezTo>
                  <a:cubicBezTo>
                    <a:pt x="867" y="378"/>
                    <a:pt x="610" y="416"/>
                    <a:pt x="265" y="538"/>
                  </a:cubicBezTo>
                  <a:cubicBezTo>
                    <a:pt x="130" y="585"/>
                    <a:pt x="57" y="663"/>
                    <a:pt x="47" y="766"/>
                  </a:cubicBezTo>
                  <a:cubicBezTo>
                    <a:pt x="0" y="1301"/>
                    <a:pt x="1833" y="2360"/>
                    <a:pt x="2046" y="2480"/>
                  </a:cubicBezTo>
                  <a:cubicBezTo>
                    <a:pt x="2051" y="2485"/>
                    <a:pt x="2061" y="2490"/>
                    <a:pt x="2066" y="2490"/>
                  </a:cubicBezTo>
                  <a:cubicBezTo>
                    <a:pt x="2072" y="2490"/>
                    <a:pt x="2077" y="2490"/>
                    <a:pt x="2082" y="2485"/>
                  </a:cubicBezTo>
                  <a:cubicBezTo>
                    <a:pt x="2118" y="2474"/>
                    <a:pt x="2959" y="2194"/>
                    <a:pt x="3245" y="1555"/>
                  </a:cubicBezTo>
                  <a:cubicBezTo>
                    <a:pt x="3370" y="1265"/>
                    <a:pt x="3359" y="953"/>
                    <a:pt x="3214" y="616"/>
                  </a:cubicBezTo>
                  <a:cubicBezTo>
                    <a:pt x="3058" y="268"/>
                    <a:pt x="2840" y="60"/>
                    <a:pt x="2565" y="14"/>
                  </a:cubicBezTo>
                  <a:cubicBezTo>
                    <a:pt x="2518" y="4"/>
                    <a:pt x="2470" y="0"/>
                    <a:pt x="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66">
              <a:extLst>
                <a:ext uri="{FF2B5EF4-FFF2-40B4-BE49-F238E27FC236}">
                  <a16:creationId xmlns:a16="http://schemas.microsoft.com/office/drawing/2014/main" id="{0D21DB62-8BFD-628F-F7D5-B6FAD8CE1749}"/>
                </a:ext>
              </a:extLst>
            </p:cNvPr>
            <p:cNvSpPr/>
            <p:nvPr/>
          </p:nvSpPr>
          <p:spPr>
            <a:xfrm>
              <a:off x="1155600" y="3207725"/>
              <a:ext cx="17300" cy="32475"/>
            </a:xfrm>
            <a:custGeom>
              <a:avLst/>
              <a:gdLst/>
              <a:ahLst/>
              <a:cxnLst/>
              <a:rect l="l" t="t" r="r" b="b"/>
              <a:pathLst>
                <a:path w="692" h="1299" extrusionOk="0">
                  <a:moveTo>
                    <a:pt x="1" y="1"/>
                  </a:moveTo>
                  <a:lnTo>
                    <a:pt x="691" y="1299"/>
                  </a:lnTo>
                  <a:cubicBezTo>
                    <a:pt x="660" y="785"/>
                    <a:pt x="406" y="31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66">
              <a:extLst>
                <a:ext uri="{FF2B5EF4-FFF2-40B4-BE49-F238E27FC236}">
                  <a16:creationId xmlns:a16="http://schemas.microsoft.com/office/drawing/2014/main" id="{30F24401-2592-1620-28E1-15685E4C3273}"/>
                </a:ext>
              </a:extLst>
            </p:cNvPr>
            <p:cNvSpPr/>
            <p:nvPr/>
          </p:nvSpPr>
          <p:spPr>
            <a:xfrm>
              <a:off x="1154975" y="3206700"/>
              <a:ext cx="19350" cy="33500"/>
            </a:xfrm>
            <a:custGeom>
              <a:avLst/>
              <a:gdLst/>
              <a:ahLst/>
              <a:cxnLst/>
              <a:rect l="l" t="t" r="r" b="b"/>
              <a:pathLst>
                <a:path w="774" h="1340" extrusionOk="0">
                  <a:moveTo>
                    <a:pt x="57" y="0"/>
                  </a:moveTo>
                  <a:lnTo>
                    <a:pt x="0" y="78"/>
                  </a:lnTo>
                  <a:cubicBezTo>
                    <a:pt x="389" y="384"/>
                    <a:pt x="639" y="841"/>
                    <a:pt x="675" y="1340"/>
                  </a:cubicBezTo>
                  <a:lnTo>
                    <a:pt x="774" y="1340"/>
                  </a:lnTo>
                  <a:cubicBezTo>
                    <a:pt x="737" y="810"/>
                    <a:pt x="478" y="322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6" name="Google Shape;3016;p66">
            <a:extLst>
              <a:ext uri="{FF2B5EF4-FFF2-40B4-BE49-F238E27FC236}">
                <a16:creationId xmlns:a16="http://schemas.microsoft.com/office/drawing/2014/main" id="{A3CC2334-AB76-73AB-134F-32284CCD6D7C}"/>
              </a:ext>
            </a:extLst>
          </p:cNvPr>
          <p:cNvGrpSpPr/>
          <p:nvPr/>
        </p:nvGrpSpPr>
        <p:grpSpPr>
          <a:xfrm>
            <a:off x="13859" y="3529349"/>
            <a:ext cx="995682" cy="1601525"/>
            <a:chOff x="4678300" y="1270125"/>
            <a:chExt cx="439750" cy="707325"/>
          </a:xfrm>
        </p:grpSpPr>
        <p:sp>
          <p:nvSpPr>
            <p:cNvPr id="3017" name="Google Shape;3017;p66">
              <a:extLst>
                <a:ext uri="{FF2B5EF4-FFF2-40B4-BE49-F238E27FC236}">
                  <a16:creationId xmlns:a16="http://schemas.microsoft.com/office/drawing/2014/main" id="{0FDA691E-F184-C271-1B49-D6B51E1E4B92}"/>
                </a:ext>
              </a:extLst>
            </p:cNvPr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" y="11495"/>
                  </a:lnTo>
                  <a:lnTo>
                    <a:pt x="13598" y="11495"/>
                  </a:lnTo>
                  <a:lnTo>
                    <a:pt x="135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66">
              <a:extLst>
                <a:ext uri="{FF2B5EF4-FFF2-40B4-BE49-F238E27FC236}">
                  <a16:creationId xmlns:a16="http://schemas.microsoft.com/office/drawing/2014/main" id="{D4D4E8FA-4F0F-7965-8F62-9CA3E9AF9C66}"/>
                </a:ext>
              </a:extLst>
            </p:cNvPr>
            <p:cNvSpPr/>
            <p:nvPr/>
          </p:nvSpPr>
          <p:spPr>
            <a:xfrm>
              <a:off x="4679975" y="1688900"/>
              <a:ext cx="339950" cy="287400"/>
            </a:xfrm>
            <a:custGeom>
              <a:avLst/>
              <a:gdLst/>
              <a:ahLst/>
              <a:cxnLst/>
              <a:rect l="l" t="t" r="r" b="b"/>
              <a:pathLst>
                <a:path w="13598" h="11496" extrusionOk="0">
                  <a:moveTo>
                    <a:pt x="1" y="1"/>
                  </a:moveTo>
                  <a:lnTo>
                    <a:pt x="13598" y="1"/>
                  </a:lnTo>
                  <a:lnTo>
                    <a:pt x="13598" y="11495"/>
                  </a:lnTo>
                  <a:lnTo>
                    <a:pt x="1" y="1149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9" name="Google Shape;3019;p66">
              <a:extLst>
                <a:ext uri="{FF2B5EF4-FFF2-40B4-BE49-F238E27FC236}">
                  <a16:creationId xmlns:a16="http://schemas.microsoft.com/office/drawing/2014/main" id="{A4C8F19A-C038-D325-E68C-CDF39AFE23D9}"/>
                </a:ext>
              </a:extLst>
            </p:cNvPr>
            <p:cNvSpPr/>
            <p:nvPr/>
          </p:nvSpPr>
          <p:spPr>
            <a:xfrm>
              <a:off x="4678825" y="1687600"/>
              <a:ext cx="342275" cy="289850"/>
            </a:xfrm>
            <a:custGeom>
              <a:avLst/>
              <a:gdLst/>
              <a:ahLst/>
              <a:cxnLst/>
              <a:rect l="l" t="t" r="r" b="b"/>
              <a:pathLst>
                <a:path w="13691" h="11594" extrusionOk="0">
                  <a:moveTo>
                    <a:pt x="13592" y="100"/>
                  </a:moveTo>
                  <a:lnTo>
                    <a:pt x="13592" y="11500"/>
                  </a:lnTo>
                  <a:lnTo>
                    <a:pt x="94" y="11500"/>
                  </a:lnTo>
                  <a:lnTo>
                    <a:pt x="94" y="100"/>
                  </a:lnTo>
                  <a:close/>
                  <a:moveTo>
                    <a:pt x="47" y="1"/>
                  </a:moveTo>
                  <a:cubicBezTo>
                    <a:pt x="21" y="1"/>
                    <a:pt x="0" y="27"/>
                    <a:pt x="0" y="53"/>
                  </a:cubicBezTo>
                  <a:lnTo>
                    <a:pt x="0" y="11547"/>
                  </a:lnTo>
                  <a:cubicBezTo>
                    <a:pt x="0" y="11573"/>
                    <a:pt x="21" y="11594"/>
                    <a:pt x="47" y="11594"/>
                  </a:cubicBezTo>
                  <a:lnTo>
                    <a:pt x="13644" y="11594"/>
                  </a:lnTo>
                  <a:cubicBezTo>
                    <a:pt x="13670" y="11594"/>
                    <a:pt x="13691" y="11573"/>
                    <a:pt x="13691" y="11547"/>
                  </a:cubicBezTo>
                  <a:lnTo>
                    <a:pt x="13691" y="53"/>
                  </a:lnTo>
                  <a:cubicBezTo>
                    <a:pt x="13691" y="27"/>
                    <a:pt x="13670" y="1"/>
                    <a:pt x="13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66">
              <a:extLst>
                <a:ext uri="{FF2B5EF4-FFF2-40B4-BE49-F238E27FC236}">
                  <a16:creationId xmlns:a16="http://schemas.microsoft.com/office/drawing/2014/main" id="{B9FF86BE-F5C3-F6CD-188B-FA9EAFE54CC9}"/>
                </a:ext>
              </a:extLst>
            </p:cNvPr>
            <p:cNvSpPr/>
            <p:nvPr/>
          </p:nvSpPr>
          <p:spPr>
            <a:xfrm>
              <a:off x="5019900" y="1678650"/>
              <a:ext cx="48825" cy="297650"/>
            </a:xfrm>
            <a:custGeom>
              <a:avLst/>
              <a:gdLst/>
              <a:ahLst/>
              <a:cxnLst/>
              <a:rect l="l" t="t" r="r" b="b"/>
              <a:pathLst>
                <a:path w="1953" h="11906" extrusionOk="0">
                  <a:moveTo>
                    <a:pt x="1953" y="1"/>
                  </a:moveTo>
                  <a:lnTo>
                    <a:pt x="1" y="411"/>
                  </a:lnTo>
                  <a:lnTo>
                    <a:pt x="1" y="11905"/>
                  </a:lnTo>
                  <a:lnTo>
                    <a:pt x="1953" y="11313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66">
              <a:extLst>
                <a:ext uri="{FF2B5EF4-FFF2-40B4-BE49-F238E27FC236}">
                  <a16:creationId xmlns:a16="http://schemas.microsoft.com/office/drawing/2014/main" id="{A1616AD8-0DCE-0A8D-DFEC-69E36383A7F0}"/>
                </a:ext>
              </a:extLst>
            </p:cNvPr>
            <p:cNvSpPr/>
            <p:nvPr/>
          </p:nvSpPr>
          <p:spPr>
            <a:xfrm>
              <a:off x="5018750" y="1677325"/>
              <a:ext cx="51275" cy="300125"/>
            </a:xfrm>
            <a:custGeom>
              <a:avLst/>
              <a:gdLst/>
              <a:ahLst/>
              <a:cxnLst/>
              <a:rect l="l" t="t" r="r" b="b"/>
              <a:pathLst>
                <a:path w="2051" h="12005" extrusionOk="0">
                  <a:moveTo>
                    <a:pt x="1952" y="111"/>
                  </a:moveTo>
                  <a:lnTo>
                    <a:pt x="1952" y="11330"/>
                  </a:lnTo>
                  <a:lnTo>
                    <a:pt x="94" y="11891"/>
                  </a:lnTo>
                  <a:lnTo>
                    <a:pt x="94" y="505"/>
                  </a:lnTo>
                  <a:lnTo>
                    <a:pt x="1952" y="111"/>
                  </a:lnTo>
                  <a:close/>
                  <a:moveTo>
                    <a:pt x="1998" y="1"/>
                  </a:moveTo>
                  <a:cubicBezTo>
                    <a:pt x="1995" y="1"/>
                    <a:pt x="1992" y="1"/>
                    <a:pt x="1989" y="2"/>
                  </a:cubicBezTo>
                  <a:lnTo>
                    <a:pt x="36" y="417"/>
                  </a:lnTo>
                  <a:cubicBezTo>
                    <a:pt x="16" y="422"/>
                    <a:pt x="0" y="438"/>
                    <a:pt x="0" y="464"/>
                  </a:cubicBezTo>
                  <a:lnTo>
                    <a:pt x="0" y="11958"/>
                  </a:lnTo>
                  <a:cubicBezTo>
                    <a:pt x="0" y="11974"/>
                    <a:pt x="5" y="11989"/>
                    <a:pt x="16" y="11994"/>
                  </a:cubicBezTo>
                  <a:cubicBezTo>
                    <a:pt x="26" y="12005"/>
                    <a:pt x="36" y="12005"/>
                    <a:pt x="47" y="12005"/>
                  </a:cubicBezTo>
                  <a:lnTo>
                    <a:pt x="62" y="12005"/>
                  </a:lnTo>
                  <a:lnTo>
                    <a:pt x="2014" y="11413"/>
                  </a:lnTo>
                  <a:cubicBezTo>
                    <a:pt x="2035" y="11408"/>
                    <a:pt x="2051" y="11387"/>
                    <a:pt x="2051" y="11366"/>
                  </a:cubicBezTo>
                  <a:lnTo>
                    <a:pt x="2051" y="48"/>
                  </a:lnTo>
                  <a:cubicBezTo>
                    <a:pt x="2051" y="21"/>
                    <a:pt x="2026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6">
              <a:extLst>
                <a:ext uri="{FF2B5EF4-FFF2-40B4-BE49-F238E27FC236}">
                  <a16:creationId xmlns:a16="http://schemas.microsoft.com/office/drawing/2014/main" id="{2ECC4D41-9492-7800-1751-E0DC2B25F775}"/>
                </a:ext>
              </a:extLst>
            </p:cNvPr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6">
              <a:extLst>
                <a:ext uri="{FF2B5EF4-FFF2-40B4-BE49-F238E27FC236}">
                  <a16:creationId xmlns:a16="http://schemas.microsoft.com/office/drawing/2014/main" id="{61850B25-FDA5-334F-B327-FBBD66ED3FBD}"/>
                </a:ext>
              </a:extLst>
            </p:cNvPr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6">
              <a:extLst>
                <a:ext uri="{FF2B5EF4-FFF2-40B4-BE49-F238E27FC236}">
                  <a16:creationId xmlns:a16="http://schemas.microsoft.com/office/drawing/2014/main" id="{47750CD5-4C0E-FEDB-A8B5-18DCCA49CD86}"/>
                </a:ext>
              </a:extLst>
            </p:cNvPr>
            <p:cNvSpPr/>
            <p:nvPr/>
          </p:nvSpPr>
          <p:spPr>
            <a:xfrm>
              <a:off x="4785900" y="1718250"/>
              <a:ext cx="96575" cy="25075"/>
            </a:xfrm>
            <a:custGeom>
              <a:avLst/>
              <a:gdLst/>
              <a:ahLst/>
              <a:cxnLst/>
              <a:rect l="l" t="t" r="r" b="b"/>
              <a:pathLst>
                <a:path w="3863" h="1003" extrusionOk="0">
                  <a:moveTo>
                    <a:pt x="504" y="0"/>
                  </a:moveTo>
                  <a:cubicBezTo>
                    <a:pt x="223" y="0"/>
                    <a:pt x="0" y="223"/>
                    <a:pt x="0" y="498"/>
                  </a:cubicBezTo>
                  <a:cubicBezTo>
                    <a:pt x="0" y="779"/>
                    <a:pt x="223" y="1002"/>
                    <a:pt x="504" y="1002"/>
                  </a:cubicBezTo>
                  <a:lnTo>
                    <a:pt x="3364" y="1002"/>
                  </a:lnTo>
                  <a:cubicBezTo>
                    <a:pt x="3640" y="1002"/>
                    <a:pt x="3863" y="779"/>
                    <a:pt x="3863" y="498"/>
                  </a:cubicBezTo>
                  <a:cubicBezTo>
                    <a:pt x="3863" y="223"/>
                    <a:pt x="3640" y="0"/>
                    <a:pt x="3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6">
              <a:extLst>
                <a:ext uri="{FF2B5EF4-FFF2-40B4-BE49-F238E27FC236}">
                  <a16:creationId xmlns:a16="http://schemas.microsoft.com/office/drawing/2014/main" id="{E0594A90-0D85-8AD8-A24F-663A65D30376}"/>
                </a:ext>
              </a:extLst>
            </p:cNvPr>
            <p:cNvSpPr/>
            <p:nvPr/>
          </p:nvSpPr>
          <p:spPr>
            <a:xfrm>
              <a:off x="4784725" y="1716950"/>
              <a:ext cx="99050" cy="27525"/>
            </a:xfrm>
            <a:custGeom>
              <a:avLst/>
              <a:gdLst/>
              <a:ahLst/>
              <a:cxnLst/>
              <a:rect l="l" t="t" r="r" b="b"/>
              <a:pathLst>
                <a:path w="3962" h="1101" extrusionOk="0">
                  <a:moveTo>
                    <a:pt x="3411" y="99"/>
                  </a:moveTo>
                  <a:cubicBezTo>
                    <a:pt x="3661" y="99"/>
                    <a:pt x="3863" y="301"/>
                    <a:pt x="3863" y="556"/>
                  </a:cubicBezTo>
                  <a:cubicBezTo>
                    <a:pt x="3863" y="805"/>
                    <a:pt x="3661" y="1007"/>
                    <a:pt x="3411" y="1007"/>
                  </a:cubicBezTo>
                  <a:lnTo>
                    <a:pt x="551" y="1007"/>
                  </a:lnTo>
                  <a:cubicBezTo>
                    <a:pt x="296" y="1007"/>
                    <a:pt x="94" y="805"/>
                    <a:pt x="94" y="556"/>
                  </a:cubicBezTo>
                  <a:cubicBezTo>
                    <a:pt x="94" y="301"/>
                    <a:pt x="296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45" y="0"/>
                    <a:pt x="1" y="244"/>
                    <a:pt x="1" y="550"/>
                  </a:cubicBezTo>
                  <a:cubicBezTo>
                    <a:pt x="1" y="857"/>
                    <a:pt x="245" y="1101"/>
                    <a:pt x="551" y="1101"/>
                  </a:cubicBezTo>
                  <a:lnTo>
                    <a:pt x="3411" y="1101"/>
                  </a:lnTo>
                  <a:cubicBezTo>
                    <a:pt x="3713" y="1101"/>
                    <a:pt x="3962" y="857"/>
                    <a:pt x="3962" y="550"/>
                  </a:cubicBezTo>
                  <a:cubicBezTo>
                    <a:pt x="3962" y="244"/>
                    <a:pt x="3713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6">
              <a:extLst>
                <a:ext uri="{FF2B5EF4-FFF2-40B4-BE49-F238E27FC236}">
                  <a16:creationId xmlns:a16="http://schemas.microsoft.com/office/drawing/2014/main" id="{1E5BAC98-7C19-6161-7252-6B60E01F81C4}"/>
                </a:ext>
              </a:extLst>
            </p:cNvPr>
            <p:cNvSpPr/>
            <p:nvPr/>
          </p:nvSpPr>
          <p:spPr>
            <a:xfrm>
              <a:off x="4795750" y="1718225"/>
              <a:ext cx="86875" cy="25100"/>
            </a:xfrm>
            <a:custGeom>
              <a:avLst/>
              <a:gdLst/>
              <a:ahLst/>
              <a:cxnLst/>
              <a:rect l="l" t="t" r="r" b="b"/>
              <a:pathLst>
                <a:path w="3475" h="1004" extrusionOk="0">
                  <a:moveTo>
                    <a:pt x="502" y="1"/>
                  </a:moveTo>
                  <a:cubicBezTo>
                    <a:pt x="229" y="1"/>
                    <a:pt x="1" y="225"/>
                    <a:pt x="1" y="499"/>
                  </a:cubicBezTo>
                  <a:cubicBezTo>
                    <a:pt x="1" y="779"/>
                    <a:pt x="229" y="1003"/>
                    <a:pt x="502" y="1003"/>
                  </a:cubicBezTo>
                  <a:cubicBezTo>
                    <a:pt x="508" y="1003"/>
                    <a:pt x="514" y="1003"/>
                    <a:pt x="520" y="1003"/>
                  </a:cubicBezTo>
                  <a:lnTo>
                    <a:pt x="2970" y="1003"/>
                  </a:lnTo>
                  <a:cubicBezTo>
                    <a:pt x="3246" y="1003"/>
                    <a:pt x="3469" y="780"/>
                    <a:pt x="3474" y="499"/>
                  </a:cubicBezTo>
                  <a:cubicBezTo>
                    <a:pt x="3474" y="224"/>
                    <a:pt x="3246" y="1"/>
                    <a:pt x="2970" y="1"/>
                  </a:cubicBezTo>
                  <a:lnTo>
                    <a:pt x="520" y="1"/>
                  </a:lnTo>
                  <a:cubicBezTo>
                    <a:pt x="514" y="1"/>
                    <a:pt x="508" y="1"/>
                    <a:pt x="5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6">
              <a:extLst>
                <a:ext uri="{FF2B5EF4-FFF2-40B4-BE49-F238E27FC236}">
                  <a16:creationId xmlns:a16="http://schemas.microsoft.com/office/drawing/2014/main" id="{EDDEE5E7-D83B-F792-A0A6-537DAC668F2B}"/>
                </a:ext>
              </a:extLst>
            </p:cNvPr>
            <p:cNvSpPr/>
            <p:nvPr/>
          </p:nvSpPr>
          <p:spPr>
            <a:xfrm>
              <a:off x="4794975" y="1716950"/>
              <a:ext cx="88800" cy="27525"/>
            </a:xfrm>
            <a:custGeom>
              <a:avLst/>
              <a:gdLst/>
              <a:ahLst/>
              <a:cxnLst/>
              <a:rect l="l" t="t" r="r" b="b"/>
              <a:pathLst>
                <a:path w="3552" h="1101" extrusionOk="0">
                  <a:moveTo>
                    <a:pt x="3001" y="99"/>
                  </a:moveTo>
                  <a:cubicBezTo>
                    <a:pt x="3251" y="99"/>
                    <a:pt x="3453" y="301"/>
                    <a:pt x="3453" y="556"/>
                  </a:cubicBezTo>
                  <a:cubicBezTo>
                    <a:pt x="3453" y="805"/>
                    <a:pt x="3251" y="1007"/>
                    <a:pt x="3001" y="1007"/>
                  </a:cubicBezTo>
                  <a:lnTo>
                    <a:pt x="551" y="1007"/>
                  </a:lnTo>
                  <a:cubicBezTo>
                    <a:pt x="302" y="1007"/>
                    <a:pt x="99" y="805"/>
                    <a:pt x="99" y="556"/>
                  </a:cubicBezTo>
                  <a:cubicBezTo>
                    <a:pt x="99" y="301"/>
                    <a:pt x="302" y="99"/>
                    <a:pt x="551" y="99"/>
                  </a:cubicBezTo>
                  <a:close/>
                  <a:moveTo>
                    <a:pt x="551" y="0"/>
                  </a:moveTo>
                  <a:cubicBezTo>
                    <a:pt x="250" y="0"/>
                    <a:pt x="1" y="244"/>
                    <a:pt x="1" y="550"/>
                  </a:cubicBezTo>
                  <a:cubicBezTo>
                    <a:pt x="1" y="857"/>
                    <a:pt x="250" y="1101"/>
                    <a:pt x="551" y="1101"/>
                  </a:cubicBezTo>
                  <a:lnTo>
                    <a:pt x="3001" y="1101"/>
                  </a:lnTo>
                  <a:cubicBezTo>
                    <a:pt x="3303" y="1101"/>
                    <a:pt x="3552" y="857"/>
                    <a:pt x="3552" y="550"/>
                  </a:cubicBezTo>
                  <a:cubicBezTo>
                    <a:pt x="3552" y="244"/>
                    <a:pt x="3303" y="0"/>
                    <a:pt x="3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6">
              <a:extLst>
                <a:ext uri="{FF2B5EF4-FFF2-40B4-BE49-F238E27FC236}">
                  <a16:creationId xmlns:a16="http://schemas.microsoft.com/office/drawing/2014/main" id="{25848E62-B9CD-C495-F060-99C3E77A891F}"/>
                </a:ext>
              </a:extLst>
            </p:cNvPr>
            <p:cNvSpPr/>
            <p:nvPr/>
          </p:nvSpPr>
          <p:spPr>
            <a:xfrm>
              <a:off x="4679975" y="1678000"/>
              <a:ext cx="388750" cy="10925"/>
            </a:xfrm>
            <a:custGeom>
              <a:avLst/>
              <a:gdLst/>
              <a:ahLst/>
              <a:cxnLst/>
              <a:rect l="l" t="t" r="r" b="b"/>
              <a:pathLst>
                <a:path w="15550" h="437" extrusionOk="0">
                  <a:moveTo>
                    <a:pt x="1953" y="1"/>
                  </a:moveTo>
                  <a:lnTo>
                    <a:pt x="1" y="437"/>
                  </a:lnTo>
                  <a:lnTo>
                    <a:pt x="13598" y="437"/>
                  </a:lnTo>
                  <a:lnTo>
                    <a:pt x="155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6">
              <a:extLst>
                <a:ext uri="{FF2B5EF4-FFF2-40B4-BE49-F238E27FC236}">
                  <a16:creationId xmlns:a16="http://schemas.microsoft.com/office/drawing/2014/main" id="{DDFBFF62-9F4F-01B2-FC86-2AF356BB39E0}"/>
                </a:ext>
              </a:extLst>
            </p:cNvPr>
            <p:cNvSpPr/>
            <p:nvPr/>
          </p:nvSpPr>
          <p:spPr>
            <a:xfrm>
              <a:off x="4678300" y="1676825"/>
              <a:ext cx="391725" cy="13275"/>
            </a:xfrm>
            <a:custGeom>
              <a:avLst/>
              <a:gdLst/>
              <a:ahLst/>
              <a:cxnLst/>
              <a:rect l="l" t="t" r="r" b="b"/>
              <a:pathLst>
                <a:path w="15669" h="531" extrusionOk="0">
                  <a:moveTo>
                    <a:pt x="15176" y="100"/>
                  </a:moveTo>
                  <a:lnTo>
                    <a:pt x="13660" y="432"/>
                  </a:lnTo>
                  <a:lnTo>
                    <a:pt x="509" y="432"/>
                  </a:lnTo>
                  <a:lnTo>
                    <a:pt x="2025" y="100"/>
                  </a:lnTo>
                  <a:close/>
                  <a:moveTo>
                    <a:pt x="2010" y="1"/>
                  </a:moveTo>
                  <a:lnTo>
                    <a:pt x="57" y="437"/>
                  </a:lnTo>
                  <a:cubicBezTo>
                    <a:pt x="0" y="447"/>
                    <a:pt x="11" y="531"/>
                    <a:pt x="68" y="531"/>
                  </a:cubicBezTo>
                  <a:lnTo>
                    <a:pt x="13675" y="531"/>
                  </a:lnTo>
                  <a:lnTo>
                    <a:pt x="15632" y="100"/>
                  </a:lnTo>
                  <a:cubicBezTo>
                    <a:pt x="15653" y="94"/>
                    <a:pt x="15669" y="68"/>
                    <a:pt x="15669" y="42"/>
                  </a:cubicBezTo>
                  <a:cubicBezTo>
                    <a:pt x="15664" y="22"/>
                    <a:pt x="15643" y="1"/>
                    <a:pt x="15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6">
              <a:extLst>
                <a:ext uri="{FF2B5EF4-FFF2-40B4-BE49-F238E27FC236}">
                  <a16:creationId xmlns:a16="http://schemas.microsoft.com/office/drawing/2014/main" id="{3EFF9D61-DFC6-5633-676C-225A0B159C1B}"/>
                </a:ext>
              </a:extLst>
            </p:cNvPr>
            <p:cNvSpPr/>
            <p:nvPr/>
          </p:nvSpPr>
          <p:spPr>
            <a:xfrm>
              <a:off x="4728000" y="1678650"/>
              <a:ext cx="340725" cy="297650"/>
            </a:xfrm>
            <a:custGeom>
              <a:avLst/>
              <a:gdLst/>
              <a:ahLst/>
              <a:cxnLst/>
              <a:rect l="l" t="t" r="r" b="b"/>
              <a:pathLst>
                <a:path w="13629" h="11906" extrusionOk="0">
                  <a:moveTo>
                    <a:pt x="13629" y="1"/>
                  </a:moveTo>
                  <a:lnTo>
                    <a:pt x="11677" y="411"/>
                  </a:lnTo>
                  <a:lnTo>
                    <a:pt x="11677" y="888"/>
                  </a:lnTo>
                  <a:lnTo>
                    <a:pt x="1" y="328"/>
                  </a:lnTo>
                  <a:lnTo>
                    <a:pt x="2186" y="2586"/>
                  </a:lnTo>
                  <a:lnTo>
                    <a:pt x="11677" y="3676"/>
                  </a:lnTo>
                  <a:lnTo>
                    <a:pt x="11677" y="11905"/>
                  </a:lnTo>
                  <a:lnTo>
                    <a:pt x="13629" y="11313"/>
                  </a:lnTo>
                  <a:lnTo>
                    <a:pt x="13629" y="1"/>
                  </a:ln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6">
              <a:extLst>
                <a:ext uri="{FF2B5EF4-FFF2-40B4-BE49-F238E27FC236}">
                  <a16:creationId xmlns:a16="http://schemas.microsoft.com/office/drawing/2014/main" id="{73843F0E-4265-B4F1-B532-4D2983A52134}"/>
                </a:ext>
              </a:extLst>
            </p:cNvPr>
            <p:cNvSpPr/>
            <p:nvPr/>
          </p:nvSpPr>
          <p:spPr>
            <a:xfrm>
              <a:off x="4771750" y="1297200"/>
              <a:ext cx="268050" cy="328125"/>
            </a:xfrm>
            <a:custGeom>
              <a:avLst/>
              <a:gdLst/>
              <a:ahLst/>
              <a:cxnLst/>
              <a:rect l="l" t="t" r="r" b="b"/>
              <a:pathLst>
                <a:path w="10722" h="13125" extrusionOk="0">
                  <a:moveTo>
                    <a:pt x="6853" y="0"/>
                  </a:moveTo>
                  <a:lnTo>
                    <a:pt x="0" y="2887"/>
                  </a:lnTo>
                  <a:lnTo>
                    <a:pt x="3868" y="13125"/>
                  </a:lnTo>
                  <a:lnTo>
                    <a:pt x="10721" y="10238"/>
                  </a:lnTo>
                  <a:lnTo>
                    <a:pt x="68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6">
              <a:extLst>
                <a:ext uri="{FF2B5EF4-FFF2-40B4-BE49-F238E27FC236}">
                  <a16:creationId xmlns:a16="http://schemas.microsoft.com/office/drawing/2014/main" id="{617F6855-AFC8-DE5D-CCFD-4A3A155F6601}"/>
                </a:ext>
              </a:extLst>
            </p:cNvPr>
            <p:cNvSpPr/>
            <p:nvPr/>
          </p:nvSpPr>
          <p:spPr>
            <a:xfrm>
              <a:off x="4770325" y="1295825"/>
              <a:ext cx="270900" cy="330675"/>
            </a:xfrm>
            <a:custGeom>
              <a:avLst/>
              <a:gdLst/>
              <a:ahLst/>
              <a:cxnLst/>
              <a:rect l="l" t="t" r="r" b="b"/>
              <a:pathLst>
                <a:path w="10836" h="13227" extrusionOk="0">
                  <a:moveTo>
                    <a:pt x="6879" y="118"/>
                  </a:moveTo>
                  <a:lnTo>
                    <a:pt x="10716" y="10262"/>
                  </a:lnTo>
                  <a:lnTo>
                    <a:pt x="3956" y="13118"/>
                  </a:lnTo>
                  <a:lnTo>
                    <a:pt x="120" y="2968"/>
                  </a:lnTo>
                  <a:lnTo>
                    <a:pt x="6879" y="118"/>
                  </a:lnTo>
                  <a:close/>
                  <a:moveTo>
                    <a:pt x="6906" y="0"/>
                  </a:moveTo>
                  <a:cubicBezTo>
                    <a:pt x="6901" y="0"/>
                    <a:pt x="6895" y="1"/>
                    <a:pt x="6890" y="3"/>
                  </a:cubicBezTo>
                  <a:lnTo>
                    <a:pt x="37" y="2895"/>
                  </a:lnTo>
                  <a:cubicBezTo>
                    <a:pt x="16" y="2906"/>
                    <a:pt x="0" y="2937"/>
                    <a:pt x="11" y="2963"/>
                  </a:cubicBezTo>
                  <a:lnTo>
                    <a:pt x="3884" y="13195"/>
                  </a:lnTo>
                  <a:cubicBezTo>
                    <a:pt x="3884" y="13211"/>
                    <a:pt x="3894" y="13221"/>
                    <a:pt x="3910" y="13227"/>
                  </a:cubicBezTo>
                  <a:lnTo>
                    <a:pt x="3925" y="13227"/>
                  </a:lnTo>
                  <a:cubicBezTo>
                    <a:pt x="3936" y="13227"/>
                    <a:pt x="3941" y="13227"/>
                    <a:pt x="3946" y="13221"/>
                  </a:cubicBezTo>
                  <a:lnTo>
                    <a:pt x="10794" y="10335"/>
                  </a:lnTo>
                  <a:cubicBezTo>
                    <a:pt x="10820" y="10324"/>
                    <a:pt x="10835" y="10293"/>
                    <a:pt x="10820" y="10273"/>
                  </a:cubicBezTo>
                  <a:lnTo>
                    <a:pt x="6952" y="35"/>
                  </a:lnTo>
                  <a:cubicBezTo>
                    <a:pt x="6944" y="14"/>
                    <a:pt x="6926" y="0"/>
                    <a:pt x="6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6">
              <a:extLst>
                <a:ext uri="{FF2B5EF4-FFF2-40B4-BE49-F238E27FC236}">
                  <a16:creationId xmlns:a16="http://schemas.microsoft.com/office/drawing/2014/main" id="{62CE9BA5-9F2E-592F-F99F-3EF2C127C1C9}"/>
                </a:ext>
              </a:extLst>
            </p:cNvPr>
            <p:cNvSpPr/>
            <p:nvPr/>
          </p:nvSpPr>
          <p:spPr>
            <a:xfrm>
              <a:off x="4823675" y="1300700"/>
              <a:ext cx="217275" cy="285175"/>
            </a:xfrm>
            <a:custGeom>
              <a:avLst/>
              <a:gdLst/>
              <a:ahLst/>
              <a:cxnLst/>
              <a:rect l="l" t="t" r="r" b="b"/>
              <a:pathLst>
                <a:path w="8691" h="11407" extrusionOk="0">
                  <a:moveTo>
                    <a:pt x="7819" y="0"/>
                  </a:moveTo>
                  <a:lnTo>
                    <a:pt x="0" y="468"/>
                  </a:lnTo>
                  <a:lnTo>
                    <a:pt x="872" y="11407"/>
                  </a:lnTo>
                  <a:lnTo>
                    <a:pt x="8691" y="10939"/>
                  </a:lnTo>
                  <a:lnTo>
                    <a:pt x="78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66">
              <a:extLst>
                <a:ext uri="{FF2B5EF4-FFF2-40B4-BE49-F238E27FC236}">
                  <a16:creationId xmlns:a16="http://schemas.microsoft.com/office/drawing/2014/main" id="{C9612943-1842-617A-15DD-229D423A917E}"/>
                </a:ext>
              </a:extLst>
            </p:cNvPr>
            <p:cNvSpPr/>
            <p:nvPr/>
          </p:nvSpPr>
          <p:spPr>
            <a:xfrm>
              <a:off x="4822375" y="1299400"/>
              <a:ext cx="219875" cy="287775"/>
            </a:xfrm>
            <a:custGeom>
              <a:avLst/>
              <a:gdLst/>
              <a:ahLst/>
              <a:cxnLst/>
              <a:rect l="l" t="t" r="r" b="b"/>
              <a:pathLst>
                <a:path w="8795" h="11511" extrusionOk="0">
                  <a:moveTo>
                    <a:pt x="7824" y="99"/>
                  </a:moveTo>
                  <a:lnTo>
                    <a:pt x="8691" y="10945"/>
                  </a:lnTo>
                  <a:lnTo>
                    <a:pt x="966" y="11407"/>
                  </a:lnTo>
                  <a:lnTo>
                    <a:pt x="104" y="566"/>
                  </a:lnTo>
                  <a:lnTo>
                    <a:pt x="7824" y="99"/>
                  </a:lnTo>
                  <a:close/>
                  <a:moveTo>
                    <a:pt x="7865" y="1"/>
                  </a:moveTo>
                  <a:lnTo>
                    <a:pt x="47" y="473"/>
                  </a:lnTo>
                  <a:cubicBezTo>
                    <a:pt x="36" y="473"/>
                    <a:pt x="21" y="478"/>
                    <a:pt x="16" y="489"/>
                  </a:cubicBezTo>
                  <a:cubicBezTo>
                    <a:pt x="5" y="499"/>
                    <a:pt x="0" y="509"/>
                    <a:pt x="0" y="525"/>
                  </a:cubicBezTo>
                  <a:lnTo>
                    <a:pt x="877" y="11464"/>
                  </a:lnTo>
                  <a:cubicBezTo>
                    <a:pt x="877" y="11490"/>
                    <a:pt x="898" y="11511"/>
                    <a:pt x="924" y="11511"/>
                  </a:cubicBezTo>
                  <a:lnTo>
                    <a:pt x="929" y="11511"/>
                  </a:lnTo>
                  <a:lnTo>
                    <a:pt x="8748" y="11038"/>
                  </a:lnTo>
                  <a:cubicBezTo>
                    <a:pt x="8758" y="11038"/>
                    <a:pt x="8774" y="11033"/>
                    <a:pt x="8779" y="11022"/>
                  </a:cubicBezTo>
                  <a:cubicBezTo>
                    <a:pt x="8790" y="11012"/>
                    <a:pt x="8795" y="10997"/>
                    <a:pt x="8795" y="10986"/>
                  </a:cubicBezTo>
                  <a:lnTo>
                    <a:pt x="7917" y="47"/>
                  </a:lnTo>
                  <a:cubicBezTo>
                    <a:pt x="7917" y="21"/>
                    <a:pt x="7891" y="1"/>
                    <a:pt x="7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66">
              <a:extLst>
                <a:ext uri="{FF2B5EF4-FFF2-40B4-BE49-F238E27FC236}">
                  <a16:creationId xmlns:a16="http://schemas.microsoft.com/office/drawing/2014/main" id="{DEC426DB-5EFA-2F90-8DFC-DBD0C595341A}"/>
                </a:ext>
              </a:extLst>
            </p:cNvPr>
            <p:cNvSpPr/>
            <p:nvPr/>
          </p:nvSpPr>
          <p:spPr>
            <a:xfrm>
              <a:off x="4852875" y="1271225"/>
              <a:ext cx="233500" cy="302850"/>
            </a:xfrm>
            <a:custGeom>
              <a:avLst/>
              <a:gdLst/>
              <a:ahLst/>
              <a:cxnLst/>
              <a:rect l="l" t="t" r="r" b="b"/>
              <a:pathLst>
                <a:path w="9340" h="12114" extrusionOk="0">
                  <a:moveTo>
                    <a:pt x="2549" y="1"/>
                  </a:moveTo>
                  <a:lnTo>
                    <a:pt x="0" y="10685"/>
                  </a:lnTo>
                  <a:lnTo>
                    <a:pt x="6791" y="12113"/>
                  </a:lnTo>
                  <a:lnTo>
                    <a:pt x="9340" y="1429"/>
                  </a:lnTo>
                  <a:lnTo>
                    <a:pt x="25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66">
              <a:extLst>
                <a:ext uri="{FF2B5EF4-FFF2-40B4-BE49-F238E27FC236}">
                  <a16:creationId xmlns:a16="http://schemas.microsoft.com/office/drawing/2014/main" id="{C718F004-C7CE-36C1-3690-91AB17A26E71}"/>
                </a:ext>
              </a:extLst>
            </p:cNvPr>
            <p:cNvSpPr/>
            <p:nvPr/>
          </p:nvSpPr>
          <p:spPr>
            <a:xfrm>
              <a:off x="4851575" y="1270125"/>
              <a:ext cx="236100" cy="305250"/>
            </a:xfrm>
            <a:custGeom>
              <a:avLst/>
              <a:gdLst/>
              <a:ahLst/>
              <a:cxnLst/>
              <a:rect l="l" t="t" r="r" b="b"/>
              <a:pathLst>
                <a:path w="9444" h="12210" extrusionOk="0">
                  <a:moveTo>
                    <a:pt x="2638" y="102"/>
                  </a:moveTo>
                  <a:lnTo>
                    <a:pt x="9340" y="1514"/>
                  </a:lnTo>
                  <a:lnTo>
                    <a:pt x="6807" y="12100"/>
                  </a:lnTo>
                  <a:lnTo>
                    <a:pt x="109" y="10693"/>
                  </a:lnTo>
                  <a:lnTo>
                    <a:pt x="2638" y="102"/>
                  </a:lnTo>
                  <a:close/>
                  <a:moveTo>
                    <a:pt x="2598" y="1"/>
                  </a:moveTo>
                  <a:cubicBezTo>
                    <a:pt x="2577" y="1"/>
                    <a:pt x="2559" y="19"/>
                    <a:pt x="2555" y="40"/>
                  </a:cubicBezTo>
                  <a:lnTo>
                    <a:pt x="5" y="10719"/>
                  </a:lnTo>
                  <a:cubicBezTo>
                    <a:pt x="0" y="10735"/>
                    <a:pt x="0" y="10745"/>
                    <a:pt x="11" y="10761"/>
                  </a:cubicBezTo>
                  <a:cubicBezTo>
                    <a:pt x="16" y="10771"/>
                    <a:pt x="26" y="10776"/>
                    <a:pt x="42" y="10781"/>
                  </a:cubicBezTo>
                  <a:lnTo>
                    <a:pt x="6832" y="12209"/>
                  </a:lnTo>
                  <a:lnTo>
                    <a:pt x="6843" y="12209"/>
                  </a:lnTo>
                  <a:cubicBezTo>
                    <a:pt x="6864" y="12209"/>
                    <a:pt x="6884" y="12193"/>
                    <a:pt x="6890" y="12173"/>
                  </a:cubicBezTo>
                  <a:lnTo>
                    <a:pt x="9439" y="1488"/>
                  </a:lnTo>
                  <a:cubicBezTo>
                    <a:pt x="9444" y="1473"/>
                    <a:pt x="9444" y="1462"/>
                    <a:pt x="9434" y="1452"/>
                  </a:cubicBezTo>
                  <a:cubicBezTo>
                    <a:pt x="9428" y="1436"/>
                    <a:pt x="9418" y="1431"/>
                    <a:pt x="9402" y="1431"/>
                  </a:cubicBezTo>
                  <a:lnTo>
                    <a:pt x="2612" y="3"/>
                  </a:lnTo>
                  <a:cubicBezTo>
                    <a:pt x="2607" y="2"/>
                    <a:pt x="2602" y="1"/>
                    <a:pt x="2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66">
              <a:extLst>
                <a:ext uri="{FF2B5EF4-FFF2-40B4-BE49-F238E27FC236}">
                  <a16:creationId xmlns:a16="http://schemas.microsoft.com/office/drawing/2014/main" id="{475E6F5F-5028-BE1C-FEF6-89D8D0981E19}"/>
                </a:ext>
              </a:extLst>
            </p:cNvPr>
            <p:cNvSpPr/>
            <p:nvPr/>
          </p:nvSpPr>
          <p:spPr>
            <a:xfrm>
              <a:off x="4839375" y="1360150"/>
              <a:ext cx="258425" cy="205600"/>
            </a:xfrm>
            <a:custGeom>
              <a:avLst/>
              <a:gdLst/>
              <a:ahLst/>
              <a:cxnLst/>
              <a:rect l="l" t="t" r="r" b="b"/>
              <a:pathLst>
                <a:path w="10337" h="8224" extrusionOk="0">
                  <a:moveTo>
                    <a:pt x="1485" y="0"/>
                  </a:moveTo>
                  <a:lnTo>
                    <a:pt x="0" y="5633"/>
                  </a:lnTo>
                  <a:lnTo>
                    <a:pt x="8847" y="8224"/>
                  </a:lnTo>
                  <a:lnTo>
                    <a:pt x="10337" y="2591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66">
              <a:extLst>
                <a:ext uri="{FF2B5EF4-FFF2-40B4-BE49-F238E27FC236}">
                  <a16:creationId xmlns:a16="http://schemas.microsoft.com/office/drawing/2014/main" id="{AB06F183-149A-54BF-C40D-ED5BECEFBE8B}"/>
                </a:ext>
              </a:extLst>
            </p:cNvPr>
            <p:cNvSpPr/>
            <p:nvPr/>
          </p:nvSpPr>
          <p:spPr>
            <a:xfrm>
              <a:off x="4837950" y="1358850"/>
              <a:ext cx="261025" cy="208200"/>
            </a:xfrm>
            <a:custGeom>
              <a:avLst/>
              <a:gdLst/>
              <a:ahLst/>
              <a:cxnLst/>
              <a:rect l="l" t="t" r="r" b="b"/>
              <a:pathLst>
                <a:path w="10441" h="8328" extrusionOk="0">
                  <a:moveTo>
                    <a:pt x="1578" y="109"/>
                  </a:moveTo>
                  <a:lnTo>
                    <a:pt x="10332" y="2674"/>
                  </a:lnTo>
                  <a:lnTo>
                    <a:pt x="8873" y="8219"/>
                  </a:lnTo>
                  <a:lnTo>
                    <a:pt x="114" y="5649"/>
                  </a:lnTo>
                  <a:lnTo>
                    <a:pt x="1578" y="109"/>
                  </a:lnTo>
                  <a:close/>
                  <a:moveTo>
                    <a:pt x="1558" y="0"/>
                  </a:moveTo>
                  <a:cubicBezTo>
                    <a:pt x="1542" y="0"/>
                    <a:pt x="1532" y="0"/>
                    <a:pt x="1516" y="6"/>
                  </a:cubicBezTo>
                  <a:cubicBezTo>
                    <a:pt x="1506" y="11"/>
                    <a:pt x="1500" y="21"/>
                    <a:pt x="1495" y="37"/>
                  </a:cubicBezTo>
                  <a:lnTo>
                    <a:pt x="10" y="5670"/>
                  </a:lnTo>
                  <a:cubicBezTo>
                    <a:pt x="0" y="5696"/>
                    <a:pt x="16" y="5722"/>
                    <a:pt x="42" y="5732"/>
                  </a:cubicBezTo>
                  <a:lnTo>
                    <a:pt x="8893" y="8328"/>
                  </a:lnTo>
                  <a:lnTo>
                    <a:pt x="8904" y="8328"/>
                  </a:lnTo>
                  <a:cubicBezTo>
                    <a:pt x="8914" y="8328"/>
                    <a:pt x="8919" y="8323"/>
                    <a:pt x="8925" y="8317"/>
                  </a:cubicBezTo>
                  <a:cubicBezTo>
                    <a:pt x="8935" y="8312"/>
                    <a:pt x="8945" y="8302"/>
                    <a:pt x="8951" y="8291"/>
                  </a:cubicBezTo>
                  <a:lnTo>
                    <a:pt x="10435" y="2653"/>
                  </a:lnTo>
                  <a:cubicBezTo>
                    <a:pt x="10441" y="2627"/>
                    <a:pt x="10430" y="2601"/>
                    <a:pt x="10404" y="2596"/>
                  </a:cubicBezTo>
                  <a:lnTo>
                    <a:pt x="15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66">
              <a:extLst>
                <a:ext uri="{FF2B5EF4-FFF2-40B4-BE49-F238E27FC236}">
                  <a16:creationId xmlns:a16="http://schemas.microsoft.com/office/drawing/2014/main" id="{219F254E-A033-CFE4-BCB5-108E3049B2B4}"/>
                </a:ext>
              </a:extLst>
            </p:cNvPr>
            <p:cNvSpPr/>
            <p:nvPr/>
          </p:nvSpPr>
          <p:spPr>
            <a:xfrm>
              <a:off x="4776800" y="1414150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" y="0"/>
                  </a:moveTo>
                  <a:lnTo>
                    <a:pt x="1" y="11494"/>
                  </a:lnTo>
                  <a:lnTo>
                    <a:pt x="13598" y="11494"/>
                  </a:lnTo>
                  <a:lnTo>
                    <a:pt x="13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66">
              <a:extLst>
                <a:ext uri="{FF2B5EF4-FFF2-40B4-BE49-F238E27FC236}">
                  <a16:creationId xmlns:a16="http://schemas.microsoft.com/office/drawing/2014/main" id="{A1620D5B-57A6-B713-F1C6-8EB5EE4E72AF}"/>
                </a:ext>
              </a:extLst>
            </p:cNvPr>
            <p:cNvSpPr/>
            <p:nvPr/>
          </p:nvSpPr>
          <p:spPr>
            <a:xfrm>
              <a:off x="4776801" y="1414149"/>
              <a:ext cx="339950" cy="287375"/>
            </a:xfrm>
            <a:custGeom>
              <a:avLst/>
              <a:gdLst/>
              <a:ahLst/>
              <a:cxnLst/>
              <a:rect l="l" t="t" r="r" b="b"/>
              <a:pathLst>
                <a:path w="13598" h="11495" extrusionOk="0">
                  <a:moveTo>
                    <a:pt x="13598" y="11494"/>
                  </a:moveTo>
                  <a:lnTo>
                    <a:pt x="1" y="11494"/>
                  </a:lnTo>
                  <a:lnTo>
                    <a:pt x="1" y="0"/>
                  </a:lnTo>
                  <a:lnTo>
                    <a:pt x="1359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66">
              <a:extLst>
                <a:ext uri="{FF2B5EF4-FFF2-40B4-BE49-F238E27FC236}">
                  <a16:creationId xmlns:a16="http://schemas.microsoft.com/office/drawing/2014/main" id="{02EA0B8A-968B-4246-A205-F50B7DED1E9A}"/>
                </a:ext>
              </a:extLst>
            </p:cNvPr>
            <p:cNvSpPr/>
            <p:nvPr/>
          </p:nvSpPr>
          <p:spPr>
            <a:xfrm>
              <a:off x="4775650" y="1412975"/>
              <a:ext cx="342400" cy="289850"/>
            </a:xfrm>
            <a:custGeom>
              <a:avLst/>
              <a:gdLst/>
              <a:ahLst/>
              <a:cxnLst/>
              <a:rect l="l" t="t" r="r" b="b"/>
              <a:pathLst>
                <a:path w="13696" h="11594" extrusionOk="0">
                  <a:moveTo>
                    <a:pt x="13597" y="99"/>
                  </a:moveTo>
                  <a:lnTo>
                    <a:pt x="13597" y="11495"/>
                  </a:lnTo>
                  <a:lnTo>
                    <a:pt x="99" y="11495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11541"/>
                  </a:lnTo>
                  <a:cubicBezTo>
                    <a:pt x="0" y="11567"/>
                    <a:pt x="21" y="11593"/>
                    <a:pt x="47" y="11593"/>
                  </a:cubicBezTo>
                  <a:lnTo>
                    <a:pt x="13644" y="11593"/>
                  </a:lnTo>
                  <a:cubicBezTo>
                    <a:pt x="13675" y="11593"/>
                    <a:pt x="13696" y="11567"/>
                    <a:pt x="13696" y="11541"/>
                  </a:cubicBezTo>
                  <a:lnTo>
                    <a:pt x="13696" y="47"/>
                  </a:lnTo>
                  <a:cubicBezTo>
                    <a:pt x="13696" y="21"/>
                    <a:pt x="13675" y="0"/>
                    <a:pt x="13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66">
              <a:extLst>
                <a:ext uri="{FF2B5EF4-FFF2-40B4-BE49-F238E27FC236}">
                  <a16:creationId xmlns:a16="http://schemas.microsoft.com/office/drawing/2014/main" id="{DB67FEA9-AB85-D69F-D362-16D6F4BF99D0}"/>
                </a:ext>
              </a:extLst>
            </p:cNvPr>
            <p:cNvSpPr/>
            <p:nvPr/>
          </p:nvSpPr>
          <p:spPr>
            <a:xfrm>
              <a:off x="4728000" y="1414150"/>
              <a:ext cx="48825" cy="287375"/>
            </a:xfrm>
            <a:custGeom>
              <a:avLst/>
              <a:gdLst/>
              <a:ahLst/>
              <a:cxnLst/>
              <a:rect l="l" t="t" r="r" b="b"/>
              <a:pathLst>
                <a:path w="1953" h="11495" extrusionOk="0">
                  <a:moveTo>
                    <a:pt x="1953" y="0"/>
                  </a:moveTo>
                  <a:lnTo>
                    <a:pt x="1" y="88"/>
                  </a:lnTo>
                  <a:lnTo>
                    <a:pt x="1" y="10908"/>
                  </a:lnTo>
                  <a:lnTo>
                    <a:pt x="1953" y="1149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66">
              <a:extLst>
                <a:ext uri="{FF2B5EF4-FFF2-40B4-BE49-F238E27FC236}">
                  <a16:creationId xmlns:a16="http://schemas.microsoft.com/office/drawing/2014/main" id="{5B4BB741-1FC0-2617-1067-B863DD4E5BAC}"/>
                </a:ext>
              </a:extLst>
            </p:cNvPr>
            <p:cNvSpPr/>
            <p:nvPr/>
          </p:nvSpPr>
          <p:spPr>
            <a:xfrm>
              <a:off x="4726850" y="1412975"/>
              <a:ext cx="51275" cy="289850"/>
            </a:xfrm>
            <a:custGeom>
              <a:avLst/>
              <a:gdLst/>
              <a:ahLst/>
              <a:cxnLst/>
              <a:rect l="l" t="t" r="r" b="b"/>
              <a:pathLst>
                <a:path w="2051" h="11594" extrusionOk="0">
                  <a:moveTo>
                    <a:pt x="1952" y="99"/>
                  </a:moveTo>
                  <a:lnTo>
                    <a:pt x="1952" y="11479"/>
                  </a:lnTo>
                  <a:lnTo>
                    <a:pt x="99" y="10918"/>
                  </a:lnTo>
                  <a:lnTo>
                    <a:pt x="99" y="187"/>
                  </a:lnTo>
                  <a:lnTo>
                    <a:pt x="1952" y="99"/>
                  </a:lnTo>
                  <a:close/>
                  <a:moveTo>
                    <a:pt x="1999" y="0"/>
                  </a:moveTo>
                  <a:lnTo>
                    <a:pt x="47" y="89"/>
                  </a:lnTo>
                  <a:cubicBezTo>
                    <a:pt x="21" y="89"/>
                    <a:pt x="0" y="109"/>
                    <a:pt x="0" y="135"/>
                  </a:cubicBezTo>
                  <a:lnTo>
                    <a:pt x="0" y="10955"/>
                  </a:lnTo>
                  <a:cubicBezTo>
                    <a:pt x="0" y="10975"/>
                    <a:pt x="10" y="10996"/>
                    <a:pt x="31" y="11001"/>
                  </a:cubicBezTo>
                  <a:lnTo>
                    <a:pt x="1988" y="11593"/>
                  </a:lnTo>
                  <a:lnTo>
                    <a:pt x="1999" y="11593"/>
                  </a:lnTo>
                  <a:cubicBezTo>
                    <a:pt x="2030" y="11593"/>
                    <a:pt x="2051" y="11567"/>
                    <a:pt x="2051" y="11541"/>
                  </a:cubicBezTo>
                  <a:lnTo>
                    <a:pt x="2051" y="47"/>
                  </a:lnTo>
                  <a:cubicBezTo>
                    <a:pt x="2051" y="21"/>
                    <a:pt x="2025" y="0"/>
                    <a:pt x="1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66">
              <a:extLst>
                <a:ext uri="{FF2B5EF4-FFF2-40B4-BE49-F238E27FC236}">
                  <a16:creationId xmlns:a16="http://schemas.microsoft.com/office/drawing/2014/main" id="{AC9F278B-AA2C-2BAC-9F80-342D70E66D7A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66">
              <a:extLst>
                <a:ext uri="{FF2B5EF4-FFF2-40B4-BE49-F238E27FC236}">
                  <a16:creationId xmlns:a16="http://schemas.microsoft.com/office/drawing/2014/main" id="{27BAF697-A671-625A-8CB5-2CCDBC34B7BD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66">
              <a:extLst>
                <a:ext uri="{FF2B5EF4-FFF2-40B4-BE49-F238E27FC236}">
                  <a16:creationId xmlns:a16="http://schemas.microsoft.com/office/drawing/2014/main" id="{AC7E8B8E-D323-8246-2DB8-8DABB75A8C45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66">
              <a:extLst>
                <a:ext uri="{FF2B5EF4-FFF2-40B4-BE49-F238E27FC236}">
                  <a16:creationId xmlns:a16="http://schemas.microsoft.com/office/drawing/2014/main" id="{7A7E7851-27C6-E75E-B9FB-F4867032D5C7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66">
              <a:extLst>
                <a:ext uri="{FF2B5EF4-FFF2-40B4-BE49-F238E27FC236}">
                  <a16:creationId xmlns:a16="http://schemas.microsoft.com/office/drawing/2014/main" id="{A9BC760B-8E01-6019-0E14-AED469D93916}"/>
                </a:ext>
              </a:extLst>
            </p:cNvPr>
            <p:cNvSpPr/>
            <p:nvPr/>
          </p:nvSpPr>
          <p:spPr>
            <a:xfrm>
              <a:off x="4914250" y="1443475"/>
              <a:ext cx="96600" cy="25200"/>
            </a:xfrm>
            <a:custGeom>
              <a:avLst/>
              <a:gdLst/>
              <a:ahLst/>
              <a:cxnLst/>
              <a:rect l="l" t="t" r="r" b="b"/>
              <a:pathLst>
                <a:path w="3864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365" y="1008"/>
                  </a:lnTo>
                  <a:cubicBezTo>
                    <a:pt x="3640" y="1002"/>
                    <a:pt x="3863" y="779"/>
                    <a:pt x="3863" y="504"/>
                  </a:cubicBezTo>
                  <a:cubicBezTo>
                    <a:pt x="3863" y="224"/>
                    <a:pt x="3640" y="0"/>
                    <a:pt x="3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66">
              <a:extLst>
                <a:ext uri="{FF2B5EF4-FFF2-40B4-BE49-F238E27FC236}">
                  <a16:creationId xmlns:a16="http://schemas.microsoft.com/office/drawing/2014/main" id="{8E5DCDEE-C187-F29E-1980-3891A2C0EA6C}"/>
                </a:ext>
              </a:extLst>
            </p:cNvPr>
            <p:cNvSpPr/>
            <p:nvPr/>
          </p:nvSpPr>
          <p:spPr>
            <a:xfrm>
              <a:off x="4913100" y="1442175"/>
              <a:ext cx="99050" cy="27675"/>
            </a:xfrm>
            <a:custGeom>
              <a:avLst/>
              <a:gdLst/>
              <a:ahLst/>
              <a:cxnLst/>
              <a:rect l="l" t="t" r="r" b="b"/>
              <a:pathLst>
                <a:path w="3962" h="1107" extrusionOk="0">
                  <a:moveTo>
                    <a:pt x="3411" y="99"/>
                  </a:moveTo>
                  <a:cubicBezTo>
                    <a:pt x="3660" y="99"/>
                    <a:pt x="3863" y="307"/>
                    <a:pt x="3863" y="556"/>
                  </a:cubicBezTo>
                  <a:cubicBezTo>
                    <a:pt x="3863" y="805"/>
                    <a:pt x="3660" y="1008"/>
                    <a:pt x="3411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411" y="1106"/>
                  </a:lnTo>
                  <a:cubicBezTo>
                    <a:pt x="3712" y="1106"/>
                    <a:pt x="3961" y="857"/>
                    <a:pt x="3961" y="556"/>
                  </a:cubicBezTo>
                  <a:cubicBezTo>
                    <a:pt x="3961" y="250"/>
                    <a:pt x="3712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66">
              <a:extLst>
                <a:ext uri="{FF2B5EF4-FFF2-40B4-BE49-F238E27FC236}">
                  <a16:creationId xmlns:a16="http://schemas.microsoft.com/office/drawing/2014/main" id="{2EE4787D-CFEA-25E1-8203-D78E8694BB3F}"/>
                </a:ext>
              </a:extLst>
            </p:cNvPr>
            <p:cNvSpPr/>
            <p:nvPr/>
          </p:nvSpPr>
          <p:spPr>
            <a:xfrm>
              <a:off x="4914250" y="1443475"/>
              <a:ext cx="88550" cy="25200"/>
            </a:xfrm>
            <a:custGeom>
              <a:avLst/>
              <a:gdLst/>
              <a:ahLst/>
              <a:cxnLst/>
              <a:rect l="l" t="t" r="r" b="b"/>
              <a:pathLst>
                <a:path w="3542" h="1008" extrusionOk="0">
                  <a:moveTo>
                    <a:pt x="504" y="0"/>
                  </a:moveTo>
                  <a:cubicBezTo>
                    <a:pt x="224" y="0"/>
                    <a:pt x="1" y="224"/>
                    <a:pt x="1" y="504"/>
                  </a:cubicBezTo>
                  <a:cubicBezTo>
                    <a:pt x="1" y="779"/>
                    <a:pt x="224" y="1008"/>
                    <a:pt x="504" y="1008"/>
                  </a:cubicBezTo>
                  <a:lnTo>
                    <a:pt x="3038" y="1008"/>
                  </a:lnTo>
                  <a:cubicBezTo>
                    <a:pt x="3313" y="1008"/>
                    <a:pt x="3542" y="779"/>
                    <a:pt x="3542" y="504"/>
                  </a:cubicBezTo>
                  <a:cubicBezTo>
                    <a:pt x="3542" y="224"/>
                    <a:pt x="3313" y="0"/>
                    <a:pt x="30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66">
              <a:extLst>
                <a:ext uri="{FF2B5EF4-FFF2-40B4-BE49-F238E27FC236}">
                  <a16:creationId xmlns:a16="http://schemas.microsoft.com/office/drawing/2014/main" id="{49C4D2BE-9254-C91F-FDF6-BF3B95181AEE}"/>
                </a:ext>
              </a:extLst>
            </p:cNvPr>
            <p:cNvSpPr/>
            <p:nvPr/>
          </p:nvSpPr>
          <p:spPr>
            <a:xfrm>
              <a:off x="4913100" y="1442175"/>
              <a:ext cx="90875" cy="27675"/>
            </a:xfrm>
            <a:custGeom>
              <a:avLst/>
              <a:gdLst/>
              <a:ahLst/>
              <a:cxnLst/>
              <a:rect l="l" t="t" r="r" b="b"/>
              <a:pathLst>
                <a:path w="3635" h="1107" extrusionOk="0">
                  <a:moveTo>
                    <a:pt x="3084" y="99"/>
                  </a:moveTo>
                  <a:cubicBezTo>
                    <a:pt x="3333" y="99"/>
                    <a:pt x="3536" y="307"/>
                    <a:pt x="3536" y="556"/>
                  </a:cubicBezTo>
                  <a:cubicBezTo>
                    <a:pt x="3536" y="805"/>
                    <a:pt x="3333" y="1008"/>
                    <a:pt x="3084" y="1008"/>
                  </a:cubicBezTo>
                  <a:lnTo>
                    <a:pt x="550" y="1008"/>
                  </a:lnTo>
                  <a:cubicBezTo>
                    <a:pt x="296" y="1008"/>
                    <a:pt x="94" y="805"/>
                    <a:pt x="94" y="556"/>
                  </a:cubicBezTo>
                  <a:cubicBezTo>
                    <a:pt x="94" y="307"/>
                    <a:pt x="296" y="99"/>
                    <a:pt x="550" y="99"/>
                  </a:cubicBezTo>
                  <a:close/>
                  <a:moveTo>
                    <a:pt x="550" y="0"/>
                  </a:moveTo>
                  <a:cubicBezTo>
                    <a:pt x="244" y="0"/>
                    <a:pt x="0" y="250"/>
                    <a:pt x="0" y="556"/>
                  </a:cubicBezTo>
                  <a:cubicBezTo>
                    <a:pt x="0" y="857"/>
                    <a:pt x="244" y="1106"/>
                    <a:pt x="550" y="1106"/>
                  </a:cubicBezTo>
                  <a:lnTo>
                    <a:pt x="3084" y="1106"/>
                  </a:lnTo>
                  <a:cubicBezTo>
                    <a:pt x="3390" y="1106"/>
                    <a:pt x="3634" y="857"/>
                    <a:pt x="3634" y="556"/>
                  </a:cubicBezTo>
                  <a:cubicBezTo>
                    <a:pt x="3634" y="250"/>
                    <a:pt x="3390" y="0"/>
                    <a:pt x="3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7" name="Google Shape;3067;p66">
            <a:extLst>
              <a:ext uri="{FF2B5EF4-FFF2-40B4-BE49-F238E27FC236}">
                <a16:creationId xmlns:a16="http://schemas.microsoft.com/office/drawing/2014/main" id="{40726849-9AC7-95A4-B7F6-5295BA049C53}"/>
              </a:ext>
            </a:extLst>
          </p:cNvPr>
          <p:cNvSpPr/>
          <p:nvPr/>
        </p:nvSpPr>
        <p:spPr>
          <a:xfrm rot="-4511497" flipH="1">
            <a:off x="538982" y="43447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8" name="Google Shape;3068;p66">
            <a:extLst>
              <a:ext uri="{FF2B5EF4-FFF2-40B4-BE49-F238E27FC236}">
                <a16:creationId xmlns:a16="http://schemas.microsoft.com/office/drawing/2014/main" id="{199B6624-38CE-3D67-89B4-A2B844422B02}"/>
              </a:ext>
            </a:extLst>
          </p:cNvPr>
          <p:cNvSpPr/>
          <p:nvPr/>
        </p:nvSpPr>
        <p:spPr>
          <a:xfrm flipH="1">
            <a:off x="960888" y="20402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66">
            <a:extLst>
              <a:ext uri="{FF2B5EF4-FFF2-40B4-BE49-F238E27FC236}">
                <a16:creationId xmlns:a16="http://schemas.microsoft.com/office/drawing/2014/main" id="{259ED27B-0D2C-1967-B13E-96F19185274F}"/>
              </a:ext>
            </a:extLst>
          </p:cNvPr>
          <p:cNvSpPr/>
          <p:nvPr/>
        </p:nvSpPr>
        <p:spPr>
          <a:xfrm flipH="1">
            <a:off x="809188" y="569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66">
            <a:extLst>
              <a:ext uri="{FF2B5EF4-FFF2-40B4-BE49-F238E27FC236}">
                <a16:creationId xmlns:a16="http://schemas.microsoft.com/office/drawing/2014/main" id="{1C2DEFBE-13F8-492C-9AA9-10841D4C94AC}"/>
              </a:ext>
            </a:extLst>
          </p:cNvPr>
          <p:cNvSpPr/>
          <p:nvPr/>
        </p:nvSpPr>
        <p:spPr>
          <a:xfrm rot="-4514075" flipH="1">
            <a:off x="294014" y="282557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66">
            <a:extLst>
              <a:ext uri="{FF2B5EF4-FFF2-40B4-BE49-F238E27FC236}">
                <a16:creationId xmlns:a16="http://schemas.microsoft.com/office/drawing/2014/main" id="{074E49FD-4E19-E610-C1ED-44A580238A0E}"/>
              </a:ext>
            </a:extLst>
          </p:cNvPr>
          <p:cNvSpPr/>
          <p:nvPr/>
        </p:nvSpPr>
        <p:spPr>
          <a:xfrm flipH="1">
            <a:off x="370688" y="1511263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66">
            <a:extLst>
              <a:ext uri="{FF2B5EF4-FFF2-40B4-BE49-F238E27FC236}">
                <a16:creationId xmlns:a16="http://schemas.microsoft.com/office/drawing/2014/main" id="{4C72AAF0-D914-AB25-2E0C-E5AB19381E6C}"/>
              </a:ext>
            </a:extLst>
          </p:cNvPr>
          <p:cNvSpPr/>
          <p:nvPr/>
        </p:nvSpPr>
        <p:spPr>
          <a:xfrm rot="-4514075" flipH="1">
            <a:off x="491689" y="1092232"/>
            <a:ext cx="40022" cy="3981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3" name="Google Shape;3073;p66">
            <a:extLst>
              <a:ext uri="{FF2B5EF4-FFF2-40B4-BE49-F238E27FC236}">
                <a16:creationId xmlns:a16="http://schemas.microsoft.com/office/drawing/2014/main" id="{18C7D84E-33F3-F043-A1FF-B187D5606739}"/>
              </a:ext>
            </a:extLst>
          </p:cNvPr>
          <p:cNvSpPr/>
          <p:nvPr/>
        </p:nvSpPr>
        <p:spPr>
          <a:xfrm flipH="1">
            <a:off x="294063" y="1858775"/>
            <a:ext cx="39900" cy="39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4" name="Google Shape;3074;p66">
            <a:extLst>
              <a:ext uri="{FF2B5EF4-FFF2-40B4-BE49-F238E27FC236}">
                <a16:creationId xmlns:a16="http://schemas.microsoft.com/office/drawing/2014/main" id="{027248EF-464C-B616-A9A1-1B5D85F79292}"/>
              </a:ext>
            </a:extLst>
          </p:cNvPr>
          <p:cNvSpPr/>
          <p:nvPr/>
        </p:nvSpPr>
        <p:spPr>
          <a:xfrm flipH="1">
            <a:off x="593863" y="813388"/>
            <a:ext cx="27000" cy="27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66">
            <a:extLst>
              <a:ext uri="{FF2B5EF4-FFF2-40B4-BE49-F238E27FC236}">
                <a16:creationId xmlns:a16="http://schemas.microsoft.com/office/drawing/2014/main" id="{FDB7B422-1B4E-CA85-C13F-0FC22C85BDB7}"/>
              </a:ext>
            </a:extLst>
          </p:cNvPr>
          <p:cNvSpPr/>
          <p:nvPr/>
        </p:nvSpPr>
        <p:spPr>
          <a:xfrm rot="-4511497" flipH="1">
            <a:off x="176332" y="987725"/>
            <a:ext cx="26997" cy="269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6" name="Google Shape;3076;p66">
            <a:extLst>
              <a:ext uri="{FF2B5EF4-FFF2-40B4-BE49-F238E27FC236}">
                <a16:creationId xmlns:a16="http://schemas.microsoft.com/office/drawing/2014/main" id="{441317C8-05E9-DBC0-D9FA-87D71B686112}"/>
              </a:ext>
            </a:extLst>
          </p:cNvPr>
          <p:cNvGrpSpPr/>
          <p:nvPr/>
        </p:nvGrpSpPr>
        <p:grpSpPr>
          <a:xfrm>
            <a:off x="8090775" y="2649850"/>
            <a:ext cx="758675" cy="1431862"/>
            <a:chOff x="401225" y="3201250"/>
            <a:chExt cx="758675" cy="1431862"/>
          </a:xfrm>
        </p:grpSpPr>
        <p:sp>
          <p:nvSpPr>
            <p:cNvPr id="3077" name="Google Shape;3077;p66">
              <a:extLst>
                <a:ext uri="{FF2B5EF4-FFF2-40B4-BE49-F238E27FC236}">
                  <a16:creationId xmlns:a16="http://schemas.microsoft.com/office/drawing/2014/main" id="{F11DB0B2-34B9-156F-E512-578AEDE777F1}"/>
                </a:ext>
              </a:extLst>
            </p:cNvPr>
            <p:cNvSpPr/>
            <p:nvPr/>
          </p:nvSpPr>
          <p:spPr>
            <a:xfrm flipH="1">
              <a:off x="401225" y="4207625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6">
              <a:extLst>
                <a:ext uri="{FF2B5EF4-FFF2-40B4-BE49-F238E27FC236}">
                  <a16:creationId xmlns:a16="http://schemas.microsoft.com/office/drawing/2014/main" id="{9E88A8E5-2FE4-4ABE-9800-5F0D18D04496}"/>
                </a:ext>
              </a:extLst>
            </p:cNvPr>
            <p:cNvSpPr/>
            <p:nvPr/>
          </p:nvSpPr>
          <p:spPr>
            <a:xfrm flipH="1">
              <a:off x="688100" y="39037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6">
              <a:extLst>
                <a:ext uri="{FF2B5EF4-FFF2-40B4-BE49-F238E27FC236}">
                  <a16:creationId xmlns:a16="http://schemas.microsoft.com/office/drawing/2014/main" id="{5682FB5E-990A-AA6F-A89D-A5F19752FA7B}"/>
                </a:ext>
              </a:extLst>
            </p:cNvPr>
            <p:cNvSpPr/>
            <p:nvPr/>
          </p:nvSpPr>
          <p:spPr>
            <a:xfrm rot="-4514075" flipH="1">
              <a:off x="594327" y="45886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6">
              <a:extLst>
                <a:ext uri="{FF2B5EF4-FFF2-40B4-BE49-F238E27FC236}">
                  <a16:creationId xmlns:a16="http://schemas.microsoft.com/office/drawing/2014/main" id="{93DDFC45-3C8C-C6D1-8936-3D5A4091D235}"/>
                </a:ext>
              </a:extLst>
            </p:cNvPr>
            <p:cNvSpPr/>
            <p:nvPr/>
          </p:nvSpPr>
          <p:spPr>
            <a:xfrm flipH="1">
              <a:off x="701600" y="36113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6">
              <a:extLst>
                <a:ext uri="{FF2B5EF4-FFF2-40B4-BE49-F238E27FC236}">
                  <a16:creationId xmlns:a16="http://schemas.microsoft.com/office/drawing/2014/main" id="{844BB930-3D88-A5A5-F988-071420308C59}"/>
                </a:ext>
              </a:extLst>
            </p:cNvPr>
            <p:cNvSpPr/>
            <p:nvPr/>
          </p:nvSpPr>
          <p:spPr>
            <a:xfrm flipH="1">
              <a:off x="1132900" y="39826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6">
              <a:extLst>
                <a:ext uri="{FF2B5EF4-FFF2-40B4-BE49-F238E27FC236}">
                  <a16:creationId xmlns:a16="http://schemas.microsoft.com/office/drawing/2014/main" id="{291F884B-964B-6167-F8B3-EF3EF3C79201}"/>
                </a:ext>
              </a:extLst>
            </p:cNvPr>
            <p:cNvSpPr/>
            <p:nvPr/>
          </p:nvSpPr>
          <p:spPr>
            <a:xfrm flipH="1">
              <a:off x="902463" y="3409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66">
              <a:extLst>
                <a:ext uri="{FF2B5EF4-FFF2-40B4-BE49-F238E27FC236}">
                  <a16:creationId xmlns:a16="http://schemas.microsoft.com/office/drawing/2014/main" id="{CF597E41-65D4-159A-3AD5-A423143D2C34}"/>
                </a:ext>
              </a:extLst>
            </p:cNvPr>
            <p:cNvSpPr/>
            <p:nvPr/>
          </p:nvSpPr>
          <p:spPr>
            <a:xfrm rot="-4514075" flipH="1">
              <a:off x="493152" y="33350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66">
              <a:extLst>
                <a:ext uri="{FF2B5EF4-FFF2-40B4-BE49-F238E27FC236}">
                  <a16:creationId xmlns:a16="http://schemas.microsoft.com/office/drawing/2014/main" id="{F4BF16E2-CA71-3A44-ED6D-A5E85CE34A7C}"/>
                </a:ext>
              </a:extLst>
            </p:cNvPr>
            <p:cNvSpPr/>
            <p:nvPr/>
          </p:nvSpPr>
          <p:spPr>
            <a:xfrm flipH="1">
              <a:off x="1042975" y="384082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66">
              <a:extLst>
                <a:ext uri="{FF2B5EF4-FFF2-40B4-BE49-F238E27FC236}">
                  <a16:creationId xmlns:a16="http://schemas.microsoft.com/office/drawing/2014/main" id="{FB786786-0436-678A-AFE1-5C2B02BC6092}"/>
                </a:ext>
              </a:extLst>
            </p:cNvPr>
            <p:cNvSpPr/>
            <p:nvPr/>
          </p:nvSpPr>
          <p:spPr>
            <a:xfrm flipH="1">
              <a:off x="638613" y="320125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4518;p72">
            <a:extLst>
              <a:ext uri="{FF2B5EF4-FFF2-40B4-BE49-F238E27FC236}">
                <a16:creationId xmlns:a16="http://schemas.microsoft.com/office/drawing/2014/main" id="{DD5FF58A-7A5E-98EA-3B98-F4980DDE24CF}"/>
              </a:ext>
            </a:extLst>
          </p:cNvPr>
          <p:cNvGrpSpPr/>
          <p:nvPr/>
        </p:nvGrpSpPr>
        <p:grpSpPr>
          <a:xfrm flipH="1">
            <a:off x="1034617" y="204025"/>
            <a:ext cx="1326575" cy="2005858"/>
            <a:chOff x="2868213" y="570728"/>
            <a:chExt cx="1143501" cy="1729039"/>
          </a:xfrm>
        </p:grpSpPr>
        <p:sp>
          <p:nvSpPr>
            <p:cNvPr id="2893" name="Google Shape;4519;p72">
              <a:extLst>
                <a:ext uri="{FF2B5EF4-FFF2-40B4-BE49-F238E27FC236}">
                  <a16:creationId xmlns:a16="http://schemas.microsoft.com/office/drawing/2014/main" id="{DA2AC1BD-C811-CD73-2989-751A9839D1E9}"/>
                </a:ext>
              </a:extLst>
            </p:cNvPr>
            <p:cNvSpPr/>
            <p:nvPr/>
          </p:nvSpPr>
          <p:spPr>
            <a:xfrm>
              <a:off x="3857646" y="2164558"/>
              <a:ext cx="103304" cy="135209"/>
            </a:xfrm>
            <a:custGeom>
              <a:avLst/>
              <a:gdLst/>
              <a:ahLst/>
              <a:cxnLst/>
              <a:rect l="l" t="t" r="r" b="b"/>
              <a:pathLst>
                <a:path w="1282" h="1678" extrusionOk="0">
                  <a:moveTo>
                    <a:pt x="728" y="0"/>
                  </a:moveTo>
                  <a:lnTo>
                    <a:pt x="0" y="705"/>
                  </a:lnTo>
                  <a:lnTo>
                    <a:pt x="1137" y="1678"/>
                  </a:lnTo>
                  <a:lnTo>
                    <a:pt x="1282" y="1618"/>
                  </a:lnTo>
                  <a:lnTo>
                    <a:pt x="145" y="646"/>
                  </a:lnTo>
                  <a:lnTo>
                    <a:pt x="776" y="41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4" name="Google Shape;4520;p72">
              <a:extLst>
                <a:ext uri="{FF2B5EF4-FFF2-40B4-BE49-F238E27FC236}">
                  <a16:creationId xmlns:a16="http://schemas.microsoft.com/office/drawing/2014/main" id="{E2ACFF41-1884-85BB-BA14-BD3930258075}"/>
                </a:ext>
              </a:extLst>
            </p:cNvPr>
            <p:cNvGrpSpPr/>
            <p:nvPr/>
          </p:nvGrpSpPr>
          <p:grpSpPr>
            <a:xfrm>
              <a:off x="2918172" y="1891399"/>
              <a:ext cx="591296" cy="369369"/>
              <a:chOff x="2918172" y="1891399"/>
              <a:chExt cx="591296" cy="369369"/>
            </a:xfrm>
          </p:grpSpPr>
          <p:sp>
            <p:nvSpPr>
              <p:cNvPr id="2904" name="Google Shape;4521;p72">
                <a:extLst>
                  <a:ext uri="{FF2B5EF4-FFF2-40B4-BE49-F238E27FC236}">
                    <a16:creationId xmlns:a16="http://schemas.microsoft.com/office/drawing/2014/main" id="{865606D1-62E4-7513-4B15-615E6723D422}"/>
                  </a:ext>
                </a:extLst>
              </p:cNvPr>
              <p:cNvSpPr/>
              <p:nvPr/>
            </p:nvSpPr>
            <p:spPr>
              <a:xfrm>
                <a:off x="2963780" y="2242719"/>
                <a:ext cx="545688" cy="18049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224" extrusionOk="0">
                    <a:moveTo>
                      <a:pt x="175" y="1"/>
                    </a:moveTo>
                    <a:lnTo>
                      <a:pt x="1" y="224"/>
                    </a:lnTo>
                    <a:lnTo>
                      <a:pt x="6751" y="224"/>
                    </a:lnTo>
                    <a:cubicBezTo>
                      <a:pt x="6757" y="156"/>
                      <a:pt x="6764" y="81"/>
                      <a:pt x="6772" y="1"/>
                    </a:cubicBez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4522;p72">
                <a:extLst>
                  <a:ext uri="{FF2B5EF4-FFF2-40B4-BE49-F238E27FC236}">
                    <a16:creationId xmlns:a16="http://schemas.microsoft.com/office/drawing/2014/main" id="{516FA7DE-BED8-4B36-1FF4-343ADB117C14}"/>
                  </a:ext>
                </a:extLst>
              </p:cNvPr>
              <p:cNvSpPr/>
              <p:nvPr/>
            </p:nvSpPr>
            <p:spPr>
              <a:xfrm>
                <a:off x="2918172" y="1891399"/>
                <a:ext cx="21273" cy="30248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754" extrusionOk="0">
                    <a:moveTo>
                      <a:pt x="264" y="0"/>
                    </a:moveTo>
                    <a:lnTo>
                      <a:pt x="1" y="188"/>
                    </a:lnTo>
                    <a:lnTo>
                      <a:pt x="1" y="3753"/>
                    </a:lnTo>
                    <a:lnTo>
                      <a:pt x="228" y="3574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95" name="Google Shape;4523;p72">
              <a:extLst>
                <a:ext uri="{FF2B5EF4-FFF2-40B4-BE49-F238E27FC236}">
                  <a16:creationId xmlns:a16="http://schemas.microsoft.com/office/drawing/2014/main" id="{0A0A902F-3095-66A6-2016-B22195A31853}"/>
                </a:ext>
              </a:extLst>
            </p:cNvPr>
            <p:cNvSpPr/>
            <p:nvPr/>
          </p:nvSpPr>
          <p:spPr>
            <a:xfrm>
              <a:off x="3590848" y="2153439"/>
              <a:ext cx="307332" cy="99916"/>
            </a:xfrm>
            <a:custGeom>
              <a:avLst/>
              <a:gdLst/>
              <a:ahLst/>
              <a:cxnLst/>
              <a:rect l="l" t="t" r="r" b="b"/>
              <a:pathLst>
                <a:path w="3814" h="1240" extrusionOk="0">
                  <a:moveTo>
                    <a:pt x="85" y="1"/>
                  </a:moveTo>
                  <a:cubicBezTo>
                    <a:pt x="59" y="90"/>
                    <a:pt x="31" y="184"/>
                    <a:pt x="1" y="266"/>
                  </a:cubicBezTo>
                  <a:cubicBezTo>
                    <a:pt x="83" y="557"/>
                    <a:pt x="211" y="1006"/>
                    <a:pt x="211" y="1006"/>
                  </a:cubicBezTo>
                  <a:lnTo>
                    <a:pt x="211" y="1007"/>
                  </a:lnTo>
                  <a:lnTo>
                    <a:pt x="765" y="1085"/>
                  </a:lnTo>
                  <a:lnTo>
                    <a:pt x="1198" y="691"/>
                  </a:lnTo>
                  <a:lnTo>
                    <a:pt x="1826" y="1240"/>
                  </a:lnTo>
                  <a:lnTo>
                    <a:pt x="3813" y="1240"/>
                  </a:lnTo>
                  <a:lnTo>
                    <a:pt x="3311" y="843"/>
                  </a:lnTo>
                  <a:lnTo>
                    <a:pt x="3311" y="843"/>
                  </a:lnTo>
                  <a:lnTo>
                    <a:pt x="3418" y="1108"/>
                  </a:lnTo>
                  <a:lnTo>
                    <a:pt x="1961" y="1108"/>
                  </a:lnTo>
                  <a:lnTo>
                    <a:pt x="1333" y="559"/>
                  </a:lnTo>
                  <a:lnTo>
                    <a:pt x="899" y="954"/>
                  </a:lnTo>
                  <a:lnTo>
                    <a:pt x="347" y="875"/>
                  </a:lnTo>
                  <a:lnTo>
                    <a:pt x="109" y="45"/>
                  </a:lnTo>
                  <a:cubicBezTo>
                    <a:pt x="101" y="19"/>
                    <a:pt x="94" y="5"/>
                    <a:pt x="85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4524;p72">
              <a:extLst>
                <a:ext uri="{FF2B5EF4-FFF2-40B4-BE49-F238E27FC236}">
                  <a16:creationId xmlns:a16="http://schemas.microsoft.com/office/drawing/2014/main" id="{06410B8E-30F9-D524-7EF6-2479EC9255CA}"/>
                </a:ext>
              </a:extLst>
            </p:cNvPr>
            <p:cNvSpPr/>
            <p:nvPr/>
          </p:nvSpPr>
          <p:spPr>
            <a:xfrm>
              <a:off x="3540647" y="2127331"/>
              <a:ext cx="25222" cy="100883"/>
            </a:xfrm>
            <a:custGeom>
              <a:avLst/>
              <a:gdLst/>
              <a:ahLst/>
              <a:cxnLst/>
              <a:rect l="l" t="t" r="r" b="b"/>
              <a:pathLst>
                <a:path w="313" h="1252" extrusionOk="0">
                  <a:moveTo>
                    <a:pt x="22" y="1"/>
                  </a:moveTo>
                  <a:cubicBezTo>
                    <a:pt x="1" y="248"/>
                    <a:pt x="36" y="334"/>
                    <a:pt x="15" y="560"/>
                  </a:cubicBezTo>
                  <a:cubicBezTo>
                    <a:pt x="66" y="935"/>
                    <a:pt x="128" y="1251"/>
                    <a:pt x="203" y="1251"/>
                  </a:cubicBezTo>
                  <a:cubicBezTo>
                    <a:pt x="234" y="1251"/>
                    <a:pt x="262" y="1225"/>
                    <a:pt x="287" y="1186"/>
                  </a:cubicBezTo>
                  <a:cubicBezTo>
                    <a:pt x="296" y="1159"/>
                    <a:pt x="304" y="1132"/>
                    <a:pt x="312" y="1106"/>
                  </a:cubicBezTo>
                  <a:cubicBezTo>
                    <a:pt x="211" y="1005"/>
                    <a:pt x="71" y="518"/>
                    <a:pt x="22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4525;p72">
              <a:extLst>
                <a:ext uri="{FF2B5EF4-FFF2-40B4-BE49-F238E27FC236}">
                  <a16:creationId xmlns:a16="http://schemas.microsoft.com/office/drawing/2014/main" id="{1323B05F-0D1F-F264-629D-75C2A84D4FD9}"/>
                </a:ext>
              </a:extLst>
            </p:cNvPr>
            <p:cNvSpPr/>
            <p:nvPr/>
          </p:nvSpPr>
          <p:spPr>
            <a:xfrm>
              <a:off x="2868213" y="2174550"/>
              <a:ext cx="71555" cy="120141"/>
            </a:xfrm>
            <a:custGeom>
              <a:avLst/>
              <a:gdLst/>
              <a:ahLst/>
              <a:cxnLst/>
              <a:rect l="l" t="t" r="r" b="b"/>
              <a:pathLst>
                <a:path w="888" h="1491" extrusionOk="0">
                  <a:moveTo>
                    <a:pt x="809" y="1"/>
                  </a:moveTo>
                  <a:lnTo>
                    <a:pt x="0" y="951"/>
                  </a:lnTo>
                  <a:lnTo>
                    <a:pt x="709" y="1491"/>
                  </a:lnTo>
                  <a:lnTo>
                    <a:pt x="828" y="1474"/>
                  </a:lnTo>
                  <a:lnTo>
                    <a:pt x="138" y="944"/>
                  </a:lnTo>
                  <a:lnTo>
                    <a:pt x="887" y="61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4526;p72">
              <a:extLst>
                <a:ext uri="{FF2B5EF4-FFF2-40B4-BE49-F238E27FC236}">
                  <a16:creationId xmlns:a16="http://schemas.microsoft.com/office/drawing/2014/main" id="{6884AAFC-4FE8-DD85-0319-84CD80F3B94C}"/>
                </a:ext>
              </a:extLst>
            </p:cNvPr>
            <p:cNvSpPr/>
            <p:nvPr/>
          </p:nvSpPr>
          <p:spPr>
            <a:xfrm>
              <a:off x="2936463" y="637043"/>
              <a:ext cx="1006202" cy="1605748"/>
            </a:xfrm>
            <a:custGeom>
              <a:avLst/>
              <a:gdLst/>
              <a:ahLst/>
              <a:cxnLst/>
              <a:rect l="l" t="t" r="r" b="b"/>
              <a:pathLst>
                <a:path w="12487" h="19928" fill="none" extrusionOk="0">
                  <a:moveTo>
                    <a:pt x="11585" y="19609"/>
                  </a:moveTo>
                  <a:lnTo>
                    <a:pt x="12176" y="19007"/>
                  </a:lnTo>
                  <a:lnTo>
                    <a:pt x="12486" y="19260"/>
                  </a:lnTo>
                  <a:lnTo>
                    <a:pt x="12486" y="1"/>
                  </a:lnTo>
                  <a:lnTo>
                    <a:pt x="37" y="1"/>
                  </a:lnTo>
                  <a:lnTo>
                    <a:pt x="0" y="19223"/>
                  </a:lnTo>
                  <a:lnTo>
                    <a:pt x="273" y="18910"/>
                  </a:lnTo>
                  <a:lnTo>
                    <a:pt x="951" y="19427"/>
                  </a:lnTo>
                  <a:lnTo>
                    <a:pt x="514" y="19928"/>
                  </a:lnTo>
                  <a:lnTo>
                    <a:pt x="7331" y="19928"/>
                  </a:lnTo>
                  <a:cubicBezTo>
                    <a:pt x="7369" y="19551"/>
                    <a:pt x="7520" y="18774"/>
                    <a:pt x="7520" y="18497"/>
                  </a:cubicBezTo>
                  <a:cubicBezTo>
                    <a:pt x="7520" y="18181"/>
                    <a:pt x="7639" y="19615"/>
                    <a:pt x="7836" y="19615"/>
                  </a:cubicBezTo>
                  <a:cubicBezTo>
                    <a:pt x="8033" y="19615"/>
                    <a:pt x="8152" y="18589"/>
                    <a:pt x="8231" y="18864"/>
                  </a:cubicBezTo>
                  <a:cubicBezTo>
                    <a:pt x="8275" y="19020"/>
                    <a:pt x="8344" y="19263"/>
                    <a:pt x="8397" y="19446"/>
                  </a:cubicBezTo>
                  <a:cubicBezTo>
                    <a:pt x="8440" y="19597"/>
                    <a:pt x="8567" y="19708"/>
                    <a:pt x="8723" y="19730"/>
                  </a:cubicBezTo>
                  <a:lnTo>
                    <a:pt x="8835" y="19746"/>
                  </a:lnTo>
                  <a:cubicBezTo>
                    <a:pt x="8952" y="19763"/>
                    <a:pt x="9070" y="19726"/>
                    <a:pt x="9159" y="19646"/>
                  </a:cubicBezTo>
                  <a:lnTo>
                    <a:pt x="9357" y="19466"/>
                  </a:lnTo>
                  <a:cubicBezTo>
                    <a:pt x="9412" y="19416"/>
                    <a:pt x="9497" y="19416"/>
                    <a:pt x="9553" y="19465"/>
                  </a:cubicBezTo>
                  <a:lnTo>
                    <a:pt x="10082" y="19928"/>
                  </a:lnTo>
                  <a:lnTo>
                    <a:pt x="11941" y="19928"/>
                  </a:lnTo>
                  <a:lnTo>
                    <a:pt x="11585" y="19609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4527;p72">
              <a:extLst>
                <a:ext uri="{FF2B5EF4-FFF2-40B4-BE49-F238E27FC236}">
                  <a16:creationId xmlns:a16="http://schemas.microsoft.com/office/drawing/2014/main" id="{18623361-BA2F-26A5-9B5E-F1F5E25C43FF}"/>
                </a:ext>
              </a:extLst>
            </p:cNvPr>
            <p:cNvSpPr/>
            <p:nvPr/>
          </p:nvSpPr>
          <p:spPr>
            <a:xfrm>
              <a:off x="2874659" y="570728"/>
              <a:ext cx="122885" cy="132792"/>
            </a:xfrm>
            <a:custGeom>
              <a:avLst/>
              <a:gdLst/>
              <a:ahLst/>
              <a:cxnLst/>
              <a:rect l="l" t="t" r="r" b="b"/>
              <a:pathLst>
                <a:path w="1525" h="1648" extrusionOk="0">
                  <a:moveTo>
                    <a:pt x="759" y="0"/>
                  </a:moveTo>
                  <a:lnTo>
                    <a:pt x="1" y="408"/>
                  </a:lnTo>
                  <a:lnTo>
                    <a:pt x="767" y="1647"/>
                  </a:lnTo>
                  <a:lnTo>
                    <a:pt x="1524" y="1238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4528;p72">
              <a:extLst>
                <a:ext uri="{FF2B5EF4-FFF2-40B4-BE49-F238E27FC236}">
                  <a16:creationId xmlns:a16="http://schemas.microsoft.com/office/drawing/2014/main" id="{F9F9B12A-F8BF-A318-D6FF-14D0271BBB75}"/>
                </a:ext>
              </a:extLst>
            </p:cNvPr>
            <p:cNvSpPr/>
            <p:nvPr/>
          </p:nvSpPr>
          <p:spPr>
            <a:xfrm>
              <a:off x="3884559" y="576932"/>
              <a:ext cx="127155" cy="132711"/>
            </a:xfrm>
            <a:custGeom>
              <a:avLst/>
              <a:gdLst/>
              <a:ahLst/>
              <a:cxnLst/>
              <a:rect l="l" t="t" r="r" b="b"/>
              <a:pathLst>
                <a:path w="1578" h="1647" extrusionOk="0">
                  <a:moveTo>
                    <a:pt x="855" y="1"/>
                  </a:moveTo>
                  <a:lnTo>
                    <a:pt x="0" y="1161"/>
                  </a:lnTo>
                  <a:lnTo>
                    <a:pt x="723" y="1646"/>
                  </a:lnTo>
                  <a:lnTo>
                    <a:pt x="1578" y="485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4529;p72">
              <a:extLst>
                <a:ext uri="{FF2B5EF4-FFF2-40B4-BE49-F238E27FC236}">
                  <a16:creationId xmlns:a16="http://schemas.microsoft.com/office/drawing/2014/main" id="{C1EF95AE-17AD-2E7A-7ADC-6E91E3A81AF6}"/>
                </a:ext>
              </a:extLst>
            </p:cNvPr>
            <p:cNvSpPr/>
            <p:nvPr/>
          </p:nvSpPr>
          <p:spPr>
            <a:xfrm>
              <a:off x="2880380" y="2160771"/>
              <a:ext cx="132796" cy="130938"/>
            </a:xfrm>
            <a:custGeom>
              <a:avLst/>
              <a:gdLst/>
              <a:ahLst/>
              <a:cxnLst/>
              <a:rect l="l" t="t" r="r" b="b"/>
              <a:pathLst>
                <a:path w="1648" h="1625" fill="none" extrusionOk="0">
                  <a:moveTo>
                    <a:pt x="678" y="1625"/>
                  </a:moveTo>
                  <a:lnTo>
                    <a:pt x="0" y="1108"/>
                  </a:lnTo>
                  <a:lnTo>
                    <a:pt x="969" y="0"/>
                  </a:lnTo>
                  <a:lnTo>
                    <a:pt x="1647" y="517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4530;p72">
              <a:extLst>
                <a:ext uri="{FF2B5EF4-FFF2-40B4-BE49-F238E27FC236}">
                  <a16:creationId xmlns:a16="http://schemas.microsoft.com/office/drawing/2014/main" id="{33D46896-98A6-070C-168A-F59558B63B6B}"/>
                </a:ext>
              </a:extLst>
            </p:cNvPr>
            <p:cNvSpPr/>
            <p:nvPr/>
          </p:nvSpPr>
          <p:spPr>
            <a:xfrm>
              <a:off x="3869894" y="2168507"/>
              <a:ext cx="138759" cy="126507"/>
            </a:xfrm>
            <a:custGeom>
              <a:avLst/>
              <a:gdLst/>
              <a:ahLst/>
              <a:cxnLst/>
              <a:rect l="l" t="t" r="r" b="b"/>
              <a:pathLst>
                <a:path w="1722" h="1570" fill="none" extrusionOk="0">
                  <a:moveTo>
                    <a:pt x="1721" y="966"/>
                  </a:moveTo>
                  <a:lnTo>
                    <a:pt x="1130" y="1569"/>
                  </a:lnTo>
                  <a:lnTo>
                    <a:pt x="1" y="603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4531;p72">
              <a:extLst>
                <a:ext uri="{FF2B5EF4-FFF2-40B4-BE49-F238E27FC236}">
                  <a16:creationId xmlns:a16="http://schemas.microsoft.com/office/drawing/2014/main" id="{955E8465-816A-B39A-B391-B1FE554007BE}"/>
                </a:ext>
              </a:extLst>
            </p:cNvPr>
            <p:cNvSpPr/>
            <p:nvPr/>
          </p:nvSpPr>
          <p:spPr>
            <a:xfrm>
              <a:off x="3015988" y="799746"/>
              <a:ext cx="803624" cy="1394877"/>
            </a:xfrm>
            <a:custGeom>
              <a:avLst/>
              <a:gdLst/>
              <a:ahLst/>
              <a:cxnLst/>
              <a:rect l="l" t="t" r="r" b="b"/>
              <a:pathLst>
                <a:path w="9973" h="17311" extrusionOk="0">
                  <a:moveTo>
                    <a:pt x="6816" y="100"/>
                  </a:moveTo>
                  <a:cubicBezTo>
                    <a:pt x="6685" y="100"/>
                    <a:pt x="6579" y="207"/>
                    <a:pt x="6579" y="337"/>
                  </a:cubicBezTo>
                  <a:cubicBezTo>
                    <a:pt x="6579" y="468"/>
                    <a:pt x="6685" y="574"/>
                    <a:pt x="6816" y="574"/>
                  </a:cubicBezTo>
                  <a:cubicBezTo>
                    <a:pt x="6947" y="574"/>
                    <a:pt x="7052" y="468"/>
                    <a:pt x="7052" y="337"/>
                  </a:cubicBezTo>
                  <a:cubicBezTo>
                    <a:pt x="7052" y="207"/>
                    <a:pt x="6947" y="100"/>
                    <a:pt x="6816" y="100"/>
                  </a:cubicBezTo>
                  <a:close/>
                  <a:moveTo>
                    <a:pt x="9737" y="3415"/>
                  </a:moveTo>
                  <a:cubicBezTo>
                    <a:pt x="9606" y="3415"/>
                    <a:pt x="9500" y="3522"/>
                    <a:pt x="9500" y="3653"/>
                  </a:cubicBezTo>
                  <a:cubicBezTo>
                    <a:pt x="9500" y="3784"/>
                    <a:pt x="9606" y="3889"/>
                    <a:pt x="9737" y="3889"/>
                  </a:cubicBezTo>
                  <a:cubicBezTo>
                    <a:pt x="9868" y="3889"/>
                    <a:pt x="9973" y="3784"/>
                    <a:pt x="9973" y="3653"/>
                  </a:cubicBezTo>
                  <a:cubicBezTo>
                    <a:pt x="9973" y="3522"/>
                    <a:pt x="9868" y="3415"/>
                    <a:pt x="9737" y="3415"/>
                  </a:cubicBezTo>
                  <a:close/>
                  <a:moveTo>
                    <a:pt x="3264" y="1"/>
                  </a:moveTo>
                  <a:lnTo>
                    <a:pt x="3003" y="1812"/>
                  </a:lnTo>
                  <a:lnTo>
                    <a:pt x="1856" y="385"/>
                  </a:lnTo>
                  <a:lnTo>
                    <a:pt x="2355" y="2147"/>
                  </a:lnTo>
                  <a:lnTo>
                    <a:pt x="726" y="1310"/>
                  </a:lnTo>
                  <a:lnTo>
                    <a:pt x="1897" y="2717"/>
                  </a:lnTo>
                  <a:lnTo>
                    <a:pt x="69" y="2614"/>
                  </a:lnTo>
                  <a:lnTo>
                    <a:pt x="69" y="2614"/>
                  </a:lnTo>
                  <a:lnTo>
                    <a:pt x="1713" y="3423"/>
                  </a:lnTo>
                  <a:lnTo>
                    <a:pt x="1" y="4073"/>
                  </a:lnTo>
                  <a:lnTo>
                    <a:pt x="1830" y="4144"/>
                  </a:lnTo>
                  <a:lnTo>
                    <a:pt x="531" y="5434"/>
                  </a:lnTo>
                  <a:lnTo>
                    <a:pt x="2231" y="4754"/>
                  </a:lnTo>
                  <a:lnTo>
                    <a:pt x="1568" y="6462"/>
                  </a:lnTo>
                  <a:lnTo>
                    <a:pt x="2845" y="5149"/>
                  </a:lnTo>
                  <a:lnTo>
                    <a:pt x="2934" y="6978"/>
                  </a:lnTo>
                  <a:lnTo>
                    <a:pt x="3567" y="5260"/>
                  </a:lnTo>
                  <a:lnTo>
                    <a:pt x="4392" y="6894"/>
                  </a:lnTo>
                  <a:lnTo>
                    <a:pt x="4271" y="5067"/>
                  </a:lnTo>
                  <a:lnTo>
                    <a:pt x="5690" y="6224"/>
                  </a:lnTo>
                  <a:lnTo>
                    <a:pt x="4836" y="4604"/>
                  </a:lnTo>
                  <a:lnTo>
                    <a:pt x="6603" y="5085"/>
                  </a:lnTo>
                  <a:lnTo>
                    <a:pt x="6603" y="5085"/>
                  </a:lnTo>
                  <a:lnTo>
                    <a:pt x="5164" y="3952"/>
                  </a:lnTo>
                  <a:lnTo>
                    <a:pt x="6974" y="3672"/>
                  </a:lnTo>
                  <a:lnTo>
                    <a:pt x="5199" y="3223"/>
                  </a:lnTo>
                  <a:lnTo>
                    <a:pt x="6739" y="2231"/>
                  </a:lnTo>
                  <a:lnTo>
                    <a:pt x="4934" y="2543"/>
                  </a:lnTo>
                  <a:lnTo>
                    <a:pt x="5937" y="1010"/>
                  </a:lnTo>
                  <a:lnTo>
                    <a:pt x="4415" y="2028"/>
                  </a:lnTo>
                  <a:lnTo>
                    <a:pt x="4415" y="2028"/>
                  </a:lnTo>
                  <a:lnTo>
                    <a:pt x="4708" y="221"/>
                  </a:lnTo>
                  <a:lnTo>
                    <a:pt x="3733" y="1771"/>
                  </a:lnTo>
                  <a:lnTo>
                    <a:pt x="3264" y="1"/>
                  </a:lnTo>
                  <a:close/>
                  <a:moveTo>
                    <a:pt x="1447" y="8468"/>
                  </a:moveTo>
                  <a:cubicBezTo>
                    <a:pt x="1317" y="8468"/>
                    <a:pt x="1211" y="8575"/>
                    <a:pt x="1211" y="8705"/>
                  </a:cubicBezTo>
                  <a:cubicBezTo>
                    <a:pt x="1211" y="8836"/>
                    <a:pt x="1317" y="8942"/>
                    <a:pt x="1447" y="8942"/>
                  </a:cubicBezTo>
                  <a:cubicBezTo>
                    <a:pt x="1578" y="8942"/>
                    <a:pt x="1685" y="8836"/>
                    <a:pt x="1685" y="8705"/>
                  </a:cubicBezTo>
                  <a:cubicBezTo>
                    <a:pt x="1685" y="8575"/>
                    <a:pt x="1578" y="8468"/>
                    <a:pt x="1447" y="8468"/>
                  </a:cubicBezTo>
                  <a:close/>
                  <a:moveTo>
                    <a:pt x="8100" y="6504"/>
                  </a:moveTo>
                  <a:lnTo>
                    <a:pt x="7980" y="7333"/>
                  </a:lnTo>
                  <a:lnTo>
                    <a:pt x="7454" y="6680"/>
                  </a:lnTo>
                  <a:lnTo>
                    <a:pt x="7683" y="7487"/>
                  </a:lnTo>
                  <a:lnTo>
                    <a:pt x="7683" y="7487"/>
                  </a:lnTo>
                  <a:lnTo>
                    <a:pt x="6937" y="7104"/>
                  </a:lnTo>
                  <a:lnTo>
                    <a:pt x="7473" y="7748"/>
                  </a:lnTo>
                  <a:lnTo>
                    <a:pt x="6637" y="7701"/>
                  </a:lnTo>
                  <a:lnTo>
                    <a:pt x="7388" y="8071"/>
                  </a:lnTo>
                  <a:lnTo>
                    <a:pt x="6605" y="8369"/>
                  </a:lnTo>
                  <a:lnTo>
                    <a:pt x="7442" y="8400"/>
                  </a:lnTo>
                  <a:lnTo>
                    <a:pt x="6847" y="8990"/>
                  </a:lnTo>
                  <a:lnTo>
                    <a:pt x="7626" y="8680"/>
                  </a:lnTo>
                  <a:lnTo>
                    <a:pt x="7322" y="9461"/>
                  </a:lnTo>
                  <a:lnTo>
                    <a:pt x="7907" y="8860"/>
                  </a:lnTo>
                  <a:lnTo>
                    <a:pt x="7947" y="9697"/>
                  </a:lnTo>
                  <a:lnTo>
                    <a:pt x="8238" y="8911"/>
                  </a:lnTo>
                  <a:lnTo>
                    <a:pt x="8615" y="9659"/>
                  </a:lnTo>
                  <a:lnTo>
                    <a:pt x="8559" y="8822"/>
                  </a:lnTo>
                  <a:lnTo>
                    <a:pt x="9209" y="9352"/>
                  </a:lnTo>
                  <a:lnTo>
                    <a:pt x="8818" y="8612"/>
                  </a:lnTo>
                  <a:lnTo>
                    <a:pt x="8819" y="8612"/>
                  </a:lnTo>
                  <a:lnTo>
                    <a:pt x="9628" y="8831"/>
                  </a:lnTo>
                  <a:lnTo>
                    <a:pt x="8969" y="8313"/>
                  </a:lnTo>
                  <a:lnTo>
                    <a:pt x="9797" y="8185"/>
                  </a:lnTo>
                  <a:lnTo>
                    <a:pt x="8985" y="7979"/>
                  </a:lnTo>
                  <a:lnTo>
                    <a:pt x="9688" y="7525"/>
                  </a:lnTo>
                  <a:lnTo>
                    <a:pt x="8863" y="7667"/>
                  </a:lnTo>
                  <a:lnTo>
                    <a:pt x="9322" y="6967"/>
                  </a:lnTo>
                  <a:lnTo>
                    <a:pt x="8625" y="7433"/>
                  </a:lnTo>
                  <a:lnTo>
                    <a:pt x="8760" y="6605"/>
                  </a:lnTo>
                  <a:lnTo>
                    <a:pt x="8313" y="7314"/>
                  </a:lnTo>
                  <a:lnTo>
                    <a:pt x="8100" y="6504"/>
                  </a:lnTo>
                  <a:close/>
                  <a:moveTo>
                    <a:pt x="8947" y="12021"/>
                  </a:moveTo>
                  <a:cubicBezTo>
                    <a:pt x="8817" y="12021"/>
                    <a:pt x="8710" y="12127"/>
                    <a:pt x="8710" y="12257"/>
                  </a:cubicBezTo>
                  <a:cubicBezTo>
                    <a:pt x="8710" y="12388"/>
                    <a:pt x="8817" y="12495"/>
                    <a:pt x="8947" y="12495"/>
                  </a:cubicBezTo>
                  <a:cubicBezTo>
                    <a:pt x="9078" y="12495"/>
                    <a:pt x="9184" y="12388"/>
                    <a:pt x="9184" y="12257"/>
                  </a:cubicBezTo>
                  <a:cubicBezTo>
                    <a:pt x="9184" y="12127"/>
                    <a:pt x="9078" y="12021"/>
                    <a:pt x="8947" y="12021"/>
                  </a:cubicBezTo>
                  <a:close/>
                  <a:moveTo>
                    <a:pt x="9711" y="13336"/>
                  </a:moveTo>
                  <a:cubicBezTo>
                    <a:pt x="9580" y="13336"/>
                    <a:pt x="9473" y="13443"/>
                    <a:pt x="9473" y="13574"/>
                  </a:cubicBezTo>
                  <a:cubicBezTo>
                    <a:pt x="9473" y="13704"/>
                    <a:pt x="9580" y="13810"/>
                    <a:pt x="9711" y="13810"/>
                  </a:cubicBezTo>
                  <a:cubicBezTo>
                    <a:pt x="9841" y="13810"/>
                    <a:pt x="9947" y="13704"/>
                    <a:pt x="9947" y="13574"/>
                  </a:cubicBezTo>
                  <a:cubicBezTo>
                    <a:pt x="9947" y="13443"/>
                    <a:pt x="9841" y="13336"/>
                    <a:pt x="9711" y="13336"/>
                  </a:cubicBezTo>
                  <a:close/>
                  <a:moveTo>
                    <a:pt x="3659" y="9948"/>
                  </a:moveTo>
                  <a:lnTo>
                    <a:pt x="3441" y="11454"/>
                  </a:lnTo>
                  <a:lnTo>
                    <a:pt x="2489" y="10269"/>
                  </a:lnTo>
                  <a:lnTo>
                    <a:pt x="2902" y="11732"/>
                  </a:lnTo>
                  <a:lnTo>
                    <a:pt x="1550" y="11036"/>
                  </a:lnTo>
                  <a:lnTo>
                    <a:pt x="2524" y="12205"/>
                  </a:lnTo>
                  <a:lnTo>
                    <a:pt x="1006" y="12120"/>
                  </a:lnTo>
                  <a:lnTo>
                    <a:pt x="2369" y="12791"/>
                  </a:lnTo>
                  <a:lnTo>
                    <a:pt x="948" y="13331"/>
                  </a:lnTo>
                  <a:lnTo>
                    <a:pt x="2468" y="13389"/>
                  </a:lnTo>
                  <a:lnTo>
                    <a:pt x="1389" y="14461"/>
                  </a:lnTo>
                  <a:lnTo>
                    <a:pt x="2800" y="13896"/>
                  </a:lnTo>
                  <a:lnTo>
                    <a:pt x="2250" y="15314"/>
                  </a:lnTo>
                  <a:lnTo>
                    <a:pt x="3310" y="14224"/>
                  </a:lnTo>
                  <a:lnTo>
                    <a:pt x="3384" y="15743"/>
                  </a:lnTo>
                  <a:lnTo>
                    <a:pt x="3910" y="14315"/>
                  </a:lnTo>
                  <a:lnTo>
                    <a:pt x="4594" y="15673"/>
                  </a:lnTo>
                  <a:lnTo>
                    <a:pt x="4494" y="14155"/>
                  </a:lnTo>
                  <a:lnTo>
                    <a:pt x="5672" y="15117"/>
                  </a:lnTo>
                  <a:lnTo>
                    <a:pt x="5672" y="15117"/>
                  </a:lnTo>
                  <a:lnTo>
                    <a:pt x="4964" y="13772"/>
                  </a:lnTo>
                  <a:lnTo>
                    <a:pt x="6430" y="14171"/>
                  </a:lnTo>
                  <a:lnTo>
                    <a:pt x="5236" y="13230"/>
                  </a:lnTo>
                  <a:lnTo>
                    <a:pt x="6739" y="12998"/>
                  </a:lnTo>
                  <a:lnTo>
                    <a:pt x="5265" y="12625"/>
                  </a:lnTo>
                  <a:lnTo>
                    <a:pt x="6542" y="11801"/>
                  </a:lnTo>
                  <a:lnTo>
                    <a:pt x="6542" y="11801"/>
                  </a:lnTo>
                  <a:lnTo>
                    <a:pt x="5045" y="12060"/>
                  </a:lnTo>
                  <a:lnTo>
                    <a:pt x="5877" y="10787"/>
                  </a:lnTo>
                  <a:lnTo>
                    <a:pt x="5877" y="10787"/>
                  </a:lnTo>
                  <a:lnTo>
                    <a:pt x="4613" y="11633"/>
                  </a:lnTo>
                  <a:lnTo>
                    <a:pt x="4857" y="10132"/>
                  </a:lnTo>
                  <a:lnTo>
                    <a:pt x="4046" y="11419"/>
                  </a:lnTo>
                  <a:lnTo>
                    <a:pt x="3659" y="9948"/>
                  </a:lnTo>
                  <a:close/>
                  <a:moveTo>
                    <a:pt x="1290" y="16836"/>
                  </a:moveTo>
                  <a:cubicBezTo>
                    <a:pt x="1159" y="16836"/>
                    <a:pt x="1053" y="16943"/>
                    <a:pt x="1053" y="17073"/>
                  </a:cubicBezTo>
                  <a:cubicBezTo>
                    <a:pt x="1053" y="17204"/>
                    <a:pt x="1159" y="17310"/>
                    <a:pt x="1290" y="17310"/>
                  </a:cubicBezTo>
                  <a:cubicBezTo>
                    <a:pt x="1420" y="17310"/>
                    <a:pt x="1527" y="17204"/>
                    <a:pt x="1527" y="17073"/>
                  </a:cubicBezTo>
                  <a:cubicBezTo>
                    <a:pt x="1527" y="16943"/>
                    <a:pt x="1420" y="16836"/>
                    <a:pt x="1290" y="16836"/>
                  </a:cubicBezTo>
                  <a:close/>
                </a:path>
              </a:pathLst>
            </a:custGeom>
            <a:solidFill>
              <a:schemeClr val="dk2">
                <a:alpha val="62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06" name="Google Shape;3805;p70">
            <a:extLst>
              <a:ext uri="{FF2B5EF4-FFF2-40B4-BE49-F238E27FC236}">
                <a16:creationId xmlns:a16="http://schemas.microsoft.com/office/drawing/2014/main" id="{D42358C5-2010-00F6-3E40-9E8E521AD0CC}"/>
              </a:ext>
            </a:extLst>
          </p:cNvPr>
          <p:cNvGrpSpPr/>
          <p:nvPr/>
        </p:nvGrpSpPr>
        <p:grpSpPr>
          <a:xfrm>
            <a:off x="7620677" y="765456"/>
            <a:ext cx="929460" cy="693361"/>
            <a:chOff x="3305881" y="234313"/>
            <a:chExt cx="756150" cy="564075"/>
          </a:xfrm>
        </p:grpSpPr>
        <p:sp>
          <p:nvSpPr>
            <p:cNvPr id="2907" name="Google Shape;3806;p70">
              <a:extLst>
                <a:ext uri="{FF2B5EF4-FFF2-40B4-BE49-F238E27FC236}">
                  <a16:creationId xmlns:a16="http://schemas.microsoft.com/office/drawing/2014/main" id="{2EAE76A4-0935-932A-C137-EA2E94ADE1BA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807;p70">
              <a:extLst>
                <a:ext uri="{FF2B5EF4-FFF2-40B4-BE49-F238E27FC236}">
                  <a16:creationId xmlns:a16="http://schemas.microsoft.com/office/drawing/2014/main" id="{2F7EDAC5-62B6-DC9E-9323-1B671B9EAB84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extrusionOk="0">
                  <a:moveTo>
                    <a:pt x="0" y="0"/>
                  </a:moveTo>
                  <a:lnTo>
                    <a:pt x="0" y="22562"/>
                  </a:lnTo>
                  <a:lnTo>
                    <a:pt x="30246" y="22562"/>
                  </a:lnTo>
                  <a:lnTo>
                    <a:pt x="30246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D88794">
                    <a:alpha val="61176"/>
                  </a:srgbClr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808;p70">
              <a:extLst>
                <a:ext uri="{FF2B5EF4-FFF2-40B4-BE49-F238E27FC236}">
                  <a16:creationId xmlns:a16="http://schemas.microsoft.com/office/drawing/2014/main" id="{618724FF-C399-4DDE-721E-6BB9D1FC5360}"/>
                </a:ext>
              </a:extLst>
            </p:cNvPr>
            <p:cNvSpPr/>
            <p:nvPr/>
          </p:nvSpPr>
          <p:spPr>
            <a:xfrm>
              <a:off x="3722600" y="470075"/>
              <a:ext cx="182625" cy="50975"/>
            </a:xfrm>
            <a:custGeom>
              <a:avLst/>
              <a:gdLst/>
              <a:ahLst/>
              <a:cxnLst/>
              <a:rect l="l" t="t" r="r" b="b"/>
              <a:pathLst>
                <a:path w="7305" h="2039" extrusionOk="0">
                  <a:moveTo>
                    <a:pt x="3642" y="0"/>
                  </a:moveTo>
                  <a:cubicBezTo>
                    <a:pt x="3430" y="0"/>
                    <a:pt x="3222" y="13"/>
                    <a:pt x="3022" y="40"/>
                  </a:cubicBezTo>
                  <a:cubicBezTo>
                    <a:pt x="1513" y="246"/>
                    <a:pt x="735" y="1052"/>
                    <a:pt x="735" y="1052"/>
                  </a:cubicBezTo>
                  <a:lnTo>
                    <a:pt x="27" y="1100"/>
                  </a:lnTo>
                  <a:lnTo>
                    <a:pt x="0" y="1285"/>
                  </a:lnTo>
                  <a:cubicBezTo>
                    <a:pt x="0" y="1285"/>
                    <a:pt x="51" y="1284"/>
                    <a:pt x="138" y="1284"/>
                  </a:cubicBezTo>
                  <a:cubicBezTo>
                    <a:pt x="415" y="1284"/>
                    <a:pt x="1055" y="1296"/>
                    <a:pt x="1572" y="1399"/>
                  </a:cubicBezTo>
                  <a:cubicBezTo>
                    <a:pt x="2240" y="1533"/>
                    <a:pt x="3460" y="2038"/>
                    <a:pt x="5298" y="2038"/>
                  </a:cubicBezTo>
                  <a:cubicBezTo>
                    <a:pt x="5334" y="2038"/>
                    <a:pt x="5369" y="2038"/>
                    <a:pt x="5405" y="2038"/>
                  </a:cubicBezTo>
                  <a:cubicBezTo>
                    <a:pt x="7304" y="2019"/>
                    <a:pt x="7192" y="1579"/>
                    <a:pt x="6859" y="1023"/>
                  </a:cubicBezTo>
                  <a:cubicBezTo>
                    <a:pt x="6570" y="541"/>
                    <a:pt x="5030" y="0"/>
                    <a:pt x="36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8" name="Google Shape;3809;p70">
              <a:extLst>
                <a:ext uri="{FF2B5EF4-FFF2-40B4-BE49-F238E27FC236}">
                  <a16:creationId xmlns:a16="http://schemas.microsoft.com/office/drawing/2014/main" id="{FCA39FA8-6411-27DF-D366-A41E66E2C6D6}"/>
                </a:ext>
              </a:extLst>
            </p:cNvPr>
            <p:cNvGrpSpPr/>
            <p:nvPr/>
          </p:nvGrpSpPr>
          <p:grpSpPr>
            <a:xfrm>
              <a:off x="3459375" y="327950"/>
              <a:ext cx="466050" cy="395225"/>
              <a:chOff x="3459375" y="327950"/>
              <a:chExt cx="466050" cy="395225"/>
            </a:xfrm>
          </p:grpSpPr>
          <p:sp>
            <p:nvSpPr>
              <p:cNvPr id="3092" name="Google Shape;3810;p70">
                <a:extLst>
                  <a:ext uri="{FF2B5EF4-FFF2-40B4-BE49-F238E27FC236}">
                    <a16:creationId xmlns:a16="http://schemas.microsoft.com/office/drawing/2014/main" id="{1C5FC7BC-D2B7-CBB9-96D8-50990FAF2A65}"/>
                  </a:ext>
                </a:extLst>
              </p:cNvPr>
              <p:cNvSpPr/>
              <p:nvPr/>
            </p:nvSpPr>
            <p:spPr>
              <a:xfrm>
                <a:off x="3749525" y="334925"/>
                <a:ext cx="175900" cy="13797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5519" extrusionOk="0">
                    <a:moveTo>
                      <a:pt x="6702" y="1"/>
                    </a:moveTo>
                    <a:cubicBezTo>
                      <a:pt x="5858" y="1"/>
                      <a:pt x="3463" y="948"/>
                      <a:pt x="2395" y="1828"/>
                    </a:cubicBezTo>
                    <a:cubicBezTo>
                      <a:pt x="1050" y="2938"/>
                      <a:pt x="0" y="5519"/>
                      <a:pt x="0" y="5519"/>
                    </a:cubicBezTo>
                    <a:cubicBezTo>
                      <a:pt x="0" y="5519"/>
                      <a:pt x="2083" y="4349"/>
                      <a:pt x="3332" y="3764"/>
                    </a:cubicBezTo>
                    <a:cubicBezTo>
                      <a:pt x="4581" y="3181"/>
                      <a:pt x="6801" y="913"/>
                      <a:pt x="6996" y="209"/>
                    </a:cubicBezTo>
                    <a:cubicBezTo>
                      <a:pt x="7036" y="64"/>
                      <a:pt x="6921" y="1"/>
                      <a:pt x="6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811;p70">
                <a:extLst>
                  <a:ext uri="{FF2B5EF4-FFF2-40B4-BE49-F238E27FC236}">
                    <a16:creationId xmlns:a16="http://schemas.microsoft.com/office/drawing/2014/main" id="{E2518111-8D96-CBAE-2F99-32689983F485}"/>
                  </a:ext>
                </a:extLst>
              </p:cNvPr>
              <p:cNvSpPr/>
              <p:nvPr/>
            </p:nvSpPr>
            <p:spPr>
              <a:xfrm>
                <a:off x="3629350" y="540375"/>
                <a:ext cx="228425" cy="592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2368" extrusionOk="0">
                    <a:moveTo>
                      <a:pt x="5756" y="1"/>
                    </a:moveTo>
                    <a:cubicBezTo>
                      <a:pt x="4206" y="1"/>
                      <a:pt x="2313" y="627"/>
                      <a:pt x="1193" y="1738"/>
                    </a:cubicBezTo>
                    <a:lnTo>
                      <a:pt x="295" y="1829"/>
                    </a:lnTo>
                    <a:lnTo>
                      <a:pt x="1" y="2124"/>
                    </a:lnTo>
                    <a:lnTo>
                      <a:pt x="1089" y="1989"/>
                    </a:lnTo>
                    <a:lnTo>
                      <a:pt x="1089" y="1989"/>
                    </a:lnTo>
                    <a:cubicBezTo>
                      <a:pt x="1089" y="1989"/>
                      <a:pt x="893" y="2351"/>
                      <a:pt x="2265" y="2351"/>
                    </a:cubicBezTo>
                    <a:cubicBezTo>
                      <a:pt x="2334" y="2351"/>
                      <a:pt x="2407" y="2350"/>
                      <a:pt x="2485" y="2348"/>
                    </a:cubicBezTo>
                    <a:cubicBezTo>
                      <a:pt x="2661" y="2344"/>
                      <a:pt x="2849" y="2342"/>
                      <a:pt x="3044" y="2342"/>
                    </a:cubicBezTo>
                    <a:cubicBezTo>
                      <a:pt x="3793" y="2342"/>
                      <a:pt x="4653" y="2368"/>
                      <a:pt x="5441" y="2368"/>
                    </a:cubicBezTo>
                    <a:cubicBezTo>
                      <a:pt x="6318" y="2368"/>
                      <a:pt x="7106" y="2336"/>
                      <a:pt x="7554" y="2200"/>
                    </a:cubicBezTo>
                    <a:cubicBezTo>
                      <a:pt x="8509" y="1910"/>
                      <a:pt x="9136" y="1583"/>
                      <a:pt x="9136" y="1583"/>
                    </a:cubicBezTo>
                    <a:cubicBezTo>
                      <a:pt x="9136" y="1583"/>
                      <a:pt x="8399" y="466"/>
                      <a:pt x="6758" y="102"/>
                    </a:cubicBezTo>
                    <a:cubicBezTo>
                      <a:pt x="6451" y="34"/>
                      <a:pt x="6112" y="1"/>
                      <a:pt x="57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812;p70">
                <a:extLst>
                  <a:ext uri="{FF2B5EF4-FFF2-40B4-BE49-F238E27FC236}">
                    <a16:creationId xmlns:a16="http://schemas.microsoft.com/office/drawing/2014/main" id="{15EAC6D6-EC8C-2CD5-E501-7BE21CDEE98D}"/>
                  </a:ext>
                </a:extLst>
              </p:cNvPr>
              <p:cNvSpPr/>
              <p:nvPr/>
            </p:nvSpPr>
            <p:spPr>
              <a:xfrm>
                <a:off x="3626900" y="397625"/>
                <a:ext cx="108225" cy="185650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7426" extrusionOk="0">
                    <a:moveTo>
                      <a:pt x="3924" y="0"/>
                    </a:moveTo>
                    <a:cubicBezTo>
                      <a:pt x="3555" y="0"/>
                      <a:pt x="2898" y="112"/>
                      <a:pt x="2210" y="760"/>
                    </a:cubicBezTo>
                    <a:cubicBezTo>
                      <a:pt x="1160" y="1747"/>
                      <a:pt x="60" y="3449"/>
                      <a:pt x="239" y="4726"/>
                    </a:cubicBezTo>
                    <a:cubicBezTo>
                      <a:pt x="419" y="6003"/>
                      <a:pt x="304" y="6398"/>
                      <a:pt x="304" y="6398"/>
                    </a:cubicBezTo>
                    <a:lnTo>
                      <a:pt x="0" y="7425"/>
                    </a:lnTo>
                    <a:lnTo>
                      <a:pt x="425" y="7110"/>
                    </a:lnTo>
                    <a:lnTo>
                      <a:pt x="425" y="7111"/>
                    </a:lnTo>
                    <a:cubicBezTo>
                      <a:pt x="425" y="7111"/>
                      <a:pt x="509" y="6557"/>
                      <a:pt x="501" y="6456"/>
                    </a:cubicBezTo>
                    <a:cubicBezTo>
                      <a:pt x="501" y="6456"/>
                      <a:pt x="857" y="6309"/>
                      <a:pt x="1683" y="5033"/>
                    </a:cubicBezTo>
                    <a:cubicBezTo>
                      <a:pt x="2509" y="3756"/>
                      <a:pt x="3883" y="2046"/>
                      <a:pt x="4106" y="1157"/>
                    </a:cubicBezTo>
                    <a:cubicBezTo>
                      <a:pt x="4328" y="268"/>
                      <a:pt x="4231" y="31"/>
                      <a:pt x="4231" y="31"/>
                    </a:cubicBezTo>
                    <a:cubicBezTo>
                      <a:pt x="4231" y="31"/>
                      <a:pt x="4116" y="0"/>
                      <a:pt x="39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813;p70">
                <a:extLst>
                  <a:ext uri="{FF2B5EF4-FFF2-40B4-BE49-F238E27FC236}">
                    <a16:creationId xmlns:a16="http://schemas.microsoft.com/office/drawing/2014/main" id="{9A12CE69-06EE-850E-52F6-FFBF97CE7CAD}"/>
                  </a:ext>
                </a:extLst>
              </p:cNvPr>
              <p:cNvSpPr/>
              <p:nvPr/>
            </p:nvSpPr>
            <p:spPr>
              <a:xfrm>
                <a:off x="3459375" y="508750"/>
                <a:ext cx="89500" cy="201750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8070" extrusionOk="0">
                    <a:moveTo>
                      <a:pt x="3409" y="0"/>
                    </a:moveTo>
                    <a:cubicBezTo>
                      <a:pt x="3236" y="0"/>
                      <a:pt x="2349" y="54"/>
                      <a:pt x="1595" y="1105"/>
                    </a:cubicBezTo>
                    <a:cubicBezTo>
                      <a:pt x="754" y="2275"/>
                      <a:pt x="0" y="4157"/>
                      <a:pt x="423" y="5376"/>
                    </a:cubicBezTo>
                    <a:cubicBezTo>
                      <a:pt x="845" y="6594"/>
                      <a:pt x="807" y="7003"/>
                      <a:pt x="807" y="7003"/>
                    </a:cubicBezTo>
                    <a:lnTo>
                      <a:pt x="706" y="8070"/>
                    </a:lnTo>
                    <a:lnTo>
                      <a:pt x="1062" y="7680"/>
                    </a:lnTo>
                    <a:cubicBezTo>
                      <a:pt x="1062" y="7680"/>
                      <a:pt x="1038" y="7120"/>
                      <a:pt x="1012" y="7022"/>
                    </a:cubicBezTo>
                    <a:cubicBezTo>
                      <a:pt x="1012" y="7022"/>
                      <a:pt x="1332" y="6811"/>
                      <a:pt x="1898" y="5399"/>
                    </a:cubicBezTo>
                    <a:cubicBezTo>
                      <a:pt x="2463" y="3988"/>
                      <a:pt x="3484" y="2046"/>
                      <a:pt x="3532" y="1130"/>
                    </a:cubicBezTo>
                    <a:cubicBezTo>
                      <a:pt x="3580" y="215"/>
                      <a:pt x="3439" y="1"/>
                      <a:pt x="3439" y="1"/>
                    </a:cubicBezTo>
                    <a:cubicBezTo>
                      <a:pt x="3439" y="1"/>
                      <a:pt x="3428" y="0"/>
                      <a:pt x="34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814;p70">
                <a:extLst>
                  <a:ext uri="{FF2B5EF4-FFF2-40B4-BE49-F238E27FC236}">
                    <a16:creationId xmlns:a16="http://schemas.microsoft.com/office/drawing/2014/main" id="{4F508924-AF52-A1F5-DA33-F09EA2AFF748}"/>
                  </a:ext>
                </a:extLst>
              </p:cNvPr>
              <p:cNvSpPr/>
              <p:nvPr/>
            </p:nvSpPr>
            <p:spPr>
              <a:xfrm>
                <a:off x="3720750" y="327950"/>
                <a:ext cx="51425" cy="165675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6627" extrusionOk="0">
                    <a:moveTo>
                      <a:pt x="1008" y="1"/>
                    </a:moveTo>
                    <a:cubicBezTo>
                      <a:pt x="1001" y="1"/>
                      <a:pt x="998" y="3"/>
                      <a:pt x="998" y="3"/>
                    </a:cubicBezTo>
                    <a:cubicBezTo>
                      <a:pt x="998" y="3"/>
                      <a:pt x="291" y="347"/>
                      <a:pt x="231" y="1549"/>
                    </a:cubicBezTo>
                    <a:cubicBezTo>
                      <a:pt x="173" y="2753"/>
                      <a:pt x="1" y="3933"/>
                      <a:pt x="349" y="5956"/>
                    </a:cubicBezTo>
                    <a:lnTo>
                      <a:pt x="192" y="6627"/>
                    </a:lnTo>
                    <a:lnTo>
                      <a:pt x="333" y="6465"/>
                    </a:lnTo>
                    <a:lnTo>
                      <a:pt x="530" y="5932"/>
                    </a:lnTo>
                    <a:cubicBezTo>
                      <a:pt x="530" y="5932"/>
                      <a:pt x="1156" y="5433"/>
                      <a:pt x="1418" y="4302"/>
                    </a:cubicBezTo>
                    <a:cubicBezTo>
                      <a:pt x="1680" y="3172"/>
                      <a:pt x="2056" y="1942"/>
                      <a:pt x="1585" y="923"/>
                    </a:cubicBezTo>
                    <a:cubicBezTo>
                      <a:pt x="1190" y="70"/>
                      <a:pt x="1045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815;p70">
                <a:extLst>
                  <a:ext uri="{FF2B5EF4-FFF2-40B4-BE49-F238E27FC236}">
                    <a16:creationId xmlns:a16="http://schemas.microsoft.com/office/drawing/2014/main" id="{DC40EECE-82BA-73DA-D89D-BEF7AF820874}"/>
                  </a:ext>
                </a:extLst>
              </p:cNvPr>
              <p:cNvSpPr/>
              <p:nvPr/>
            </p:nvSpPr>
            <p:spPr>
              <a:xfrm>
                <a:off x="3521800" y="638350"/>
                <a:ext cx="266075" cy="77850"/>
              </a:xfrm>
              <a:custGeom>
                <a:avLst/>
                <a:gdLst/>
                <a:ahLst/>
                <a:cxnLst/>
                <a:rect l="l" t="t" r="r" b="b"/>
                <a:pathLst>
                  <a:path w="10643" h="3114" extrusionOk="0">
                    <a:moveTo>
                      <a:pt x="4693" y="1"/>
                    </a:moveTo>
                    <a:cubicBezTo>
                      <a:pt x="2480" y="1"/>
                      <a:pt x="1008" y="1228"/>
                      <a:pt x="1008" y="1228"/>
                    </a:cubicBezTo>
                    <a:lnTo>
                      <a:pt x="384" y="1312"/>
                    </a:lnTo>
                    <a:lnTo>
                      <a:pt x="384" y="1311"/>
                    </a:lnTo>
                    <a:lnTo>
                      <a:pt x="1" y="1642"/>
                    </a:lnTo>
                    <a:lnTo>
                      <a:pt x="1059" y="1518"/>
                    </a:lnTo>
                    <a:cubicBezTo>
                      <a:pt x="1059" y="1518"/>
                      <a:pt x="2254" y="1893"/>
                      <a:pt x="3095" y="2170"/>
                    </a:cubicBezTo>
                    <a:cubicBezTo>
                      <a:pt x="3938" y="2447"/>
                      <a:pt x="5421" y="2598"/>
                      <a:pt x="7258" y="3019"/>
                    </a:cubicBezTo>
                    <a:cubicBezTo>
                      <a:pt x="7548" y="3086"/>
                      <a:pt x="7830" y="3113"/>
                      <a:pt x="8100" y="3113"/>
                    </a:cubicBezTo>
                    <a:cubicBezTo>
                      <a:pt x="9544" y="3113"/>
                      <a:pt x="10643" y="2317"/>
                      <a:pt x="10643" y="2317"/>
                    </a:cubicBezTo>
                    <a:cubicBezTo>
                      <a:pt x="9782" y="904"/>
                      <a:pt x="7788" y="270"/>
                      <a:pt x="5263" y="28"/>
                    </a:cubicBezTo>
                    <a:cubicBezTo>
                      <a:pt x="5068" y="9"/>
                      <a:pt x="4878" y="1"/>
                      <a:pt x="46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816;p70">
                <a:extLst>
                  <a:ext uri="{FF2B5EF4-FFF2-40B4-BE49-F238E27FC236}">
                    <a16:creationId xmlns:a16="http://schemas.microsoft.com/office/drawing/2014/main" id="{528B7451-6972-D4A3-D66B-9CC110E33856}"/>
                  </a:ext>
                </a:extLst>
              </p:cNvPr>
              <p:cNvSpPr/>
              <p:nvPr/>
            </p:nvSpPr>
            <p:spPr>
              <a:xfrm>
                <a:off x="3555250" y="445575"/>
                <a:ext cx="50625" cy="194400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7776" extrusionOk="0">
                    <a:moveTo>
                      <a:pt x="614" y="1"/>
                    </a:moveTo>
                    <a:cubicBezTo>
                      <a:pt x="585" y="1"/>
                      <a:pt x="554" y="30"/>
                      <a:pt x="515" y="98"/>
                    </a:cubicBezTo>
                    <a:cubicBezTo>
                      <a:pt x="334" y="415"/>
                      <a:pt x="0" y="1541"/>
                      <a:pt x="262" y="2091"/>
                    </a:cubicBezTo>
                    <a:cubicBezTo>
                      <a:pt x="524" y="2642"/>
                      <a:pt x="18" y="3475"/>
                      <a:pt x="982" y="4637"/>
                    </a:cubicBezTo>
                    <a:cubicBezTo>
                      <a:pt x="982" y="4637"/>
                      <a:pt x="1043" y="6466"/>
                      <a:pt x="962" y="6899"/>
                    </a:cubicBezTo>
                    <a:cubicBezTo>
                      <a:pt x="880" y="7331"/>
                      <a:pt x="541" y="7730"/>
                      <a:pt x="541" y="7730"/>
                    </a:cubicBezTo>
                    <a:lnTo>
                      <a:pt x="768" y="7776"/>
                    </a:lnTo>
                    <a:cubicBezTo>
                      <a:pt x="768" y="7776"/>
                      <a:pt x="822" y="7442"/>
                      <a:pt x="1033" y="7285"/>
                    </a:cubicBezTo>
                    <a:cubicBezTo>
                      <a:pt x="1246" y="7127"/>
                      <a:pt x="1574" y="6958"/>
                      <a:pt x="1675" y="6656"/>
                    </a:cubicBezTo>
                    <a:cubicBezTo>
                      <a:pt x="1777" y="6354"/>
                      <a:pt x="2025" y="2249"/>
                      <a:pt x="1962" y="1928"/>
                    </a:cubicBezTo>
                    <a:cubicBezTo>
                      <a:pt x="1899" y="1607"/>
                      <a:pt x="1506" y="990"/>
                      <a:pt x="1107" y="651"/>
                    </a:cubicBezTo>
                    <a:cubicBezTo>
                      <a:pt x="793" y="386"/>
                      <a:pt x="719" y="1"/>
                      <a:pt x="6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817;p70">
                <a:extLst>
                  <a:ext uri="{FF2B5EF4-FFF2-40B4-BE49-F238E27FC236}">
                    <a16:creationId xmlns:a16="http://schemas.microsoft.com/office/drawing/2014/main" id="{914072BE-77D2-06B7-E72A-0B892F62EEC0}"/>
                  </a:ext>
                </a:extLst>
              </p:cNvPr>
              <p:cNvSpPr/>
              <p:nvPr/>
            </p:nvSpPr>
            <p:spPr>
              <a:xfrm>
                <a:off x="3461950" y="460150"/>
                <a:ext cx="30645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0521" extrusionOk="0">
                    <a:moveTo>
                      <a:pt x="11986" y="0"/>
                    </a:moveTo>
                    <a:cubicBezTo>
                      <a:pt x="10806" y="1006"/>
                      <a:pt x="8028" y="3433"/>
                      <a:pt x="5784" y="5641"/>
                    </a:cubicBezTo>
                    <a:cubicBezTo>
                      <a:pt x="3540" y="7848"/>
                      <a:pt x="88" y="10069"/>
                      <a:pt x="88" y="10069"/>
                    </a:cubicBezTo>
                    <a:cubicBezTo>
                      <a:pt x="0" y="10277"/>
                      <a:pt x="170" y="10520"/>
                      <a:pt x="170" y="10520"/>
                    </a:cubicBezTo>
                    <a:cubicBezTo>
                      <a:pt x="170" y="10520"/>
                      <a:pt x="1494" y="9697"/>
                      <a:pt x="2018" y="9203"/>
                    </a:cubicBezTo>
                    <a:cubicBezTo>
                      <a:pt x="2542" y="8710"/>
                      <a:pt x="3702" y="7989"/>
                      <a:pt x="4135" y="7568"/>
                    </a:cubicBezTo>
                    <a:cubicBezTo>
                      <a:pt x="4568" y="7147"/>
                      <a:pt x="5635" y="6118"/>
                      <a:pt x="6391" y="5599"/>
                    </a:cubicBezTo>
                    <a:cubicBezTo>
                      <a:pt x="7147" y="5079"/>
                      <a:pt x="9792" y="2290"/>
                      <a:pt x="10326" y="1776"/>
                    </a:cubicBezTo>
                    <a:cubicBezTo>
                      <a:pt x="10859" y="1262"/>
                      <a:pt x="12256" y="27"/>
                      <a:pt x="12256" y="27"/>
                    </a:cubicBezTo>
                    <a:lnTo>
                      <a:pt x="12257" y="27"/>
                    </a:lnTo>
                    <a:lnTo>
                      <a:pt x="119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89" name="Google Shape;3818;p70">
              <a:extLst>
                <a:ext uri="{FF2B5EF4-FFF2-40B4-BE49-F238E27FC236}">
                  <a16:creationId xmlns:a16="http://schemas.microsoft.com/office/drawing/2014/main" id="{0017FF60-F2C8-B755-474B-963FDC5EEB6A}"/>
                </a:ext>
              </a:extLst>
            </p:cNvPr>
            <p:cNvSpPr/>
            <p:nvPr/>
          </p:nvSpPr>
          <p:spPr>
            <a:xfrm>
              <a:off x="3305881" y="234313"/>
              <a:ext cx="756150" cy="564075"/>
            </a:xfrm>
            <a:custGeom>
              <a:avLst/>
              <a:gdLst/>
              <a:ahLst/>
              <a:cxnLst/>
              <a:rect l="l" t="t" r="r" b="b"/>
              <a:pathLst>
                <a:path w="30246" h="22563" fill="none" extrusionOk="0">
                  <a:moveTo>
                    <a:pt x="0" y="0"/>
                  </a:moveTo>
                  <a:lnTo>
                    <a:pt x="30246" y="0"/>
                  </a:lnTo>
                  <a:lnTo>
                    <a:pt x="30246" y="22562"/>
                  </a:lnTo>
                  <a:lnTo>
                    <a:pt x="0" y="22562"/>
                  </a:lnTo>
                  <a:close/>
                </a:path>
              </a:pathLst>
            </a:custGeom>
            <a:solidFill>
              <a:schemeClr val="dk2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819;p70">
              <a:extLst>
                <a:ext uri="{FF2B5EF4-FFF2-40B4-BE49-F238E27FC236}">
                  <a16:creationId xmlns:a16="http://schemas.microsoft.com/office/drawing/2014/main" id="{D36669C8-100E-566D-D066-A3CEE009FFEB}"/>
                </a:ext>
              </a:extLst>
            </p:cNvPr>
            <p:cNvSpPr/>
            <p:nvPr/>
          </p:nvSpPr>
          <p:spPr>
            <a:xfrm>
              <a:off x="3342200" y="273750"/>
              <a:ext cx="25600" cy="25550"/>
            </a:xfrm>
            <a:custGeom>
              <a:avLst/>
              <a:gdLst/>
              <a:ahLst/>
              <a:cxnLst/>
              <a:rect l="l" t="t" r="r" b="b"/>
              <a:pathLst>
                <a:path w="1024" h="1022" extrusionOk="0">
                  <a:moveTo>
                    <a:pt x="512" y="0"/>
                  </a:moveTo>
                  <a:cubicBezTo>
                    <a:pt x="229" y="0"/>
                    <a:pt x="1" y="229"/>
                    <a:pt x="1" y="511"/>
                  </a:cubicBezTo>
                  <a:cubicBezTo>
                    <a:pt x="1" y="793"/>
                    <a:pt x="229" y="1022"/>
                    <a:pt x="512" y="1022"/>
                  </a:cubicBezTo>
                  <a:cubicBezTo>
                    <a:pt x="794" y="1022"/>
                    <a:pt x="1024" y="793"/>
                    <a:pt x="1024" y="511"/>
                  </a:cubicBezTo>
                  <a:cubicBezTo>
                    <a:pt x="1024" y="229"/>
                    <a:pt x="794" y="0"/>
                    <a:pt x="5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820;p70">
              <a:extLst>
                <a:ext uri="{FF2B5EF4-FFF2-40B4-BE49-F238E27FC236}">
                  <a16:creationId xmlns:a16="http://schemas.microsoft.com/office/drawing/2014/main" id="{60449859-EA82-8F98-846F-7DCF5C5CB590}"/>
                </a:ext>
              </a:extLst>
            </p:cNvPr>
            <p:cNvSpPr/>
            <p:nvPr/>
          </p:nvSpPr>
          <p:spPr>
            <a:xfrm>
              <a:off x="4010650" y="27375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3"/>
                    <a:pt x="229" y="1022"/>
                    <a:pt x="511" y="1022"/>
                  </a:cubicBezTo>
                  <a:cubicBezTo>
                    <a:pt x="794" y="1022"/>
                    <a:pt x="1022" y="793"/>
                    <a:pt x="1022" y="511"/>
                  </a:cubicBezTo>
                  <a:cubicBezTo>
                    <a:pt x="1022" y="229"/>
                    <a:pt x="794" y="0"/>
                    <a:pt x="5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4" name="Google Shape;5478;p75">
            <a:extLst>
              <a:ext uri="{FF2B5EF4-FFF2-40B4-BE49-F238E27FC236}">
                <a16:creationId xmlns:a16="http://schemas.microsoft.com/office/drawing/2014/main" id="{F209E9D4-83C4-45B9-30BD-32F1D6BEDA4E}"/>
              </a:ext>
            </a:extLst>
          </p:cNvPr>
          <p:cNvGrpSpPr/>
          <p:nvPr/>
        </p:nvGrpSpPr>
        <p:grpSpPr>
          <a:xfrm>
            <a:off x="6321415" y="4493770"/>
            <a:ext cx="877734" cy="648607"/>
            <a:chOff x="4256075" y="2554975"/>
            <a:chExt cx="2138727" cy="1580425"/>
          </a:xfrm>
        </p:grpSpPr>
        <p:sp>
          <p:nvSpPr>
            <p:cNvPr id="3325" name="Google Shape;5479;p75">
              <a:extLst>
                <a:ext uri="{FF2B5EF4-FFF2-40B4-BE49-F238E27FC236}">
                  <a16:creationId xmlns:a16="http://schemas.microsoft.com/office/drawing/2014/main" id="{F725C2A8-215F-1409-ADA7-D8C5446554C9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5480;p75">
              <a:extLst>
                <a:ext uri="{FF2B5EF4-FFF2-40B4-BE49-F238E27FC236}">
                  <a16:creationId xmlns:a16="http://schemas.microsoft.com/office/drawing/2014/main" id="{A745C3B3-22B7-A2CF-2DE1-DC4680382AE9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5481;p75">
              <a:extLst>
                <a:ext uri="{FF2B5EF4-FFF2-40B4-BE49-F238E27FC236}">
                  <a16:creationId xmlns:a16="http://schemas.microsoft.com/office/drawing/2014/main" id="{902D3677-8572-FD29-2C16-34965906BA46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5482;p75">
              <a:extLst>
                <a:ext uri="{FF2B5EF4-FFF2-40B4-BE49-F238E27FC236}">
                  <a16:creationId xmlns:a16="http://schemas.microsoft.com/office/drawing/2014/main" id="{CC8358B7-8ED0-AA02-89BE-4700F5C24866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5483;p75">
              <a:extLst>
                <a:ext uri="{FF2B5EF4-FFF2-40B4-BE49-F238E27FC236}">
                  <a16:creationId xmlns:a16="http://schemas.microsoft.com/office/drawing/2014/main" id="{1A8B7245-6848-D74B-453E-BAD4776E6AD3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5484;p75">
              <a:extLst>
                <a:ext uri="{FF2B5EF4-FFF2-40B4-BE49-F238E27FC236}">
                  <a16:creationId xmlns:a16="http://schemas.microsoft.com/office/drawing/2014/main" id="{D30C5C7B-A5CA-A992-F80E-9701BB0A5352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5485;p75">
              <a:extLst>
                <a:ext uri="{FF2B5EF4-FFF2-40B4-BE49-F238E27FC236}">
                  <a16:creationId xmlns:a16="http://schemas.microsoft.com/office/drawing/2014/main" id="{440DE22C-91ED-36CB-32EF-785026165AB5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5486;p75">
              <a:extLst>
                <a:ext uri="{FF2B5EF4-FFF2-40B4-BE49-F238E27FC236}">
                  <a16:creationId xmlns:a16="http://schemas.microsoft.com/office/drawing/2014/main" id="{190463BC-1C0F-788C-BF16-50DF9AA9E14C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5487;p75">
              <a:extLst>
                <a:ext uri="{FF2B5EF4-FFF2-40B4-BE49-F238E27FC236}">
                  <a16:creationId xmlns:a16="http://schemas.microsoft.com/office/drawing/2014/main" id="{1CA6850E-A3D2-7A41-BDF3-5A08B25A1ECE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5488;p75">
              <a:extLst>
                <a:ext uri="{FF2B5EF4-FFF2-40B4-BE49-F238E27FC236}">
                  <a16:creationId xmlns:a16="http://schemas.microsoft.com/office/drawing/2014/main" id="{467FBE22-64D2-9376-3129-F57425592C52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5489;p75">
              <a:extLst>
                <a:ext uri="{FF2B5EF4-FFF2-40B4-BE49-F238E27FC236}">
                  <a16:creationId xmlns:a16="http://schemas.microsoft.com/office/drawing/2014/main" id="{62A4586B-897F-68BC-F853-EF1167C9E21A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5490;p75">
              <a:extLst>
                <a:ext uri="{FF2B5EF4-FFF2-40B4-BE49-F238E27FC236}">
                  <a16:creationId xmlns:a16="http://schemas.microsoft.com/office/drawing/2014/main" id="{4D998FC8-C8B5-9A58-9E81-9969C3CA58FB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5491;p75">
              <a:extLst>
                <a:ext uri="{FF2B5EF4-FFF2-40B4-BE49-F238E27FC236}">
                  <a16:creationId xmlns:a16="http://schemas.microsoft.com/office/drawing/2014/main" id="{87FB3939-540E-0966-3B2D-C52C8664A691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5492;p75">
              <a:extLst>
                <a:ext uri="{FF2B5EF4-FFF2-40B4-BE49-F238E27FC236}">
                  <a16:creationId xmlns:a16="http://schemas.microsoft.com/office/drawing/2014/main" id="{972627EE-D487-B346-ABF1-066AB115349A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9" name="Google Shape;5513;p75">
            <a:extLst>
              <a:ext uri="{FF2B5EF4-FFF2-40B4-BE49-F238E27FC236}">
                <a16:creationId xmlns:a16="http://schemas.microsoft.com/office/drawing/2014/main" id="{64D6E253-7AAF-25D4-1E85-A90CAB5C83E9}"/>
              </a:ext>
            </a:extLst>
          </p:cNvPr>
          <p:cNvGrpSpPr/>
          <p:nvPr/>
        </p:nvGrpSpPr>
        <p:grpSpPr>
          <a:xfrm flipH="1">
            <a:off x="-1609082" y="4697186"/>
            <a:ext cx="747688" cy="446314"/>
            <a:chOff x="5274100" y="3743727"/>
            <a:chExt cx="880772" cy="525756"/>
          </a:xfrm>
        </p:grpSpPr>
        <p:sp>
          <p:nvSpPr>
            <p:cNvPr id="3340" name="Google Shape;5514;p75">
              <a:extLst>
                <a:ext uri="{FF2B5EF4-FFF2-40B4-BE49-F238E27FC236}">
                  <a16:creationId xmlns:a16="http://schemas.microsoft.com/office/drawing/2014/main" id="{75FC4679-38E5-2BE1-8853-F0B98D5DB1E1}"/>
                </a:ext>
              </a:extLst>
            </p:cNvPr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5515;p75">
              <a:extLst>
                <a:ext uri="{FF2B5EF4-FFF2-40B4-BE49-F238E27FC236}">
                  <a16:creationId xmlns:a16="http://schemas.microsoft.com/office/drawing/2014/main" id="{140171D6-85C9-F711-F8D5-8C7F817402FD}"/>
                </a:ext>
              </a:extLst>
            </p:cNvPr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5516;p75">
              <a:extLst>
                <a:ext uri="{FF2B5EF4-FFF2-40B4-BE49-F238E27FC236}">
                  <a16:creationId xmlns:a16="http://schemas.microsoft.com/office/drawing/2014/main" id="{EFD2B5EE-E3FB-2926-8362-003A760DEE2F}"/>
                </a:ext>
              </a:extLst>
            </p:cNvPr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5517;p75">
              <a:extLst>
                <a:ext uri="{FF2B5EF4-FFF2-40B4-BE49-F238E27FC236}">
                  <a16:creationId xmlns:a16="http://schemas.microsoft.com/office/drawing/2014/main" id="{74E08F3B-A065-6CE3-DCCF-630FB1161DE1}"/>
                </a:ext>
              </a:extLst>
            </p:cNvPr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5518;p75">
              <a:extLst>
                <a:ext uri="{FF2B5EF4-FFF2-40B4-BE49-F238E27FC236}">
                  <a16:creationId xmlns:a16="http://schemas.microsoft.com/office/drawing/2014/main" id="{D0FA6D10-7B97-7873-6508-F63D19B1F598}"/>
                </a:ext>
              </a:extLst>
            </p:cNvPr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5519;p75">
              <a:extLst>
                <a:ext uri="{FF2B5EF4-FFF2-40B4-BE49-F238E27FC236}">
                  <a16:creationId xmlns:a16="http://schemas.microsoft.com/office/drawing/2014/main" id="{79FD4915-0FEA-50B1-3AA8-5B3EA20B098F}"/>
                </a:ext>
              </a:extLst>
            </p:cNvPr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5520;p75">
              <a:extLst>
                <a:ext uri="{FF2B5EF4-FFF2-40B4-BE49-F238E27FC236}">
                  <a16:creationId xmlns:a16="http://schemas.microsoft.com/office/drawing/2014/main" id="{D2EA926C-DF5D-552C-DB33-F1DE15291777}"/>
                </a:ext>
              </a:extLst>
            </p:cNvPr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5521;p75">
              <a:extLst>
                <a:ext uri="{FF2B5EF4-FFF2-40B4-BE49-F238E27FC236}">
                  <a16:creationId xmlns:a16="http://schemas.microsoft.com/office/drawing/2014/main" id="{7009F33D-D9D9-FA1A-FC68-775F6662CCB6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5522;p75">
              <a:extLst>
                <a:ext uri="{FF2B5EF4-FFF2-40B4-BE49-F238E27FC236}">
                  <a16:creationId xmlns:a16="http://schemas.microsoft.com/office/drawing/2014/main" id="{4AE9D61A-CF27-756A-FE76-53A741CD26E4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5523;p75">
              <a:extLst>
                <a:ext uri="{FF2B5EF4-FFF2-40B4-BE49-F238E27FC236}">
                  <a16:creationId xmlns:a16="http://schemas.microsoft.com/office/drawing/2014/main" id="{0FDBD73B-5708-DFFD-E758-8EC853860FAD}"/>
                </a:ext>
              </a:extLst>
            </p:cNvPr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5524;p75">
              <a:extLst>
                <a:ext uri="{FF2B5EF4-FFF2-40B4-BE49-F238E27FC236}">
                  <a16:creationId xmlns:a16="http://schemas.microsoft.com/office/drawing/2014/main" id="{2E146B7C-CDE2-29A1-E9D8-17623AE16F16}"/>
                </a:ext>
              </a:extLst>
            </p:cNvPr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5525;p75">
              <a:extLst>
                <a:ext uri="{FF2B5EF4-FFF2-40B4-BE49-F238E27FC236}">
                  <a16:creationId xmlns:a16="http://schemas.microsoft.com/office/drawing/2014/main" id="{A20C544D-EEEB-0AAA-4F53-CD41D299F6C4}"/>
                </a:ext>
              </a:extLst>
            </p:cNvPr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5526;p75">
              <a:extLst>
                <a:ext uri="{FF2B5EF4-FFF2-40B4-BE49-F238E27FC236}">
                  <a16:creationId xmlns:a16="http://schemas.microsoft.com/office/drawing/2014/main" id="{FA57AA9B-F2BB-89C4-3253-2B6966324B6C}"/>
                </a:ext>
              </a:extLst>
            </p:cNvPr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5527;p75">
              <a:extLst>
                <a:ext uri="{FF2B5EF4-FFF2-40B4-BE49-F238E27FC236}">
                  <a16:creationId xmlns:a16="http://schemas.microsoft.com/office/drawing/2014/main" id="{526897D7-85E1-F8F7-7D8A-0FCBFFBD6082}"/>
                </a:ext>
              </a:extLst>
            </p:cNvPr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5528;p75">
              <a:extLst>
                <a:ext uri="{FF2B5EF4-FFF2-40B4-BE49-F238E27FC236}">
                  <a16:creationId xmlns:a16="http://schemas.microsoft.com/office/drawing/2014/main" id="{6C07053F-26E6-B353-72E7-955AC094C499}"/>
                </a:ext>
              </a:extLst>
            </p:cNvPr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5529;p75">
              <a:extLst>
                <a:ext uri="{FF2B5EF4-FFF2-40B4-BE49-F238E27FC236}">
                  <a16:creationId xmlns:a16="http://schemas.microsoft.com/office/drawing/2014/main" id="{08D5DFF7-EF58-C459-5323-9A7956CCA642}"/>
                </a:ext>
              </a:extLst>
            </p:cNvPr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5530;p75">
              <a:extLst>
                <a:ext uri="{FF2B5EF4-FFF2-40B4-BE49-F238E27FC236}">
                  <a16:creationId xmlns:a16="http://schemas.microsoft.com/office/drawing/2014/main" id="{D8722043-8EF7-C616-9A00-09D327B8E43B}"/>
                </a:ext>
              </a:extLst>
            </p:cNvPr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5531;p75">
              <a:extLst>
                <a:ext uri="{FF2B5EF4-FFF2-40B4-BE49-F238E27FC236}">
                  <a16:creationId xmlns:a16="http://schemas.microsoft.com/office/drawing/2014/main" id="{03C238C5-0ABC-1D10-B6E7-95A69A980FEE}"/>
                </a:ext>
              </a:extLst>
            </p:cNvPr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5532;p75">
              <a:extLst>
                <a:ext uri="{FF2B5EF4-FFF2-40B4-BE49-F238E27FC236}">
                  <a16:creationId xmlns:a16="http://schemas.microsoft.com/office/drawing/2014/main" id="{42F9E7BB-E024-D191-2A39-09C84FF943C4}"/>
                </a:ext>
              </a:extLst>
            </p:cNvPr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5533;p75">
              <a:extLst>
                <a:ext uri="{FF2B5EF4-FFF2-40B4-BE49-F238E27FC236}">
                  <a16:creationId xmlns:a16="http://schemas.microsoft.com/office/drawing/2014/main" id="{4ACCA782-2784-72DD-26FF-98750941D4CF}"/>
                </a:ext>
              </a:extLst>
            </p:cNvPr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5534;p75">
              <a:extLst>
                <a:ext uri="{FF2B5EF4-FFF2-40B4-BE49-F238E27FC236}">
                  <a16:creationId xmlns:a16="http://schemas.microsoft.com/office/drawing/2014/main" id="{916A735B-8146-17AE-8957-39303448B0F8}"/>
                </a:ext>
              </a:extLst>
            </p:cNvPr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5535;p75">
              <a:extLst>
                <a:ext uri="{FF2B5EF4-FFF2-40B4-BE49-F238E27FC236}">
                  <a16:creationId xmlns:a16="http://schemas.microsoft.com/office/drawing/2014/main" id="{86FFA19E-7857-4EA1-885C-ADD4417DC9CA}"/>
                </a:ext>
              </a:extLst>
            </p:cNvPr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2" name="Google Shape;5536;p75">
            <a:extLst>
              <a:ext uri="{FF2B5EF4-FFF2-40B4-BE49-F238E27FC236}">
                <a16:creationId xmlns:a16="http://schemas.microsoft.com/office/drawing/2014/main" id="{EFB873F1-A36A-6868-6B93-551AE9601100}"/>
              </a:ext>
            </a:extLst>
          </p:cNvPr>
          <p:cNvGrpSpPr/>
          <p:nvPr/>
        </p:nvGrpSpPr>
        <p:grpSpPr>
          <a:xfrm flipH="1">
            <a:off x="7232415" y="4792612"/>
            <a:ext cx="641702" cy="221348"/>
            <a:chOff x="3010500" y="4887550"/>
            <a:chExt cx="636925" cy="219700"/>
          </a:xfrm>
        </p:grpSpPr>
        <p:sp>
          <p:nvSpPr>
            <p:cNvPr id="3363" name="Google Shape;5537;p75">
              <a:extLst>
                <a:ext uri="{FF2B5EF4-FFF2-40B4-BE49-F238E27FC236}">
                  <a16:creationId xmlns:a16="http://schemas.microsoft.com/office/drawing/2014/main" id="{42B4EE4C-3EE6-0600-E076-7A42F4B6A9A9}"/>
                </a:ext>
              </a:extLst>
            </p:cNvPr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5538;p75">
              <a:extLst>
                <a:ext uri="{FF2B5EF4-FFF2-40B4-BE49-F238E27FC236}">
                  <a16:creationId xmlns:a16="http://schemas.microsoft.com/office/drawing/2014/main" id="{E6A72E4C-52FE-EA2B-6F59-34726480CE3A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5539;p75">
              <a:extLst>
                <a:ext uri="{FF2B5EF4-FFF2-40B4-BE49-F238E27FC236}">
                  <a16:creationId xmlns:a16="http://schemas.microsoft.com/office/drawing/2014/main" id="{93310684-F680-9ACB-5769-B38F6A2355E6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5540;p75">
              <a:extLst>
                <a:ext uri="{FF2B5EF4-FFF2-40B4-BE49-F238E27FC236}">
                  <a16:creationId xmlns:a16="http://schemas.microsoft.com/office/drawing/2014/main" id="{CFECAD3A-451B-B0E9-FD64-60BD06FDF04E}"/>
                </a:ext>
              </a:extLst>
            </p:cNvPr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5541;p75">
              <a:extLst>
                <a:ext uri="{FF2B5EF4-FFF2-40B4-BE49-F238E27FC236}">
                  <a16:creationId xmlns:a16="http://schemas.microsoft.com/office/drawing/2014/main" id="{5A199730-CCB0-F7D1-0061-BF7BB2FB480C}"/>
                </a:ext>
              </a:extLst>
            </p:cNvPr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5542;p75">
              <a:extLst>
                <a:ext uri="{FF2B5EF4-FFF2-40B4-BE49-F238E27FC236}">
                  <a16:creationId xmlns:a16="http://schemas.microsoft.com/office/drawing/2014/main" id="{F03715E2-7998-D984-A2E0-46E1486FC51A}"/>
                </a:ext>
              </a:extLst>
            </p:cNvPr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5543;p75">
              <a:extLst>
                <a:ext uri="{FF2B5EF4-FFF2-40B4-BE49-F238E27FC236}">
                  <a16:creationId xmlns:a16="http://schemas.microsoft.com/office/drawing/2014/main" id="{1876628D-5354-3238-5F41-7946F7D3839A}"/>
                </a:ext>
              </a:extLst>
            </p:cNvPr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5544;p75">
              <a:extLst>
                <a:ext uri="{FF2B5EF4-FFF2-40B4-BE49-F238E27FC236}">
                  <a16:creationId xmlns:a16="http://schemas.microsoft.com/office/drawing/2014/main" id="{00C4A2FE-EF30-70E1-F5BE-F171CCE42354}"/>
                </a:ext>
              </a:extLst>
            </p:cNvPr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5545;p75">
              <a:extLst>
                <a:ext uri="{FF2B5EF4-FFF2-40B4-BE49-F238E27FC236}">
                  <a16:creationId xmlns:a16="http://schemas.microsoft.com/office/drawing/2014/main" id="{9381DDEB-E6E7-9EA4-A3C1-5732E4D5C592}"/>
                </a:ext>
              </a:extLst>
            </p:cNvPr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5546;p75">
              <a:extLst>
                <a:ext uri="{FF2B5EF4-FFF2-40B4-BE49-F238E27FC236}">
                  <a16:creationId xmlns:a16="http://schemas.microsoft.com/office/drawing/2014/main" id="{55657FB2-62CD-8826-2F00-0F76FEFFC3E5}"/>
                </a:ext>
              </a:extLst>
            </p:cNvPr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5547;p75">
              <a:extLst>
                <a:ext uri="{FF2B5EF4-FFF2-40B4-BE49-F238E27FC236}">
                  <a16:creationId xmlns:a16="http://schemas.microsoft.com/office/drawing/2014/main" id="{E95ED1EF-7CF6-AE1C-82C8-BBCFCC10DE36}"/>
                </a:ext>
              </a:extLst>
            </p:cNvPr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5548;p75">
              <a:extLst>
                <a:ext uri="{FF2B5EF4-FFF2-40B4-BE49-F238E27FC236}">
                  <a16:creationId xmlns:a16="http://schemas.microsoft.com/office/drawing/2014/main" id="{AB601482-41D3-A8D9-6E0C-244E77E2D868}"/>
                </a:ext>
              </a:extLst>
            </p:cNvPr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5549;p75">
              <a:extLst>
                <a:ext uri="{FF2B5EF4-FFF2-40B4-BE49-F238E27FC236}">
                  <a16:creationId xmlns:a16="http://schemas.microsoft.com/office/drawing/2014/main" id="{5B82BC14-4286-4A6D-DA3A-0D11AB6581F5}"/>
                </a:ext>
              </a:extLst>
            </p:cNvPr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5550;p75">
              <a:extLst>
                <a:ext uri="{FF2B5EF4-FFF2-40B4-BE49-F238E27FC236}">
                  <a16:creationId xmlns:a16="http://schemas.microsoft.com/office/drawing/2014/main" id="{BAD8D596-8EDB-E1B7-18D6-2F3E1383F234}"/>
                </a:ext>
              </a:extLst>
            </p:cNvPr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5551;p75">
              <a:extLst>
                <a:ext uri="{FF2B5EF4-FFF2-40B4-BE49-F238E27FC236}">
                  <a16:creationId xmlns:a16="http://schemas.microsoft.com/office/drawing/2014/main" id="{F6AE7608-561C-FBBC-7C5A-B1F4CF51A65C}"/>
                </a:ext>
              </a:extLst>
            </p:cNvPr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5552;p75">
              <a:extLst>
                <a:ext uri="{FF2B5EF4-FFF2-40B4-BE49-F238E27FC236}">
                  <a16:creationId xmlns:a16="http://schemas.microsoft.com/office/drawing/2014/main" id="{131FC114-DEE9-1014-0A4A-EE810DF1607A}"/>
                </a:ext>
              </a:extLst>
            </p:cNvPr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9" name="Google Shape;5553;p75">
            <a:extLst>
              <a:ext uri="{FF2B5EF4-FFF2-40B4-BE49-F238E27FC236}">
                <a16:creationId xmlns:a16="http://schemas.microsoft.com/office/drawing/2014/main" id="{EF20032B-D99F-2788-1520-94FA8D4F1E73}"/>
              </a:ext>
            </a:extLst>
          </p:cNvPr>
          <p:cNvGrpSpPr/>
          <p:nvPr/>
        </p:nvGrpSpPr>
        <p:grpSpPr>
          <a:xfrm flipH="1">
            <a:off x="822688" y="4939475"/>
            <a:ext cx="918676" cy="298338"/>
            <a:chOff x="3099775" y="2031950"/>
            <a:chExt cx="513600" cy="166800"/>
          </a:xfrm>
        </p:grpSpPr>
        <p:sp>
          <p:nvSpPr>
            <p:cNvPr id="3380" name="Google Shape;5554;p75">
              <a:extLst>
                <a:ext uri="{FF2B5EF4-FFF2-40B4-BE49-F238E27FC236}">
                  <a16:creationId xmlns:a16="http://schemas.microsoft.com/office/drawing/2014/main" id="{D054B470-787E-7725-E2FA-B6A21DE3F694}"/>
                </a:ext>
              </a:extLst>
            </p:cNvPr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5555;p75">
              <a:extLst>
                <a:ext uri="{FF2B5EF4-FFF2-40B4-BE49-F238E27FC236}">
                  <a16:creationId xmlns:a16="http://schemas.microsoft.com/office/drawing/2014/main" id="{BF29926A-F8CA-455B-9947-9508F51105A8}"/>
                </a:ext>
              </a:extLst>
            </p:cNvPr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5556;p75">
              <a:extLst>
                <a:ext uri="{FF2B5EF4-FFF2-40B4-BE49-F238E27FC236}">
                  <a16:creationId xmlns:a16="http://schemas.microsoft.com/office/drawing/2014/main" id="{9A8751ED-A442-52CF-B5DF-476284E8A73B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5557;p75">
              <a:extLst>
                <a:ext uri="{FF2B5EF4-FFF2-40B4-BE49-F238E27FC236}">
                  <a16:creationId xmlns:a16="http://schemas.microsoft.com/office/drawing/2014/main" id="{D87D14FC-70DD-29B3-5CC7-6B078A958391}"/>
                </a:ext>
              </a:extLst>
            </p:cNvPr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5558;p75">
              <a:extLst>
                <a:ext uri="{FF2B5EF4-FFF2-40B4-BE49-F238E27FC236}">
                  <a16:creationId xmlns:a16="http://schemas.microsoft.com/office/drawing/2014/main" id="{E53A0000-79A0-BCE5-8565-96282BA3D350}"/>
                </a:ext>
              </a:extLst>
            </p:cNvPr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5559;p75">
              <a:extLst>
                <a:ext uri="{FF2B5EF4-FFF2-40B4-BE49-F238E27FC236}">
                  <a16:creationId xmlns:a16="http://schemas.microsoft.com/office/drawing/2014/main" id="{CA186FD8-EF74-C25E-316D-EE65A80B1D71}"/>
                </a:ext>
              </a:extLst>
            </p:cNvPr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5560;p75">
              <a:extLst>
                <a:ext uri="{FF2B5EF4-FFF2-40B4-BE49-F238E27FC236}">
                  <a16:creationId xmlns:a16="http://schemas.microsoft.com/office/drawing/2014/main" id="{0057CFE4-55A7-8980-B83B-73B1CD0217CC}"/>
                </a:ext>
              </a:extLst>
            </p:cNvPr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5561;p75">
              <a:extLst>
                <a:ext uri="{FF2B5EF4-FFF2-40B4-BE49-F238E27FC236}">
                  <a16:creationId xmlns:a16="http://schemas.microsoft.com/office/drawing/2014/main" id="{B9B60A52-373E-EC46-8C48-4ED0C502C490}"/>
                </a:ext>
              </a:extLst>
            </p:cNvPr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5562;p75">
              <a:extLst>
                <a:ext uri="{FF2B5EF4-FFF2-40B4-BE49-F238E27FC236}">
                  <a16:creationId xmlns:a16="http://schemas.microsoft.com/office/drawing/2014/main" id="{95EB2933-ADC3-4C7E-0516-D900DCE948D3}"/>
                </a:ext>
              </a:extLst>
            </p:cNvPr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5563;p75">
              <a:extLst>
                <a:ext uri="{FF2B5EF4-FFF2-40B4-BE49-F238E27FC236}">
                  <a16:creationId xmlns:a16="http://schemas.microsoft.com/office/drawing/2014/main" id="{402F0700-A989-2C91-9414-71DBF6E7598D}"/>
                </a:ext>
              </a:extLst>
            </p:cNvPr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5564;p75">
              <a:extLst>
                <a:ext uri="{FF2B5EF4-FFF2-40B4-BE49-F238E27FC236}">
                  <a16:creationId xmlns:a16="http://schemas.microsoft.com/office/drawing/2014/main" id="{1D1407CA-B4E8-9AE7-E79D-53452EACA846}"/>
                </a:ext>
              </a:extLst>
            </p:cNvPr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5565;p75">
              <a:extLst>
                <a:ext uri="{FF2B5EF4-FFF2-40B4-BE49-F238E27FC236}">
                  <a16:creationId xmlns:a16="http://schemas.microsoft.com/office/drawing/2014/main" id="{40C3B1C4-CAAB-2B53-8D05-715B853AFF54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5566;p75">
              <a:extLst>
                <a:ext uri="{FF2B5EF4-FFF2-40B4-BE49-F238E27FC236}">
                  <a16:creationId xmlns:a16="http://schemas.microsoft.com/office/drawing/2014/main" id="{46677907-A31A-E1A6-BBD3-7A0E807C138F}"/>
                </a:ext>
              </a:extLst>
            </p:cNvPr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5567;p75">
              <a:extLst>
                <a:ext uri="{FF2B5EF4-FFF2-40B4-BE49-F238E27FC236}">
                  <a16:creationId xmlns:a16="http://schemas.microsoft.com/office/drawing/2014/main" id="{6001EEF1-5FE5-11D7-474C-8CBD6EA80735}"/>
                </a:ext>
              </a:extLst>
            </p:cNvPr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5568;p75">
              <a:extLst>
                <a:ext uri="{FF2B5EF4-FFF2-40B4-BE49-F238E27FC236}">
                  <a16:creationId xmlns:a16="http://schemas.microsoft.com/office/drawing/2014/main" id="{979891B7-6AD0-FFBD-4615-D170557A761F}"/>
                </a:ext>
              </a:extLst>
            </p:cNvPr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5569;p75">
              <a:extLst>
                <a:ext uri="{FF2B5EF4-FFF2-40B4-BE49-F238E27FC236}">
                  <a16:creationId xmlns:a16="http://schemas.microsoft.com/office/drawing/2014/main" id="{AD46B8FF-34AD-B2BE-9A47-B1661A972170}"/>
                </a:ext>
              </a:extLst>
            </p:cNvPr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5570;p75">
              <a:extLst>
                <a:ext uri="{FF2B5EF4-FFF2-40B4-BE49-F238E27FC236}">
                  <a16:creationId xmlns:a16="http://schemas.microsoft.com/office/drawing/2014/main" id="{00A8C96F-79F0-AF2C-70DD-97B6787AF6CC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5571;p75">
              <a:extLst>
                <a:ext uri="{FF2B5EF4-FFF2-40B4-BE49-F238E27FC236}">
                  <a16:creationId xmlns:a16="http://schemas.microsoft.com/office/drawing/2014/main" id="{DB0A3E97-47D2-8DAA-31D6-2F104B4A1475}"/>
                </a:ext>
              </a:extLst>
            </p:cNvPr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5572;p75">
              <a:extLst>
                <a:ext uri="{FF2B5EF4-FFF2-40B4-BE49-F238E27FC236}">
                  <a16:creationId xmlns:a16="http://schemas.microsoft.com/office/drawing/2014/main" id="{67CCD036-8837-3E45-4571-40BFA3530FAE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5573;p75">
              <a:extLst>
                <a:ext uri="{FF2B5EF4-FFF2-40B4-BE49-F238E27FC236}">
                  <a16:creationId xmlns:a16="http://schemas.microsoft.com/office/drawing/2014/main" id="{1B4EDB88-23F4-5397-0A70-2DB73721F14D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5574;p75">
              <a:extLst>
                <a:ext uri="{FF2B5EF4-FFF2-40B4-BE49-F238E27FC236}">
                  <a16:creationId xmlns:a16="http://schemas.microsoft.com/office/drawing/2014/main" id="{3119F5E0-EBB7-96AD-E150-32B14937C134}"/>
                </a:ext>
              </a:extLst>
            </p:cNvPr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5575;p75">
              <a:extLst>
                <a:ext uri="{FF2B5EF4-FFF2-40B4-BE49-F238E27FC236}">
                  <a16:creationId xmlns:a16="http://schemas.microsoft.com/office/drawing/2014/main" id="{CAD0DB5E-5FAF-747D-521A-9460E8B3D51B}"/>
                </a:ext>
              </a:extLst>
            </p:cNvPr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5576;p75">
              <a:extLst>
                <a:ext uri="{FF2B5EF4-FFF2-40B4-BE49-F238E27FC236}">
                  <a16:creationId xmlns:a16="http://schemas.microsoft.com/office/drawing/2014/main" id="{B4442858-0FAF-DECD-129C-516E754B671B}"/>
                </a:ext>
              </a:extLst>
            </p:cNvPr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5577;p75">
              <a:extLst>
                <a:ext uri="{FF2B5EF4-FFF2-40B4-BE49-F238E27FC236}">
                  <a16:creationId xmlns:a16="http://schemas.microsoft.com/office/drawing/2014/main" id="{7B9251AF-15F4-6911-FD67-E0094CF57F23}"/>
                </a:ext>
              </a:extLst>
            </p:cNvPr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5578;p75">
              <a:extLst>
                <a:ext uri="{FF2B5EF4-FFF2-40B4-BE49-F238E27FC236}">
                  <a16:creationId xmlns:a16="http://schemas.microsoft.com/office/drawing/2014/main" id="{A9935607-6D3E-C8BC-2BD0-1A5809762438}"/>
                </a:ext>
              </a:extLst>
            </p:cNvPr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5579;p75">
              <a:extLst>
                <a:ext uri="{FF2B5EF4-FFF2-40B4-BE49-F238E27FC236}">
                  <a16:creationId xmlns:a16="http://schemas.microsoft.com/office/drawing/2014/main" id="{B5FF3F91-E7C9-5ECF-5D7E-8040AEEB559D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5580;p75">
              <a:extLst>
                <a:ext uri="{FF2B5EF4-FFF2-40B4-BE49-F238E27FC236}">
                  <a16:creationId xmlns:a16="http://schemas.microsoft.com/office/drawing/2014/main" id="{4E90CA99-D292-51C3-CDB7-AB7DA102AECB}"/>
                </a:ext>
              </a:extLst>
            </p:cNvPr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5581;p75">
              <a:extLst>
                <a:ext uri="{FF2B5EF4-FFF2-40B4-BE49-F238E27FC236}">
                  <a16:creationId xmlns:a16="http://schemas.microsoft.com/office/drawing/2014/main" id="{FC3B8B3D-C164-EDC2-BECD-C76CEE291D91}"/>
                </a:ext>
              </a:extLst>
            </p:cNvPr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5582;p75">
              <a:extLst>
                <a:ext uri="{FF2B5EF4-FFF2-40B4-BE49-F238E27FC236}">
                  <a16:creationId xmlns:a16="http://schemas.microsoft.com/office/drawing/2014/main" id="{C560790F-C109-C2E2-31D2-5DAEC6C98B7C}"/>
                </a:ext>
              </a:extLst>
            </p:cNvPr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9" name="Google Shape;7178;p83">
            <a:extLst>
              <a:ext uri="{FF2B5EF4-FFF2-40B4-BE49-F238E27FC236}">
                <a16:creationId xmlns:a16="http://schemas.microsoft.com/office/drawing/2014/main" id="{F1A25E54-76D1-1BFC-0504-FD01860D8FF1}"/>
              </a:ext>
            </a:extLst>
          </p:cNvPr>
          <p:cNvGrpSpPr/>
          <p:nvPr/>
        </p:nvGrpSpPr>
        <p:grpSpPr>
          <a:xfrm>
            <a:off x="3285784" y="4006938"/>
            <a:ext cx="3634440" cy="504443"/>
            <a:chOff x="3468945" y="990512"/>
            <a:chExt cx="2949314" cy="409351"/>
          </a:xfrm>
        </p:grpSpPr>
        <p:sp>
          <p:nvSpPr>
            <p:cNvPr id="3410" name="Google Shape;7179;p83">
              <a:extLst>
                <a:ext uri="{FF2B5EF4-FFF2-40B4-BE49-F238E27FC236}">
                  <a16:creationId xmlns:a16="http://schemas.microsoft.com/office/drawing/2014/main" id="{5FF49FED-7B32-A317-5663-EFC2DB9C40B6}"/>
                </a:ext>
              </a:extLst>
            </p:cNvPr>
            <p:cNvSpPr/>
            <p:nvPr/>
          </p:nvSpPr>
          <p:spPr>
            <a:xfrm>
              <a:off x="3471784" y="992487"/>
              <a:ext cx="2946475" cy="407376"/>
            </a:xfrm>
            <a:custGeom>
              <a:avLst/>
              <a:gdLst/>
              <a:ahLst/>
              <a:cxnLst/>
              <a:rect l="l" t="t" r="r" b="b"/>
              <a:pathLst>
                <a:path w="47751" h="6602" extrusionOk="0">
                  <a:moveTo>
                    <a:pt x="0" y="1378"/>
                  </a:moveTo>
                  <a:lnTo>
                    <a:pt x="10252" y="6602"/>
                  </a:lnTo>
                  <a:lnTo>
                    <a:pt x="47751" y="6602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dk1">
                <a:alpha val="139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7180;p83">
              <a:extLst>
                <a:ext uri="{FF2B5EF4-FFF2-40B4-BE49-F238E27FC236}">
                  <a16:creationId xmlns:a16="http://schemas.microsoft.com/office/drawing/2014/main" id="{662028E5-36A2-69AB-08ED-B720E2DFD31C}"/>
                </a:ext>
              </a:extLst>
            </p:cNvPr>
            <p:cNvSpPr/>
            <p:nvPr/>
          </p:nvSpPr>
          <p:spPr>
            <a:xfrm>
              <a:off x="3471784" y="992487"/>
              <a:ext cx="2053357" cy="94224"/>
            </a:xfrm>
            <a:custGeom>
              <a:avLst/>
              <a:gdLst/>
              <a:ahLst/>
              <a:cxnLst/>
              <a:rect l="l" t="t" r="r" b="b"/>
              <a:pathLst>
                <a:path w="3327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33276" y="1526"/>
                  </a:lnTo>
                  <a:lnTo>
                    <a:pt x="33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7181;p83">
              <a:extLst>
                <a:ext uri="{FF2B5EF4-FFF2-40B4-BE49-F238E27FC236}">
                  <a16:creationId xmlns:a16="http://schemas.microsoft.com/office/drawing/2014/main" id="{782119CE-C3DE-FEAA-6DCB-E1979092AF28}"/>
                </a:ext>
              </a:extLst>
            </p:cNvPr>
            <p:cNvSpPr/>
            <p:nvPr/>
          </p:nvSpPr>
          <p:spPr>
            <a:xfrm>
              <a:off x="3469562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6" y="65"/>
                  </a:moveTo>
                  <a:lnTo>
                    <a:pt x="33276" y="1522"/>
                  </a:lnTo>
                  <a:lnTo>
                    <a:pt x="69" y="1522"/>
                  </a:lnTo>
                  <a:lnTo>
                    <a:pt x="69" y="65"/>
                  </a:lnTo>
                  <a:close/>
                  <a:moveTo>
                    <a:pt x="36" y="0"/>
                  </a:moveTo>
                  <a:cubicBezTo>
                    <a:pt x="18" y="0"/>
                    <a:pt x="0" y="15"/>
                    <a:pt x="4" y="33"/>
                  </a:cubicBezTo>
                  <a:lnTo>
                    <a:pt x="4" y="1558"/>
                  </a:lnTo>
                  <a:cubicBezTo>
                    <a:pt x="4" y="1576"/>
                    <a:pt x="18" y="1591"/>
                    <a:pt x="36" y="1591"/>
                  </a:cubicBezTo>
                  <a:lnTo>
                    <a:pt x="33309" y="1591"/>
                  </a:lnTo>
                  <a:cubicBezTo>
                    <a:pt x="33327" y="1591"/>
                    <a:pt x="33341" y="1576"/>
                    <a:pt x="33341" y="1558"/>
                  </a:cubicBezTo>
                  <a:lnTo>
                    <a:pt x="33341" y="33"/>
                  </a:lnTo>
                  <a:cubicBezTo>
                    <a:pt x="33341" y="15"/>
                    <a:pt x="33327" y="0"/>
                    <a:pt x="3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7182;p83">
              <a:extLst>
                <a:ext uri="{FF2B5EF4-FFF2-40B4-BE49-F238E27FC236}">
                  <a16:creationId xmlns:a16="http://schemas.microsoft.com/office/drawing/2014/main" id="{C1F36157-4A8C-D527-E9F3-7C14D665CFCF}"/>
                </a:ext>
              </a:extLst>
            </p:cNvPr>
            <p:cNvSpPr/>
            <p:nvPr/>
          </p:nvSpPr>
          <p:spPr>
            <a:xfrm>
              <a:off x="3471784" y="1086648"/>
              <a:ext cx="2053357" cy="26163"/>
            </a:xfrm>
            <a:custGeom>
              <a:avLst/>
              <a:gdLst/>
              <a:ahLst/>
              <a:cxnLst/>
              <a:rect l="l" t="t" r="r" b="b"/>
              <a:pathLst>
                <a:path w="33277" h="424" extrusionOk="0">
                  <a:moveTo>
                    <a:pt x="0" y="0"/>
                  </a:moveTo>
                  <a:lnTo>
                    <a:pt x="2520" y="423"/>
                  </a:lnTo>
                  <a:lnTo>
                    <a:pt x="30753" y="423"/>
                  </a:lnTo>
                  <a:lnTo>
                    <a:pt x="3327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7183;p83">
              <a:extLst>
                <a:ext uri="{FF2B5EF4-FFF2-40B4-BE49-F238E27FC236}">
                  <a16:creationId xmlns:a16="http://schemas.microsoft.com/office/drawing/2014/main" id="{A2529418-A5FE-DE7A-4C99-50EF22DF077B}"/>
                </a:ext>
              </a:extLst>
            </p:cNvPr>
            <p:cNvSpPr/>
            <p:nvPr/>
          </p:nvSpPr>
          <p:spPr>
            <a:xfrm>
              <a:off x="3468945" y="1084612"/>
              <a:ext cx="2058787" cy="30174"/>
            </a:xfrm>
            <a:custGeom>
              <a:avLst/>
              <a:gdLst/>
              <a:ahLst/>
              <a:cxnLst/>
              <a:rect l="l" t="t" r="r" b="b"/>
              <a:pathLst>
                <a:path w="33365" h="489" extrusionOk="0">
                  <a:moveTo>
                    <a:pt x="32914" y="66"/>
                  </a:moveTo>
                  <a:lnTo>
                    <a:pt x="30795" y="420"/>
                  </a:lnTo>
                  <a:lnTo>
                    <a:pt x="2570" y="420"/>
                  </a:lnTo>
                  <a:lnTo>
                    <a:pt x="455" y="66"/>
                  </a:lnTo>
                  <a:close/>
                  <a:moveTo>
                    <a:pt x="43" y="1"/>
                  </a:moveTo>
                  <a:cubicBezTo>
                    <a:pt x="3" y="1"/>
                    <a:pt x="0" y="59"/>
                    <a:pt x="39" y="66"/>
                  </a:cubicBezTo>
                  <a:lnTo>
                    <a:pt x="2562" y="489"/>
                  </a:lnTo>
                  <a:lnTo>
                    <a:pt x="30803" y="489"/>
                  </a:lnTo>
                  <a:lnTo>
                    <a:pt x="33326" y="66"/>
                  </a:lnTo>
                  <a:cubicBezTo>
                    <a:pt x="33364" y="59"/>
                    <a:pt x="33362" y="1"/>
                    <a:pt x="33322" y="1"/>
                  </a:cubicBezTo>
                  <a:cubicBezTo>
                    <a:pt x="33321" y="1"/>
                    <a:pt x="33320" y="1"/>
                    <a:pt x="33319" y="1"/>
                  </a:cubicBezTo>
                  <a:lnTo>
                    <a:pt x="46" y="1"/>
                  </a:lnTo>
                  <a:cubicBezTo>
                    <a:pt x="45" y="1"/>
                    <a:pt x="44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7184;p83">
              <a:extLst>
                <a:ext uri="{FF2B5EF4-FFF2-40B4-BE49-F238E27FC236}">
                  <a16:creationId xmlns:a16="http://schemas.microsoft.com/office/drawing/2014/main" id="{6E7FC08E-0F58-4A60-E9A8-E98B56C2FA2D}"/>
                </a:ext>
              </a:extLst>
            </p:cNvPr>
            <p:cNvSpPr/>
            <p:nvPr/>
          </p:nvSpPr>
          <p:spPr>
            <a:xfrm>
              <a:off x="3769572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7185;p83">
              <a:extLst>
                <a:ext uri="{FF2B5EF4-FFF2-40B4-BE49-F238E27FC236}">
                  <a16:creationId xmlns:a16="http://schemas.microsoft.com/office/drawing/2014/main" id="{98BED225-FAB9-48A6-B466-B0C97F970989}"/>
                </a:ext>
              </a:extLst>
            </p:cNvPr>
            <p:cNvSpPr/>
            <p:nvPr/>
          </p:nvSpPr>
          <p:spPr>
            <a:xfrm>
              <a:off x="3778951" y="1234062"/>
              <a:ext cx="102862" cy="61643"/>
            </a:xfrm>
            <a:custGeom>
              <a:avLst/>
              <a:gdLst/>
              <a:ahLst/>
              <a:cxnLst/>
              <a:rect l="l" t="t" r="r" b="b"/>
              <a:pathLst>
                <a:path w="1667" h="999" extrusionOk="0">
                  <a:moveTo>
                    <a:pt x="1667" y="847"/>
                  </a:moveTo>
                  <a:lnTo>
                    <a:pt x="0" y="1"/>
                  </a:lnTo>
                  <a:lnTo>
                    <a:pt x="0" y="999"/>
                  </a:lnTo>
                  <a:lnTo>
                    <a:pt x="1667" y="999"/>
                  </a:ln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7186;p83">
              <a:extLst>
                <a:ext uri="{FF2B5EF4-FFF2-40B4-BE49-F238E27FC236}">
                  <a16:creationId xmlns:a16="http://schemas.microsoft.com/office/drawing/2014/main" id="{F8637B1C-CDB9-E808-BB66-716D436BEDDA}"/>
                </a:ext>
              </a:extLst>
            </p:cNvPr>
            <p:cNvSpPr/>
            <p:nvPr/>
          </p:nvSpPr>
          <p:spPr>
            <a:xfrm>
              <a:off x="3767536" y="1110528"/>
              <a:ext cx="116314" cy="197888"/>
            </a:xfrm>
            <a:custGeom>
              <a:avLst/>
              <a:gdLst/>
              <a:ahLst/>
              <a:cxnLst/>
              <a:rect l="l" t="t" r="r" b="b"/>
              <a:pathLst>
                <a:path w="1885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69" y="3142"/>
                  </a:lnTo>
                  <a:lnTo>
                    <a:pt x="69" y="69"/>
                  </a:lnTo>
                  <a:close/>
                  <a:moveTo>
                    <a:pt x="33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3" y="3207"/>
                  </a:cubicBezTo>
                  <a:lnTo>
                    <a:pt x="1852" y="3207"/>
                  </a:lnTo>
                  <a:cubicBezTo>
                    <a:pt x="1870" y="3207"/>
                    <a:pt x="1884" y="3192"/>
                    <a:pt x="1884" y="3174"/>
                  </a:cubicBezTo>
                  <a:lnTo>
                    <a:pt x="1884" y="36"/>
                  </a:lnTo>
                  <a:cubicBezTo>
                    <a:pt x="1884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7187;p83">
              <a:extLst>
                <a:ext uri="{FF2B5EF4-FFF2-40B4-BE49-F238E27FC236}">
                  <a16:creationId xmlns:a16="http://schemas.microsoft.com/office/drawing/2014/main" id="{94F18CF7-FBF6-3213-E4FD-A5F0A9A8E24C}"/>
                </a:ext>
              </a:extLst>
            </p:cNvPr>
            <p:cNvSpPr/>
            <p:nvPr/>
          </p:nvSpPr>
          <p:spPr>
            <a:xfrm>
              <a:off x="3692626" y="1103556"/>
              <a:ext cx="194803" cy="11230"/>
            </a:xfrm>
            <a:custGeom>
              <a:avLst/>
              <a:gdLst/>
              <a:ahLst/>
              <a:cxnLst/>
              <a:rect l="l" t="t" r="r" b="b"/>
              <a:pathLst>
                <a:path w="3157" h="182" extrusionOk="0">
                  <a:moveTo>
                    <a:pt x="1902" y="66"/>
                  </a:moveTo>
                  <a:lnTo>
                    <a:pt x="2400" y="113"/>
                  </a:lnTo>
                  <a:lnTo>
                    <a:pt x="1255" y="113"/>
                  </a:lnTo>
                  <a:lnTo>
                    <a:pt x="752" y="66"/>
                  </a:lnTo>
                  <a:close/>
                  <a:moveTo>
                    <a:pt x="27" y="1"/>
                  </a:moveTo>
                  <a:cubicBezTo>
                    <a:pt x="12" y="1"/>
                    <a:pt x="0" y="14"/>
                    <a:pt x="0" y="34"/>
                  </a:cubicBezTo>
                  <a:cubicBezTo>
                    <a:pt x="0" y="48"/>
                    <a:pt x="11" y="66"/>
                    <a:pt x="29" y="66"/>
                  </a:cubicBezTo>
                  <a:lnTo>
                    <a:pt x="1251" y="182"/>
                  </a:lnTo>
                  <a:lnTo>
                    <a:pt x="3123" y="182"/>
                  </a:lnTo>
                  <a:cubicBezTo>
                    <a:pt x="3142" y="182"/>
                    <a:pt x="3152" y="167"/>
                    <a:pt x="3156" y="149"/>
                  </a:cubicBezTo>
                  <a:cubicBezTo>
                    <a:pt x="3156" y="131"/>
                    <a:pt x="3142" y="117"/>
                    <a:pt x="3123" y="113"/>
                  </a:cubicBezTo>
                  <a:lnTo>
                    <a:pt x="1905" y="1"/>
                  </a:lnTo>
                  <a:lnTo>
                    <a:pt x="33" y="1"/>
                  </a:lnTo>
                  <a:cubicBezTo>
                    <a:pt x="31" y="1"/>
                    <a:pt x="29" y="1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7188;p83">
              <a:extLst>
                <a:ext uri="{FF2B5EF4-FFF2-40B4-BE49-F238E27FC236}">
                  <a16:creationId xmlns:a16="http://schemas.microsoft.com/office/drawing/2014/main" id="{4FA7EAEA-B90B-3415-B6E3-5F4FC88479F1}"/>
                </a:ext>
              </a:extLst>
            </p:cNvPr>
            <p:cNvSpPr/>
            <p:nvPr/>
          </p:nvSpPr>
          <p:spPr>
            <a:xfrm>
              <a:off x="3809742" y="1240973"/>
              <a:ext cx="25237" cy="28878"/>
            </a:xfrm>
            <a:custGeom>
              <a:avLst/>
              <a:gdLst/>
              <a:ahLst/>
              <a:cxnLst/>
              <a:rect l="l" t="t" r="r" b="b"/>
              <a:pathLst>
                <a:path w="409" h="468" extrusionOk="0">
                  <a:moveTo>
                    <a:pt x="206" y="1"/>
                  </a:moveTo>
                  <a:cubicBezTo>
                    <a:pt x="90" y="1"/>
                    <a:pt x="0" y="106"/>
                    <a:pt x="0" y="236"/>
                  </a:cubicBezTo>
                  <a:cubicBezTo>
                    <a:pt x="0" y="362"/>
                    <a:pt x="90" y="467"/>
                    <a:pt x="206" y="467"/>
                  </a:cubicBezTo>
                  <a:cubicBezTo>
                    <a:pt x="318" y="467"/>
                    <a:pt x="408" y="362"/>
                    <a:pt x="408" y="236"/>
                  </a:cubicBezTo>
                  <a:cubicBezTo>
                    <a:pt x="408" y="106"/>
                    <a:pt x="318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7189;p83">
              <a:extLst>
                <a:ext uri="{FF2B5EF4-FFF2-40B4-BE49-F238E27FC236}">
                  <a16:creationId xmlns:a16="http://schemas.microsoft.com/office/drawing/2014/main" id="{CA50D6CB-1E39-61AA-85D7-837E9550CA94}"/>
                </a:ext>
              </a:extLst>
            </p:cNvPr>
            <p:cNvSpPr/>
            <p:nvPr/>
          </p:nvSpPr>
          <p:spPr>
            <a:xfrm>
              <a:off x="5139608" y="1112750"/>
              <a:ext cx="112241" cy="193692"/>
            </a:xfrm>
            <a:custGeom>
              <a:avLst/>
              <a:gdLst/>
              <a:ahLst/>
              <a:cxnLst/>
              <a:rect l="l" t="t" r="r" b="b"/>
              <a:pathLst>
                <a:path w="1819" h="3139" extrusionOk="0">
                  <a:moveTo>
                    <a:pt x="0" y="0"/>
                  </a:moveTo>
                  <a:lnTo>
                    <a:pt x="0" y="3138"/>
                  </a:lnTo>
                  <a:lnTo>
                    <a:pt x="1819" y="3138"/>
                  </a:lnTo>
                  <a:lnTo>
                    <a:pt x="1819" y="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7190;p83">
              <a:extLst>
                <a:ext uri="{FF2B5EF4-FFF2-40B4-BE49-F238E27FC236}">
                  <a16:creationId xmlns:a16="http://schemas.microsoft.com/office/drawing/2014/main" id="{4CFA34E0-C5AA-8E3A-A243-8B5731BB0484}"/>
                </a:ext>
              </a:extLst>
            </p:cNvPr>
            <p:cNvSpPr/>
            <p:nvPr/>
          </p:nvSpPr>
          <p:spPr>
            <a:xfrm>
              <a:off x="5137572" y="1110528"/>
              <a:ext cx="116499" cy="197888"/>
            </a:xfrm>
            <a:custGeom>
              <a:avLst/>
              <a:gdLst/>
              <a:ahLst/>
              <a:cxnLst/>
              <a:rect l="l" t="t" r="r" b="b"/>
              <a:pathLst>
                <a:path w="1888" h="3207" extrusionOk="0">
                  <a:moveTo>
                    <a:pt x="1819" y="69"/>
                  </a:moveTo>
                  <a:lnTo>
                    <a:pt x="1819" y="3142"/>
                  </a:lnTo>
                  <a:lnTo>
                    <a:pt x="70" y="3142"/>
                  </a:lnTo>
                  <a:lnTo>
                    <a:pt x="70" y="69"/>
                  </a:lnTo>
                  <a:close/>
                  <a:moveTo>
                    <a:pt x="37" y="0"/>
                  </a:moveTo>
                  <a:cubicBezTo>
                    <a:pt x="15" y="0"/>
                    <a:pt x="1" y="15"/>
                    <a:pt x="1" y="36"/>
                  </a:cubicBezTo>
                  <a:lnTo>
                    <a:pt x="1" y="3174"/>
                  </a:lnTo>
                  <a:cubicBezTo>
                    <a:pt x="1" y="3192"/>
                    <a:pt x="15" y="3207"/>
                    <a:pt x="37" y="3207"/>
                  </a:cubicBezTo>
                  <a:lnTo>
                    <a:pt x="1852" y="3207"/>
                  </a:lnTo>
                  <a:cubicBezTo>
                    <a:pt x="1870" y="3207"/>
                    <a:pt x="1888" y="3192"/>
                    <a:pt x="1888" y="3174"/>
                  </a:cubicBezTo>
                  <a:lnTo>
                    <a:pt x="1888" y="36"/>
                  </a:lnTo>
                  <a:cubicBezTo>
                    <a:pt x="1888" y="15"/>
                    <a:pt x="1870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7191;p83">
              <a:extLst>
                <a:ext uri="{FF2B5EF4-FFF2-40B4-BE49-F238E27FC236}">
                  <a16:creationId xmlns:a16="http://schemas.microsoft.com/office/drawing/2014/main" id="{16312B1F-8BFE-784A-33EE-15BE9A60FE70}"/>
                </a:ext>
              </a:extLst>
            </p:cNvPr>
            <p:cNvSpPr/>
            <p:nvPr/>
          </p:nvSpPr>
          <p:spPr>
            <a:xfrm>
              <a:off x="5133376" y="1102260"/>
              <a:ext cx="187398" cy="12526"/>
            </a:xfrm>
            <a:custGeom>
              <a:avLst/>
              <a:gdLst/>
              <a:ahLst/>
              <a:cxnLst/>
              <a:rect l="l" t="t" r="r" b="b"/>
              <a:pathLst>
                <a:path w="3037" h="203" extrusionOk="0">
                  <a:moveTo>
                    <a:pt x="2458" y="65"/>
                  </a:moveTo>
                  <a:lnTo>
                    <a:pt x="1920" y="134"/>
                  </a:lnTo>
                  <a:lnTo>
                    <a:pt x="582" y="134"/>
                  </a:lnTo>
                  <a:lnTo>
                    <a:pt x="1117" y="65"/>
                  </a:lnTo>
                  <a:close/>
                  <a:moveTo>
                    <a:pt x="1114" y="0"/>
                  </a:moveTo>
                  <a:lnTo>
                    <a:pt x="44" y="134"/>
                  </a:lnTo>
                  <a:cubicBezTo>
                    <a:pt x="0" y="141"/>
                    <a:pt x="4" y="203"/>
                    <a:pt x="47" y="203"/>
                  </a:cubicBezTo>
                  <a:lnTo>
                    <a:pt x="1923" y="203"/>
                  </a:lnTo>
                  <a:lnTo>
                    <a:pt x="2997" y="69"/>
                  </a:lnTo>
                  <a:cubicBezTo>
                    <a:pt x="3037" y="62"/>
                    <a:pt x="3033" y="0"/>
                    <a:pt x="2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7192;p83">
              <a:extLst>
                <a:ext uri="{FF2B5EF4-FFF2-40B4-BE49-F238E27FC236}">
                  <a16:creationId xmlns:a16="http://schemas.microsoft.com/office/drawing/2014/main" id="{D1F97287-9263-E17C-08BB-AEC4206FC567}"/>
                </a:ext>
              </a:extLst>
            </p:cNvPr>
            <p:cNvSpPr/>
            <p:nvPr/>
          </p:nvSpPr>
          <p:spPr>
            <a:xfrm>
              <a:off x="5186442" y="1240973"/>
              <a:ext cx="25299" cy="28878"/>
            </a:xfrm>
            <a:custGeom>
              <a:avLst/>
              <a:gdLst/>
              <a:ahLst/>
              <a:cxnLst/>
              <a:rect l="l" t="t" r="r" b="b"/>
              <a:pathLst>
                <a:path w="410" h="468" extrusionOk="0">
                  <a:moveTo>
                    <a:pt x="207" y="1"/>
                  </a:moveTo>
                  <a:cubicBezTo>
                    <a:pt x="91" y="1"/>
                    <a:pt x="1" y="106"/>
                    <a:pt x="1" y="236"/>
                  </a:cubicBezTo>
                  <a:cubicBezTo>
                    <a:pt x="1" y="362"/>
                    <a:pt x="91" y="467"/>
                    <a:pt x="207" y="467"/>
                  </a:cubicBezTo>
                  <a:cubicBezTo>
                    <a:pt x="319" y="467"/>
                    <a:pt x="409" y="362"/>
                    <a:pt x="409" y="236"/>
                  </a:cubicBezTo>
                  <a:cubicBezTo>
                    <a:pt x="409" y="106"/>
                    <a:pt x="319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7193;p83">
              <a:extLst>
                <a:ext uri="{FF2B5EF4-FFF2-40B4-BE49-F238E27FC236}">
                  <a16:creationId xmlns:a16="http://schemas.microsoft.com/office/drawing/2014/main" id="{8EB629A5-0DA2-282B-AEA9-F1CEAD02CB57}"/>
                </a:ext>
              </a:extLst>
            </p:cNvPr>
            <p:cNvSpPr/>
            <p:nvPr/>
          </p:nvSpPr>
          <p:spPr>
            <a:xfrm>
              <a:off x="3471615" y="992475"/>
              <a:ext cx="2053377" cy="94224"/>
            </a:xfrm>
            <a:custGeom>
              <a:avLst/>
              <a:gdLst/>
              <a:ahLst/>
              <a:cxnLst/>
              <a:rect l="l" t="t" r="r" b="b"/>
              <a:pathLst>
                <a:path w="2007" h="1527" extrusionOk="0">
                  <a:moveTo>
                    <a:pt x="0" y="1"/>
                  </a:moveTo>
                  <a:lnTo>
                    <a:pt x="0" y="1526"/>
                  </a:lnTo>
                  <a:lnTo>
                    <a:pt x="2007" y="1526"/>
                  </a:lnTo>
                  <a:lnTo>
                    <a:pt x="200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1000">
                  <a:schemeClr val="accent1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7194;p83">
              <a:extLst>
                <a:ext uri="{FF2B5EF4-FFF2-40B4-BE49-F238E27FC236}">
                  <a16:creationId xmlns:a16="http://schemas.microsoft.com/office/drawing/2014/main" id="{50FF5E71-2214-DD8F-D449-20E1DE818C90}"/>
                </a:ext>
              </a:extLst>
            </p:cNvPr>
            <p:cNvSpPr/>
            <p:nvPr/>
          </p:nvSpPr>
          <p:spPr>
            <a:xfrm>
              <a:off x="3469747" y="990512"/>
              <a:ext cx="2057368" cy="98173"/>
            </a:xfrm>
            <a:custGeom>
              <a:avLst/>
              <a:gdLst/>
              <a:ahLst/>
              <a:cxnLst/>
              <a:rect l="l" t="t" r="r" b="b"/>
              <a:pathLst>
                <a:path w="33342" h="1591" extrusionOk="0">
                  <a:moveTo>
                    <a:pt x="33273" y="65"/>
                  </a:moveTo>
                  <a:lnTo>
                    <a:pt x="33273" y="1522"/>
                  </a:lnTo>
                  <a:lnTo>
                    <a:pt x="66" y="1522"/>
                  </a:lnTo>
                  <a:lnTo>
                    <a:pt x="66" y="65"/>
                  </a:lnTo>
                  <a:close/>
                  <a:moveTo>
                    <a:pt x="1" y="0"/>
                  </a:moveTo>
                  <a:lnTo>
                    <a:pt x="1" y="1591"/>
                  </a:lnTo>
                  <a:lnTo>
                    <a:pt x="33342" y="1591"/>
                  </a:lnTo>
                  <a:lnTo>
                    <a:pt x="33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6" name="Google Shape;7195;p83">
            <a:extLst>
              <a:ext uri="{FF2B5EF4-FFF2-40B4-BE49-F238E27FC236}">
                <a16:creationId xmlns:a16="http://schemas.microsoft.com/office/drawing/2014/main" id="{718E677A-3951-EE89-2CE7-223812BA6887}"/>
              </a:ext>
            </a:extLst>
          </p:cNvPr>
          <p:cNvGrpSpPr/>
          <p:nvPr/>
        </p:nvGrpSpPr>
        <p:grpSpPr>
          <a:xfrm>
            <a:off x="4563391" y="3646526"/>
            <a:ext cx="319938" cy="360412"/>
            <a:chOff x="4181675" y="698025"/>
            <a:chExt cx="259627" cy="292471"/>
          </a:xfrm>
        </p:grpSpPr>
        <p:sp>
          <p:nvSpPr>
            <p:cNvPr id="3427" name="Google Shape;7196;p83">
              <a:extLst>
                <a:ext uri="{FF2B5EF4-FFF2-40B4-BE49-F238E27FC236}">
                  <a16:creationId xmlns:a16="http://schemas.microsoft.com/office/drawing/2014/main" id="{4BC804B9-3914-5769-B946-3B9837D5630C}"/>
                </a:ext>
              </a:extLst>
            </p:cNvPr>
            <p:cNvSpPr/>
            <p:nvPr/>
          </p:nvSpPr>
          <p:spPr>
            <a:xfrm>
              <a:off x="4348267" y="771841"/>
              <a:ext cx="91382" cy="115501"/>
            </a:xfrm>
            <a:custGeom>
              <a:avLst/>
              <a:gdLst/>
              <a:ahLst/>
              <a:cxnLst/>
              <a:rect l="l" t="t" r="r" b="b"/>
              <a:pathLst>
                <a:path w="1769" h="2236" extrusionOk="0">
                  <a:moveTo>
                    <a:pt x="1178" y="1"/>
                  </a:moveTo>
                  <a:cubicBezTo>
                    <a:pt x="853" y="1"/>
                    <a:pt x="478" y="283"/>
                    <a:pt x="239" y="737"/>
                  </a:cubicBezTo>
                  <a:lnTo>
                    <a:pt x="619" y="914"/>
                  </a:lnTo>
                  <a:cubicBezTo>
                    <a:pt x="818" y="535"/>
                    <a:pt x="1072" y="401"/>
                    <a:pt x="1171" y="401"/>
                  </a:cubicBezTo>
                  <a:cubicBezTo>
                    <a:pt x="1180" y="401"/>
                    <a:pt x="1187" y="402"/>
                    <a:pt x="1193" y="404"/>
                  </a:cubicBezTo>
                  <a:cubicBezTo>
                    <a:pt x="1269" y="429"/>
                    <a:pt x="1342" y="700"/>
                    <a:pt x="1324" y="1019"/>
                  </a:cubicBezTo>
                  <a:cubicBezTo>
                    <a:pt x="1309" y="1214"/>
                    <a:pt x="1208" y="1781"/>
                    <a:pt x="915" y="1832"/>
                  </a:cubicBezTo>
                  <a:cubicBezTo>
                    <a:pt x="900" y="1835"/>
                    <a:pt x="884" y="1836"/>
                    <a:pt x="868" y="1836"/>
                  </a:cubicBezTo>
                  <a:cubicBezTo>
                    <a:pt x="702" y="1836"/>
                    <a:pt x="503" y="1703"/>
                    <a:pt x="351" y="1496"/>
                  </a:cubicBezTo>
                  <a:lnTo>
                    <a:pt x="1" y="1720"/>
                  </a:lnTo>
                  <a:cubicBezTo>
                    <a:pt x="232" y="2046"/>
                    <a:pt x="556" y="2235"/>
                    <a:pt x="865" y="2235"/>
                  </a:cubicBezTo>
                  <a:cubicBezTo>
                    <a:pt x="884" y="2235"/>
                    <a:pt x="903" y="2235"/>
                    <a:pt x="922" y="2233"/>
                  </a:cubicBezTo>
                  <a:cubicBezTo>
                    <a:pt x="944" y="2233"/>
                    <a:pt x="966" y="2230"/>
                    <a:pt x="984" y="2226"/>
                  </a:cubicBezTo>
                  <a:cubicBezTo>
                    <a:pt x="1645" y="2118"/>
                    <a:pt x="1736" y="1221"/>
                    <a:pt x="1747" y="1040"/>
                  </a:cubicBezTo>
                  <a:cubicBezTo>
                    <a:pt x="1757" y="838"/>
                    <a:pt x="1768" y="165"/>
                    <a:pt x="1334" y="24"/>
                  </a:cubicBezTo>
                  <a:cubicBezTo>
                    <a:pt x="1284" y="9"/>
                    <a:pt x="1232" y="1"/>
                    <a:pt x="1178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7197;p83">
              <a:extLst>
                <a:ext uri="{FF2B5EF4-FFF2-40B4-BE49-F238E27FC236}">
                  <a16:creationId xmlns:a16="http://schemas.microsoft.com/office/drawing/2014/main" id="{29D30620-0804-30D1-D5A9-C4F75C68FAC5}"/>
                </a:ext>
              </a:extLst>
            </p:cNvPr>
            <p:cNvSpPr/>
            <p:nvPr/>
          </p:nvSpPr>
          <p:spPr>
            <a:xfrm>
              <a:off x="4346407" y="770085"/>
              <a:ext cx="94895" cy="119013"/>
            </a:xfrm>
            <a:custGeom>
              <a:avLst/>
              <a:gdLst/>
              <a:ahLst/>
              <a:cxnLst/>
              <a:rect l="l" t="t" r="r" b="b"/>
              <a:pathLst>
                <a:path w="1837" h="2304" extrusionOk="0">
                  <a:moveTo>
                    <a:pt x="1211" y="68"/>
                  </a:moveTo>
                  <a:cubicBezTo>
                    <a:pt x="1262" y="68"/>
                    <a:pt x="1312" y="75"/>
                    <a:pt x="1360" y="91"/>
                  </a:cubicBezTo>
                  <a:cubicBezTo>
                    <a:pt x="1772" y="225"/>
                    <a:pt x="1761" y="875"/>
                    <a:pt x="1750" y="1071"/>
                  </a:cubicBezTo>
                  <a:cubicBezTo>
                    <a:pt x="1739" y="1244"/>
                    <a:pt x="1649" y="2123"/>
                    <a:pt x="1016" y="2224"/>
                  </a:cubicBezTo>
                  <a:cubicBezTo>
                    <a:pt x="998" y="2227"/>
                    <a:pt x="976" y="2231"/>
                    <a:pt x="958" y="2231"/>
                  </a:cubicBezTo>
                  <a:cubicBezTo>
                    <a:pt x="937" y="2233"/>
                    <a:pt x="915" y="2234"/>
                    <a:pt x="893" y="2234"/>
                  </a:cubicBezTo>
                  <a:cubicBezTo>
                    <a:pt x="602" y="2234"/>
                    <a:pt x="305" y="2057"/>
                    <a:pt x="84" y="1761"/>
                  </a:cubicBezTo>
                  <a:lnTo>
                    <a:pt x="376" y="1573"/>
                  </a:lnTo>
                  <a:cubicBezTo>
                    <a:pt x="533" y="1779"/>
                    <a:pt x="732" y="1903"/>
                    <a:pt x="902" y="1903"/>
                  </a:cubicBezTo>
                  <a:cubicBezTo>
                    <a:pt x="920" y="1903"/>
                    <a:pt x="938" y="1901"/>
                    <a:pt x="955" y="1898"/>
                  </a:cubicBezTo>
                  <a:cubicBezTo>
                    <a:pt x="1273" y="1848"/>
                    <a:pt x="1378" y="1273"/>
                    <a:pt x="1392" y="1056"/>
                  </a:cubicBezTo>
                  <a:cubicBezTo>
                    <a:pt x="1410" y="771"/>
                    <a:pt x="1352" y="442"/>
                    <a:pt x="1240" y="405"/>
                  </a:cubicBezTo>
                  <a:cubicBezTo>
                    <a:pt x="1231" y="403"/>
                    <a:pt x="1221" y="401"/>
                    <a:pt x="1209" y="401"/>
                  </a:cubicBezTo>
                  <a:cubicBezTo>
                    <a:pt x="1091" y="401"/>
                    <a:pt x="834" y="552"/>
                    <a:pt x="637" y="904"/>
                  </a:cubicBezTo>
                  <a:lnTo>
                    <a:pt x="322" y="753"/>
                  </a:lnTo>
                  <a:cubicBezTo>
                    <a:pt x="557" y="332"/>
                    <a:pt x="908" y="68"/>
                    <a:pt x="1211" y="68"/>
                  </a:cubicBezTo>
                  <a:close/>
                  <a:moveTo>
                    <a:pt x="1214" y="0"/>
                  </a:moveTo>
                  <a:cubicBezTo>
                    <a:pt x="877" y="0"/>
                    <a:pt x="490" y="289"/>
                    <a:pt x="243" y="753"/>
                  </a:cubicBezTo>
                  <a:cubicBezTo>
                    <a:pt x="239" y="763"/>
                    <a:pt x="239" y="771"/>
                    <a:pt x="243" y="781"/>
                  </a:cubicBezTo>
                  <a:cubicBezTo>
                    <a:pt x="243" y="789"/>
                    <a:pt x="250" y="796"/>
                    <a:pt x="261" y="800"/>
                  </a:cubicBezTo>
                  <a:lnTo>
                    <a:pt x="637" y="977"/>
                  </a:lnTo>
                  <a:cubicBezTo>
                    <a:pt x="642" y="980"/>
                    <a:pt x="649" y="982"/>
                    <a:pt x="655" y="982"/>
                  </a:cubicBezTo>
                  <a:cubicBezTo>
                    <a:pt x="667" y="982"/>
                    <a:pt x="679" y="974"/>
                    <a:pt x="684" y="962"/>
                  </a:cubicBezTo>
                  <a:cubicBezTo>
                    <a:pt x="893" y="571"/>
                    <a:pt x="1143" y="469"/>
                    <a:pt x="1208" y="469"/>
                  </a:cubicBezTo>
                  <a:cubicBezTo>
                    <a:pt x="1212" y="469"/>
                    <a:pt x="1216" y="470"/>
                    <a:pt x="1219" y="471"/>
                  </a:cubicBezTo>
                  <a:cubicBezTo>
                    <a:pt x="1262" y="485"/>
                    <a:pt x="1345" y="716"/>
                    <a:pt x="1323" y="1049"/>
                  </a:cubicBezTo>
                  <a:cubicBezTo>
                    <a:pt x="1305" y="1288"/>
                    <a:pt x="1197" y="1790"/>
                    <a:pt x="944" y="1830"/>
                  </a:cubicBezTo>
                  <a:cubicBezTo>
                    <a:pt x="929" y="1832"/>
                    <a:pt x="914" y="1834"/>
                    <a:pt x="898" y="1834"/>
                  </a:cubicBezTo>
                  <a:cubicBezTo>
                    <a:pt x="746" y="1834"/>
                    <a:pt x="557" y="1708"/>
                    <a:pt x="416" y="1508"/>
                  </a:cubicBezTo>
                  <a:cubicBezTo>
                    <a:pt x="410" y="1499"/>
                    <a:pt x="399" y="1495"/>
                    <a:pt x="388" y="1495"/>
                  </a:cubicBezTo>
                  <a:cubicBezTo>
                    <a:pt x="382" y="1495"/>
                    <a:pt x="375" y="1497"/>
                    <a:pt x="369" y="1501"/>
                  </a:cubicBezTo>
                  <a:lnTo>
                    <a:pt x="18" y="1725"/>
                  </a:lnTo>
                  <a:cubicBezTo>
                    <a:pt x="8" y="1729"/>
                    <a:pt x="4" y="1739"/>
                    <a:pt x="4" y="1747"/>
                  </a:cubicBezTo>
                  <a:cubicBezTo>
                    <a:pt x="0" y="1757"/>
                    <a:pt x="4" y="1765"/>
                    <a:pt x="8" y="1772"/>
                  </a:cubicBezTo>
                  <a:cubicBezTo>
                    <a:pt x="246" y="2108"/>
                    <a:pt x="579" y="2303"/>
                    <a:pt x="901" y="2303"/>
                  </a:cubicBezTo>
                  <a:cubicBezTo>
                    <a:pt x="922" y="2303"/>
                    <a:pt x="940" y="2303"/>
                    <a:pt x="958" y="2300"/>
                  </a:cubicBezTo>
                  <a:cubicBezTo>
                    <a:pt x="984" y="2300"/>
                    <a:pt x="1005" y="2296"/>
                    <a:pt x="1027" y="2293"/>
                  </a:cubicBezTo>
                  <a:cubicBezTo>
                    <a:pt x="1710" y="2180"/>
                    <a:pt x="1804" y="1259"/>
                    <a:pt x="1815" y="1074"/>
                  </a:cubicBezTo>
                  <a:cubicBezTo>
                    <a:pt x="1830" y="868"/>
                    <a:pt x="1837" y="174"/>
                    <a:pt x="1381" y="26"/>
                  </a:cubicBezTo>
                  <a:cubicBezTo>
                    <a:pt x="1328" y="9"/>
                    <a:pt x="1272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7198;p83">
              <a:extLst>
                <a:ext uri="{FF2B5EF4-FFF2-40B4-BE49-F238E27FC236}">
                  <a16:creationId xmlns:a16="http://schemas.microsoft.com/office/drawing/2014/main" id="{B358EBE8-013E-100B-8FA5-73F4E5714722}"/>
                </a:ext>
              </a:extLst>
            </p:cNvPr>
            <p:cNvSpPr/>
            <p:nvPr/>
          </p:nvSpPr>
          <p:spPr>
            <a:xfrm>
              <a:off x="4183586" y="699885"/>
              <a:ext cx="209574" cy="288906"/>
            </a:xfrm>
            <a:custGeom>
              <a:avLst/>
              <a:gdLst/>
              <a:ahLst/>
              <a:cxnLst/>
              <a:rect l="l" t="t" r="r" b="b"/>
              <a:pathLst>
                <a:path w="4057" h="5593" extrusionOk="0">
                  <a:moveTo>
                    <a:pt x="7" y="0"/>
                  </a:moveTo>
                  <a:lnTo>
                    <a:pt x="0" y="2936"/>
                  </a:lnTo>
                  <a:cubicBezTo>
                    <a:pt x="0" y="4403"/>
                    <a:pt x="810" y="5593"/>
                    <a:pt x="1811" y="5593"/>
                  </a:cubicBezTo>
                  <a:lnTo>
                    <a:pt x="2245" y="5593"/>
                  </a:lnTo>
                  <a:cubicBezTo>
                    <a:pt x="3246" y="5593"/>
                    <a:pt x="4056" y="4403"/>
                    <a:pt x="4056" y="2936"/>
                  </a:cubicBezTo>
                  <a:lnTo>
                    <a:pt x="4056" y="2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7199;p83">
              <a:extLst>
                <a:ext uri="{FF2B5EF4-FFF2-40B4-BE49-F238E27FC236}">
                  <a16:creationId xmlns:a16="http://schemas.microsoft.com/office/drawing/2014/main" id="{4881053A-2056-42B1-43EC-BFE027D0D071}"/>
                </a:ext>
              </a:extLst>
            </p:cNvPr>
            <p:cNvSpPr/>
            <p:nvPr/>
          </p:nvSpPr>
          <p:spPr>
            <a:xfrm>
              <a:off x="4183586" y="699678"/>
              <a:ext cx="209574" cy="288958"/>
            </a:xfrm>
            <a:custGeom>
              <a:avLst/>
              <a:gdLst/>
              <a:ahLst/>
              <a:cxnLst/>
              <a:rect l="l" t="t" r="r" b="b"/>
              <a:pathLst>
                <a:path w="4057" h="5594" extrusionOk="0">
                  <a:moveTo>
                    <a:pt x="4056" y="30"/>
                  </a:moveTo>
                  <a:lnTo>
                    <a:pt x="4056" y="2940"/>
                  </a:lnTo>
                  <a:cubicBezTo>
                    <a:pt x="4056" y="4407"/>
                    <a:pt x="3243" y="5593"/>
                    <a:pt x="2245" y="5593"/>
                  </a:cubicBezTo>
                  <a:lnTo>
                    <a:pt x="1811" y="5593"/>
                  </a:lnTo>
                  <a:cubicBezTo>
                    <a:pt x="810" y="5593"/>
                    <a:pt x="0" y="4407"/>
                    <a:pt x="0" y="2940"/>
                  </a:cubicBezTo>
                  <a:lnTo>
                    <a:pt x="7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7200;p83">
              <a:extLst>
                <a:ext uri="{FF2B5EF4-FFF2-40B4-BE49-F238E27FC236}">
                  <a16:creationId xmlns:a16="http://schemas.microsoft.com/office/drawing/2014/main" id="{A4B14004-0C1D-695B-C0C4-0F28C2199D37}"/>
                </a:ext>
              </a:extLst>
            </p:cNvPr>
            <p:cNvSpPr/>
            <p:nvPr/>
          </p:nvSpPr>
          <p:spPr>
            <a:xfrm>
              <a:off x="4181675" y="698025"/>
              <a:ext cx="213345" cy="292471"/>
            </a:xfrm>
            <a:custGeom>
              <a:avLst/>
              <a:gdLst/>
              <a:ahLst/>
              <a:cxnLst/>
              <a:rect l="l" t="t" r="r" b="b"/>
              <a:pathLst>
                <a:path w="4130" h="5662" extrusionOk="0">
                  <a:moveTo>
                    <a:pt x="77" y="69"/>
                  </a:moveTo>
                  <a:lnTo>
                    <a:pt x="4061" y="98"/>
                  </a:lnTo>
                  <a:lnTo>
                    <a:pt x="4061" y="2972"/>
                  </a:lnTo>
                  <a:cubicBezTo>
                    <a:pt x="4061" y="4418"/>
                    <a:pt x="3262" y="5593"/>
                    <a:pt x="2282" y="5593"/>
                  </a:cubicBezTo>
                  <a:lnTo>
                    <a:pt x="1848" y="5593"/>
                  </a:lnTo>
                  <a:cubicBezTo>
                    <a:pt x="869" y="5593"/>
                    <a:pt x="70" y="4418"/>
                    <a:pt x="70" y="2972"/>
                  </a:cubicBezTo>
                  <a:lnTo>
                    <a:pt x="77" y="69"/>
                  </a:lnTo>
                  <a:close/>
                  <a:moveTo>
                    <a:pt x="44" y="0"/>
                  </a:moveTo>
                  <a:cubicBezTo>
                    <a:pt x="23" y="0"/>
                    <a:pt x="8" y="15"/>
                    <a:pt x="8" y="33"/>
                  </a:cubicBezTo>
                  <a:lnTo>
                    <a:pt x="1" y="2972"/>
                  </a:lnTo>
                  <a:cubicBezTo>
                    <a:pt x="1" y="4454"/>
                    <a:pt x="829" y="5661"/>
                    <a:pt x="1848" y="5661"/>
                  </a:cubicBezTo>
                  <a:lnTo>
                    <a:pt x="2282" y="5661"/>
                  </a:lnTo>
                  <a:cubicBezTo>
                    <a:pt x="3301" y="5661"/>
                    <a:pt x="4129" y="4458"/>
                    <a:pt x="4126" y="2972"/>
                  </a:cubicBezTo>
                  <a:lnTo>
                    <a:pt x="4126" y="62"/>
                  </a:lnTo>
                  <a:cubicBezTo>
                    <a:pt x="4126" y="44"/>
                    <a:pt x="4111" y="29"/>
                    <a:pt x="4093" y="2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64" name="Google Shape;5830;p77">
            <a:extLst>
              <a:ext uri="{FF2B5EF4-FFF2-40B4-BE49-F238E27FC236}">
                <a16:creationId xmlns:a16="http://schemas.microsoft.com/office/drawing/2014/main" id="{8BD6C6AF-F7E7-69E9-EC97-1BBCC4590A19}"/>
              </a:ext>
            </a:extLst>
          </p:cNvPr>
          <p:cNvGrpSpPr/>
          <p:nvPr/>
        </p:nvGrpSpPr>
        <p:grpSpPr>
          <a:xfrm>
            <a:off x="-1709925" y="1635918"/>
            <a:ext cx="1296452" cy="2498227"/>
            <a:chOff x="359850" y="2880925"/>
            <a:chExt cx="329450" cy="634825"/>
          </a:xfrm>
        </p:grpSpPr>
        <p:sp>
          <p:nvSpPr>
            <p:cNvPr id="3265" name="Google Shape;5831;p77">
              <a:extLst>
                <a:ext uri="{FF2B5EF4-FFF2-40B4-BE49-F238E27FC236}">
                  <a16:creationId xmlns:a16="http://schemas.microsoft.com/office/drawing/2014/main" id="{D370A04A-C8FA-533F-1747-ED88B83415E5}"/>
                </a:ext>
              </a:extLst>
            </p:cNvPr>
            <p:cNvSpPr/>
            <p:nvPr/>
          </p:nvSpPr>
          <p:spPr>
            <a:xfrm>
              <a:off x="501725" y="3240050"/>
              <a:ext cx="39225" cy="275700"/>
            </a:xfrm>
            <a:custGeom>
              <a:avLst/>
              <a:gdLst/>
              <a:ahLst/>
              <a:cxnLst/>
              <a:rect l="l" t="t" r="r" b="b"/>
              <a:pathLst>
                <a:path w="1569" h="11028" extrusionOk="0">
                  <a:moveTo>
                    <a:pt x="0" y="0"/>
                  </a:moveTo>
                  <a:lnTo>
                    <a:pt x="166" y="9776"/>
                  </a:lnTo>
                  <a:cubicBezTo>
                    <a:pt x="166" y="9787"/>
                    <a:pt x="172" y="9797"/>
                    <a:pt x="177" y="9808"/>
                  </a:cubicBezTo>
                  <a:lnTo>
                    <a:pt x="1137" y="11007"/>
                  </a:lnTo>
                  <a:cubicBezTo>
                    <a:pt x="1148" y="11017"/>
                    <a:pt x="1163" y="11028"/>
                    <a:pt x="1179" y="11028"/>
                  </a:cubicBezTo>
                  <a:lnTo>
                    <a:pt x="1194" y="11028"/>
                  </a:lnTo>
                  <a:cubicBezTo>
                    <a:pt x="1210" y="11017"/>
                    <a:pt x="1226" y="11002"/>
                    <a:pt x="1226" y="10981"/>
                  </a:cubicBezTo>
                  <a:lnTo>
                    <a:pt x="1568" y="1319"/>
                  </a:lnTo>
                  <a:lnTo>
                    <a:pt x="1470" y="1319"/>
                  </a:lnTo>
                  <a:lnTo>
                    <a:pt x="1132" y="10846"/>
                  </a:lnTo>
                  <a:lnTo>
                    <a:pt x="265" y="9761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5832;p77">
              <a:extLst>
                <a:ext uri="{FF2B5EF4-FFF2-40B4-BE49-F238E27FC236}">
                  <a16:creationId xmlns:a16="http://schemas.microsoft.com/office/drawing/2014/main" id="{0101F747-4582-6795-532B-D62A0644E97A}"/>
                </a:ext>
              </a:extLst>
            </p:cNvPr>
            <p:cNvSpPr/>
            <p:nvPr/>
          </p:nvSpPr>
          <p:spPr>
            <a:xfrm>
              <a:off x="461475" y="3332200"/>
              <a:ext cx="116725" cy="169675"/>
            </a:xfrm>
            <a:custGeom>
              <a:avLst/>
              <a:gdLst/>
              <a:ahLst/>
              <a:cxnLst/>
              <a:rect l="l" t="t" r="r" b="b"/>
              <a:pathLst>
                <a:path w="4669" h="6787" extrusionOk="0">
                  <a:moveTo>
                    <a:pt x="100" y="1"/>
                  </a:moveTo>
                  <a:lnTo>
                    <a:pt x="1" y="6"/>
                  </a:lnTo>
                  <a:lnTo>
                    <a:pt x="271" y="6739"/>
                  </a:lnTo>
                  <a:cubicBezTo>
                    <a:pt x="271" y="6765"/>
                    <a:pt x="292" y="6786"/>
                    <a:pt x="318" y="6786"/>
                  </a:cubicBezTo>
                  <a:lnTo>
                    <a:pt x="4289" y="6786"/>
                  </a:lnTo>
                  <a:cubicBezTo>
                    <a:pt x="4315" y="6786"/>
                    <a:pt x="4336" y="6765"/>
                    <a:pt x="4336" y="6739"/>
                  </a:cubicBezTo>
                  <a:lnTo>
                    <a:pt x="4668" y="6"/>
                  </a:lnTo>
                  <a:lnTo>
                    <a:pt x="4575" y="1"/>
                  </a:lnTo>
                  <a:lnTo>
                    <a:pt x="4242" y="6693"/>
                  </a:lnTo>
                  <a:lnTo>
                    <a:pt x="364" y="6693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5833;p77">
              <a:extLst>
                <a:ext uri="{FF2B5EF4-FFF2-40B4-BE49-F238E27FC236}">
                  <a16:creationId xmlns:a16="http://schemas.microsoft.com/office/drawing/2014/main" id="{00041BF4-E097-B8E4-569E-3A83AD2C27F8}"/>
                </a:ext>
              </a:extLst>
            </p:cNvPr>
            <p:cNvSpPr/>
            <p:nvPr/>
          </p:nvSpPr>
          <p:spPr>
            <a:xfrm>
              <a:off x="442925" y="3215775"/>
              <a:ext cx="153825" cy="13400"/>
            </a:xfrm>
            <a:custGeom>
              <a:avLst/>
              <a:gdLst/>
              <a:ahLst/>
              <a:cxnLst/>
              <a:rect l="l" t="t" r="r" b="b"/>
              <a:pathLst>
                <a:path w="6153" h="536" extrusionOk="0">
                  <a:moveTo>
                    <a:pt x="3079" y="1"/>
                  </a:moveTo>
                  <a:cubicBezTo>
                    <a:pt x="1376" y="1"/>
                    <a:pt x="0" y="120"/>
                    <a:pt x="0" y="265"/>
                  </a:cubicBezTo>
                  <a:cubicBezTo>
                    <a:pt x="0" y="416"/>
                    <a:pt x="1376" y="535"/>
                    <a:pt x="3079" y="535"/>
                  </a:cubicBezTo>
                  <a:cubicBezTo>
                    <a:pt x="4777" y="535"/>
                    <a:pt x="6153" y="416"/>
                    <a:pt x="6153" y="265"/>
                  </a:cubicBezTo>
                  <a:cubicBezTo>
                    <a:pt x="6153" y="120"/>
                    <a:pt x="4777" y="1"/>
                    <a:pt x="30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5834;p77">
              <a:extLst>
                <a:ext uri="{FF2B5EF4-FFF2-40B4-BE49-F238E27FC236}">
                  <a16:creationId xmlns:a16="http://schemas.microsoft.com/office/drawing/2014/main" id="{37901ADC-800E-C0BD-67BF-C2A71D285780}"/>
                </a:ext>
              </a:extLst>
            </p:cNvPr>
            <p:cNvSpPr/>
            <p:nvPr/>
          </p:nvSpPr>
          <p:spPr>
            <a:xfrm>
              <a:off x="441750" y="3214600"/>
              <a:ext cx="156175" cy="15750"/>
            </a:xfrm>
            <a:custGeom>
              <a:avLst/>
              <a:gdLst/>
              <a:ahLst/>
              <a:cxnLst/>
              <a:rect l="l" t="t" r="r" b="b"/>
              <a:pathLst>
                <a:path w="6247" h="630" extrusionOk="0">
                  <a:moveTo>
                    <a:pt x="3126" y="100"/>
                  </a:moveTo>
                  <a:cubicBezTo>
                    <a:pt x="4907" y="100"/>
                    <a:pt x="5987" y="219"/>
                    <a:pt x="6137" y="312"/>
                  </a:cubicBezTo>
                  <a:cubicBezTo>
                    <a:pt x="5987" y="411"/>
                    <a:pt x="4907" y="530"/>
                    <a:pt x="3126" y="530"/>
                  </a:cubicBezTo>
                  <a:cubicBezTo>
                    <a:pt x="1340" y="530"/>
                    <a:pt x="260" y="411"/>
                    <a:pt x="110" y="312"/>
                  </a:cubicBezTo>
                  <a:cubicBezTo>
                    <a:pt x="260" y="219"/>
                    <a:pt x="1340" y="100"/>
                    <a:pt x="3126" y="100"/>
                  </a:cubicBezTo>
                  <a:close/>
                  <a:moveTo>
                    <a:pt x="3126" y="1"/>
                  </a:moveTo>
                  <a:cubicBezTo>
                    <a:pt x="2301" y="1"/>
                    <a:pt x="1527" y="27"/>
                    <a:pt x="946" y="79"/>
                  </a:cubicBezTo>
                  <a:cubicBezTo>
                    <a:pt x="1" y="162"/>
                    <a:pt x="1" y="260"/>
                    <a:pt x="1" y="312"/>
                  </a:cubicBezTo>
                  <a:cubicBezTo>
                    <a:pt x="1" y="370"/>
                    <a:pt x="1" y="468"/>
                    <a:pt x="946" y="551"/>
                  </a:cubicBezTo>
                  <a:cubicBezTo>
                    <a:pt x="1527" y="603"/>
                    <a:pt x="2301" y="629"/>
                    <a:pt x="3126" y="629"/>
                  </a:cubicBezTo>
                  <a:cubicBezTo>
                    <a:pt x="3946" y="629"/>
                    <a:pt x="4720" y="603"/>
                    <a:pt x="5301" y="551"/>
                  </a:cubicBezTo>
                  <a:cubicBezTo>
                    <a:pt x="6246" y="468"/>
                    <a:pt x="6246" y="370"/>
                    <a:pt x="6246" y="312"/>
                  </a:cubicBezTo>
                  <a:cubicBezTo>
                    <a:pt x="6246" y="260"/>
                    <a:pt x="6246" y="162"/>
                    <a:pt x="5301" y="79"/>
                  </a:cubicBezTo>
                  <a:cubicBezTo>
                    <a:pt x="4720" y="27"/>
                    <a:pt x="3946" y="1"/>
                    <a:pt x="3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5835;p77">
              <a:extLst>
                <a:ext uri="{FF2B5EF4-FFF2-40B4-BE49-F238E27FC236}">
                  <a16:creationId xmlns:a16="http://schemas.microsoft.com/office/drawing/2014/main" id="{F43FFCE8-442D-4956-B821-BB1CDF1D8F6A}"/>
                </a:ext>
              </a:extLst>
            </p:cNvPr>
            <p:cNvSpPr/>
            <p:nvPr/>
          </p:nvSpPr>
          <p:spPr>
            <a:xfrm>
              <a:off x="451225" y="3230825"/>
              <a:ext cx="137225" cy="136375"/>
            </a:xfrm>
            <a:custGeom>
              <a:avLst/>
              <a:gdLst/>
              <a:ahLst/>
              <a:cxnLst/>
              <a:rect l="l" t="t" r="r" b="b"/>
              <a:pathLst>
                <a:path w="5489" h="5455" extrusionOk="0">
                  <a:moveTo>
                    <a:pt x="5488" y="1"/>
                  </a:moveTo>
                  <a:lnTo>
                    <a:pt x="5487" y="7"/>
                  </a:lnTo>
                  <a:lnTo>
                    <a:pt x="5487" y="7"/>
                  </a:lnTo>
                  <a:cubicBezTo>
                    <a:pt x="5488" y="5"/>
                    <a:pt x="5488" y="3"/>
                    <a:pt x="5488" y="1"/>
                  </a:cubicBezTo>
                  <a:close/>
                  <a:moveTo>
                    <a:pt x="1" y="1"/>
                  </a:moveTo>
                  <a:cubicBezTo>
                    <a:pt x="1" y="3"/>
                    <a:pt x="1" y="6"/>
                    <a:pt x="2" y="8"/>
                  </a:cubicBezTo>
                  <a:lnTo>
                    <a:pt x="2" y="8"/>
                  </a:lnTo>
                  <a:lnTo>
                    <a:pt x="1" y="1"/>
                  </a:lnTo>
                  <a:close/>
                  <a:moveTo>
                    <a:pt x="5487" y="7"/>
                  </a:moveTo>
                  <a:cubicBezTo>
                    <a:pt x="5450" y="145"/>
                    <a:pt x="4239" y="266"/>
                    <a:pt x="2747" y="266"/>
                  </a:cubicBezTo>
                  <a:cubicBezTo>
                    <a:pt x="1256" y="266"/>
                    <a:pt x="41" y="150"/>
                    <a:pt x="2" y="8"/>
                  </a:cubicBezTo>
                  <a:lnTo>
                    <a:pt x="2" y="8"/>
                  </a:lnTo>
                  <a:lnTo>
                    <a:pt x="707" y="5167"/>
                  </a:lnTo>
                  <a:lnTo>
                    <a:pt x="738" y="5177"/>
                  </a:lnTo>
                  <a:cubicBezTo>
                    <a:pt x="1393" y="5362"/>
                    <a:pt x="2067" y="5454"/>
                    <a:pt x="2741" y="5454"/>
                  </a:cubicBezTo>
                  <a:cubicBezTo>
                    <a:pt x="3429" y="5454"/>
                    <a:pt x="4116" y="5358"/>
                    <a:pt x="4782" y="5167"/>
                  </a:cubicBezTo>
                  <a:lnTo>
                    <a:pt x="5487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5836;p77">
              <a:extLst>
                <a:ext uri="{FF2B5EF4-FFF2-40B4-BE49-F238E27FC236}">
                  <a16:creationId xmlns:a16="http://schemas.microsoft.com/office/drawing/2014/main" id="{B22F8077-F202-DDB4-8535-996737B85728}"/>
                </a:ext>
              </a:extLst>
            </p:cNvPr>
            <p:cNvSpPr/>
            <p:nvPr/>
          </p:nvSpPr>
          <p:spPr>
            <a:xfrm>
              <a:off x="451225" y="3230825"/>
              <a:ext cx="137225" cy="138775"/>
            </a:xfrm>
            <a:custGeom>
              <a:avLst/>
              <a:gdLst/>
              <a:ahLst/>
              <a:cxnLst/>
              <a:rect l="l" t="t" r="r" b="b"/>
              <a:pathLst>
                <a:path w="5489" h="5551" extrusionOk="0">
                  <a:moveTo>
                    <a:pt x="2747" y="266"/>
                  </a:moveTo>
                  <a:cubicBezTo>
                    <a:pt x="1231" y="266"/>
                    <a:pt x="1" y="146"/>
                    <a:pt x="1" y="1"/>
                  </a:cubicBezTo>
                  <a:lnTo>
                    <a:pt x="707" y="5167"/>
                  </a:lnTo>
                  <a:lnTo>
                    <a:pt x="738" y="5177"/>
                  </a:lnTo>
                  <a:cubicBezTo>
                    <a:pt x="2062" y="5551"/>
                    <a:pt x="3464" y="5546"/>
                    <a:pt x="4782" y="5167"/>
                  </a:cubicBezTo>
                  <a:lnTo>
                    <a:pt x="4782" y="5167"/>
                  </a:lnTo>
                  <a:lnTo>
                    <a:pt x="5488" y="1"/>
                  </a:lnTo>
                  <a:cubicBezTo>
                    <a:pt x="5488" y="141"/>
                    <a:pt x="4263" y="266"/>
                    <a:pt x="2747" y="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5837;p77">
              <a:extLst>
                <a:ext uri="{FF2B5EF4-FFF2-40B4-BE49-F238E27FC236}">
                  <a16:creationId xmlns:a16="http://schemas.microsoft.com/office/drawing/2014/main" id="{CA568C85-F52F-544F-4ED8-5DF2C7BED1AF}"/>
                </a:ext>
              </a:extLst>
            </p:cNvPr>
            <p:cNvSpPr/>
            <p:nvPr/>
          </p:nvSpPr>
          <p:spPr>
            <a:xfrm>
              <a:off x="450075" y="3229425"/>
              <a:ext cx="139675" cy="138875"/>
            </a:xfrm>
            <a:custGeom>
              <a:avLst/>
              <a:gdLst/>
              <a:ahLst/>
              <a:cxnLst/>
              <a:rect l="l" t="t" r="r" b="b"/>
              <a:pathLst>
                <a:path w="5587" h="5555" extrusionOk="0">
                  <a:moveTo>
                    <a:pt x="104" y="161"/>
                  </a:moveTo>
                  <a:cubicBezTo>
                    <a:pt x="213" y="202"/>
                    <a:pt x="426" y="249"/>
                    <a:pt x="841" y="290"/>
                  </a:cubicBezTo>
                  <a:cubicBezTo>
                    <a:pt x="1360" y="337"/>
                    <a:pt x="2051" y="368"/>
                    <a:pt x="2788" y="368"/>
                  </a:cubicBezTo>
                  <a:cubicBezTo>
                    <a:pt x="3525" y="368"/>
                    <a:pt x="4216" y="337"/>
                    <a:pt x="4735" y="290"/>
                  </a:cubicBezTo>
                  <a:cubicBezTo>
                    <a:pt x="5150" y="249"/>
                    <a:pt x="5358" y="202"/>
                    <a:pt x="5467" y="161"/>
                  </a:cubicBezTo>
                  <a:lnTo>
                    <a:pt x="5467" y="161"/>
                  </a:lnTo>
                  <a:lnTo>
                    <a:pt x="4782" y="5181"/>
                  </a:lnTo>
                  <a:cubicBezTo>
                    <a:pt x="4130" y="5365"/>
                    <a:pt x="3459" y="5457"/>
                    <a:pt x="2788" y="5457"/>
                  </a:cubicBezTo>
                  <a:cubicBezTo>
                    <a:pt x="2117" y="5457"/>
                    <a:pt x="1446" y="5365"/>
                    <a:pt x="794" y="5181"/>
                  </a:cubicBezTo>
                  <a:lnTo>
                    <a:pt x="104" y="161"/>
                  </a:lnTo>
                  <a:close/>
                  <a:moveTo>
                    <a:pt x="5535" y="0"/>
                  </a:moveTo>
                  <a:cubicBezTo>
                    <a:pt x="5512" y="0"/>
                    <a:pt x="5490" y="15"/>
                    <a:pt x="5488" y="46"/>
                  </a:cubicBezTo>
                  <a:cubicBezTo>
                    <a:pt x="5405" y="140"/>
                    <a:pt x="4429" y="270"/>
                    <a:pt x="2793" y="270"/>
                  </a:cubicBezTo>
                  <a:cubicBezTo>
                    <a:pt x="1153" y="270"/>
                    <a:pt x="177" y="140"/>
                    <a:pt x="93" y="46"/>
                  </a:cubicBezTo>
                  <a:cubicBezTo>
                    <a:pt x="93" y="23"/>
                    <a:pt x="73" y="4"/>
                    <a:pt x="50" y="4"/>
                  </a:cubicBezTo>
                  <a:cubicBezTo>
                    <a:pt x="47" y="4"/>
                    <a:pt x="44" y="4"/>
                    <a:pt x="42" y="5"/>
                  </a:cubicBezTo>
                  <a:cubicBezTo>
                    <a:pt x="16" y="5"/>
                    <a:pt x="0" y="26"/>
                    <a:pt x="0" y="52"/>
                  </a:cubicBezTo>
                  <a:cubicBezTo>
                    <a:pt x="0" y="62"/>
                    <a:pt x="0" y="72"/>
                    <a:pt x="0" y="83"/>
                  </a:cubicBezTo>
                  <a:lnTo>
                    <a:pt x="706" y="5223"/>
                  </a:lnTo>
                  <a:cubicBezTo>
                    <a:pt x="706" y="5243"/>
                    <a:pt x="722" y="5259"/>
                    <a:pt x="737" y="5264"/>
                  </a:cubicBezTo>
                  <a:lnTo>
                    <a:pt x="774" y="5274"/>
                  </a:lnTo>
                  <a:cubicBezTo>
                    <a:pt x="1428" y="5461"/>
                    <a:pt x="2108" y="5555"/>
                    <a:pt x="2793" y="5555"/>
                  </a:cubicBezTo>
                  <a:cubicBezTo>
                    <a:pt x="3484" y="5555"/>
                    <a:pt x="4179" y="5456"/>
                    <a:pt x="4844" y="5264"/>
                  </a:cubicBezTo>
                  <a:cubicBezTo>
                    <a:pt x="4865" y="5259"/>
                    <a:pt x="4875" y="5243"/>
                    <a:pt x="4880" y="5223"/>
                  </a:cubicBezTo>
                  <a:lnTo>
                    <a:pt x="5581" y="83"/>
                  </a:lnTo>
                  <a:cubicBezTo>
                    <a:pt x="5581" y="72"/>
                    <a:pt x="5586" y="62"/>
                    <a:pt x="5586" y="52"/>
                  </a:cubicBezTo>
                  <a:cubicBezTo>
                    <a:pt x="5586" y="19"/>
                    <a:pt x="5560" y="0"/>
                    <a:pt x="5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5838;p77">
              <a:extLst>
                <a:ext uri="{FF2B5EF4-FFF2-40B4-BE49-F238E27FC236}">
                  <a16:creationId xmlns:a16="http://schemas.microsoft.com/office/drawing/2014/main" id="{BC31B163-9985-5AE5-C982-CF81D1424A92}"/>
                </a:ext>
              </a:extLst>
            </p:cNvPr>
            <p:cNvSpPr/>
            <p:nvPr/>
          </p:nvSpPr>
          <p:spPr>
            <a:xfrm>
              <a:off x="461475" y="3328700"/>
              <a:ext cx="116725" cy="14550"/>
            </a:xfrm>
            <a:custGeom>
              <a:avLst/>
              <a:gdLst/>
              <a:ahLst/>
              <a:cxnLst/>
              <a:rect l="l" t="t" r="r" b="b"/>
              <a:pathLst>
                <a:path w="4669" h="582" extrusionOk="0">
                  <a:moveTo>
                    <a:pt x="94" y="0"/>
                  </a:moveTo>
                  <a:cubicBezTo>
                    <a:pt x="42" y="26"/>
                    <a:pt x="6" y="83"/>
                    <a:pt x="1" y="141"/>
                  </a:cubicBezTo>
                  <a:cubicBezTo>
                    <a:pt x="1" y="462"/>
                    <a:pt x="1397" y="582"/>
                    <a:pt x="2337" y="582"/>
                  </a:cubicBezTo>
                  <a:cubicBezTo>
                    <a:pt x="3272" y="582"/>
                    <a:pt x="4668" y="462"/>
                    <a:pt x="4668" y="141"/>
                  </a:cubicBezTo>
                  <a:cubicBezTo>
                    <a:pt x="4663" y="83"/>
                    <a:pt x="4627" y="26"/>
                    <a:pt x="4570" y="0"/>
                  </a:cubicBezTo>
                  <a:lnTo>
                    <a:pt x="4518" y="83"/>
                  </a:lnTo>
                  <a:cubicBezTo>
                    <a:pt x="4549" y="104"/>
                    <a:pt x="4570" y="125"/>
                    <a:pt x="4570" y="141"/>
                  </a:cubicBezTo>
                  <a:cubicBezTo>
                    <a:pt x="4570" y="281"/>
                    <a:pt x="3697" y="483"/>
                    <a:pt x="2332" y="483"/>
                  </a:cubicBezTo>
                  <a:cubicBezTo>
                    <a:pt x="967" y="483"/>
                    <a:pt x="94" y="281"/>
                    <a:pt x="94" y="141"/>
                  </a:cubicBezTo>
                  <a:cubicBezTo>
                    <a:pt x="94" y="125"/>
                    <a:pt x="115" y="104"/>
                    <a:pt x="146" y="83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5839;p77">
              <a:extLst>
                <a:ext uri="{FF2B5EF4-FFF2-40B4-BE49-F238E27FC236}">
                  <a16:creationId xmlns:a16="http://schemas.microsoft.com/office/drawing/2014/main" id="{BF6639A1-75B9-6B38-86CC-2552AC7EB4D3}"/>
                </a:ext>
              </a:extLst>
            </p:cNvPr>
            <p:cNvSpPr/>
            <p:nvPr/>
          </p:nvSpPr>
          <p:spPr>
            <a:xfrm>
              <a:off x="388025" y="2884925"/>
              <a:ext cx="159275" cy="199575"/>
            </a:xfrm>
            <a:custGeom>
              <a:avLst/>
              <a:gdLst/>
              <a:ahLst/>
              <a:cxnLst/>
              <a:rect l="l" t="t" r="r" b="b"/>
              <a:pathLst>
                <a:path w="6371" h="7983" extrusionOk="0">
                  <a:moveTo>
                    <a:pt x="1794" y="0"/>
                  </a:moveTo>
                  <a:cubicBezTo>
                    <a:pt x="1091" y="0"/>
                    <a:pt x="41" y="448"/>
                    <a:pt x="11" y="448"/>
                  </a:cubicBezTo>
                  <a:cubicBezTo>
                    <a:pt x="11" y="448"/>
                    <a:pt x="11" y="448"/>
                    <a:pt x="11" y="448"/>
                  </a:cubicBezTo>
                  <a:lnTo>
                    <a:pt x="11" y="448"/>
                  </a:lnTo>
                  <a:cubicBezTo>
                    <a:pt x="0" y="484"/>
                    <a:pt x="1075" y="536"/>
                    <a:pt x="1579" y="1387"/>
                  </a:cubicBezTo>
                  <a:cubicBezTo>
                    <a:pt x="2082" y="2275"/>
                    <a:pt x="1978" y="2187"/>
                    <a:pt x="2560" y="4305"/>
                  </a:cubicBezTo>
                  <a:cubicBezTo>
                    <a:pt x="3135" y="6492"/>
                    <a:pt x="4841" y="7972"/>
                    <a:pt x="4910" y="7972"/>
                  </a:cubicBezTo>
                  <a:cubicBezTo>
                    <a:pt x="4911" y="7972"/>
                    <a:pt x="4912" y="7972"/>
                    <a:pt x="4912" y="7971"/>
                  </a:cubicBezTo>
                  <a:lnTo>
                    <a:pt x="4912" y="7971"/>
                  </a:lnTo>
                  <a:cubicBezTo>
                    <a:pt x="4912" y="7975"/>
                    <a:pt x="4943" y="7983"/>
                    <a:pt x="4994" y="7983"/>
                  </a:cubicBezTo>
                  <a:cubicBezTo>
                    <a:pt x="5288" y="7983"/>
                    <a:pt x="6264" y="7750"/>
                    <a:pt x="6334" y="5520"/>
                  </a:cubicBezTo>
                  <a:cubicBezTo>
                    <a:pt x="6371" y="4222"/>
                    <a:pt x="5966" y="3235"/>
                    <a:pt x="5530" y="2394"/>
                  </a:cubicBezTo>
                  <a:cubicBezTo>
                    <a:pt x="5182" y="1740"/>
                    <a:pt x="4787" y="1112"/>
                    <a:pt x="4361" y="510"/>
                  </a:cubicBezTo>
                  <a:cubicBezTo>
                    <a:pt x="4103" y="166"/>
                    <a:pt x="3692" y="116"/>
                    <a:pt x="3264" y="116"/>
                  </a:cubicBezTo>
                  <a:cubicBezTo>
                    <a:pt x="3088" y="116"/>
                    <a:pt x="2910" y="125"/>
                    <a:pt x="2739" y="125"/>
                  </a:cubicBezTo>
                  <a:cubicBezTo>
                    <a:pt x="2512" y="125"/>
                    <a:pt x="2296" y="110"/>
                    <a:pt x="2113" y="43"/>
                  </a:cubicBezTo>
                  <a:cubicBezTo>
                    <a:pt x="2021" y="13"/>
                    <a:pt x="1913" y="0"/>
                    <a:pt x="1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5840;p77">
              <a:extLst>
                <a:ext uri="{FF2B5EF4-FFF2-40B4-BE49-F238E27FC236}">
                  <a16:creationId xmlns:a16="http://schemas.microsoft.com/office/drawing/2014/main" id="{A458592F-34DA-83A2-BD77-7D4DB86B1457}"/>
                </a:ext>
              </a:extLst>
            </p:cNvPr>
            <p:cNvSpPr/>
            <p:nvPr/>
          </p:nvSpPr>
          <p:spPr>
            <a:xfrm>
              <a:off x="391850" y="2887100"/>
              <a:ext cx="157000" cy="197300"/>
            </a:xfrm>
            <a:custGeom>
              <a:avLst/>
              <a:gdLst/>
              <a:ahLst/>
              <a:cxnLst/>
              <a:rect l="l" t="t" r="r" b="b"/>
              <a:pathLst>
                <a:path w="6280" h="7892" extrusionOk="0">
                  <a:moveTo>
                    <a:pt x="1346" y="0"/>
                  </a:moveTo>
                  <a:cubicBezTo>
                    <a:pt x="985" y="0"/>
                    <a:pt x="700" y="108"/>
                    <a:pt x="688" y="132"/>
                  </a:cubicBezTo>
                  <a:cubicBezTo>
                    <a:pt x="679" y="155"/>
                    <a:pt x="0" y="385"/>
                    <a:pt x="161" y="385"/>
                  </a:cubicBezTo>
                  <a:cubicBezTo>
                    <a:pt x="179" y="385"/>
                    <a:pt x="207" y="382"/>
                    <a:pt x="247" y="376"/>
                  </a:cubicBezTo>
                  <a:cubicBezTo>
                    <a:pt x="321" y="354"/>
                    <a:pt x="417" y="345"/>
                    <a:pt x="525" y="345"/>
                  </a:cubicBezTo>
                  <a:cubicBezTo>
                    <a:pt x="1052" y="345"/>
                    <a:pt x="1865" y="569"/>
                    <a:pt x="1857" y="651"/>
                  </a:cubicBezTo>
                  <a:cubicBezTo>
                    <a:pt x="1852" y="656"/>
                    <a:pt x="1842" y="658"/>
                    <a:pt x="1826" y="658"/>
                  </a:cubicBezTo>
                  <a:cubicBezTo>
                    <a:pt x="1729" y="658"/>
                    <a:pt x="1440" y="574"/>
                    <a:pt x="1276" y="574"/>
                  </a:cubicBezTo>
                  <a:cubicBezTo>
                    <a:pt x="1221" y="574"/>
                    <a:pt x="1180" y="584"/>
                    <a:pt x="1166" y="610"/>
                  </a:cubicBezTo>
                  <a:cubicBezTo>
                    <a:pt x="1119" y="667"/>
                    <a:pt x="1337" y="771"/>
                    <a:pt x="1540" y="932"/>
                  </a:cubicBezTo>
                  <a:cubicBezTo>
                    <a:pt x="1883" y="1196"/>
                    <a:pt x="2241" y="1176"/>
                    <a:pt x="2256" y="1368"/>
                  </a:cubicBezTo>
                  <a:cubicBezTo>
                    <a:pt x="2272" y="1534"/>
                    <a:pt x="2018" y="1586"/>
                    <a:pt x="1997" y="1799"/>
                  </a:cubicBezTo>
                  <a:cubicBezTo>
                    <a:pt x="1986" y="1923"/>
                    <a:pt x="2043" y="2027"/>
                    <a:pt x="2542" y="2520"/>
                  </a:cubicBezTo>
                  <a:cubicBezTo>
                    <a:pt x="2968" y="2946"/>
                    <a:pt x="3248" y="3185"/>
                    <a:pt x="3222" y="3252"/>
                  </a:cubicBezTo>
                  <a:cubicBezTo>
                    <a:pt x="3218" y="3264"/>
                    <a:pt x="3206" y="3269"/>
                    <a:pt x="3188" y="3269"/>
                  </a:cubicBezTo>
                  <a:cubicBezTo>
                    <a:pt x="3096" y="3269"/>
                    <a:pt x="2850" y="3145"/>
                    <a:pt x="2752" y="3145"/>
                  </a:cubicBezTo>
                  <a:cubicBezTo>
                    <a:pt x="2732" y="3145"/>
                    <a:pt x="2718" y="3151"/>
                    <a:pt x="2713" y="3164"/>
                  </a:cubicBezTo>
                  <a:cubicBezTo>
                    <a:pt x="2682" y="3247"/>
                    <a:pt x="3154" y="3553"/>
                    <a:pt x="3580" y="4197"/>
                  </a:cubicBezTo>
                  <a:cubicBezTo>
                    <a:pt x="3892" y="4664"/>
                    <a:pt x="4151" y="5261"/>
                    <a:pt x="4037" y="5381"/>
                  </a:cubicBezTo>
                  <a:cubicBezTo>
                    <a:pt x="4023" y="5395"/>
                    <a:pt x="4004" y="5402"/>
                    <a:pt x="3982" y="5402"/>
                  </a:cubicBezTo>
                  <a:cubicBezTo>
                    <a:pt x="3818" y="5402"/>
                    <a:pt x="3461" y="5057"/>
                    <a:pt x="3369" y="5057"/>
                  </a:cubicBezTo>
                  <a:cubicBezTo>
                    <a:pt x="3361" y="5057"/>
                    <a:pt x="3356" y="5059"/>
                    <a:pt x="3352" y="5064"/>
                  </a:cubicBezTo>
                  <a:cubicBezTo>
                    <a:pt x="3289" y="5152"/>
                    <a:pt x="3975" y="5838"/>
                    <a:pt x="4411" y="6694"/>
                  </a:cubicBezTo>
                  <a:cubicBezTo>
                    <a:pt x="4598" y="7068"/>
                    <a:pt x="4712" y="7473"/>
                    <a:pt x="4748" y="7888"/>
                  </a:cubicBezTo>
                  <a:cubicBezTo>
                    <a:pt x="4774" y="7890"/>
                    <a:pt x="4800" y="7891"/>
                    <a:pt x="4826" y="7891"/>
                  </a:cubicBezTo>
                  <a:cubicBezTo>
                    <a:pt x="4935" y="7891"/>
                    <a:pt x="5042" y="7873"/>
                    <a:pt x="5143" y="7831"/>
                  </a:cubicBezTo>
                  <a:cubicBezTo>
                    <a:pt x="5174" y="7650"/>
                    <a:pt x="5195" y="7458"/>
                    <a:pt x="5210" y="7255"/>
                  </a:cubicBezTo>
                  <a:cubicBezTo>
                    <a:pt x="5247" y="6663"/>
                    <a:pt x="5164" y="6684"/>
                    <a:pt x="5200" y="6212"/>
                  </a:cubicBezTo>
                  <a:cubicBezTo>
                    <a:pt x="5278" y="5106"/>
                    <a:pt x="6280" y="5043"/>
                    <a:pt x="5382" y="2889"/>
                  </a:cubicBezTo>
                  <a:cubicBezTo>
                    <a:pt x="5372" y="2836"/>
                    <a:pt x="5365" y="2813"/>
                    <a:pt x="5359" y="2813"/>
                  </a:cubicBezTo>
                  <a:cubicBezTo>
                    <a:pt x="5314" y="2813"/>
                    <a:pt x="5361" y="4151"/>
                    <a:pt x="5242" y="4192"/>
                  </a:cubicBezTo>
                  <a:cubicBezTo>
                    <a:pt x="5227" y="4198"/>
                    <a:pt x="5211" y="4200"/>
                    <a:pt x="5195" y="4200"/>
                  </a:cubicBezTo>
                  <a:cubicBezTo>
                    <a:pt x="5124" y="4200"/>
                    <a:pt x="5041" y="4156"/>
                    <a:pt x="4977" y="4156"/>
                  </a:cubicBezTo>
                  <a:cubicBezTo>
                    <a:pt x="4898" y="4156"/>
                    <a:pt x="4847" y="4223"/>
                    <a:pt x="4883" y="4524"/>
                  </a:cubicBezTo>
                  <a:cubicBezTo>
                    <a:pt x="4935" y="4914"/>
                    <a:pt x="5060" y="5168"/>
                    <a:pt x="4987" y="5230"/>
                  </a:cubicBezTo>
                  <a:cubicBezTo>
                    <a:pt x="4976" y="5240"/>
                    <a:pt x="4962" y="5245"/>
                    <a:pt x="4946" y="5245"/>
                  </a:cubicBezTo>
                  <a:cubicBezTo>
                    <a:pt x="4859" y="5245"/>
                    <a:pt x="4706" y="5115"/>
                    <a:pt x="4619" y="4945"/>
                  </a:cubicBezTo>
                  <a:cubicBezTo>
                    <a:pt x="4463" y="4638"/>
                    <a:pt x="4603" y="4379"/>
                    <a:pt x="4613" y="3855"/>
                  </a:cubicBezTo>
                  <a:cubicBezTo>
                    <a:pt x="4624" y="3252"/>
                    <a:pt x="4432" y="1773"/>
                    <a:pt x="4219" y="1716"/>
                  </a:cubicBezTo>
                  <a:cubicBezTo>
                    <a:pt x="4217" y="1715"/>
                    <a:pt x="4215" y="1715"/>
                    <a:pt x="4213" y="1715"/>
                  </a:cubicBezTo>
                  <a:cubicBezTo>
                    <a:pt x="4112" y="1715"/>
                    <a:pt x="4020" y="2513"/>
                    <a:pt x="3944" y="2666"/>
                  </a:cubicBezTo>
                  <a:cubicBezTo>
                    <a:pt x="3871" y="2474"/>
                    <a:pt x="3777" y="2230"/>
                    <a:pt x="3674" y="1954"/>
                  </a:cubicBezTo>
                  <a:cubicBezTo>
                    <a:pt x="3393" y="1207"/>
                    <a:pt x="3326" y="1087"/>
                    <a:pt x="3232" y="973"/>
                  </a:cubicBezTo>
                  <a:cubicBezTo>
                    <a:pt x="3040" y="740"/>
                    <a:pt x="2926" y="755"/>
                    <a:pt x="2552" y="547"/>
                  </a:cubicBezTo>
                  <a:cubicBezTo>
                    <a:pt x="2012" y="262"/>
                    <a:pt x="2012" y="117"/>
                    <a:pt x="1680" y="33"/>
                  </a:cubicBezTo>
                  <a:cubicBezTo>
                    <a:pt x="1565" y="10"/>
                    <a:pt x="1452" y="0"/>
                    <a:pt x="1346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5841;p77">
              <a:extLst>
                <a:ext uri="{FF2B5EF4-FFF2-40B4-BE49-F238E27FC236}">
                  <a16:creationId xmlns:a16="http://schemas.microsoft.com/office/drawing/2014/main" id="{3FAF42F4-8E5E-A3B2-4AB1-2ED7571EFA05}"/>
                </a:ext>
              </a:extLst>
            </p:cNvPr>
            <p:cNvSpPr/>
            <p:nvPr/>
          </p:nvSpPr>
          <p:spPr>
            <a:xfrm>
              <a:off x="415275" y="2890400"/>
              <a:ext cx="99450" cy="168225"/>
            </a:xfrm>
            <a:custGeom>
              <a:avLst/>
              <a:gdLst/>
              <a:ahLst/>
              <a:cxnLst/>
              <a:rect l="l" t="t" r="r" b="b"/>
              <a:pathLst>
                <a:path w="3978" h="6729" extrusionOk="0">
                  <a:moveTo>
                    <a:pt x="27" y="0"/>
                  </a:moveTo>
                  <a:lnTo>
                    <a:pt x="1" y="99"/>
                  </a:lnTo>
                  <a:cubicBezTo>
                    <a:pt x="21" y="99"/>
                    <a:pt x="2223" y="701"/>
                    <a:pt x="2783" y="2954"/>
                  </a:cubicBezTo>
                  <a:cubicBezTo>
                    <a:pt x="3178" y="4548"/>
                    <a:pt x="3879" y="6708"/>
                    <a:pt x="3884" y="6729"/>
                  </a:cubicBezTo>
                  <a:lnTo>
                    <a:pt x="3977" y="6703"/>
                  </a:lnTo>
                  <a:cubicBezTo>
                    <a:pt x="3972" y="6682"/>
                    <a:pt x="3277" y="4517"/>
                    <a:pt x="2882" y="2933"/>
                  </a:cubicBezTo>
                  <a:cubicBezTo>
                    <a:pt x="2306" y="623"/>
                    <a:pt x="47" y="10"/>
                    <a:pt x="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5842;p77">
              <a:extLst>
                <a:ext uri="{FF2B5EF4-FFF2-40B4-BE49-F238E27FC236}">
                  <a16:creationId xmlns:a16="http://schemas.microsoft.com/office/drawing/2014/main" id="{A5F0CAB7-B7D2-3814-A5F1-9AC72058E931}"/>
                </a:ext>
              </a:extLst>
            </p:cNvPr>
            <p:cNvSpPr/>
            <p:nvPr/>
          </p:nvSpPr>
          <p:spPr>
            <a:xfrm>
              <a:off x="388025" y="2880925"/>
              <a:ext cx="95950" cy="53625"/>
            </a:xfrm>
            <a:custGeom>
              <a:avLst/>
              <a:gdLst/>
              <a:ahLst/>
              <a:cxnLst/>
              <a:rect l="l" t="t" r="r" b="b"/>
              <a:pathLst>
                <a:path w="3838" h="2145" extrusionOk="0">
                  <a:moveTo>
                    <a:pt x="2113" y="208"/>
                  </a:moveTo>
                  <a:cubicBezTo>
                    <a:pt x="1464" y="0"/>
                    <a:pt x="11" y="628"/>
                    <a:pt x="11" y="608"/>
                  </a:cubicBezTo>
                  <a:cubicBezTo>
                    <a:pt x="0" y="644"/>
                    <a:pt x="1075" y="701"/>
                    <a:pt x="1579" y="1547"/>
                  </a:cubicBezTo>
                  <a:cubicBezTo>
                    <a:pt x="1693" y="1739"/>
                    <a:pt x="1797" y="1942"/>
                    <a:pt x="1890" y="2144"/>
                  </a:cubicBezTo>
                  <a:cubicBezTo>
                    <a:pt x="2222" y="1256"/>
                    <a:pt x="3235" y="701"/>
                    <a:pt x="3837" y="332"/>
                  </a:cubicBezTo>
                  <a:cubicBezTo>
                    <a:pt x="3302" y="213"/>
                    <a:pt x="2586" y="369"/>
                    <a:pt x="2113" y="208"/>
                  </a:cubicBezTo>
                  <a:close/>
                </a:path>
              </a:pathLst>
            </a:custGeom>
            <a:solidFill>
              <a:schemeClr val="accent3">
                <a:alpha val="89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5843;p77">
              <a:extLst>
                <a:ext uri="{FF2B5EF4-FFF2-40B4-BE49-F238E27FC236}">
                  <a16:creationId xmlns:a16="http://schemas.microsoft.com/office/drawing/2014/main" id="{AFE6D3A4-1687-7C49-4FBE-F775DD116F24}"/>
                </a:ext>
              </a:extLst>
            </p:cNvPr>
            <p:cNvSpPr/>
            <p:nvPr/>
          </p:nvSpPr>
          <p:spPr>
            <a:xfrm>
              <a:off x="386975" y="2883850"/>
              <a:ext cx="161500" cy="201900"/>
            </a:xfrm>
            <a:custGeom>
              <a:avLst/>
              <a:gdLst/>
              <a:ahLst/>
              <a:cxnLst/>
              <a:rect l="l" t="t" r="r" b="b"/>
              <a:pathLst>
                <a:path w="6460" h="8076" extrusionOk="0">
                  <a:moveTo>
                    <a:pt x="1832" y="92"/>
                  </a:moveTo>
                  <a:cubicBezTo>
                    <a:pt x="1944" y="92"/>
                    <a:pt x="2047" y="104"/>
                    <a:pt x="2135" y="132"/>
                  </a:cubicBezTo>
                  <a:cubicBezTo>
                    <a:pt x="2326" y="205"/>
                    <a:pt x="2548" y="218"/>
                    <a:pt x="2785" y="218"/>
                  </a:cubicBezTo>
                  <a:cubicBezTo>
                    <a:pt x="2869" y="218"/>
                    <a:pt x="2956" y="217"/>
                    <a:pt x="3043" y="215"/>
                  </a:cubicBezTo>
                  <a:cubicBezTo>
                    <a:pt x="3129" y="214"/>
                    <a:pt x="3216" y="212"/>
                    <a:pt x="3302" y="212"/>
                  </a:cubicBezTo>
                  <a:cubicBezTo>
                    <a:pt x="3719" y="212"/>
                    <a:pt x="4121" y="257"/>
                    <a:pt x="4362" y="584"/>
                  </a:cubicBezTo>
                  <a:cubicBezTo>
                    <a:pt x="4788" y="1186"/>
                    <a:pt x="5177" y="1809"/>
                    <a:pt x="5525" y="2458"/>
                  </a:cubicBezTo>
                  <a:cubicBezTo>
                    <a:pt x="5966" y="3310"/>
                    <a:pt x="6366" y="4275"/>
                    <a:pt x="6324" y="5558"/>
                  </a:cubicBezTo>
                  <a:cubicBezTo>
                    <a:pt x="6283" y="6975"/>
                    <a:pt x="5873" y="7562"/>
                    <a:pt x="5535" y="7800"/>
                  </a:cubicBezTo>
                  <a:cubicBezTo>
                    <a:pt x="5326" y="7948"/>
                    <a:pt x="5130" y="7976"/>
                    <a:pt x="5033" y="7976"/>
                  </a:cubicBezTo>
                  <a:cubicBezTo>
                    <a:pt x="5008" y="7976"/>
                    <a:pt x="4989" y="7974"/>
                    <a:pt x="4980" y="7972"/>
                  </a:cubicBezTo>
                  <a:cubicBezTo>
                    <a:pt x="4974" y="7967"/>
                    <a:pt x="4964" y="7967"/>
                    <a:pt x="4959" y="7967"/>
                  </a:cubicBezTo>
                  <a:cubicBezTo>
                    <a:pt x="4788" y="7868"/>
                    <a:pt x="3204" y="6451"/>
                    <a:pt x="2649" y="4338"/>
                  </a:cubicBezTo>
                  <a:cubicBezTo>
                    <a:pt x="2519" y="3860"/>
                    <a:pt x="2420" y="3497"/>
                    <a:pt x="2347" y="3206"/>
                  </a:cubicBezTo>
                  <a:cubicBezTo>
                    <a:pt x="2083" y="2204"/>
                    <a:pt x="2057" y="2100"/>
                    <a:pt x="1662" y="1409"/>
                  </a:cubicBezTo>
                  <a:cubicBezTo>
                    <a:pt x="1268" y="745"/>
                    <a:pt x="536" y="548"/>
                    <a:pt x="219" y="485"/>
                  </a:cubicBezTo>
                  <a:cubicBezTo>
                    <a:pt x="537" y="365"/>
                    <a:pt x="1294" y="92"/>
                    <a:pt x="1832" y="92"/>
                  </a:cubicBezTo>
                  <a:close/>
                  <a:moveTo>
                    <a:pt x="1833" y="0"/>
                  </a:moveTo>
                  <a:cubicBezTo>
                    <a:pt x="1250" y="0"/>
                    <a:pt x="447" y="296"/>
                    <a:pt x="151" y="407"/>
                  </a:cubicBezTo>
                  <a:cubicBezTo>
                    <a:pt x="105" y="423"/>
                    <a:pt x="63" y="439"/>
                    <a:pt x="48" y="444"/>
                  </a:cubicBezTo>
                  <a:cubicBezTo>
                    <a:pt x="27" y="444"/>
                    <a:pt x="6" y="459"/>
                    <a:pt x="1" y="480"/>
                  </a:cubicBezTo>
                  <a:cubicBezTo>
                    <a:pt x="1" y="491"/>
                    <a:pt x="1" y="506"/>
                    <a:pt x="6" y="522"/>
                  </a:cubicBezTo>
                  <a:cubicBezTo>
                    <a:pt x="27" y="542"/>
                    <a:pt x="48" y="548"/>
                    <a:pt x="136" y="568"/>
                  </a:cubicBezTo>
                  <a:cubicBezTo>
                    <a:pt x="395" y="620"/>
                    <a:pt x="1190" y="776"/>
                    <a:pt x="1574" y="1456"/>
                  </a:cubicBezTo>
                  <a:cubicBezTo>
                    <a:pt x="1963" y="2136"/>
                    <a:pt x="1989" y="2240"/>
                    <a:pt x="2249" y="3227"/>
                  </a:cubicBezTo>
                  <a:cubicBezTo>
                    <a:pt x="2327" y="3517"/>
                    <a:pt x="2425" y="3886"/>
                    <a:pt x="2555" y="4364"/>
                  </a:cubicBezTo>
                  <a:cubicBezTo>
                    <a:pt x="3100" y="6440"/>
                    <a:pt x="4642" y="7889"/>
                    <a:pt x="4917" y="8050"/>
                  </a:cubicBezTo>
                  <a:lnTo>
                    <a:pt x="4923" y="8055"/>
                  </a:lnTo>
                  <a:cubicBezTo>
                    <a:pt x="4959" y="8070"/>
                    <a:pt x="4995" y="8076"/>
                    <a:pt x="5037" y="8076"/>
                  </a:cubicBezTo>
                  <a:cubicBezTo>
                    <a:pt x="5156" y="8070"/>
                    <a:pt x="5281" y="8044"/>
                    <a:pt x="5395" y="7992"/>
                  </a:cubicBezTo>
                  <a:cubicBezTo>
                    <a:pt x="5836" y="7795"/>
                    <a:pt x="6371" y="7214"/>
                    <a:pt x="6418" y="5563"/>
                  </a:cubicBezTo>
                  <a:cubicBezTo>
                    <a:pt x="6459" y="4254"/>
                    <a:pt x="6054" y="3278"/>
                    <a:pt x="5608" y="2411"/>
                  </a:cubicBezTo>
                  <a:cubicBezTo>
                    <a:pt x="5260" y="1762"/>
                    <a:pt x="4871" y="1129"/>
                    <a:pt x="4440" y="527"/>
                  </a:cubicBezTo>
                  <a:cubicBezTo>
                    <a:pt x="4166" y="162"/>
                    <a:pt x="3739" y="113"/>
                    <a:pt x="3296" y="113"/>
                  </a:cubicBezTo>
                  <a:cubicBezTo>
                    <a:pt x="3211" y="113"/>
                    <a:pt x="3124" y="115"/>
                    <a:pt x="3038" y="117"/>
                  </a:cubicBezTo>
                  <a:cubicBezTo>
                    <a:pt x="2945" y="120"/>
                    <a:pt x="2853" y="122"/>
                    <a:pt x="2764" y="122"/>
                  </a:cubicBezTo>
                  <a:cubicBezTo>
                    <a:pt x="2544" y="122"/>
                    <a:pt x="2339" y="107"/>
                    <a:pt x="2166" y="44"/>
                  </a:cubicBezTo>
                  <a:cubicBezTo>
                    <a:pt x="2069" y="13"/>
                    <a:pt x="1956" y="0"/>
                    <a:pt x="1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5844;p77">
              <a:extLst>
                <a:ext uri="{FF2B5EF4-FFF2-40B4-BE49-F238E27FC236}">
                  <a16:creationId xmlns:a16="http://schemas.microsoft.com/office/drawing/2014/main" id="{826EE409-FB2C-8B5B-AB4B-4BF09B0CC665}"/>
                </a:ext>
              </a:extLst>
            </p:cNvPr>
            <p:cNvSpPr/>
            <p:nvPr/>
          </p:nvSpPr>
          <p:spPr>
            <a:xfrm>
              <a:off x="499775" y="2959300"/>
              <a:ext cx="187825" cy="194850"/>
            </a:xfrm>
            <a:custGeom>
              <a:avLst/>
              <a:gdLst/>
              <a:ahLst/>
              <a:cxnLst/>
              <a:rect l="l" t="t" r="r" b="b"/>
              <a:pathLst>
                <a:path w="7513" h="7794" extrusionOk="0">
                  <a:moveTo>
                    <a:pt x="7513" y="1"/>
                  </a:moveTo>
                  <a:cubicBezTo>
                    <a:pt x="7513" y="1"/>
                    <a:pt x="5576" y="1"/>
                    <a:pt x="4725" y="453"/>
                  </a:cubicBezTo>
                  <a:cubicBezTo>
                    <a:pt x="3873" y="904"/>
                    <a:pt x="2492" y="691"/>
                    <a:pt x="1932" y="1361"/>
                  </a:cubicBezTo>
                  <a:cubicBezTo>
                    <a:pt x="1376" y="2031"/>
                    <a:pt x="0" y="3973"/>
                    <a:pt x="369" y="5847"/>
                  </a:cubicBezTo>
                  <a:cubicBezTo>
                    <a:pt x="738" y="7726"/>
                    <a:pt x="1937" y="7794"/>
                    <a:pt x="1937" y="7794"/>
                  </a:cubicBezTo>
                  <a:cubicBezTo>
                    <a:pt x="1937" y="7794"/>
                    <a:pt x="3458" y="6916"/>
                    <a:pt x="4102" y="4881"/>
                  </a:cubicBezTo>
                  <a:cubicBezTo>
                    <a:pt x="4746" y="2851"/>
                    <a:pt x="4657" y="2903"/>
                    <a:pt x="5301" y="1880"/>
                  </a:cubicBezTo>
                  <a:cubicBezTo>
                    <a:pt x="5945" y="857"/>
                    <a:pt x="7513" y="1"/>
                    <a:pt x="75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5845;p77">
              <a:extLst>
                <a:ext uri="{FF2B5EF4-FFF2-40B4-BE49-F238E27FC236}">
                  <a16:creationId xmlns:a16="http://schemas.microsoft.com/office/drawing/2014/main" id="{7F97193C-558A-7751-0332-3CBAE8063C62}"/>
                </a:ext>
              </a:extLst>
            </p:cNvPr>
            <p:cNvSpPr/>
            <p:nvPr/>
          </p:nvSpPr>
          <p:spPr>
            <a:xfrm>
              <a:off x="563500" y="2959175"/>
              <a:ext cx="124100" cy="64400"/>
            </a:xfrm>
            <a:custGeom>
              <a:avLst/>
              <a:gdLst/>
              <a:ahLst/>
              <a:cxnLst/>
              <a:rect l="l" t="t" r="r" b="b"/>
              <a:pathLst>
                <a:path w="4964" h="2576" extrusionOk="0">
                  <a:moveTo>
                    <a:pt x="2176" y="458"/>
                  </a:moveTo>
                  <a:cubicBezTo>
                    <a:pt x="3027" y="1"/>
                    <a:pt x="4964" y="6"/>
                    <a:pt x="4964" y="6"/>
                  </a:cubicBezTo>
                  <a:cubicBezTo>
                    <a:pt x="4964" y="6"/>
                    <a:pt x="3396" y="862"/>
                    <a:pt x="2752" y="1885"/>
                  </a:cubicBezTo>
                  <a:cubicBezTo>
                    <a:pt x="2565" y="2176"/>
                    <a:pt x="2441" y="2384"/>
                    <a:pt x="2342" y="2576"/>
                  </a:cubicBezTo>
                  <a:cubicBezTo>
                    <a:pt x="2025" y="1563"/>
                    <a:pt x="769" y="1148"/>
                    <a:pt x="1" y="982"/>
                  </a:cubicBezTo>
                  <a:cubicBezTo>
                    <a:pt x="660" y="764"/>
                    <a:pt x="1553" y="785"/>
                    <a:pt x="2176" y="458"/>
                  </a:cubicBezTo>
                  <a:close/>
                </a:path>
              </a:pathLst>
            </a:custGeom>
            <a:solidFill>
              <a:schemeClr val="accent3">
                <a:alpha val="89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5846;p77">
              <a:extLst>
                <a:ext uri="{FF2B5EF4-FFF2-40B4-BE49-F238E27FC236}">
                  <a16:creationId xmlns:a16="http://schemas.microsoft.com/office/drawing/2014/main" id="{E5BB4C57-D930-3DBA-6433-9CEC963DEE7B}"/>
                </a:ext>
              </a:extLst>
            </p:cNvPr>
            <p:cNvSpPr/>
            <p:nvPr/>
          </p:nvSpPr>
          <p:spPr>
            <a:xfrm>
              <a:off x="498225" y="2958150"/>
              <a:ext cx="191075" cy="197300"/>
            </a:xfrm>
            <a:custGeom>
              <a:avLst/>
              <a:gdLst/>
              <a:ahLst/>
              <a:cxnLst/>
              <a:rect l="l" t="t" r="r" b="b"/>
              <a:pathLst>
                <a:path w="7643" h="7892" extrusionOk="0">
                  <a:moveTo>
                    <a:pt x="7379" y="104"/>
                  </a:moveTo>
                  <a:lnTo>
                    <a:pt x="7379" y="104"/>
                  </a:lnTo>
                  <a:cubicBezTo>
                    <a:pt x="6952" y="363"/>
                    <a:pt x="5842" y="1075"/>
                    <a:pt x="5316" y="1900"/>
                  </a:cubicBezTo>
                  <a:cubicBezTo>
                    <a:pt x="4792" y="2731"/>
                    <a:pt x="4751" y="2871"/>
                    <a:pt x="4413" y="3961"/>
                  </a:cubicBezTo>
                  <a:cubicBezTo>
                    <a:pt x="4335" y="4221"/>
                    <a:pt x="4237" y="4532"/>
                    <a:pt x="4117" y="4917"/>
                  </a:cubicBezTo>
                  <a:cubicBezTo>
                    <a:pt x="3515" y="6806"/>
                    <a:pt x="2134" y="7699"/>
                    <a:pt x="1989" y="7793"/>
                  </a:cubicBezTo>
                  <a:cubicBezTo>
                    <a:pt x="1854" y="7772"/>
                    <a:pt x="815" y="7585"/>
                    <a:pt x="478" y="5882"/>
                  </a:cubicBezTo>
                  <a:cubicBezTo>
                    <a:pt x="88" y="3904"/>
                    <a:pt x="1708" y="1833"/>
                    <a:pt x="2035" y="1438"/>
                  </a:cubicBezTo>
                  <a:cubicBezTo>
                    <a:pt x="2342" y="1070"/>
                    <a:pt x="2918" y="976"/>
                    <a:pt x="3525" y="883"/>
                  </a:cubicBezTo>
                  <a:cubicBezTo>
                    <a:pt x="3972" y="810"/>
                    <a:pt x="4439" y="737"/>
                    <a:pt x="4808" y="545"/>
                  </a:cubicBezTo>
                  <a:cubicBezTo>
                    <a:pt x="5484" y="189"/>
                    <a:pt x="6863" y="115"/>
                    <a:pt x="7379" y="104"/>
                  </a:cubicBezTo>
                  <a:close/>
                  <a:moveTo>
                    <a:pt x="7575" y="0"/>
                  </a:moveTo>
                  <a:cubicBezTo>
                    <a:pt x="7492" y="0"/>
                    <a:pt x="5618" y="5"/>
                    <a:pt x="4766" y="457"/>
                  </a:cubicBezTo>
                  <a:cubicBezTo>
                    <a:pt x="4413" y="644"/>
                    <a:pt x="3951" y="717"/>
                    <a:pt x="3510" y="784"/>
                  </a:cubicBezTo>
                  <a:cubicBezTo>
                    <a:pt x="2887" y="883"/>
                    <a:pt x="2295" y="976"/>
                    <a:pt x="1963" y="1376"/>
                  </a:cubicBezTo>
                  <a:cubicBezTo>
                    <a:pt x="1495" y="1937"/>
                    <a:pt x="0" y="3930"/>
                    <a:pt x="390" y="5903"/>
                  </a:cubicBezTo>
                  <a:cubicBezTo>
                    <a:pt x="758" y="7793"/>
                    <a:pt x="1989" y="7891"/>
                    <a:pt x="1999" y="7891"/>
                  </a:cubicBezTo>
                  <a:cubicBezTo>
                    <a:pt x="2009" y="7891"/>
                    <a:pt x="2020" y="7886"/>
                    <a:pt x="2025" y="7886"/>
                  </a:cubicBezTo>
                  <a:cubicBezTo>
                    <a:pt x="2040" y="7876"/>
                    <a:pt x="3572" y="6973"/>
                    <a:pt x="4211" y="4948"/>
                  </a:cubicBezTo>
                  <a:cubicBezTo>
                    <a:pt x="4335" y="4564"/>
                    <a:pt x="4429" y="4252"/>
                    <a:pt x="4512" y="3993"/>
                  </a:cubicBezTo>
                  <a:cubicBezTo>
                    <a:pt x="4849" y="2892"/>
                    <a:pt x="4885" y="2778"/>
                    <a:pt x="5405" y="1952"/>
                  </a:cubicBezTo>
                  <a:cubicBezTo>
                    <a:pt x="6038" y="950"/>
                    <a:pt x="7585" y="104"/>
                    <a:pt x="7601" y="94"/>
                  </a:cubicBezTo>
                  <a:cubicBezTo>
                    <a:pt x="7642" y="68"/>
                    <a:pt x="7627" y="0"/>
                    <a:pt x="7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5847;p77">
              <a:extLst>
                <a:ext uri="{FF2B5EF4-FFF2-40B4-BE49-F238E27FC236}">
                  <a16:creationId xmlns:a16="http://schemas.microsoft.com/office/drawing/2014/main" id="{9796E309-E7A6-3B10-0AB1-65B797BD4EAA}"/>
                </a:ext>
              </a:extLst>
            </p:cNvPr>
            <p:cNvSpPr/>
            <p:nvPr/>
          </p:nvSpPr>
          <p:spPr>
            <a:xfrm>
              <a:off x="518975" y="2961775"/>
              <a:ext cx="168500" cy="192375"/>
            </a:xfrm>
            <a:custGeom>
              <a:avLst/>
              <a:gdLst/>
              <a:ahLst/>
              <a:cxnLst/>
              <a:rect l="l" t="t" r="r" b="b"/>
              <a:pathLst>
                <a:path w="6740" h="7695" extrusionOk="0">
                  <a:moveTo>
                    <a:pt x="5554" y="14"/>
                  </a:moveTo>
                  <a:cubicBezTo>
                    <a:pt x="5365" y="14"/>
                    <a:pt x="4848" y="92"/>
                    <a:pt x="4315" y="338"/>
                  </a:cubicBezTo>
                  <a:cubicBezTo>
                    <a:pt x="3879" y="546"/>
                    <a:pt x="3863" y="727"/>
                    <a:pt x="3188" y="1096"/>
                  </a:cubicBezTo>
                  <a:cubicBezTo>
                    <a:pt x="2732" y="1350"/>
                    <a:pt x="2597" y="1340"/>
                    <a:pt x="2373" y="1574"/>
                  </a:cubicBezTo>
                  <a:cubicBezTo>
                    <a:pt x="2270" y="1683"/>
                    <a:pt x="2181" y="1802"/>
                    <a:pt x="1901" y="2461"/>
                  </a:cubicBezTo>
                  <a:cubicBezTo>
                    <a:pt x="1797" y="2705"/>
                    <a:pt x="1709" y="2913"/>
                    <a:pt x="1636" y="3084"/>
                  </a:cubicBezTo>
                  <a:cubicBezTo>
                    <a:pt x="1539" y="2952"/>
                    <a:pt x="1193" y="2081"/>
                    <a:pt x="1072" y="2081"/>
                  </a:cubicBezTo>
                  <a:cubicBezTo>
                    <a:pt x="1070" y="2081"/>
                    <a:pt x="1067" y="2082"/>
                    <a:pt x="1065" y="2082"/>
                  </a:cubicBezTo>
                  <a:cubicBezTo>
                    <a:pt x="831" y="2160"/>
                    <a:pt x="935" y="3619"/>
                    <a:pt x="1003" y="4128"/>
                  </a:cubicBezTo>
                  <a:cubicBezTo>
                    <a:pt x="1055" y="4569"/>
                    <a:pt x="1216" y="4792"/>
                    <a:pt x="1081" y="5057"/>
                  </a:cubicBezTo>
                  <a:cubicBezTo>
                    <a:pt x="1005" y="5208"/>
                    <a:pt x="862" y="5328"/>
                    <a:pt x="773" y="5328"/>
                  </a:cubicBezTo>
                  <a:cubicBezTo>
                    <a:pt x="758" y="5328"/>
                    <a:pt x="744" y="5324"/>
                    <a:pt x="733" y="5317"/>
                  </a:cubicBezTo>
                  <a:cubicBezTo>
                    <a:pt x="655" y="5270"/>
                    <a:pt x="759" y="5042"/>
                    <a:pt x="774" y="4715"/>
                  </a:cubicBezTo>
                  <a:cubicBezTo>
                    <a:pt x="800" y="4195"/>
                    <a:pt x="598" y="3635"/>
                    <a:pt x="427" y="3629"/>
                  </a:cubicBezTo>
                  <a:cubicBezTo>
                    <a:pt x="426" y="3629"/>
                    <a:pt x="425" y="3629"/>
                    <a:pt x="424" y="3629"/>
                  </a:cubicBezTo>
                  <a:cubicBezTo>
                    <a:pt x="279" y="3629"/>
                    <a:pt x="94" y="4011"/>
                    <a:pt x="58" y="4387"/>
                  </a:cubicBezTo>
                  <a:cubicBezTo>
                    <a:pt x="1" y="5036"/>
                    <a:pt x="437" y="5213"/>
                    <a:pt x="613" y="6158"/>
                  </a:cubicBezTo>
                  <a:cubicBezTo>
                    <a:pt x="691" y="6568"/>
                    <a:pt x="613" y="6547"/>
                    <a:pt x="696" y="7066"/>
                  </a:cubicBezTo>
                  <a:cubicBezTo>
                    <a:pt x="728" y="7248"/>
                    <a:pt x="764" y="7425"/>
                    <a:pt x="806" y="7586"/>
                  </a:cubicBezTo>
                  <a:cubicBezTo>
                    <a:pt x="920" y="7643"/>
                    <a:pt x="1039" y="7679"/>
                    <a:pt x="1169" y="7695"/>
                  </a:cubicBezTo>
                  <a:cubicBezTo>
                    <a:pt x="1169" y="7326"/>
                    <a:pt x="1247" y="6968"/>
                    <a:pt x="1408" y="6635"/>
                  </a:cubicBezTo>
                  <a:cubicBezTo>
                    <a:pt x="1766" y="5914"/>
                    <a:pt x="2441" y="5441"/>
                    <a:pt x="2368" y="5338"/>
                  </a:cubicBezTo>
                  <a:cubicBezTo>
                    <a:pt x="2362" y="5329"/>
                    <a:pt x="2352" y="5325"/>
                    <a:pt x="2338" y="5325"/>
                  </a:cubicBezTo>
                  <a:cubicBezTo>
                    <a:pt x="2237" y="5325"/>
                    <a:pt x="1942" y="5523"/>
                    <a:pt x="1777" y="5523"/>
                  </a:cubicBezTo>
                  <a:cubicBezTo>
                    <a:pt x="1742" y="5523"/>
                    <a:pt x="1713" y="5514"/>
                    <a:pt x="1693" y="5493"/>
                  </a:cubicBezTo>
                  <a:cubicBezTo>
                    <a:pt x="1574" y="5364"/>
                    <a:pt x="1797" y="4855"/>
                    <a:pt x="2103" y="4476"/>
                  </a:cubicBezTo>
                  <a:cubicBezTo>
                    <a:pt x="2524" y="3951"/>
                    <a:pt x="3038" y="3739"/>
                    <a:pt x="3002" y="3650"/>
                  </a:cubicBezTo>
                  <a:cubicBezTo>
                    <a:pt x="2995" y="3632"/>
                    <a:pt x="2968" y="3625"/>
                    <a:pt x="2929" y="3625"/>
                  </a:cubicBezTo>
                  <a:cubicBezTo>
                    <a:pt x="2823" y="3625"/>
                    <a:pt x="2630" y="3676"/>
                    <a:pt x="2524" y="3676"/>
                  </a:cubicBezTo>
                  <a:cubicBezTo>
                    <a:pt x="2485" y="3676"/>
                    <a:pt x="2458" y="3669"/>
                    <a:pt x="2451" y="3650"/>
                  </a:cubicBezTo>
                  <a:cubicBezTo>
                    <a:pt x="2425" y="3583"/>
                    <a:pt x="2716" y="3411"/>
                    <a:pt x="3188" y="3043"/>
                  </a:cubicBezTo>
                  <a:cubicBezTo>
                    <a:pt x="3749" y="2612"/>
                    <a:pt x="3832" y="2477"/>
                    <a:pt x="3822" y="2352"/>
                  </a:cubicBezTo>
                  <a:cubicBezTo>
                    <a:pt x="3806" y="2124"/>
                    <a:pt x="3516" y="2067"/>
                    <a:pt x="3536" y="1901"/>
                  </a:cubicBezTo>
                  <a:cubicBezTo>
                    <a:pt x="3557" y="1698"/>
                    <a:pt x="3983" y="1724"/>
                    <a:pt x="4414" y="1356"/>
                  </a:cubicBezTo>
                  <a:cubicBezTo>
                    <a:pt x="4678" y="1137"/>
                    <a:pt x="4969" y="935"/>
                    <a:pt x="4923" y="873"/>
                  </a:cubicBezTo>
                  <a:cubicBezTo>
                    <a:pt x="4914" y="861"/>
                    <a:pt x="4896" y="856"/>
                    <a:pt x="4871" y="856"/>
                  </a:cubicBezTo>
                  <a:cubicBezTo>
                    <a:pt x="4696" y="856"/>
                    <a:pt x="4181" y="1103"/>
                    <a:pt x="4066" y="1103"/>
                  </a:cubicBezTo>
                  <a:cubicBezTo>
                    <a:pt x="4056" y="1103"/>
                    <a:pt x="4048" y="1101"/>
                    <a:pt x="4045" y="1096"/>
                  </a:cubicBezTo>
                  <a:cubicBezTo>
                    <a:pt x="4019" y="1054"/>
                    <a:pt x="5571" y="281"/>
                    <a:pt x="6189" y="130"/>
                  </a:cubicBezTo>
                  <a:cubicBezTo>
                    <a:pt x="6740" y="1"/>
                    <a:pt x="5634" y="68"/>
                    <a:pt x="5629" y="26"/>
                  </a:cubicBezTo>
                  <a:cubicBezTo>
                    <a:pt x="5627" y="18"/>
                    <a:pt x="5600" y="14"/>
                    <a:pt x="5554" y="14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5848;p77">
              <a:extLst>
                <a:ext uri="{FF2B5EF4-FFF2-40B4-BE49-F238E27FC236}">
                  <a16:creationId xmlns:a16="http://schemas.microsoft.com/office/drawing/2014/main" id="{09133D80-7367-E3C5-1C7F-0BCD951211E8}"/>
                </a:ext>
              </a:extLst>
            </p:cNvPr>
            <p:cNvSpPr/>
            <p:nvPr/>
          </p:nvSpPr>
          <p:spPr>
            <a:xfrm>
              <a:off x="512100" y="2968400"/>
              <a:ext cx="134750" cy="267650"/>
            </a:xfrm>
            <a:custGeom>
              <a:avLst/>
              <a:gdLst/>
              <a:ahLst/>
              <a:cxnLst/>
              <a:rect l="l" t="t" r="r" b="b"/>
              <a:pathLst>
                <a:path w="5390" h="10706" extrusionOk="0">
                  <a:moveTo>
                    <a:pt x="5348" y="0"/>
                  </a:moveTo>
                  <a:cubicBezTo>
                    <a:pt x="5338" y="5"/>
                    <a:pt x="4237" y="514"/>
                    <a:pt x="3033" y="2087"/>
                  </a:cubicBezTo>
                  <a:cubicBezTo>
                    <a:pt x="1927" y="3536"/>
                    <a:pt x="499" y="6199"/>
                    <a:pt x="1" y="10695"/>
                  </a:cubicBezTo>
                  <a:lnTo>
                    <a:pt x="99" y="10706"/>
                  </a:lnTo>
                  <a:cubicBezTo>
                    <a:pt x="592" y="6235"/>
                    <a:pt x="2005" y="3588"/>
                    <a:pt x="3105" y="2155"/>
                  </a:cubicBezTo>
                  <a:cubicBezTo>
                    <a:pt x="4294" y="597"/>
                    <a:pt x="5379" y="94"/>
                    <a:pt x="5390" y="89"/>
                  </a:cubicBezTo>
                  <a:lnTo>
                    <a:pt x="5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5849;p77">
              <a:extLst>
                <a:ext uri="{FF2B5EF4-FFF2-40B4-BE49-F238E27FC236}">
                  <a16:creationId xmlns:a16="http://schemas.microsoft.com/office/drawing/2014/main" id="{46BE6C4F-4C54-BCF9-DE97-46FD0E0F6870}"/>
                </a:ext>
              </a:extLst>
            </p:cNvPr>
            <p:cNvSpPr/>
            <p:nvPr/>
          </p:nvSpPr>
          <p:spPr>
            <a:xfrm>
              <a:off x="517300" y="3072875"/>
              <a:ext cx="136175" cy="150200"/>
            </a:xfrm>
            <a:custGeom>
              <a:avLst/>
              <a:gdLst/>
              <a:ahLst/>
              <a:cxnLst/>
              <a:rect l="l" t="t" r="r" b="b"/>
              <a:pathLst>
                <a:path w="5447" h="6008" extrusionOk="0">
                  <a:moveTo>
                    <a:pt x="5446" y="1"/>
                  </a:moveTo>
                  <a:cubicBezTo>
                    <a:pt x="5446" y="1"/>
                    <a:pt x="4045" y="1"/>
                    <a:pt x="3427" y="348"/>
                  </a:cubicBezTo>
                  <a:cubicBezTo>
                    <a:pt x="2809" y="696"/>
                    <a:pt x="1802" y="530"/>
                    <a:pt x="1407" y="1044"/>
                  </a:cubicBezTo>
                  <a:cubicBezTo>
                    <a:pt x="1007" y="1558"/>
                    <a:pt x="0" y="3058"/>
                    <a:pt x="270" y="4507"/>
                  </a:cubicBezTo>
                  <a:cubicBezTo>
                    <a:pt x="535" y="5955"/>
                    <a:pt x="1407" y="6007"/>
                    <a:pt x="1407" y="6007"/>
                  </a:cubicBezTo>
                  <a:cubicBezTo>
                    <a:pt x="1407" y="6007"/>
                    <a:pt x="2508" y="5327"/>
                    <a:pt x="2975" y="3765"/>
                  </a:cubicBezTo>
                  <a:cubicBezTo>
                    <a:pt x="3442" y="2197"/>
                    <a:pt x="3375" y="2233"/>
                    <a:pt x="3842" y="1449"/>
                  </a:cubicBezTo>
                  <a:cubicBezTo>
                    <a:pt x="4309" y="660"/>
                    <a:pt x="5446" y="1"/>
                    <a:pt x="5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5850;p77">
              <a:extLst>
                <a:ext uri="{FF2B5EF4-FFF2-40B4-BE49-F238E27FC236}">
                  <a16:creationId xmlns:a16="http://schemas.microsoft.com/office/drawing/2014/main" id="{4ED5C14C-3F51-BA24-B9FA-BE23D125B424}"/>
                </a:ext>
              </a:extLst>
            </p:cNvPr>
            <p:cNvSpPr/>
            <p:nvPr/>
          </p:nvSpPr>
          <p:spPr>
            <a:xfrm>
              <a:off x="515750" y="3071700"/>
              <a:ext cx="139400" cy="152550"/>
            </a:xfrm>
            <a:custGeom>
              <a:avLst/>
              <a:gdLst/>
              <a:ahLst/>
              <a:cxnLst/>
              <a:rect l="l" t="t" r="r" b="b"/>
              <a:pathLst>
                <a:path w="5576" h="6102" extrusionOk="0">
                  <a:moveTo>
                    <a:pt x="5332" y="100"/>
                  </a:moveTo>
                  <a:cubicBezTo>
                    <a:pt x="5000" y="312"/>
                    <a:pt x="4236" y="842"/>
                    <a:pt x="3868" y="1470"/>
                  </a:cubicBezTo>
                  <a:cubicBezTo>
                    <a:pt x="3484" y="2114"/>
                    <a:pt x="3452" y="2218"/>
                    <a:pt x="3208" y="3064"/>
                  </a:cubicBezTo>
                  <a:cubicBezTo>
                    <a:pt x="3151" y="3261"/>
                    <a:pt x="3079" y="3500"/>
                    <a:pt x="2990" y="3796"/>
                  </a:cubicBezTo>
                  <a:cubicBezTo>
                    <a:pt x="2565" y="5229"/>
                    <a:pt x="1589" y="5919"/>
                    <a:pt x="1459" y="6002"/>
                  </a:cubicBezTo>
                  <a:cubicBezTo>
                    <a:pt x="1345" y="5987"/>
                    <a:pt x="618" y="5831"/>
                    <a:pt x="379" y="4544"/>
                  </a:cubicBezTo>
                  <a:cubicBezTo>
                    <a:pt x="99" y="3022"/>
                    <a:pt x="1272" y="1429"/>
                    <a:pt x="1506" y="1122"/>
                  </a:cubicBezTo>
                  <a:cubicBezTo>
                    <a:pt x="1724" y="842"/>
                    <a:pt x="2139" y="774"/>
                    <a:pt x="2575" y="702"/>
                  </a:cubicBezTo>
                  <a:cubicBezTo>
                    <a:pt x="2902" y="645"/>
                    <a:pt x="3245" y="588"/>
                    <a:pt x="3515" y="437"/>
                  </a:cubicBezTo>
                  <a:cubicBezTo>
                    <a:pt x="3982" y="172"/>
                    <a:pt x="4937" y="115"/>
                    <a:pt x="5332" y="100"/>
                  </a:cubicBezTo>
                  <a:close/>
                  <a:moveTo>
                    <a:pt x="5508" y="1"/>
                  </a:moveTo>
                  <a:cubicBezTo>
                    <a:pt x="5446" y="1"/>
                    <a:pt x="4086" y="1"/>
                    <a:pt x="3463" y="354"/>
                  </a:cubicBezTo>
                  <a:cubicBezTo>
                    <a:pt x="3208" y="494"/>
                    <a:pt x="2881" y="551"/>
                    <a:pt x="2559" y="603"/>
                  </a:cubicBezTo>
                  <a:cubicBezTo>
                    <a:pt x="2103" y="681"/>
                    <a:pt x="1672" y="754"/>
                    <a:pt x="1428" y="1065"/>
                  </a:cubicBezTo>
                  <a:cubicBezTo>
                    <a:pt x="1090" y="1496"/>
                    <a:pt x="0" y="3038"/>
                    <a:pt x="286" y="4559"/>
                  </a:cubicBezTo>
                  <a:cubicBezTo>
                    <a:pt x="556" y="6028"/>
                    <a:pt x="1428" y="6101"/>
                    <a:pt x="1464" y="6101"/>
                  </a:cubicBezTo>
                  <a:lnTo>
                    <a:pt x="1469" y="6101"/>
                  </a:lnTo>
                  <a:cubicBezTo>
                    <a:pt x="1474" y="6101"/>
                    <a:pt x="1485" y="6101"/>
                    <a:pt x="1490" y="6096"/>
                  </a:cubicBezTo>
                  <a:cubicBezTo>
                    <a:pt x="1500" y="6091"/>
                    <a:pt x="2617" y="5390"/>
                    <a:pt x="3084" y="3822"/>
                  </a:cubicBezTo>
                  <a:cubicBezTo>
                    <a:pt x="3167" y="3526"/>
                    <a:pt x="3240" y="3287"/>
                    <a:pt x="3297" y="3090"/>
                  </a:cubicBezTo>
                  <a:cubicBezTo>
                    <a:pt x="3546" y="2238"/>
                    <a:pt x="3572" y="2150"/>
                    <a:pt x="3946" y="1517"/>
                  </a:cubicBezTo>
                  <a:cubicBezTo>
                    <a:pt x="4403" y="748"/>
                    <a:pt x="5524" y="94"/>
                    <a:pt x="5534" y="89"/>
                  </a:cubicBezTo>
                  <a:cubicBezTo>
                    <a:pt x="5576" y="63"/>
                    <a:pt x="5560" y="1"/>
                    <a:pt x="5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5851;p77">
              <a:extLst>
                <a:ext uri="{FF2B5EF4-FFF2-40B4-BE49-F238E27FC236}">
                  <a16:creationId xmlns:a16="http://schemas.microsoft.com/office/drawing/2014/main" id="{A555FDE0-11C3-C391-774F-7551E5419918}"/>
                </a:ext>
              </a:extLst>
            </p:cNvPr>
            <p:cNvSpPr/>
            <p:nvPr/>
          </p:nvSpPr>
          <p:spPr>
            <a:xfrm>
              <a:off x="531175" y="3074700"/>
              <a:ext cx="122300" cy="148375"/>
            </a:xfrm>
            <a:custGeom>
              <a:avLst/>
              <a:gdLst/>
              <a:ahLst/>
              <a:cxnLst/>
              <a:rect l="l" t="t" r="r" b="b"/>
              <a:pathLst>
                <a:path w="4892" h="5935" extrusionOk="0">
                  <a:moveTo>
                    <a:pt x="4035" y="12"/>
                  </a:moveTo>
                  <a:cubicBezTo>
                    <a:pt x="3900" y="12"/>
                    <a:pt x="3522" y="72"/>
                    <a:pt x="3137" y="265"/>
                  </a:cubicBezTo>
                  <a:cubicBezTo>
                    <a:pt x="2820" y="421"/>
                    <a:pt x="2804" y="561"/>
                    <a:pt x="2316" y="847"/>
                  </a:cubicBezTo>
                  <a:cubicBezTo>
                    <a:pt x="1984" y="1044"/>
                    <a:pt x="1885" y="1033"/>
                    <a:pt x="1724" y="1215"/>
                  </a:cubicBezTo>
                  <a:cubicBezTo>
                    <a:pt x="1652" y="1298"/>
                    <a:pt x="1589" y="1392"/>
                    <a:pt x="1382" y="1900"/>
                  </a:cubicBezTo>
                  <a:cubicBezTo>
                    <a:pt x="1309" y="2087"/>
                    <a:pt x="1242" y="2248"/>
                    <a:pt x="1190" y="2378"/>
                  </a:cubicBezTo>
                  <a:cubicBezTo>
                    <a:pt x="1132" y="2289"/>
                    <a:pt x="1036" y="2227"/>
                    <a:pt x="961" y="2227"/>
                  </a:cubicBezTo>
                  <a:cubicBezTo>
                    <a:pt x="948" y="2227"/>
                    <a:pt x="936" y="2229"/>
                    <a:pt x="925" y="2233"/>
                  </a:cubicBezTo>
                  <a:cubicBezTo>
                    <a:pt x="748" y="2290"/>
                    <a:pt x="681" y="2793"/>
                    <a:pt x="728" y="3183"/>
                  </a:cubicBezTo>
                  <a:cubicBezTo>
                    <a:pt x="769" y="3525"/>
                    <a:pt x="883" y="3697"/>
                    <a:pt x="790" y="3899"/>
                  </a:cubicBezTo>
                  <a:cubicBezTo>
                    <a:pt x="732" y="4020"/>
                    <a:pt x="628" y="4109"/>
                    <a:pt x="564" y="4109"/>
                  </a:cubicBezTo>
                  <a:cubicBezTo>
                    <a:pt x="553" y="4109"/>
                    <a:pt x="544" y="4107"/>
                    <a:pt x="536" y="4102"/>
                  </a:cubicBezTo>
                  <a:cubicBezTo>
                    <a:pt x="478" y="4065"/>
                    <a:pt x="551" y="3889"/>
                    <a:pt x="567" y="3634"/>
                  </a:cubicBezTo>
                  <a:cubicBezTo>
                    <a:pt x="582" y="3235"/>
                    <a:pt x="437" y="2804"/>
                    <a:pt x="312" y="2799"/>
                  </a:cubicBezTo>
                  <a:cubicBezTo>
                    <a:pt x="311" y="2799"/>
                    <a:pt x="311" y="2799"/>
                    <a:pt x="310" y="2799"/>
                  </a:cubicBezTo>
                  <a:cubicBezTo>
                    <a:pt x="206" y="2799"/>
                    <a:pt x="68" y="3092"/>
                    <a:pt x="48" y="3385"/>
                  </a:cubicBezTo>
                  <a:cubicBezTo>
                    <a:pt x="1" y="3884"/>
                    <a:pt x="323" y="4024"/>
                    <a:pt x="447" y="4751"/>
                  </a:cubicBezTo>
                  <a:cubicBezTo>
                    <a:pt x="504" y="5062"/>
                    <a:pt x="447" y="5052"/>
                    <a:pt x="510" y="5452"/>
                  </a:cubicBezTo>
                  <a:cubicBezTo>
                    <a:pt x="530" y="5592"/>
                    <a:pt x="556" y="5721"/>
                    <a:pt x="587" y="5851"/>
                  </a:cubicBezTo>
                  <a:cubicBezTo>
                    <a:pt x="671" y="5893"/>
                    <a:pt x="759" y="5924"/>
                    <a:pt x="852" y="5934"/>
                  </a:cubicBezTo>
                  <a:cubicBezTo>
                    <a:pt x="852" y="5654"/>
                    <a:pt x="915" y="5374"/>
                    <a:pt x="1029" y="5119"/>
                  </a:cubicBezTo>
                  <a:cubicBezTo>
                    <a:pt x="1288" y="4564"/>
                    <a:pt x="1776" y="4195"/>
                    <a:pt x="1724" y="4117"/>
                  </a:cubicBezTo>
                  <a:cubicBezTo>
                    <a:pt x="1720" y="4110"/>
                    <a:pt x="1712" y="4107"/>
                    <a:pt x="1700" y="4107"/>
                  </a:cubicBezTo>
                  <a:cubicBezTo>
                    <a:pt x="1622" y="4107"/>
                    <a:pt x="1402" y="4256"/>
                    <a:pt x="1289" y="4256"/>
                  </a:cubicBezTo>
                  <a:cubicBezTo>
                    <a:pt x="1267" y="4256"/>
                    <a:pt x="1249" y="4250"/>
                    <a:pt x="1236" y="4237"/>
                  </a:cubicBezTo>
                  <a:cubicBezTo>
                    <a:pt x="1148" y="4138"/>
                    <a:pt x="1309" y="3743"/>
                    <a:pt x="1532" y="3453"/>
                  </a:cubicBezTo>
                  <a:cubicBezTo>
                    <a:pt x="1839" y="3048"/>
                    <a:pt x="2212" y="2882"/>
                    <a:pt x="2187" y="2814"/>
                  </a:cubicBezTo>
                  <a:cubicBezTo>
                    <a:pt x="2181" y="2801"/>
                    <a:pt x="2162" y="2797"/>
                    <a:pt x="2135" y="2797"/>
                  </a:cubicBezTo>
                  <a:cubicBezTo>
                    <a:pt x="2059" y="2797"/>
                    <a:pt x="1918" y="2834"/>
                    <a:pt x="1838" y="2834"/>
                  </a:cubicBezTo>
                  <a:cubicBezTo>
                    <a:pt x="1808" y="2834"/>
                    <a:pt x="1787" y="2829"/>
                    <a:pt x="1782" y="2814"/>
                  </a:cubicBezTo>
                  <a:cubicBezTo>
                    <a:pt x="1766" y="2762"/>
                    <a:pt x="1974" y="2632"/>
                    <a:pt x="2316" y="2347"/>
                  </a:cubicBezTo>
                  <a:cubicBezTo>
                    <a:pt x="2726" y="2015"/>
                    <a:pt x="2784" y="1911"/>
                    <a:pt x="2778" y="1817"/>
                  </a:cubicBezTo>
                  <a:cubicBezTo>
                    <a:pt x="2768" y="1641"/>
                    <a:pt x="2555" y="1594"/>
                    <a:pt x="2571" y="1464"/>
                  </a:cubicBezTo>
                  <a:cubicBezTo>
                    <a:pt x="2586" y="1309"/>
                    <a:pt x="2893" y="1329"/>
                    <a:pt x="3209" y="1049"/>
                  </a:cubicBezTo>
                  <a:cubicBezTo>
                    <a:pt x="3401" y="878"/>
                    <a:pt x="3609" y="722"/>
                    <a:pt x="3573" y="670"/>
                  </a:cubicBezTo>
                  <a:cubicBezTo>
                    <a:pt x="3567" y="662"/>
                    <a:pt x="3555" y="658"/>
                    <a:pt x="3539" y="658"/>
                  </a:cubicBezTo>
                  <a:cubicBezTo>
                    <a:pt x="3417" y="658"/>
                    <a:pt x="3038" y="852"/>
                    <a:pt x="2958" y="852"/>
                  </a:cubicBezTo>
                  <a:cubicBezTo>
                    <a:pt x="2951" y="852"/>
                    <a:pt x="2946" y="850"/>
                    <a:pt x="2944" y="847"/>
                  </a:cubicBezTo>
                  <a:cubicBezTo>
                    <a:pt x="2924" y="815"/>
                    <a:pt x="4045" y="218"/>
                    <a:pt x="4492" y="104"/>
                  </a:cubicBezTo>
                  <a:cubicBezTo>
                    <a:pt x="4891" y="0"/>
                    <a:pt x="4092" y="52"/>
                    <a:pt x="4087" y="21"/>
                  </a:cubicBezTo>
                  <a:cubicBezTo>
                    <a:pt x="4086" y="15"/>
                    <a:pt x="4067" y="12"/>
                    <a:pt x="4035" y="12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5852;p77">
              <a:extLst>
                <a:ext uri="{FF2B5EF4-FFF2-40B4-BE49-F238E27FC236}">
                  <a16:creationId xmlns:a16="http://schemas.microsoft.com/office/drawing/2014/main" id="{30E6B3AC-1A09-06B8-CEC6-FA6CB89C6825}"/>
                </a:ext>
              </a:extLst>
            </p:cNvPr>
            <p:cNvSpPr/>
            <p:nvPr/>
          </p:nvSpPr>
          <p:spPr>
            <a:xfrm>
              <a:off x="361550" y="3005650"/>
              <a:ext cx="187700" cy="194700"/>
            </a:xfrm>
            <a:custGeom>
              <a:avLst/>
              <a:gdLst/>
              <a:ahLst/>
              <a:cxnLst/>
              <a:rect l="l" t="t" r="r" b="b"/>
              <a:pathLst>
                <a:path w="7508" h="7788" extrusionOk="0">
                  <a:moveTo>
                    <a:pt x="0" y="0"/>
                  </a:moveTo>
                  <a:cubicBezTo>
                    <a:pt x="0" y="0"/>
                    <a:pt x="1568" y="852"/>
                    <a:pt x="2212" y="1874"/>
                  </a:cubicBezTo>
                  <a:cubicBezTo>
                    <a:pt x="2856" y="2897"/>
                    <a:pt x="2762" y="2845"/>
                    <a:pt x="3411" y="4880"/>
                  </a:cubicBezTo>
                  <a:cubicBezTo>
                    <a:pt x="4055" y="6910"/>
                    <a:pt x="5576" y="7788"/>
                    <a:pt x="5576" y="7788"/>
                  </a:cubicBezTo>
                  <a:cubicBezTo>
                    <a:pt x="5576" y="7788"/>
                    <a:pt x="6770" y="7720"/>
                    <a:pt x="7139" y="5846"/>
                  </a:cubicBezTo>
                  <a:cubicBezTo>
                    <a:pt x="7507" y="3967"/>
                    <a:pt x="6126" y="2025"/>
                    <a:pt x="5576" y="1355"/>
                  </a:cubicBezTo>
                  <a:cubicBezTo>
                    <a:pt x="5021" y="691"/>
                    <a:pt x="3640" y="898"/>
                    <a:pt x="2788" y="447"/>
                  </a:cubicBezTo>
                  <a:cubicBezTo>
                    <a:pt x="1937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5853;p77">
              <a:extLst>
                <a:ext uri="{FF2B5EF4-FFF2-40B4-BE49-F238E27FC236}">
                  <a16:creationId xmlns:a16="http://schemas.microsoft.com/office/drawing/2014/main" id="{E39F5749-A9E6-A50D-D8A8-BFFCC56C7DD9}"/>
                </a:ext>
              </a:extLst>
            </p:cNvPr>
            <p:cNvSpPr/>
            <p:nvPr/>
          </p:nvSpPr>
          <p:spPr>
            <a:xfrm>
              <a:off x="361675" y="3007975"/>
              <a:ext cx="168500" cy="192375"/>
            </a:xfrm>
            <a:custGeom>
              <a:avLst/>
              <a:gdLst/>
              <a:ahLst/>
              <a:cxnLst/>
              <a:rect l="l" t="t" r="r" b="b"/>
              <a:pathLst>
                <a:path w="6740" h="7695" extrusionOk="0">
                  <a:moveTo>
                    <a:pt x="1186" y="14"/>
                  </a:moveTo>
                  <a:cubicBezTo>
                    <a:pt x="1140" y="14"/>
                    <a:pt x="1114" y="19"/>
                    <a:pt x="1111" y="27"/>
                  </a:cubicBezTo>
                  <a:cubicBezTo>
                    <a:pt x="1106" y="68"/>
                    <a:pt x="0" y="1"/>
                    <a:pt x="551" y="136"/>
                  </a:cubicBezTo>
                  <a:cubicBezTo>
                    <a:pt x="1169" y="281"/>
                    <a:pt x="2716" y="1055"/>
                    <a:pt x="2690" y="1101"/>
                  </a:cubicBezTo>
                  <a:cubicBezTo>
                    <a:pt x="2687" y="1105"/>
                    <a:pt x="2681" y="1107"/>
                    <a:pt x="2672" y="1107"/>
                  </a:cubicBezTo>
                  <a:cubicBezTo>
                    <a:pt x="2566" y="1107"/>
                    <a:pt x="2045" y="857"/>
                    <a:pt x="1869" y="857"/>
                  </a:cubicBezTo>
                  <a:cubicBezTo>
                    <a:pt x="1844" y="857"/>
                    <a:pt x="1827" y="862"/>
                    <a:pt x="1818" y="873"/>
                  </a:cubicBezTo>
                  <a:cubicBezTo>
                    <a:pt x="1771" y="935"/>
                    <a:pt x="2062" y="1138"/>
                    <a:pt x="2321" y="1361"/>
                  </a:cubicBezTo>
                  <a:cubicBezTo>
                    <a:pt x="2757" y="1724"/>
                    <a:pt x="3178" y="1698"/>
                    <a:pt x="3204" y="1901"/>
                  </a:cubicBezTo>
                  <a:cubicBezTo>
                    <a:pt x="3225" y="2067"/>
                    <a:pt x="2929" y="2129"/>
                    <a:pt x="2918" y="2353"/>
                  </a:cubicBezTo>
                  <a:cubicBezTo>
                    <a:pt x="2908" y="2482"/>
                    <a:pt x="2991" y="2612"/>
                    <a:pt x="3552" y="3048"/>
                  </a:cubicBezTo>
                  <a:cubicBezTo>
                    <a:pt x="4024" y="3412"/>
                    <a:pt x="4315" y="3583"/>
                    <a:pt x="4289" y="3650"/>
                  </a:cubicBezTo>
                  <a:cubicBezTo>
                    <a:pt x="4282" y="3669"/>
                    <a:pt x="4255" y="3676"/>
                    <a:pt x="4216" y="3676"/>
                  </a:cubicBezTo>
                  <a:cubicBezTo>
                    <a:pt x="4110" y="3676"/>
                    <a:pt x="3916" y="3625"/>
                    <a:pt x="3808" y="3625"/>
                  </a:cubicBezTo>
                  <a:cubicBezTo>
                    <a:pt x="3769" y="3625"/>
                    <a:pt x="3741" y="3632"/>
                    <a:pt x="3733" y="3650"/>
                  </a:cubicBezTo>
                  <a:cubicBezTo>
                    <a:pt x="3702" y="3739"/>
                    <a:pt x="4216" y="3952"/>
                    <a:pt x="4637" y="4476"/>
                  </a:cubicBezTo>
                  <a:cubicBezTo>
                    <a:pt x="4943" y="4855"/>
                    <a:pt x="5166" y="5369"/>
                    <a:pt x="5047" y="5494"/>
                  </a:cubicBezTo>
                  <a:cubicBezTo>
                    <a:pt x="5027" y="5515"/>
                    <a:pt x="4998" y="5523"/>
                    <a:pt x="4963" y="5523"/>
                  </a:cubicBezTo>
                  <a:cubicBezTo>
                    <a:pt x="4799" y="5523"/>
                    <a:pt x="4508" y="5329"/>
                    <a:pt x="4404" y="5329"/>
                  </a:cubicBezTo>
                  <a:cubicBezTo>
                    <a:pt x="4389" y="5329"/>
                    <a:pt x="4378" y="5333"/>
                    <a:pt x="4372" y="5343"/>
                  </a:cubicBezTo>
                  <a:cubicBezTo>
                    <a:pt x="4299" y="5442"/>
                    <a:pt x="4974" y="5914"/>
                    <a:pt x="5332" y="6641"/>
                  </a:cubicBezTo>
                  <a:cubicBezTo>
                    <a:pt x="5488" y="6968"/>
                    <a:pt x="5571" y="7331"/>
                    <a:pt x="5571" y="7695"/>
                  </a:cubicBezTo>
                  <a:cubicBezTo>
                    <a:pt x="5701" y="7679"/>
                    <a:pt x="5826" y="7643"/>
                    <a:pt x="5940" y="7586"/>
                  </a:cubicBezTo>
                  <a:cubicBezTo>
                    <a:pt x="5981" y="7420"/>
                    <a:pt x="6018" y="7248"/>
                    <a:pt x="6049" y="7067"/>
                  </a:cubicBezTo>
                  <a:cubicBezTo>
                    <a:pt x="6132" y="6547"/>
                    <a:pt x="6054" y="6563"/>
                    <a:pt x="6132" y="6158"/>
                  </a:cubicBezTo>
                  <a:cubicBezTo>
                    <a:pt x="6298" y="5213"/>
                    <a:pt x="6739" y="5037"/>
                    <a:pt x="6682" y="4388"/>
                  </a:cubicBezTo>
                  <a:cubicBezTo>
                    <a:pt x="6646" y="4011"/>
                    <a:pt x="6456" y="3630"/>
                    <a:pt x="6316" y="3630"/>
                  </a:cubicBezTo>
                  <a:cubicBezTo>
                    <a:pt x="6315" y="3630"/>
                    <a:pt x="6314" y="3630"/>
                    <a:pt x="6314" y="3630"/>
                  </a:cubicBezTo>
                  <a:cubicBezTo>
                    <a:pt x="6137" y="3640"/>
                    <a:pt x="5940" y="4196"/>
                    <a:pt x="5966" y="4715"/>
                  </a:cubicBezTo>
                  <a:cubicBezTo>
                    <a:pt x="5976" y="5042"/>
                    <a:pt x="6080" y="5270"/>
                    <a:pt x="6002" y="5317"/>
                  </a:cubicBezTo>
                  <a:cubicBezTo>
                    <a:pt x="5991" y="5325"/>
                    <a:pt x="5978" y="5329"/>
                    <a:pt x="5962" y="5329"/>
                  </a:cubicBezTo>
                  <a:cubicBezTo>
                    <a:pt x="5875" y="5329"/>
                    <a:pt x="5729" y="5212"/>
                    <a:pt x="5654" y="5057"/>
                  </a:cubicBezTo>
                  <a:cubicBezTo>
                    <a:pt x="5519" y="4798"/>
                    <a:pt x="5680" y="4569"/>
                    <a:pt x="5737" y="4128"/>
                  </a:cubicBezTo>
                  <a:cubicBezTo>
                    <a:pt x="5805" y="3619"/>
                    <a:pt x="5597" y="2264"/>
                    <a:pt x="5363" y="2186"/>
                  </a:cubicBezTo>
                  <a:cubicBezTo>
                    <a:pt x="5361" y="2186"/>
                    <a:pt x="5358" y="2185"/>
                    <a:pt x="5356" y="2185"/>
                  </a:cubicBezTo>
                  <a:cubicBezTo>
                    <a:pt x="5247" y="2185"/>
                    <a:pt x="5195" y="2953"/>
                    <a:pt x="5104" y="3085"/>
                  </a:cubicBezTo>
                  <a:cubicBezTo>
                    <a:pt x="5031" y="2913"/>
                    <a:pt x="4943" y="2706"/>
                    <a:pt x="4839" y="2462"/>
                  </a:cubicBezTo>
                  <a:cubicBezTo>
                    <a:pt x="4559" y="1802"/>
                    <a:pt x="4471" y="1683"/>
                    <a:pt x="4367" y="1574"/>
                  </a:cubicBezTo>
                  <a:cubicBezTo>
                    <a:pt x="4143" y="1345"/>
                    <a:pt x="4008" y="1351"/>
                    <a:pt x="3552" y="1101"/>
                  </a:cubicBezTo>
                  <a:cubicBezTo>
                    <a:pt x="2877" y="728"/>
                    <a:pt x="2861" y="546"/>
                    <a:pt x="2425" y="343"/>
                  </a:cubicBezTo>
                  <a:cubicBezTo>
                    <a:pt x="1891" y="93"/>
                    <a:pt x="1374" y="14"/>
                    <a:pt x="1186" y="14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5854;p77">
              <a:extLst>
                <a:ext uri="{FF2B5EF4-FFF2-40B4-BE49-F238E27FC236}">
                  <a16:creationId xmlns:a16="http://schemas.microsoft.com/office/drawing/2014/main" id="{818F049E-4520-E691-664C-44637BA1E258}"/>
                </a:ext>
              </a:extLst>
            </p:cNvPr>
            <p:cNvSpPr/>
            <p:nvPr/>
          </p:nvSpPr>
          <p:spPr>
            <a:xfrm>
              <a:off x="381400" y="3011350"/>
              <a:ext cx="126825" cy="219125"/>
            </a:xfrm>
            <a:custGeom>
              <a:avLst/>
              <a:gdLst/>
              <a:ahLst/>
              <a:cxnLst/>
              <a:rect l="l" t="t" r="r" b="b"/>
              <a:pathLst>
                <a:path w="5073" h="8765" extrusionOk="0">
                  <a:moveTo>
                    <a:pt x="21" y="1"/>
                  </a:moveTo>
                  <a:lnTo>
                    <a:pt x="1" y="94"/>
                  </a:lnTo>
                  <a:cubicBezTo>
                    <a:pt x="940" y="338"/>
                    <a:pt x="1807" y="795"/>
                    <a:pt x="2539" y="1423"/>
                  </a:cubicBezTo>
                  <a:cubicBezTo>
                    <a:pt x="3671" y="2394"/>
                    <a:pt x="4969" y="4248"/>
                    <a:pt x="4746" y="7555"/>
                  </a:cubicBezTo>
                  <a:cubicBezTo>
                    <a:pt x="4746" y="7555"/>
                    <a:pt x="4746" y="7560"/>
                    <a:pt x="4746" y="7565"/>
                  </a:cubicBezTo>
                  <a:cubicBezTo>
                    <a:pt x="4777" y="7960"/>
                    <a:pt x="4761" y="8354"/>
                    <a:pt x="4694" y="8744"/>
                  </a:cubicBezTo>
                  <a:lnTo>
                    <a:pt x="4793" y="8764"/>
                  </a:lnTo>
                  <a:cubicBezTo>
                    <a:pt x="4855" y="8365"/>
                    <a:pt x="4876" y="7960"/>
                    <a:pt x="4844" y="7560"/>
                  </a:cubicBezTo>
                  <a:cubicBezTo>
                    <a:pt x="5073" y="4211"/>
                    <a:pt x="3749" y="2332"/>
                    <a:pt x="2602" y="1351"/>
                  </a:cubicBezTo>
                  <a:cubicBezTo>
                    <a:pt x="1854" y="707"/>
                    <a:pt x="971" y="245"/>
                    <a:pt x="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5855;p77">
              <a:extLst>
                <a:ext uri="{FF2B5EF4-FFF2-40B4-BE49-F238E27FC236}">
                  <a16:creationId xmlns:a16="http://schemas.microsoft.com/office/drawing/2014/main" id="{741694DF-6E86-3E49-F5F9-4E60250C69FF}"/>
                </a:ext>
              </a:extLst>
            </p:cNvPr>
            <p:cNvSpPr/>
            <p:nvPr/>
          </p:nvSpPr>
          <p:spPr>
            <a:xfrm>
              <a:off x="646300" y="296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close/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5856;p77">
              <a:extLst>
                <a:ext uri="{FF2B5EF4-FFF2-40B4-BE49-F238E27FC236}">
                  <a16:creationId xmlns:a16="http://schemas.microsoft.com/office/drawing/2014/main" id="{F14304F9-34FE-3E5A-E75D-706BD784DEF4}"/>
                </a:ext>
              </a:extLst>
            </p:cNvPr>
            <p:cNvSpPr/>
            <p:nvPr/>
          </p:nvSpPr>
          <p:spPr>
            <a:xfrm>
              <a:off x="541575" y="3074050"/>
              <a:ext cx="92050" cy="171475"/>
            </a:xfrm>
            <a:custGeom>
              <a:avLst/>
              <a:gdLst/>
              <a:ahLst/>
              <a:cxnLst/>
              <a:rect l="l" t="t" r="r" b="b"/>
              <a:pathLst>
                <a:path w="3682" h="6859" extrusionOk="0">
                  <a:moveTo>
                    <a:pt x="3655" y="0"/>
                  </a:moveTo>
                  <a:cubicBezTo>
                    <a:pt x="3645" y="6"/>
                    <a:pt x="2653" y="301"/>
                    <a:pt x="1755" y="1298"/>
                  </a:cubicBezTo>
                  <a:cubicBezTo>
                    <a:pt x="924" y="2212"/>
                    <a:pt x="0" y="3920"/>
                    <a:pt x="317" y="6859"/>
                  </a:cubicBezTo>
                  <a:lnTo>
                    <a:pt x="415" y="6848"/>
                  </a:lnTo>
                  <a:cubicBezTo>
                    <a:pt x="104" y="3946"/>
                    <a:pt x="1007" y="2264"/>
                    <a:pt x="1822" y="1361"/>
                  </a:cubicBezTo>
                  <a:cubicBezTo>
                    <a:pt x="2705" y="390"/>
                    <a:pt x="3671" y="94"/>
                    <a:pt x="3681" y="94"/>
                  </a:cubicBezTo>
                  <a:lnTo>
                    <a:pt x="36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5857;p77">
              <a:extLst>
                <a:ext uri="{FF2B5EF4-FFF2-40B4-BE49-F238E27FC236}">
                  <a16:creationId xmlns:a16="http://schemas.microsoft.com/office/drawing/2014/main" id="{8C89F940-078A-5E08-C821-9E3167B790A9}"/>
                </a:ext>
              </a:extLst>
            </p:cNvPr>
            <p:cNvSpPr/>
            <p:nvPr/>
          </p:nvSpPr>
          <p:spPr>
            <a:xfrm>
              <a:off x="359850" y="3004350"/>
              <a:ext cx="191075" cy="197300"/>
            </a:xfrm>
            <a:custGeom>
              <a:avLst/>
              <a:gdLst/>
              <a:ahLst/>
              <a:cxnLst/>
              <a:rect l="l" t="t" r="r" b="b"/>
              <a:pathLst>
                <a:path w="7643" h="7892" extrusionOk="0">
                  <a:moveTo>
                    <a:pt x="255" y="104"/>
                  </a:moveTo>
                  <a:cubicBezTo>
                    <a:pt x="759" y="115"/>
                    <a:pt x="2155" y="187"/>
                    <a:pt x="2830" y="546"/>
                  </a:cubicBezTo>
                  <a:cubicBezTo>
                    <a:pt x="3199" y="743"/>
                    <a:pt x="3666" y="815"/>
                    <a:pt x="4118" y="883"/>
                  </a:cubicBezTo>
                  <a:cubicBezTo>
                    <a:pt x="4725" y="982"/>
                    <a:pt x="5296" y="1070"/>
                    <a:pt x="5603" y="1438"/>
                  </a:cubicBezTo>
                  <a:cubicBezTo>
                    <a:pt x="5935" y="1833"/>
                    <a:pt x="7549" y="3905"/>
                    <a:pt x="7160" y="5883"/>
                  </a:cubicBezTo>
                  <a:cubicBezTo>
                    <a:pt x="6828" y="7591"/>
                    <a:pt x="5790" y="7778"/>
                    <a:pt x="5655" y="7793"/>
                  </a:cubicBezTo>
                  <a:cubicBezTo>
                    <a:pt x="5504" y="7700"/>
                    <a:pt x="4123" y="6807"/>
                    <a:pt x="3526" y="4917"/>
                  </a:cubicBezTo>
                  <a:cubicBezTo>
                    <a:pt x="3401" y="4533"/>
                    <a:pt x="3308" y="4226"/>
                    <a:pt x="3225" y="3967"/>
                  </a:cubicBezTo>
                  <a:cubicBezTo>
                    <a:pt x="2887" y="2877"/>
                    <a:pt x="2841" y="2726"/>
                    <a:pt x="2321" y="1901"/>
                  </a:cubicBezTo>
                  <a:cubicBezTo>
                    <a:pt x="1802" y="1075"/>
                    <a:pt x="676" y="353"/>
                    <a:pt x="255" y="104"/>
                  </a:cubicBezTo>
                  <a:close/>
                  <a:moveTo>
                    <a:pt x="68" y="0"/>
                  </a:moveTo>
                  <a:cubicBezTo>
                    <a:pt x="16" y="0"/>
                    <a:pt x="1" y="68"/>
                    <a:pt x="42" y="94"/>
                  </a:cubicBezTo>
                  <a:cubicBezTo>
                    <a:pt x="58" y="99"/>
                    <a:pt x="1605" y="950"/>
                    <a:pt x="2238" y="1952"/>
                  </a:cubicBezTo>
                  <a:cubicBezTo>
                    <a:pt x="2758" y="2773"/>
                    <a:pt x="2794" y="2887"/>
                    <a:pt x="3131" y="3993"/>
                  </a:cubicBezTo>
                  <a:cubicBezTo>
                    <a:pt x="3209" y="4247"/>
                    <a:pt x="3308" y="4559"/>
                    <a:pt x="3432" y="4948"/>
                  </a:cubicBezTo>
                  <a:cubicBezTo>
                    <a:pt x="4076" y="6973"/>
                    <a:pt x="5603" y="7876"/>
                    <a:pt x="5618" y="7881"/>
                  </a:cubicBezTo>
                  <a:cubicBezTo>
                    <a:pt x="5623" y="7887"/>
                    <a:pt x="5634" y="7892"/>
                    <a:pt x="5644" y="7892"/>
                  </a:cubicBezTo>
                  <a:lnTo>
                    <a:pt x="5644" y="7887"/>
                  </a:lnTo>
                  <a:cubicBezTo>
                    <a:pt x="5660" y="7887"/>
                    <a:pt x="6885" y="7793"/>
                    <a:pt x="7254" y="5898"/>
                  </a:cubicBezTo>
                  <a:cubicBezTo>
                    <a:pt x="7643" y="3925"/>
                    <a:pt x="6148" y="1937"/>
                    <a:pt x="5680" y="1371"/>
                  </a:cubicBezTo>
                  <a:cubicBezTo>
                    <a:pt x="5348" y="976"/>
                    <a:pt x="4756" y="883"/>
                    <a:pt x="4133" y="784"/>
                  </a:cubicBezTo>
                  <a:cubicBezTo>
                    <a:pt x="3692" y="717"/>
                    <a:pt x="3230" y="644"/>
                    <a:pt x="2877" y="457"/>
                  </a:cubicBezTo>
                  <a:cubicBezTo>
                    <a:pt x="2026" y="6"/>
                    <a:pt x="157" y="0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5858;p77">
              <a:extLst>
                <a:ext uri="{FF2B5EF4-FFF2-40B4-BE49-F238E27FC236}">
                  <a16:creationId xmlns:a16="http://schemas.microsoft.com/office/drawing/2014/main" id="{BAACF9FB-1B75-376F-1AF9-420785CE5466}"/>
                </a:ext>
              </a:extLst>
            </p:cNvPr>
            <p:cNvSpPr/>
            <p:nvPr/>
          </p:nvSpPr>
          <p:spPr>
            <a:xfrm>
              <a:off x="442925" y="3221500"/>
              <a:ext cx="153825" cy="46475"/>
            </a:xfrm>
            <a:custGeom>
              <a:avLst/>
              <a:gdLst/>
              <a:ahLst/>
              <a:cxnLst/>
              <a:rect l="l" t="t" r="r" b="b"/>
              <a:pathLst>
                <a:path w="6153" h="1859" extrusionOk="0">
                  <a:moveTo>
                    <a:pt x="0" y="0"/>
                  </a:moveTo>
                  <a:cubicBezTo>
                    <a:pt x="0" y="3"/>
                    <a:pt x="1" y="6"/>
                    <a:pt x="2" y="8"/>
                  </a:cubicBezTo>
                  <a:lnTo>
                    <a:pt x="2" y="8"/>
                  </a:lnTo>
                  <a:lnTo>
                    <a:pt x="0" y="0"/>
                  </a:lnTo>
                  <a:close/>
                  <a:moveTo>
                    <a:pt x="6153" y="0"/>
                  </a:moveTo>
                  <a:lnTo>
                    <a:pt x="6151" y="8"/>
                  </a:lnTo>
                  <a:lnTo>
                    <a:pt x="6151" y="8"/>
                  </a:lnTo>
                  <a:cubicBezTo>
                    <a:pt x="6152" y="6"/>
                    <a:pt x="6153" y="3"/>
                    <a:pt x="6153" y="0"/>
                  </a:cubicBezTo>
                  <a:close/>
                  <a:moveTo>
                    <a:pt x="2" y="8"/>
                  </a:moveTo>
                  <a:lnTo>
                    <a:pt x="229" y="1672"/>
                  </a:lnTo>
                  <a:cubicBezTo>
                    <a:pt x="686" y="1781"/>
                    <a:pt x="1792" y="1859"/>
                    <a:pt x="3079" y="1859"/>
                  </a:cubicBezTo>
                  <a:cubicBezTo>
                    <a:pt x="4367" y="1859"/>
                    <a:pt x="5467" y="1781"/>
                    <a:pt x="5924" y="1672"/>
                  </a:cubicBezTo>
                  <a:lnTo>
                    <a:pt x="6151" y="8"/>
                  </a:lnTo>
                  <a:lnTo>
                    <a:pt x="6151" y="8"/>
                  </a:lnTo>
                  <a:cubicBezTo>
                    <a:pt x="6107" y="171"/>
                    <a:pt x="4749" y="301"/>
                    <a:pt x="3079" y="301"/>
                  </a:cubicBezTo>
                  <a:cubicBezTo>
                    <a:pt x="1404" y="301"/>
                    <a:pt x="46" y="171"/>
                    <a:pt x="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5859;p77">
              <a:extLst>
                <a:ext uri="{FF2B5EF4-FFF2-40B4-BE49-F238E27FC236}">
                  <a16:creationId xmlns:a16="http://schemas.microsoft.com/office/drawing/2014/main" id="{DE6E9A0D-AC85-B79B-288F-D5C15F641A9A}"/>
                </a:ext>
              </a:extLst>
            </p:cNvPr>
            <p:cNvSpPr/>
            <p:nvPr/>
          </p:nvSpPr>
          <p:spPr>
            <a:xfrm>
              <a:off x="442925" y="3221500"/>
              <a:ext cx="153825" cy="46475"/>
            </a:xfrm>
            <a:custGeom>
              <a:avLst/>
              <a:gdLst/>
              <a:ahLst/>
              <a:cxnLst/>
              <a:rect l="l" t="t" r="r" b="b"/>
              <a:pathLst>
                <a:path w="6153" h="1859" extrusionOk="0">
                  <a:moveTo>
                    <a:pt x="3079" y="1859"/>
                  </a:moveTo>
                  <a:cubicBezTo>
                    <a:pt x="4367" y="1859"/>
                    <a:pt x="5467" y="1781"/>
                    <a:pt x="5924" y="1672"/>
                  </a:cubicBezTo>
                  <a:lnTo>
                    <a:pt x="6153" y="0"/>
                  </a:lnTo>
                  <a:cubicBezTo>
                    <a:pt x="6153" y="166"/>
                    <a:pt x="4777" y="301"/>
                    <a:pt x="3079" y="301"/>
                  </a:cubicBezTo>
                  <a:cubicBezTo>
                    <a:pt x="1376" y="301"/>
                    <a:pt x="0" y="166"/>
                    <a:pt x="0" y="0"/>
                  </a:cubicBezTo>
                  <a:lnTo>
                    <a:pt x="229" y="1672"/>
                  </a:lnTo>
                  <a:cubicBezTo>
                    <a:pt x="686" y="1781"/>
                    <a:pt x="1792" y="1859"/>
                    <a:pt x="3079" y="185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5860;p77">
              <a:extLst>
                <a:ext uri="{FF2B5EF4-FFF2-40B4-BE49-F238E27FC236}">
                  <a16:creationId xmlns:a16="http://schemas.microsoft.com/office/drawing/2014/main" id="{82ECEA8D-F30B-2B6C-FBB5-247F09F8BB41}"/>
                </a:ext>
              </a:extLst>
            </p:cNvPr>
            <p:cNvSpPr/>
            <p:nvPr/>
          </p:nvSpPr>
          <p:spPr>
            <a:xfrm>
              <a:off x="441700" y="3220250"/>
              <a:ext cx="156350" cy="48900"/>
            </a:xfrm>
            <a:custGeom>
              <a:avLst/>
              <a:gdLst/>
              <a:ahLst/>
              <a:cxnLst/>
              <a:rect l="l" t="t" r="r" b="b"/>
              <a:pathLst>
                <a:path w="6254" h="1956" extrusionOk="0">
                  <a:moveTo>
                    <a:pt x="117" y="164"/>
                  </a:moveTo>
                  <a:cubicBezTo>
                    <a:pt x="231" y="211"/>
                    <a:pt x="470" y="263"/>
                    <a:pt x="948" y="310"/>
                  </a:cubicBezTo>
                  <a:cubicBezTo>
                    <a:pt x="1529" y="367"/>
                    <a:pt x="2303" y="398"/>
                    <a:pt x="3128" y="398"/>
                  </a:cubicBezTo>
                  <a:cubicBezTo>
                    <a:pt x="3948" y="398"/>
                    <a:pt x="4722" y="367"/>
                    <a:pt x="5303" y="310"/>
                  </a:cubicBezTo>
                  <a:cubicBezTo>
                    <a:pt x="5786" y="263"/>
                    <a:pt x="6020" y="211"/>
                    <a:pt x="6139" y="164"/>
                  </a:cubicBezTo>
                  <a:lnTo>
                    <a:pt x="6139" y="164"/>
                  </a:lnTo>
                  <a:lnTo>
                    <a:pt x="5932" y="1680"/>
                  </a:lnTo>
                  <a:cubicBezTo>
                    <a:pt x="5444" y="1789"/>
                    <a:pt x="4348" y="1857"/>
                    <a:pt x="3128" y="1857"/>
                  </a:cubicBezTo>
                  <a:cubicBezTo>
                    <a:pt x="1903" y="1857"/>
                    <a:pt x="813" y="1789"/>
                    <a:pt x="325" y="1680"/>
                  </a:cubicBezTo>
                  <a:lnTo>
                    <a:pt x="117" y="164"/>
                  </a:lnTo>
                  <a:close/>
                  <a:moveTo>
                    <a:pt x="51" y="1"/>
                  </a:moveTo>
                  <a:cubicBezTo>
                    <a:pt x="26" y="1"/>
                    <a:pt x="0" y="18"/>
                    <a:pt x="3" y="50"/>
                  </a:cubicBezTo>
                  <a:cubicBezTo>
                    <a:pt x="3" y="60"/>
                    <a:pt x="3" y="71"/>
                    <a:pt x="8" y="81"/>
                  </a:cubicBezTo>
                  <a:lnTo>
                    <a:pt x="231" y="1727"/>
                  </a:lnTo>
                  <a:cubicBezTo>
                    <a:pt x="231" y="1748"/>
                    <a:pt x="247" y="1763"/>
                    <a:pt x="268" y="1768"/>
                  </a:cubicBezTo>
                  <a:cubicBezTo>
                    <a:pt x="745" y="1883"/>
                    <a:pt x="1867" y="1955"/>
                    <a:pt x="3128" y="1955"/>
                  </a:cubicBezTo>
                  <a:cubicBezTo>
                    <a:pt x="4385" y="1955"/>
                    <a:pt x="5506" y="1883"/>
                    <a:pt x="5984" y="1768"/>
                  </a:cubicBezTo>
                  <a:cubicBezTo>
                    <a:pt x="6004" y="1763"/>
                    <a:pt x="6020" y="1748"/>
                    <a:pt x="6020" y="1727"/>
                  </a:cubicBezTo>
                  <a:lnTo>
                    <a:pt x="6248" y="81"/>
                  </a:lnTo>
                  <a:cubicBezTo>
                    <a:pt x="6254" y="71"/>
                    <a:pt x="6254" y="60"/>
                    <a:pt x="6248" y="50"/>
                  </a:cubicBezTo>
                  <a:cubicBezTo>
                    <a:pt x="6248" y="20"/>
                    <a:pt x="6224" y="5"/>
                    <a:pt x="6200" y="5"/>
                  </a:cubicBezTo>
                  <a:cubicBezTo>
                    <a:pt x="6179" y="5"/>
                    <a:pt x="6157" y="18"/>
                    <a:pt x="6155" y="45"/>
                  </a:cubicBezTo>
                  <a:cubicBezTo>
                    <a:pt x="6072" y="149"/>
                    <a:pt x="4956" y="299"/>
                    <a:pt x="3128" y="299"/>
                  </a:cubicBezTo>
                  <a:cubicBezTo>
                    <a:pt x="1295" y="299"/>
                    <a:pt x="179" y="149"/>
                    <a:pt x="101" y="45"/>
                  </a:cubicBezTo>
                  <a:cubicBezTo>
                    <a:pt x="99" y="15"/>
                    <a:pt x="75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5861;p77">
              <a:extLst>
                <a:ext uri="{FF2B5EF4-FFF2-40B4-BE49-F238E27FC236}">
                  <a16:creationId xmlns:a16="http://schemas.microsoft.com/office/drawing/2014/main" id="{2E4215B5-22C0-66DA-87E6-57237A2E729D}"/>
                </a:ext>
              </a:extLst>
            </p:cNvPr>
            <p:cNvSpPr/>
            <p:nvPr/>
          </p:nvSpPr>
          <p:spPr>
            <a:xfrm>
              <a:off x="454225" y="3484450"/>
              <a:ext cx="130850" cy="29625"/>
            </a:xfrm>
            <a:custGeom>
              <a:avLst/>
              <a:gdLst/>
              <a:ahLst/>
              <a:cxnLst/>
              <a:rect l="l" t="t" r="r" b="b"/>
              <a:pathLst>
                <a:path w="5234" h="1185" extrusionOk="0">
                  <a:moveTo>
                    <a:pt x="2617" y="0"/>
                  </a:moveTo>
                  <a:cubicBezTo>
                    <a:pt x="1173" y="0"/>
                    <a:pt x="0" y="265"/>
                    <a:pt x="0" y="592"/>
                  </a:cubicBezTo>
                  <a:cubicBezTo>
                    <a:pt x="0" y="919"/>
                    <a:pt x="1173" y="1184"/>
                    <a:pt x="2617" y="1184"/>
                  </a:cubicBezTo>
                  <a:cubicBezTo>
                    <a:pt x="4060" y="1184"/>
                    <a:pt x="5233" y="919"/>
                    <a:pt x="5233" y="592"/>
                  </a:cubicBezTo>
                  <a:cubicBezTo>
                    <a:pt x="5233" y="265"/>
                    <a:pt x="4060" y="0"/>
                    <a:pt x="261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7" name="Google Shape;8458;p91">
            <a:extLst>
              <a:ext uri="{FF2B5EF4-FFF2-40B4-BE49-F238E27FC236}">
                <a16:creationId xmlns:a16="http://schemas.microsoft.com/office/drawing/2014/main" id="{BAD58C42-350F-9765-8307-8508C9D9753C}"/>
              </a:ext>
            </a:extLst>
          </p:cNvPr>
          <p:cNvGrpSpPr/>
          <p:nvPr/>
        </p:nvGrpSpPr>
        <p:grpSpPr>
          <a:xfrm>
            <a:off x="7930956" y="3904710"/>
            <a:ext cx="1274004" cy="2160810"/>
            <a:chOff x="5919875" y="1632800"/>
            <a:chExt cx="573850" cy="973250"/>
          </a:xfrm>
        </p:grpSpPr>
        <p:sp>
          <p:nvSpPr>
            <p:cNvPr id="3298" name="Google Shape;8459;p91">
              <a:extLst>
                <a:ext uri="{FF2B5EF4-FFF2-40B4-BE49-F238E27FC236}">
                  <a16:creationId xmlns:a16="http://schemas.microsoft.com/office/drawing/2014/main" id="{0ADFE497-E403-3475-73CA-79DCA0AE6FBF}"/>
                </a:ext>
              </a:extLst>
            </p:cNvPr>
            <p:cNvSpPr/>
            <p:nvPr/>
          </p:nvSpPr>
          <p:spPr>
            <a:xfrm>
              <a:off x="5962325" y="2436000"/>
              <a:ext cx="444700" cy="152650"/>
            </a:xfrm>
            <a:custGeom>
              <a:avLst/>
              <a:gdLst/>
              <a:ahLst/>
              <a:cxnLst/>
              <a:rect l="l" t="t" r="r" b="b"/>
              <a:pathLst>
                <a:path w="17788" h="6106" extrusionOk="0">
                  <a:moveTo>
                    <a:pt x="10962" y="1"/>
                  </a:moveTo>
                  <a:cubicBezTo>
                    <a:pt x="10313" y="1"/>
                    <a:pt x="9639" y="28"/>
                    <a:pt x="8951" y="83"/>
                  </a:cubicBezTo>
                  <a:cubicBezTo>
                    <a:pt x="3100" y="550"/>
                    <a:pt x="1" y="1075"/>
                    <a:pt x="1" y="2861"/>
                  </a:cubicBezTo>
                  <a:cubicBezTo>
                    <a:pt x="1" y="4652"/>
                    <a:pt x="3879" y="6105"/>
                    <a:pt x="8660" y="6105"/>
                  </a:cubicBezTo>
                  <a:cubicBezTo>
                    <a:pt x="13437" y="6105"/>
                    <a:pt x="17787" y="4273"/>
                    <a:pt x="17787" y="2482"/>
                  </a:cubicBezTo>
                  <a:cubicBezTo>
                    <a:pt x="17787" y="945"/>
                    <a:pt x="14808" y="1"/>
                    <a:pt x="10962" y="1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8460;p91">
              <a:extLst>
                <a:ext uri="{FF2B5EF4-FFF2-40B4-BE49-F238E27FC236}">
                  <a16:creationId xmlns:a16="http://schemas.microsoft.com/office/drawing/2014/main" id="{23442288-C08A-1F8C-8457-4E51EA812713}"/>
                </a:ext>
              </a:extLst>
            </p:cNvPr>
            <p:cNvSpPr/>
            <p:nvPr/>
          </p:nvSpPr>
          <p:spPr>
            <a:xfrm>
              <a:off x="6336400" y="2424825"/>
              <a:ext cx="49725" cy="47150"/>
            </a:xfrm>
            <a:custGeom>
              <a:avLst/>
              <a:gdLst/>
              <a:ahLst/>
              <a:cxnLst/>
              <a:rect l="l" t="t" r="r" b="b"/>
              <a:pathLst>
                <a:path w="1989" h="1886" extrusionOk="0">
                  <a:moveTo>
                    <a:pt x="1101" y="1"/>
                  </a:moveTo>
                  <a:cubicBezTo>
                    <a:pt x="607" y="1"/>
                    <a:pt x="0" y="328"/>
                    <a:pt x="0" y="800"/>
                  </a:cubicBezTo>
                  <a:cubicBezTo>
                    <a:pt x="0" y="1267"/>
                    <a:pt x="337" y="1885"/>
                    <a:pt x="831" y="1885"/>
                  </a:cubicBezTo>
                  <a:cubicBezTo>
                    <a:pt x="1319" y="1885"/>
                    <a:pt x="1988" y="1324"/>
                    <a:pt x="1988" y="852"/>
                  </a:cubicBezTo>
                  <a:cubicBezTo>
                    <a:pt x="1988" y="380"/>
                    <a:pt x="1589" y="1"/>
                    <a:pt x="11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8461;p91">
              <a:extLst>
                <a:ext uri="{FF2B5EF4-FFF2-40B4-BE49-F238E27FC236}">
                  <a16:creationId xmlns:a16="http://schemas.microsoft.com/office/drawing/2014/main" id="{EF56EB82-D57A-707B-42F9-2182396604A1}"/>
                </a:ext>
              </a:extLst>
            </p:cNvPr>
            <p:cNvSpPr/>
            <p:nvPr/>
          </p:nvSpPr>
          <p:spPr>
            <a:xfrm>
              <a:off x="6335225" y="2423650"/>
              <a:ext cx="52075" cy="49475"/>
            </a:xfrm>
            <a:custGeom>
              <a:avLst/>
              <a:gdLst/>
              <a:ahLst/>
              <a:cxnLst/>
              <a:rect l="l" t="t" r="r" b="b"/>
              <a:pathLst>
                <a:path w="2083" h="1979" extrusionOk="0">
                  <a:moveTo>
                    <a:pt x="1148" y="94"/>
                  </a:moveTo>
                  <a:cubicBezTo>
                    <a:pt x="1610" y="94"/>
                    <a:pt x="1989" y="458"/>
                    <a:pt x="1989" y="904"/>
                  </a:cubicBezTo>
                  <a:cubicBezTo>
                    <a:pt x="1989" y="1335"/>
                    <a:pt x="1366" y="1885"/>
                    <a:pt x="878" y="1885"/>
                  </a:cubicBezTo>
                  <a:cubicBezTo>
                    <a:pt x="400" y="1885"/>
                    <a:pt x="99" y="1273"/>
                    <a:pt x="99" y="847"/>
                  </a:cubicBezTo>
                  <a:cubicBezTo>
                    <a:pt x="99" y="421"/>
                    <a:pt x="660" y="99"/>
                    <a:pt x="1148" y="99"/>
                  </a:cubicBezTo>
                  <a:lnTo>
                    <a:pt x="1148" y="94"/>
                  </a:lnTo>
                  <a:close/>
                  <a:moveTo>
                    <a:pt x="1148" y="1"/>
                  </a:moveTo>
                  <a:cubicBezTo>
                    <a:pt x="608" y="1"/>
                    <a:pt x="0" y="359"/>
                    <a:pt x="0" y="847"/>
                  </a:cubicBezTo>
                  <a:cubicBezTo>
                    <a:pt x="0" y="1320"/>
                    <a:pt x="333" y="1979"/>
                    <a:pt x="878" y="1979"/>
                  </a:cubicBezTo>
                  <a:cubicBezTo>
                    <a:pt x="1376" y="1979"/>
                    <a:pt x="2082" y="1418"/>
                    <a:pt x="2082" y="904"/>
                  </a:cubicBezTo>
                  <a:cubicBezTo>
                    <a:pt x="2082" y="406"/>
                    <a:pt x="1667" y="1"/>
                    <a:pt x="1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8462;p91">
              <a:extLst>
                <a:ext uri="{FF2B5EF4-FFF2-40B4-BE49-F238E27FC236}">
                  <a16:creationId xmlns:a16="http://schemas.microsoft.com/office/drawing/2014/main" id="{18C24F9B-3AC8-318D-F145-75D002D83DD1}"/>
                </a:ext>
              </a:extLst>
            </p:cNvPr>
            <p:cNvSpPr/>
            <p:nvPr/>
          </p:nvSpPr>
          <p:spPr>
            <a:xfrm>
              <a:off x="6332375" y="2428600"/>
              <a:ext cx="45300" cy="43375"/>
            </a:xfrm>
            <a:custGeom>
              <a:avLst/>
              <a:gdLst/>
              <a:ahLst/>
              <a:cxnLst/>
              <a:rect l="l" t="t" r="r" b="b"/>
              <a:pathLst>
                <a:path w="1812" h="1735" extrusionOk="0">
                  <a:moveTo>
                    <a:pt x="909" y="0"/>
                  </a:moveTo>
                  <a:cubicBezTo>
                    <a:pt x="405" y="0"/>
                    <a:pt x="0" y="389"/>
                    <a:pt x="0" y="867"/>
                  </a:cubicBezTo>
                  <a:cubicBezTo>
                    <a:pt x="0" y="1345"/>
                    <a:pt x="410" y="1734"/>
                    <a:pt x="909" y="1734"/>
                  </a:cubicBezTo>
                  <a:cubicBezTo>
                    <a:pt x="1407" y="1734"/>
                    <a:pt x="1812" y="1345"/>
                    <a:pt x="1812" y="867"/>
                  </a:cubicBezTo>
                  <a:cubicBezTo>
                    <a:pt x="1812" y="384"/>
                    <a:pt x="1407" y="0"/>
                    <a:pt x="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8463;p91">
              <a:extLst>
                <a:ext uri="{FF2B5EF4-FFF2-40B4-BE49-F238E27FC236}">
                  <a16:creationId xmlns:a16="http://schemas.microsoft.com/office/drawing/2014/main" id="{3AD60F8D-C376-EC3A-DC39-F49A45815273}"/>
                </a:ext>
              </a:extLst>
            </p:cNvPr>
            <p:cNvSpPr/>
            <p:nvPr/>
          </p:nvSpPr>
          <p:spPr>
            <a:xfrm>
              <a:off x="6331200" y="2427300"/>
              <a:ext cx="47650" cy="45825"/>
            </a:xfrm>
            <a:custGeom>
              <a:avLst/>
              <a:gdLst/>
              <a:ahLst/>
              <a:cxnLst/>
              <a:rect l="l" t="t" r="r" b="b"/>
              <a:pathLst>
                <a:path w="1906" h="1833" extrusionOk="0">
                  <a:moveTo>
                    <a:pt x="956" y="99"/>
                  </a:moveTo>
                  <a:cubicBezTo>
                    <a:pt x="1423" y="99"/>
                    <a:pt x="1807" y="467"/>
                    <a:pt x="1807" y="919"/>
                  </a:cubicBezTo>
                  <a:cubicBezTo>
                    <a:pt x="1807" y="1371"/>
                    <a:pt x="1428" y="1734"/>
                    <a:pt x="956" y="1734"/>
                  </a:cubicBezTo>
                  <a:cubicBezTo>
                    <a:pt x="483" y="1734"/>
                    <a:pt x="99" y="1371"/>
                    <a:pt x="99" y="919"/>
                  </a:cubicBezTo>
                  <a:cubicBezTo>
                    <a:pt x="99" y="467"/>
                    <a:pt x="483" y="99"/>
                    <a:pt x="956" y="99"/>
                  </a:cubicBezTo>
                  <a:close/>
                  <a:moveTo>
                    <a:pt x="956" y="0"/>
                  </a:moveTo>
                  <a:cubicBezTo>
                    <a:pt x="431" y="0"/>
                    <a:pt x="0" y="410"/>
                    <a:pt x="0" y="919"/>
                  </a:cubicBezTo>
                  <a:cubicBezTo>
                    <a:pt x="0" y="1423"/>
                    <a:pt x="431" y="1833"/>
                    <a:pt x="956" y="1833"/>
                  </a:cubicBezTo>
                  <a:cubicBezTo>
                    <a:pt x="1480" y="1833"/>
                    <a:pt x="1906" y="1423"/>
                    <a:pt x="1906" y="919"/>
                  </a:cubicBezTo>
                  <a:cubicBezTo>
                    <a:pt x="1906" y="410"/>
                    <a:pt x="148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8464;p91">
              <a:extLst>
                <a:ext uri="{FF2B5EF4-FFF2-40B4-BE49-F238E27FC236}">
                  <a16:creationId xmlns:a16="http://schemas.microsoft.com/office/drawing/2014/main" id="{C18BCA86-FA07-5EE0-707A-5ACA4E1EC8C7}"/>
                </a:ext>
              </a:extLst>
            </p:cNvPr>
            <p:cNvSpPr/>
            <p:nvPr/>
          </p:nvSpPr>
          <p:spPr>
            <a:xfrm>
              <a:off x="5959725" y="2459075"/>
              <a:ext cx="40925" cy="49100"/>
            </a:xfrm>
            <a:custGeom>
              <a:avLst/>
              <a:gdLst/>
              <a:ahLst/>
              <a:cxnLst/>
              <a:rect l="l" t="t" r="r" b="b"/>
              <a:pathLst>
                <a:path w="1637" h="1964" extrusionOk="0">
                  <a:moveTo>
                    <a:pt x="1283" y="1"/>
                  </a:moveTo>
                  <a:cubicBezTo>
                    <a:pt x="1281" y="1"/>
                    <a:pt x="1280" y="1"/>
                    <a:pt x="1278" y="1"/>
                  </a:cubicBezTo>
                  <a:lnTo>
                    <a:pt x="1" y="84"/>
                  </a:lnTo>
                  <a:lnTo>
                    <a:pt x="157" y="1964"/>
                  </a:lnTo>
                  <a:lnTo>
                    <a:pt x="1434" y="1886"/>
                  </a:lnTo>
                  <a:cubicBezTo>
                    <a:pt x="1563" y="1881"/>
                    <a:pt x="1636" y="1450"/>
                    <a:pt x="1589" y="925"/>
                  </a:cubicBezTo>
                  <a:cubicBezTo>
                    <a:pt x="1548" y="412"/>
                    <a:pt x="1411" y="1"/>
                    <a:pt x="12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8465;p91">
              <a:extLst>
                <a:ext uri="{FF2B5EF4-FFF2-40B4-BE49-F238E27FC236}">
                  <a16:creationId xmlns:a16="http://schemas.microsoft.com/office/drawing/2014/main" id="{AC565F75-BE00-6D6C-E433-85CE8D5C6EAB}"/>
                </a:ext>
              </a:extLst>
            </p:cNvPr>
            <p:cNvSpPr/>
            <p:nvPr/>
          </p:nvSpPr>
          <p:spPr>
            <a:xfrm>
              <a:off x="5958575" y="2458050"/>
              <a:ext cx="43100" cy="51550"/>
            </a:xfrm>
            <a:custGeom>
              <a:avLst/>
              <a:gdLst/>
              <a:ahLst/>
              <a:cxnLst/>
              <a:rect l="l" t="t" r="r" b="b"/>
              <a:pathLst>
                <a:path w="1724" h="2062" extrusionOk="0">
                  <a:moveTo>
                    <a:pt x="1329" y="94"/>
                  </a:moveTo>
                  <a:cubicBezTo>
                    <a:pt x="1397" y="94"/>
                    <a:pt x="1542" y="400"/>
                    <a:pt x="1589" y="971"/>
                  </a:cubicBezTo>
                  <a:cubicBezTo>
                    <a:pt x="1625" y="1439"/>
                    <a:pt x="1573" y="1781"/>
                    <a:pt x="1495" y="1864"/>
                  </a:cubicBezTo>
                  <a:cubicBezTo>
                    <a:pt x="1490" y="1875"/>
                    <a:pt x="1480" y="1880"/>
                    <a:pt x="1474" y="1880"/>
                  </a:cubicBezTo>
                  <a:lnTo>
                    <a:pt x="249" y="1958"/>
                  </a:lnTo>
                  <a:lnTo>
                    <a:pt x="99" y="172"/>
                  </a:lnTo>
                  <a:lnTo>
                    <a:pt x="1329" y="94"/>
                  </a:lnTo>
                  <a:close/>
                  <a:moveTo>
                    <a:pt x="1319" y="1"/>
                  </a:moveTo>
                  <a:lnTo>
                    <a:pt x="47" y="79"/>
                  </a:lnTo>
                  <a:cubicBezTo>
                    <a:pt x="31" y="79"/>
                    <a:pt x="21" y="84"/>
                    <a:pt x="10" y="94"/>
                  </a:cubicBezTo>
                  <a:cubicBezTo>
                    <a:pt x="0" y="104"/>
                    <a:pt x="0" y="120"/>
                    <a:pt x="0" y="130"/>
                  </a:cubicBezTo>
                  <a:lnTo>
                    <a:pt x="156" y="2015"/>
                  </a:lnTo>
                  <a:cubicBezTo>
                    <a:pt x="156" y="2041"/>
                    <a:pt x="177" y="2057"/>
                    <a:pt x="203" y="2057"/>
                  </a:cubicBezTo>
                  <a:lnTo>
                    <a:pt x="208" y="2062"/>
                  </a:lnTo>
                  <a:lnTo>
                    <a:pt x="1485" y="1979"/>
                  </a:lnTo>
                  <a:cubicBezTo>
                    <a:pt x="1516" y="1979"/>
                    <a:pt x="1547" y="1958"/>
                    <a:pt x="1573" y="1932"/>
                  </a:cubicBezTo>
                  <a:cubicBezTo>
                    <a:pt x="1677" y="1807"/>
                    <a:pt x="1724" y="1423"/>
                    <a:pt x="1687" y="966"/>
                  </a:cubicBezTo>
                  <a:cubicBezTo>
                    <a:pt x="1646" y="499"/>
                    <a:pt x="1521" y="1"/>
                    <a:pt x="1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8466;p91">
              <a:extLst>
                <a:ext uri="{FF2B5EF4-FFF2-40B4-BE49-F238E27FC236}">
                  <a16:creationId xmlns:a16="http://schemas.microsoft.com/office/drawing/2014/main" id="{AE04EAA8-562C-C3E3-B0C4-CE5CAF05BDBA}"/>
                </a:ext>
              </a:extLst>
            </p:cNvPr>
            <p:cNvSpPr/>
            <p:nvPr/>
          </p:nvSpPr>
          <p:spPr>
            <a:xfrm>
              <a:off x="5954675" y="2461175"/>
              <a:ext cx="14025" cy="47125"/>
            </a:xfrm>
            <a:custGeom>
              <a:avLst/>
              <a:gdLst/>
              <a:ahLst/>
              <a:cxnLst/>
              <a:rect l="l" t="t" r="r" b="b"/>
              <a:pathLst>
                <a:path w="561" h="1885" extrusionOk="0">
                  <a:moveTo>
                    <a:pt x="208" y="0"/>
                  </a:moveTo>
                  <a:cubicBezTo>
                    <a:pt x="206" y="0"/>
                    <a:pt x="204" y="0"/>
                    <a:pt x="203" y="0"/>
                  </a:cubicBezTo>
                  <a:cubicBezTo>
                    <a:pt x="73" y="11"/>
                    <a:pt x="0" y="442"/>
                    <a:pt x="47" y="961"/>
                  </a:cubicBezTo>
                  <a:cubicBezTo>
                    <a:pt x="88" y="1473"/>
                    <a:pt x="225" y="1885"/>
                    <a:pt x="354" y="1885"/>
                  </a:cubicBezTo>
                  <a:cubicBezTo>
                    <a:pt x="355" y="1885"/>
                    <a:pt x="357" y="1885"/>
                    <a:pt x="359" y="1885"/>
                  </a:cubicBezTo>
                  <a:cubicBezTo>
                    <a:pt x="488" y="1874"/>
                    <a:pt x="561" y="1444"/>
                    <a:pt x="519" y="924"/>
                  </a:cubicBezTo>
                  <a:cubicBezTo>
                    <a:pt x="473" y="412"/>
                    <a:pt x="336" y="0"/>
                    <a:pt x="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8467;p91">
              <a:extLst>
                <a:ext uri="{FF2B5EF4-FFF2-40B4-BE49-F238E27FC236}">
                  <a16:creationId xmlns:a16="http://schemas.microsoft.com/office/drawing/2014/main" id="{C24E32F2-6343-3F9A-11F4-463F355E6938}"/>
                </a:ext>
              </a:extLst>
            </p:cNvPr>
            <p:cNvSpPr/>
            <p:nvPr/>
          </p:nvSpPr>
          <p:spPr>
            <a:xfrm>
              <a:off x="5953625" y="2460000"/>
              <a:ext cx="16125" cy="49475"/>
            </a:xfrm>
            <a:custGeom>
              <a:avLst/>
              <a:gdLst/>
              <a:ahLst/>
              <a:cxnLst/>
              <a:rect l="l" t="t" r="r" b="b"/>
              <a:pathLst>
                <a:path w="645" h="1979" extrusionOk="0">
                  <a:moveTo>
                    <a:pt x="250" y="94"/>
                  </a:moveTo>
                  <a:cubicBezTo>
                    <a:pt x="317" y="94"/>
                    <a:pt x="463" y="400"/>
                    <a:pt x="510" y="977"/>
                  </a:cubicBezTo>
                  <a:cubicBezTo>
                    <a:pt x="551" y="1444"/>
                    <a:pt x="494" y="1786"/>
                    <a:pt x="421" y="1870"/>
                  </a:cubicBezTo>
                  <a:cubicBezTo>
                    <a:pt x="411" y="1880"/>
                    <a:pt x="406" y="1885"/>
                    <a:pt x="395" y="1885"/>
                  </a:cubicBezTo>
                  <a:cubicBezTo>
                    <a:pt x="333" y="1885"/>
                    <a:pt x="188" y="1579"/>
                    <a:pt x="136" y="1008"/>
                  </a:cubicBezTo>
                  <a:cubicBezTo>
                    <a:pt x="99" y="540"/>
                    <a:pt x="157" y="198"/>
                    <a:pt x="229" y="115"/>
                  </a:cubicBezTo>
                  <a:cubicBezTo>
                    <a:pt x="234" y="104"/>
                    <a:pt x="245" y="99"/>
                    <a:pt x="250" y="99"/>
                  </a:cubicBezTo>
                  <a:lnTo>
                    <a:pt x="250" y="94"/>
                  </a:lnTo>
                  <a:close/>
                  <a:moveTo>
                    <a:pt x="248" y="0"/>
                  </a:moveTo>
                  <a:cubicBezTo>
                    <a:pt x="246" y="0"/>
                    <a:pt x="243" y="0"/>
                    <a:pt x="240" y="1"/>
                  </a:cubicBezTo>
                  <a:cubicBezTo>
                    <a:pt x="208" y="1"/>
                    <a:pt x="177" y="21"/>
                    <a:pt x="151" y="47"/>
                  </a:cubicBezTo>
                  <a:cubicBezTo>
                    <a:pt x="47" y="172"/>
                    <a:pt x="1" y="556"/>
                    <a:pt x="37" y="1013"/>
                  </a:cubicBezTo>
                  <a:cubicBezTo>
                    <a:pt x="79" y="1480"/>
                    <a:pt x="203" y="1979"/>
                    <a:pt x="395" y="1979"/>
                  </a:cubicBezTo>
                  <a:lnTo>
                    <a:pt x="406" y="1979"/>
                  </a:lnTo>
                  <a:cubicBezTo>
                    <a:pt x="442" y="1973"/>
                    <a:pt x="473" y="1958"/>
                    <a:pt x="494" y="1932"/>
                  </a:cubicBezTo>
                  <a:cubicBezTo>
                    <a:pt x="598" y="1807"/>
                    <a:pt x="645" y="1423"/>
                    <a:pt x="608" y="966"/>
                  </a:cubicBezTo>
                  <a:cubicBezTo>
                    <a:pt x="567" y="496"/>
                    <a:pt x="441" y="0"/>
                    <a:pt x="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8468;p91">
              <a:extLst>
                <a:ext uri="{FF2B5EF4-FFF2-40B4-BE49-F238E27FC236}">
                  <a16:creationId xmlns:a16="http://schemas.microsoft.com/office/drawing/2014/main" id="{8192ADEC-4318-1421-2B05-DF103D8BA629}"/>
                </a:ext>
              </a:extLst>
            </p:cNvPr>
            <p:cNvSpPr/>
            <p:nvPr/>
          </p:nvSpPr>
          <p:spPr>
            <a:xfrm>
              <a:off x="6341200" y="2539825"/>
              <a:ext cx="58425" cy="60625"/>
            </a:xfrm>
            <a:custGeom>
              <a:avLst/>
              <a:gdLst/>
              <a:ahLst/>
              <a:cxnLst/>
              <a:rect l="l" t="t" r="r" b="b"/>
              <a:pathLst>
                <a:path w="2337" h="2425" extrusionOk="0">
                  <a:moveTo>
                    <a:pt x="1297" y="0"/>
                  </a:moveTo>
                  <a:cubicBezTo>
                    <a:pt x="1294" y="0"/>
                    <a:pt x="1291" y="0"/>
                    <a:pt x="1288" y="0"/>
                  </a:cubicBezTo>
                  <a:cubicBezTo>
                    <a:pt x="1220" y="0"/>
                    <a:pt x="1153" y="11"/>
                    <a:pt x="1085" y="26"/>
                  </a:cubicBezTo>
                  <a:cubicBezTo>
                    <a:pt x="862" y="83"/>
                    <a:pt x="654" y="198"/>
                    <a:pt x="493" y="364"/>
                  </a:cubicBezTo>
                  <a:cubicBezTo>
                    <a:pt x="467" y="390"/>
                    <a:pt x="0" y="841"/>
                    <a:pt x="0" y="841"/>
                  </a:cubicBezTo>
                  <a:lnTo>
                    <a:pt x="239" y="1127"/>
                  </a:lnTo>
                  <a:cubicBezTo>
                    <a:pt x="275" y="1563"/>
                    <a:pt x="587" y="1932"/>
                    <a:pt x="1013" y="2041"/>
                  </a:cubicBezTo>
                  <a:lnTo>
                    <a:pt x="1334" y="2425"/>
                  </a:lnTo>
                  <a:lnTo>
                    <a:pt x="1874" y="1906"/>
                  </a:lnTo>
                  <a:cubicBezTo>
                    <a:pt x="2160" y="1714"/>
                    <a:pt x="2336" y="1387"/>
                    <a:pt x="2336" y="1039"/>
                  </a:cubicBezTo>
                  <a:cubicBezTo>
                    <a:pt x="2331" y="466"/>
                    <a:pt x="1869" y="0"/>
                    <a:pt x="12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8469;p91">
              <a:extLst>
                <a:ext uri="{FF2B5EF4-FFF2-40B4-BE49-F238E27FC236}">
                  <a16:creationId xmlns:a16="http://schemas.microsoft.com/office/drawing/2014/main" id="{5D2B8056-52BF-CF36-66AD-EB2B9A40B621}"/>
                </a:ext>
              </a:extLst>
            </p:cNvPr>
            <p:cNvSpPr/>
            <p:nvPr/>
          </p:nvSpPr>
          <p:spPr>
            <a:xfrm>
              <a:off x="6339900" y="2538525"/>
              <a:ext cx="63350" cy="63100"/>
            </a:xfrm>
            <a:custGeom>
              <a:avLst/>
              <a:gdLst/>
              <a:ahLst/>
              <a:cxnLst/>
              <a:rect l="l" t="t" r="r" b="b"/>
              <a:pathLst>
                <a:path w="2534" h="2524" extrusionOk="0">
                  <a:moveTo>
                    <a:pt x="1351" y="94"/>
                  </a:moveTo>
                  <a:cubicBezTo>
                    <a:pt x="1783" y="94"/>
                    <a:pt x="2171" y="378"/>
                    <a:pt x="2300" y="795"/>
                  </a:cubicBezTo>
                  <a:cubicBezTo>
                    <a:pt x="2430" y="1215"/>
                    <a:pt x="2264" y="1672"/>
                    <a:pt x="1895" y="1911"/>
                  </a:cubicBezTo>
                  <a:cubicBezTo>
                    <a:pt x="1895" y="1916"/>
                    <a:pt x="1890" y="1916"/>
                    <a:pt x="1890" y="1921"/>
                  </a:cubicBezTo>
                  <a:lnTo>
                    <a:pt x="1392" y="2404"/>
                  </a:lnTo>
                  <a:lnTo>
                    <a:pt x="1101" y="2062"/>
                  </a:lnTo>
                  <a:cubicBezTo>
                    <a:pt x="1096" y="2051"/>
                    <a:pt x="1085" y="2046"/>
                    <a:pt x="1075" y="2046"/>
                  </a:cubicBezTo>
                  <a:cubicBezTo>
                    <a:pt x="670" y="1937"/>
                    <a:pt x="379" y="1589"/>
                    <a:pt x="343" y="1174"/>
                  </a:cubicBezTo>
                  <a:cubicBezTo>
                    <a:pt x="338" y="1163"/>
                    <a:pt x="338" y="1153"/>
                    <a:pt x="327" y="1143"/>
                  </a:cubicBezTo>
                  <a:lnTo>
                    <a:pt x="120" y="893"/>
                  </a:lnTo>
                  <a:cubicBezTo>
                    <a:pt x="229" y="790"/>
                    <a:pt x="561" y="468"/>
                    <a:pt x="582" y="447"/>
                  </a:cubicBezTo>
                  <a:cubicBezTo>
                    <a:pt x="737" y="286"/>
                    <a:pt x="935" y="177"/>
                    <a:pt x="1148" y="125"/>
                  </a:cubicBezTo>
                  <a:cubicBezTo>
                    <a:pt x="1210" y="109"/>
                    <a:pt x="1272" y="99"/>
                    <a:pt x="1340" y="94"/>
                  </a:cubicBezTo>
                  <a:cubicBezTo>
                    <a:pt x="1344" y="94"/>
                    <a:pt x="1347" y="94"/>
                    <a:pt x="1351" y="94"/>
                  </a:cubicBezTo>
                  <a:close/>
                  <a:moveTo>
                    <a:pt x="1352" y="0"/>
                  </a:moveTo>
                  <a:cubicBezTo>
                    <a:pt x="1348" y="0"/>
                    <a:pt x="1344" y="0"/>
                    <a:pt x="1340" y="0"/>
                  </a:cubicBezTo>
                  <a:cubicBezTo>
                    <a:pt x="1267" y="6"/>
                    <a:pt x="1199" y="11"/>
                    <a:pt x="1127" y="32"/>
                  </a:cubicBezTo>
                  <a:cubicBezTo>
                    <a:pt x="893" y="89"/>
                    <a:pt x="680" y="208"/>
                    <a:pt x="514" y="379"/>
                  </a:cubicBezTo>
                  <a:cubicBezTo>
                    <a:pt x="493" y="405"/>
                    <a:pt x="182" y="701"/>
                    <a:pt x="21" y="857"/>
                  </a:cubicBezTo>
                  <a:cubicBezTo>
                    <a:pt x="5" y="873"/>
                    <a:pt x="0" y="904"/>
                    <a:pt x="16" y="925"/>
                  </a:cubicBezTo>
                  <a:lnTo>
                    <a:pt x="249" y="1195"/>
                  </a:lnTo>
                  <a:cubicBezTo>
                    <a:pt x="291" y="1641"/>
                    <a:pt x="608" y="2015"/>
                    <a:pt x="1039" y="2134"/>
                  </a:cubicBezTo>
                  <a:lnTo>
                    <a:pt x="1350" y="2508"/>
                  </a:lnTo>
                  <a:cubicBezTo>
                    <a:pt x="1360" y="2518"/>
                    <a:pt x="1371" y="2524"/>
                    <a:pt x="1386" y="2524"/>
                  </a:cubicBezTo>
                  <a:cubicBezTo>
                    <a:pt x="1402" y="2524"/>
                    <a:pt x="1412" y="2518"/>
                    <a:pt x="1423" y="2513"/>
                  </a:cubicBezTo>
                  <a:lnTo>
                    <a:pt x="1952" y="1994"/>
                  </a:lnTo>
                  <a:cubicBezTo>
                    <a:pt x="2357" y="1724"/>
                    <a:pt x="2534" y="1226"/>
                    <a:pt x="2388" y="769"/>
                  </a:cubicBezTo>
                  <a:cubicBezTo>
                    <a:pt x="2249" y="311"/>
                    <a:pt x="1829" y="0"/>
                    <a:pt x="1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8470;p91">
              <a:extLst>
                <a:ext uri="{FF2B5EF4-FFF2-40B4-BE49-F238E27FC236}">
                  <a16:creationId xmlns:a16="http://schemas.microsoft.com/office/drawing/2014/main" id="{D67CDDD2-A69A-1AF4-EA94-19F3C9B7CC5A}"/>
                </a:ext>
              </a:extLst>
            </p:cNvPr>
            <p:cNvSpPr/>
            <p:nvPr/>
          </p:nvSpPr>
          <p:spPr>
            <a:xfrm>
              <a:off x="6324825" y="2552800"/>
              <a:ext cx="61600" cy="52575"/>
            </a:xfrm>
            <a:custGeom>
              <a:avLst/>
              <a:gdLst/>
              <a:ahLst/>
              <a:cxnLst/>
              <a:rect l="l" t="t" r="r" b="b"/>
              <a:pathLst>
                <a:path w="2464" h="2103" extrusionOk="0">
                  <a:moveTo>
                    <a:pt x="1417" y="1"/>
                  </a:moveTo>
                  <a:cubicBezTo>
                    <a:pt x="1414" y="1"/>
                    <a:pt x="1411" y="1"/>
                    <a:pt x="1408" y="1"/>
                  </a:cubicBezTo>
                  <a:cubicBezTo>
                    <a:pt x="468" y="1"/>
                    <a:pt x="1" y="1138"/>
                    <a:pt x="671" y="1797"/>
                  </a:cubicBezTo>
                  <a:cubicBezTo>
                    <a:pt x="884" y="2008"/>
                    <a:pt x="1145" y="2103"/>
                    <a:pt x="1400" y="2103"/>
                  </a:cubicBezTo>
                  <a:cubicBezTo>
                    <a:pt x="1943" y="2103"/>
                    <a:pt x="2464" y="1677"/>
                    <a:pt x="2457" y="1039"/>
                  </a:cubicBezTo>
                  <a:cubicBezTo>
                    <a:pt x="2457" y="466"/>
                    <a:pt x="1989" y="1"/>
                    <a:pt x="1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8471;p91">
              <a:extLst>
                <a:ext uri="{FF2B5EF4-FFF2-40B4-BE49-F238E27FC236}">
                  <a16:creationId xmlns:a16="http://schemas.microsoft.com/office/drawing/2014/main" id="{C6D9A5EF-191A-4D0A-5DAA-0FAFDCFBB475}"/>
                </a:ext>
              </a:extLst>
            </p:cNvPr>
            <p:cNvSpPr/>
            <p:nvPr/>
          </p:nvSpPr>
          <p:spPr>
            <a:xfrm>
              <a:off x="6323925" y="2551475"/>
              <a:ext cx="63625" cy="54575"/>
            </a:xfrm>
            <a:custGeom>
              <a:avLst/>
              <a:gdLst/>
              <a:ahLst/>
              <a:cxnLst/>
              <a:rect l="l" t="t" r="r" b="b"/>
              <a:pathLst>
                <a:path w="2545" h="2183" extrusionOk="0">
                  <a:moveTo>
                    <a:pt x="1453" y="100"/>
                  </a:moveTo>
                  <a:cubicBezTo>
                    <a:pt x="1999" y="100"/>
                    <a:pt x="2441" y="545"/>
                    <a:pt x="2446" y="1092"/>
                  </a:cubicBezTo>
                  <a:cubicBezTo>
                    <a:pt x="2446" y="1689"/>
                    <a:pt x="1959" y="2084"/>
                    <a:pt x="1449" y="2084"/>
                  </a:cubicBezTo>
                  <a:cubicBezTo>
                    <a:pt x="1205" y="2084"/>
                    <a:pt x="957" y="1994"/>
                    <a:pt x="753" y="1793"/>
                  </a:cubicBezTo>
                  <a:cubicBezTo>
                    <a:pt x="130" y="1175"/>
                    <a:pt x="561" y="105"/>
                    <a:pt x="1444" y="100"/>
                  </a:cubicBezTo>
                  <a:cubicBezTo>
                    <a:pt x="1447" y="100"/>
                    <a:pt x="1450" y="100"/>
                    <a:pt x="1453" y="100"/>
                  </a:cubicBezTo>
                  <a:close/>
                  <a:moveTo>
                    <a:pt x="1448" y="1"/>
                  </a:moveTo>
                  <a:cubicBezTo>
                    <a:pt x="1181" y="1"/>
                    <a:pt x="909" y="99"/>
                    <a:pt x="686" y="318"/>
                  </a:cubicBezTo>
                  <a:cubicBezTo>
                    <a:pt x="1" y="998"/>
                    <a:pt x="478" y="2172"/>
                    <a:pt x="1444" y="2182"/>
                  </a:cubicBezTo>
                  <a:cubicBezTo>
                    <a:pt x="2046" y="2182"/>
                    <a:pt x="2539" y="1694"/>
                    <a:pt x="2545" y="1092"/>
                  </a:cubicBezTo>
                  <a:cubicBezTo>
                    <a:pt x="2545" y="434"/>
                    <a:pt x="2009" y="1"/>
                    <a:pt x="1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8472;p91">
              <a:extLst>
                <a:ext uri="{FF2B5EF4-FFF2-40B4-BE49-F238E27FC236}">
                  <a16:creationId xmlns:a16="http://schemas.microsoft.com/office/drawing/2014/main" id="{DC789888-9D97-4CEB-FF8F-FE8B5163E6C9}"/>
                </a:ext>
              </a:extLst>
            </p:cNvPr>
            <p:cNvSpPr/>
            <p:nvPr/>
          </p:nvSpPr>
          <p:spPr>
            <a:xfrm>
              <a:off x="6361700" y="2529825"/>
              <a:ext cx="8450" cy="19750"/>
            </a:xfrm>
            <a:custGeom>
              <a:avLst/>
              <a:gdLst/>
              <a:ahLst/>
              <a:cxnLst/>
              <a:rect l="l" t="t" r="r" b="b"/>
              <a:pathLst>
                <a:path w="338" h="790" extrusionOk="0">
                  <a:moveTo>
                    <a:pt x="0" y="1"/>
                  </a:moveTo>
                  <a:lnTo>
                    <a:pt x="0" y="727"/>
                  </a:lnTo>
                  <a:cubicBezTo>
                    <a:pt x="0" y="764"/>
                    <a:pt x="26" y="790"/>
                    <a:pt x="58" y="790"/>
                  </a:cubicBezTo>
                  <a:lnTo>
                    <a:pt x="276" y="790"/>
                  </a:lnTo>
                  <a:cubicBezTo>
                    <a:pt x="312" y="790"/>
                    <a:pt x="338" y="764"/>
                    <a:pt x="338" y="727"/>
                  </a:cubicBezTo>
                  <a:lnTo>
                    <a:pt x="3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8473;p91">
              <a:extLst>
                <a:ext uri="{FF2B5EF4-FFF2-40B4-BE49-F238E27FC236}">
                  <a16:creationId xmlns:a16="http://schemas.microsoft.com/office/drawing/2014/main" id="{E829DE3A-5014-61BD-3612-B4F3BA66BD07}"/>
                </a:ext>
              </a:extLst>
            </p:cNvPr>
            <p:cNvSpPr/>
            <p:nvPr/>
          </p:nvSpPr>
          <p:spPr>
            <a:xfrm>
              <a:off x="6360400" y="2528650"/>
              <a:ext cx="10925" cy="22225"/>
            </a:xfrm>
            <a:custGeom>
              <a:avLst/>
              <a:gdLst/>
              <a:ahLst/>
              <a:cxnLst/>
              <a:rect l="l" t="t" r="r" b="b"/>
              <a:pathLst>
                <a:path w="437" h="889" extrusionOk="0">
                  <a:moveTo>
                    <a:pt x="338" y="100"/>
                  </a:moveTo>
                  <a:lnTo>
                    <a:pt x="338" y="774"/>
                  </a:lnTo>
                  <a:cubicBezTo>
                    <a:pt x="338" y="785"/>
                    <a:pt x="333" y="790"/>
                    <a:pt x="328" y="790"/>
                  </a:cubicBezTo>
                  <a:lnTo>
                    <a:pt x="110" y="790"/>
                  </a:lnTo>
                  <a:cubicBezTo>
                    <a:pt x="104" y="790"/>
                    <a:pt x="99" y="785"/>
                    <a:pt x="99" y="774"/>
                  </a:cubicBezTo>
                  <a:lnTo>
                    <a:pt x="99" y="100"/>
                  </a:lnTo>
                  <a:close/>
                  <a:moveTo>
                    <a:pt x="47" y="1"/>
                  </a:moveTo>
                  <a:cubicBezTo>
                    <a:pt x="21" y="1"/>
                    <a:pt x="0" y="22"/>
                    <a:pt x="0" y="48"/>
                  </a:cubicBezTo>
                  <a:lnTo>
                    <a:pt x="0" y="774"/>
                  </a:lnTo>
                  <a:cubicBezTo>
                    <a:pt x="0" y="837"/>
                    <a:pt x="52" y="889"/>
                    <a:pt x="110" y="889"/>
                  </a:cubicBezTo>
                  <a:lnTo>
                    <a:pt x="328" y="889"/>
                  </a:lnTo>
                  <a:cubicBezTo>
                    <a:pt x="390" y="883"/>
                    <a:pt x="437" y="837"/>
                    <a:pt x="437" y="774"/>
                  </a:cubicBezTo>
                  <a:lnTo>
                    <a:pt x="437" y="48"/>
                  </a:lnTo>
                  <a:cubicBezTo>
                    <a:pt x="437" y="22"/>
                    <a:pt x="416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8474;p91">
              <a:extLst>
                <a:ext uri="{FF2B5EF4-FFF2-40B4-BE49-F238E27FC236}">
                  <a16:creationId xmlns:a16="http://schemas.microsoft.com/office/drawing/2014/main" id="{83B4F7A8-9C67-7F05-A520-74DEE731ADCC}"/>
                </a:ext>
              </a:extLst>
            </p:cNvPr>
            <p:cNvSpPr/>
            <p:nvPr/>
          </p:nvSpPr>
          <p:spPr>
            <a:xfrm>
              <a:off x="6080825" y="2559025"/>
              <a:ext cx="8600" cy="19750"/>
            </a:xfrm>
            <a:custGeom>
              <a:avLst/>
              <a:gdLst/>
              <a:ahLst/>
              <a:cxnLst/>
              <a:rect l="l" t="t" r="r" b="b"/>
              <a:pathLst>
                <a:path w="344" h="790" extrusionOk="0">
                  <a:moveTo>
                    <a:pt x="1" y="1"/>
                  </a:moveTo>
                  <a:lnTo>
                    <a:pt x="1" y="728"/>
                  </a:lnTo>
                  <a:cubicBezTo>
                    <a:pt x="1" y="764"/>
                    <a:pt x="32" y="790"/>
                    <a:pt x="63" y="790"/>
                  </a:cubicBezTo>
                  <a:lnTo>
                    <a:pt x="281" y="790"/>
                  </a:lnTo>
                  <a:cubicBezTo>
                    <a:pt x="312" y="790"/>
                    <a:pt x="343" y="764"/>
                    <a:pt x="343" y="728"/>
                  </a:cubicBezTo>
                  <a:lnTo>
                    <a:pt x="3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8475;p91">
              <a:extLst>
                <a:ext uri="{FF2B5EF4-FFF2-40B4-BE49-F238E27FC236}">
                  <a16:creationId xmlns:a16="http://schemas.microsoft.com/office/drawing/2014/main" id="{47A4BCB0-046C-3EAC-4522-6D4096738ECA}"/>
                </a:ext>
              </a:extLst>
            </p:cNvPr>
            <p:cNvSpPr/>
            <p:nvPr/>
          </p:nvSpPr>
          <p:spPr>
            <a:xfrm>
              <a:off x="6079650" y="2557875"/>
              <a:ext cx="10925" cy="22075"/>
            </a:xfrm>
            <a:custGeom>
              <a:avLst/>
              <a:gdLst/>
              <a:ahLst/>
              <a:cxnLst/>
              <a:rect l="l" t="t" r="r" b="b"/>
              <a:pathLst>
                <a:path w="437" h="883" extrusionOk="0">
                  <a:moveTo>
                    <a:pt x="338" y="99"/>
                  </a:moveTo>
                  <a:lnTo>
                    <a:pt x="338" y="774"/>
                  </a:lnTo>
                  <a:cubicBezTo>
                    <a:pt x="338" y="784"/>
                    <a:pt x="333" y="789"/>
                    <a:pt x="328" y="789"/>
                  </a:cubicBezTo>
                  <a:lnTo>
                    <a:pt x="110" y="789"/>
                  </a:lnTo>
                  <a:cubicBezTo>
                    <a:pt x="105" y="789"/>
                    <a:pt x="94" y="779"/>
                    <a:pt x="94" y="774"/>
                  </a:cubicBezTo>
                  <a:lnTo>
                    <a:pt x="94" y="99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774"/>
                  </a:lnTo>
                  <a:cubicBezTo>
                    <a:pt x="1" y="836"/>
                    <a:pt x="48" y="883"/>
                    <a:pt x="110" y="883"/>
                  </a:cubicBezTo>
                  <a:lnTo>
                    <a:pt x="328" y="883"/>
                  </a:lnTo>
                  <a:cubicBezTo>
                    <a:pt x="385" y="883"/>
                    <a:pt x="437" y="836"/>
                    <a:pt x="437" y="774"/>
                  </a:cubicBezTo>
                  <a:lnTo>
                    <a:pt x="437" y="47"/>
                  </a:lnTo>
                  <a:cubicBezTo>
                    <a:pt x="432" y="21"/>
                    <a:pt x="411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8476;p91">
              <a:extLst>
                <a:ext uri="{FF2B5EF4-FFF2-40B4-BE49-F238E27FC236}">
                  <a16:creationId xmlns:a16="http://schemas.microsoft.com/office/drawing/2014/main" id="{2AFC4BDC-A6D0-A652-FD92-C84DFAE7A9F8}"/>
                </a:ext>
              </a:extLst>
            </p:cNvPr>
            <p:cNvSpPr/>
            <p:nvPr/>
          </p:nvSpPr>
          <p:spPr>
            <a:xfrm>
              <a:off x="5973100" y="2443525"/>
              <a:ext cx="8450" cy="19750"/>
            </a:xfrm>
            <a:custGeom>
              <a:avLst/>
              <a:gdLst/>
              <a:ahLst/>
              <a:cxnLst/>
              <a:rect l="l" t="t" r="r" b="b"/>
              <a:pathLst>
                <a:path w="338" h="790" extrusionOk="0">
                  <a:moveTo>
                    <a:pt x="1" y="0"/>
                  </a:moveTo>
                  <a:lnTo>
                    <a:pt x="1" y="727"/>
                  </a:lnTo>
                  <a:cubicBezTo>
                    <a:pt x="1" y="758"/>
                    <a:pt x="26" y="789"/>
                    <a:pt x="63" y="789"/>
                  </a:cubicBezTo>
                  <a:lnTo>
                    <a:pt x="281" y="789"/>
                  </a:lnTo>
                  <a:cubicBezTo>
                    <a:pt x="312" y="789"/>
                    <a:pt x="338" y="758"/>
                    <a:pt x="338" y="727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8477;p91">
              <a:extLst>
                <a:ext uri="{FF2B5EF4-FFF2-40B4-BE49-F238E27FC236}">
                  <a16:creationId xmlns:a16="http://schemas.microsoft.com/office/drawing/2014/main" id="{1B9181E2-987E-5527-95E0-220333E87DD3}"/>
                </a:ext>
              </a:extLst>
            </p:cNvPr>
            <p:cNvSpPr/>
            <p:nvPr/>
          </p:nvSpPr>
          <p:spPr>
            <a:xfrm>
              <a:off x="5971925" y="2442225"/>
              <a:ext cx="10925" cy="22225"/>
            </a:xfrm>
            <a:custGeom>
              <a:avLst/>
              <a:gdLst/>
              <a:ahLst/>
              <a:cxnLst/>
              <a:rect l="l" t="t" r="r" b="b"/>
              <a:pathLst>
                <a:path w="437" h="889" extrusionOk="0">
                  <a:moveTo>
                    <a:pt x="338" y="99"/>
                  </a:moveTo>
                  <a:lnTo>
                    <a:pt x="338" y="779"/>
                  </a:lnTo>
                  <a:cubicBezTo>
                    <a:pt x="338" y="784"/>
                    <a:pt x="333" y="789"/>
                    <a:pt x="328" y="789"/>
                  </a:cubicBezTo>
                  <a:lnTo>
                    <a:pt x="110" y="789"/>
                  </a:lnTo>
                  <a:cubicBezTo>
                    <a:pt x="99" y="789"/>
                    <a:pt x="94" y="784"/>
                    <a:pt x="94" y="779"/>
                  </a:cubicBezTo>
                  <a:lnTo>
                    <a:pt x="94" y="99"/>
                  </a:lnTo>
                  <a:close/>
                  <a:moveTo>
                    <a:pt x="48" y="0"/>
                  </a:moveTo>
                  <a:cubicBezTo>
                    <a:pt x="22" y="0"/>
                    <a:pt x="1" y="26"/>
                    <a:pt x="1" y="52"/>
                  </a:cubicBezTo>
                  <a:lnTo>
                    <a:pt x="1" y="779"/>
                  </a:lnTo>
                  <a:cubicBezTo>
                    <a:pt x="1" y="836"/>
                    <a:pt x="48" y="888"/>
                    <a:pt x="110" y="888"/>
                  </a:cubicBezTo>
                  <a:lnTo>
                    <a:pt x="328" y="888"/>
                  </a:lnTo>
                  <a:cubicBezTo>
                    <a:pt x="385" y="888"/>
                    <a:pt x="437" y="836"/>
                    <a:pt x="437" y="779"/>
                  </a:cubicBezTo>
                  <a:lnTo>
                    <a:pt x="437" y="52"/>
                  </a:lnTo>
                  <a:cubicBezTo>
                    <a:pt x="437" y="26"/>
                    <a:pt x="416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8478;p91">
              <a:extLst>
                <a:ext uri="{FF2B5EF4-FFF2-40B4-BE49-F238E27FC236}">
                  <a16:creationId xmlns:a16="http://schemas.microsoft.com/office/drawing/2014/main" id="{F06094C8-A0FB-6828-C648-BCA892DF313A}"/>
                </a:ext>
              </a:extLst>
            </p:cNvPr>
            <p:cNvSpPr/>
            <p:nvPr/>
          </p:nvSpPr>
          <p:spPr>
            <a:xfrm>
              <a:off x="6359875" y="2407700"/>
              <a:ext cx="8475" cy="19725"/>
            </a:xfrm>
            <a:custGeom>
              <a:avLst/>
              <a:gdLst/>
              <a:ahLst/>
              <a:cxnLst/>
              <a:rect l="l" t="t" r="r" b="b"/>
              <a:pathLst>
                <a:path w="339" h="789" extrusionOk="0">
                  <a:moveTo>
                    <a:pt x="1" y="0"/>
                  </a:moveTo>
                  <a:lnTo>
                    <a:pt x="1" y="644"/>
                  </a:lnTo>
                  <a:cubicBezTo>
                    <a:pt x="1" y="706"/>
                    <a:pt x="47" y="763"/>
                    <a:pt x="110" y="774"/>
                  </a:cubicBezTo>
                  <a:lnTo>
                    <a:pt x="182" y="784"/>
                  </a:lnTo>
                  <a:cubicBezTo>
                    <a:pt x="193" y="787"/>
                    <a:pt x="204" y="788"/>
                    <a:pt x="215" y="788"/>
                  </a:cubicBezTo>
                  <a:cubicBezTo>
                    <a:pt x="283" y="788"/>
                    <a:pt x="338" y="732"/>
                    <a:pt x="338" y="6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8479;p91">
              <a:extLst>
                <a:ext uri="{FF2B5EF4-FFF2-40B4-BE49-F238E27FC236}">
                  <a16:creationId xmlns:a16="http://schemas.microsoft.com/office/drawing/2014/main" id="{CD8B13F2-20EF-1372-E96C-A149F42E4BCA}"/>
                </a:ext>
              </a:extLst>
            </p:cNvPr>
            <p:cNvSpPr/>
            <p:nvPr/>
          </p:nvSpPr>
          <p:spPr>
            <a:xfrm>
              <a:off x="6358725" y="2406525"/>
              <a:ext cx="10925" cy="22100"/>
            </a:xfrm>
            <a:custGeom>
              <a:avLst/>
              <a:gdLst/>
              <a:ahLst/>
              <a:cxnLst/>
              <a:rect l="l" t="t" r="r" b="b"/>
              <a:pathLst>
                <a:path w="437" h="884" extrusionOk="0">
                  <a:moveTo>
                    <a:pt x="343" y="99"/>
                  </a:moveTo>
                  <a:lnTo>
                    <a:pt x="343" y="707"/>
                  </a:lnTo>
                  <a:cubicBezTo>
                    <a:pt x="343" y="727"/>
                    <a:pt x="327" y="753"/>
                    <a:pt x="312" y="769"/>
                  </a:cubicBezTo>
                  <a:cubicBezTo>
                    <a:pt x="296" y="781"/>
                    <a:pt x="277" y="786"/>
                    <a:pt x="258" y="786"/>
                  </a:cubicBezTo>
                  <a:cubicBezTo>
                    <a:pt x="252" y="786"/>
                    <a:pt x="245" y="786"/>
                    <a:pt x="239" y="784"/>
                  </a:cubicBezTo>
                  <a:lnTo>
                    <a:pt x="166" y="774"/>
                  </a:lnTo>
                  <a:cubicBezTo>
                    <a:pt x="130" y="764"/>
                    <a:pt x="99" y="733"/>
                    <a:pt x="99" y="691"/>
                  </a:cubicBezTo>
                  <a:lnTo>
                    <a:pt x="99" y="99"/>
                  </a:lnTo>
                  <a:close/>
                  <a:moveTo>
                    <a:pt x="52" y="1"/>
                  </a:moveTo>
                  <a:cubicBezTo>
                    <a:pt x="21" y="1"/>
                    <a:pt x="0" y="21"/>
                    <a:pt x="0" y="52"/>
                  </a:cubicBezTo>
                  <a:lnTo>
                    <a:pt x="0" y="691"/>
                  </a:lnTo>
                  <a:cubicBezTo>
                    <a:pt x="0" y="779"/>
                    <a:pt x="62" y="852"/>
                    <a:pt x="151" y="868"/>
                  </a:cubicBezTo>
                  <a:lnTo>
                    <a:pt x="223" y="883"/>
                  </a:lnTo>
                  <a:lnTo>
                    <a:pt x="254" y="883"/>
                  </a:lnTo>
                  <a:cubicBezTo>
                    <a:pt x="296" y="883"/>
                    <a:pt x="337" y="868"/>
                    <a:pt x="369" y="842"/>
                  </a:cubicBezTo>
                  <a:cubicBezTo>
                    <a:pt x="410" y="805"/>
                    <a:pt x="431" y="759"/>
                    <a:pt x="436" y="707"/>
                  </a:cubicBezTo>
                  <a:lnTo>
                    <a:pt x="436" y="52"/>
                  </a:lnTo>
                  <a:cubicBezTo>
                    <a:pt x="431" y="21"/>
                    <a:pt x="410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8480;p91">
              <a:extLst>
                <a:ext uri="{FF2B5EF4-FFF2-40B4-BE49-F238E27FC236}">
                  <a16:creationId xmlns:a16="http://schemas.microsoft.com/office/drawing/2014/main" id="{04F390E8-16DF-4F69-0348-81A31A09C91A}"/>
                </a:ext>
              </a:extLst>
            </p:cNvPr>
            <p:cNvSpPr/>
            <p:nvPr/>
          </p:nvSpPr>
          <p:spPr>
            <a:xfrm>
              <a:off x="5964400" y="2373000"/>
              <a:ext cx="412250" cy="197475"/>
            </a:xfrm>
            <a:custGeom>
              <a:avLst/>
              <a:gdLst/>
              <a:ahLst/>
              <a:cxnLst/>
              <a:rect l="l" t="t" r="r" b="b"/>
              <a:pathLst>
                <a:path w="16490" h="7899" extrusionOk="0">
                  <a:moveTo>
                    <a:pt x="14669" y="0"/>
                  </a:moveTo>
                  <a:cubicBezTo>
                    <a:pt x="13463" y="0"/>
                    <a:pt x="11425" y="156"/>
                    <a:pt x="7892" y="682"/>
                  </a:cubicBezTo>
                  <a:cubicBezTo>
                    <a:pt x="7892" y="682"/>
                    <a:pt x="1132" y="869"/>
                    <a:pt x="1" y="1814"/>
                  </a:cubicBezTo>
                  <a:lnTo>
                    <a:pt x="1" y="2982"/>
                  </a:lnTo>
                  <a:cubicBezTo>
                    <a:pt x="6" y="3156"/>
                    <a:pt x="146" y="3299"/>
                    <a:pt x="319" y="3299"/>
                  </a:cubicBezTo>
                  <a:cubicBezTo>
                    <a:pt x="322" y="3299"/>
                    <a:pt x="325" y="3299"/>
                    <a:pt x="328" y="3299"/>
                  </a:cubicBezTo>
                  <a:lnTo>
                    <a:pt x="717" y="3299"/>
                  </a:lnTo>
                  <a:cubicBezTo>
                    <a:pt x="720" y="3299"/>
                    <a:pt x="723" y="3299"/>
                    <a:pt x="726" y="3299"/>
                  </a:cubicBezTo>
                  <a:cubicBezTo>
                    <a:pt x="899" y="3299"/>
                    <a:pt x="1039" y="3156"/>
                    <a:pt x="1039" y="2982"/>
                  </a:cubicBezTo>
                  <a:lnTo>
                    <a:pt x="1039" y="2826"/>
                  </a:lnTo>
                  <a:lnTo>
                    <a:pt x="6667" y="2858"/>
                  </a:lnTo>
                  <a:cubicBezTo>
                    <a:pt x="6667" y="2858"/>
                    <a:pt x="4045" y="6326"/>
                    <a:pt x="4144" y="6891"/>
                  </a:cubicBezTo>
                  <a:cubicBezTo>
                    <a:pt x="4180" y="7115"/>
                    <a:pt x="4196" y="7338"/>
                    <a:pt x="4185" y="7561"/>
                  </a:cubicBezTo>
                  <a:cubicBezTo>
                    <a:pt x="4175" y="7745"/>
                    <a:pt x="4321" y="7899"/>
                    <a:pt x="4508" y="7899"/>
                  </a:cubicBezTo>
                  <a:cubicBezTo>
                    <a:pt x="4511" y="7899"/>
                    <a:pt x="4514" y="7899"/>
                    <a:pt x="4517" y="7899"/>
                  </a:cubicBezTo>
                  <a:lnTo>
                    <a:pt x="5203" y="7899"/>
                  </a:lnTo>
                  <a:cubicBezTo>
                    <a:pt x="5206" y="7899"/>
                    <a:pt x="5209" y="7899"/>
                    <a:pt x="5212" y="7899"/>
                  </a:cubicBezTo>
                  <a:cubicBezTo>
                    <a:pt x="5389" y="7899"/>
                    <a:pt x="5530" y="7755"/>
                    <a:pt x="5535" y="7577"/>
                  </a:cubicBezTo>
                  <a:lnTo>
                    <a:pt x="5535" y="7364"/>
                  </a:lnTo>
                  <a:cubicBezTo>
                    <a:pt x="5535" y="7364"/>
                    <a:pt x="8572" y="4026"/>
                    <a:pt x="8801" y="3834"/>
                  </a:cubicBezTo>
                  <a:cubicBezTo>
                    <a:pt x="8910" y="3742"/>
                    <a:pt x="9081" y="3583"/>
                    <a:pt x="9461" y="3583"/>
                  </a:cubicBezTo>
                  <a:cubicBezTo>
                    <a:pt x="9859" y="3583"/>
                    <a:pt x="10486" y="3758"/>
                    <a:pt x="11511" y="4368"/>
                  </a:cubicBezTo>
                  <a:cubicBezTo>
                    <a:pt x="12606" y="5022"/>
                    <a:pt x="13738" y="5614"/>
                    <a:pt x="14906" y="6133"/>
                  </a:cubicBezTo>
                  <a:cubicBezTo>
                    <a:pt x="15083" y="6211"/>
                    <a:pt x="15197" y="6388"/>
                    <a:pt x="15197" y="6580"/>
                  </a:cubicBezTo>
                  <a:cubicBezTo>
                    <a:pt x="15201" y="6754"/>
                    <a:pt x="15344" y="6877"/>
                    <a:pt x="15501" y="6877"/>
                  </a:cubicBezTo>
                  <a:cubicBezTo>
                    <a:pt x="15550" y="6877"/>
                    <a:pt x="15600" y="6865"/>
                    <a:pt x="15648" y="6840"/>
                  </a:cubicBezTo>
                  <a:lnTo>
                    <a:pt x="16334" y="6466"/>
                  </a:lnTo>
                  <a:cubicBezTo>
                    <a:pt x="16432" y="6414"/>
                    <a:pt x="16489" y="6315"/>
                    <a:pt x="16489" y="6206"/>
                  </a:cubicBezTo>
                  <a:lnTo>
                    <a:pt x="16489" y="5381"/>
                  </a:lnTo>
                  <a:cubicBezTo>
                    <a:pt x="16489" y="5220"/>
                    <a:pt x="16412" y="5069"/>
                    <a:pt x="16277" y="4981"/>
                  </a:cubicBezTo>
                  <a:lnTo>
                    <a:pt x="12061" y="2131"/>
                  </a:lnTo>
                  <a:lnTo>
                    <a:pt x="15451" y="1466"/>
                  </a:lnTo>
                  <a:lnTo>
                    <a:pt x="15451" y="1684"/>
                  </a:lnTo>
                  <a:cubicBezTo>
                    <a:pt x="15456" y="1818"/>
                    <a:pt x="15565" y="1924"/>
                    <a:pt x="15693" y="1924"/>
                  </a:cubicBezTo>
                  <a:cubicBezTo>
                    <a:pt x="15699" y="1924"/>
                    <a:pt x="15705" y="1923"/>
                    <a:pt x="15711" y="1923"/>
                  </a:cubicBezTo>
                  <a:lnTo>
                    <a:pt x="16240" y="1892"/>
                  </a:lnTo>
                  <a:cubicBezTo>
                    <a:pt x="16370" y="1887"/>
                    <a:pt x="16469" y="1783"/>
                    <a:pt x="16469" y="1653"/>
                  </a:cubicBezTo>
                  <a:lnTo>
                    <a:pt x="16469" y="604"/>
                  </a:lnTo>
                  <a:cubicBezTo>
                    <a:pt x="16469" y="381"/>
                    <a:pt x="16318" y="184"/>
                    <a:pt x="16105" y="127"/>
                  </a:cubicBezTo>
                  <a:cubicBezTo>
                    <a:pt x="15840" y="59"/>
                    <a:pt x="15413" y="0"/>
                    <a:pt x="146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8481;p91">
              <a:extLst>
                <a:ext uri="{FF2B5EF4-FFF2-40B4-BE49-F238E27FC236}">
                  <a16:creationId xmlns:a16="http://schemas.microsoft.com/office/drawing/2014/main" id="{98087D6E-5935-8188-9A46-945764FDFC18}"/>
                </a:ext>
              </a:extLst>
            </p:cNvPr>
            <p:cNvSpPr/>
            <p:nvPr/>
          </p:nvSpPr>
          <p:spPr>
            <a:xfrm>
              <a:off x="5963225" y="2371750"/>
              <a:ext cx="414600" cy="199900"/>
            </a:xfrm>
            <a:custGeom>
              <a:avLst/>
              <a:gdLst/>
              <a:ahLst/>
              <a:cxnLst/>
              <a:rect l="l" t="t" r="r" b="b"/>
              <a:pathLst>
                <a:path w="16584" h="7996" extrusionOk="0">
                  <a:moveTo>
                    <a:pt x="14697" y="99"/>
                  </a:moveTo>
                  <a:cubicBezTo>
                    <a:pt x="15330" y="99"/>
                    <a:pt x="15811" y="142"/>
                    <a:pt x="16137" y="229"/>
                  </a:cubicBezTo>
                  <a:cubicBezTo>
                    <a:pt x="16334" y="275"/>
                    <a:pt x="16469" y="452"/>
                    <a:pt x="16469" y="654"/>
                  </a:cubicBezTo>
                  <a:lnTo>
                    <a:pt x="16469" y="1703"/>
                  </a:lnTo>
                  <a:cubicBezTo>
                    <a:pt x="16469" y="1807"/>
                    <a:pt x="16386" y="1890"/>
                    <a:pt x="16287" y="1895"/>
                  </a:cubicBezTo>
                  <a:lnTo>
                    <a:pt x="15758" y="1926"/>
                  </a:lnTo>
                  <a:cubicBezTo>
                    <a:pt x="15706" y="1926"/>
                    <a:pt x="15649" y="1906"/>
                    <a:pt x="15612" y="1869"/>
                  </a:cubicBezTo>
                  <a:cubicBezTo>
                    <a:pt x="15571" y="1833"/>
                    <a:pt x="15550" y="1786"/>
                    <a:pt x="15550" y="1734"/>
                  </a:cubicBezTo>
                  <a:lnTo>
                    <a:pt x="15550" y="1521"/>
                  </a:lnTo>
                  <a:cubicBezTo>
                    <a:pt x="15550" y="1506"/>
                    <a:pt x="15545" y="1490"/>
                    <a:pt x="15534" y="1480"/>
                  </a:cubicBezTo>
                  <a:cubicBezTo>
                    <a:pt x="15524" y="1475"/>
                    <a:pt x="15509" y="1469"/>
                    <a:pt x="15493" y="1469"/>
                  </a:cubicBezTo>
                  <a:lnTo>
                    <a:pt x="12098" y="2134"/>
                  </a:lnTo>
                  <a:cubicBezTo>
                    <a:pt x="12056" y="2139"/>
                    <a:pt x="12046" y="2196"/>
                    <a:pt x="12082" y="2222"/>
                  </a:cubicBezTo>
                  <a:lnTo>
                    <a:pt x="16292" y="5067"/>
                  </a:lnTo>
                  <a:cubicBezTo>
                    <a:pt x="16412" y="5150"/>
                    <a:pt x="16485" y="5285"/>
                    <a:pt x="16490" y="5431"/>
                  </a:cubicBezTo>
                  <a:lnTo>
                    <a:pt x="16490" y="6256"/>
                  </a:lnTo>
                  <a:cubicBezTo>
                    <a:pt x="16485" y="6344"/>
                    <a:pt x="16438" y="6427"/>
                    <a:pt x="16360" y="6469"/>
                  </a:cubicBezTo>
                  <a:lnTo>
                    <a:pt x="15669" y="6843"/>
                  </a:lnTo>
                  <a:cubicBezTo>
                    <a:pt x="15630" y="6865"/>
                    <a:pt x="15589" y="6875"/>
                    <a:pt x="15548" y="6875"/>
                  </a:cubicBezTo>
                  <a:cubicBezTo>
                    <a:pt x="15502" y="6875"/>
                    <a:pt x="15456" y="6862"/>
                    <a:pt x="15415" y="6838"/>
                  </a:cubicBezTo>
                  <a:cubicBezTo>
                    <a:pt x="15337" y="6796"/>
                    <a:pt x="15290" y="6713"/>
                    <a:pt x="15290" y="6630"/>
                  </a:cubicBezTo>
                  <a:cubicBezTo>
                    <a:pt x="15290" y="6417"/>
                    <a:pt x="15161" y="6225"/>
                    <a:pt x="14969" y="6137"/>
                  </a:cubicBezTo>
                  <a:cubicBezTo>
                    <a:pt x="13806" y="5618"/>
                    <a:pt x="12674" y="5031"/>
                    <a:pt x="11584" y="4377"/>
                  </a:cubicBezTo>
                  <a:cubicBezTo>
                    <a:pt x="10547" y="3758"/>
                    <a:pt x="9910" y="3580"/>
                    <a:pt x="9503" y="3580"/>
                  </a:cubicBezTo>
                  <a:cubicBezTo>
                    <a:pt x="9127" y="3580"/>
                    <a:pt x="8946" y="3732"/>
                    <a:pt x="8827" y="3832"/>
                  </a:cubicBezTo>
                  <a:lnTo>
                    <a:pt x="8811" y="3847"/>
                  </a:lnTo>
                  <a:cubicBezTo>
                    <a:pt x="8583" y="4034"/>
                    <a:pt x="5665" y="7243"/>
                    <a:pt x="5540" y="7383"/>
                  </a:cubicBezTo>
                  <a:cubicBezTo>
                    <a:pt x="5535" y="7388"/>
                    <a:pt x="5530" y="7398"/>
                    <a:pt x="5530" y="7414"/>
                  </a:cubicBezTo>
                  <a:lnTo>
                    <a:pt x="5530" y="7627"/>
                  </a:lnTo>
                  <a:cubicBezTo>
                    <a:pt x="5525" y="7777"/>
                    <a:pt x="5400" y="7902"/>
                    <a:pt x="5245" y="7902"/>
                  </a:cubicBezTo>
                  <a:lnTo>
                    <a:pt x="4559" y="7902"/>
                  </a:lnTo>
                  <a:cubicBezTo>
                    <a:pt x="4481" y="7902"/>
                    <a:pt x="4404" y="7871"/>
                    <a:pt x="4352" y="7814"/>
                  </a:cubicBezTo>
                  <a:cubicBezTo>
                    <a:pt x="4300" y="7757"/>
                    <a:pt x="4269" y="7684"/>
                    <a:pt x="4274" y="7611"/>
                  </a:cubicBezTo>
                  <a:cubicBezTo>
                    <a:pt x="4284" y="7383"/>
                    <a:pt x="4274" y="7154"/>
                    <a:pt x="4237" y="6931"/>
                  </a:cubicBezTo>
                  <a:cubicBezTo>
                    <a:pt x="4159" y="6485"/>
                    <a:pt x="6023" y="3894"/>
                    <a:pt x="6745" y="2933"/>
                  </a:cubicBezTo>
                  <a:cubicBezTo>
                    <a:pt x="6755" y="2918"/>
                    <a:pt x="6761" y="2902"/>
                    <a:pt x="6750" y="2887"/>
                  </a:cubicBezTo>
                  <a:cubicBezTo>
                    <a:pt x="6745" y="2866"/>
                    <a:pt x="6729" y="2856"/>
                    <a:pt x="6709" y="2856"/>
                  </a:cubicBezTo>
                  <a:lnTo>
                    <a:pt x="1086" y="2824"/>
                  </a:lnTo>
                  <a:cubicBezTo>
                    <a:pt x="1060" y="2824"/>
                    <a:pt x="1039" y="2845"/>
                    <a:pt x="1039" y="2876"/>
                  </a:cubicBezTo>
                  <a:lnTo>
                    <a:pt x="1039" y="3032"/>
                  </a:lnTo>
                  <a:cubicBezTo>
                    <a:pt x="1039" y="3180"/>
                    <a:pt x="920" y="3297"/>
                    <a:pt x="774" y="3297"/>
                  </a:cubicBezTo>
                  <a:cubicBezTo>
                    <a:pt x="770" y="3297"/>
                    <a:pt x="767" y="3297"/>
                    <a:pt x="764" y="3297"/>
                  </a:cubicBezTo>
                  <a:lnTo>
                    <a:pt x="375" y="3297"/>
                  </a:lnTo>
                  <a:cubicBezTo>
                    <a:pt x="372" y="3297"/>
                    <a:pt x="368" y="3297"/>
                    <a:pt x="365" y="3297"/>
                  </a:cubicBezTo>
                  <a:cubicBezTo>
                    <a:pt x="219" y="3297"/>
                    <a:pt x="105" y="3180"/>
                    <a:pt x="100" y="3032"/>
                  </a:cubicBezTo>
                  <a:lnTo>
                    <a:pt x="100" y="1890"/>
                  </a:lnTo>
                  <a:cubicBezTo>
                    <a:pt x="1257" y="976"/>
                    <a:pt x="7877" y="779"/>
                    <a:pt x="7939" y="779"/>
                  </a:cubicBezTo>
                  <a:lnTo>
                    <a:pt x="7944" y="779"/>
                  </a:lnTo>
                  <a:cubicBezTo>
                    <a:pt x="10983" y="327"/>
                    <a:pt x="13243" y="99"/>
                    <a:pt x="14697" y="99"/>
                  </a:cubicBezTo>
                  <a:close/>
                  <a:moveTo>
                    <a:pt x="14707" y="0"/>
                  </a:moveTo>
                  <a:cubicBezTo>
                    <a:pt x="13242" y="0"/>
                    <a:pt x="10975" y="228"/>
                    <a:pt x="7929" y="680"/>
                  </a:cubicBezTo>
                  <a:cubicBezTo>
                    <a:pt x="7617" y="691"/>
                    <a:pt x="1143" y="883"/>
                    <a:pt x="17" y="1828"/>
                  </a:cubicBezTo>
                  <a:cubicBezTo>
                    <a:pt x="6" y="1833"/>
                    <a:pt x="1" y="1848"/>
                    <a:pt x="1" y="1864"/>
                  </a:cubicBezTo>
                  <a:lnTo>
                    <a:pt x="1" y="3032"/>
                  </a:lnTo>
                  <a:cubicBezTo>
                    <a:pt x="1" y="3235"/>
                    <a:pt x="167" y="3396"/>
                    <a:pt x="370" y="3396"/>
                  </a:cubicBezTo>
                  <a:lnTo>
                    <a:pt x="759" y="3396"/>
                  </a:lnTo>
                  <a:cubicBezTo>
                    <a:pt x="961" y="3396"/>
                    <a:pt x="1133" y="3235"/>
                    <a:pt x="1133" y="3032"/>
                  </a:cubicBezTo>
                  <a:lnTo>
                    <a:pt x="1133" y="2923"/>
                  </a:lnTo>
                  <a:lnTo>
                    <a:pt x="6610" y="2954"/>
                  </a:lnTo>
                  <a:cubicBezTo>
                    <a:pt x="6215" y="3484"/>
                    <a:pt x="4045" y="6407"/>
                    <a:pt x="4139" y="6947"/>
                  </a:cubicBezTo>
                  <a:cubicBezTo>
                    <a:pt x="4175" y="7165"/>
                    <a:pt x="4191" y="7388"/>
                    <a:pt x="4180" y="7606"/>
                  </a:cubicBezTo>
                  <a:cubicBezTo>
                    <a:pt x="4175" y="7705"/>
                    <a:pt x="4211" y="7803"/>
                    <a:pt x="4279" y="7881"/>
                  </a:cubicBezTo>
                  <a:cubicBezTo>
                    <a:pt x="4352" y="7954"/>
                    <a:pt x="4455" y="7995"/>
                    <a:pt x="4559" y="7995"/>
                  </a:cubicBezTo>
                  <a:lnTo>
                    <a:pt x="5245" y="7995"/>
                  </a:lnTo>
                  <a:cubicBezTo>
                    <a:pt x="5248" y="7995"/>
                    <a:pt x="5251" y="7995"/>
                    <a:pt x="5254" y="7995"/>
                  </a:cubicBezTo>
                  <a:cubicBezTo>
                    <a:pt x="5457" y="7995"/>
                    <a:pt x="5624" y="7831"/>
                    <a:pt x="5629" y="7627"/>
                  </a:cubicBezTo>
                  <a:lnTo>
                    <a:pt x="5629" y="7429"/>
                  </a:lnTo>
                  <a:cubicBezTo>
                    <a:pt x="5842" y="7196"/>
                    <a:pt x="8661" y="4096"/>
                    <a:pt x="8874" y="3920"/>
                  </a:cubicBezTo>
                  <a:lnTo>
                    <a:pt x="8889" y="3909"/>
                  </a:lnTo>
                  <a:cubicBezTo>
                    <a:pt x="8990" y="3823"/>
                    <a:pt x="9156" y="3683"/>
                    <a:pt x="9508" y="3683"/>
                  </a:cubicBezTo>
                  <a:cubicBezTo>
                    <a:pt x="9898" y="3683"/>
                    <a:pt x="10517" y="3855"/>
                    <a:pt x="11532" y="4460"/>
                  </a:cubicBezTo>
                  <a:cubicBezTo>
                    <a:pt x="12627" y="5114"/>
                    <a:pt x="13764" y="5706"/>
                    <a:pt x="14927" y="6225"/>
                  </a:cubicBezTo>
                  <a:cubicBezTo>
                    <a:pt x="15088" y="6298"/>
                    <a:pt x="15192" y="6453"/>
                    <a:pt x="15192" y="6630"/>
                  </a:cubicBezTo>
                  <a:cubicBezTo>
                    <a:pt x="15192" y="6749"/>
                    <a:pt x="15254" y="6864"/>
                    <a:pt x="15358" y="6921"/>
                  </a:cubicBezTo>
                  <a:cubicBezTo>
                    <a:pt x="15415" y="6956"/>
                    <a:pt x="15479" y="6973"/>
                    <a:pt x="15542" y="6973"/>
                  </a:cubicBezTo>
                  <a:cubicBezTo>
                    <a:pt x="15601" y="6973"/>
                    <a:pt x="15659" y="6958"/>
                    <a:pt x="15711" y="6931"/>
                  </a:cubicBezTo>
                  <a:lnTo>
                    <a:pt x="16401" y="6557"/>
                  </a:lnTo>
                  <a:cubicBezTo>
                    <a:pt x="16510" y="6495"/>
                    <a:pt x="16583" y="6381"/>
                    <a:pt x="16583" y="6256"/>
                  </a:cubicBezTo>
                  <a:lnTo>
                    <a:pt x="16583" y="5431"/>
                  </a:lnTo>
                  <a:cubicBezTo>
                    <a:pt x="16583" y="5249"/>
                    <a:pt x="16490" y="5083"/>
                    <a:pt x="16344" y="4984"/>
                  </a:cubicBezTo>
                  <a:lnTo>
                    <a:pt x="12227" y="2201"/>
                  </a:lnTo>
                  <a:lnTo>
                    <a:pt x="15451" y="1573"/>
                  </a:lnTo>
                  <a:lnTo>
                    <a:pt x="15451" y="1734"/>
                  </a:lnTo>
                  <a:cubicBezTo>
                    <a:pt x="15451" y="1812"/>
                    <a:pt x="15483" y="1885"/>
                    <a:pt x="15540" y="1937"/>
                  </a:cubicBezTo>
                  <a:cubicBezTo>
                    <a:pt x="15593" y="1990"/>
                    <a:pt x="15668" y="2020"/>
                    <a:pt x="15745" y="2020"/>
                  </a:cubicBezTo>
                  <a:cubicBezTo>
                    <a:pt x="15751" y="2020"/>
                    <a:pt x="15757" y="2020"/>
                    <a:pt x="15763" y="2020"/>
                  </a:cubicBezTo>
                  <a:lnTo>
                    <a:pt x="16287" y="1989"/>
                  </a:lnTo>
                  <a:cubicBezTo>
                    <a:pt x="16443" y="1978"/>
                    <a:pt x="16562" y="1854"/>
                    <a:pt x="16562" y="1703"/>
                  </a:cubicBezTo>
                  <a:lnTo>
                    <a:pt x="16562" y="649"/>
                  </a:lnTo>
                  <a:cubicBezTo>
                    <a:pt x="16562" y="405"/>
                    <a:pt x="16396" y="192"/>
                    <a:pt x="16163" y="130"/>
                  </a:cubicBezTo>
                  <a:cubicBezTo>
                    <a:pt x="15831" y="43"/>
                    <a:pt x="15345" y="0"/>
                    <a:pt x="14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8482;p91">
              <a:extLst>
                <a:ext uri="{FF2B5EF4-FFF2-40B4-BE49-F238E27FC236}">
                  <a16:creationId xmlns:a16="http://schemas.microsoft.com/office/drawing/2014/main" id="{258F08F7-D6C6-AAB0-460B-65A333F9CE79}"/>
                </a:ext>
              </a:extLst>
            </p:cNvPr>
            <p:cNvSpPr/>
            <p:nvPr/>
          </p:nvSpPr>
          <p:spPr>
            <a:xfrm>
              <a:off x="5964400" y="2373000"/>
              <a:ext cx="412250" cy="197475"/>
            </a:xfrm>
            <a:custGeom>
              <a:avLst/>
              <a:gdLst/>
              <a:ahLst/>
              <a:cxnLst/>
              <a:rect l="l" t="t" r="r" b="b"/>
              <a:pathLst>
                <a:path w="16490" h="7899" extrusionOk="0">
                  <a:moveTo>
                    <a:pt x="14669" y="0"/>
                  </a:moveTo>
                  <a:cubicBezTo>
                    <a:pt x="13463" y="0"/>
                    <a:pt x="11425" y="156"/>
                    <a:pt x="7892" y="682"/>
                  </a:cubicBezTo>
                  <a:cubicBezTo>
                    <a:pt x="7892" y="682"/>
                    <a:pt x="1132" y="869"/>
                    <a:pt x="1" y="1814"/>
                  </a:cubicBezTo>
                  <a:lnTo>
                    <a:pt x="1" y="2982"/>
                  </a:lnTo>
                  <a:cubicBezTo>
                    <a:pt x="6" y="3156"/>
                    <a:pt x="146" y="3299"/>
                    <a:pt x="319" y="3299"/>
                  </a:cubicBezTo>
                  <a:cubicBezTo>
                    <a:pt x="322" y="3299"/>
                    <a:pt x="325" y="3299"/>
                    <a:pt x="328" y="3299"/>
                  </a:cubicBezTo>
                  <a:lnTo>
                    <a:pt x="717" y="3299"/>
                  </a:lnTo>
                  <a:cubicBezTo>
                    <a:pt x="720" y="3299"/>
                    <a:pt x="723" y="3299"/>
                    <a:pt x="726" y="3299"/>
                  </a:cubicBezTo>
                  <a:cubicBezTo>
                    <a:pt x="899" y="3299"/>
                    <a:pt x="1039" y="3156"/>
                    <a:pt x="1039" y="2982"/>
                  </a:cubicBezTo>
                  <a:lnTo>
                    <a:pt x="1039" y="2826"/>
                  </a:lnTo>
                  <a:lnTo>
                    <a:pt x="6667" y="2858"/>
                  </a:lnTo>
                  <a:cubicBezTo>
                    <a:pt x="6667" y="2858"/>
                    <a:pt x="4045" y="6326"/>
                    <a:pt x="4144" y="6891"/>
                  </a:cubicBezTo>
                  <a:cubicBezTo>
                    <a:pt x="4180" y="7115"/>
                    <a:pt x="4196" y="7338"/>
                    <a:pt x="4185" y="7561"/>
                  </a:cubicBezTo>
                  <a:cubicBezTo>
                    <a:pt x="4175" y="7745"/>
                    <a:pt x="4321" y="7899"/>
                    <a:pt x="4508" y="7899"/>
                  </a:cubicBezTo>
                  <a:cubicBezTo>
                    <a:pt x="4511" y="7899"/>
                    <a:pt x="4514" y="7899"/>
                    <a:pt x="4517" y="7899"/>
                  </a:cubicBezTo>
                  <a:lnTo>
                    <a:pt x="5203" y="7899"/>
                  </a:lnTo>
                  <a:cubicBezTo>
                    <a:pt x="5206" y="7899"/>
                    <a:pt x="5209" y="7899"/>
                    <a:pt x="5212" y="7899"/>
                  </a:cubicBezTo>
                  <a:cubicBezTo>
                    <a:pt x="5389" y="7899"/>
                    <a:pt x="5530" y="7755"/>
                    <a:pt x="5535" y="7577"/>
                  </a:cubicBezTo>
                  <a:lnTo>
                    <a:pt x="5535" y="7364"/>
                  </a:lnTo>
                  <a:cubicBezTo>
                    <a:pt x="5535" y="7364"/>
                    <a:pt x="8572" y="4026"/>
                    <a:pt x="8801" y="3834"/>
                  </a:cubicBezTo>
                  <a:cubicBezTo>
                    <a:pt x="8910" y="3742"/>
                    <a:pt x="9081" y="3583"/>
                    <a:pt x="9461" y="3583"/>
                  </a:cubicBezTo>
                  <a:cubicBezTo>
                    <a:pt x="9859" y="3583"/>
                    <a:pt x="10486" y="3758"/>
                    <a:pt x="11511" y="4368"/>
                  </a:cubicBezTo>
                  <a:cubicBezTo>
                    <a:pt x="12606" y="5022"/>
                    <a:pt x="13738" y="5614"/>
                    <a:pt x="14906" y="6133"/>
                  </a:cubicBezTo>
                  <a:cubicBezTo>
                    <a:pt x="15083" y="6211"/>
                    <a:pt x="15197" y="6388"/>
                    <a:pt x="15197" y="6580"/>
                  </a:cubicBezTo>
                  <a:cubicBezTo>
                    <a:pt x="15201" y="6754"/>
                    <a:pt x="15344" y="6877"/>
                    <a:pt x="15501" y="6877"/>
                  </a:cubicBezTo>
                  <a:cubicBezTo>
                    <a:pt x="15550" y="6877"/>
                    <a:pt x="15600" y="6865"/>
                    <a:pt x="15648" y="6840"/>
                  </a:cubicBezTo>
                  <a:lnTo>
                    <a:pt x="16334" y="6466"/>
                  </a:lnTo>
                  <a:cubicBezTo>
                    <a:pt x="16432" y="6414"/>
                    <a:pt x="16489" y="6315"/>
                    <a:pt x="16489" y="6206"/>
                  </a:cubicBezTo>
                  <a:lnTo>
                    <a:pt x="16489" y="5381"/>
                  </a:lnTo>
                  <a:cubicBezTo>
                    <a:pt x="16489" y="5220"/>
                    <a:pt x="16412" y="5069"/>
                    <a:pt x="16277" y="4981"/>
                  </a:cubicBezTo>
                  <a:lnTo>
                    <a:pt x="12061" y="2131"/>
                  </a:lnTo>
                  <a:lnTo>
                    <a:pt x="15451" y="1466"/>
                  </a:lnTo>
                  <a:lnTo>
                    <a:pt x="15451" y="1684"/>
                  </a:lnTo>
                  <a:cubicBezTo>
                    <a:pt x="15456" y="1818"/>
                    <a:pt x="15565" y="1924"/>
                    <a:pt x="15693" y="1924"/>
                  </a:cubicBezTo>
                  <a:cubicBezTo>
                    <a:pt x="15699" y="1924"/>
                    <a:pt x="15705" y="1923"/>
                    <a:pt x="15711" y="1923"/>
                  </a:cubicBezTo>
                  <a:lnTo>
                    <a:pt x="16240" y="1892"/>
                  </a:lnTo>
                  <a:cubicBezTo>
                    <a:pt x="16370" y="1887"/>
                    <a:pt x="16469" y="1783"/>
                    <a:pt x="16469" y="1653"/>
                  </a:cubicBezTo>
                  <a:lnTo>
                    <a:pt x="16469" y="604"/>
                  </a:lnTo>
                  <a:cubicBezTo>
                    <a:pt x="16469" y="381"/>
                    <a:pt x="16318" y="184"/>
                    <a:pt x="16105" y="127"/>
                  </a:cubicBezTo>
                  <a:cubicBezTo>
                    <a:pt x="15840" y="59"/>
                    <a:pt x="15413" y="0"/>
                    <a:pt x="146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8483;p91">
              <a:extLst>
                <a:ext uri="{FF2B5EF4-FFF2-40B4-BE49-F238E27FC236}">
                  <a16:creationId xmlns:a16="http://schemas.microsoft.com/office/drawing/2014/main" id="{EB61B2D5-18B4-508C-E7C4-64370971D8CE}"/>
                </a:ext>
              </a:extLst>
            </p:cNvPr>
            <p:cNvSpPr/>
            <p:nvPr/>
          </p:nvSpPr>
          <p:spPr>
            <a:xfrm>
              <a:off x="6227750" y="2469475"/>
              <a:ext cx="38175" cy="20925"/>
            </a:xfrm>
            <a:custGeom>
              <a:avLst/>
              <a:gdLst/>
              <a:ahLst/>
              <a:cxnLst/>
              <a:rect l="l" t="t" r="r" b="b"/>
              <a:pathLst>
                <a:path w="1527" h="837" extrusionOk="0">
                  <a:moveTo>
                    <a:pt x="1" y="0"/>
                  </a:moveTo>
                  <a:cubicBezTo>
                    <a:pt x="333" y="146"/>
                    <a:pt x="660" y="317"/>
                    <a:pt x="971" y="509"/>
                  </a:cubicBezTo>
                  <a:cubicBezTo>
                    <a:pt x="1164" y="623"/>
                    <a:pt x="1345" y="733"/>
                    <a:pt x="1527" y="836"/>
                  </a:cubicBezTo>
                  <a:cubicBezTo>
                    <a:pt x="1345" y="733"/>
                    <a:pt x="1164" y="623"/>
                    <a:pt x="971" y="509"/>
                  </a:cubicBezTo>
                  <a:cubicBezTo>
                    <a:pt x="660" y="317"/>
                    <a:pt x="333" y="146"/>
                    <a:pt x="1" y="0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8484;p91">
              <a:extLst>
                <a:ext uri="{FF2B5EF4-FFF2-40B4-BE49-F238E27FC236}">
                  <a16:creationId xmlns:a16="http://schemas.microsoft.com/office/drawing/2014/main" id="{12355721-4698-1136-D1EE-2D37BD7B0CC2}"/>
                </a:ext>
              </a:extLst>
            </p:cNvPr>
            <p:cNvSpPr/>
            <p:nvPr/>
          </p:nvSpPr>
          <p:spPr>
            <a:xfrm>
              <a:off x="5967900" y="2454150"/>
              <a:ext cx="4575" cy="1325"/>
            </a:xfrm>
            <a:custGeom>
              <a:avLst/>
              <a:gdLst/>
              <a:ahLst/>
              <a:cxnLst/>
              <a:rect l="l" t="t" r="r" b="b"/>
              <a:pathLst>
                <a:path w="183" h="53" extrusionOk="0">
                  <a:moveTo>
                    <a:pt x="183" y="53"/>
                  </a:moveTo>
                  <a:lnTo>
                    <a:pt x="183" y="53"/>
                  </a:lnTo>
                  <a:cubicBezTo>
                    <a:pt x="120" y="53"/>
                    <a:pt x="58" y="32"/>
                    <a:pt x="1" y="1"/>
                  </a:cubicBezTo>
                  <a:cubicBezTo>
                    <a:pt x="58" y="32"/>
                    <a:pt x="120" y="53"/>
                    <a:pt x="183" y="53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8485;p91">
              <a:extLst>
                <a:ext uri="{FF2B5EF4-FFF2-40B4-BE49-F238E27FC236}">
                  <a16:creationId xmlns:a16="http://schemas.microsoft.com/office/drawing/2014/main" id="{98902D33-5CA5-519B-4412-0217D9DD6B18}"/>
                </a:ext>
              </a:extLst>
            </p:cNvPr>
            <p:cNvSpPr/>
            <p:nvPr/>
          </p:nvSpPr>
          <p:spPr>
            <a:xfrm>
              <a:off x="5964400" y="2368625"/>
              <a:ext cx="411850" cy="186800"/>
            </a:xfrm>
            <a:custGeom>
              <a:avLst/>
              <a:gdLst/>
              <a:ahLst/>
              <a:cxnLst/>
              <a:rect l="l" t="t" r="r" b="b"/>
              <a:pathLst>
                <a:path w="16474" h="7472" extrusionOk="0">
                  <a:moveTo>
                    <a:pt x="1039" y="3001"/>
                  </a:moveTo>
                  <a:lnTo>
                    <a:pt x="6662" y="3033"/>
                  </a:lnTo>
                  <a:cubicBezTo>
                    <a:pt x="6662" y="3033"/>
                    <a:pt x="4071" y="6464"/>
                    <a:pt x="4138" y="7056"/>
                  </a:cubicBezTo>
                  <a:cubicBezTo>
                    <a:pt x="4289" y="7248"/>
                    <a:pt x="4569" y="7471"/>
                    <a:pt x="4985" y="7253"/>
                  </a:cubicBezTo>
                  <a:cubicBezTo>
                    <a:pt x="5634" y="6905"/>
                    <a:pt x="8671" y="2996"/>
                    <a:pt x="8894" y="2996"/>
                  </a:cubicBezTo>
                  <a:cubicBezTo>
                    <a:pt x="9122" y="2996"/>
                    <a:pt x="15067" y="6054"/>
                    <a:pt x="15425" y="5929"/>
                  </a:cubicBezTo>
                  <a:cubicBezTo>
                    <a:pt x="15638" y="5852"/>
                    <a:pt x="16105" y="5556"/>
                    <a:pt x="16438" y="5338"/>
                  </a:cubicBezTo>
                  <a:cubicBezTo>
                    <a:pt x="16453" y="5369"/>
                    <a:pt x="16469" y="5405"/>
                    <a:pt x="16474" y="5441"/>
                  </a:cubicBezTo>
                  <a:cubicBezTo>
                    <a:pt x="16448" y="5322"/>
                    <a:pt x="16375" y="5218"/>
                    <a:pt x="16277" y="5151"/>
                  </a:cubicBezTo>
                  <a:lnTo>
                    <a:pt x="12061" y="2306"/>
                  </a:lnTo>
                  <a:lnTo>
                    <a:pt x="11303" y="1947"/>
                  </a:lnTo>
                  <a:cubicBezTo>
                    <a:pt x="11303" y="1947"/>
                    <a:pt x="15399" y="1278"/>
                    <a:pt x="15872" y="1106"/>
                  </a:cubicBezTo>
                  <a:cubicBezTo>
                    <a:pt x="16219" y="982"/>
                    <a:pt x="16354" y="769"/>
                    <a:pt x="16375" y="489"/>
                  </a:cubicBezTo>
                  <a:cubicBezTo>
                    <a:pt x="16308" y="395"/>
                    <a:pt x="16214" y="328"/>
                    <a:pt x="16100" y="302"/>
                  </a:cubicBezTo>
                  <a:cubicBezTo>
                    <a:pt x="15410" y="120"/>
                    <a:pt x="13603" y="1"/>
                    <a:pt x="7892" y="852"/>
                  </a:cubicBezTo>
                  <a:cubicBezTo>
                    <a:pt x="7892" y="852"/>
                    <a:pt x="1132" y="1039"/>
                    <a:pt x="1" y="1989"/>
                  </a:cubicBezTo>
                  <a:lnTo>
                    <a:pt x="1" y="2119"/>
                  </a:lnTo>
                  <a:cubicBezTo>
                    <a:pt x="89" y="2264"/>
                    <a:pt x="271" y="2415"/>
                    <a:pt x="660" y="2493"/>
                  </a:cubicBezTo>
                  <a:cubicBezTo>
                    <a:pt x="1543" y="2659"/>
                    <a:pt x="7124" y="2742"/>
                    <a:pt x="7124" y="2742"/>
                  </a:cubicBezTo>
                  <a:lnTo>
                    <a:pt x="6651" y="302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8486;p91">
              <a:extLst>
                <a:ext uri="{FF2B5EF4-FFF2-40B4-BE49-F238E27FC236}">
                  <a16:creationId xmlns:a16="http://schemas.microsoft.com/office/drawing/2014/main" id="{70E53810-A27A-78EA-FE62-95063A388445}"/>
                </a:ext>
              </a:extLst>
            </p:cNvPr>
            <p:cNvSpPr/>
            <p:nvPr/>
          </p:nvSpPr>
          <p:spPr>
            <a:xfrm>
              <a:off x="6373775" y="2380950"/>
              <a:ext cx="1700" cy="3275"/>
            </a:xfrm>
            <a:custGeom>
              <a:avLst/>
              <a:gdLst/>
              <a:ahLst/>
              <a:cxnLst/>
              <a:rect l="l" t="t" r="r" b="b"/>
              <a:pathLst>
                <a:path w="68" h="131" extrusionOk="0">
                  <a:moveTo>
                    <a:pt x="68" y="131"/>
                  </a:moveTo>
                  <a:cubicBezTo>
                    <a:pt x="52" y="84"/>
                    <a:pt x="31" y="37"/>
                    <a:pt x="0" y="1"/>
                  </a:cubicBezTo>
                  <a:cubicBezTo>
                    <a:pt x="31" y="37"/>
                    <a:pt x="52" y="84"/>
                    <a:pt x="68" y="131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8487;p91">
              <a:extLst>
                <a:ext uri="{FF2B5EF4-FFF2-40B4-BE49-F238E27FC236}">
                  <a16:creationId xmlns:a16="http://schemas.microsoft.com/office/drawing/2014/main" id="{C82BC02C-150D-FF94-6D3F-7FCEE463635D}"/>
                </a:ext>
              </a:extLst>
            </p:cNvPr>
            <p:cNvSpPr/>
            <p:nvPr/>
          </p:nvSpPr>
          <p:spPr>
            <a:xfrm>
              <a:off x="6375575" y="2384600"/>
              <a:ext cx="425" cy="1450"/>
            </a:xfrm>
            <a:custGeom>
              <a:avLst/>
              <a:gdLst/>
              <a:ahLst/>
              <a:cxnLst/>
              <a:rect l="l" t="t" r="r" b="b"/>
              <a:pathLst>
                <a:path w="17" h="58" extrusionOk="0">
                  <a:moveTo>
                    <a:pt x="16" y="57"/>
                  </a:moveTo>
                  <a:cubicBezTo>
                    <a:pt x="11" y="42"/>
                    <a:pt x="6" y="21"/>
                    <a:pt x="1" y="0"/>
                  </a:cubicBezTo>
                  <a:cubicBezTo>
                    <a:pt x="6" y="21"/>
                    <a:pt x="11" y="42"/>
                    <a:pt x="16" y="57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8488;p91">
              <a:extLst>
                <a:ext uri="{FF2B5EF4-FFF2-40B4-BE49-F238E27FC236}">
                  <a16:creationId xmlns:a16="http://schemas.microsoft.com/office/drawing/2014/main" id="{507FDAE1-2F53-63E0-1E0F-17F943F7B668}"/>
                </a:ext>
              </a:extLst>
            </p:cNvPr>
            <p:cNvSpPr/>
            <p:nvPr/>
          </p:nvSpPr>
          <p:spPr>
            <a:xfrm>
              <a:off x="6068100" y="2546950"/>
              <a:ext cx="950" cy="11450"/>
            </a:xfrm>
            <a:custGeom>
              <a:avLst/>
              <a:gdLst/>
              <a:ahLst/>
              <a:cxnLst/>
              <a:rect l="l" t="t" r="r" b="b"/>
              <a:pathLst>
                <a:path w="38" h="458" extrusionOk="0">
                  <a:moveTo>
                    <a:pt x="37" y="458"/>
                  </a:moveTo>
                  <a:cubicBezTo>
                    <a:pt x="37" y="302"/>
                    <a:pt x="22" y="151"/>
                    <a:pt x="1" y="1"/>
                  </a:cubicBezTo>
                  <a:cubicBezTo>
                    <a:pt x="22" y="151"/>
                    <a:pt x="37" y="302"/>
                    <a:pt x="37" y="458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8489;p91">
              <a:extLst>
                <a:ext uri="{FF2B5EF4-FFF2-40B4-BE49-F238E27FC236}">
                  <a16:creationId xmlns:a16="http://schemas.microsoft.com/office/drawing/2014/main" id="{5B17C7C7-F1AF-28E2-2A4B-D57EC95EFA5A}"/>
                </a:ext>
              </a:extLst>
            </p:cNvPr>
            <p:cNvSpPr/>
            <p:nvPr/>
          </p:nvSpPr>
          <p:spPr>
            <a:xfrm>
              <a:off x="6215300" y="2464925"/>
              <a:ext cx="12475" cy="4575"/>
            </a:xfrm>
            <a:custGeom>
              <a:avLst/>
              <a:gdLst/>
              <a:ahLst/>
              <a:cxnLst/>
              <a:rect l="l" t="t" r="r" b="b"/>
              <a:pathLst>
                <a:path w="499" h="183" extrusionOk="0">
                  <a:moveTo>
                    <a:pt x="499" y="182"/>
                  </a:moveTo>
                  <a:cubicBezTo>
                    <a:pt x="338" y="110"/>
                    <a:pt x="172" y="48"/>
                    <a:pt x="0" y="1"/>
                  </a:cubicBezTo>
                  <a:cubicBezTo>
                    <a:pt x="172" y="48"/>
                    <a:pt x="338" y="110"/>
                    <a:pt x="499" y="182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8490;p91">
              <a:extLst>
                <a:ext uri="{FF2B5EF4-FFF2-40B4-BE49-F238E27FC236}">
                  <a16:creationId xmlns:a16="http://schemas.microsoft.com/office/drawing/2014/main" id="{6CF82537-F65B-1FBD-F336-87778E9BE8C8}"/>
                </a:ext>
              </a:extLst>
            </p:cNvPr>
            <p:cNvSpPr/>
            <p:nvPr/>
          </p:nvSpPr>
          <p:spPr>
            <a:xfrm>
              <a:off x="6266050" y="2490250"/>
              <a:ext cx="25725" cy="14175"/>
            </a:xfrm>
            <a:custGeom>
              <a:avLst/>
              <a:gdLst/>
              <a:ahLst/>
              <a:cxnLst/>
              <a:rect l="l" t="t" r="r" b="b"/>
              <a:pathLst>
                <a:path w="1029" h="567" extrusionOk="0">
                  <a:moveTo>
                    <a:pt x="1028" y="566"/>
                  </a:moveTo>
                  <a:cubicBezTo>
                    <a:pt x="701" y="395"/>
                    <a:pt x="358" y="208"/>
                    <a:pt x="0" y="0"/>
                  </a:cubicBezTo>
                  <a:cubicBezTo>
                    <a:pt x="358" y="208"/>
                    <a:pt x="706" y="395"/>
                    <a:pt x="1028" y="566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8491;p91">
              <a:extLst>
                <a:ext uri="{FF2B5EF4-FFF2-40B4-BE49-F238E27FC236}">
                  <a16:creationId xmlns:a16="http://schemas.microsoft.com/office/drawing/2014/main" id="{00BE0662-9554-BF3A-AF27-9C8750601C76}"/>
                </a:ext>
              </a:extLst>
            </p:cNvPr>
            <p:cNvSpPr/>
            <p:nvPr/>
          </p:nvSpPr>
          <p:spPr>
            <a:xfrm>
              <a:off x="5963225" y="2371750"/>
              <a:ext cx="414600" cy="199900"/>
            </a:xfrm>
            <a:custGeom>
              <a:avLst/>
              <a:gdLst/>
              <a:ahLst/>
              <a:cxnLst/>
              <a:rect l="l" t="t" r="r" b="b"/>
              <a:pathLst>
                <a:path w="16584" h="7996" extrusionOk="0">
                  <a:moveTo>
                    <a:pt x="14697" y="99"/>
                  </a:moveTo>
                  <a:cubicBezTo>
                    <a:pt x="15330" y="99"/>
                    <a:pt x="15811" y="142"/>
                    <a:pt x="16137" y="229"/>
                  </a:cubicBezTo>
                  <a:cubicBezTo>
                    <a:pt x="16334" y="275"/>
                    <a:pt x="16469" y="452"/>
                    <a:pt x="16469" y="654"/>
                  </a:cubicBezTo>
                  <a:lnTo>
                    <a:pt x="16469" y="1703"/>
                  </a:lnTo>
                  <a:cubicBezTo>
                    <a:pt x="16469" y="1807"/>
                    <a:pt x="16386" y="1890"/>
                    <a:pt x="16287" y="1895"/>
                  </a:cubicBezTo>
                  <a:lnTo>
                    <a:pt x="15758" y="1926"/>
                  </a:lnTo>
                  <a:cubicBezTo>
                    <a:pt x="15706" y="1926"/>
                    <a:pt x="15649" y="1906"/>
                    <a:pt x="15612" y="1869"/>
                  </a:cubicBezTo>
                  <a:cubicBezTo>
                    <a:pt x="15571" y="1833"/>
                    <a:pt x="15550" y="1786"/>
                    <a:pt x="15550" y="1734"/>
                  </a:cubicBezTo>
                  <a:lnTo>
                    <a:pt x="15550" y="1521"/>
                  </a:lnTo>
                  <a:cubicBezTo>
                    <a:pt x="15550" y="1506"/>
                    <a:pt x="15545" y="1490"/>
                    <a:pt x="15534" y="1480"/>
                  </a:cubicBezTo>
                  <a:cubicBezTo>
                    <a:pt x="15524" y="1475"/>
                    <a:pt x="15509" y="1469"/>
                    <a:pt x="15493" y="1469"/>
                  </a:cubicBezTo>
                  <a:lnTo>
                    <a:pt x="12098" y="2134"/>
                  </a:lnTo>
                  <a:cubicBezTo>
                    <a:pt x="12056" y="2139"/>
                    <a:pt x="12046" y="2196"/>
                    <a:pt x="12082" y="2222"/>
                  </a:cubicBezTo>
                  <a:lnTo>
                    <a:pt x="16292" y="5067"/>
                  </a:lnTo>
                  <a:cubicBezTo>
                    <a:pt x="16412" y="5150"/>
                    <a:pt x="16485" y="5285"/>
                    <a:pt x="16490" y="5431"/>
                  </a:cubicBezTo>
                  <a:lnTo>
                    <a:pt x="16490" y="6256"/>
                  </a:lnTo>
                  <a:cubicBezTo>
                    <a:pt x="16485" y="6344"/>
                    <a:pt x="16438" y="6427"/>
                    <a:pt x="16360" y="6469"/>
                  </a:cubicBezTo>
                  <a:lnTo>
                    <a:pt x="15669" y="6843"/>
                  </a:lnTo>
                  <a:cubicBezTo>
                    <a:pt x="15630" y="6865"/>
                    <a:pt x="15589" y="6875"/>
                    <a:pt x="15548" y="6875"/>
                  </a:cubicBezTo>
                  <a:cubicBezTo>
                    <a:pt x="15502" y="6875"/>
                    <a:pt x="15456" y="6862"/>
                    <a:pt x="15415" y="6838"/>
                  </a:cubicBezTo>
                  <a:cubicBezTo>
                    <a:pt x="15337" y="6796"/>
                    <a:pt x="15290" y="6713"/>
                    <a:pt x="15290" y="6630"/>
                  </a:cubicBezTo>
                  <a:cubicBezTo>
                    <a:pt x="15290" y="6417"/>
                    <a:pt x="15161" y="6225"/>
                    <a:pt x="14969" y="6137"/>
                  </a:cubicBezTo>
                  <a:cubicBezTo>
                    <a:pt x="13806" y="5618"/>
                    <a:pt x="12674" y="5031"/>
                    <a:pt x="11584" y="4377"/>
                  </a:cubicBezTo>
                  <a:cubicBezTo>
                    <a:pt x="10547" y="3758"/>
                    <a:pt x="9910" y="3580"/>
                    <a:pt x="9503" y="3580"/>
                  </a:cubicBezTo>
                  <a:cubicBezTo>
                    <a:pt x="9127" y="3580"/>
                    <a:pt x="8946" y="3732"/>
                    <a:pt x="8827" y="3832"/>
                  </a:cubicBezTo>
                  <a:lnTo>
                    <a:pt x="8811" y="3847"/>
                  </a:lnTo>
                  <a:cubicBezTo>
                    <a:pt x="8583" y="4034"/>
                    <a:pt x="5665" y="7243"/>
                    <a:pt x="5540" y="7383"/>
                  </a:cubicBezTo>
                  <a:cubicBezTo>
                    <a:pt x="5535" y="7388"/>
                    <a:pt x="5530" y="7398"/>
                    <a:pt x="5530" y="7414"/>
                  </a:cubicBezTo>
                  <a:lnTo>
                    <a:pt x="5530" y="7627"/>
                  </a:lnTo>
                  <a:cubicBezTo>
                    <a:pt x="5525" y="7777"/>
                    <a:pt x="5400" y="7902"/>
                    <a:pt x="5245" y="7902"/>
                  </a:cubicBezTo>
                  <a:lnTo>
                    <a:pt x="4559" y="7902"/>
                  </a:lnTo>
                  <a:cubicBezTo>
                    <a:pt x="4481" y="7902"/>
                    <a:pt x="4404" y="7871"/>
                    <a:pt x="4352" y="7814"/>
                  </a:cubicBezTo>
                  <a:cubicBezTo>
                    <a:pt x="4300" y="7757"/>
                    <a:pt x="4269" y="7684"/>
                    <a:pt x="4274" y="7611"/>
                  </a:cubicBezTo>
                  <a:cubicBezTo>
                    <a:pt x="4284" y="7383"/>
                    <a:pt x="4274" y="7154"/>
                    <a:pt x="4237" y="6931"/>
                  </a:cubicBezTo>
                  <a:cubicBezTo>
                    <a:pt x="4159" y="6485"/>
                    <a:pt x="6023" y="3894"/>
                    <a:pt x="6745" y="2933"/>
                  </a:cubicBezTo>
                  <a:cubicBezTo>
                    <a:pt x="6755" y="2918"/>
                    <a:pt x="6761" y="2902"/>
                    <a:pt x="6750" y="2887"/>
                  </a:cubicBezTo>
                  <a:cubicBezTo>
                    <a:pt x="6745" y="2866"/>
                    <a:pt x="6729" y="2856"/>
                    <a:pt x="6709" y="2856"/>
                  </a:cubicBezTo>
                  <a:lnTo>
                    <a:pt x="1086" y="2824"/>
                  </a:lnTo>
                  <a:cubicBezTo>
                    <a:pt x="1060" y="2824"/>
                    <a:pt x="1039" y="2845"/>
                    <a:pt x="1039" y="2876"/>
                  </a:cubicBezTo>
                  <a:lnTo>
                    <a:pt x="1039" y="3032"/>
                  </a:lnTo>
                  <a:cubicBezTo>
                    <a:pt x="1039" y="3180"/>
                    <a:pt x="920" y="3297"/>
                    <a:pt x="774" y="3297"/>
                  </a:cubicBezTo>
                  <a:cubicBezTo>
                    <a:pt x="770" y="3297"/>
                    <a:pt x="767" y="3297"/>
                    <a:pt x="764" y="3297"/>
                  </a:cubicBezTo>
                  <a:lnTo>
                    <a:pt x="375" y="3297"/>
                  </a:lnTo>
                  <a:cubicBezTo>
                    <a:pt x="372" y="3297"/>
                    <a:pt x="368" y="3297"/>
                    <a:pt x="365" y="3297"/>
                  </a:cubicBezTo>
                  <a:cubicBezTo>
                    <a:pt x="219" y="3297"/>
                    <a:pt x="105" y="3180"/>
                    <a:pt x="100" y="3032"/>
                  </a:cubicBezTo>
                  <a:lnTo>
                    <a:pt x="100" y="1890"/>
                  </a:lnTo>
                  <a:cubicBezTo>
                    <a:pt x="1257" y="976"/>
                    <a:pt x="7877" y="779"/>
                    <a:pt x="7939" y="779"/>
                  </a:cubicBezTo>
                  <a:lnTo>
                    <a:pt x="7944" y="779"/>
                  </a:lnTo>
                  <a:cubicBezTo>
                    <a:pt x="10983" y="327"/>
                    <a:pt x="13243" y="99"/>
                    <a:pt x="14697" y="99"/>
                  </a:cubicBezTo>
                  <a:close/>
                  <a:moveTo>
                    <a:pt x="14707" y="0"/>
                  </a:moveTo>
                  <a:cubicBezTo>
                    <a:pt x="13242" y="0"/>
                    <a:pt x="10975" y="228"/>
                    <a:pt x="7929" y="680"/>
                  </a:cubicBezTo>
                  <a:cubicBezTo>
                    <a:pt x="7617" y="691"/>
                    <a:pt x="1143" y="883"/>
                    <a:pt x="17" y="1828"/>
                  </a:cubicBezTo>
                  <a:cubicBezTo>
                    <a:pt x="6" y="1833"/>
                    <a:pt x="1" y="1848"/>
                    <a:pt x="1" y="1864"/>
                  </a:cubicBezTo>
                  <a:lnTo>
                    <a:pt x="1" y="3032"/>
                  </a:lnTo>
                  <a:cubicBezTo>
                    <a:pt x="1" y="3235"/>
                    <a:pt x="167" y="3396"/>
                    <a:pt x="370" y="3396"/>
                  </a:cubicBezTo>
                  <a:lnTo>
                    <a:pt x="759" y="3396"/>
                  </a:lnTo>
                  <a:cubicBezTo>
                    <a:pt x="961" y="3396"/>
                    <a:pt x="1133" y="3235"/>
                    <a:pt x="1133" y="3032"/>
                  </a:cubicBezTo>
                  <a:lnTo>
                    <a:pt x="1133" y="2923"/>
                  </a:lnTo>
                  <a:lnTo>
                    <a:pt x="6610" y="2954"/>
                  </a:lnTo>
                  <a:cubicBezTo>
                    <a:pt x="6215" y="3484"/>
                    <a:pt x="4045" y="6407"/>
                    <a:pt x="4139" y="6947"/>
                  </a:cubicBezTo>
                  <a:cubicBezTo>
                    <a:pt x="4175" y="7165"/>
                    <a:pt x="4191" y="7388"/>
                    <a:pt x="4180" y="7606"/>
                  </a:cubicBezTo>
                  <a:cubicBezTo>
                    <a:pt x="4175" y="7705"/>
                    <a:pt x="4211" y="7803"/>
                    <a:pt x="4279" y="7881"/>
                  </a:cubicBezTo>
                  <a:cubicBezTo>
                    <a:pt x="4352" y="7954"/>
                    <a:pt x="4455" y="7995"/>
                    <a:pt x="4559" y="7995"/>
                  </a:cubicBezTo>
                  <a:lnTo>
                    <a:pt x="5245" y="7995"/>
                  </a:lnTo>
                  <a:cubicBezTo>
                    <a:pt x="5248" y="7995"/>
                    <a:pt x="5251" y="7995"/>
                    <a:pt x="5254" y="7995"/>
                  </a:cubicBezTo>
                  <a:cubicBezTo>
                    <a:pt x="5457" y="7995"/>
                    <a:pt x="5624" y="7831"/>
                    <a:pt x="5629" y="7627"/>
                  </a:cubicBezTo>
                  <a:lnTo>
                    <a:pt x="5629" y="7429"/>
                  </a:lnTo>
                  <a:cubicBezTo>
                    <a:pt x="5842" y="7196"/>
                    <a:pt x="8661" y="4096"/>
                    <a:pt x="8874" y="3920"/>
                  </a:cubicBezTo>
                  <a:lnTo>
                    <a:pt x="8889" y="3909"/>
                  </a:lnTo>
                  <a:cubicBezTo>
                    <a:pt x="8990" y="3823"/>
                    <a:pt x="9156" y="3683"/>
                    <a:pt x="9508" y="3683"/>
                  </a:cubicBezTo>
                  <a:cubicBezTo>
                    <a:pt x="9898" y="3683"/>
                    <a:pt x="10517" y="3855"/>
                    <a:pt x="11532" y="4460"/>
                  </a:cubicBezTo>
                  <a:cubicBezTo>
                    <a:pt x="12627" y="5114"/>
                    <a:pt x="13764" y="5706"/>
                    <a:pt x="14927" y="6225"/>
                  </a:cubicBezTo>
                  <a:cubicBezTo>
                    <a:pt x="15088" y="6298"/>
                    <a:pt x="15192" y="6453"/>
                    <a:pt x="15192" y="6630"/>
                  </a:cubicBezTo>
                  <a:cubicBezTo>
                    <a:pt x="15192" y="6749"/>
                    <a:pt x="15254" y="6864"/>
                    <a:pt x="15358" y="6921"/>
                  </a:cubicBezTo>
                  <a:cubicBezTo>
                    <a:pt x="15415" y="6956"/>
                    <a:pt x="15479" y="6973"/>
                    <a:pt x="15542" y="6973"/>
                  </a:cubicBezTo>
                  <a:cubicBezTo>
                    <a:pt x="15601" y="6973"/>
                    <a:pt x="15659" y="6958"/>
                    <a:pt x="15711" y="6931"/>
                  </a:cubicBezTo>
                  <a:lnTo>
                    <a:pt x="16401" y="6557"/>
                  </a:lnTo>
                  <a:cubicBezTo>
                    <a:pt x="16510" y="6495"/>
                    <a:pt x="16583" y="6381"/>
                    <a:pt x="16583" y="6256"/>
                  </a:cubicBezTo>
                  <a:lnTo>
                    <a:pt x="16583" y="5431"/>
                  </a:lnTo>
                  <a:cubicBezTo>
                    <a:pt x="16583" y="5249"/>
                    <a:pt x="16490" y="5083"/>
                    <a:pt x="16344" y="4984"/>
                  </a:cubicBezTo>
                  <a:lnTo>
                    <a:pt x="12227" y="2201"/>
                  </a:lnTo>
                  <a:lnTo>
                    <a:pt x="15451" y="1573"/>
                  </a:lnTo>
                  <a:lnTo>
                    <a:pt x="15451" y="1734"/>
                  </a:lnTo>
                  <a:cubicBezTo>
                    <a:pt x="15451" y="1812"/>
                    <a:pt x="15483" y="1885"/>
                    <a:pt x="15540" y="1937"/>
                  </a:cubicBezTo>
                  <a:cubicBezTo>
                    <a:pt x="15593" y="1990"/>
                    <a:pt x="15668" y="2020"/>
                    <a:pt x="15745" y="2020"/>
                  </a:cubicBezTo>
                  <a:cubicBezTo>
                    <a:pt x="15751" y="2020"/>
                    <a:pt x="15757" y="2020"/>
                    <a:pt x="15763" y="2020"/>
                  </a:cubicBezTo>
                  <a:lnTo>
                    <a:pt x="16287" y="1989"/>
                  </a:lnTo>
                  <a:cubicBezTo>
                    <a:pt x="16443" y="1978"/>
                    <a:pt x="16562" y="1854"/>
                    <a:pt x="16562" y="1703"/>
                  </a:cubicBezTo>
                  <a:lnTo>
                    <a:pt x="16562" y="649"/>
                  </a:lnTo>
                  <a:cubicBezTo>
                    <a:pt x="16562" y="405"/>
                    <a:pt x="16396" y="192"/>
                    <a:pt x="16163" y="130"/>
                  </a:cubicBezTo>
                  <a:cubicBezTo>
                    <a:pt x="15831" y="43"/>
                    <a:pt x="15345" y="0"/>
                    <a:pt x="14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8492;p91">
              <a:extLst>
                <a:ext uri="{FF2B5EF4-FFF2-40B4-BE49-F238E27FC236}">
                  <a16:creationId xmlns:a16="http://schemas.microsoft.com/office/drawing/2014/main" id="{BE33C9F5-F3CB-26BB-39FE-37DA13F8959E}"/>
                </a:ext>
              </a:extLst>
            </p:cNvPr>
            <p:cNvSpPr/>
            <p:nvPr/>
          </p:nvSpPr>
          <p:spPr>
            <a:xfrm>
              <a:off x="6246950" y="2380950"/>
              <a:ext cx="129175" cy="45325"/>
            </a:xfrm>
            <a:custGeom>
              <a:avLst/>
              <a:gdLst/>
              <a:ahLst/>
              <a:cxnLst/>
              <a:rect l="l" t="t" r="r" b="b"/>
              <a:pathLst>
                <a:path w="5167" h="1813" extrusionOk="0">
                  <a:moveTo>
                    <a:pt x="5073" y="1"/>
                  </a:moveTo>
                  <a:cubicBezTo>
                    <a:pt x="5052" y="276"/>
                    <a:pt x="4917" y="494"/>
                    <a:pt x="4570" y="613"/>
                  </a:cubicBezTo>
                  <a:cubicBezTo>
                    <a:pt x="4097" y="785"/>
                    <a:pt x="1" y="1454"/>
                    <a:pt x="1" y="1454"/>
                  </a:cubicBezTo>
                  <a:lnTo>
                    <a:pt x="759" y="1813"/>
                  </a:lnTo>
                  <a:lnTo>
                    <a:pt x="4149" y="1153"/>
                  </a:lnTo>
                  <a:lnTo>
                    <a:pt x="4149" y="1366"/>
                  </a:lnTo>
                  <a:cubicBezTo>
                    <a:pt x="4154" y="1500"/>
                    <a:pt x="4263" y="1606"/>
                    <a:pt x="4391" y="1606"/>
                  </a:cubicBezTo>
                  <a:cubicBezTo>
                    <a:pt x="4397" y="1606"/>
                    <a:pt x="4403" y="1605"/>
                    <a:pt x="4409" y="1605"/>
                  </a:cubicBezTo>
                  <a:lnTo>
                    <a:pt x="4938" y="1574"/>
                  </a:lnTo>
                  <a:cubicBezTo>
                    <a:pt x="5068" y="1569"/>
                    <a:pt x="5167" y="1465"/>
                    <a:pt x="5167" y="1335"/>
                  </a:cubicBezTo>
                  <a:lnTo>
                    <a:pt x="5167" y="286"/>
                  </a:lnTo>
                  <a:cubicBezTo>
                    <a:pt x="5167" y="182"/>
                    <a:pt x="5136" y="84"/>
                    <a:pt x="5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8493;p91">
              <a:extLst>
                <a:ext uri="{FF2B5EF4-FFF2-40B4-BE49-F238E27FC236}">
                  <a16:creationId xmlns:a16="http://schemas.microsoft.com/office/drawing/2014/main" id="{03F8041E-7FE2-F91B-1BD4-DCD0187C9110}"/>
                </a:ext>
              </a:extLst>
            </p:cNvPr>
            <p:cNvSpPr/>
            <p:nvPr/>
          </p:nvSpPr>
          <p:spPr>
            <a:xfrm>
              <a:off x="6067850" y="2443650"/>
              <a:ext cx="308675" cy="126825"/>
            </a:xfrm>
            <a:custGeom>
              <a:avLst/>
              <a:gdLst/>
              <a:ahLst/>
              <a:cxnLst/>
              <a:rect l="l" t="t" r="r" b="b"/>
              <a:pathLst>
                <a:path w="12347" h="5073" extrusionOk="0">
                  <a:moveTo>
                    <a:pt x="4751" y="0"/>
                  </a:moveTo>
                  <a:cubicBezTo>
                    <a:pt x="4528" y="0"/>
                    <a:pt x="1490" y="3904"/>
                    <a:pt x="842" y="4252"/>
                  </a:cubicBezTo>
                  <a:cubicBezTo>
                    <a:pt x="721" y="4318"/>
                    <a:pt x="612" y="4345"/>
                    <a:pt x="514" y="4345"/>
                  </a:cubicBezTo>
                  <a:cubicBezTo>
                    <a:pt x="278" y="4345"/>
                    <a:pt x="107" y="4191"/>
                    <a:pt x="0" y="4055"/>
                  </a:cubicBezTo>
                  <a:lnTo>
                    <a:pt x="0" y="4055"/>
                  </a:lnTo>
                  <a:cubicBezTo>
                    <a:pt x="37" y="4278"/>
                    <a:pt x="52" y="4507"/>
                    <a:pt x="37" y="4730"/>
                  </a:cubicBezTo>
                  <a:cubicBezTo>
                    <a:pt x="32" y="4922"/>
                    <a:pt x="182" y="5073"/>
                    <a:pt x="369" y="5073"/>
                  </a:cubicBezTo>
                  <a:lnTo>
                    <a:pt x="1060" y="5073"/>
                  </a:lnTo>
                  <a:cubicBezTo>
                    <a:pt x="1236" y="5073"/>
                    <a:pt x="1387" y="4927"/>
                    <a:pt x="1392" y="4746"/>
                  </a:cubicBezTo>
                  <a:lnTo>
                    <a:pt x="1392" y="4538"/>
                  </a:lnTo>
                  <a:cubicBezTo>
                    <a:pt x="1392" y="4538"/>
                    <a:pt x="4429" y="1194"/>
                    <a:pt x="4657" y="1008"/>
                  </a:cubicBezTo>
                  <a:cubicBezTo>
                    <a:pt x="4766" y="914"/>
                    <a:pt x="4938" y="753"/>
                    <a:pt x="5318" y="753"/>
                  </a:cubicBezTo>
                  <a:cubicBezTo>
                    <a:pt x="5716" y="753"/>
                    <a:pt x="6343" y="929"/>
                    <a:pt x="7367" y="1542"/>
                  </a:cubicBezTo>
                  <a:cubicBezTo>
                    <a:pt x="8463" y="2196"/>
                    <a:pt x="9595" y="2783"/>
                    <a:pt x="10763" y="3307"/>
                  </a:cubicBezTo>
                  <a:cubicBezTo>
                    <a:pt x="10939" y="3385"/>
                    <a:pt x="11054" y="3557"/>
                    <a:pt x="11054" y="3754"/>
                  </a:cubicBezTo>
                  <a:cubicBezTo>
                    <a:pt x="11057" y="3928"/>
                    <a:pt x="11201" y="4051"/>
                    <a:pt x="11358" y="4051"/>
                  </a:cubicBezTo>
                  <a:cubicBezTo>
                    <a:pt x="11407" y="4051"/>
                    <a:pt x="11457" y="4039"/>
                    <a:pt x="11505" y="4014"/>
                  </a:cubicBezTo>
                  <a:lnTo>
                    <a:pt x="12191" y="3640"/>
                  </a:lnTo>
                  <a:cubicBezTo>
                    <a:pt x="12289" y="3588"/>
                    <a:pt x="12346" y="3489"/>
                    <a:pt x="12346" y="3380"/>
                  </a:cubicBezTo>
                  <a:lnTo>
                    <a:pt x="12346" y="2555"/>
                  </a:lnTo>
                  <a:cubicBezTo>
                    <a:pt x="12346" y="2477"/>
                    <a:pt x="12331" y="2404"/>
                    <a:pt x="12294" y="2337"/>
                  </a:cubicBezTo>
                  <a:cubicBezTo>
                    <a:pt x="11962" y="2560"/>
                    <a:pt x="11495" y="2856"/>
                    <a:pt x="11282" y="2928"/>
                  </a:cubicBezTo>
                  <a:cubicBezTo>
                    <a:pt x="11275" y="2931"/>
                    <a:pt x="11265" y="2932"/>
                    <a:pt x="11253" y="2932"/>
                  </a:cubicBezTo>
                  <a:cubicBezTo>
                    <a:pt x="10679" y="2932"/>
                    <a:pt x="4975" y="0"/>
                    <a:pt x="4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8494;p91">
              <a:extLst>
                <a:ext uri="{FF2B5EF4-FFF2-40B4-BE49-F238E27FC236}">
                  <a16:creationId xmlns:a16="http://schemas.microsoft.com/office/drawing/2014/main" id="{1F6B2F61-A1E1-DBA7-DB1C-B61BE0A8E255}"/>
                </a:ext>
              </a:extLst>
            </p:cNvPr>
            <p:cNvSpPr/>
            <p:nvPr/>
          </p:nvSpPr>
          <p:spPr>
            <a:xfrm>
              <a:off x="5964400" y="2421700"/>
              <a:ext cx="178100" cy="33775"/>
            </a:xfrm>
            <a:custGeom>
              <a:avLst/>
              <a:gdLst/>
              <a:ahLst/>
              <a:cxnLst/>
              <a:rect l="l" t="t" r="r" b="b"/>
              <a:pathLst>
                <a:path w="7124" h="1351" extrusionOk="0">
                  <a:moveTo>
                    <a:pt x="1" y="1"/>
                  </a:moveTo>
                  <a:lnTo>
                    <a:pt x="1" y="1034"/>
                  </a:lnTo>
                  <a:cubicBezTo>
                    <a:pt x="6" y="1211"/>
                    <a:pt x="146" y="1351"/>
                    <a:pt x="323" y="1351"/>
                  </a:cubicBezTo>
                  <a:lnTo>
                    <a:pt x="712" y="1351"/>
                  </a:lnTo>
                  <a:cubicBezTo>
                    <a:pt x="888" y="1351"/>
                    <a:pt x="1034" y="1211"/>
                    <a:pt x="1039" y="1034"/>
                  </a:cubicBezTo>
                  <a:lnTo>
                    <a:pt x="1039" y="878"/>
                  </a:lnTo>
                  <a:lnTo>
                    <a:pt x="6651" y="910"/>
                  </a:lnTo>
                  <a:lnTo>
                    <a:pt x="7124" y="624"/>
                  </a:lnTo>
                  <a:cubicBezTo>
                    <a:pt x="7124" y="624"/>
                    <a:pt x="1543" y="541"/>
                    <a:pt x="660" y="375"/>
                  </a:cubicBezTo>
                  <a:cubicBezTo>
                    <a:pt x="271" y="297"/>
                    <a:pt x="89" y="14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8495;p91">
              <a:extLst>
                <a:ext uri="{FF2B5EF4-FFF2-40B4-BE49-F238E27FC236}">
                  <a16:creationId xmlns:a16="http://schemas.microsoft.com/office/drawing/2014/main" id="{2E2F2D5C-81F8-392F-4D5A-F222158005FF}"/>
                </a:ext>
              </a:extLst>
            </p:cNvPr>
            <p:cNvSpPr/>
            <p:nvPr/>
          </p:nvSpPr>
          <p:spPr>
            <a:xfrm>
              <a:off x="6309000" y="1934600"/>
              <a:ext cx="54925" cy="117625"/>
            </a:xfrm>
            <a:custGeom>
              <a:avLst/>
              <a:gdLst/>
              <a:ahLst/>
              <a:cxnLst/>
              <a:rect l="l" t="t" r="r" b="b"/>
              <a:pathLst>
                <a:path w="2197" h="4705" extrusionOk="0">
                  <a:moveTo>
                    <a:pt x="473" y="1"/>
                  </a:moveTo>
                  <a:cubicBezTo>
                    <a:pt x="473" y="1"/>
                    <a:pt x="432" y="3614"/>
                    <a:pt x="1" y="4367"/>
                  </a:cubicBezTo>
                  <a:lnTo>
                    <a:pt x="1724" y="4704"/>
                  </a:lnTo>
                  <a:cubicBezTo>
                    <a:pt x="1724" y="4704"/>
                    <a:pt x="2197" y="3614"/>
                    <a:pt x="2155" y="670"/>
                  </a:cubicBezTo>
                  <a:lnTo>
                    <a:pt x="4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8496;p91">
              <a:extLst>
                <a:ext uri="{FF2B5EF4-FFF2-40B4-BE49-F238E27FC236}">
                  <a16:creationId xmlns:a16="http://schemas.microsoft.com/office/drawing/2014/main" id="{C2DA839A-A627-8372-6E4E-68B994FEE9D8}"/>
                </a:ext>
              </a:extLst>
            </p:cNvPr>
            <p:cNvSpPr/>
            <p:nvPr/>
          </p:nvSpPr>
          <p:spPr>
            <a:xfrm>
              <a:off x="6307700" y="1933275"/>
              <a:ext cx="57400" cy="120250"/>
            </a:xfrm>
            <a:custGeom>
              <a:avLst/>
              <a:gdLst/>
              <a:ahLst/>
              <a:cxnLst/>
              <a:rect l="l" t="t" r="r" b="b"/>
              <a:pathLst>
                <a:path w="2296" h="4810" extrusionOk="0">
                  <a:moveTo>
                    <a:pt x="572" y="121"/>
                  </a:moveTo>
                  <a:lnTo>
                    <a:pt x="2160" y="754"/>
                  </a:lnTo>
                  <a:cubicBezTo>
                    <a:pt x="2197" y="3340"/>
                    <a:pt x="1828" y="4492"/>
                    <a:pt x="1750" y="4700"/>
                  </a:cubicBezTo>
                  <a:lnTo>
                    <a:pt x="125" y="4389"/>
                  </a:lnTo>
                  <a:cubicBezTo>
                    <a:pt x="499" y="3579"/>
                    <a:pt x="567" y="635"/>
                    <a:pt x="572" y="121"/>
                  </a:cubicBezTo>
                  <a:close/>
                  <a:moveTo>
                    <a:pt x="521" y="1"/>
                  </a:moveTo>
                  <a:cubicBezTo>
                    <a:pt x="512" y="1"/>
                    <a:pt x="503" y="4"/>
                    <a:pt x="494" y="7"/>
                  </a:cubicBezTo>
                  <a:cubicBezTo>
                    <a:pt x="484" y="17"/>
                    <a:pt x="473" y="33"/>
                    <a:pt x="473" y="48"/>
                  </a:cubicBezTo>
                  <a:cubicBezTo>
                    <a:pt x="473" y="85"/>
                    <a:pt x="426" y="3662"/>
                    <a:pt x="6" y="4399"/>
                  </a:cubicBezTo>
                  <a:cubicBezTo>
                    <a:pt x="1" y="4409"/>
                    <a:pt x="1" y="4425"/>
                    <a:pt x="6" y="4441"/>
                  </a:cubicBezTo>
                  <a:cubicBezTo>
                    <a:pt x="11" y="4456"/>
                    <a:pt x="27" y="4467"/>
                    <a:pt x="42" y="4467"/>
                  </a:cubicBezTo>
                  <a:lnTo>
                    <a:pt x="1766" y="4809"/>
                  </a:lnTo>
                  <a:lnTo>
                    <a:pt x="1776" y="4809"/>
                  </a:lnTo>
                  <a:cubicBezTo>
                    <a:pt x="1797" y="4804"/>
                    <a:pt x="1813" y="4794"/>
                    <a:pt x="1818" y="4778"/>
                  </a:cubicBezTo>
                  <a:cubicBezTo>
                    <a:pt x="1839" y="4731"/>
                    <a:pt x="2295" y="3641"/>
                    <a:pt x="2254" y="723"/>
                  </a:cubicBezTo>
                  <a:cubicBezTo>
                    <a:pt x="2254" y="703"/>
                    <a:pt x="2238" y="682"/>
                    <a:pt x="2223" y="677"/>
                  </a:cubicBezTo>
                  <a:lnTo>
                    <a:pt x="541" y="7"/>
                  </a:lnTo>
                  <a:cubicBezTo>
                    <a:pt x="534" y="3"/>
                    <a:pt x="527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8497;p91">
              <a:extLst>
                <a:ext uri="{FF2B5EF4-FFF2-40B4-BE49-F238E27FC236}">
                  <a16:creationId xmlns:a16="http://schemas.microsoft.com/office/drawing/2014/main" id="{F5CE1059-312F-6A96-006B-2FEFDA908D52}"/>
                </a:ext>
              </a:extLst>
            </p:cNvPr>
            <p:cNvSpPr/>
            <p:nvPr/>
          </p:nvSpPr>
          <p:spPr>
            <a:xfrm>
              <a:off x="6320675" y="1934475"/>
              <a:ext cx="43250" cy="117750"/>
            </a:xfrm>
            <a:custGeom>
              <a:avLst/>
              <a:gdLst/>
              <a:ahLst/>
              <a:cxnLst/>
              <a:rect l="l" t="t" r="r" b="b"/>
              <a:pathLst>
                <a:path w="1730" h="4710" extrusionOk="0">
                  <a:moveTo>
                    <a:pt x="6" y="0"/>
                  </a:moveTo>
                  <a:cubicBezTo>
                    <a:pt x="6" y="0"/>
                    <a:pt x="6" y="99"/>
                    <a:pt x="1" y="260"/>
                  </a:cubicBezTo>
                  <a:lnTo>
                    <a:pt x="1039" y="675"/>
                  </a:lnTo>
                  <a:cubicBezTo>
                    <a:pt x="1076" y="3069"/>
                    <a:pt x="764" y="4242"/>
                    <a:pt x="650" y="4590"/>
                  </a:cubicBezTo>
                  <a:lnTo>
                    <a:pt x="1252" y="4709"/>
                  </a:lnTo>
                  <a:cubicBezTo>
                    <a:pt x="1252" y="4709"/>
                    <a:pt x="1730" y="3619"/>
                    <a:pt x="1688" y="675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8498;p91">
              <a:extLst>
                <a:ext uri="{FF2B5EF4-FFF2-40B4-BE49-F238E27FC236}">
                  <a16:creationId xmlns:a16="http://schemas.microsoft.com/office/drawing/2014/main" id="{682CDB31-7477-AAA0-3F94-BB0BA23845C8}"/>
                </a:ext>
              </a:extLst>
            </p:cNvPr>
            <p:cNvSpPr/>
            <p:nvPr/>
          </p:nvSpPr>
          <p:spPr>
            <a:xfrm>
              <a:off x="6319525" y="1933350"/>
              <a:ext cx="45700" cy="120175"/>
            </a:xfrm>
            <a:custGeom>
              <a:avLst/>
              <a:gdLst/>
              <a:ahLst/>
              <a:cxnLst/>
              <a:rect l="l" t="t" r="r" b="b"/>
              <a:pathLst>
                <a:path w="1828" h="4807" extrusionOk="0">
                  <a:moveTo>
                    <a:pt x="99" y="118"/>
                  </a:moveTo>
                  <a:lnTo>
                    <a:pt x="1687" y="751"/>
                  </a:lnTo>
                  <a:cubicBezTo>
                    <a:pt x="1724" y="3337"/>
                    <a:pt x="1350" y="4489"/>
                    <a:pt x="1272" y="4697"/>
                  </a:cubicBezTo>
                  <a:lnTo>
                    <a:pt x="763" y="4599"/>
                  </a:lnTo>
                  <a:cubicBezTo>
                    <a:pt x="898" y="4162"/>
                    <a:pt x="1168" y="2994"/>
                    <a:pt x="1137" y="720"/>
                  </a:cubicBezTo>
                  <a:cubicBezTo>
                    <a:pt x="1137" y="700"/>
                    <a:pt x="1127" y="679"/>
                    <a:pt x="1106" y="674"/>
                  </a:cubicBezTo>
                  <a:lnTo>
                    <a:pt x="99" y="269"/>
                  </a:lnTo>
                  <a:lnTo>
                    <a:pt x="99" y="118"/>
                  </a:lnTo>
                  <a:close/>
                  <a:moveTo>
                    <a:pt x="54" y="0"/>
                  </a:moveTo>
                  <a:cubicBezTo>
                    <a:pt x="45" y="0"/>
                    <a:pt x="37" y="3"/>
                    <a:pt x="31" y="9"/>
                  </a:cubicBezTo>
                  <a:cubicBezTo>
                    <a:pt x="16" y="19"/>
                    <a:pt x="11" y="35"/>
                    <a:pt x="11" y="51"/>
                  </a:cubicBezTo>
                  <a:cubicBezTo>
                    <a:pt x="11" y="51"/>
                    <a:pt x="5" y="144"/>
                    <a:pt x="5" y="305"/>
                  </a:cubicBezTo>
                  <a:cubicBezTo>
                    <a:pt x="0" y="326"/>
                    <a:pt x="16" y="341"/>
                    <a:pt x="31" y="352"/>
                  </a:cubicBezTo>
                  <a:lnTo>
                    <a:pt x="1044" y="757"/>
                  </a:lnTo>
                  <a:cubicBezTo>
                    <a:pt x="1070" y="3088"/>
                    <a:pt x="784" y="4235"/>
                    <a:pt x="654" y="4624"/>
                  </a:cubicBezTo>
                  <a:cubicBezTo>
                    <a:pt x="649" y="4635"/>
                    <a:pt x="649" y="4650"/>
                    <a:pt x="659" y="4661"/>
                  </a:cubicBezTo>
                  <a:cubicBezTo>
                    <a:pt x="665" y="4676"/>
                    <a:pt x="675" y="4682"/>
                    <a:pt x="691" y="4687"/>
                  </a:cubicBezTo>
                  <a:lnTo>
                    <a:pt x="1293" y="4806"/>
                  </a:lnTo>
                  <a:lnTo>
                    <a:pt x="1303" y="4806"/>
                  </a:lnTo>
                  <a:cubicBezTo>
                    <a:pt x="1324" y="4806"/>
                    <a:pt x="1345" y="4796"/>
                    <a:pt x="1350" y="4775"/>
                  </a:cubicBezTo>
                  <a:cubicBezTo>
                    <a:pt x="1371" y="4728"/>
                    <a:pt x="1828" y="3643"/>
                    <a:pt x="1786" y="720"/>
                  </a:cubicBezTo>
                  <a:cubicBezTo>
                    <a:pt x="1786" y="700"/>
                    <a:pt x="1776" y="684"/>
                    <a:pt x="1755" y="679"/>
                  </a:cubicBezTo>
                  <a:lnTo>
                    <a:pt x="73" y="4"/>
                  </a:lnTo>
                  <a:cubicBezTo>
                    <a:pt x="66" y="2"/>
                    <a:pt x="60" y="0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8499;p91">
              <a:extLst>
                <a:ext uri="{FF2B5EF4-FFF2-40B4-BE49-F238E27FC236}">
                  <a16:creationId xmlns:a16="http://schemas.microsoft.com/office/drawing/2014/main" id="{2A7BF09C-27DD-177F-1792-310EE7F7FC4C}"/>
                </a:ext>
              </a:extLst>
            </p:cNvPr>
            <p:cNvSpPr/>
            <p:nvPr/>
          </p:nvSpPr>
          <p:spPr>
            <a:xfrm>
              <a:off x="6158350" y="1633975"/>
              <a:ext cx="333675" cy="326525"/>
            </a:xfrm>
            <a:custGeom>
              <a:avLst/>
              <a:gdLst/>
              <a:ahLst/>
              <a:cxnLst/>
              <a:rect l="l" t="t" r="r" b="b"/>
              <a:pathLst>
                <a:path w="13347" h="13061" extrusionOk="0">
                  <a:moveTo>
                    <a:pt x="8182" y="1"/>
                  </a:moveTo>
                  <a:cubicBezTo>
                    <a:pt x="5344" y="1"/>
                    <a:pt x="1" y="1440"/>
                    <a:pt x="809" y="10676"/>
                  </a:cubicBezTo>
                  <a:cubicBezTo>
                    <a:pt x="809" y="10676"/>
                    <a:pt x="207" y="12067"/>
                    <a:pt x="5549" y="12654"/>
                  </a:cubicBezTo>
                  <a:cubicBezTo>
                    <a:pt x="8002" y="12923"/>
                    <a:pt x="9565" y="13060"/>
                    <a:pt x="10580" y="13060"/>
                  </a:cubicBezTo>
                  <a:cubicBezTo>
                    <a:pt x="11775" y="13060"/>
                    <a:pt x="12210" y="12870"/>
                    <a:pt x="12444" y="12482"/>
                  </a:cubicBezTo>
                  <a:cubicBezTo>
                    <a:pt x="12874" y="11771"/>
                    <a:pt x="13347" y="3532"/>
                    <a:pt x="12874" y="2400"/>
                  </a:cubicBezTo>
                  <a:cubicBezTo>
                    <a:pt x="12402" y="1263"/>
                    <a:pt x="11109" y="43"/>
                    <a:pt x="8306" y="2"/>
                  </a:cubicBezTo>
                  <a:cubicBezTo>
                    <a:pt x="8265" y="1"/>
                    <a:pt x="8224" y="1"/>
                    <a:pt x="81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8500;p91">
              <a:extLst>
                <a:ext uri="{FF2B5EF4-FFF2-40B4-BE49-F238E27FC236}">
                  <a16:creationId xmlns:a16="http://schemas.microsoft.com/office/drawing/2014/main" id="{1445B63F-748B-4053-0802-D1F67208E4E5}"/>
                </a:ext>
              </a:extLst>
            </p:cNvPr>
            <p:cNvSpPr/>
            <p:nvPr/>
          </p:nvSpPr>
          <p:spPr>
            <a:xfrm>
              <a:off x="6158050" y="1632975"/>
              <a:ext cx="333975" cy="332025"/>
            </a:xfrm>
            <a:custGeom>
              <a:avLst/>
              <a:gdLst/>
              <a:ahLst/>
              <a:cxnLst/>
              <a:rect l="l" t="t" r="r" b="b"/>
              <a:pathLst>
                <a:path w="13359" h="13281" extrusionOk="0">
                  <a:moveTo>
                    <a:pt x="821" y="10716"/>
                  </a:moveTo>
                  <a:cubicBezTo>
                    <a:pt x="821" y="10716"/>
                    <a:pt x="219" y="12107"/>
                    <a:pt x="5561" y="12694"/>
                  </a:cubicBezTo>
                  <a:cubicBezTo>
                    <a:pt x="10903" y="13280"/>
                    <a:pt x="12025" y="13239"/>
                    <a:pt x="12456" y="12522"/>
                  </a:cubicBezTo>
                  <a:cubicBezTo>
                    <a:pt x="12886" y="11811"/>
                    <a:pt x="13359" y="3572"/>
                    <a:pt x="12886" y="2440"/>
                  </a:cubicBezTo>
                  <a:cubicBezTo>
                    <a:pt x="12414" y="1303"/>
                    <a:pt x="11121" y="83"/>
                    <a:pt x="8318" y="42"/>
                  </a:cubicBezTo>
                  <a:cubicBezTo>
                    <a:pt x="5514" y="0"/>
                    <a:pt x="1" y="1345"/>
                    <a:pt x="821" y="1071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8501;p91">
              <a:extLst>
                <a:ext uri="{FF2B5EF4-FFF2-40B4-BE49-F238E27FC236}">
                  <a16:creationId xmlns:a16="http://schemas.microsoft.com/office/drawing/2014/main" id="{F1520870-CBF5-09F3-33BD-907EAAA13D89}"/>
                </a:ext>
              </a:extLst>
            </p:cNvPr>
            <p:cNvSpPr/>
            <p:nvPr/>
          </p:nvSpPr>
          <p:spPr>
            <a:xfrm>
              <a:off x="6168950" y="1632800"/>
              <a:ext cx="324775" cy="328950"/>
            </a:xfrm>
            <a:custGeom>
              <a:avLst/>
              <a:gdLst/>
              <a:ahLst/>
              <a:cxnLst/>
              <a:rect l="l" t="t" r="r" b="b"/>
              <a:pathLst>
                <a:path w="12991" h="13158" extrusionOk="0">
                  <a:moveTo>
                    <a:pt x="7749" y="99"/>
                  </a:moveTo>
                  <a:cubicBezTo>
                    <a:pt x="7797" y="99"/>
                    <a:pt x="7842" y="100"/>
                    <a:pt x="7887" y="101"/>
                  </a:cubicBezTo>
                  <a:cubicBezTo>
                    <a:pt x="10981" y="147"/>
                    <a:pt x="12051" y="1601"/>
                    <a:pt x="12409" y="2463"/>
                  </a:cubicBezTo>
                  <a:cubicBezTo>
                    <a:pt x="12887" y="3600"/>
                    <a:pt x="12383" y="11844"/>
                    <a:pt x="11983" y="12509"/>
                  </a:cubicBezTo>
                  <a:cubicBezTo>
                    <a:pt x="11759" y="12877"/>
                    <a:pt x="11308" y="13057"/>
                    <a:pt x="10141" y="13057"/>
                  </a:cubicBezTo>
                  <a:cubicBezTo>
                    <a:pt x="9124" y="13057"/>
                    <a:pt x="7562" y="12920"/>
                    <a:pt x="5130" y="12654"/>
                  </a:cubicBezTo>
                  <a:cubicBezTo>
                    <a:pt x="1652" y="12270"/>
                    <a:pt x="738" y="11543"/>
                    <a:pt x="504" y="11143"/>
                  </a:cubicBezTo>
                  <a:cubicBezTo>
                    <a:pt x="364" y="10910"/>
                    <a:pt x="432" y="10754"/>
                    <a:pt x="432" y="10744"/>
                  </a:cubicBezTo>
                  <a:cubicBezTo>
                    <a:pt x="432" y="10738"/>
                    <a:pt x="437" y="10728"/>
                    <a:pt x="437" y="10723"/>
                  </a:cubicBezTo>
                  <a:cubicBezTo>
                    <a:pt x="99" y="6902"/>
                    <a:pt x="790" y="4046"/>
                    <a:pt x="2477" y="2229"/>
                  </a:cubicBezTo>
                  <a:cubicBezTo>
                    <a:pt x="4180" y="396"/>
                    <a:pt x="6458" y="99"/>
                    <a:pt x="7749" y="99"/>
                  </a:cubicBezTo>
                  <a:close/>
                  <a:moveTo>
                    <a:pt x="7750" y="1"/>
                  </a:moveTo>
                  <a:cubicBezTo>
                    <a:pt x="6438" y="1"/>
                    <a:pt x="4134" y="302"/>
                    <a:pt x="2405" y="2162"/>
                  </a:cubicBezTo>
                  <a:cubicBezTo>
                    <a:pt x="696" y="3994"/>
                    <a:pt x="1" y="6876"/>
                    <a:pt x="338" y="10718"/>
                  </a:cubicBezTo>
                  <a:cubicBezTo>
                    <a:pt x="323" y="10764"/>
                    <a:pt x="276" y="10946"/>
                    <a:pt x="416" y="11185"/>
                  </a:cubicBezTo>
                  <a:cubicBezTo>
                    <a:pt x="707" y="11694"/>
                    <a:pt x="1766" y="12379"/>
                    <a:pt x="5120" y="12748"/>
                  </a:cubicBezTo>
                  <a:cubicBezTo>
                    <a:pt x="7560" y="13017"/>
                    <a:pt x="9128" y="13158"/>
                    <a:pt x="10151" y="13158"/>
                  </a:cubicBezTo>
                  <a:cubicBezTo>
                    <a:pt x="11365" y="13158"/>
                    <a:pt x="11822" y="12960"/>
                    <a:pt x="12066" y="12555"/>
                  </a:cubicBezTo>
                  <a:cubicBezTo>
                    <a:pt x="12508" y="11823"/>
                    <a:pt x="12990" y="3605"/>
                    <a:pt x="12497" y="2426"/>
                  </a:cubicBezTo>
                  <a:cubicBezTo>
                    <a:pt x="12129" y="1544"/>
                    <a:pt x="11038" y="49"/>
                    <a:pt x="7887" y="2"/>
                  </a:cubicBezTo>
                  <a:cubicBezTo>
                    <a:pt x="7842" y="1"/>
                    <a:pt x="7797" y="1"/>
                    <a:pt x="7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8502;p91">
              <a:extLst>
                <a:ext uri="{FF2B5EF4-FFF2-40B4-BE49-F238E27FC236}">
                  <a16:creationId xmlns:a16="http://schemas.microsoft.com/office/drawing/2014/main" id="{F27C46DA-2B53-B215-3CC3-F1D3ECBCAD09}"/>
                </a:ext>
              </a:extLst>
            </p:cNvPr>
            <p:cNvSpPr/>
            <p:nvPr/>
          </p:nvSpPr>
          <p:spPr>
            <a:xfrm>
              <a:off x="6299525" y="1633975"/>
              <a:ext cx="192650" cy="326475"/>
            </a:xfrm>
            <a:custGeom>
              <a:avLst/>
              <a:gdLst/>
              <a:ahLst/>
              <a:cxnLst/>
              <a:rect l="l" t="t" r="r" b="b"/>
              <a:pathLst>
                <a:path w="7706" h="13059" extrusionOk="0">
                  <a:moveTo>
                    <a:pt x="2524" y="0"/>
                  </a:moveTo>
                  <a:cubicBezTo>
                    <a:pt x="1668" y="0"/>
                    <a:pt x="818" y="135"/>
                    <a:pt x="1" y="396"/>
                  </a:cubicBezTo>
                  <a:cubicBezTo>
                    <a:pt x="332" y="359"/>
                    <a:pt x="668" y="338"/>
                    <a:pt x="1000" y="338"/>
                  </a:cubicBezTo>
                  <a:cubicBezTo>
                    <a:pt x="1037" y="338"/>
                    <a:pt x="1074" y="339"/>
                    <a:pt x="1112" y="339"/>
                  </a:cubicBezTo>
                  <a:cubicBezTo>
                    <a:pt x="3915" y="381"/>
                    <a:pt x="5208" y="1601"/>
                    <a:pt x="5680" y="2733"/>
                  </a:cubicBezTo>
                  <a:cubicBezTo>
                    <a:pt x="6153" y="3869"/>
                    <a:pt x="5680" y="12109"/>
                    <a:pt x="5249" y="12820"/>
                  </a:cubicBezTo>
                  <a:cubicBezTo>
                    <a:pt x="5197" y="12913"/>
                    <a:pt x="5125" y="12991"/>
                    <a:pt x="5047" y="13059"/>
                  </a:cubicBezTo>
                  <a:cubicBezTo>
                    <a:pt x="6158" y="13048"/>
                    <a:pt x="6573" y="12861"/>
                    <a:pt x="6802" y="12482"/>
                  </a:cubicBezTo>
                  <a:cubicBezTo>
                    <a:pt x="7233" y="11766"/>
                    <a:pt x="7705" y="3532"/>
                    <a:pt x="7233" y="2400"/>
                  </a:cubicBezTo>
                  <a:cubicBezTo>
                    <a:pt x="6755" y="1263"/>
                    <a:pt x="5462" y="43"/>
                    <a:pt x="2664" y="2"/>
                  </a:cubicBezTo>
                  <a:cubicBezTo>
                    <a:pt x="2617" y="1"/>
                    <a:pt x="2570" y="0"/>
                    <a:pt x="25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8503;p91">
              <a:extLst>
                <a:ext uri="{FF2B5EF4-FFF2-40B4-BE49-F238E27FC236}">
                  <a16:creationId xmlns:a16="http://schemas.microsoft.com/office/drawing/2014/main" id="{D845E290-FA2F-F4B8-E98E-D305C92771FC}"/>
                </a:ext>
              </a:extLst>
            </p:cNvPr>
            <p:cNvSpPr/>
            <p:nvPr/>
          </p:nvSpPr>
          <p:spPr>
            <a:xfrm>
              <a:off x="6298225" y="1632800"/>
              <a:ext cx="195500" cy="328950"/>
            </a:xfrm>
            <a:custGeom>
              <a:avLst/>
              <a:gdLst/>
              <a:ahLst/>
              <a:cxnLst/>
              <a:rect l="l" t="t" r="r" b="b"/>
              <a:pathLst>
                <a:path w="7820" h="13158" extrusionOk="0">
                  <a:moveTo>
                    <a:pt x="2550" y="99"/>
                  </a:moveTo>
                  <a:cubicBezTo>
                    <a:pt x="2606" y="99"/>
                    <a:pt x="2661" y="99"/>
                    <a:pt x="2716" y="101"/>
                  </a:cubicBezTo>
                  <a:cubicBezTo>
                    <a:pt x="5810" y="142"/>
                    <a:pt x="6880" y="1601"/>
                    <a:pt x="7238" y="2463"/>
                  </a:cubicBezTo>
                  <a:cubicBezTo>
                    <a:pt x="7716" y="3600"/>
                    <a:pt x="7212" y="11844"/>
                    <a:pt x="6812" y="12509"/>
                  </a:cubicBezTo>
                  <a:cubicBezTo>
                    <a:pt x="6615" y="12825"/>
                    <a:pt x="6277" y="13033"/>
                    <a:pt x="5218" y="13054"/>
                  </a:cubicBezTo>
                  <a:cubicBezTo>
                    <a:pt x="5265" y="13007"/>
                    <a:pt x="5307" y="12950"/>
                    <a:pt x="5343" y="12893"/>
                  </a:cubicBezTo>
                  <a:cubicBezTo>
                    <a:pt x="5784" y="12156"/>
                    <a:pt x="6267" y="3937"/>
                    <a:pt x="5774" y="2764"/>
                  </a:cubicBezTo>
                  <a:cubicBezTo>
                    <a:pt x="5405" y="1876"/>
                    <a:pt x="4315" y="386"/>
                    <a:pt x="1164" y="339"/>
                  </a:cubicBezTo>
                  <a:lnTo>
                    <a:pt x="1039" y="339"/>
                  </a:lnTo>
                  <a:cubicBezTo>
                    <a:pt x="873" y="339"/>
                    <a:pt x="712" y="339"/>
                    <a:pt x="541" y="350"/>
                  </a:cubicBezTo>
                  <a:cubicBezTo>
                    <a:pt x="1198" y="187"/>
                    <a:pt x="1874" y="99"/>
                    <a:pt x="2550" y="99"/>
                  </a:cubicBezTo>
                  <a:close/>
                  <a:moveTo>
                    <a:pt x="2575" y="1"/>
                  </a:moveTo>
                  <a:cubicBezTo>
                    <a:pt x="1714" y="1"/>
                    <a:pt x="859" y="136"/>
                    <a:pt x="37" y="397"/>
                  </a:cubicBezTo>
                  <a:cubicBezTo>
                    <a:pt x="16" y="402"/>
                    <a:pt x="1" y="428"/>
                    <a:pt x="6" y="454"/>
                  </a:cubicBezTo>
                  <a:cubicBezTo>
                    <a:pt x="10" y="476"/>
                    <a:pt x="31" y="491"/>
                    <a:pt x="50" y="491"/>
                  </a:cubicBezTo>
                  <a:cubicBezTo>
                    <a:pt x="52" y="491"/>
                    <a:pt x="55" y="491"/>
                    <a:pt x="58" y="490"/>
                  </a:cubicBezTo>
                  <a:cubicBezTo>
                    <a:pt x="389" y="453"/>
                    <a:pt x="721" y="432"/>
                    <a:pt x="1052" y="432"/>
                  </a:cubicBezTo>
                  <a:cubicBezTo>
                    <a:pt x="1089" y="432"/>
                    <a:pt x="1126" y="432"/>
                    <a:pt x="1164" y="433"/>
                  </a:cubicBezTo>
                  <a:cubicBezTo>
                    <a:pt x="4258" y="480"/>
                    <a:pt x="5327" y="1938"/>
                    <a:pt x="5686" y="2800"/>
                  </a:cubicBezTo>
                  <a:cubicBezTo>
                    <a:pt x="6163" y="3937"/>
                    <a:pt x="5660" y="12182"/>
                    <a:pt x="5260" y="12841"/>
                  </a:cubicBezTo>
                  <a:cubicBezTo>
                    <a:pt x="5208" y="12929"/>
                    <a:pt x="5140" y="13007"/>
                    <a:pt x="5068" y="13069"/>
                  </a:cubicBezTo>
                  <a:cubicBezTo>
                    <a:pt x="5031" y="13101"/>
                    <a:pt x="5052" y="13158"/>
                    <a:pt x="5099" y="13158"/>
                  </a:cubicBezTo>
                  <a:cubicBezTo>
                    <a:pt x="6153" y="13147"/>
                    <a:pt x="6636" y="12981"/>
                    <a:pt x="6895" y="12555"/>
                  </a:cubicBezTo>
                  <a:cubicBezTo>
                    <a:pt x="7337" y="11823"/>
                    <a:pt x="7819" y="3605"/>
                    <a:pt x="7331" y="2426"/>
                  </a:cubicBezTo>
                  <a:cubicBezTo>
                    <a:pt x="6958" y="1544"/>
                    <a:pt x="5867" y="49"/>
                    <a:pt x="2716" y="2"/>
                  </a:cubicBezTo>
                  <a:cubicBezTo>
                    <a:pt x="2669" y="1"/>
                    <a:pt x="2622" y="1"/>
                    <a:pt x="2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8504;p91">
              <a:extLst>
                <a:ext uri="{FF2B5EF4-FFF2-40B4-BE49-F238E27FC236}">
                  <a16:creationId xmlns:a16="http://schemas.microsoft.com/office/drawing/2014/main" id="{661E0647-75C3-A556-27E6-0D2B5CF50C82}"/>
                </a:ext>
              </a:extLst>
            </p:cNvPr>
            <p:cNvSpPr/>
            <p:nvPr/>
          </p:nvSpPr>
          <p:spPr>
            <a:xfrm>
              <a:off x="6299525" y="1633975"/>
              <a:ext cx="192650" cy="326475"/>
            </a:xfrm>
            <a:custGeom>
              <a:avLst/>
              <a:gdLst/>
              <a:ahLst/>
              <a:cxnLst/>
              <a:rect l="l" t="t" r="r" b="b"/>
              <a:pathLst>
                <a:path w="7706" h="13059" extrusionOk="0">
                  <a:moveTo>
                    <a:pt x="2524" y="0"/>
                  </a:moveTo>
                  <a:cubicBezTo>
                    <a:pt x="1668" y="0"/>
                    <a:pt x="818" y="135"/>
                    <a:pt x="1" y="396"/>
                  </a:cubicBezTo>
                  <a:cubicBezTo>
                    <a:pt x="332" y="359"/>
                    <a:pt x="668" y="338"/>
                    <a:pt x="1000" y="338"/>
                  </a:cubicBezTo>
                  <a:cubicBezTo>
                    <a:pt x="1037" y="338"/>
                    <a:pt x="1074" y="339"/>
                    <a:pt x="1112" y="339"/>
                  </a:cubicBezTo>
                  <a:cubicBezTo>
                    <a:pt x="3915" y="381"/>
                    <a:pt x="5208" y="1601"/>
                    <a:pt x="5680" y="2733"/>
                  </a:cubicBezTo>
                  <a:cubicBezTo>
                    <a:pt x="6153" y="3869"/>
                    <a:pt x="5680" y="12109"/>
                    <a:pt x="5249" y="12820"/>
                  </a:cubicBezTo>
                  <a:cubicBezTo>
                    <a:pt x="5197" y="12913"/>
                    <a:pt x="5125" y="12991"/>
                    <a:pt x="5047" y="13059"/>
                  </a:cubicBezTo>
                  <a:cubicBezTo>
                    <a:pt x="6158" y="13048"/>
                    <a:pt x="6573" y="12861"/>
                    <a:pt x="6802" y="12482"/>
                  </a:cubicBezTo>
                  <a:cubicBezTo>
                    <a:pt x="7233" y="11766"/>
                    <a:pt x="7705" y="3532"/>
                    <a:pt x="7233" y="2400"/>
                  </a:cubicBezTo>
                  <a:cubicBezTo>
                    <a:pt x="6755" y="1263"/>
                    <a:pt x="5462" y="43"/>
                    <a:pt x="2664" y="2"/>
                  </a:cubicBezTo>
                  <a:cubicBezTo>
                    <a:pt x="2617" y="1"/>
                    <a:pt x="2570" y="0"/>
                    <a:pt x="2524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8505;p91">
              <a:extLst>
                <a:ext uri="{FF2B5EF4-FFF2-40B4-BE49-F238E27FC236}">
                  <a16:creationId xmlns:a16="http://schemas.microsoft.com/office/drawing/2014/main" id="{17DE62A9-AA5B-02D4-56A9-F596DEB2FE1B}"/>
                </a:ext>
              </a:extLst>
            </p:cNvPr>
            <p:cNvSpPr/>
            <p:nvPr/>
          </p:nvSpPr>
          <p:spPr>
            <a:xfrm>
              <a:off x="6153125" y="2247525"/>
              <a:ext cx="69200" cy="171125"/>
            </a:xfrm>
            <a:custGeom>
              <a:avLst/>
              <a:gdLst/>
              <a:ahLst/>
              <a:cxnLst/>
              <a:rect l="l" t="t" r="r" b="b"/>
              <a:pathLst>
                <a:path w="2768" h="6845" extrusionOk="0">
                  <a:moveTo>
                    <a:pt x="0" y="1"/>
                  </a:moveTo>
                  <a:lnTo>
                    <a:pt x="0" y="6335"/>
                  </a:lnTo>
                  <a:cubicBezTo>
                    <a:pt x="0" y="6335"/>
                    <a:pt x="598" y="6845"/>
                    <a:pt x="1418" y="6845"/>
                  </a:cubicBezTo>
                  <a:cubicBezTo>
                    <a:pt x="1828" y="6845"/>
                    <a:pt x="2293" y="6717"/>
                    <a:pt x="2768" y="6335"/>
                  </a:cubicBezTo>
                  <a:lnTo>
                    <a:pt x="27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8506;p91">
              <a:extLst>
                <a:ext uri="{FF2B5EF4-FFF2-40B4-BE49-F238E27FC236}">
                  <a16:creationId xmlns:a16="http://schemas.microsoft.com/office/drawing/2014/main" id="{6B30E93E-1F36-0374-5C09-3A5051B90B1A}"/>
                </a:ext>
              </a:extLst>
            </p:cNvPr>
            <p:cNvSpPr/>
            <p:nvPr/>
          </p:nvSpPr>
          <p:spPr>
            <a:xfrm>
              <a:off x="6153125" y="2247525"/>
              <a:ext cx="69200" cy="187050"/>
            </a:xfrm>
            <a:custGeom>
              <a:avLst/>
              <a:gdLst/>
              <a:ahLst/>
              <a:cxnLst/>
              <a:rect l="l" t="t" r="r" b="b"/>
              <a:pathLst>
                <a:path w="2768" h="7482" extrusionOk="0">
                  <a:moveTo>
                    <a:pt x="2768" y="6335"/>
                  </a:moveTo>
                  <a:lnTo>
                    <a:pt x="2768" y="6335"/>
                  </a:lnTo>
                  <a:cubicBezTo>
                    <a:pt x="1345" y="7482"/>
                    <a:pt x="0" y="6335"/>
                    <a:pt x="0" y="6335"/>
                  </a:cubicBezTo>
                  <a:lnTo>
                    <a:pt x="0" y="1"/>
                  </a:lnTo>
                  <a:lnTo>
                    <a:pt x="276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8507;p91">
              <a:extLst>
                <a:ext uri="{FF2B5EF4-FFF2-40B4-BE49-F238E27FC236}">
                  <a16:creationId xmlns:a16="http://schemas.microsoft.com/office/drawing/2014/main" id="{FF901678-639A-73BB-4634-0F094E4AA687}"/>
                </a:ext>
              </a:extLst>
            </p:cNvPr>
            <p:cNvSpPr/>
            <p:nvPr/>
          </p:nvSpPr>
          <p:spPr>
            <a:xfrm>
              <a:off x="6151825" y="2246225"/>
              <a:ext cx="71800" cy="173575"/>
            </a:xfrm>
            <a:custGeom>
              <a:avLst/>
              <a:gdLst/>
              <a:ahLst/>
              <a:cxnLst/>
              <a:rect l="l" t="t" r="r" b="b"/>
              <a:pathLst>
                <a:path w="2872" h="6943" extrusionOk="0">
                  <a:moveTo>
                    <a:pt x="2768" y="99"/>
                  </a:moveTo>
                  <a:lnTo>
                    <a:pt x="2768" y="6366"/>
                  </a:lnTo>
                  <a:cubicBezTo>
                    <a:pt x="2307" y="6731"/>
                    <a:pt x="1857" y="6853"/>
                    <a:pt x="1461" y="6853"/>
                  </a:cubicBezTo>
                  <a:cubicBezTo>
                    <a:pt x="742" y="6853"/>
                    <a:pt x="201" y="6450"/>
                    <a:pt x="94" y="6366"/>
                  </a:cubicBezTo>
                  <a:lnTo>
                    <a:pt x="94" y="99"/>
                  </a:lnTo>
                  <a:close/>
                  <a:moveTo>
                    <a:pt x="47" y="1"/>
                  </a:moveTo>
                  <a:cubicBezTo>
                    <a:pt x="21" y="1"/>
                    <a:pt x="0" y="27"/>
                    <a:pt x="0" y="53"/>
                  </a:cubicBezTo>
                  <a:lnTo>
                    <a:pt x="0" y="6387"/>
                  </a:lnTo>
                  <a:cubicBezTo>
                    <a:pt x="0" y="6397"/>
                    <a:pt x="6" y="6413"/>
                    <a:pt x="16" y="6423"/>
                  </a:cubicBezTo>
                  <a:cubicBezTo>
                    <a:pt x="26" y="6433"/>
                    <a:pt x="639" y="6942"/>
                    <a:pt x="1470" y="6942"/>
                  </a:cubicBezTo>
                  <a:cubicBezTo>
                    <a:pt x="1890" y="6942"/>
                    <a:pt x="2368" y="6812"/>
                    <a:pt x="2851" y="6423"/>
                  </a:cubicBezTo>
                  <a:cubicBezTo>
                    <a:pt x="2861" y="6413"/>
                    <a:pt x="2866" y="6402"/>
                    <a:pt x="2871" y="6387"/>
                  </a:cubicBezTo>
                  <a:lnTo>
                    <a:pt x="2871" y="53"/>
                  </a:lnTo>
                  <a:cubicBezTo>
                    <a:pt x="2866" y="27"/>
                    <a:pt x="2846" y="1"/>
                    <a:pt x="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8508;p91">
              <a:extLst>
                <a:ext uri="{FF2B5EF4-FFF2-40B4-BE49-F238E27FC236}">
                  <a16:creationId xmlns:a16="http://schemas.microsoft.com/office/drawing/2014/main" id="{3230B6F5-702C-D08F-F8E2-C2A54650EDC8}"/>
                </a:ext>
              </a:extLst>
            </p:cNvPr>
            <p:cNvSpPr/>
            <p:nvPr/>
          </p:nvSpPr>
          <p:spPr>
            <a:xfrm>
              <a:off x="6152725" y="2235600"/>
              <a:ext cx="69075" cy="24675"/>
            </a:xfrm>
            <a:custGeom>
              <a:avLst/>
              <a:gdLst/>
              <a:ahLst/>
              <a:cxnLst/>
              <a:rect l="l" t="t" r="r" b="b"/>
              <a:pathLst>
                <a:path w="2763" h="987" extrusionOk="0">
                  <a:moveTo>
                    <a:pt x="1382" y="0"/>
                  </a:moveTo>
                  <a:cubicBezTo>
                    <a:pt x="619" y="0"/>
                    <a:pt x="1" y="218"/>
                    <a:pt x="1" y="493"/>
                  </a:cubicBezTo>
                  <a:cubicBezTo>
                    <a:pt x="1" y="763"/>
                    <a:pt x="619" y="987"/>
                    <a:pt x="1382" y="987"/>
                  </a:cubicBezTo>
                  <a:cubicBezTo>
                    <a:pt x="2145" y="987"/>
                    <a:pt x="2763" y="763"/>
                    <a:pt x="2763" y="493"/>
                  </a:cubicBezTo>
                  <a:cubicBezTo>
                    <a:pt x="2763" y="218"/>
                    <a:pt x="2145" y="0"/>
                    <a:pt x="13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8509;p91">
              <a:extLst>
                <a:ext uri="{FF2B5EF4-FFF2-40B4-BE49-F238E27FC236}">
                  <a16:creationId xmlns:a16="http://schemas.microsoft.com/office/drawing/2014/main" id="{F5E73146-F724-9026-6C1C-11D902B762E4}"/>
                </a:ext>
              </a:extLst>
            </p:cNvPr>
            <p:cNvSpPr/>
            <p:nvPr/>
          </p:nvSpPr>
          <p:spPr>
            <a:xfrm>
              <a:off x="6151575" y="2234300"/>
              <a:ext cx="71400" cy="27150"/>
            </a:xfrm>
            <a:custGeom>
              <a:avLst/>
              <a:gdLst/>
              <a:ahLst/>
              <a:cxnLst/>
              <a:rect l="l" t="t" r="r" b="b"/>
              <a:pathLst>
                <a:path w="2856" h="1086" extrusionOk="0">
                  <a:moveTo>
                    <a:pt x="1428" y="99"/>
                  </a:moveTo>
                  <a:cubicBezTo>
                    <a:pt x="2212" y="99"/>
                    <a:pt x="2762" y="332"/>
                    <a:pt x="2762" y="545"/>
                  </a:cubicBezTo>
                  <a:cubicBezTo>
                    <a:pt x="2762" y="753"/>
                    <a:pt x="2212" y="992"/>
                    <a:pt x="1428" y="992"/>
                  </a:cubicBezTo>
                  <a:cubicBezTo>
                    <a:pt x="644" y="992"/>
                    <a:pt x="99" y="758"/>
                    <a:pt x="99" y="545"/>
                  </a:cubicBezTo>
                  <a:cubicBezTo>
                    <a:pt x="99" y="332"/>
                    <a:pt x="644" y="99"/>
                    <a:pt x="1428" y="99"/>
                  </a:cubicBezTo>
                  <a:close/>
                  <a:moveTo>
                    <a:pt x="1428" y="0"/>
                  </a:moveTo>
                  <a:cubicBezTo>
                    <a:pt x="628" y="0"/>
                    <a:pt x="0" y="239"/>
                    <a:pt x="0" y="545"/>
                  </a:cubicBezTo>
                  <a:cubicBezTo>
                    <a:pt x="0" y="846"/>
                    <a:pt x="628" y="1085"/>
                    <a:pt x="1428" y="1085"/>
                  </a:cubicBezTo>
                  <a:cubicBezTo>
                    <a:pt x="2233" y="1085"/>
                    <a:pt x="2856" y="852"/>
                    <a:pt x="2856" y="545"/>
                  </a:cubicBezTo>
                  <a:cubicBezTo>
                    <a:pt x="2856" y="239"/>
                    <a:pt x="2227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8510;p91">
              <a:extLst>
                <a:ext uri="{FF2B5EF4-FFF2-40B4-BE49-F238E27FC236}">
                  <a16:creationId xmlns:a16="http://schemas.microsoft.com/office/drawing/2014/main" id="{0A894E4F-4DD0-81E9-E3D9-BBB0D530E441}"/>
                </a:ext>
              </a:extLst>
            </p:cNvPr>
            <p:cNvSpPr/>
            <p:nvPr/>
          </p:nvSpPr>
          <p:spPr>
            <a:xfrm>
              <a:off x="6165325" y="2232600"/>
              <a:ext cx="44025" cy="23250"/>
            </a:xfrm>
            <a:custGeom>
              <a:avLst/>
              <a:gdLst/>
              <a:ahLst/>
              <a:cxnLst/>
              <a:rect l="l" t="t" r="r" b="b"/>
              <a:pathLst>
                <a:path w="1761" h="930" extrusionOk="0">
                  <a:moveTo>
                    <a:pt x="878" y="1"/>
                  </a:moveTo>
                  <a:cubicBezTo>
                    <a:pt x="395" y="1"/>
                    <a:pt x="0" y="146"/>
                    <a:pt x="0" y="317"/>
                  </a:cubicBezTo>
                  <a:lnTo>
                    <a:pt x="0" y="613"/>
                  </a:lnTo>
                  <a:cubicBezTo>
                    <a:pt x="0" y="785"/>
                    <a:pt x="395" y="930"/>
                    <a:pt x="878" y="930"/>
                  </a:cubicBezTo>
                  <a:cubicBezTo>
                    <a:pt x="1366" y="930"/>
                    <a:pt x="1760" y="785"/>
                    <a:pt x="1760" y="613"/>
                  </a:cubicBezTo>
                  <a:lnTo>
                    <a:pt x="1760" y="317"/>
                  </a:lnTo>
                  <a:cubicBezTo>
                    <a:pt x="1760" y="146"/>
                    <a:pt x="1366" y="1"/>
                    <a:pt x="8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8511;p91">
              <a:extLst>
                <a:ext uri="{FF2B5EF4-FFF2-40B4-BE49-F238E27FC236}">
                  <a16:creationId xmlns:a16="http://schemas.microsoft.com/office/drawing/2014/main" id="{E6044A92-9E1F-EFB5-97F6-3387A7FC9EB8}"/>
                </a:ext>
              </a:extLst>
            </p:cNvPr>
            <p:cNvSpPr/>
            <p:nvPr/>
          </p:nvSpPr>
          <p:spPr>
            <a:xfrm>
              <a:off x="6164025" y="2231425"/>
              <a:ext cx="46500" cy="25600"/>
            </a:xfrm>
            <a:custGeom>
              <a:avLst/>
              <a:gdLst/>
              <a:ahLst/>
              <a:cxnLst/>
              <a:rect l="l" t="t" r="r" b="b"/>
              <a:pathLst>
                <a:path w="1860" h="1024" extrusionOk="0">
                  <a:moveTo>
                    <a:pt x="930" y="100"/>
                  </a:moveTo>
                  <a:cubicBezTo>
                    <a:pt x="1407" y="100"/>
                    <a:pt x="1766" y="240"/>
                    <a:pt x="1766" y="364"/>
                  </a:cubicBezTo>
                  <a:lnTo>
                    <a:pt x="1766" y="660"/>
                  </a:lnTo>
                  <a:cubicBezTo>
                    <a:pt x="1766" y="785"/>
                    <a:pt x="1407" y="925"/>
                    <a:pt x="930" y="925"/>
                  </a:cubicBezTo>
                  <a:cubicBezTo>
                    <a:pt x="452" y="925"/>
                    <a:pt x="99" y="785"/>
                    <a:pt x="99" y="660"/>
                  </a:cubicBezTo>
                  <a:lnTo>
                    <a:pt x="99" y="364"/>
                  </a:lnTo>
                  <a:cubicBezTo>
                    <a:pt x="99" y="240"/>
                    <a:pt x="452" y="100"/>
                    <a:pt x="930" y="100"/>
                  </a:cubicBezTo>
                  <a:close/>
                  <a:moveTo>
                    <a:pt x="930" y="1"/>
                  </a:moveTo>
                  <a:cubicBezTo>
                    <a:pt x="478" y="1"/>
                    <a:pt x="0" y="131"/>
                    <a:pt x="0" y="364"/>
                  </a:cubicBezTo>
                  <a:lnTo>
                    <a:pt x="0" y="660"/>
                  </a:lnTo>
                  <a:cubicBezTo>
                    <a:pt x="0" y="894"/>
                    <a:pt x="478" y="1024"/>
                    <a:pt x="930" y="1024"/>
                  </a:cubicBezTo>
                  <a:cubicBezTo>
                    <a:pt x="1381" y="1024"/>
                    <a:pt x="1859" y="894"/>
                    <a:pt x="1859" y="660"/>
                  </a:cubicBezTo>
                  <a:lnTo>
                    <a:pt x="1859" y="364"/>
                  </a:lnTo>
                  <a:cubicBezTo>
                    <a:pt x="1859" y="131"/>
                    <a:pt x="1381" y="1"/>
                    <a:pt x="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8512;p91">
              <a:extLst>
                <a:ext uri="{FF2B5EF4-FFF2-40B4-BE49-F238E27FC236}">
                  <a16:creationId xmlns:a16="http://schemas.microsoft.com/office/drawing/2014/main" id="{A8E79958-327B-DCDE-ECDB-E967914AA478}"/>
                </a:ext>
              </a:extLst>
            </p:cNvPr>
            <p:cNvSpPr/>
            <p:nvPr/>
          </p:nvSpPr>
          <p:spPr>
            <a:xfrm>
              <a:off x="6165325" y="2232600"/>
              <a:ext cx="44025" cy="15875"/>
            </a:xfrm>
            <a:custGeom>
              <a:avLst/>
              <a:gdLst/>
              <a:ahLst/>
              <a:cxnLst/>
              <a:rect l="l" t="t" r="r" b="b"/>
              <a:pathLst>
                <a:path w="1761" h="635" extrusionOk="0">
                  <a:moveTo>
                    <a:pt x="878" y="1"/>
                  </a:moveTo>
                  <a:cubicBezTo>
                    <a:pt x="395" y="1"/>
                    <a:pt x="0" y="146"/>
                    <a:pt x="0" y="317"/>
                  </a:cubicBezTo>
                  <a:cubicBezTo>
                    <a:pt x="0" y="494"/>
                    <a:pt x="395" y="634"/>
                    <a:pt x="878" y="634"/>
                  </a:cubicBezTo>
                  <a:cubicBezTo>
                    <a:pt x="1366" y="634"/>
                    <a:pt x="1760" y="494"/>
                    <a:pt x="1760" y="317"/>
                  </a:cubicBezTo>
                  <a:cubicBezTo>
                    <a:pt x="1760" y="146"/>
                    <a:pt x="1366" y="1"/>
                    <a:pt x="8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8513;p91">
              <a:extLst>
                <a:ext uri="{FF2B5EF4-FFF2-40B4-BE49-F238E27FC236}">
                  <a16:creationId xmlns:a16="http://schemas.microsoft.com/office/drawing/2014/main" id="{FF0C6AD5-718A-2501-B46C-4092C508AAC5}"/>
                </a:ext>
              </a:extLst>
            </p:cNvPr>
            <p:cNvSpPr/>
            <p:nvPr/>
          </p:nvSpPr>
          <p:spPr>
            <a:xfrm>
              <a:off x="6164025" y="2231425"/>
              <a:ext cx="46500" cy="18200"/>
            </a:xfrm>
            <a:custGeom>
              <a:avLst/>
              <a:gdLst/>
              <a:ahLst/>
              <a:cxnLst/>
              <a:rect l="l" t="t" r="r" b="b"/>
              <a:pathLst>
                <a:path w="1860" h="728" extrusionOk="0">
                  <a:moveTo>
                    <a:pt x="930" y="100"/>
                  </a:moveTo>
                  <a:cubicBezTo>
                    <a:pt x="1407" y="100"/>
                    <a:pt x="1766" y="240"/>
                    <a:pt x="1766" y="364"/>
                  </a:cubicBezTo>
                  <a:cubicBezTo>
                    <a:pt x="1766" y="489"/>
                    <a:pt x="1407" y="634"/>
                    <a:pt x="930" y="634"/>
                  </a:cubicBezTo>
                  <a:cubicBezTo>
                    <a:pt x="452" y="634"/>
                    <a:pt x="99" y="489"/>
                    <a:pt x="99" y="364"/>
                  </a:cubicBezTo>
                  <a:cubicBezTo>
                    <a:pt x="99" y="240"/>
                    <a:pt x="452" y="100"/>
                    <a:pt x="930" y="100"/>
                  </a:cubicBezTo>
                  <a:close/>
                  <a:moveTo>
                    <a:pt x="930" y="1"/>
                  </a:moveTo>
                  <a:cubicBezTo>
                    <a:pt x="478" y="1"/>
                    <a:pt x="0" y="131"/>
                    <a:pt x="0" y="364"/>
                  </a:cubicBezTo>
                  <a:cubicBezTo>
                    <a:pt x="0" y="598"/>
                    <a:pt x="478" y="728"/>
                    <a:pt x="930" y="728"/>
                  </a:cubicBezTo>
                  <a:cubicBezTo>
                    <a:pt x="1381" y="728"/>
                    <a:pt x="1859" y="598"/>
                    <a:pt x="1859" y="364"/>
                  </a:cubicBezTo>
                  <a:cubicBezTo>
                    <a:pt x="1859" y="131"/>
                    <a:pt x="1381" y="1"/>
                    <a:pt x="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8514;p91">
              <a:extLst>
                <a:ext uri="{FF2B5EF4-FFF2-40B4-BE49-F238E27FC236}">
                  <a16:creationId xmlns:a16="http://schemas.microsoft.com/office/drawing/2014/main" id="{2B024DBF-7F5C-AD4A-983F-E79D859512D8}"/>
                </a:ext>
              </a:extLst>
            </p:cNvPr>
            <p:cNvSpPr/>
            <p:nvPr/>
          </p:nvSpPr>
          <p:spPr>
            <a:xfrm>
              <a:off x="6176475" y="2160450"/>
              <a:ext cx="23650" cy="83800"/>
            </a:xfrm>
            <a:custGeom>
              <a:avLst/>
              <a:gdLst/>
              <a:ahLst/>
              <a:cxnLst/>
              <a:rect l="l" t="t" r="r" b="b"/>
              <a:pathLst>
                <a:path w="946" h="3352" extrusionOk="0">
                  <a:moveTo>
                    <a:pt x="1" y="0"/>
                  </a:moveTo>
                  <a:lnTo>
                    <a:pt x="1" y="3276"/>
                  </a:lnTo>
                  <a:lnTo>
                    <a:pt x="58" y="3297"/>
                  </a:lnTo>
                  <a:cubicBezTo>
                    <a:pt x="192" y="3333"/>
                    <a:pt x="331" y="3351"/>
                    <a:pt x="470" y="3351"/>
                  </a:cubicBezTo>
                  <a:cubicBezTo>
                    <a:pt x="631" y="3351"/>
                    <a:pt x="792" y="3326"/>
                    <a:pt x="946" y="3276"/>
                  </a:cubicBezTo>
                  <a:lnTo>
                    <a:pt x="9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8515;p91">
              <a:extLst>
                <a:ext uri="{FF2B5EF4-FFF2-40B4-BE49-F238E27FC236}">
                  <a16:creationId xmlns:a16="http://schemas.microsoft.com/office/drawing/2014/main" id="{3CBB4682-6522-4874-FA47-B23A204962BF}"/>
                </a:ext>
              </a:extLst>
            </p:cNvPr>
            <p:cNvSpPr/>
            <p:nvPr/>
          </p:nvSpPr>
          <p:spPr>
            <a:xfrm>
              <a:off x="6176475" y="2160450"/>
              <a:ext cx="23650" cy="84375"/>
            </a:xfrm>
            <a:custGeom>
              <a:avLst/>
              <a:gdLst/>
              <a:ahLst/>
              <a:cxnLst/>
              <a:rect l="l" t="t" r="r" b="b"/>
              <a:pathLst>
                <a:path w="946" h="3375" extrusionOk="0">
                  <a:moveTo>
                    <a:pt x="946" y="3276"/>
                  </a:moveTo>
                  <a:lnTo>
                    <a:pt x="946" y="3276"/>
                  </a:lnTo>
                  <a:cubicBezTo>
                    <a:pt x="660" y="3370"/>
                    <a:pt x="349" y="3375"/>
                    <a:pt x="58" y="3297"/>
                  </a:cubicBezTo>
                  <a:lnTo>
                    <a:pt x="1" y="3276"/>
                  </a:lnTo>
                  <a:lnTo>
                    <a:pt x="1" y="0"/>
                  </a:lnTo>
                  <a:lnTo>
                    <a:pt x="94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8516;p91">
              <a:extLst>
                <a:ext uri="{FF2B5EF4-FFF2-40B4-BE49-F238E27FC236}">
                  <a16:creationId xmlns:a16="http://schemas.microsoft.com/office/drawing/2014/main" id="{4F30BC9E-A38A-FAAF-CE7E-E5F2D242EAB1}"/>
                </a:ext>
              </a:extLst>
            </p:cNvPr>
            <p:cNvSpPr/>
            <p:nvPr/>
          </p:nvSpPr>
          <p:spPr>
            <a:xfrm>
              <a:off x="6175175" y="2159275"/>
              <a:ext cx="26250" cy="86200"/>
            </a:xfrm>
            <a:custGeom>
              <a:avLst/>
              <a:gdLst/>
              <a:ahLst/>
              <a:cxnLst/>
              <a:rect l="l" t="t" r="r" b="b"/>
              <a:pathLst>
                <a:path w="1050" h="3448" extrusionOk="0">
                  <a:moveTo>
                    <a:pt x="951" y="94"/>
                  </a:moveTo>
                  <a:lnTo>
                    <a:pt x="951" y="3287"/>
                  </a:lnTo>
                  <a:cubicBezTo>
                    <a:pt x="812" y="3330"/>
                    <a:pt x="668" y="3350"/>
                    <a:pt x="524" y="3350"/>
                  </a:cubicBezTo>
                  <a:cubicBezTo>
                    <a:pt x="390" y="3350"/>
                    <a:pt x="256" y="3332"/>
                    <a:pt x="126" y="3297"/>
                  </a:cubicBezTo>
                  <a:lnTo>
                    <a:pt x="100" y="3287"/>
                  </a:lnTo>
                  <a:lnTo>
                    <a:pt x="100" y="94"/>
                  </a:lnTo>
                  <a:close/>
                  <a:moveTo>
                    <a:pt x="53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3323"/>
                  </a:lnTo>
                  <a:cubicBezTo>
                    <a:pt x="1" y="3349"/>
                    <a:pt x="17" y="3365"/>
                    <a:pt x="37" y="3370"/>
                  </a:cubicBezTo>
                  <a:lnTo>
                    <a:pt x="94" y="3391"/>
                  </a:lnTo>
                  <a:cubicBezTo>
                    <a:pt x="235" y="3427"/>
                    <a:pt x="380" y="3448"/>
                    <a:pt x="525" y="3448"/>
                  </a:cubicBezTo>
                  <a:cubicBezTo>
                    <a:pt x="691" y="3448"/>
                    <a:pt x="858" y="3422"/>
                    <a:pt x="1013" y="3370"/>
                  </a:cubicBezTo>
                  <a:cubicBezTo>
                    <a:pt x="1034" y="3365"/>
                    <a:pt x="1050" y="3344"/>
                    <a:pt x="1050" y="3323"/>
                  </a:cubicBezTo>
                  <a:lnTo>
                    <a:pt x="1050" y="47"/>
                  </a:lnTo>
                  <a:cubicBezTo>
                    <a:pt x="1050" y="21"/>
                    <a:pt x="1024" y="0"/>
                    <a:pt x="9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8517;p91">
              <a:extLst>
                <a:ext uri="{FF2B5EF4-FFF2-40B4-BE49-F238E27FC236}">
                  <a16:creationId xmlns:a16="http://schemas.microsoft.com/office/drawing/2014/main" id="{B9B3FA21-97F9-DCE1-5EF8-5A3E3C02B290}"/>
                </a:ext>
              </a:extLst>
            </p:cNvPr>
            <p:cNvSpPr/>
            <p:nvPr/>
          </p:nvSpPr>
          <p:spPr>
            <a:xfrm>
              <a:off x="5921050" y="2010500"/>
              <a:ext cx="511800" cy="171350"/>
            </a:xfrm>
            <a:custGeom>
              <a:avLst/>
              <a:gdLst/>
              <a:ahLst/>
              <a:cxnLst/>
              <a:rect l="l" t="t" r="r" b="b"/>
              <a:pathLst>
                <a:path w="20472" h="6854" extrusionOk="0">
                  <a:moveTo>
                    <a:pt x="6481" y="0"/>
                  </a:moveTo>
                  <a:cubicBezTo>
                    <a:pt x="3821" y="0"/>
                    <a:pt x="238" y="594"/>
                    <a:pt x="1" y="3138"/>
                  </a:cubicBezTo>
                  <a:cubicBezTo>
                    <a:pt x="1" y="3138"/>
                    <a:pt x="520" y="5199"/>
                    <a:pt x="4227" y="6081"/>
                  </a:cubicBezTo>
                  <a:cubicBezTo>
                    <a:pt x="6526" y="6629"/>
                    <a:pt x="8447" y="6853"/>
                    <a:pt x="9974" y="6853"/>
                  </a:cubicBezTo>
                  <a:cubicBezTo>
                    <a:pt x="10905" y="6853"/>
                    <a:pt x="11690" y="6770"/>
                    <a:pt x="12326" y="6626"/>
                  </a:cubicBezTo>
                  <a:cubicBezTo>
                    <a:pt x="14003" y="6253"/>
                    <a:pt x="19739" y="4316"/>
                    <a:pt x="19781" y="4067"/>
                  </a:cubicBezTo>
                  <a:cubicBezTo>
                    <a:pt x="19828" y="3812"/>
                    <a:pt x="20471" y="2006"/>
                    <a:pt x="16510" y="1419"/>
                  </a:cubicBezTo>
                  <a:cubicBezTo>
                    <a:pt x="12544" y="827"/>
                    <a:pt x="10124" y="329"/>
                    <a:pt x="8448" y="116"/>
                  </a:cubicBezTo>
                  <a:cubicBezTo>
                    <a:pt x="7937" y="50"/>
                    <a:pt x="7247" y="0"/>
                    <a:pt x="64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8518;p91">
              <a:extLst>
                <a:ext uri="{FF2B5EF4-FFF2-40B4-BE49-F238E27FC236}">
                  <a16:creationId xmlns:a16="http://schemas.microsoft.com/office/drawing/2014/main" id="{7A9E54FF-B873-F4BA-12B5-BCE81AF5E595}"/>
                </a:ext>
              </a:extLst>
            </p:cNvPr>
            <p:cNvSpPr/>
            <p:nvPr/>
          </p:nvSpPr>
          <p:spPr>
            <a:xfrm>
              <a:off x="5921050" y="2006000"/>
              <a:ext cx="511800" cy="179650"/>
            </a:xfrm>
            <a:custGeom>
              <a:avLst/>
              <a:gdLst/>
              <a:ahLst/>
              <a:cxnLst/>
              <a:rect l="l" t="t" r="r" b="b"/>
              <a:pathLst>
                <a:path w="20472" h="7186" extrusionOk="0">
                  <a:moveTo>
                    <a:pt x="1" y="3318"/>
                  </a:moveTo>
                  <a:cubicBezTo>
                    <a:pt x="1" y="3318"/>
                    <a:pt x="520" y="5379"/>
                    <a:pt x="4227" y="6261"/>
                  </a:cubicBezTo>
                  <a:cubicBezTo>
                    <a:pt x="7928" y="7144"/>
                    <a:pt x="10649" y="7185"/>
                    <a:pt x="12326" y="6806"/>
                  </a:cubicBezTo>
                  <a:cubicBezTo>
                    <a:pt x="14003" y="6433"/>
                    <a:pt x="19739" y="4496"/>
                    <a:pt x="19781" y="4247"/>
                  </a:cubicBezTo>
                  <a:cubicBezTo>
                    <a:pt x="19828" y="3992"/>
                    <a:pt x="20471" y="2186"/>
                    <a:pt x="16510" y="1599"/>
                  </a:cubicBezTo>
                  <a:cubicBezTo>
                    <a:pt x="12544" y="1007"/>
                    <a:pt x="10124" y="509"/>
                    <a:pt x="8448" y="296"/>
                  </a:cubicBezTo>
                  <a:cubicBezTo>
                    <a:pt x="6163" y="0"/>
                    <a:pt x="307" y="42"/>
                    <a:pt x="1" y="331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8519;p91">
              <a:extLst>
                <a:ext uri="{FF2B5EF4-FFF2-40B4-BE49-F238E27FC236}">
                  <a16:creationId xmlns:a16="http://schemas.microsoft.com/office/drawing/2014/main" id="{0326076D-E630-3D56-A239-BD4E9619B3C5}"/>
                </a:ext>
              </a:extLst>
            </p:cNvPr>
            <p:cNvSpPr/>
            <p:nvPr/>
          </p:nvSpPr>
          <p:spPr>
            <a:xfrm>
              <a:off x="5919875" y="2009175"/>
              <a:ext cx="500125" cy="173900"/>
            </a:xfrm>
            <a:custGeom>
              <a:avLst/>
              <a:gdLst/>
              <a:ahLst/>
              <a:cxnLst/>
              <a:rect l="l" t="t" r="r" b="b"/>
              <a:pathLst>
                <a:path w="20005" h="6956" extrusionOk="0">
                  <a:moveTo>
                    <a:pt x="6557" y="102"/>
                  </a:moveTo>
                  <a:cubicBezTo>
                    <a:pt x="7272" y="102"/>
                    <a:pt x="7939" y="146"/>
                    <a:pt x="8489" y="216"/>
                  </a:cubicBezTo>
                  <a:cubicBezTo>
                    <a:pt x="9273" y="314"/>
                    <a:pt x="10218" y="475"/>
                    <a:pt x="11412" y="683"/>
                  </a:cubicBezTo>
                  <a:cubicBezTo>
                    <a:pt x="12762" y="917"/>
                    <a:pt x="14439" y="1202"/>
                    <a:pt x="16552" y="1514"/>
                  </a:cubicBezTo>
                  <a:cubicBezTo>
                    <a:pt x="18125" y="1752"/>
                    <a:pt x="19153" y="2199"/>
                    <a:pt x="19600" y="2858"/>
                  </a:cubicBezTo>
                  <a:cubicBezTo>
                    <a:pt x="19838" y="3206"/>
                    <a:pt x="19906" y="3642"/>
                    <a:pt x="19797" y="4052"/>
                  </a:cubicBezTo>
                  <a:cubicBezTo>
                    <a:pt x="19792" y="4073"/>
                    <a:pt x="19786" y="4089"/>
                    <a:pt x="19786" y="4104"/>
                  </a:cubicBezTo>
                  <a:cubicBezTo>
                    <a:pt x="19584" y="4374"/>
                    <a:pt x="14133" y="6238"/>
                    <a:pt x="12362" y="6633"/>
                  </a:cubicBezTo>
                  <a:cubicBezTo>
                    <a:pt x="11694" y="6783"/>
                    <a:pt x="10909" y="6857"/>
                    <a:pt x="10031" y="6857"/>
                  </a:cubicBezTo>
                  <a:cubicBezTo>
                    <a:pt x="8392" y="6857"/>
                    <a:pt x="6427" y="6598"/>
                    <a:pt x="4284" y="6087"/>
                  </a:cubicBezTo>
                  <a:cubicBezTo>
                    <a:pt x="764" y="5252"/>
                    <a:pt x="141" y="3325"/>
                    <a:pt x="100" y="3191"/>
                  </a:cubicBezTo>
                  <a:cubicBezTo>
                    <a:pt x="167" y="2490"/>
                    <a:pt x="499" y="1898"/>
                    <a:pt x="1086" y="1425"/>
                  </a:cubicBezTo>
                  <a:cubicBezTo>
                    <a:pt x="2334" y="424"/>
                    <a:pt x="4620" y="102"/>
                    <a:pt x="6557" y="102"/>
                  </a:cubicBezTo>
                  <a:close/>
                  <a:moveTo>
                    <a:pt x="6518" y="0"/>
                  </a:moveTo>
                  <a:cubicBezTo>
                    <a:pt x="4655" y="0"/>
                    <a:pt x="2346" y="293"/>
                    <a:pt x="1024" y="1347"/>
                  </a:cubicBezTo>
                  <a:cubicBezTo>
                    <a:pt x="411" y="1841"/>
                    <a:pt x="63" y="2458"/>
                    <a:pt x="1" y="3191"/>
                  </a:cubicBezTo>
                  <a:cubicBezTo>
                    <a:pt x="1" y="3196"/>
                    <a:pt x="1" y="3201"/>
                    <a:pt x="1" y="3206"/>
                  </a:cubicBezTo>
                  <a:cubicBezTo>
                    <a:pt x="6" y="3227"/>
                    <a:pt x="567" y="5304"/>
                    <a:pt x="4258" y="6181"/>
                  </a:cubicBezTo>
                  <a:cubicBezTo>
                    <a:pt x="6413" y="6695"/>
                    <a:pt x="8385" y="6954"/>
                    <a:pt x="10036" y="6954"/>
                  </a:cubicBezTo>
                  <a:cubicBezTo>
                    <a:pt x="10083" y="6955"/>
                    <a:pt x="10129" y="6955"/>
                    <a:pt x="10175" y="6955"/>
                  </a:cubicBezTo>
                  <a:cubicBezTo>
                    <a:pt x="10913" y="6955"/>
                    <a:pt x="11655" y="6878"/>
                    <a:pt x="12378" y="6726"/>
                  </a:cubicBezTo>
                  <a:cubicBezTo>
                    <a:pt x="13286" y="6524"/>
                    <a:pt x="15213" y="5911"/>
                    <a:pt x="16729" y="5397"/>
                  </a:cubicBezTo>
                  <a:cubicBezTo>
                    <a:pt x="17601" y="5101"/>
                    <a:pt x="18348" y="4831"/>
                    <a:pt x="18899" y="4613"/>
                  </a:cubicBezTo>
                  <a:cubicBezTo>
                    <a:pt x="19854" y="4239"/>
                    <a:pt x="19864" y="4167"/>
                    <a:pt x="19875" y="4125"/>
                  </a:cubicBezTo>
                  <a:cubicBezTo>
                    <a:pt x="19875" y="4109"/>
                    <a:pt x="19880" y="4094"/>
                    <a:pt x="19885" y="4073"/>
                  </a:cubicBezTo>
                  <a:cubicBezTo>
                    <a:pt x="20004" y="3637"/>
                    <a:pt x="19927" y="3175"/>
                    <a:pt x="19672" y="2801"/>
                  </a:cubicBezTo>
                  <a:cubicBezTo>
                    <a:pt x="19210" y="2121"/>
                    <a:pt x="18161" y="1659"/>
                    <a:pt x="16557" y="1420"/>
                  </a:cubicBezTo>
                  <a:cubicBezTo>
                    <a:pt x="14449" y="1103"/>
                    <a:pt x="12772" y="818"/>
                    <a:pt x="11423" y="584"/>
                  </a:cubicBezTo>
                  <a:cubicBezTo>
                    <a:pt x="10229" y="382"/>
                    <a:pt x="9289" y="216"/>
                    <a:pt x="8500" y="117"/>
                  </a:cubicBezTo>
                  <a:cubicBezTo>
                    <a:pt x="7982" y="50"/>
                    <a:pt x="7288" y="0"/>
                    <a:pt x="6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8520;p91">
              <a:extLst>
                <a:ext uri="{FF2B5EF4-FFF2-40B4-BE49-F238E27FC236}">
                  <a16:creationId xmlns:a16="http://schemas.microsoft.com/office/drawing/2014/main" id="{BE8F1025-7AF4-A346-C798-03633C1DB08D}"/>
                </a:ext>
              </a:extLst>
            </p:cNvPr>
            <p:cNvSpPr/>
            <p:nvPr/>
          </p:nvSpPr>
          <p:spPr>
            <a:xfrm>
              <a:off x="5925200" y="2061550"/>
              <a:ext cx="500500" cy="120425"/>
            </a:xfrm>
            <a:custGeom>
              <a:avLst/>
              <a:gdLst/>
              <a:ahLst/>
              <a:cxnLst/>
              <a:rect l="l" t="t" r="r" b="b"/>
              <a:pathLst>
                <a:path w="20020" h="4817" extrusionOk="0">
                  <a:moveTo>
                    <a:pt x="18530" y="0"/>
                  </a:moveTo>
                  <a:lnTo>
                    <a:pt x="18530" y="0"/>
                  </a:lnTo>
                  <a:cubicBezTo>
                    <a:pt x="18577" y="254"/>
                    <a:pt x="18566" y="514"/>
                    <a:pt x="18499" y="763"/>
                  </a:cubicBezTo>
                  <a:cubicBezTo>
                    <a:pt x="18452" y="1012"/>
                    <a:pt x="12720" y="2949"/>
                    <a:pt x="11043" y="3328"/>
                  </a:cubicBezTo>
                  <a:cubicBezTo>
                    <a:pt x="10409" y="3469"/>
                    <a:pt x="9628" y="3551"/>
                    <a:pt x="8702" y="3551"/>
                  </a:cubicBezTo>
                  <a:cubicBezTo>
                    <a:pt x="7172" y="3551"/>
                    <a:pt x="5248" y="3327"/>
                    <a:pt x="2939" y="2778"/>
                  </a:cubicBezTo>
                  <a:cubicBezTo>
                    <a:pt x="1569" y="2456"/>
                    <a:pt x="634" y="1963"/>
                    <a:pt x="1" y="1480"/>
                  </a:cubicBezTo>
                  <a:lnTo>
                    <a:pt x="1" y="1480"/>
                  </a:lnTo>
                  <a:cubicBezTo>
                    <a:pt x="343" y="2118"/>
                    <a:pt x="1345" y="3395"/>
                    <a:pt x="4061" y="4044"/>
                  </a:cubicBezTo>
                  <a:cubicBezTo>
                    <a:pt x="6363" y="4593"/>
                    <a:pt x="8283" y="4816"/>
                    <a:pt x="9809" y="4816"/>
                  </a:cubicBezTo>
                  <a:cubicBezTo>
                    <a:pt x="10740" y="4816"/>
                    <a:pt x="11524" y="4733"/>
                    <a:pt x="12160" y="4590"/>
                  </a:cubicBezTo>
                  <a:cubicBezTo>
                    <a:pt x="13837" y="4211"/>
                    <a:pt x="19573" y="2279"/>
                    <a:pt x="19615" y="2025"/>
                  </a:cubicBezTo>
                  <a:cubicBezTo>
                    <a:pt x="19651" y="1833"/>
                    <a:pt x="20020" y="768"/>
                    <a:pt x="18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8521;p91">
              <a:extLst>
                <a:ext uri="{FF2B5EF4-FFF2-40B4-BE49-F238E27FC236}">
                  <a16:creationId xmlns:a16="http://schemas.microsoft.com/office/drawing/2014/main" id="{0BF4E01F-6E62-52C0-969B-88FCDE472389}"/>
                </a:ext>
              </a:extLst>
            </p:cNvPr>
            <p:cNvSpPr/>
            <p:nvPr/>
          </p:nvSpPr>
          <p:spPr>
            <a:xfrm>
              <a:off x="5923275" y="2060225"/>
              <a:ext cx="498675" cy="122850"/>
            </a:xfrm>
            <a:custGeom>
              <a:avLst/>
              <a:gdLst/>
              <a:ahLst/>
              <a:cxnLst/>
              <a:rect l="l" t="t" r="r" b="b"/>
              <a:pathLst>
                <a:path w="19947" h="4914" extrusionOk="0">
                  <a:moveTo>
                    <a:pt x="18674" y="141"/>
                  </a:moveTo>
                  <a:cubicBezTo>
                    <a:pt x="19926" y="832"/>
                    <a:pt x="19723" y="1714"/>
                    <a:pt x="19661" y="2010"/>
                  </a:cubicBezTo>
                  <a:cubicBezTo>
                    <a:pt x="19656" y="2031"/>
                    <a:pt x="19650" y="2047"/>
                    <a:pt x="19650" y="2062"/>
                  </a:cubicBezTo>
                  <a:cubicBezTo>
                    <a:pt x="19448" y="2337"/>
                    <a:pt x="13997" y="4196"/>
                    <a:pt x="12226" y="4591"/>
                  </a:cubicBezTo>
                  <a:cubicBezTo>
                    <a:pt x="11558" y="4743"/>
                    <a:pt x="10774" y="4818"/>
                    <a:pt x="9896" y="4818"/>
                  </a:cubicBezTo>
                  <a:cubicBezTo>
                    <a:pt x="8257" y="4818"/>
                    <a:pt x="6292" y="4556"/>
                    <a:pt x="4148" y="4045"/>
                  </a:cubicBezTo>
                  <a:cubicBezTo>
                    <a:pt x="1734" y="3469"/>
                    <a:pt x="685" y="2410"/>
                    <a:pt x="239" y="1709"/>
                  </a:cubicBezTo>
                  <a:lnTo>
                    <a:pt x="239" y="1709"/>
                  </a:lnTo>
                  <a:cubicBezTo>
                    <a:pt x="971" y="2223"/>
                    <a:pt x="1905" y="2618"/>
                    <a:pt x="3006" y="2877"/>
                  </a:cubicBezTo>
                  <a:cubicBezTo>
                    <a:pt x="5160" y="3388"/>
                    <a:pt x="7135" y="3650"/>
                    <a:pt x="8784" y="3650"/>
                  </a:cubicBezTo>
                  <a:cubicBezTo>
                    <a:pt x="9668" y="3650"/>
                    <a:pt x="10457" y="3575"/>
                    <a:pt x="11131" y="3422"/>
                  </a:cubicBezTo>
                  <a:cubicBezTo>
                    <a:pt x="12039" y="3220"/>
                    <a:pt x="13966" y="2607"/>
                    <a:pt x="15482" y="2093"/>
                  </a:cubicBezTo>
                  <a:cubicBezTo>
                    <a:pt x="16349" y="1797"/>
                    <a:pt x="17096" y="1528"/>
                    <a:pt x="17646" y="1315"/>
                  </a:cubicBezTo>
                  <a:cubicBezTo>
                    <a:pt x="18602" y="941"/>
                    <a:pt x="18617" y="863"/>
                    <a:pt x="18622" y="821"/>
                  </a:cubicBezTo>
                  <a:cubicBezTo>
                    <a:pt x="18622" y="811"/>
                    <a:pt x="18628" y="790"/>
                    <a:pt x="18633" y="770"/>
                  </a:cubicBezTo>
                  <a:cubicBezTo>
                    <a:pt x="18685" y="567"/>
                    <a:pt x="18700" y="354"/>
                    <a:pt x="18674" y="141"/>
                  </a:cubicBezTo>
                  <a:close/>
                  <a:moveTo>
                    <a:pt x="18608" y="1"/>
                  </a:moveTo>
                  <a:cubicBezTo>
                    <a:pt x="18597" y="1"/>
                    <a:pt x="18585" y="5"/>
                    <a:pt x="18576" y="12"/>
                  </a:cubicBezTo>
                  <a:cubicBezTo>
                    <a:pt x="18560" y="22"/>
                    <a:pt x="18555" y="43"/>
                    <a:pt x="18560" y="58"/>
                  </a:cubicBezTo>
                  <a:cubicBezTo>
                    <a:pt x="18602" y="287"/>
                    <a:pt x="18591" y="520"/>
                    <a:pt x="18534" y="744"/>
                  </a:cubicBezTo>
                  <a:cubicBezTo>
                    <a:pt x="18529" y="764"/>
                    <a:pt x="18524" y="785"/>
                    <a:pt x="18524" y="795"/>
                  </a:cubicBezTo>
                  <a:cubicBezTo>
                    <a:pt x="18327" y="1071"/>
                    <a:pt x="12870" y="2929"/>
                    <a:pt x="11105" y="3329"/>
                  </a:cubicBezTo>
                  <a:cubicBezTo>
                    <a:pt x="10435" y="3479"/>
                    <a:pt x="9650" y="3554"/>
                    <a:pt x="8771" y="3554"/>
                  </a:cubicBezTo>
                  <a:cubicBezTo>
                    <a:pt x="7133" y="3554"/>
                    <a:pt x="5170" y="3294"/>
                    <a:pt x="3027" y="2784"/>
                  </a:cubicBezTo>
                  <a:cubicBezTo>
                    <a:pt x="1838" y="2498"/>
                    <a:pt x="851" y="2062"/>
                    <a:pt x="104" y="1491"/>
                  </a:cubicBezTo>
                  <a:cubicBezTo>
                    <a:pt x="93" y="1478"/>
                    <a:pt x="80" y="1472"/>
                    <a:pt x="68" y="1472"/>
                  </a:cubicBezTo>
                  <a:cubicBezTo>
                    <a:pt x="33" y="1472"/>
                    <a:pt x="0" y="1519"/>
                    <a:pt x="31" y="1553"/>
                  </a:cubicBezTo>
                  <a:cubicBezTo>
                    <a:pt x="400" y="2244"/>
                    <a:pt x="1428" y="3500"/>
                    <a:pt x="4122" y="4139"/>
                  </a:cubicBezTo>
                  <a:cubicBezTo>
                    <a:pt x="6277" y="4653"/>
                    <a:pt x="8249" y="4912"/>
                    <a:pt x="9900" y="4912"/>
                  </a:cubicBezTo>
                  <a:cubicBezTo>
                    <a:pt x="9947" y="4913"/>
                    <a:pt x="9993" y="4913"/>
                    <a:pt x="10040" y="4913"/>
                  </a:cubicBezTo>
                  <a:cubicBezTo>
                    <a:pt x="10782" y="4913"/>
                    <a:pt x="11519" y="4836"/>
                    <a:pt x="12247" y="4684"/>
                  </a:cubicBezTo>
                  <a:cubicBezTo>
                    <a:pt x="13156" y="4476"/>
                    <a:pt x="15082" y="3869"/>
                    <a:pt x="16593" y="3350"/>
                  </a:cubicBezTo>
                  <a:cubicBezTo>
                    <a:pt x="17465" y="3054"/>
                    <a:pt x="18212" y="2784"/>
                    <a:pt x="18763" y="2571"/>
                  </a:cubicBezTo>
                  <a:cubicBezTo>
                    <a:pt x="19718" y="2197"/>
                    <a:pt x="19733" y="2125"/>
                    <a:pt x="19739" y="2078"/>
                  </a:cubicBezTo>
                  <a:cubicBezTo>
                    <a:pt x="19744" y="2067"/>
                    <a:pt x="19744" y="2047"/>
                    <a:pt x="19749" y="2026"/>
                  </a:cubicBezTo>
                  <a:cubicBezTo>
                    <a:pt x="19946" y="1169"/>
                    <a:pt x="19567" y="489"/>
                    <a:pt x="18628" y="6"/>
                  </a:cubicBezTo>
                  <a:cubicBezTo>
                    <a:pt x="18622" y="2"/>
                    <a:pt x="18615" y="1"/>
                    <a:pt x="18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8522;p91">
              <a:extLst>
                <a:ext uri="{FF2B5EF4-FFF2-40B4-BE49-F238E27FC236}">
                  <a16:creationId xmlns:a16="http://schemas.microsoft.com/office/drawing/2014/main" id="{2018412C-93EB-08AA-4EFA-D2084550CA1B}"/>
                </a:ext>
              </a:extLst>
            </p:cNvPr>
            <p:cNvSpPr/>
            <p:nvPr/>
          </p:nvSpPr>
          <p:spPr>
            <a:xfrm>
              <a:off x="5925200" y="2061550"/>
              <a:ext cx="500500" cy="120425"/>
            </a:xfrm>
            <a:custGeom>
              <a:avLst/>
              <a:gdLst/>
              <a:ahLst/>
              <a:cxnLst/>
              <a:rect l="l" t="t" r="r" b="b"/>
              <a:pathLst>
                <a:path w="20020" h="4817" extrusionOk="0">
                  <a:moveTo>
                    <a:pt x="18530" y="0"/>
                  </a:moveTo>
                  <a:lnTo>
                    <a:pt x="18530" y="0"/>
                  </a:lnTo>
                  <a:cubicBezTo>
                    <a:pt x="18577" y="254"/>
                    <a:pt x="18566" y="514"/>
                    <a:pt x="18499" y="763"/>
                  </a:cubicBezTo>
                  <a:cubicBezTo>
                    <a:pt x="18452" y="1012"/>
                    <a:pt x="12720" y="2949"/>
                    <a:pt x="11043" y="3328"/>
                  </a:cubicBezTo>
                  <a:cubicBezTo>
                    <a:pt x="10409" y="3469"/>
                    <a:pt x="9628" y="3551"/>
                    <a:pt x="8702" y="3551"/>
                  </a:cubicBezTo>
                  <a:cubicBezTo>
                    <a:pt x="7172" y="3551"/>
                    <a:pt x="5248" y="3327"/>
                    <a:pt x="2939" y="2778"/>
                  </a:cubicBezTo>
                  <a:cubicBezTo>
                    <a:pt x="1569" y="2456"/>
                    <a:pt x="634" y="1963"/>
                    <a:pt x="1" y="1480"/>
                  </a:cubicBezTo>
                  <a:lnTo>
                    <a:pt x="1" y="1480"/>
                  </a:lnTo>
                  <a:cubicBezTo>
                    <a:pt x="343" y="2118"/>
                    <a:pt x="1345" y="3395"/>
                    <a:pt x="4061" y="4044"/>
                  </a:cubicBezTo>
                  <a:cubicBezTo>
                    <a:pt x="6363" y="4593"/>
                    <a:pt x="8283" y="4816"/>
                    <a:pt x="9809" y="4816"/>
                  </a:cubicBezTo>
                  <a:cubicBezTo>
                    <a:pt x="10740" y="4816"/>
                    <a:pt x="11524" y="4733"/>
                    <a:pt x="12160" y="4590"/>
                  </a:cubicBezTo>
                  <a:cubicBezTo>
                    <a:pt x="13837" y="4211"/>
                    <a:pt x="19573" y="2279"/>
                    <a:pt x="19615" y="2025"/>
                  </a:cubicBezTo>
                  <a:cubicBezTo>
                    <a:pt x="19651" y="1833"/>
                    <a:pt x="20020" y="768"/>
                    <a:pt x="1853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8523;p91">
              <a:extLst>
                <a:ext uri="{FF2B5EF4-FFF2-40B4-BE49-F238E27FC236}">
                  <a16:creationId xmlns:a16="http://schemas.microsoft.com/office/drawing/2014/main" id="{7F53D57C-EC20-5481-D9E0-EF7B7077D3BB}"/>
                </a:ext>
              </a:extLst>
            </p:cNvPr>
            <p:cNvSpPr/>
            <p:nvPr/>
          </p:nvSpPr>
          <p:spPr>
            <a:xfrm>
              <a:off x="6104325" y="1842425"/>
              <a:ext cx="349550" cy="256150"/>
            </a:xfrm>
            <a:custGeom>
              <a:avLst/>
              <a:gdLst/>
              <a:ahLst/>
              <a:cxnLst/>
              <a:rect l="l" t="t" r="r" b="b"/>
              <a:pathLst>
                <a:path w="13982" h="10246" extrusionOk="0">
                  <a:moveTo>
                    <a:pt x="4112" y="1"/>
                  </a:moveTo>
                  <a:cubicBezTo>
                    <a:pt x="3163" y="1"/>
                    <a:pt x="2358" y="125"/>
                    <a:pt x="1838" y="438"/>
                  </a:cubicBezTo>
                  <a:cubicBezTo>
                    <a:pt x="1838" y="438"/>
                    <a:pt x="1746" y="251"/>
                    <a:pt x="1641" y="251"/>
                  </a:cubicBezTo>
                  <a:cubicBezTo>
                    <a:pt x="1589" y="251"/>
                    <a:pt x="1534" y="297"/>
                    <a:pt x="1485" y="438"/>
                  </a:cubicBezTo>
                  <a:cubicBezTo>
                    <a:pt x="1397" y="692"/>
                    <a:pt x="1402" y="972"/>
                    <a:pt x="1501" y="1227"/>
                  </a:cubicBezTo>
                  <a:cubicBezTo>
                    <a:pt x="1501" y="1227"/>
                    <a:pt x="0" y="4923"/>
                    <a:pt x="504" y="7436"/>
                  </a:cubicBezTo>
                  <a:cubicBezTo>
                    <a:pt x="504" y="7436"/>
                    <a:pt x="270" y="7841"/>
                    <a:pt x="468" y="8069"/>
                  </a:cubicBezTo>
                  <a:cubicBezTo>
                    <a:pt x="518" y="8126"/>
                    <a:pt x="580" y="8147"/>
                    <a:pt x="645" y="8147"/>
                  </a:cubicBezTo>
                  <a:cubicBezTo>
                    <a:pt x="843" y="8147"/>
                    <a:pt x="1070" y="7950"/>
                    <a:pt x="1070" y="7950"/>
                  </a:cubicBezTo>
                  <a:cubicBezTo>
                    <a:pt x="1070" y="7950"/>
                    <a:pt x="5581" y="8853"/>
                    <a:pt x="7788" y="9056"/>
                  </a:cubicBezTo>
                  <a:cubicBezTo>
                    <a:pt x="7788" y="9056"/>
                    <a:pt x="9871" y="9798"/>
                    <a:pt x="10800" y="9798"/>
                  </a:cubicBezTo>
                  <a:cubicBezTo>
                    <a:pt x="10803" y="9798"/>
                    <a:pt x="10806" y="9798"/>
                    <a:pt x="10809" y="9798"/>
                  </a:cubicBezTo>
                  <a:cubicBezTo>
                    <a:pt x="10809" y="9798"/>
                    <a:pt x="11204" y="10245"/>
                    <a:pt x="11451" y="10245"/>
                  </a:cubicBezTo>
                  <a:cubicBezTo>
                    <a:pt x="11534" y="10245"/>
                    <a:pt x="11601" y="10194"/>
                    <a:pt x="11630" y="10058"/>
                  </a:cubicBezTo>
                  <a:cubicBezTo>
                    <a:pt x="11739" y="9513"/>
                    <a:pt x="11495" y="9222"/>
                    <a:pt x="11495" y="9222"/>
                  </a:cubicBezTo>
                  <a:cubicBezTo>
                    <a:pt x="11495" y="9222"/>
                    <a:pt x="12803" y="6844"/>
                    <a:pt x="13083" y="4612"/>
                  </a:cubicBezTo>
                  <a:cubicBezTo>
                    <a:pt x="13340" y="2597"/>
                    <a:pt x="13389" y="2587"/>
                    <a:pt x="13390" y="2587"/>
                  </a:cubicBezTo>
                  <a:cubicBezTo>
                    <a:pt x="13390" y="2587"/>
                    <a:pt x="13390" y="2587"/>
                    <a:pt x="13390" y="2587"/>
                  </a:cubicBezTo>
                  <a:cubicBezTo>
                    <a:pt x="13390" y="2587"/>
                    <a:pt x="13982" y="2213"/>
                    <a:pt x="13888" y="1865"/>
                  </a:cubicBezTo>
                  <a:cubicBezTo>
                    <a:pt x="13850" y="1721"/>
                    <a:pt x="13750" y="1678"/>
                    <a:pt x="13645" y="1678"/>
                  </a:cubicBezTo>
                  <a:cubicBezTo>
                    <a:pt x="13494" y="1678"/>
                    <a:pt x="13333" y="1767"/>
                    <a:pt x="13333" y="1767"/>
                  </a:cubicBezTo>
                  <a:cubicBezTo>
                    <a:pt x="13333" y="1767"/>
                    <a:pt x="7698" y="1"/>
                    <a:pt x="41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8524;p91">
              <a:extLst>
                <a:ext uri="{FF2B5EF4-FFF2-40B4-BE49-F238E27FC236}">
                  <a16:creationId xmlns:a16="http://schemas.microsoft.com/office/drawing/2014/main" id="{E95534CD-6C04-368E-BDB4-B23BF12968E7}"/>
                </a:ext>
              </a:extLst>
            </p:cNvPr>
            <p:cNvSpPr/>
            <p:nvPr/>
          </p:nvSpPr>
          <p:spPr>
            <a:xfrm>
              <a:off x="6104325" y="1815975"/>
              <a:ext cx="349550" cy="291400"/>
            </a:xfrm>
            <a:custGeom>
              <a:avLst/>
              <a:gdLst/>
              <a:ahLst/>
              <a:cxnLst/>
              <a:rect l="l" t="t" r="r" b="b"/>
              <a:pathLst>
                <a:path w="13982" h="11656" extrusionOk="0">
                  <a:moveTo>
                    <a:pt x="13333" y="2825"/>
                  </a:moveTo>
                  <a:cubicBezTo>
                    <a:pt x="13333" y="2825"/>
                    <a:pt x="4320" y="0"/>
                    <a:pt x="1838" y="1496"/>
                  </a:cubicBezTo>
                  <a:cubicBezTo>
                    <a:pt x="1838" y="1496"/>
                    <a:pt x="1631" y="1075"/>
                    <a:pt x="1485" y="1496"/>
                  </a:cubicBezTo>
                  <a:cubicBezTo>
                    <a:pt x="1397" y="1750"/>
                    <a:pt x="1402" y="2030"/>
                    <a:pt x="1501" y="2285"/>
                  </a:cubicBezTo>
                  <a:cubicBezTo>
                    <a:pt x="1501" y="2285"/>
                    <a:pt x="0" y="5981"/>
                    <a:pt x="504" y="8494"/>
                  </a:cubicBezTo>
                  <a:cubicBezTo>
                    <a:pt x="504" y="8494"/>
                    <a:pt x="270" y="8899"/>
                    <a:pt x="468" y="9127"/>
                  </a:cubicBezTo>
                  <a:cubicBezTo>
                    <a:pt x="670" y="9356"/>
                    <a:pt x="1070" y="9008"/>
                    <a:pt x="1070" y="9008"/>
                  </a:cubicBezTo>
                  <a:cubicBezTo>
                    <a:pt x="1070" y="9008"/>
                    <a:pt x="5581" y="9911"/>
                    <a:pt x="7788" y="10114"/>
                  </a:cubicBezTo>
                  <a:cubicBezTo>
                    <a:pt x="7788" y="10114"/>
                    <a:pt x="9885" y="10861"/>
                    <a:pt x="10809" y="10856"/>
                  </a:cubicBezTo>
                  <a:cubicBezTo>
                    <a:pt x="10809" y="10856"/>
                    <a:pt x="11515" y="11656"/>
                    <a:pt x="11630" y="11116"/>
                  </a:cubicBezTo>
                  <a:cubicBezTo>
                    <a:pt x="11739" y="10571"/>
                    <a:pt x="11495" y="10280"/>
                    <a:pt x="11495" y="10280"/>
                  </a:cubicBezTo>
                  <a:cubicBezTo>
                    <a:pt x="11495" y="10280"/>
                    <a:pt x="12803" y="7902"/>
                    <a:pt x="13083" y="5670"/>
                  </a:cubicBezTo>
                  <a:cubicBezTo>
                    <a:pt x="13343" y="3635"/>
                    <a:pt x="13390" y="3645"/>
                    <a:pt x="13390" y="3645"/>
                  </a:cubicBezTo>
                  <a:cubicBezTo>
                    <a:pt x="13390" y="3645"/>
                    <a:pt x="13982" y="3271"/>
                    <a:pt x="13888" y="2923"/>
                  </a:cubicBezTo>
                  <a:cubicBezTo>
                    <a:pt x="13795" y="2570"/>
                    <a:pt x="13333" y="2825"/>
                    <a:pt x="13333" y="282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8525;p91">
              <a:extLst>
                <a:ext uri="{FF2B5EF4-FFF2-40B4-BE49-F238E27FC236}">
                  <a16:creationId xmlns:a16="http://schemas.microsoft.com/office/drawing/2014/main" id="{01670F5E-A9E0-FE4E-C4FC-E78BCDD26067}"/>
                </a:ext>
              </a:extLst>
            </p:cNvPr>
            <p:cNvSpPr/>
            <p:nvPr/>
          </p:nvSpPr>
          <p:spPr>
            <a:xfrm>
              <a:off x="6112875" y="2029225"/>
              <a:ext cx="4450" cy="12600"/>
            </a:xfrm>
            <a:custGeom>
              <a:avLst/>
              <a:gdLst/>
              <a:ahLst/>
              <a:cxnLst/>
              <a:rect l="l" t="t" r="r" b="b"/>
              <a:pathLst>
                <a:path w="178" h="504" extrusionOk="0">
                  <a:moveTo>
                    <a:pt x="177" y="198"/>
                  </a:moveTo>
                  <a:cubicBezTo>
                    <a:pt x="162" y="135"/>
                    <a:pt x="152" y="68"/>
                    <a:pt x="141" y="0"/>
                  </a:cubicBezTo>
                  <a:cubicBezTo>
                    <a:pt x="100" y="89"/>
                    <a:pt x="1" y="317"/>
                    <a:pt x="68" y="504"/>
                  </a:cubicBezTo>
                  <a:cubicBezTo>
                    <a:pt x="89" y="395"/>
                    <a:pt x="126" y="296"/>
                    <a:pt x="177" y="198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8526;p91">
              <a:extLst>
                <a:ext uri="{FF2B5EF4-FFF2-40B4-BE49-F238E27FC236}">
                  <a16:creationId xmlns:a16="http://schemas.microsoft.com/office/drawing/2014/main" id="{CCA1CFD5-1141-9528-688F-4E03A0AFAA5D}"/>
                </a:ext>
              </a:extLst>
            </p:cNvPr>
            <p:cNvSpPr/>
            <p:nvPr/>
          </p:nvSpPr>
          <p:spPr>
            <a:xfrm>
              <a:off x="6392075" y="2076075"/>
              <a:ext cx="3775" cy="11700"/>
            </a:xfrm>
            <a:custGeom>
              <a:avLst/>
              <a:gdLst/>
              <a:ahLst/>
              <a:cxnLst/>
              <a:rect l="l" t="t" r="r" b="b"/>
              <a:pathLst>
                <a:path w="151" h="468" extrusionOk="0">
                  <a:moveTo>
                    <a:pt x="0" y="110"/>
                  </a:moveTo>
                  <a:cubicBezTo>
                    <a:pt x="73" y="213"/>
                    <a:pt x="125" y="338"/>
                    <a:pt x="146" y="468"/>
                  </a:cubicBezTo>
                  <a:cubicBezTo>
                    <a:pt x="151" y="307"/>
                    <a:pt x="120" y="146"/>
                    <a:pt x="57" y="1"/>
                  </a:cubicBezTo>
                  <a:cubicBezTo>
                    <a:pt x="21" y="68"/>
                    <a:pt x="0" y="110"/>
                    <a:pt x="0" y="110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8527;p91">
              <a:extLst>
                <a:ext uri="{FF2B5EF4-FFF2-40B4-BE49-F238E27FC236}">
                  <a16:creationId xmlns:a16="http://schemas.microsoft.com/office/drawing/2014/main" id="{FF59ED4B-B413-9910-4F64-A673E799379A}"/>
                </a:ext>
              </a:extLst>
            </p:cNvPr>
            <p:cNvSpPr/>
            <p:nvPr/>
          </p:nvSpPr>
          <p:spPr>
            <a:xfrm>
              <a:off x="6111075" y="1858800"/>
              <a:ext cx="342925" cy="248700"/>
            </a:xfrm>
            <a:custGeom>
              <a:avLst/>
              <a:gdLst/>
              <a:ahLst/>
              <a:cxnLst/>
              <a:rect l="l" t="t" r="r" b="b"/>
              <a:pathLst>
                <a:path w="13717" h="9948" extrusionOk="0">
                  <a:moveTo>
                    <a:pt x="13120" y="1932"/>
                  </a:moveTo>
                  <a:cubicBezTo>
                    <a:pt x="13120" y="1932"/>
                    <a:pt x="13073" y="1922"/>
                    <a:pt x="12819" y="3957"/>
                  </a:cubicBezTo>
                  <a:cubicBezTo>
                    <a:pt x="12538" y="6189"/>
                    <a:pt x="11225" y="8567"/>
                    <a:pt x="11225" y="8567"/>
                  </a:cubicBezTo>
                  <a:cubicBezTo>
                    <a:pt x="11225" y="8567"/>
                    <a:pt x="11469" y="8852"/>
                    <a:pt x="11360" y="9398"/>
                  </a:cubicBezTo>
                  <a:cubicBezTo>
                    <a:pt x="11245" y="9948"/>
                    <a:pt x="10539" y="9138"/>
                    <a:pt x="10539" y="9138"/>
                  </a:cubicBezTo>
                  <a:cubicBezTo>
                    <a:pt x="9615" y="9148"/>
                    <a:pt x="7518" y="8401"/>
                    <a:pt x="7518" y="8401"/>
                  </a:cubicBezTo>
                  <a:cubicBezTo>
                    <a:pt x="5311" y="8198"/>
                    <a:pt x="800" y="7295"/>
                    <a:pt x="800" y="7295"/>
                  </a:cubicBezTo>
                  <a:cubicBezTo>
                    <a:pt x="800" y="7295"/>
                    <a:pt x="400" y="7643"/>
                    <a:pt x="198" y="7414"/>
                  </a:cubicBezTo>
                  <a:cubicBezTo>
                    <a:pt x="0" y="7186"/>
                    <a:pt x="234" y="6781"/>
                    <a:pt x="234" y="6781"/>
                  </a:cubicBezTo>
                  <a:cubicBezTo>
                    <a:pt x="140" y="6277"/>
                    <a:pt x="109" y="5763"/>
                    <a:pt x="140" y="5249"/>
                  </a:cubicBezTo>
                  <a:cubicBezTo>
                    <a:pt x="3245" y="6667"/>
                    <a:pt x="5249" y="6781"/>
                    <a:pt x="7809" y="5031"/>
                  </a:cubicBezTo>
                  <a:cubicBezTo>
                    <a:pt x="9729" y="3718"/>
                    <a:pt x="9646" y="977"/>
                    <a:pt x="8800" y="1"/>
                  </a:cubicBezTo>
                  <a:cubicBezTo>
                    <a:pt x="11126" y="504"/>
                    <a:pt x="13063" y="1112"/>
                    <a:pt x="13063" y="1112"/>
                  </a:cubicBezTo>
                  <a:cubicBezTo>
                    <a:pt x="13063" y="1112"/>
                    <a:pt x="13525" y="857"/>
                    <a:pt x="13618" y="1205"/>
                  </a:cubicBezTo>
                  <a:cubicBezTo>
                    <a:pt x="13717" y="1558"/>
                    <a:pt x="13120" y="1932"/>
                    <a:pt x="13120" y="1932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8528;p91">
              <a:extLst>
                <a:ext uri="{FF2B5EF4-FFF2-40B4-BE49-F238E27FC236}">
                  <a16:creationId xmlns:a16="http://schemas.microsoft.com/office/drawing/2014/main" id="{0F553CF3-E918-6697-AA90-F94F3C902F31}"/>
                </a:ext>
              </a:extLst>
            </p:cNvPr>
            <p:cNvSpPr/>
            <p:nvPr/>
          </p:nvSpPr>
          <p:spPr>
            <a:xfrm>
              <a:off x="6103800" y="1841100"/>
              <a:ext cx="351250" cy="258625"/>
            </a:xfrm>
            <a:custGeom>
              <a:avLst/>
              <a:gdLst/>
              <a:ahLst/>
              <a:cxnLst/>
              <a:rect l="l" t="t" r="r" b="b"/>
              <a:pathLst>
                <a:path w="14050" h="10345" extrusionOk="0">
                  <a:moveTo>
                    <a:pt x="4120" y="104"/>
                  </a:moveTo>
                  <a:cubicBezTo>
                    <a:pt x="7663" y="104"/>
                    <a:pt x="13269" y="1846"/>
                    <a:pt x="13343" y="1866"/>
                  </a:cubicBezTo>
                  <a:cubicBezTo>
                    <a:pt x="13347" y="1869"/>
                    <a:pt x="13353" y="1870"/>
                    <a:pt x="13358" y="1870"/>
                  </a:cubicBezTo>
                  <a:cubicBezTo>
                    <a:pt x="13366" y="1870"/>
                    <a:pt x="13373" y="1867"/>
                    <a:pt x="13380" y="1861"/>
                  </a:cubicBezTo>
                  <a:cubicBezTo>
                    <a:pt x="13432" y="1837"/>
                    <a:pt x="13558" y="1782"/>
                    <a:pt x="13670" y="1782"/>
                  </a:cubicBezTo>
                  <a:cubicBezTo>
                    <a:pt x="13703" y="1782"/>
                    <a:pt x="13735" y="1787"/>
                    <a:pt x="13764" y="1799"/>
                  </a:cubicBezTo>
                  <a:cubicBezTo>
                    <a:pt x="13816" y="1825"/>
                    <a:pt x="13852" y="1872"/>
                    <a:pt x="13862" y="1929"/>
                  </a:cubicBezTo>
                  <a:cubicBezTo>
                    <a:pt x="13945" y="2235"/>
                    <a:pt x="13416" y="2578"/>
                    <a:pt x="13385" y="2593"/>
                  </a:cubicBezTo>
                  <a:lnTo>
                    <a:pt x="13380" y="2598"/>
                  </a:lnTo>
                  <a:cubicBezTo>
                    <a:pt x="13359" y="2614"/>
                    <a:pt x="13312" y="2645"/>
                    <a:pt x="13058" y="4654"/>
                  </a:cubicBezTo>
                  <a:cubicBezTo>
                    <a:pt x="12782" y="6850"/>
                    <a:pt x="11485" y="9228"/>
                    <a:pt x="11474" y="9249"/>
                  </a:cubicBezTo>
                  <a:cubicBezTo>
                    <a:pt x="11464" y="9270"/>
                    <a:pt x="11464" y="9291"/>
                    <a:pt x="11479" y="9306"/>
                  </a:cubicBezTo>
                  <a:cubicBezTo>
                    <a:pt x="11479" y="9306"/>
                    <a:pt x="11703" y="9581"/>
                    <a:pt x="11599" y="10095"/>
                  </a:cubicBezTo>
                  <a:cubicBezTo>
                    <a:pt x="11583" y="10178"/>
                    <a:pt x="11552" y="10230"/>
                    <a:pt x="11500" y="10246"/>
                  </a:cubicBezTo>
                  <a:cubicBezTo>
                    <a:pt x="11491" y="10248"/>
                    <a:pt x="11482" y="10249"/>
                    <a:pt x="11471" y="10249"/>
                  </a:cubicBezTo>
                  <a:cubicBezTo>
                    <a:pt x="11312" y="10249"/>
                    <a:pt x="11023" y="9991"/>
                    <a:pt x="10867" y="9815"/>
                  </a:cubicBezTo>
                  <a:cubicBezTo>
                    <a:pt x="10862" y="9804"/>
                    <a:pt x="10846" y="9799"/>
                    <a:pt x="10830" y="9799"/>
                  </a:cubicBezTo>
                  <a:lnTo>
                    <a:pt x="10820" y="9799"/>
                  </a:lnTo>
                  <a:cubicBezTo>
                    <a:pt x="9911" y="9799"/>
                    <a:pt x="7850" y="9067"/>
                    <a:pt x="7830" y="9062"/>
                  </a:cubicBezTo>
                  <a:lnTo>
                    <a:pt x="7819" y="9062"/>
                  </a:lnTo>
                  <a:cubicBezTo>
                    <a:pt x="5634" y="8860"/>
                    <a:pt x="1148" y="7967"/>
                    <a:pt x="1101" y="7956"/>
                  </a:cubicBezTo>
                  <a:cubicBezTo>
                    <a:pt x="1091" y="7956"/>
                    <a:pt x="1075" y="7956"/>
                    <a:pt x="1060" y="7967"/>
                  </a:cubicBezTo>
                  <a:cubicBezTo>
                    <a:pt x="1060" y="7971"/>
                    <a:pt x="851" y="8156"/>
                    <a:pt x="676" y="8156"/>
                  </a:cubicBezTo>
                  <a:cubicBezTo>
                    <a:pt x="622" y="8156"/>
                    <a:pt x="571" y="8138"/>
                    <a:pt x="530" y="8091"/>
                  </a:cubicBezTo>
                  <a:cubicBezTo>
                    <a:pt x="354" y="7889"/>
                    <a:pt x="566" y="7520"/>
                    <a:pt x="566" y="7515"/>
                  </a:cubicBezTo>
                  <a:cubicBezTo>
                    <a:pt x="572" y="7505"/>
                    <a:pt x="577" y="7494"/>
                    <a:pt x="572" y="7479"/>
                  </a:cubicBezTo>
                  <a:cubicBezTo>
                    <a:pt x="78" y="5007"/>
                    <a:pt x="1553" y="1332"/>
                    <a:pt x="1568" y="1295"/>
                  </a:cubicBezTo>
                  <a:cubicBezTo>
                    <a:pt x="1574" y="1285"/>
                    <a:pt x="1574" y="1269"/>
                    <a:pt x="1568" y="1259"/>
                  </a:cubicBezTo>
                  <a:cubicBezTo>
                    <a:pt x="1475" y="1015"/>
                    <a:pt x="1470" y="750"/>
                    <a:pt x="1553" y="506"/>
                  </a:cubicBezTo>
                  <a:cubicBezTo>
                    <a:pt x="1589" y="413"/>
                    <a:pt x="1626" y="356"/>
                    <a:pt x="1662" y="356"/>
                  </a:cubicBezTo>
                  <a:cubicBezTo>
                    <a:pt x="1714" y="356"/>
                    <a:pt x="1786" y="449"/>
                    <a:pt x="1818" y="511"/>
                  </a:cubicBezTo>
                  <a:cubicBezTo>
                    <a:pt x="1823" y="527"/>
                    <a:pt x="1833" y="532"/>
                    <a:pt x="1849" y="537"/>
                  </a:cubicBezTo>
                  <a:cubicBezTo>
                    <a:pt x="1853" y="540"/>
                    <a:pt x="1858" y="541"/>
                    <a:pt x="1864" y="541"/>
                  </a:cubicBezTo>
                  <a:cubicBezTo>
                    <a:pt x="1871" y="541"/>
                    <a:pt x="1879" y="538"/>
                    <a:pt x="1885" y="532"/>
                  </a:cubicBezTo>
                  <a:cubicBezTo>
                    <a:pt x="2393" y="225"/>
                    <a:pt x="3185" y="104"/>
                    <a:pt x="4120" y="104"/>
                  </a:cubicBezTo>
                  <a:close/>
                  <a:moveTo>
                    <a:pt x="4151" y="0"/>
                  </a:moveTo>
                  <a:cubicBezTo>
                    <a:pt x="3214" y="0"/>
                    <a:pt x="2412" y="120"/>
                    <a:pt x="1880" y="423"/>
                  </a:cubicBezTo>
                  <a:cubicBezTo>
                    <a:pt x="1839" y="362"/>
                    <a:pt x="1759" y="257"/>
                    <a:pt x="1664" y="257"/>
                  </a:cubicBezTo>
                  <a:cubicBezTo>
                    <a:pt x="1661" y="257"/>
                    <a:pt x="1659" y="257"/>
                    <a:pt x="1657" y="257"/>
                  </a:cubicBezTo>
                  <a:cubicBezTo>
                    <a:pt x="1574" y="262"/>
                    <a:pt x="1511" y="335"/>
                    <a:pt x="1459" y="475"/>
                  </a:cubicBezTo>
                  <a:cubicBezTo>
                    <a:pt x="1371" y="735"/>
                    <a:pt x="1376" y="1020"/>
                    <a:pt x="1470" y="1280"/>
                  </a:cubicBezTo>
                  <a:cubicBezTo>
                    <a:pt x="1356" y="1565"/>
                    <a:pt x="1" y="5075"/>
                    <a:pt x="473" y="7484"/>
                  </a:cubicBezTo>
                  <a:cubicBezTo>
                    <a:pt x="431" y="7567"/>
                    <a:pt x="250" y="7920"/>
                    <a:pt x="452" y="8154"/>
                  </a:cubicBezTo>
                  <a:cubicBezTo>
                    <a:pt x="514" y="8225"/>
                    <a:pt x="590" y="8251"/>
                    <a:pt x="668" y="8251"/>
                  </a:cubicBezTo>
                  <a:cubicBezTo>
                    <a:pt x="850" y="8251"/>
                    <a:pt x="1045" y="8107"/>
                    <a:pt x="1106" y="8060"/>
                  </a:cubicBezTo>
                  <a:cubicBezTo>
                    <a:pt x="1454" y="8128"/>
                    <a:pt x="5691" y="8963"/>
                    <a:pt x="7798" y="9156"/>
                  </a:cubicBezTo>
                  <a:cubicBezTo>
                    <a:pt x="7944" y="9207"/>
                    <a:pt x="9896" y="9893"/>
                    <a:pt x="10810" y="9898"/>
                  </a:cubicBezTo>
                  <a:cubicBezTo>
                    <a:pt x="10893" y="9991"/>
                    <a:pt x="11230" y="10344"/>
                    <a:pt x="11474" y="10344"/>
                  </a:cubicBezTo>
                  <a:cubicBezTo>
                    <a:pt x="11490" y="10344"/>
                    <a:pt x="11510" y="10339"/>
                    <a:pt x="11526" y="10329"/>
                  </a:cubicBezTo>
                  <a:cubicBezTo>
                    <a:pt x="11614" y="10308"/>
                    <a:pt x="11671" y="10235"/>
                    <a:pt x="11697" y="10111"/>
                  </a:cubicBezTo>
                  <a:cubicBezTo>
                    <a:pt x="11791" y="9638"/>
                    <a:pt x="11630" y="9353"/>
                    <a:pt x="11573" y="9265"/>
                  </a:cubicBezTo>
                  <a:cubicBezTo>
                    <a:pt x="11718" y="8989"/>
                    <a:pt x="12897" y="6752"/>
                    <a:pt x="13156" y="4665"/>
                  </a:cubicBezTo>
                  <a:cubicBezTo>
                    <a:pt x="13364" y="3014"/>
                    <a:pt x="13431" y="2718"/>
                    <a:pt x="13447" y="2666"/>
                  </a:cubicBezTo>
                  <a:cubicBezTo>
                    <a:pt x="13535" y="2609"/>
                    <a:pt x="14049" y="2256"/>
                    <a:pt x="13956" y="1898"/>
                  </a:cubicBezTo>
                  <a:cubicBezTo>
                    <a:pt x="13940" y="1815"/>
                    <a:pt x="13878" y="1742"/>
                    <a:pt x="13800" y="1705"/>
                  </a:cubicBezTo>
                  <a:cubicBezTo>
                    <a:pt x="13759" y="1689"/>
                    <a:pt x="13715" y="1682"/>
                    <a:pt x="13671" y="1682"/>
                  </a:cubicBezTo>
                  <a:cubicBezTo>
                    <a:pt x="13536" y="1682"/>
                    <a:pt x="13399" y="1744"/>
                    <a:pt x="13348" y="1768"/>
                  </a:cubicBezTo>
                  <a:cubicBezTo>
                    <a:pt x="12895" y="1629"/>
                    <a:pt x="7603" y="0"/>
                    <a:pt x="4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2" name="Google Shape;3545;p68">
            <a:extLst>
              <a:ext uri="{FF2B5EF4-FFF2-40B4-BE49-F238E27FC236}">
                <a16:creationId xmlns:a16="http://schemas.microsoft.com/office/drawing/2014/main" id="{C3D0A48D-C959-121D-E509-CD235EA8A274}"/>
              </a:ext>
            </a:extLst>
          </p:cNvPr>
          <p:cNvGrpSpPr/>
          <p:nvPr/>
        </p:nvGrpSpPr>
        <p:grpSpPr>
          <a:xfrm>
            <a:off x="5723275" y="-138199"/>
            <a:ext cx="4112052" cy="1759054"/>
            <a:chOff x="2146611" y="-19"/>
            <a:chExt cx="4112052" cy="1759054"/>
          </a:xfrm>
        </p:grpSpPr>
        <p:sp>
          <p:nvSpPr>
            <p:cNvPr id="3133" name="Google Shape;3546;p68">
              <a:extLst>
                <a:ext uri="{FF2B5EF4-FFF2-40B4-BE49-F238E27FC236}">
                  <a16:creationId xmlns:a16="http://schemas.microsoft.com/office/drawing/2014/main" id="{D4B0859B-D929-FAA3-F661-C9AC8DC72CC8}"/>
                </a:ext>
              </a:extLst>
            </p:cNvPr>
            <p:cNvSpPr/>
            <p:nvPr/>
          </p:nvSpPr>
          <p:spPr>
            <a:xfrm>
              <a:off x="2146611" y="-19"/>
              <a:ext cx="4112052" cy="1759054"/>
            </a:xfrm>
            <a:custGeom>
              <a:avLst/>
              <a:gdLst/>
              <a:ahLst/>
              <a:cxnLst/>
              <a:rect l="l" t="t" r="r" b="b"/>
              <a:pathLst>
                <a:path w="40972" h="17527" fill="none" extrusionOk="0">
                  <a:moveTo>
                    <a:pt x="0" y="1"/>
                  </a:moveTo>
                  <a:cubicBezTo>
                    <a:pt x="0" y="1"/>
                    <a:pt x="8288" y="17527"/>
                    <a:pt x="24985" y="1"/>
                  </a:cubicBezTo>
                  <a:cubicBezTo>
                    <a:pt x="24985" y="1"/>
                    <a:pt x="32563" y="9118"/>
                    <a:pt x="40972" y="6750"/>
                  </a:cubicBez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34" name="Google Shape;3547;p68">
              <a:extLst>
                <a:ext uri="{FF2B5EF4-FFF2-40B4-BE49-F238E27FC236}">
                  <a16:creationId xmlns:a16="http://schemas.microsoft.com/office/drawing/2014/main" id="{1DA5513B-D376-0CDD-6E7B-26579A805B73}"/>
                </a:ext>
              </a:extLst>
            </p:cNvPr>
            <p:cNvGrpSpPr/>
            <p:nvPr/>
          </p:nvGrpSpPr>
          <p:grpSpPr>
            <a:xfrm>
              <a:off x="2177824" y="38319"/>
              <a:ext cx="3637840" cy="812133"/>
              <a:chOff x="1877588" y="354800"/>
              <a:chExt cx="906175" cy="202300"/>
            </a:xfrm>
          </p:grpSpPr>
          <p:sp>
            <p:nvSpPr>
              <p:cNvPr id="3473" name="Google Shape;3548;p68">
                <a:extLst>
                  <a:ext uri="{FF2B5EF4-FFF2-40B4-BE49-F238E27FC236}">
                    <a16:creationId xmlns:a16="http://schemas.microsoft.com/office/drawing/2014/main" id="{3E6E234F-109A-3369-54FD-B177C9A9F97A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549;p68">
                <a:extLst>
                  <a:ext uri="{FF2B5EF4-FFF2-40B4-BE49-F238E27FC236}">
                    <a16:creationId xmlns:a16="http://schemas.microsoft.com/office/drawing/2014/main" id="{A5F97AA6-1D5D-3009-218D-5A1952D51527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550;p68">
                <a:extLst>
                  <a:ext uri="{FF2B5EF4-FFF2-40B4-BE49-F238E27FC236}">
                    <a16:creationId xmlns:a16="http://schemas.microsoft.com/office/drawing/2014/main" id="{95A81D3E-C438-40FC-A974-52A6ADE8482D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551;p68">
                <a:extLst>
                  <a:ext uri="{FF2B5EF4-FFF2-40B4-BE49-F238E27FC236}">
                    <a16:creationId xmlns:a16="http://schemas.microsoft.com/office/drawing/2014/main" id="{2C10B662-B16C-ECCE-C2EF-020C1A9AEB6B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552;p68">
                <a:extLst>
                  <a:ext uri="{FF2B5EF4-FFF2-40B4-BE49-F238E27FC236}">
                    <a16:creationId xmlns:a16="http://schemas.microsoft.com/office/drawing/2014/main" id="{9EDBA9B8-6591-9F0B-62B9-78048DDBF19D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553;p68">
                <a:extLst>
                  <a:ext uri="{FF2B5EF4-FFF2-40B4-BE49-F238E27FC236}">
                    <a16:creationId xmlns:a16="http://schemas.microsoft.com/office/drawing/2014/main" id="{B5A33170-42CB-0458-9DAD-0D5B940A1C08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554;p68">
                <a:extLst>
                  <a:ext uri="{FF2B5EF4-FFF2-40B4-BE49-F238E27FC236}">
                    <a16:creationId xmlns:a16="http://schemas.microsoft.com/office/drawing/2014/main" id="{9460EE49-25E5-1D78-0D6D-296891ABC077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555;p68">
                <a:extLst>
                  <a:ext uri="{FF2B5EF4-FFF2-40B4-BE49-F238E27FC236}">
                    <a16:creationId xmlns:a16="http://schemas.microsoft.com/office/drawing/2014/main" id="{A858928F-3941-CE0D-2A59-DFB0125DFA71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556;p68">
                <a:extLst>
                  <a:ext uri="{FF2B5EF4-FFF2-40B4-BE49-F238E27FC236}">
                    <a16:creationId xmlns:a16="http://schemas.microsoft.com/office/drawing/2014/main" id="{207D1EBB-96D9-1466-F715-5074FC672349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557;p68">
                <a:extLst>
                  <a:ext uri="{FF2B5EF4-FFF2-40B4-BE49-F238E27FC236}">
                    <a16:creationId xmlns:a16="http://schemas.microsoft.com/office/drawing/2014/main" id="{AFF84B9F-04F3-827D-63E8-EFDC2C089593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558;p68">
                <a:extLst>
                  <a:ext uri="{FF2B5EF4-FFF2-40B4-BE49-F238E27FC236}">
                    <a16:creationId xmlns:a16="http://schemas.microsoft.com/office/drawing/2014/main" id="{27B9E243-8B9B-580B-90BD-BCCE56C6181B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559;p68">
                <a:extLst>
                  <a:ext uri="{FF2B5EF4-FFF2-40B4-BE49-F238E27FC236}">
                    <a16:creationId xmlns:a16="http://schemas.microsoft.com/office/drawing/2014/main" id="{EB139A0B-625F-0A38-F66E-CB6EEEE54584}"/>
                  </a:ext>
                </a:extLst>
              </p:cNvPr>
              <p:cNvSpPr/>
              <p:nvPr/>
            </p:nvSpPr>
            <p:spPr>
              <a:xfrm>
                <a:off x="2479313" y="35480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560;p68">
                <a:extLst>
                  <a:ext uri="{FF2B5EF4-FFF2-40B4-BE49-F238E27FC236}">
                    <a16:creationId xmlns:a16="http://schemas.microsoft.com/office/drawing/2014/main" id="{68D591D9-566B-976B-82E1-714141C7BB21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561;p68">
                <a:extLst>
                  <a:ext uri="{FF2B5EF4-FFF2-40B4-BE49-F238E27FC236}">
                    <a16:creationId xmlns:a16="http://schemas.microsoft.com/office/drawing/2014/main" id="{3D35BE0E-599F-C242-9BDC-3BFBED63CC29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562;p68">
                <a:extLst>
                  <a:ext uri="{FF2B5EF4-FFF2-40B4-BE49-F238E27FC236}">
                    <a16:creationId xmlns:a16="http://schemas.microsoft.com/office/drawing/2014/main" id="{B4F60049-3A40-55CA-E1FE-715985171E4C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563;p68">
                <a:extLst>
                  <a:ext uri="{FF2B5EF4-FFF2-40B4-BE49-F238E27FC236}">
                    <a16:creationId xmlns:a16="http://schemas.microsoft.com/office/drawing/2014/main" id="{219A122B-C1B5-E71C-5F0A-179D76AACA2C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564;p68">
                <a:extLst>
                  <a:ext uri="{FF2B5EF4-FFF2-40B4-BE49-F238E27FC236}">
                    <a16:creationId xmlns:a16="http://schemas.microsoft.com/office/drawing/2014/main" id="{4A277A2C-AC26-AA9A-BD92-827B23327FF6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5" name="Google Shape;3565;p68">
              <a:extLst>
                <a:ext uri="{FF2B5EF4-FFF2-40B4-BE49-F238E27FC236}">
                  <a16:creationId xmlns:a16="http://schemas.microsoft.com/office/drawing/2014/main" id="{F1CD0444-E9CB-F17A-EF07-7C90F2A7FEF3}"/>
                </a:ext>
              </a:extLst>
            </p:cNvPr>
            <p:cNvGrpSpPr/>
            <p:nvPr/>
          </p:nvGrpSpPr>
          <p:grpSpPr>
            <a:xfrm>
              <a:off x="2177824" y="38319"/>
              <a:ext cx="3637840" cy="812133"/>
              <a:chOff x="1877588" y="354800"/>
              <a:chExt cx="906175" cy="202300"/>
            </a:xfrm>
          </p:grpSpPr>
          <p:sp>
            <p:nvSpPr>
              <p:cNvPr id="3456" name="Google Shape;3566;p68">
                <a:extLst>
                  <a:ext uri="{FF2B5EF4-FFF2-40B4-BE49-F238E27FC236}">
                    <a16:creationId xmlns:a16="http://schemas.microsoft.com/office/drawing/2014/main" id="{E75CEF65-F6A0-683F-AD38-B8AE2CEB3DB5}"/>
                  </a:ext>
                </a:extLst>
              </p:cNvPr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567;p68">
                <a:extLst>
                  <a:ext uri="{FF2B5EF4-FFF2-40B4-BE49-F238E27FC236}">
                    <a16:creationId xmlns:a16="http://schemas.microsoft.com/office/drawing/2014/main" id="{BAB35839-7C61-D5F7-13F1-EBB7A3A3F0AC}"/>
                  </a:ext>
                </a:extLst>
              </p:cNvPr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568;p68">
                <a:extLst>
                  <a:ext uri="{FF2B5EF4-FFF2-40B4-BE49-F238E27FC236}">
                    <a16:creationId xmlns:a16="http://schemas.microsoft.com/office/drawing/2014/main" id="{D00C459F-BD41-7961-5470-5B09D1663632}"/>
                  </a:ext>
                </a:extLst>
              </p:cNvPr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569;p68">
                <a:extLst>
                  <a:ext uri="{FF2B5EF4-FFF2-40B4-BE49-F238E27FC236}">
                    <a16:creationId xmlns:a16="http://schemas.microsoft.com/office/drawing/2014/main" id="{FD119307-B91C-C91E-5B14-912C7BC4AF00}"/>
                  </a:ext>
                </a:extLst>
              </p:cNvPr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570;p68">
                <a:extLst>
                  <a:ext uri="{FF2B5EF4-FFF2-40B4-BE49-F238E27FC236}">
                    <a16:creationId xmlns:a16="http://schemas.microsoft.com/office/drawing/2014/main" id="{BCF788E9-94B5-FCB8-007F-E4F255C92339}"/>
                  </a:ext>
                </a:extLst>
              </p:cNvPr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571;p68">
                <a:extLst>
                  <a:ext uri="{FF2B5EF4-FFF2-40B4-BE49-F238E27FC236}">
                    <a16:creationId xmlns:a16="http://schemas.microsoft.com/office/drawing/2014/main" id="{1C5D2323-8504-9DA4-9753-EAC9C51746BA}"/>
                  </a:ext>
                </a:extLst>
              </p:cNvPr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572;p68">
                <a:extLst>
                  <a:ext uri="{FF2B5EF4-FFF2-40B4-BE49-F238E27FC236}">
                    <a16:creationId xmlns:a16="http://schemas.microsoft.com/office/drawing/2014/main" id="{59A2F725-3295-B48B-334A-D727E3B465E4}"/>
                  </a:ext>
                </a:extLst>
              </p:cNvPr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573;p68">
                <a:extLst>
                  <a:ext uri="{FF2B5EF4-FFF2-40B4-BE49-F238E27FC236}">
                    <a16:creationId xmlns:a16="http://schemas.microsoft.com/office/drawing/2014/main" id="{2B0FF607-A354-788E-D6D0-3B4E54B76FCE}"/>
                  </a:ext>
                </a:extLst>
              </p:cNvPr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574;p68">
                <a:extLst>
                  <a:ext uri="{FF2B5EF4-FFF2-40B4-BE49-F238E27FC236}">
                    <a16:creationId xmlns:a16="http://schemas.microsoft.com/office/drawing/2014/main" id="{20A2110F-529A-3FD3-CAAC-71C5F169E34B}"/>
                  </a:ext>
                </a:extLst>
              </p:cNvPr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575;p68">
                <a:extLst>
                  <a:ext uri="{FF2B5EF4-FFF2-40B4-BE49-F238E27FC236}">
                    <a16:creationId xmlns:a16="http://schemas.microsoft.com/office/drawing/2014/main" id="{5F2000C7-60A3-12B0-FF74-830A610B0F7C}"/>
                  </a:ext>
                </a:extLst>
              </p:cNvPr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576;p68">
                <a:extLst>
                  <a:ext uri="{FF2B5EF4-FFF2-40B4-BE49-F238E27FC236}">
                    <a16:creationId xmlns:a16="http://schemas.microsoft.com/office/drawing/2014/main" id="{B6F4E247-BCD1-176E-E289-50493D353856}"/>
                  </a:ext>
                </a:extLst>
              </p:cNvPr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577;p68">
                <a:extLst>
                  <a:ext uri="{FF2B5EF4-FFF2-40B4-BE49-F238E27FC236}">
                    <a16:creationId xmlns:a16="http://schemas.microsoft.com/office/drawing/2014/main" id="{5A3C72F4-8ECD-06DB-2F89-A77502C964DD}"/>
                  </a:ext>
                </a:extLst>
              </p:cNvPr>
              <p:cNvSpPr/>
              <p:nvPr/>
            </p:nvSpPr>
            <p:spPr>
              <a:xfrm>
                <a:off x="2479313" y="35480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578;p68">
                <a:extLst>
                  <a:ext uri="{FF2B5EF4-FFF2-40B4-BE49-F238E27FC236}">
                    <a16:creationId xmlns:a16="http://schemas.microsoft.com/office/drawing/2014/main" id="{AB256628-396C-060E-0347-F22FB6B8B8F1}"/>
                  </a:ext>
                </a:extLst>
              </p:cNvPr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579;p68">
                <a:extLst>
                  <a:ext uri="{FF2B5EF4-FFF2-40B4-BE49-F238E27FC236}">
                    <a16:creationId xmlns:a16="http://schemas.microsoft.com/office/drawing/2014/main" id="{0D3A95B4-FD53-71ED-8D57-62C9BFF96897}"/>
                  </a:ext>
                </a:extLst>
              </p:cNvPr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580;p68">
                <a:extLst>
                  <a:ext uri="{FF2B5EF4-FFF2-40B4-BE49-F238E27FC236}">
                    <a16:creationId xmlns:a16="http://schemas.microsoft.com/office/drawing/2014/main" id="{2766E0B8-80C9-7051-4D4B-A92FFD79020F}"/>
                  </a:ext>
                </a:extLst>
              </p:cNvPr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581;p68">
                <a:extLst>
                  <a:ext uri="{FF2B5EF4-FFF2-40B4-BE49-F238E27FC236}">
                    <a16:creationId xmlns:a16="http://schemas.microsoft.com/office/drawing/2014/main" id="{74D529C8-EE1C-C011-F68B-120405496B95}"/>
                  </a:ext>
                </a:extLst>
              </p:cNvPr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582;p68">
                <a:extLst>
                  <a:ext uri="{FF2B5EF4-FFF2-40B4-BE49-F238E27FC236}">
                    <a16:creationId xmlns:a16="http://schemas.microsoft.com/office/drawing/2014/main" id="{6F146882-66DE-DD68-3997-F3BD9BDD8655}"/>
                  </a:ext>
                </a:extLst>
              </p:cNvPr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529" name="Picture 3528" descr="A diagram of a company&#10;&#10;AI-generated content may be incorrect.">
            <a:extLst>
              <a:ext uri="{FF2B5EF4-FFF2-40B4-BE49-F238E27FC236}">
                <a16:creationId xmlns:a16="http://schemas.microsoft.com/office/drawing/2014/main" id="{8B39E033-1421-A7F6-4E41-0632786EE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00" y="1538263"/>
            <a:ext cx="8506260" cy="18716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6215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0" name="Google Shape;5450;p75"/>
          <p:cNvSpPr/>
          <p:nvPr/>
        </p:nvSpPr>
        <p:spPr>
          <a:xfrm>
            <a:off x="0" y="0"/>
            <a:ext cx="2680800" cy="5143500"/>
          </a:xfrm>
          <a:prstGeom prst="round1Rect">
            <a:avLst>
              <a:gd name="adj" fmla="val 23124"/>
            </a:avLst>
          </a:prstGeom>
          <a:gradFill>
            <a:gsLst>
              <a:gs pos="0">
                <a:schemeClr val="accent1"/>
              </a:gs>
              <a:gs pos="35000">
                <a:schemeClr val="accent1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1" name="Google Shape;5451;p75"/>
          <p:cNvSpPr txBox="1">
            <a:spLocks noGrp="1"/>
          </p:cNvSpPr>
          <p:nvPr>
            <p:ph type="title"/>
          </p:nvPr>
        </p:nvSpPr>
        <p:spPr>
          <a:xfrm>
            <a:off x="2874605" y="609005"/>
            <a:ext cx="574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sz="3200" b="1" i="0" dirty="0">
                <a:effectLst/>
                <a:latin typeface="Segoe WPC"/>
              </a:rPr>
              <a:t>Technologies Utilisées pour </a:t>
            </a:r>
            <a:r>
              <a:rPr lang="fr-FR" sz="3200" b="1" i="0" dirty="0" err="1">
                <a:effectLst/>
                <a:latin typeface="Segoe WPC"/>
              </a:rPr>
              <a:t>Wavve</a:t>
            </a:r>
            <a:endParaRPr lang="fr-FR" sz="3200" b="1" i="0" dirty="0">
              <a:effectLst/>
              <a:latin typeface="Segoe WPC"/>
            </a:endParaRPr>
          </a:p>
        </p:txBody>
      </p:sp>
      <p:sp>
        <p:nvSpPr>
          <p:cNvPr id="5457" name="Google Shape;5457;p75"/>
          <p:cNvSpPr txBox="1"/>
          <p:nvPr/>
        </p:nvSpPr>
        <p:spPr>
          <a:xfrm>
            <a:off x="425693" y="4214700"/>
            <a:ext cx="2514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0:00</a:t>
            </a:r>
            <a:endParaRPr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58" name="Google Shape;5458;p75"/>
          <p:cNvSpPr txBox="1"/>
          <p:nvPr/>
        </p:nvSpPr>
        <p:spPr>
          <a:xfrm>
            <a:off x="2003693" y="4214700"/>
            <a:ext cx="2514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3:15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459" name="Google Shape;5459;p75"/>
          <p:cNvGrpSpPr/>
          <p:nvPr/>
        </p:nvGrpSpPr>
        <p:grpSpPr>
          <a:xfrm>
            <a:off x="486492" y="4615657"/>
            <a:ext cx="1707817" cy="251415"/>
            <a:chOff x="486492" y="3375432"/>
            <a:chExt cx="1707817" cy="251415"/>
          </a:xfrm>
        </p:grpSpPr>
        <p:sp>
          <p:nvSpPr>
            <p:cNvPr id="5460" name="Google Shape;5460;p75"/>
            <p:cNvSpPr/>
            <p:nvPr/>
          </p:nvSpPr>
          <p:spPr>
            <a:xfrm>
              <a:off x="486492" y="3456466"/>
              <a:ext cx="115200" cy="88562"/>
            </a:xfrm>
            <a:custGeom>
              <a:avLst/>
              <a:gdLst/>
              <a:ahLst/>
              <a:cxnLst/>
              <a:rect l="l" t="t" r="r" b="b"/>
              <a:pathLst>
                <a:path w="17930" h="13784" extrusionOk="0">
                  <a:moveTo>
                    <a:pt x="12887" y="1"/>
                  </a:moveTo>
                  <a:cubicBezTo>
                    <a:pt x="11206" y="1"/>
                    <a:pt x="9861" y="897"/>
                    <a:pt x="8965" y="2018"/>
                  </a:cubicBezTo>
                  <a:cubicBezTo>
                    <a:pt x="7956" y="897"/>
                    <a:pt x="6612" y="1"/>
                    <a:pt x="5043" y="1"/>
                  </a:cubicBezTo>
                  <a:cubicBezTo>
                    <a:pt x="2241" y="1"/>
                    <a:pt x="0" y="2242"/>
                    <a:pt x="0" y="5043"/>
                  </a:cubicBezTo>
                  <a:cubicBezTo>
                    <a:pt x="0" y="6500"/>
                    <a:pt x="560" y="7733"/>
                    <a:pt x="1457" y="8517"/>
                  </a:cubicBezTo>
                  <a:cubicBezTo>
                    <a:pt x="2241" y="9413"/>
                    <a:pt x="5603" y="12103"/>
                    <a:pt x="8853" y="13784"/>
                  </a:cubicBezTo>
                  <a:cubicBezTo>
                    <a:pt x="11766" y="11879"/>
                    <a:pt x="15464" y="9413"/>
                    <a:pt x="16249" y="8517"/>
                  </a:cubicBezTo>
                  <a:cubicBezTo>
                    <a:pt x="17257" y="7733"/>
                    <a:pt x="17817" y="6276"/>
                    <a:pt x="17817" y="4931"/>
                  </a:cubicBezTo>
                  <a:cubicBezTo>
                    <a:pt x="17929" y="2242"/>
                    <a:pt x="15688" y="1"/>
                    <a:pt x="12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61" name="Google Shape;5461;p75"/>
            <p:cNvGrpSpPr/>
            <p:nvPr/>
          </p:nvGrpSpPr>
          <p:grpSpPr>
            <a:xfrm>
              <a:off x="2098544" y="3452903"/>
              <a:ext cx="95765" cy="95765"/>
              <a:chOff x="5925100" y="2102500"/>
              <a:chExt cx="372625" cy="372625"/>
            </a:xfrm>
          </p:grpSpPr>
          <p:sp>
            <p:nvSpPr>
              <p:cNvPr id="5462" name="Google Shape;5462;p75"/>
              <p:cNvSpPr/>
              <p:nvPr/>
            </p:nvSpPr>
            <p:spPr>
              <a:xfrm>
                <a:off x="5925100" y="2102500"/>
                <a:ext cx="372625" cy="372625"/>
              </a:xfrm>
              <a:custGeom>
                <a:avLst/>
                <a:gdLst/>
                <a:ahLst/>
                <a:cxnLst/>
                <a:rect l="l" t="t" r="r" b="b"/>
                <a:pathLst>
                  <a:path w="14905" h="14905" extrusionOk="0">
                    <a:moveTo>
                      <a:pt x="14904" y="7396"/>
                    </a:moveTo>
                    <a:cubicBezTo>
                      <a:pt x="14904" y="11542"/>
                      <a:pt x="11542" y="14904"/>
                      <a:pt x="7396" y="14904"/>
                    </a:cubicBezTo>
                    <a:cubicBezTo>
                      <a:pt x="3362" y="14904"/>
                      <a:pt x="0" y="11542"/>
                      <a:pt x="0" y="7396"/>
                    </a:cubicBezTo>
                    <a:cubicBezTo>
                      <a:pt x="0" y="3362"/>
                      <a:pt x="3362" y="0"/>
                      <a:pt x="7396" y="0"/>
                    </a:cubicBezTo>
                    <a:cubicBezTo>
                      <a:pt x="11542" y="0"/>
                      <a:pt x="14904" y="3362"/>
                      <a:pt x="14904" y="7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75"/>
              <p:cNvSpPr/>
              <p:nvPr/>
            </p:nvSpPr>
            <p:spPr>
              <a:xfrm>
                <a:off x="6110000" y="2214550"/>
                <a:ext cx="25" cy="1513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052" fill="none" extrusionOk="0">
                    <a:moveTo>
                      <a:pt x="0" y="1"/>
                    </a:moveTo>
                    <a:lnTo>
                      <a:pt x="0" y="6052"/>
                    </a:lnTo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rgbClr val="2A2747"/>
                </a:solidFill>
                <a:prstDash val="solid"/>
                <a:miter lim="11205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75"/>
              <p:cNvSpPr/>
              <p:nvPr/>
            </p:nvSpPr>
            <p:spPr>
              <a:xfrm>
                <a:off x="6034350" y="2287400"/>
                <a:ext cx="1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052" h="1" fill="none" extrusionOk="0">
                    <a:moveTo>
                      <a:pt x="6052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rgbClr val="2A2747"/>
                </a:solidFill>
                <a:prstDash val="solid"/>
                <a:miter lim="11205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5" name="Google Shape;5465;p75"/>
            <p:cNvGrpSpPr/>
            <p:nvPr/>
          </p:nvGrpSpPr>
          <p:grpSpPr>
            <a:xfrm>
              <a:off x="1224774" y="3375432"/>
              <a:ext cx="251415" cy="251415"/>
              <a:chOff x="5664289" y="4604097"/>
              <a:chExt cx="302399" cy="302399"/>
            </a:xfrm>
          </p:grpSpPr>
          <p:sp>
            <p:nvSpPr>
              <p:cNvPr id="5466" name="Google Shape;5466;p75"/>
              <p:cNvSpPr/>
              <p:nvPr/>
            </p:nvSpPr>
            <p:spPr>
              <a:xfrm>
                <a:off x="5664289" y="4604097"/>
                <a:ext cx="302399" cy="302399"/>
              </a:xfrm>
              <a:custGeom>
                <a:avLst/>
                <a:gdLst/>
                <a:ahLst/>
                <a:cxnLst/>
                <a:rect l="l" t="t" r="r" b="b"/>
                <a:pathLst>
                  <a:path w="47066" h="47066" extrusionOk="0">
                    <a:moveTo>
                      <a:pt x="47066" y="23533"/>
                    </a:moveTo>
                    <a:cubicBezTo>
                      <a:pt x="47066" y="36532"/>
                      <a:pt x="36532" y="47065"/>
                      <a:pt x="23533" y="47065"/>
                    </a:cubicBezTo>
                    <a:cubicBezTo>
                      <a:pt x="10534" y="47065"/>
                      <a:pt x="1" y="36532"/>
                      <a:pt x="1" y="23533"/>
                    </a:cubicBezTo>
                    <a:cubicBezTo>
                      <a:pt x="1" y="10534"/>
                      <a:pt x="10534" y="1"/>
                      <a:pt x="23533" y="1"/>
                    </a:cubicBezTo>
                    <a:cubicBezTo>
                      <a:pt x="36532" y="1"/>
                      <a:pt x="47066" y="10534"/>
                      <a:pt x="47066" y="235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9A93">
                      <a:alpha val="72941"/>
                    </a:srgbClr>
                  </a:gs>
                  <a:gs pos="100000">
                    <a:schemeClr val="accent3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75"/>
              <p:cNvSpPr/>
              <p:nvPr/>
            </p:nvSpPr>
            <p:spPr>
              <a:xfrm>
                <a:off x="5787402" y="4712088"/>
                <a:ext cx="89288" cy="102961"/>
              </a:xfrm>
              <a:custGeom>
                <a:avLst/>
                <a:gdLst/>
                <a:ahLst/>
                <a:cxnLst/>
                <a:rect l="l" t="t" r="r" b="b"/>
                <a:pathLst>
                  <a:path w="13897" h="16025" extrusionOk="0">
                    <a:moveTo>
                      <a:pt x="1" y="1"/>
                    </a:moveTo>
                    <a:lnTo>
                      <a:pt x="1" y="16025"/>
                    </a:lnTo>
                    <a:lnTo>
                      <a:pt x="13896" y="80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8" name="Google Shape;5468;p75"/>
            <p:cNvGrpSpPr/>
            <p:nvPr/>
          </p:nvGrpSpPr>
          <p:grpSpPr>
            <a:xfrm>
              <a:off x="1713986" y="3466582"/>
              <a:ext cx="70559" cy="69120"/>
              <a:chOff x="6341136" y="4613307"/>
              <a:chExt cx="70559" cy="69120"/>
            </a:xfrm>
          </p:grpSpPr>
          <p:sp>
            <p:nvSpPr>
              <p:cNvPr id="5469" name="Google Shape;5469;p75">
                <a:hlinkClick r:id="" action="ppaction://hlinkshowjump?jump=nextslide"/>
              </p:cNvPr>
              <p:cNvSpPr/>
              <p:nvPr/>
            </p:nvSpPr>
            <p:spPr>
              <a:xfrm>
                <a:off x="6341136" y="4613307"/>
                <a:ext cx="60485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414" h="10758" extrusionOk="0">
                    <a:moveTo>
                      <a:pt x="0" y="0"/>
                    </a:moveTo>
                    <a:lnTo>
                      <a:pt x="0" y="10758"/>
                    </a:lnTo>
                    <a:lnTo>
                      <a:pt x="9413" y="52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75">
                <a:hlinkClick r:id="" action="ppaction://hlinkshowjump?jump=nextslide"/>
              </p:cNvPr>
              <p:cNvSpPr/>
              <p:nvPr/>
            </p:nvSpPr>
            <p:spPr>
              <a:xfrm>
                <a:off x="6399450" y="4613307"/>
                <a:ext cx="12246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0758" extrusionOk="0">
                    <a:moveTo>
                      <a:pt x="1" y="0"/>
                    </a:moveTo>
                    <a:lnTo>
                      <a:pt x="1" y="10758"/>
                    </a:lnTo>
                    <a:lnTo>
                      <a:pt x="1906" y="10758"/>
                    </a:lnTo>
                    <a:lnTo>
                      <a:pt x="19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71" name="Google Shape;5471;p75"/>
            <p:cNvGrpSpPr/>
            <p:nvPr/>
          </p:nvGrpSpPr>
          <p:grpSpPr>
            <a:xfrm>
              <a:off x="915690" y="3466582"/>
              <a:ext cx="71285" cy="69120"/>
              <a:chOff x="5085640" y="4613307"/>
              <a:chExt cx="71285" cy="69120"/>
            </a:xfrm>
          </p:grpSpPr>
          <p:sp>
            <p:nvSpPr>
              <p:cNvPr id="5472" name="Google Shape;5472;p75">
                <a:hlinkClick r:id="" action="ppaction://hlinkshowjump?jump=previousslide"/>
              </p:cNvPr>
              <p:cNvSpPr/>
              <p:nvPr/>
            </p:nvSpPr>
            <p:spPr>
              <a:xfrm>
                <a:off x="5085640" y="4613307"/>
                <a:ext cx="12966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0758" extrusionOk="0">
                    <a:moveTo>
                      <a:pt x="0" y="0"/>
                    </a:moveTo>
                    <a:lnTo>
                      <a:pt x="0" y="10758"/>
                    </a:lnTo>
                    <a:lnTo>
                      <a:pt x="2017" y="10758"/>
                    </a:lnTo>
                    <a:lnTo>
                      <a:pt x="20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75">
                <a:hlinkClick r:id="" action="ppaction://hlinkshowjump?jump=previousslide"/>
              </p:cNvPr>
              <p:cNvSpPr/>
              <p:nvPr/>
            </p:nvSpPr>
            <p:spPr>
              <a:xfrm>
                <a:off x="5096440" y="4613307"/>
                <a:ext cx="60485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414" h="10758" extrusionOk="0">
                    <a:moveTo>
                      <a:pt x="9413" y="0"/>
                    </a:moveTo>
                    <a:lnTo>
                      <a:pt x="0" y="5267"/>
                    </a:lnTo>
                    <a:lnTo>
                      <a:pt x="9413" y="10758"/>
                    </a:lnTo>
                    <a:lnTo>
                      <a:pt x="94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474" name="Google Shape;5474;p75"/>
          <p:cNvCxnSpPr/>
          <p:nvPr/>
        </p:nvCxnSpPr>
        <p:spPr>
          <a:xfrm>
            <a:off x="425700" y="4425413"/>
            <a:ext cx="18294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5" name="Google Shape;5475;p75"/>
          <p:cNvCxnSpPr>
            <a:endCxn id="5476" idx="6"/>
          </p:cNvCxnSpPr>
          <p:nvPr/>
        </p:nvCxnSpPr>
        <p:spPr>
          <a:xfrm rot="10800000" flipH="1">
            <a:off x="425997" y="4423425"/>
            <a:ext cx="89100" cy="2100"/>
          </a:xfrm>
          <a:prstGeom prst="straightConnector1">
            <a:avLst/>
          </a:prstGeom>
          <a:noFill/>
          <a:ln w="28575" cap="flat" cmpd="sng">
            <a:solidFill>
              <a:srgbClr val="88C59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76" name="Google Shape;5476;p75"/>
          <p:cNvSpPr/>
          <p:nvPr/>
        </p:nvSpPr>
        <p:spPr>
          <a:xfrm>
            <a:off x="425697" y="4378725"/>
            <a:ext cx="89400" cy="89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78" name="Google Shape;5478;p75"/>
          <p:cNvGrpSpPr/>
          <p:nvPr/>
        </p:nvGrpSpPr>
        <p:grpSpPr>
          <a:xfrm>
            <a:off x="4394973" y="4373100"/>
            <a:ext cx="877734" cy="648607"/>
            <a:chOff x="4256075" y="2554975"/>
            <a:chExt cx="2138727" cy="1580425"/>
          </a:xfrm>
        </p:grpSpPr>
        <p:sp>
          <p:nvSpPr>
            <p:cNvPr id="5479" name="Google Shape;5479;p75"/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75"/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75"/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75"/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75"/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75"/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75"/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75"/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75"/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75"/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75"/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75"/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75"/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75"/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3" name="Google Shape;5493;p75"/>
          <p:cNvSpPr txBox="1">
            <a:spLocks noGrp="1"/>
          </p:cNvSpPr>
          <p:nvPr>
            <p:ph type="subTitle" idx="1"/>
          </p:nvPr>
        </p:nvSpPr>
        <p:spPr>
          <a:xfrm>
            <a:off x="401700" y="2532350"/>
            <a:ext cx="18774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Lalezar"/>
                <a:ea typeface="Lalezar"/>
                <a:cs typeface="Lalezar"/>
                <a:sym typeface="Lalezar"/>
              </a:rPr>
              <a:t>WAVVE</a:t>
            </a:r>
            <a:endParaRPr sz="2000" dirty="0">
              <a:latin typeface="Lalezar"/>
              <a:ea typeface="Lalezar"/>
              <a:cs typeface="Lalezar"/>
              <a:sym typeface="Lalezar"/>
            </a:endParaRPr>
          </a:p>
        </p:txBody>
      </p:sp>
      <p:sp>
        <p:nvSpPr>
          <p:cNvPr id="5494" name="Google Shape;5494;p75"/>
          <p:cNvSpPr txBox="1">
            <a:spLocks noGrp="1"/>
          </p:cNvSpPr>
          <p:nvPr>
            <p:ph type="subTitle" idx="4"/>
          </p:nvPr>
        </p:nvSpPr>
        <p:spPr>
          <a:xfrm>
            <a:off x="401700" y="3168052"/>
            <a:ext cx="1877400" cy="9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Feel</a:t>
            </a:r>
            <a:r>
              <a:rPr lang="fr-FR" dirty="0"/>
              <a:t> The </a:t>
            </a:r>
            <a:r>
              <a:rPr lang="fr-FR" dirty="0" err="1"/>
              <a:t>Soothing</a:t>
            </a:r>
            <a:r>
              <a:rPr lang="fr-FR" dirty="0"/>
              <a:t> Waves </a:t>
            </a:r>
            <a:r>
              <a:rPr lang="fr-FR" dirty="0" err="1"/>
              <a:t>with</a:t>
            </a:r>
            <a:r>
              <a:rPr lang="fr-FR" dirty="0"/>
              <a:t> WAVVE APP!</a:t>
            </a:r>
            <a:endParaRPr dirty="0"/>
          </a:p>
        </p:txBody>
      </p:sp>
      <p:sp>
        <p:nvSpPr>
          <p:cNvPr id="5496" name="Google Shape;5496;p75"/>
          <p:cNvSpPr txBox="1">
            <a:spLocks noGrp="1"/>
          </p:cNvSpPr>
          <p:nvPr>
            <p:ph type="subTitle" idx="4"/>
          </p:nvPr>
        </p:nvSpPr>
        <p:spPr>
          <a:xfrm>
            <a:off x="401700" y="2902813"/>
            <a:ext cx="1877400" cy="36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Best Music App</a:t>
            </a:r>
            <a:endParaRPr b="1" dirty="0"/>
          </a:p>
        </p:txBody>
      </p:sp>
      <p:grpSp>
        <p:nvGrpSpPr>
          <p:cNvPr id="5497" name="Google Shape;5497;p75"/>
          <p:cNvGrpSpPr/>
          <p:nvPr/>
        </p:nvGrpSpPr>
        <p:grpSpPr>
          <a:xfrm>
            <a:off x="4162864" y="199513"/>
            <a:ext cx="4736954" cy="4054624"/>
            <a:chOff x="4160789" y="1005888"/>
            <a:chExt cx="4736954" cy="4054624"/>
          </a:xfrm>
        </p:grpSpPr>
        <p:sp>
          <p:nvSpPr>
            <p:cNvPr id="5498" name="Google Shape;5498;p75"/>
            <p:cNvSpPr/>
            <p:nvPr/>
          </p:nvSpPr>
          <p:spPr>
            <a:xfrm rot="-4511497" flipH="1">
              <a:off x="8867745" y="137980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75"/>
            <p:cNvSpPr/>
            <p:nvPr/>
          </p:nvSpPr>
          <p:spPr>
            <a:xfrm flipH="1">
              <a:off x="8738550" y="1005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75"/>
            <p:cNvSpPr/>
            <p:nvPr/>
          </p:nvSpPr>
          <p:spPr>
            <a:xfrm rot="-4514075" flipH="1">
              <a:off x="8258702" y="10697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75"/>
            <p:cNvSpPr/>
            <p:nvPr/>
          </p:nvSpPr>
          <p:spPr>
            <a:xfrm flipH="1">
              <a:off x="8364725" y="14527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75"/>
            <p:cNvSpPr/>
            <p:nvPr/>
          </p:nvSpPr>
          <p:spPr>
            <a:xfrm rot="-4511497" flipH="1">
              <a:off x="8831295" y="154845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75"/>
            <p:cNvSpPr/>
            <p:nvPr/>
          </p:nvSpPr>
          <p:spPr>
            <a:xfrm flipH="1">
              <a:off x="8519325" y="20488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75"/>
            <p:cNvSpPr/>
            <p:nvPr/>
          </p:nvSpPr>
          <p:spPr>
            <a:xfrm flipH="1">
              <a:off x="8456575" y="2487500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75"/>
            <p:cNvSpPr/>
            <p:nvPr/>
          </p:nvSpPr>
          <p:spPr>
            <a:xfrm flipH="1">
              <a:off x="7652375" y="3537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75"/>
            <p:cNvSpPr/>
            <p:nvPr/>
          </p:nvSpPr>
          <p:spPr>
            <a:xfrm flipH="1">
              <a:off x="7752000" y="2267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75"/>
            <p:cNvSpPr/>
            <p:nvPr/>
          </p:nvSpPr>
          <p:spPr>
            <a:xfrm rot="-4514075" flipH="1">
              <a:off x="7083852" y="2004382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75"/>
            <p:cNvSpPr/>
            <p:nvPr/>
          </p:nvSpPr>
          <p:spPr>
            <a:xfrm rot="-4514075" flipH="1">
              <a:off x="5447652" y="50160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75"/>
            <p:cNvSpPr/>
            <p:nvPr/>
          </p:nvSpPr>
          <p:spPr>
            <a:xfrm flipH="1">
              <a:off x="4160789" y="4649026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75"/>
            <p:cNvSpPr/>
            <p:nvPr/>
          </p:nvSpPr>
          <p:spPr>
            <a:xfrm flipH="1">
              <a:off x="6763575" y="37720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75"/>
            <p:cNvSpPr/>
            <p:nvPr/>
          </p:nvSpPr>
          <p:spPr>
            <a:xfrm flipH="1">
              <a:off x="7198925" y="37252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75"/>
            <p:cNvSpPr/>
            <p:nvPr/>
          </p:nvSpPr>
          <p:spPr>
            <a:xfrm flipH="1">
              <a:off x="6953475" y="2267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3" name="Google Shape;5513;p75"/>
          <p:cNvGrpSpPr/>
          <p:nvPr/>
        </p:nvGrpSpPr>
        <p:grpSpPr>
          <a:xfrm flipH="1">
            <a:off x="2970007" y="4646415"/>
            <a:ext cx="747688" cy="446314"/>
            <a:chOff x="5274100" y="3743727"/>
            <a:chExt cx="880772" cy="525756"/>
          </a:xfrm>
        </p:grpSpPr>
        <p:sp>
          <p:nvSpPr>
            <p:cNvPr id="5514" name="Google Shape;5514;p75"/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75"/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75"/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75"/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75"/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75"/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75"/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75"/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75"/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75"/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75"/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75"/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75"/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75"/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75"/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75"/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75"/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75"/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75"/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75"/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75"/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75"/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6" name="Google Shape;5536;p75"/>
          <p:cNvGrpSpPr/>
          <p:nvPr/>
        </p:nvGrpSpPr>
        <p:grpSpPr>
          <a:xfrm flipH="1">
            <a:off x="8296954" y="4684487"/>
            <a:ext cx="641702" cy="221348"/>
            <a:chOff x="3010500" y="4887550"/>
            <a:chExt cx="636925" cy="219700"/>
          </a:xfrm>
        </p:grpSpPr>
        <p:sp>
          <p:nvSpPr>
            <p:cNvPr id="5537" name="Google Shape;5537;p75"/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75"/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75"/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75"/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75"/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75"/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75"/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75"/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75"/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75"/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75"/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75"/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75"/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75"/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75"/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75"/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3" name="Google Shape;5553;p75"/>
          <p:cNvGrpSpPr/>
          <p:nvPr/>
        </p:nvGrpSpPr>
        <p:grpSpPr>
          <a:xfrm flipH="1">
            <a:off x="3887751" y="4468125"/>
            <a:ext cx="918676" cy="298338"/>
            <a:chOff x="3099775" y="2031950"/>
            <a:chExt cx="513600" cy="166800"/>
          </a:xfrm>
        </p:grpSpPr>
        <p:sp>
          <p:nvSpPr>
            <p:cNvPr id="5554" name="Google Shape;5554;p75"/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75"/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75"/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75"/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75"/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75"/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75"/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75"/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75"/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75"/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75"/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75"/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75"/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75"/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75"/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75"/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75"/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75"/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75"/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75"/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75"/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75"/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75"/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75"/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75"/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75"/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75"/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75"/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75"/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Google Shape;14734;p123">
            <a:extLst>
              <a:ext uri="{FF2B5EF4-FFF2-40B4-BE49-F238E27FC236}">
                <a16:creationId xmlns:a16="http://schemas.microsoft.com/office/drawing/2014/main" id="{F0279171-584A-B192-3270-6EBCC4FDC87F}"/>
              </a:ext>
            </a:extLst>
          </p:cNvPr>
          <p:cNvPicPr preferRelativeResize="0"/>
          <p:nvPr/>
        </p:nvPicPr>
        <p:blipFill rotWithShape="1">
          <a:blip r:embed="rId3">
            <a:alphaModFix amt="70000"/>
          </a:blip>
          <a:srcRect t="14172" b="14179"/>
          <a:stretch/>
        </p:blipFill>
        <p:spPr>
          <a:xfrm>
            <a:off x="367825" y="388803"/>
            <a:ext cx="1877400" cy="2061163"/>
          </a:xfrm>
          <a:prstGeom prst="roundRect">
            <a:avLst>
              <a:gd name="adj" fmla="val 122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5282;p125">
            <a:extLst>
              <a:ext uri="{FF2B5EF4-FFF2-40B4-BE49-F238E27FC236}">
                <a16:creationId xmlns:a16="http://schemas.microsoft.com/office/drawing/2014/main" id="{29DAD2D7-0FBB-8813-6794-20DB195F76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18" r="1028"/>
          <a:stretch/>
        </p:blipFill>
        <p:spPr>
          <a:xfrm>
            <a:off x="5383025" y="1968559"/>
            <a:ext cx="3359275" cy="1929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5283;p125">
            <a:extLst>
              <a:ext uri="{FF2B5EF4-FFF2-40B4-BE49-F238E27FC236}">
                <a16:creationId xmlns:a16="http://schemas.microsoft.com/office/drawing/2014/main" id="{D249AFED-5C00-9609-C2AE-10354C573108}"/>
              </a:ext>
            </a:extLst>
          </p:cNvPr>
          <p:cNvGrpSpPr/>
          <p:nvPr/>
        </p:nvGrpSpPr>
        <p:grpSpPr>
          <a:xfrm>
            <a:off x="5228050" y="1828065"/>
            <a:ext cx="3664490" cy="2934435"/>
            <a:chOff x="4572029" y="1415284"/>
            <a:chExt cx="2875343" cy="2319354"/>
          </a:xfrm>
        </p:grpSpPr>
        <p:sp>
          <p:nvSpPr>
            <p:cNvPr id="13" name="Google Shape;15284;p125">
              <a:extLst>
                <a:ext uri="{FF2B5EF4-FFF2-40B4-BE49-F238E27FC236}">
                  <a16:creationId xmlns:a16="http://schemas.microsoft.com/office/drawing/2014/main" id="{47AACED4-C237-38D3-2785-F10655582756}"/>
                </a:ext>
              </a:extLst>
            </p:cNvPr>
            <p:cNvSpPr/>
            <p:nvPr/>
          </p:nvSpPr>
          <p:spPr>
            <a:xfrm>
              <a:off x="5498909" y="3408365"/>
              <a:ext cx="1040944" cy="326273"/>
            </a:xfrm>
            <a:custGeom>
              <a:avLst/>
              <a:gdLst/>
              <a:ahLst/>
              <a:cxnLst/>
              <a:rect l="l" t="t" r="r" b="b"/>
              <a:pathLst>
                <a:path w="94481" h="29125" extrusionOk="0">
                  <a:moveTo>
                    <a:pt x="79805" y="18317"/>
                  </a:moveTo>
                  <a:cubicBezTo>
                    <a:pt x="74117" y="12515"/>
                    <a:pt x="73889" y="1"/>
                    <a:pt x="73889" y="1"/>
                  </a:cubicBezTo>
                  <a:lnTo>
                    <a:pt x="20592" y="1"/>
                  </a:lnTo>
                  <a:cubicBezTo>
                    <a:pt x="20592" y="1"/>
                    <a:pt x="20364" y="12515"/>
                    <a:pt x="14676" y="18317"/>
                  </a:cubicBezTo>
                  <a:cubicBezTo>
                    <a:pt x="8931" y="24175"/>
                    <a:pt x="1" y="29124"/>
                    <a:pt x="15529" y="29124"/>
                  </a:cubicBezTo>
                  <a:lnTo>
                    <a:pt x="78952" y="29124"/>
                  </a:lnTo>
                  <a:cubicBezTo>
                    <a:pt x="94480" y="29124"/>
                    <a:pt x="85493" y="24175"/>
                    <a:pt x="79805" y="18317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3500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15285;p125">
              <a:extLst>
                <a:ext uri="{FF2B5EF4-FFF2-40B4-BE49-F238E27FC236}">
                  <a16:creationId xmlns:a16="http://schemas.microsoft.com/office/drawing/2014/main" id="{2268CBE8-7515-E1F9-110B-75D61A309DF0}"/>
                </a:ext>
              </a:extLst>
            </p:cNvPr>
            <p:cNvGrpSpPr/>
            <p:nvPr/>
          </p:nvGrpSpPr>
          <p:grpSpPr>
            <a:xfrm>
              <a:off x="4572029" y="1415284"/>
              <a:ext cx="2875343" cy="1993093"/>
              <a:chOff x="3665856" y="822037"/>
              <a:chExt cx="4758139" cy="3243966"/>
            </a:xfrm>
          </p:grpSpPr>
          <p:sp>
            <p:nvSpPr>
              <p:cNvPr id="15" name="Google Shape;15286;p125">
                <a:extLst>
                  <a:ext uri="{FF2B5EF4-FFF2-40B4-BE49-F238E27FC236}">
                    <a16:creationId xmlns:a16="http://schemas.microsoft.com/office/drawing/2014/main" id="{4836B66F-7968-76AB-BF6D-353ADA1B6714}"/>
                  </a:ext>
                </a:extLst>
              </p:cNvPr>
              <p:cNvSpPr/>
              <p:nvPr/>
            </p:nvSpPr>
            <p:spPr>
              <a:xfrm>
                <a:off x="5947879" y="3778845"/>
                <a:ext cx="194076" cy="166189"/>
              </a:xfrm>
              <a:custGeom>
                <a:avLst/>
                <a:gdLst/>
                <a:ahLst/>
                <a:cxnLst/>
                <a:rect l="l" t="t" r="r" b="b"/>
                <a:pathLst>
                  <a:path w="10627" h="9100" extrusionOk="0">
                    <a:moveTo>
                      <a:pt x="6092" y="0"/>
                    </a:moveTo>
                    <a:cubicBezTo>
                      <a:pt x="2020" y="0"/>
                      <a:pt x="0" y="4900"/>
                      <a:pt x="2881" y="7747"/>
                    </a:cubicBezTo>
                    <a:cubicBezTo>
                      <a:pt x="3804" y="8681"/>
                      <a:pt x="4944" y="9100"/>
                      <a:pt x="6063" y="9100"/>
                    </a:cubicBezTo>
                    <a:cubicBezTo>
                      <a:pt x="8391" y="9100"/>
                      <a:pt x="10627" y="7286"/>
                      <a:pt x="10627" y="4536"/>
                    </a:cubicBezTo>
                    <a:cubicBezTo>
                      <a:pt x="10627" y="2020"/>
                      <a:pt x="8608" y="0"/>
                      <a:pt x="609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3500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 w="9525" cap="flat" cmpd="sng">
                <a:solidFill>
                  <a:srgbClr val="1919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" name="Google Shape;15287;p125">
                <a:extLst>
                  <a:ext uri="{FF2B5EF4-FFF2-40B4-BE49-F238E27FC236}">
                    <a16:creationId xmlns:a16="http://schemas.microsoft.com/office/drawing/2014/main" id="{C29484B0-2026-F11B-6202-E068A379EB49}"/>
                  </a:ext>
                </a:extLst>
              </p:cNvPr>
              <p:cNvGrpSpPr/>
              <p:nvPr/>
            </p:nvGrpSpPr>
            <p:grpSpPr>
              <a:xfrm>
                <a:off x="3665856" y="822037"/>
                <a:ext cx="4758139" cy="3243966"/>
                <a:chOff x="518720" y="252435"/>
                <a:chExt cx="6524255" cy="4448054"/>
              </a:xfrm>
            </p:grpSpPr>
            <p:sp>
              <p:nvSpPr>
                <p:cNvPr id="17" name="Google Shape;15288;p125">
                  <a:extLst>
                    <a:ext uri="{FF2B5EF4-FFF2-40B4-BE49-F238E27FC236}">
                      <a16:creationId xmlns:a16="http://schemas.microsoft.com/office/drawing/2014/main" id="{A25444ED-622D-A123-084A-19D5E1E4A504}"/>
                    </a:ext>
                  </a:extLst>
                </p:cNvPr>
                <p:cNvSpPr/>
                <p:nvPr/>
              </p:nvSpPr>
              <p:spPr>
                <a:xfrm>
                  <a:off x="518720" y="4145941"/>
                  <a:ext cx="6524250" cy="55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970" h="22753" extrusionOk="0">
                      <a:moveTo>
                        <a:pt x="0" y="14846"/>
                      </a:moveTo>
                      <a:cubicBezTo>
                        <a:pt x="0" y="19169"/>
                        <a:pt x="4039" y="22753"/>
                        <a:pt x="8305" y="22753"/>
                      </a:cubicBezTo>
                      <a:lnTo>
                        <a:pt x="253120" y="22753"/>
                      </a:lnTo>
                      <a:cubicBezTo>
                        <a:pt x="257443" y="22696"/>
                        <a:pt x="260913" y="19169"/>
                        <a:pt x="260970" y="14846"/>
                      </a:cubicBezTo>
                      <a:lnTo>
                        <a:pt x="26097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45791"/>
                    </a:gs>
                    <a:gs pos="35000">
                      <a:srgbClr val="545791"/>
                    </a:gs>
                    <a:gs pos="100000">
                      <a:srgbClr val="D88794"/>
                    </a:gs>
                  </a:gsLst>
                  <a:lin ang="13500032" scaled="0"/>
                </a:gradFill>
                <a:ln w="9525" cap="flat" cmpd="sng">
                  <a:solidFill>
                    <a:srgbClr val="19191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5289;p125">
                  <a:extLst>
                    <a:ext uri="{FF2B5EF4-FFF2-40B4-BE49-F238E27FC236}">
                      <a16:creationId xmlns:a16="http://schemas.microsoft.com/office/drawing/2014/main" id="{56F13D18-0C67-4D73-EF44-8017BEF0F80A}"/>
                    </a:ext>
                  </a:extLst>
                </p:cNvPr>
                <p:cNvSpPr/>
                <p:nvPr/>
              </p:nvSpPr>
              <p:spPr>
                <a:xfrm>
                  <a:off x="518725" y="252435"/>
                  <a:ext cx="6524250" cy="389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970" h="155741" extrusionOk="0">
                      <a:moveTo>
                        <a:pt x="249594" y="9954"/>
                      </a:moveTo>
                      <a:lnTo>
                        <a:pt x="249594" y="144364"/>
                      </a:lnTo>
                      <a:lnTo>
                        <a:pt x="11376" y="144364"/>
                      </a:lnTo>
                      <a:lnTo>
                        <a:pt x="11376" y="9954"/>
                      </a:lnTo>
                      <a:close/>
                      <a:moveTo>
                        <a:pt x="8305" y="0"/>
                      </a:moveTo>
                      <a:cubicBezTo>
                        <a:pt x="4039" y="0"/>
                        <a:pt x="0" y="2844"/>
                        <a:pt x="0" y="7110"/>
                      </a:cubicBezTo>
                      <a:lnTo>
                        <a:pt x="0" y="155740"/>
                      </a:lnTo>
                      <a:lnTo>
                        <a:pt x="260970" y="155740"/>
                      </a:lnTo>
                      <a:lnTo>
                        <a:pt x="260970" y="7110"/>
                      </a:lnTo>
                      <a:cubicBezTo>
                        <a:pt x="260970" y="2844"/>
                        <a:pt x="257386" y="0"/>
                        <a:pt x="25312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45791"/>
                    </a:gs>
                    <a:gs pos="35000">
                      <a:srgbClr val="545791"/>
                    </a:gs>
                    <a:gs pos="100000">
                      <a:srgbClr val="D88794"/>
                    </a:gs>
                  </a:gsLst>
                  <a:lin ang="13500032" scaled="0"/>
                </a:gradFill>
                <a:ln w="9525" cap="flat" cmpd="sng">
                  <a:solidFill>
                    <a:srgbClr val="19191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7">
          <a:extLst>
            <a:ext uri="{FF2B5EF4-FFF2-40B4-BE49-F238E27FC236}">
              <a16:creationId xmlns:a16="http://schemas.microsoft.com/office/drawing/2014/main" id="{FD5FF83E-C998-4634-F05D-104265533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0" name="Google Shape;5450;p75">
            <a:extLst>
              <a:ext uri="{FF2B5EF4-FFF2-40B4-BE49-F238E27FC236}">
                <a16:creationId xmlns:a16="http://schemas.microsoft.com/office/drawing/2014/main" id="{FC2DF67E-F8D1-DF2D-28F2-978F515B6960}"/>
              </a:ext>
            </a:extLst>
          </p:cNvPr>
          <p:cNvSpPr/>
          <p:nvPr/>
        </p:nvSpPr>
        <p:spPr>
          <a:xfrm flipH="1">
            <a:off x="6497075" y="0"/>
            <a:ext cx="2680800" cy="5143500"/>
          </a:xfrm>
          <a:prstGeom prst="round1Rect">
            <a:avLst>
              <a:gd name="adj" fmla="val 23124"/>
            </a:avLst>
          </a:prstGeom>
          <a:gradFill>
            <a:gsLst>
              <a:gs pos="0">
                <a:schemeClr val="accent1"/>
              </a:gs>
              <a:gs pos="35000">
                <a:schemeClr val="accent1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1" name="Google Shape;5451;p75">
            <a:extLst>
              <a:ext uri="{FF2B5EF4-FFF2-40B4-BE49-F238E27FC236}">
                <a16:creationId xmlns:a16="http://schemas.microsoft.com/office/drawing/2014/main" id="{A4E1C6A7-9F2C-B0A5-FA8F-37B0BB35DF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8300" y="565279"/>
            <a:ext cx="574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sz="2800" b="1" i="0" dirty="0">
                <a:effectLst/>
                <a:latin typeface="Segoe WPC"/>
              </a:rPr>
              <a:t>Architecture et Technologies</a:t>
            </a:r>
            <a:br>
              <a:rPr lang="fr-FR" sz="2800" b="1" i="0" dirty="0">
                <a:effectLst/>
                <a:latin typeface="Segoe WPC"/>
              </a:rPr>
            </a:br>
            <a:br>
              <a:rPr lang="fr-FR" sz="2800" b="1" i="0" dirty="0">
                <a:effectLst/>
                <a:latin typeface="Segoe WPC"/>
              </a:rPr>
            </a:br>
            <a:endParaRPr lang="fr-FR" sz="2800" b="1" i="0" dirty="0">
              <a:effectLst/>
              <a:latin typeface="Segoe WPC"/>
            </a:endParaRPr>
          </a:p>
        </p:txBody>
      </p:sp>
      <p:sp>
        <p:nvSpPr>
          <p:cNvPr id="5457" name="Google Shape;5457;p75">
            <a:extLst>
              <a:ext uri="{FF2B5EF4-FFF2-40B4-BE49-F238E27FC236}">
                <a16:creationId xmlns:a16="http://schemas.microsoft.com/office/drawing/2014/main" id="{8BCD507B-39B6-937E-EE71-0E9BD0CCAEA6}"/>
              </a:ext>
            </a:extLst>
          </p:cNvPr>
          <p:cNvSpPr txBox="1"/>
          <p:nvPr/>
        </p:nvSpPr>
        <p:spPr>
          <a:xfrm>
            <a:off x="6864900" y="4247754"/>
            <a:ext cx="2514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0:00</a:t>
            </a:r>
            <a:endParaRPr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58" name="Google Shape;5458;p75">
            <a:extLst>
              <a:ext uri="{FF2B5EF4-FFF2-40B4-BE49-F238E27FC236}">
                <a16:creationId xmlns:a16="http://schemas.microsoft.com/office/drawing/2014/main" id="{43A01AFA-0B73-E602-3CE0-BB63C52FDDDA}"/>
              </a:ext>
            </a:extLst>
          </p:cNvPr>
          <p:cNvSpPr txBox="1"/>
          <p:nvPr/>
        </p:nvSpPr>
        <p:spPr>
          <a:xfrm>
            <a:off x="8442900" y="4247754"/>
            <a:ext cx="2514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3:15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459" name="Google Shape;5459;p75">
            <a:extLst>
              <a:ext uri="{FF2B5EF4-FFF2-40B4-BE49-F238E27FC236}">
                <a16:creationId xmlns:a16="http://schemas.microsoft.com/office/drawing/2014/main" id="{435F4183-975B-E762-807D-0EE6BA61FAF3}"/>
              </a:ext>
            </a:extLst>
          </p:cNvPr>
          <p:cNvGrpSpPr/>
          <p:nvPr/>
        </p:nvGrpSpPr>
        <p:grpSpPr>
          <a:xfrm>
            <a:off x="6983567" y="4615657"/>
            <a:ext cx="1707817" cy="251415"/>
            <a:chOff x="486492" y="3375432"/>
            <a:chExt cx="1707817" cy="251415"/>
          </a:xfrm>
        </p:grpSpPr>
        <p:sp>
          <p:nvSpPr>
            <p:cNvPr id="5460" name="Google Shape;5460;p75">
              <a:extLst>
                <a:ext uri="{FF2B5EF4-FFF2-40B4-BE49-F238E27FC236}">
                  <a16:creationId xmlns:a16="http://schemas.microsoft.com/office/drawing/2014/main" id="{4911FFE2-4E5E-EAEE-EE46-98397DF6CBD1}"/>
                </a:ext>
              </a:extLst>
            </p:cNvPr>
            <p:cNvSpPr/>
            <p:nvPr/>
          </p:nvSpPr>
          <p:spPr>
            <a:xfrm>
              <a:off x="486492" y="3456466"/>
              <a:ext cx="115200" cy="88562"/>
            </a:xfrm>
            <a:custGeom>
              <a:avLst/>
              <a:gdLst/>
              <a:ahLst/>
              <a:cxnLst/>
              <a:rect l="l" t="t" r="r" b="b"/>
              <a:pathLst>
                <a:path w="17930" h="13784" extrusionOk="0">
                  <a:moveTo>
                    <a:pt x="12887" y="1"/>
                  </a:moveTo>
                  <a:cubicBezTo>
                    <a:pt x="11206" y="1"/>
                    <a:pt x="9861" y="897"/>
                    <a:pt x="8965" y="2018"/>
                  </a:cubicBezTo>
                  <a:cubicBezTo>
                    <a:pt x="7956" y="897"/>
                    <a:pt x="6612" y="1"/>
                    <a:pt x="5043" y="1"/>
                  </a:cubicBezTo>
                  <a:cubicBezTo>
                    <a:pt x="2241" y="1"/>
                    <a:pt x="0" y="2242"/>
                    <a:pt x="0" y="5043"/>
                  </a:cubicBezTo>
                  <a:cubicBezTo>
                    <a:pt x="0" y="6500"/>
                    <a:pt x="560" y="7733"/>
                    <a:pt x="1457" y="8517"/>
                  </a:cubicBezTo>
                  <a:cubicBezTo>
                    <a:pt x="2241" y="9413"/>
                    <a:pt x="5603" y="12103"/>
                    <a:pt x="8853" y="13784"/>
                  </a:cubicBezTo>
                  <a:cubicBezTo>
                    <a:pt x="11766" y="11879"/>
                    <a:pt x="15464" y="9413"/>
                    <a:pt x="16249" y="8517"/>
                  </a:cubicBezTo>
                  <a:cubicBezTo>
                    <a:pt x="17257" y="7733"/>
                    <a:pt x="17817" y="6276"/>
                    <a:pt x="17817" y="4931"/>
                  </a:cubicBezTo>
                  <a:cubicBezTo>
                    <a:pt x="17929" y="2242"/>
                    <a:pt x="15688" y="1"/>
                    <a:pt x="12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61" name="Google Shape;5461;p75">
              <a:extLst>
                <a:ext uri="{FF2B5EF4-FFF2-40B4-BE49-F238E27FC236}">
                  <a16:creationId xmlns:a16="http://schemas.microsoft.com/office/drawing/2014/main" id="{8E05CD77-0530-2171-5E6A-ADCCF1370C24}"/>
                </a:ext>
              </a:extLst>
            </p:cNvPr>
            <p:cNvGrpSpPr/>
            <p:nvPr/>
          </p:nvGrpSpPr>
          <p:grpSpPr>
            <a:xfrm>
              <a:off x="2098544" y="3452903"/>
              <a:ext cx="95765" cy="95765"/>
              <a:chOff x="5925100" y="2102500"/>
              <a:chExt cx="372625" cy="372625"/>
            </a:xfrm>
          </p:grpSpPr>
          <p:sp>
            <p:nvSpPr>
              <p:cNvPr id="5462" name="Google Shape;5462;p75">
                <a:extLst>
                  <a:ext uri="{FF2B5EF4-FFF2-40B4-BE49-F238E27FC236}">
                    <a16:creationId xmlns:a16="http://schemas.microsoft.com/office/drawing/2014/main" id="{28EED12A-F979-EBEF-72FC-42D2256EFB23}"/>
                  </a:ext>
                </a:extLst>
              </p:cNvPr>
              <p:cNvSpPr/>
              <p:nvPr/>
            </p:nvSpPr>
            <p:spPr>
              <a:xfrm>
                <a:off x="5925100" y="2102500"/>
                <a:ext cx="372625" cy="372625"/>
              </a:xfrm>
              <a:custGeom>
                <a:avLst/>
                <a:gdLst/>
                <a:ahLst/>
                <a:cxnLst/>
                <a:rect l="l" t="t" r="r" b="b"/>
                <a:pathLst>
                  <a:path w="14905" h="14905" extrusionOk="0">
                    <a:moveTo>
                      <a:pt x="14904" y="7396"/>
                    </a:moveTo>
                    <a:cubicBezTo>
                      <a:pt x="14904" y="11542"/>
                      <a:pt x="11542" y="14904"/>
                      <a:pt x="7396" y="14904"/>
                    </a:cubicBezTo>
                    <a:cubicBezTo>
                      <a:pt x="3362" y="14904"/>
                      <a:pt x="0" y="11542"/>
                      <a:pt x="0" y="7396"/>
                    </a:cubicBezTo>
                    <a:cubicBezTo>
                      <a:pt x="0" y="3362"/>
                      <a:pt x="3362" y="0"/>
                      <a:pt x="7396" y="0"/>
                    </a:cubicBezTo>
                    <a:cubicBezTo>
                      <a:pt x="11542" y="0"/>
                      <a:pt x="14904" y="3362"/>
                      <a:pt x="14904" y="7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75">
                <a:extLst>
                  <a:ext uri="{FF2B5EF4-FFF2-40B4-BE49-F238E27FC236}">
                    <a16:creationId xmlns:a16="http://schemas.microsoft.com/office/drawing/2014/main" id="{7195DB9A-CF4F-6B53-1481-2E9251E56EEF}"/>
                  </a:ext>
                </a:extLst>
              </p:cNvPr>
              <p:cNvSpPr/>
              <p:nvPr/>
            </p:nvSpPr>
            <p:spPr>
              <a:xfrm>
                <a:off x="6110000" y="2214550"/>
                <a:ext cx="25" cy="1513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052" fill="none" extrusionOk="0">
                    <a:moveTo>
                      <a:pt x="0" y="1"/>
                    </a:moveTo>
                    <a:lnTo>
                      <a:pt x="0" y="6052"/>
                    </a:lnTo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rgbClr val="2A2747"/>
                </a:solidFill>
                <a:prstDash val="solid"/>
                <a:miter lim="11205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75">
                <a:extLst>
                  <a:ext uri="{FF2B5EF4-FFF2-40B4-BE49-F238E27FC236}">
                    <a16:creationId xmlns:a16="http://schemas.microsoft.com/office/drawing/2014/main" id="{EFC26664-75D6-5A97-C04C-5370CA1E3CB8}"/>
                  </a:ext>
                </a:extLst>
              </p:cNvPr>
              <p:cNvSpPr/>
              <p:nvPr/>
            </p:nvSpPr>
            <p:spPr>
              <a:xfrm>
                <a:off x="6034350" y="2287400"/>
                <a:ext cx="1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052" h="1" fill="none" extrusionOk="0">
                    <a:moveTo>
                      <a:pt x="6052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rgbClr val="2A2747"/>
                </a:solidFill>
                <a:prstDash val="solid"/>
                <a:miter lim="11205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5" name="Google Shape;5465;p75">
              <a:extLst>
                <a:ext uri="{FF2B5EF4-FFF2-40B4-BE49-F238E27FC236}">
                  <a16:creationId xmlns:a16="http://schemas.microsoft.com/office/drawing/2014/main" id="{FAFC8824-3B22-D5DC-D02B-8FFA7DF5CA05}"/>
                </a:ext>
              </a:extLst>
            </p:cNvPr>
            <p:cNvGrpSpPr/>
            <p:nvPr/>
          </p:nvGrpSpPr>
          <p:grpSpPr>
            <a:xfrm>
              <a:off x="1224774" y="3375432"/>
              <a:ext cx="251415" cy="251415"/>
              <a:chOff x="5664289" y="4604097"/>
              <a:chExt cx="302399" cy="302399"/>
            </a:xfrm>
          </p:grpSpPr>
          <p:sp>
            <p:nvSpPr>
              <p:cNvPr id="5466" name="Google Shape;5466;p75">
                <a:extLst>
                  <a:ext uri="{FF2B5EF4-FFF2-40B4-BE49-F238E27FC236}">
                    <a16:creationId xmlns:a16="http://schemas.microsoft.com/office/drawing/2014/main" id="{2E6CE94D-B540-AEC3-C312-24E0278D61FF}"/>
                  </a:ext>
                </a:extLst>
              </p:cNvPr>
              <p:cNvSpPr/>
              <p:nvPr/>
            </p:nvSpPr>
            <p:spPr>
              <a:xfrm>
                <a:off x="5664289" y="4604097"/>
                <a:ext cx="302399" cy="302399"/>
              </a:xfrm>
              <a:custGeom>
                <a:avLst/>
                <a:gdLst/>
                <a:ahLst/>
                <a:cxnLst/>
                <a:rect l="l" t="t" r="r" b="b"/>
                <a:pathLst>
                  <a:path w="47066" h="47066" extrusionOk="0">
                    <a:moveTo>
                      <a:pt x="47066" y="23533"/>
                    </a:moveTo>
                    <a:cubicBezTo>
                      <a:pt x="47066" y="36532"/>
                      <a:pt x="36532" y="47065"/>
                      <a:pt x="23533" y="47065"/>
                    </a:cubicBezTo>
                    <a:cubicBezTo>
                      <a:pt x="10534" y="47065"/>
                      <a:pt x="1" y="36532"/>
                      <a:pt x="1" y="23533"/>
                    </a:cubicBezTo>
                    <a:cubicBezTo>
                      <a:pt x="1" y="10534"/>
                      <a:pt x="10534" y="1"/>
                      <a:pt x="23533" y="1"/>
                    </a:cubicBezTo>
                    <a:cubicBezTo>
                      <a:pt x="36532" y="1"/>
                      <a:pt x="47066" y="10534"/>
                      <a:pt x="47066" y="235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9A93">
                      <a:alpha val="72941"/>
                    </a:srgbClr>
                  </a:gs>
                  <a:gs pos="100000">
                    <a:schemeClr val="accent3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75">
                <a:extLst>
                  <a:ext uri="{FF2B5EF4-FFF2-40B4-BE49-F238E27FC236}">
                    <a16:creationId xmlns:a16="http://schemas.microsoft.com/office/drawing/2014/main" id="{4EECFB6C-FFD4-1C84-603E-B1E502615911}"/>
                  </a:ext>
                </a:extLst>
              </p:cNvPr>
              <p:cNvSpPr/>
              <p:nvPr/>
            </p:nvSpPr>
            <p:spPr>
              <a:xfrm>
                <a:off x="5787402" y="4712088"/>
                <a:ext cx="89288" cy="102961"/>
              </a:xfrm>
              <a:custGeom>
                <a:avLst/>
                <a:gdLst/>
                <a:ahLst/>
                <a:cxnLst/>
                <a:rect l="l" t="t" r="r" b="b"/>
                <a:pathLst>
                  <a:path w="13897" h="16025" extrusionOk="0">
                    <a:moveTo>
                      <a:pt x="1" y="1"/>
                    </a:moveTo>
                    <a:lnTo>
                      <a:pt x="1" y="16025"/>
                    </a:lnTo>
                    <a:lnTo>
                      <a:pt x="13896" y="80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8" name="Google Shape;5468;p75">
              <a:extLst>
                <a:ext uri="{FF2B5EF4-FFF2-40B4-BE49-F238E27FC236}">
                  <a16:creationId xmlns:a16="http://schemas.microsoft.com/office/drawing/2014/main" id="{E723B8A4-1068-E345-ECCB-8EF51A324A07}"/>
                </a:ext>
              </a:extLst>
            </p:cNvPr>
            <p:cNvGrpSpPr/>
            <p:nvPr/>
          </p:nvGrpSpPr>
          <p:grpSpPr>
            <a:xfrm>
              <a:off x="1713986" y="3466582"/>
              <a:ext cx="70559" cy="69120"/>
              <a:chOff x="6341136" y="4613307"/>
              <a:chExt cx="70559" cy="69120"/>
            </a:xfrm>
          </p:grpSpPr>
          <p:sp>
            <p:nvSpPr>
              <p:cNvPr id="5469" name="Google Shape;5469;p75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5365ACCD-CA09-A3E0-2859-2A8E472DB8BD}"/>
                  </a:ext>
                </a:extLst>
              </p:cNvPr>
              <p:cNvSpPr/>
              <p:nvPr/>
            </p:nvSpPr>
            <p:spPr>
              <a:xfrm>
                <a:off x="6341136" y="4613307"/>
                <a:ext cx="60485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414" h="10758" extrusionOk="0">
                    <a:moveTo>
                      <a:pt x="0" y="0"/>
                    </a:moveTo>
                    <a:lnTo>
                      <a:pt x="0" y="10758"/>
                    </a:lnTo>
                    <a:lnTo>
                      <a:pt x="9413" y="52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75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DBEB2625-09A9-FE2A-7D5D-5ABB568FD67B}"/>
                  </a:ext>
                </a:extLst>
              </p:cNvPr>
              <p:cNvSpPr/>
              <p:nvPr/>
            </p:nvSpPr>
            <p:spPr>
              <a:xfrm>
                <a:off x="6399450" y="4613307"/>
                <a:ext cx="12246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0758" extrusionOk="0">
                    <a:moveTo>
                      <a:pt x="1" y="0"/>
                    </a:moveTo>
                    <a:lnTo>
                      <a:pt x="1" y="10758"/>
                    </a:lnTo>
                    <a:lnTo>
                      <a:pt x="1906" y="10758"/>
                    </a:lnTo>
                    <a:lnTo>
                      <a:pt x="19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71" name="Google Shape;5471;p75">
              <a:extLst>
                <a:ext uri="{FF2B5EF4-FFF2-40B4-BE49-F238E27FC236}">
                  <a16:creationId xmlns:a16="http://schemas.microsoft.com/office/drawing/2014/main" id="{723B43D0-5CC8-2380-18F5-27914438A7E4}"/>
                </a:ext>
              </a:extLst>
            </p:cNvPr>
            <p:cNvGrpSpPr/>
            <p:nvPr/>
          </p:nvGrpSpPr>
          <p:grpSpPr>
            <a:xfrm>
              <a:off x="915690" y="3466582"/>
              <a:ext cx="71285" cy="69120"/>
              <a:chOff x="5085640" y="4613307"/>
              <a:chExt cx="71285" cy="69120"/>
            </a:xfrm>
          </p:grpSpPr>
          <p:sp>
            <p:nvSpPr>
              <p:cNvPr id="5472" name="Google Shape;5472;p75">
                <a:hlinkClick r:id="" action="ppaction://hlinkshowjump?jump=previousslide"/>
                <a:extLst>
                  <a:ext uri="{FF2B5EF4-FFF2-40B4-BE49-F238E27FC236}">
                    <a16:creationId xmlns:a16="http://schemas.microsoft.com/office/drawing/2014/main" id="{DAF79A28-DEA5-284B-901E-349188EBC14C}"/>
                  </a:ext>
                </a:extLst>
              </p:cNvPr>
              <p:cNvSpPr/>
              <p:nvPr/>
            </p:nvSpPr>
            <p:spPr>
              <a:xfrm>
                <a:off x="5085640" y="4613307"/>
                <a:ext cx="12966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0758" extrusionOk="0">
                    <a:moveTo>
                      <a:pt x="0" y="0"/>
                    </a:moveTo>
                    <a:lnTo>
                      <a:pt x="0" y="10758"/>
                    </a:lnTo>
                    <a:lnTo>
                      <a:pt x="2017" y="10758"/>
                    </a:lnTo>
                    <a:lnTo>
                      <a:pt x="20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75">
                <a:hlinkClick r:id="" action="ppaction://hlinkshowjump?jump=previousslide"/>
                <a:extLst>
                  <a:ext uri="{FF2B5EF4-FFF2-40B4-BE49-F238E27FC236}">
                    <a16:creationId xmlns:a16="http://schemas.microsoft.com/office/drawing/2014/main" id="{F363D070-FA9E-2053-F739-0632E8915217}"/>
                  </a:ext>
                </a:extLst>
              </p:cNvPr>
              <p:cNvSpPr/>
              <p:nvPr/>
            </p:nvSpPr>
            <p:spPr>
              <a:xfrm>
                <a:off x="5096440" y="4613307"/>
                <a:ext cx="60485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414" h="10758" extrusionOk="0">
                    <a:moveTo>
                      <a:pt x="9413" y="0"/>
                    </a:moveTo>
                    <a:lnTo>
                      <a:pt x="0" y="5267"/>
                    </a:lnTo>
                    <a:lnTo>
                      <a:pt x="9413" y="10758"/>
                    </a:lnTo>
                    <a:lnTo>
                      <a:pt x="94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474" name="Google Shape;5474;p75">
            <a:extLst>
              <a:ext uri="{FF2B5EF4-FFF2-40B4-BE49-F238E27FC236}">
                <a16:creationId xmlns:a16="http://schemas.microsoft.com/office/drawing/2014/main" id="{B6998C3B-2993-F9E7-E72A-50F678A467CD}"/>
              </a:ext>
            </a:extLst>
          </p:cNvPr>
          <p:cNvCxnSpPr/>
          <p:nvPr/>
        </p:nvCxnSpPr>
        <p:spPr>
          <a:xfrm>
            <a:off x="6922775" y="4425413"/>
            <a:ext cx="18294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5" name="Google Shape;5475;p75">
            <a:extLst>
              <a:ext uri="{FF2B5EF4-FFF2-40B4-BE49-F238E27FC236}">
                <a16:creationId xmlns:a16="http://schemas.microsoft.com/office/drawing/2014/main" id="{0C2D206D-35C3-F6F7-AC3E-2B2827432F8C}"/>
              </a:ext>
            </a:extLst>
          </p:cNvPr>
          <p:cNvCxnSpPr>
            <a:endCxn id="5476" idx="6"/>
          </p:cNvCxnSpPr>
          <p:nvPr/>
        </p:nvCxnSpPr>
        <p:spPr>
          <a:xfrm rot="10800000" flipH="1">
            <a:off x="6865204" y="4456479"/>
            <a:ext cx="89100" cy="2100"/>
          </a:xfrm>
          <a:prstGeom prst="straightConnector1">
            <a:avLst/>
          </a:prstGeom>
          <a:noFill/>
          <a:ln w="28575" cap="flat" cmpd="sng">
            <a:solidFill>
              <a:srgbClr val="88C59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76" name="Google Shape;5476;p75">
            <a:extLst>
              <a:ext uri="{FF2B5EF4-FFF2-40B4-BE49-F238E27FC236}">
                <a16:creationId xmlns:a16="http://schemas.microsoft.com/office/drawing/2014/main" id="{254700A2-AC92-C30F-56FE-915C8BF212B6}"/>
              </a:ext>
            </a:extLst>
          </p:cNvPr>
          <p:cNvSpPr/>
          <p:nvPr/>
        </p:nvSpPr>
        <p:spPr>
          <a:xfrm>
            <a:off x="6864904" y="4411779"/>
            <a:ext cx="89400" cy="89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78" name="Google Shape;5478;p75">
            <a:extLst>
              <a:ext uri="{FF2B5EF4-FFF2-40B4-BE49-F238E27FC236}">
                <a16:creationId xmlns:a16="http://schemas.microsoft.com/office/drawing/2014/main" id="{5552BE3E-B989-1C47-F50B-28DC72DDB398}"/>
              </a:ext>
            </a:extLst>
          </p:cNvPr>
          <p:cNvGrpSpPr/>
          <p:nvPr/>
        </p:nvGrpSpPr>
        <p:grpSpPr>
          <a:xfrm>
            <a:off x="2189696" y="4253917"/>
            <a:ext cx="877734" cy="648607"/>
            <a:chOff x="4256075" y="2554975"/>
            <a:chExt cx="2138727" cy="1580425"/>
          </a:xfrm>
        </p:grpSpPr>
        <p:sp>
          <p:nvSpPr>
            <p:cNvPr id="5479" name="Google Shape;5479;p75">
              <a:extLst>
                <a:ext uri="{FF2B5EF4-FFF2-40B4-BE49-F238E27FC236}">
                  <a16:creationId xmlns:a16="http://schemas.microsoft.com/office/drawing/2014/main" id="{A7503CBE-4A97-C3CE-EF52-335327B19A8E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75">
              <a:extLst>
                <a:ext uri="{FF2B5EF4-FFF2-40B4-BE49-F238E27FC236}">
                  <a16:creationId xmlns:a16="http://schemas.microsoft.com/office/drawing/2014/main" id="{ABE097F1-2FCF-361C-9591-D972C9248B59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75">
              <a:extLst>
                <a:ext uri="{FF2B5EF4-FFF2-40B4-BE49-F238E27FC236}">
                  <a16:creationId xmlns:a16="http://schemas.microsoft.com/office/drawing/2014/main" id="{41B45377-1DED-A7F2-F763-DC5303A2AB27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75">
              <a:extLst>
                <a:ext uri="{FF2B5EF4-FFF2-40B4-BE49-F238E27FC236}">
                  <a16:creationId xmlns:a16="http://schemas.microsoft.com/office/drawing/2014/main" id="{B10A3D6D-E7DF-FB61-3013-16BBFA65BDCB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75">
              <a:extLst>
                <a:ext uri="{FF2B5EF4-FFF2-40B4-BE49-F238E27FC236}">
                  <a16:creationId xmlns:a16="http://schemas.microsoft.com/office/drawing/2014/main" id="{B9C34342-0BD7-C23E-B5D9-C646D20AB309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75">
              <a:extLst>
                <a:ext uri="{FF2B5EF4-FFF2-40B4-BE49-F238E27FC236}">
                  <a16:creationId xmlns:a16="http://schemas.microsoft.com/office/drawing/2014/main" id="{7CF845D9-A114-D92A-C6BD-097BF57905B5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75">
              <a:extLst>
                <a:ext uri="{FF2B5EF4-FFF2-40B4-BE49-F238E27FC236}">
                  <a16:creationId xmlns:a16="http://schemas.microsoft.com/office/drawing/2014/main" id="{4A192932-1F21-DEAE-2623-951AC94B7B78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75">
              <a:extLst>
                <a:ext uri="{FF2B5EF4-FFF2-40B4-BE49-F238E27FC236}">
                  <a16:creationId xmlns:a16="http://schemas.microsoft.com/office/drawing/2014/main" id="{B23B7E50-4F5E-29D3-11CB-606126794E82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75">
              <a:extLst>
                <a:ext uri="{FF2B5EF4-FFF2-40B4-BE49-F238E27FC236}">
                  <a16:creationId xmlns:a16="http://schemas.microsoft.com/office/drawing/2014/main" id="{DE2B5D63-563E-7D42-1D17-4F0EE324487F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75">
              <a:extLst>
                <a:ext uri="{FF2B5EF4-FFF2-40B4-BE49-F238E27FC236}">
                  <a16:creationId xmlns:a16="http://schemas.microsoft.com/office/drawing/2014/main" id="{13166CC2-D691-1E62-C2E0-25CD8A0109DB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75">
              <a:extLst>
                <a:ext uri="{FF2B5EF4-FFF2-40B4-BE49-F238E27FC236}">
                  <a16:creationId xmlns:a16="http://schemas.microsoft.com/office/drawing/2014/main" id="{1E0A0338-323D-0128-2AED-F38B08564122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75">
              <a:extLst>
                <a:ext uri="{FF2B5EF4-FFF2-40B4-BE49-F238E27FC236}">
                  <a16:creationId xmlns:a16="http://schemas.microsoft.com/office/drawing/2014/main" id="{6981D4D5-C5F9-2F6A-10A4-BDEDC689F36E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75">
              <a:extLst>
                <a:ext uri="{FF2B5EF4-FFF2-40B4-BE49-F238E27FC236}">
                  <a16:creationId xmlns:a16="http://schemas.microsoft.com/office/drawing/2014/main" id="{F54CBE11-8CC5-F6FE-9D56-BAF42092A9C5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75">
              <a:extLst>
                <a:ext uri="{FF2B5EF4-FFF2-40B4-BE49-F238E27FC236}">
                  <a16:creationId xmlns:a16="http://schemas.microsoft.com/office/drawing/2014/main" id="{9D6D08DB-2546-0A6D-CC18-FEC07EE8C0AB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3" name="Google Shape;5493;p75">
            <a:extLst>
              <a:ext uri="{FF2B5EF4-FFF2-40B4-BE49-F238E27FC236}">
                <a16:creationId xmlns:a16="http://schemas.microsoft.com/office/drawing/2014/main" id="{2FC50B0B-DAE2-B94A-5643-E11EC14687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98775" y="2532350"/>
            <a:ext cx="18774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Lalezar"/>
                <a:ea typeface="Lalezar"/>
                <a:cs typeface="Lalezar"/>
                <a:sym typeface="Lalezar"/>
              </a:rPr>
              <a:t>WAVVE</a:t>
            </a:r>
            <a:endParaRPr sz="2000" dirty="0">
              <a:latin typeface="Lalezar"/>
              <a:ea typeface="Lalezar"/>
              <a:cs typeface="Lalezar"/>
              <a:sym typeface="Lalezar"/>
            </a:endParaRPr>
          </a:p>
        </p:txBody>
      </p:sp>
      <p:sp>
        <p:nvSpPr>
          <p:cNvPr id="5494" name="Google Shape;5494;p75">
            <a:extLst>
              <a:ext uri="{FF2B5EF4-FFF2-40B4-BE49-F238E27FC236}">
                <a16:creationId xmlns:a16="http://schemas.microsoft.com/office/drawing/2014/main" id="{7FA1F569-A5C8-8169-CF0D-515717BC00C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898775" y="3168052"/>
            <a:ext cx="1877400" cy="9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Feel</a:t>
            </a:r>
            <a:r>
              <a:rPr lang="fr-FR" dirty="0"/>
              <a:t> The </a:t>
            </a:r>
            <a:r>
              <a:rPr lang="fr-FR" dirty="0" err="1"/>
              <a:t>Soothing</a:t>
            </a:r>
            <a:r>
              <a:rPr lang="fr-FR" dirty="0"/>
              <a:t> Waves </a:t>
            </a:r>
            <a:r>
              <a:rPr lang="fr-FR" dirty="0" err="1"/>
              <a:t>with</a:t>
            </a:r>
            <a:r>
              <a:rPr lang="fr-FR" dirty="0"/>
              <a:t> WAVVE APP!</a:t>
            </a:r>
            <a:endParaRPr dirty="0"/>
          </a:p>
        </p:txBody>
      </p:sp>
      <p:sp>
        <p:nvSpPr>
          <p:cNvPr id="5496" name="Google Shape;5496;p75">
            <a:extLst>
              <a:ext uri="{FF2B5EF4-FFF2-40B4-BE49-F238E27FC236}">
                <a16:creationId xmlns:a16="http://schemas.microsoft.com/office/drawing/2014/main" id="{31A4CDB1-873C-43C3-94FB-F28E07CA424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898775" y="2902813"/>
            <a:ext cx="1877400" cy="36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Best Music App</a:t>
            </a:r>
            <a:endParaRPr b="1" dirty="0"/>
          </a:p>
        </p:txBody>
      </p:sp>
      <p:grpSp>
        <p:nvGrpSpPr>
          <p:cNvPr id="5497" name="Google Shape;5497;p75">
            <a:extLst>
              <a:ext uri="{FF2B5EF4-FFF2-40B4-BE49-F238E27FC236}">
                <a16:creationId xmlns:a16="http://schemas.microsoft.com/office/drawing/2014/main" id="{1EE1D99B-0E1F-753B-3070-40E8560B29D3}"/>
              </a:ext>
            </a:extLst>
          </p:cNvPr>
          <p:cNvGrpSpPr/>
          <p:nvPr/>
        </p:nvGrpSpPr>
        <p:grpSpPr>
          <a:xfrm>
            <a:off x="253804" y="346451"/>
            <a:ext cx="4736954" cy="4054624"/>
            <a:chOff x="4160789" y="1005888"/>
            <a:chExt cx="4736954" cy="4054624"/>
          </a:xfrm>
        </p:grpSpPr>
        <p:sp>
          <p:nvSpPr>
            <p:cNvPr id="5498" name="Google Shape;5498;p75">
              <a:extLst>
                <a:ext uri="{FF2B5EF4-FFF2-40B4-BE49-F238E27FC236}">
                  <a16:creationId xmlns:a16="http://schemas.microsoft.com/office/drawing/2014/main" id="{4BB9F99F-03F3-2A35-A4E5-4440D265DAAA}"/>
                </a:ext>
              </a:extLst>
            </p:cNvPr>
            <p:cNvSpPr/>
            <p:nvPr/>
          </p:nvSpPr>
          <p:spPr>
            <a:xfrm rot="-4511497" flipH="1">
              <a:off x="8867745" y="137980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75">
              <a:extLst>
                <a:ext uri="{FF2B5EF4-FFF2-40B4-BE49-F238E27FC236}">
                  <a16:creationId xmlns:a16="http://schemas.microsoft.com/office/drawing/2014/main" id="{A867D498-CACD-633B-05BE-E5A14B0C0C32}"/>
                </a:ext>
              </a:extLst>
            </p:cNvPr>
            <p:cNvSpPr/>
            <p:nvPr/>
          </p:nvSpPr>
          <p:spPr>
            <a:xfrm flipH="1">
              <a:off x="8738550" y="1005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75">
              <a:extLst>
                <a:ext uri="{FF2B5EF4-FFF2-40B4-BE49-F238E27FC236}">
                  <a16:creationId xmlns:a16="http://schemas.microsoft.com/office/drawing/2014/main" id="{FEC1F54C-958D-140F-DE38-A3E049DCDCE2}"/>
                </a:ext>
              </a:extLst>
            </p:cNvPr>
            <p:cNvSpPr/>
            <p:nvPr/>
          </p:nvSpPr>
          <p:spPr>
            <a:xfrm rot="-4514075" flipH="1">
              <a:off x="8258702" y="10697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75">
              <a:extLst>
                <a:ext uri="{FF2B5EF4-FFF2-40B4-BE49-F238E27FC236}">
                  <a16:creationId xmlns:a16="http://schemas.microsoft.com/office/drawing/2014/main" id="{AFBB1C1C-B1D4-71D2-35A2-33FAE59A2694}"/>
                </a:ext>
              </a:extLst>
            </p:cNvPr>
            <p:cNvSpPr/>
            <p:nvPr/>
          </p:nvSpPr>
          <p:spPr>
            <a:xfrm flipH="1">
              <a:off x="8364725" y="14527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75">
              <a:extLst>
                <a:ext uri="{FF2B5EF4-FFF2-40B4-BE49-F238E27FC236}">
                  <a16:creationId xmlns:a16="http://schemas.microsoft.com/office/drawing/2014/main" id="{940ED9C1-0323-4285-1B8E-3864375329F4}"/>
                </a:ext>
              </a:extLst>
            </p:cNvPr>
            <p:cNvSpPr/>
            <p:nvPr/>
          </p:nvSpPr>
          <p:spPr>
            <a:xfrm rot="-4511497" flipH="1">
              <a:off x="8831295" y="154845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75">
              <a:extLst>
                <a:ext uri="{FF2B5EF4-FFF2-40B4-BE49-F238E27FC236}">
                  <a16:creationId xmlns:a16="http://schemas.microsoft.com/office/drawing/2014/main" id="{08811FC5-418B-07AA-244A-AC3005127E41}"/>
                </a:ext>
              </a:extLst>
            </p:cNvPr>
            <p:cNvSpPr/>
            <p:nvPr/>
          </p:nvSpPr>
          <p:spPr>
            <a:xfrm flipH="1">
              <a:off x="8519325" y="20488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75">
              <a:extLst>
                <a:ext uri="{FF2B5EF4-FFF2-40B4-BE49-F238E27FC236}">
                  <a16:creationId xmlns:a16="http://schemas.microsoft.com/office/drawing/2014/main" id="{7BB1961D-7A28-52F1-2393-0E02B8C3A676}"/>
                </a:ext>
              </a:extLst>
            </p:cNvPr>
            <p:cNvSpPr/>
            <p:nvPr/>
          </p:nvSpPr>
          <p:spPr>
            <a:xfrm flipH="1">
              <a:off x="8456575" y="2487500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75">
              <a:extLst>
                <a:ext uri="{FF2B5EF4-FFF2-40B4-BE49-F238E27FC236}">
                  <a16:creationId xmlns:a16="http://schemas.microsoft.com/office/drawing/2014/main" id="{7D839F2F-83C3-138F-49C1-6AFACE0D7666}"/>
                </a:ext>
              </a:extLst>
            </p:cNvPr>
            <p:cNvSpPr/>
            <p:nvPr/>
          </p:nvSpPr>
          <p:spPr>
            <a:xfrm flipH="1">
              <a:off x="7652375" y="3537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75">
              <a:extLst>
                <a:ext uri="{FF2B5EF4-FFF2-40B4-BE49-F238E27FC236}">
                  <a16:creationId xmlns:a16="http://schemas.microsoft.com/office/drawing/2014/main" id="{0AB0279D-8B18-0FC5-BD0A-7C16526B801B}"/>
                </a:ext>
              </a:extLst>
            </p:cNvPr>
            <p:cNvSpPr/>
            <p:nvPr/>
          </p:nvSpPr>
          <p:spPr>
            <a:xfrm flipH="1">
              <a:off x="7752000" y="2267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75">
              <a:extLst>
                <a:ext uri="{FF2B5EF4-FFF2-40B4-BE49-F238E27FC236}">
                  <a16:creationId xmlns:a16="http://schemas.microsoft.com/office/drawing/2014/main" id="{39054BEF-13F0-BA7C-895B-5C381D48A8AE}"/>
                </a:ext>
              </a:extLst>
            </p:cNvPr>
            <p:cNvSpPr/>
            <p:nvPr/>
          </p:nvSpPr>
          <p:spPr>
            <a:xfrm rot="-4514075" flipH="1">
              <a:off x="7083852" y="2004382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75">
              <a:extLst>
                <a:ext uri="{FF2B5EF4-FFF2-40B4-BE49-F238E27FC236}">
                  <a16:creationId xmlns:a16="http://schemas.microsoft.com/office/drawing/2014/main" id="{70F8EC71-1B28-D4A0-DBDA-F43C18A15CDE}"/>
                </a:ext>
              </a:extLst>
            </p:cNvPr>
            <p:cNvSpPr/>
            <p:nvPr/>
          </p:nvSpPr>
          <p:spPr>
            <a:xfrm rot="-4514075" flipH="1">
              <a:off x="5447652" y="50160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75">
              <a:extLst>
                <a:ext uri="{FF2B5EF4-FFF2-40B4-BE49-F238E27FC236}">
                  <a16:creationId xmlns:a16="http://schemas.microsoft.com/office/drawing/2014/main" id="{BCD66103-93DB-889E-57F3-364BD32980D8}"/>
                </a:ext>
              </a:extLst>
            </p:cNvPr>
            <p:cNvSpPr/>
            <p:nvPr/>
          </p:nvSpPr>
          <p:spPr>
            <a:xfrm flipH="1">
              <a:off x="4160789" y="4649026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75">
              <a:extLst>
                <a:ext uri="{FF2B5EF4-FFF2-40B4-BE49-F238E27FC236}">
                  <a16:creationId xmlns:a16="http://schemas.microsoft.com/office/drawing/2014/main" id="{30D548BB-1F88-AA1B-8DCD-056A6B93329C}"/>
                </a:ext>
              </a:extLst>
            </p:cNvPr>
            <p:cNvSpPr/>
            <p:nvPr/>
          </p:nvSpPr>
          <p:spPr>
            <a:xfrm flipH="1">
              <a:off x="6763575" y="37720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75">
              <a:extLst>
                <a:ext uri="{FF2B5EF4-FFF2-40B4-BE49-F238E27FC236}">
                  <a16:creationId xmlns:a16="http://schemas.microsoft.com/office/drawing/2014/main" id="{09A8E201-A6BD-5FC1-CEE6-275541530362}"/>
                </a:ext>
              </a:extLst>
            </p:cNvPr>
            <p:cNvSpPr/>
            <p:nvPr/>
          </p:nvSpPr>
          <p:spPr>
            <a:xfrm flipH="1">
              <a:off x="7198925" y="37252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75">
              <a:extLst>
                <a:ext uri="{FF2B5EF4-FFF2-40B4-BE49-F238E27FC236}">
                  <a16:creationId xmlns:a16="http://schemas.microsoft.com/office/drawing/2014/main" id="{8140DEE7-3A15-3667-6D1A-5CDEB677BCA4}"/>
                </a:ext>
              </a:extLst>
            </p:cNvPr>
            <p:cNvSpPr/>
            <p:nvPr/>
          </p:nvSpPr>
          <p:spPr>
            <a:xfrm flipH="1">
              <a:off x="6953475" y="2267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3" name="Google Shape;5513;p75">
            <a:extLst>
              <a:ext uri="{FF2B5EF4-FFF2-40B4-BE49-F238E27FC236}">
                <a16:creationId xmlns:a16="http://schemas.microsoft.com/office/drawing/2014/main" id="{56FE406E-F649-978E-50E8-11CF5E565D73}"/>
              </a:ext>
            </a:extLst>
          </p:cNvPr>
          <p:cNvGrpSpPr/>
          <p:nvPr/>
        </p:nvGrpSpPr>
        <p:grpSpPr>
          <a:xfrm flipH="1">
            <a:off x="3625327" y="4634974"/>
            <a:ext cx="747688" cy="446314"/>
            <a:chOff x="5274100" y="3743727"/>
            <a:chExt cx="880772" cy="525756"/>
          </a:xfrm>
        </p:grpSpPr>
        <p:sp>
          <p:nvSpPr>
            <p:cNvPr id="5514" name="Google Shape;5514;p75">
              <a:extLst>
                <a:ext uri="{FF2B5EF4-FFF2-40B4-BE49-F238E27FC236}">
                  <a16:creationId xmlns:a16="http://schemas.microsoft.com/office/drawing/2014/main" id="{88CDB212-1BC1-09C9-DCE1-CD20050336EE}"/>
                </a:ext>
              </a:extLst>
            </p:cNvPr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75">
              <a:extLst>
                <a:ext uri="{FF2B5EF4-FFF2-40B4-BE49-F238E27FC236}">
                  <a16:creationId xmlns:a16="http://schemas.microsoft.com/office/drawing/2014/main" id="{D02DE011-316F-4D85-47E6-4BBD53DC55D0}"/>
                </a:ext>
              </a:extLst>
            </p:cNvPr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75">
              <a:extLst>
                <a:ext uri="{FF2B5EF4-FFF2-40B4-BE49-F238E27FC236}">
                  <a16:creationId xmlns:a16="http://schemas.microsoft.com/office/drawing/2014/main" id="{62B7131E-AB41-23D4-D065-97AC9294BA73}"/>
                </a:ext>
              </a:extLst>
            </p:cNvPr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75">
              <a:extLst>
                <a:ext uri="{FF2B5EF4-FFF2-40B4-BE49-F238E27FC236}">
                  <a16:creationId xmlns:a16="http://schemas.microsoft.com/office/drawing/2014/main" id="{04ED618C-1CC0-C096-B1A5-309CC80A9DE6}"/>
                </a:ext>
              </a:extLst>
            </p:cNvPr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75">
              <a:extLst>
                <a:ext uri="{FF2B5EF4-FFF2-40B4-BE49-F238E27FC236}">
                  <a16:creationId xmlns:a16="http://schemas.microsoft.com/office/drawing/2014/main" id="{28CE11F5-901F-3E71-CA20-463E7459967B}"/>
                </a:ext>
              </a:extLst>
            </p:cNvPr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75">
              <a:extLst>
                <a:ext uri="{FF2B5EF4-FFF2-40B4-BE49-F238E27FC236}">
                  <a16:creationId xmlns:a16="http://schemas.microsoft.com/office/drawing/2014/main" id="{30D64411-0BFF-58FD-9CB3-955AB05995CA}"/>
                </a:ext>
              </a:extLst>
            </p:cNvPr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75">
              <a:extLst>
                <a:ext uri="{FF2B5EF4-FFF2-40B4-BE49-F238E27FC236}">
                  <a16:creationId xmlns:a16="http://schemas.microsoft.com/office/drawing/2014/main" id="{FBBBEA13-BF83-D293-5C26-71228FEC7261}"/>
                </a:ext>
              </a:extLst>
            </p:cNvPr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75">
              <a:extLst>
                <a:ext uri="{FF2B5EF4-FFF2-40B4-BE49-F238E27FC236}">
                  <a16:creationId xmlns:a16="http://schemas.microsoft.com/office/drawing/2014/main" id="{D780A5EE-5B4B-48B2-CFB5-6C137E34B4FE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75">
              <a:extLst>
                <a:ext uri="{FF2B5EF4-FFF2-40B4-BE49-F238E27FC236}">
                  <a16:creationId xmlns:a16="http://schemas.microsoft.com/office/drawing/2014/main" id="{8B8AF4C6-D2B8-2A11-EECA-57A51666E9A2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75">
              <a:extLst>
                <a:ext uri="{FF2B5EF4-FFF2-40B4-BE49-F238E27FC236}">
                  <a16:creationId xmlns:a16="http://schemas.microsoft.com/office/drawing/2014/main" id="{0DC98E58-E06E-41BD-F235-6CA801D55B28}"/>
                </a:ext>
              </a:extLst>
            </p:cNvPr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75">
              <a:extLst>
                <a:ext uri="{FF2B5EF4-FFF2-40B4-BE49-F238E27FC236}">
                  <a16:creationId xmlns:a16="http://schemas.microsoft.com/office/drawing/2014/main" id="{C7CF970F-D0E4-C4ED-1F4F-3380E9548A4E}"/>
                </a:ext>
              </a:extLst>
            </p:cNvPr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75">
              <a:extLst>
                <a:ext uri="{FF2B5EF4-FFF2-40B4-BE49-F238E27FC236}">
                  <a16:creationId xmlns:a16="http://schemas.microsoft.com/office/drawing/2014/main" id="{8C9C5E79-263F-A15B-4677-2E802892557D}"/>
                </a:ext>
              </a:extLst>
            </p:cNvPr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75">
              <a:extLst>
                <a:ext uri="{FF2B5EF4-FFF2-40B4-BE49-F238E27FC236}">
                  <a16:creationId xmlns:a16="http://schemas.microsoft.com/office/drawing/2014/main" id="{AFB6CF63-57DD-D832-9989-F1C13355B266}"/>
                </a:ext>
              </a:extLst>
            </p:cNvPr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75">
              <a:extLst>
                <a:ext uri="{FF2B5EF4-FFF2-40B4-BE49-F238E27FC236}">
                  <a16:creationId xmlns:a16="http://schemas.microsoft.com/office/drawing/2014/main" id="{B586101B-83DC-AA08-6501-393BD65D650A}"/>
                </a:ext>
              </a:extLst>
            </p:cNvPr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75">
              <a:extLst>
                <a:ext uri="{FF2B5EF4-FFF2-40B4-BE49-F238E27FC236}">
                  <a16:creationId xmlns:a16="http://schemas.microsoft.com/office/drawing/2014/main" id="{75D921E9-9ADC-4D0A-CFC0-0B5A017746F5}"/>
                </a:ext>
              </a:extLst>
            </p:cNvPr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75">
              <a:extLst>
                <a:ext uri="{FF2B5EF4-FFF2-40B4-BE49-F238E27FC236}">
                  <a16:creationId xmlns:a16="http://schemas.microsoft.com/office/drawing/2014/main" id="{A7414945-2BA0-2422-5D0F-19A23860272B}"/>
                </a:ext>
              </a:extLst>
            </p:cNvPr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75">
              <a:extLst>
                <a:ext uri="{FF2B5EF4-FFF2-40B4-BE49-F238E27FC236}">
                  <a16:creationId xmlns:a16="http://schemas.microsoft.com/office/drawing/2014/main" id="{5C34F3FA-8DC6-1363-2ECA-3FE8EF07A31A}"/>
                </a:ext>
              </a:extLst>
            </p:cNvPr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75">
              <a:extLst>
                <a:ext uri="{FF2B5EF4-FFF2-40B4-BE49-F238E27FC236}">
                  <a16:creationId xmlns:a16="http://schemas.microsoft.com/office/drawing/2014/main" id="{B36D0649-8089-BC73-EA81-3663F7ABD80F}"/>
                </a:ext>
              </a:extLst>
            </p:cNvPr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75">
              <a:extLst>
                <a:ext uri="{FF2B5EF4-FFF2-40B4-BE49-F238E27FC236}">
                  <a16:creationId xmlns:a16="http://schemas.microsoft.com/office/drawing/2014/main" id="{996F4226-4C2E-61CA-6ECE-9839DDDA2BFE}"/>
                </a:ext>
              </a:extLst>
            </p:cNvPr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75">
              <a:extLst>
                <a:ext uri="{FF2B5EF4-FFF2-40B4-BE49-F238E27FC236}">
                  <a16:creationId xmlns:a16="http://schemas.microsoft.com/office/drawing/2014/main" id="{89CDDE36-CDCE-C695-81DE-E913DE179EF4}"/>
                </a:ext>
              </a:extLst>
            </p:cNvPr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75">
              <a:extLst>
                <a:ext uri="{FF2B5EF4-FFF2-40B4-BE49-F238E27FC236}">
                  <a16:creationId xmlns:a16="http://schemas.microsoft.com/office/drawing/2014/main" id="{B2BC488D-DF32-C859-8442-74D6BB853247}"/>
                </a:ext>
              </a:extLst>
            </p:cNvPr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75">
              <a:extLst>
                <a:ext uri="{FF2B5EF4-FFF2-40B4-BE49-F238E27FC236}">
                  <a16:creationId xmlns:a16="http://schemas.microsoft.com/office/drawing/2014/main" id="{2C0FA7B4-52BC-D9FC-FC21-ADC68B35B2AE}"/>
                </a:ext>
              </a:extLst>
            </p:cNvPr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6" name="Google Shape;5536;p75">
            <a:extLst>
              <a:ext uri="{FF2B5EF4-FFF2-40B4-BE49-F238E27FC236}">
                <a16:creationId xmlns:a16="http://schemas.microsoft.com/office/drawing/2014/main" id="{93168C3C-C9BD-93C6-1D36-31221CB03908}"/>
              </a:ext>
            </a:extLst>
          </p:cNvPr>
          <p:cNvGrpSpPr/>
          <p:nvPr/>
        </p:nvGrpSpPr>
        <p:grpSpPr>
          <a:xfrm flipH="1">
            <a:off x="12578664" y="3853907"/>
            <a:ext cx="641702" cy="221348"/>
            <a:chOff x="3010500" y="4887550"/>
            <a:chExt cx="636925" cy="219700"/>
          </a:xfrm>
        </p:grpSpPr>
        <p:sp>
          <p:nvSpPr>
            <p:cNvPr id="5537" name="Google Shape;5537;p75">
              <a:extLst>
                <a:ext uri="{FF2B5EF4-FFF2-40B4-BE49-F238E27FC236}">
                  <a16:creationId xmlns:a16="http://schemas.microsoft.com/office/drawing/2014/main" id="{913A938B-897A-9CF7-4F7A-EAC14940C36E}"/>
                </a:ext>
              </a:extLst>
            </p:cNvPr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75">
              <a:extLst>
                <a:ext uri="{FF2B5EF4-FFF2-40B4-BE49-F238E27FC236}">
                  <a16:creationId xmlns:a16="http://schemas.microsoft.com/office/drawing/2014/main" id="{BCB44CCF-D5B7-8F4F-D428-69E72B53762C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75">
              <a:extLst>
                <a:ext uri="{FF2B5EF4-FFF2-40B4-BE49-F238E27FC236}">
                  <a16:creationId xmlns:a16="http://schemas.microsoft.com/office/drawing/2014/main" id="{2CCC61BA-4ED6-FD9B-1A72-78C6B0BA165B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75">
              <a:extLst>
                <a:ext uri="{FF2B5EF4-FFF2-40B4-BE49-F238E27FC236}">
                  <a16:creationId xmlns:a16="http://schemas.microsoft.com/office/drawing/2014/main" id="{A406E6A1-54C2-35B3-62C4-0672872E1C20}"/>
                </a:ext>
              </a:extLst>
            </p:cNvPr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75">
              <a:extLst>
                <a:ext uri="{FF2B5EF4-FFF2-40B4-BE49-F238E27FC236}">
                  <a16:creationId xmlns:a16="http://schemas.microsoft.com/office/drawing/2014/main" id="{08CE95B6-8858-6815-532D-2ABD1DA68283}"/>
                </a:ext>
              </a:extLst>
            </p:cNvPr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75">
              <a:extLst>
                <a:ext uri="{FF2B5EF4-FFF2-40B4-BE49-F238E27FC236}">
                  <a16:creationId xmlns:a16="http://schemas.microsoft.com/office/drawing/2014/main" id="{D9A46FA6-03BF-B26C-227A-FEB8C71D8A0E}"/>
                </a:ext>
              </a:extLst>
            </p:cNvPr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75">
              <a:extLst>
                <a:ext uri="{FF2B5EF4-FFF2-40B4-BE49-F238E27FC236}">
                  <a16:creationId xmlns:a16="http://schemas.microsoft.com/office/drawing/2014/main" id="{426F167B-87C5-945D-FEB9-EAB31EC3DAEE}"/>
                </a:ext>
              </a:extLst>
            </p:cNvPr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75">
              <a:extLst>
                <a:ext uri="{FF2B5EF4-FFF2-40B4-BE49-F238E27FC236}">
                  <a16:creationId xmlns:a16="http://schemas.microsoft.com/office/drawing/2014/main" id="{1375B240-A15B-97B5-BAA0-B8D1A578E189}"/>
                </a:ext>
              </a:extLst>
            </p:cNvPr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75">
              <a:extLst>
                <a:ext uri="{FF2B5EF4-FFF2-40B4-BE49-F238E27FC236}">
                  <a16:creationId xmlns:a16="http://schemas.microsoft.com/office/drawing/2014/main" id="{05BDE7DE-4B51-2A34-E804-2A2C55B57FB6}"/>
                </a:ext>
              </a:extLst>
            </p:cNvPr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75">
              <a:extLst>
                <a:ext uri="{FF2B5EF4-FFF2-40B4-BE49-F238E27FC236}">
                  <a16:creationId xmlns:a16="http://schemas.microsoft.com/office/drawing/2014/main" id="{A8B2C38A-80C2-71C1-1DCE-0699B304450B}"/>
                </a:ext>
              </a:extLst>
            </p:cNvPr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75">
              <a:extLst>
                <a:ext uri="{FF2B5EF4-FFF2-40B4-BE49-F238E27FC236}">
                  <a16:creationId xmlns:a16="http://schemas.microsoft.com/office/drawing/2014/main" id="{F08DB41A-39E3-9BF5-C83B-680ED73FD181}"/>
                </a:ext>
              </a:extLst>
            </p:cNvPr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75">
              <a:extLst>
                <a:ext uri="{FF2B5EF4-FFF2-40B4-BE49-F238E27FC236}">
                  <a16:creationId xmlns:a16="http://schemas.microsoft.com/office/drawing/2014/main" id="{3B1F60BF-8E4C-C387-78E6-3B79773E17D9}"/>
                </a:ext>
              </a:extLst>
            </p:cNvPr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75">
              <a:extLst>
                <a:ext uri="{FF2B5EF4-FFF2-40B4-BE49-F238E27FC236}">
                  <a16:creationId xmlns:a16="http://schemas.microsoft.com/office/drawing/2014/main" id="{A37A08DA-D581-A499-E903-CAB801E41FD9}"/>
                </a:ext>
              </a:extLst>
            </p:cNvPr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75">
              <a:extLst>
                <a:ext uri="{FF2B5EF4-FFF2-40B4-BE49-F238E27FC236}">
                  <a16:creationId xmlns:a16="http://schemas.microsoft.com/office/drawing/2014/main" id="{095E3CDB-76A4-5E6B-A198-039EE48B3940}"/>
                </a:ext>
              </a:extLst>
            </p:cNvPr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75">
              <a:extLst>
                <a:ext uri="{FF2B5EF4-FFF2-40B4-BE49-F238E27FC236}">
                  <a16:creationId xmlns:a16="http://schemas.microsoft.com/office/drawing/2014/main" id="{8D3E8DAF-2D77-8EF0-9CD7-CD3C0A3237D5}"/>
                </a:ext>
              </a:extLst>
            </p:cNvPr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75">
              <a:extLst>
                <a:ext uri="{FF2B5EF4-FFF2-40B4-BE49-F238E27FC236}">
                  <a16:creationId xmlns:a16="http://schemas.microsoft.com/office/drawing/2014/main" id="{A0BC4749-91FA-8E43-BC88-D13FB50C7197}"/>
                </a:ext>
              </a:extLst>
            </p:cNvPr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3" name="Google Shape;5553;p75">
            <a:extLst>
              <a:ext uri="{FF2B5EF4-FFF2-40B4-BE49-F238E27FC236}">
                <a16:creationId xmlns:a16="http://schemas.microsoft.com/office/drawing/2014/main" id="{683D670C-A989-9A21-0403-69FDFE9FE420}"/>
              </a:ext>
            </a:extLst>
          </p:cNvPr>
          <p:cNvGrpSpPr/>
          <p:nvPr/>
        </p:nvGrpSpPr>
        <p:grpSpPr>
          <a:xfrm flipH="1">
            <a:off x="4822356" y="4592737"/>
            <a:ext cx="918676" cy="298338"/>
            <a:chOff x="3099775" y="2031950"/>
            <a:chExt cx="513600" cy="166800"/>
          </a:xfrm>
        </p:grpSpPr>
        <p:sp>
          <p:nvSpPr>
            <p:cNvPr id="5554" name="Google Shape;5554;p75">
              <a:extLst>
                <a:ext uri="{FF2B5EF4-FFF2-40B4-BE49-F238E27FC236}">
                  <a16:creationId xmlns:a16="http://schemas.microsoft.com/office/drawing/2014/main" id="{A403C721-0457-665A-EB10-F97F8BA13B05}"/>
                </a:ext>
              </a:extLst>
            </p:cNvPr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75">
              <a:extLst>
                <a:ext uri="{FF2B5EF4-FFF2-40B4-BE49-F238E27FC236}">
                  <a16:creationId xmlns:a16="http://schemas.microsoft.com/office/drawing/2014/main" id="{802B2E94-A7A9-DB22-0B58-BA2250436285}"/>
                </a:ext>
              </a:extLst>
            </p:cNvPr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75">
              <a:extLst>
                <a:ext uri="{FF2B5EF4-FFF2-40B4-BE49-F238E27FC236}">
                  <a16:creationId xmlns:a16="http://schemas.microsoft.com/office/drawing/2014/main" id="{7855F1EE-823F-E23A-B150-878CD70E52FA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75">
              <a:extLst>
                <a:ext uri="{FF2B5EF4-FFF2-40B4-BE49-F238E27FC236}">
                  <a16:creationId xmlns:a16="http://schemas.microsoft.com/office/drawing/2014/main" id="{53838240-808A-97CC-2339-00F01004ABBC}"/>
                </a:ext>
              </a:extLst>
            </p:cNvPr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75">
              <a:extLst>
                <a:ext uri="{FF2B5EF4-FFF2-40B4-BE49-F238E27FC236}">
                  <a16:creationId xmlns:a16="http://schemas.microsoft.com/office/drawing/2014/main" id="{6B1969C6-2C81-4D7D-4C64-B974BA00F77B}"/>
                </a:ext>
              </a:extLst>
            </p:cNvPr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75">
              <a:extLst>
                <a:ext uri="{FF2B5EF4-FFF2-40B4-BE49-F238E27FC236}">
                  <a16:creationId xmlns:a16="http://schemas.microsoft.com/office/drawing/2014/main" id="{C8A2F86E-CC65-976D-185B-C554B207E1E4}"/>
                </a:ext>
              </a:extLst>
            </p:cNvPr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75">
              <a:extLst>
                <a:ext uri="{FF2B5EF4-FFF2-40B4-BE49-F238E27FC236}">
                  <a16:creationId xmlns:a16="http://schemas.microsoft.com/office/drawing/2014/main" id="{E33BE9C7-17F7-5E57-58A0-F01DDAA527F2}"/>
                </a:ext>
              </a:extLst>
            </p:cNvPr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75">
              <a:extLst>
                <a:ext uri="{FF2B5EF4-FFF2-40B4-BE49-F238E27FC236}">
                  <a16:creationId xmlns:a16="http://schemas.microsoft.com/office/drawing/2014/main" id="{E96479BD-901B-95C3-28CD-E028DBBA84C7}"/>
                </a:ext>
              </a:extLst>
            </p:cNvPr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75">
              <a:extLst>
                <a:ext uri="{FF2B5EF4-FFF2-40B4-BE49-F238E27FC236}">
                  <a16:creationId xmlns:a16="http://schemas.microsoft.com/office/drawing/2014/main" id="{CA92BEF2-E83A-81A5-DD4D-B99062107177}"/>
                </a:ext>
              </a:extLst>
            </p:cNvPr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75">
              <a:extLst>
                <a:ext uri="{FF2B5EF4-FFF2-40B4-BE49-F238E27FC236}">
                  <a16:creationId xmlns:a16="http://schemas.microsoft.com/office/drawing/2014/main" id="{EC803F88-C792-D582-AF9F-2CD15EEB8E2E}"/>
                </a:ext>
              </a:extLst>
            </p:cNvPr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75">
              <a:extLst>
                <a:ext uri="{FF2B5EF4-FFF2-40B4-BE49-F238E27FC236}">
                  <a16:creationId xmlns:a16="http://schemas.microsoft.com/office/drawing/2014/main" id="{C498227B-9896-1884-FBF4-41FA4185CB06}"/>
                </a:ext>
              </a:extLst>
            </p:cNvPr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75">
              <a:extLst>
                <a:ext uri="{FF2B5EF4-FFF2-40B4-BE49-F238E27FC236}">
                  <a16:creationId xmlns:a16="http://schemas.microsoft.com/office/drawing/2014/main" id="{9B90E8F3-A828-4C4A-FE7F-EA482063E174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75">
              <a:extLst>
                <a:ext uri="{FF2B5EF4-FFF2-40B4-BE49-F238E27FC236}">
                  <a16:creationId xmlns:a16="http://schemas.microsoft.com/office/drawing/2014/main" id="{F09A750F-6E0F-1CB6-4AF4-5A7809546E0D}"/>
                </a:ext>
              </a:extLst>
            </p:cNvPr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75">
              <a:extLst>
                <a:ext uri="{FF2B5EF4-FFF2-40B4-BE49-F238E27FC236}">
                  <a16:creationId xmlns:a16="http://schemas.microsoft.com/office/drawing/2014/main" id="{530A6B13-C56C-484C-FF2F-C9FCCA850632}"/>
                </a:ext>
              </a:extLst>
            </p:cNvPr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75">
              <a:extLst>
                <a:ext uri="{FF2B5EF4-FFF2-40B4-BE49-F238E27FC236}">
                  <a16:creationId xmlns:a16="http://schemas.microsoft.com/office/drawing/2014/main" id="{42DCEEDB-B53B-14F1-DF92-F91B127C9B6F}"/>
                </a:ext>
              </a:extLst>
            </p:cNvPr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75">
              <a:extLst>
                <a:ext uri="{FF2B5EF4-FFF2-40B4-BE49-F238E27FC236}">
                  <a16:creationId xmlns:a16="http://schemas.microsoft.com/office/drawing/2014/main" id="{EDDC0382-A18F-4378-22AE-817537665749}"/>
                </a:ext>
              </a:extLst>
            </p:cNvPr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75">
              <a:extLst>
                <a:ext uri="{FF2B5EF4-FFF2-40B4-BE49-F238E27FC236}">
                  <a16:creationId xmlns:a16="http://schemas.microsoft.com/office/drawing/2014/main" id="{97E4E7E6-4FD3-1741-A775-DE8F0EC73C0E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75">
              <a:extLst>
                <a:ext uri="{FF2B5EF4-FFF2-40B4-BE49-F238E27FC236}">
                  <a16:creationId xmlns:a16="http://schemas.microsoft.com/office/drawing/2014/main" id="{CD74D529-A683-19D2-DA96-ADB8937A1C7B}"/>
                </a:ext>
              </a:extLst>
            </p:cNvPr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75">
              <a:extLst>
                <a:ext uri="{FF2B5EF4-FFF2-40B4-BE49-F238E27FC236}">
                  <a16:creationId xmlns:a16="http://schemas.microsoft.com/office/drawing/2014/main" id="{B3FB58E1-EB90-5746-38A8-AE554272ED89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75">
              <a:extLst>
                <a:ext uri="{FF2B5EF4-FFF2-40B4-BE49-F238E27FC236}">
                  <a16:creationId xmlns:a16="http://schemas.microsoft.com/office/drawing/2014/main" id="{A8692531-7B66-0AC5-86F3-C661381DE4F6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75">
              <a:extLst>
                <a:ext uri="{FF2B5EF4-FFF2-40B4-BE49-F238E27FC236}">
                  <a16:creationId xmlns:a16="http://schemas.microsoft.com/office/drawing/2014/main" id="{6DB26F3B-29BF-D35F-6F83-5BBD35E6F0C5}"/>
                </a:ext>
              </a:extLst>
            </p:cNvPr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75">
              <a:extLst>
                <a:ext uri="{FF2B5EF4-FFF2-40B4-BE49-F238E27FC236}">
                  <a16:creationId xmlns:a16="http://schemas.microsoft.com/office/drawing/2014/main" id="{26E3CFF9-0B67-5135-63EF-AD0E958586C4}"/>
                </a:ext>
              </a:extLst>
            </p:cNvPr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75">
              <a:extLst>
                <a:ext uri="{FF2B5EF4-FFF2-40B4-BE49-F238E27FC236}">
                  <a16:creationId xmlns:a16="http://schemas.microsoft.com/office/drawing/2014/main" id="{E2E1E354-35A2-72C0-A500-F7C04D1E4611}"/>
                </a:ext>
              </a:extLst>
            </p:cNvPr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75">
              <a:extLst>
                <a:ext uri="{FF2B5EF4-FFF2-40B4-BE49-F238E27FC236}">
                  <a16:creationId xmlns:a16="http://schemas.microsoft.com/office/drawing/2014/main" id="{C7A0B5CF-219B-4DC5-817E-579ED469426F}"/>
                </a:ext>
              </a:extLst>
            </p:cNvPr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75">
              <a:extLst>
                <a:ext uri="{FF2B5EF4-FFF2-40B4-BE49-F238E27FC236}">
                  <a16:creationId xmlns:a16="http://schemas.microsoft.com/office/drawing/2014/main" id="{8CE6AF8A-CF53-F57F-63B0-DBE9A7CF528C}"/>
                </a:ext>
              </a:extLst>
            </p:cNvPr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75">
              <a:extLst>
                <a:ext uri="{FF2B5EF4-FFF2-40B4-BE49-F238E27FC236}">
                  <a16:creationId xmlns:a16="http://schemas.microsoft.com/office/drawing/2014/main" id="{98DDBBF1-8215-F9D1-69A7-7D7EF356CDEA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75">
              <a:extLst>
                <a:ext uri="{FF2B5EF4-FFF2-40B4-BE49-F238E27FC236}">
                  <a16:creationId xmlns:a16="http://schemas.microsoft.com/office/drawing/2014/main" id="{42B25C5A-CBBF-B5D2-74C8-542CB68DCFEC}"/>
                </a:ext>
              </a:extLst>
            </p:cNvPr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75">
              <a:extLst>
                <a:ext uri="{FF2B5EF4-FFF2-40B4-BE49-F238E27FC236}">
                  <a16:creationId xmlns:a16="http://schemas.microsoft.com/office/drawing/2014/main" id="{5E164EE3-07BD-C024-3E2B-886221887E22}"/>
                </a:ext>
              </a:extLst>
            </p:cNvPr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75">
              <a:extLst>
                <a:ext uri="{FF2B5EF4-FFF2-40B4-BE49-F238E27FC236}">
                  <a16:creationId xmlns:a16="http://schemas.microsoft.com/office/drawing/2014/main" id="{12846B16-D4DB-41AF-1585-CE39D4BA5E06}"/>
                </a:ext>
              </a:extLst>
            </p:cNvPr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Google Shape;15282;p125">
            <a:extLst>
              <a:ext uri="{FF2B5EF4-FFF2-40B4-BE49-F238E27FC236}">
                <a16:creationId xmlns:a16="http://schemas.microsoft.com/office/drawing/2014/main" id="{5357C11E-1347-8D52-CDF1-03390C700A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18" r="1028"/>
          <a:stretch/>
        </p:blipFill>
        <p:spPr>
          <a:xfrm>
            <a:off x="9664735" y="1137979"/>
            <a:ext cx="3359275" cy="1929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5283;p125">
            <a:extLst>
              <a:ext uri="{FF2B5EF4-FFF2-40B4-BE49-F238E27FC236}">
                <a16:creationId xmlns:a16="http://schemas.microsoft.com/office/drawing/2014/main" id="{3C43D126-4726-9914-9C87-A14181484E17}"/>
              </a:ext>
            </a:extLst>
          </p:cNvPr>
          <p:cNvGrpSpPr/>
          <p:nvPr/>
        </p:nvGrpSpPr>
        <p:grpSpPr>
          <a:xfrm>
            <a:off x="9509760" y="997485"/>
            <a:ext cx="3664490" cy="2934435"/>
            <a:chOff x="4572029" y="1415284"/>
            <a:chExt cx="2875343" cy="2319354"/>
          </a:xfrm>
        </p:grpSpPr>
        <p:sp>
          <p:nvSpPr>
            <p:cNvPr id="13" name="Google Shape;15284;p125">
              <a:extLst>
                <a:ext uri="{FF2B5EF4-FFF2-40B4-BE49-F238E27FC236}">
                  <a16:creationId xmlns:a16="http://schemas.microsoft.com/office/drawing/2014/main" id="{B0F1064E-BB9E-B255-AE29-9CB360F7D144}"/>
                </a:ext>
              </a:extLst>
            </p:cNvPr>
            <p:cNvSpPr/>
            <p:nvPr/>
          </p:nvSpPr>
          <p:spPr>
            <a:xfrm>
              <a:off x="5498909" y="3408365"/>
              <a:ext cx="1040944" cy="326273"/>
            </a:xfrm>
            <a:custGeom>
              <a:avLst/>
              <a:gdLst/>
              <a:ahLst/>
              <a:cxnLst/>
              <a:rect l="l" t="t" r="r" b="b"/>
              <a:pathLst>
                <a:path w="94481" h="29125" extrusionOk="0">
                  <a:moveTo>
                    <a:pt x="79805" y="18317"/>
                  </a:moveTo>
                  <a:cubicBezTo>
                    <a:pt x="74117" y="12515"/>
                    <a:pt x="73889" y="1"/>
                    <a:pt x="73889" y="1"/>
                  </a:cubicBezTo>
                  <a:lnTo>
                    <a:pt x="20592" y="1"/>
                  </a:lnTo>
                  <a:cubicBezTo>
                    <a:pt x="20592" y="1"/>
                    <a:pt x="20364" y="12515"/>
                    <a:pt x="14676" y="18317"/>
                  </a:cubicBezTo>
                  <a:cubicBezTo>
                    <a:pt x="8931" y="24175"/>
                    <a:pt x="1" y="29124"/>
                    <a:pt x="15529" y="29124"/>
                  </a:cubicBezTo>
                  <a:lnTo>
                    <a:pt x="78952" y="29124"/>
                  </a:lnTo>
                  <a:cubicBezTo>
                    <a:pt x="94480" y="29124"/>
                    <a:pt x="85493" y="24175"/>
                    <a:pt x="79805" y="18317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3500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15285;p125">
              <a:extLst>
                <a:ext uri="{FF2B5EF4-FFF2-40B4-BE49-F238E27FC236}">
                  <a16:creationId xmlns:a16="http://schemas.microsoft.com/office/drawing/2014/main" id="{44C13FCD-8D7F-08FB-19CA-924FE0D7CA0A}"/>
                </a:ext>
              </a:extLst>
            </p:cNvPr>
            <p:cNvGrpSpPr/>
            <p:nvPr/>
          </p:nvGrpSpPr>
          <p:grpSpPr>
            <a:xfrm>
              <a:off x="4572029" y="1415284"/>
              <a:ext cx="2875343" cy="1993093"/>
              <a:chOff x="3665856" y="822037"/>
              <a:chExt cx="4758139" cy="3243966"/>
            </a:xfrm>
          </p:grpSpPr>
          <p:sp>
            <p:nvSpPr>
              <p:cNvPr id="15" name="Google Shape;15286;p125">
                <a:extLst>
                  <a:ext uri="{FF2B5EF4-FFF2-40B4-BE49-F238E27FC236}">
                    <a16:creationId xmlns:a16="http://schemas.microsoft.com/office/drawing/2014/main" id="{C191C721-5183-4397-1BA1-E8B699665E5B}"/>
                  </a:ext>
                </a:extLst>
              </p:cNvPr>
              <p:cNvSpPr/>
              <p:nvPr/>
            </p:nvSpPr>
            <p:spPr>
              <a:xfrm>
                <a:off x="5947879" y="3778845"/>
                <a:ext cx="194076" cy="166189"/>
              </a:xfrm>
              <a:custGeom>
                <a:avLst/>
                <a:gdLst/>
                <a:ahLst/>
                <a:cxnLst/>
                <a:rect l="l" t="t" r="r" b="b"/>
                <a:pathLst>
                  <a:path w="10627" h="9100" extrusionOk="0">
                    <a:moveTo>
                      <a:pt x="6092" y="0"/>
                    </a:moveTo>
                    <a:cubicBezTo>
                      <a:pt x="2020" y="0"/>
                      <a:pt x="0" y="4900"/>
                      <a:pt x="2881" y="7747"/>
                    </a:cubicBezTo>
                    <a:cubicBezTo>
                      <a:pt x="3804" y="8681"/>
                      <a:pt x="4944" y="9100"/>
                      <a:pt x="6063" y="9100"/>
                    </a:cubicBezTo>
                    <a:cubicBezTo>
                      <a:pt x="8391" y="9100"/>
                      <a:pt x="10627" y="7286"/>
                      <a:pt x="10627" y="4536"/>
                    </a:cubicBezTo>
                    <a:cubicBezTo>
                      <a:pt x="10627" y="2020"/>
                      <a:pt x="8608" y="0"/>
                      <a:pt x="609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3500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 w="9525" cap="flat" cmpd="sng">
                <a:solidFill>
                  <a:srgbClr val="1919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" name="Google Shape;15287;p125">
                <a:extLst>
                  <a:ext uri="{FF2B5EF4-FFF2-40B4-BE49-F238E27FC236}">
                    <a16:creationId xmlns:a16="http://schemas.microsoft.com/office/drawing/2014/main" id="{B5A3C879-CD93-8CFC-AF9C-C088FD987FEB}"/>
                  </a:ext>
                </a:extLst>
              </p:cNvPr>
              <p:cNvGrpSpPr/>
              <p:nvPr/>
            </p:nvGrpSpPr>
            <p:grpSpPr>
              <a:xfrm>
                <a:off x="3665856" y="822037"/>
                <a:ext cx="4758139" cy="3243966"/>
                <a:chOff x="518720" y="252435"/>
                <a:chExt cx="6524255" cy="4448054"/>
              </a:xfrm>
            </p:grpSpPr>
            <p:sp>
              <p:nvSpPr>
                <p:cNvPr id="17" name="Google Shape;15288;p125">
                  <a:extLst>
                    <a:ext uri="{FF2B5EF4-FFF2-40B4-BE49-F238E27FC236}">
                      <a16:creationId xmlns:a16="http://schemas.microsoft.com/office/drawing/2014/main" id="{5885AB11-CA78-358B-6AF2-8D0218AA7A65}"/>
                    </a:ext>
                  </a:extLst>
                </p:cNvPr>
                <p:cNvSpPr/>
                <p:nvPr/>
              </p:nvSpPr>
              <p:spPr>
                <a:xfrm>
                  <a:off x="518720" y="4145941"/>
                  <a:ext cx="6524250" cy="55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970" h="22753" extrusionOk="0">
                      <a:moveTo>
                        <a:pt x="0" y="14846"/>
                      </a:moveTo>
                      <a:cubicBezTo>
                        <a:pt x="0" y="19169"/>
                        <a:pt x="4039" y="22753"/>
                        <a:pt x="8305" y="22753"/>
                      </a:cubicBezTo>
                      <a:lnTo>
                        <a:pt x="253120" y="22753"/>
                      </a:lnTo>
                      <a:cubicBezTo>
                        <a:pt x="257443" y="22696"/>
                        <a:pt x="260913" y="19169"/>
                        <a:pt x="260970" y="14846"/>
                      </a:cubicBezTo>
                      <a:lnTo>
                        <a:pt x="26097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45791"/>
                    </a:gs>
                    <a:gs pos="35000">
                      <a:srgbClr val="545791"/>
                    </a:gs>
                    <a:gs pos="100000">
                      <a:srgbClr val="D88794"/>
                    </a:gs>
                  </a:gsLst>
                  <a:lin ang="13500032" scaled="0"/>
                </a:gradFill>
                <a:ln w="9525" cap="flat" cmpd="sng">
                  <a:solidFill>
                    <a:srgbClr val="19191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5289;p125">
                  <a:extLst>
                    <a:ext uri="{FF2B5EF4-FFF2-40B4-BE49-F238E27FC236}">
                      <a16:creationId xmlns:a16="http://schemas.microsoft.com/office/drawing/2014/main" id="{98B4D57C-BDCD-22E8-77D6-5F5A353C2FE9}"/>
                    </a:ext>
                  </a:extLst>
                </p:cNvPr>
                <p:cNvSpPr/>
                <p:nvPr/>
              </p:nvSpPr>
              <p:spPr>
                <a:xfrm>
                  <a:off x="518725" y="252435"/>
                  <a:ext cx="6524250" cy="389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970" h="155741" extrusionOk="0">
                      <a:moveTo>
                        <a:pt x="249594" y="9954"/>
                      </a:moveTo>
                      <a:lnTo>
                        <a:pt x="249594" y="144364"/>
                      </a:lnTo>
                      <a:lnTo>
                        <a:pt x="11376" y="144364"/>
                      </a:lnTo>
                      <a:lnTo>
                        <a:pt x="11376" y="9954"/>
                      </a:lnTo>
                      <a:close/>
                      <a:moveTo>
                        <a:pt x="8305" y="0"/>
                      </a:moveTo>
                      <a:cubicBezTo>
                        <a:pt x="4039" y="0"/>
                        <a:pt x="0" y="2844"/>
                        <a:pt x="0" y="7110"/>
                      </a:cubicBezTo>
                      <a:lnTo>
                        <a:pt x="0" y="155740"/>
                      </a:lnTo>
                      <a:lnTo>
                        <a:pt x="260970" y="155740"/>
                      </a:lnTo>
                      <a:lnTo>
                        <a:pt x="260970" y="7110"/>
                      </a:lnTo>
                      <a:cubicBezTo>
                        <a:pt x="260970" y="2844"/>
                        <a:pt x="257386" y="0"/>
                        <a:pt x="25312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45791"/>
                    </a:gs>
                    <a:gs pos="35000">
                      <a:srgbClr val="545791"/>
                    </a:gs>
                    <a:gs pos="100000">
                      <a:srgbClr val="D88794"/>
                    </a:gs>
                  </a:gsLst>
                  <a:lin ang="13500032" scaled="0"/>
                </a:gradFill>
                <a:ln w="9525" cap="flat" cmpd="sng">
                  <a:solidFill>
                    <a:srgbClr val="19191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" name="Google Shape;3401;p68">
            <a:extLst>
              <a:ext uri="{FF2B5EF4-FFF2-40B4-BE49-F238E27FC236}">
                <a16:creationId xmlns:a16="http://schemas.microsoft.com/office/drawing/2014/main" id="{3C1CA137-1FC9-0C8A-5947-A8A7E8D1701A}"/>
              </a:ext>
            </a:extLst>
          </p:cNvPr>
          <p:cNvSpPr/>
          <p:nvPr/>
        </p:nvSpPr>
        <p:spPr>
          <a:xfrm flipH="1">
            <a:off x="586740" y="952500"/>
            <a:ext cx="5316924" cy="3295253"/>
          </a:xfrm>
          <a:prstGeom prst="roundRect">
            <a:avLst>
              <a:gd name="adj" fmla="val 16218"/>
            </a:avLst>
          </a:prstGeom>
          <a:gradFill>
            <a:gsLst>
              <a:gs pos="0">
                <a:schemeClr val="accent2"/>
              </a:gs>
              <a:gs pos="50000">
                <a:schemeClr val="accent3"/>
              </a:gs>
              <a:gs pos="100000">
                <a:schemeClr val="accent1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409;p68">
            <a:extLst>
              <a:ext uri="{FF2B5EF4-FFF2-40B4-BE49-F238E27FC236}">
                <a16:creationId xmlns:a16="http://schemas.microsoft.com/office/drawing/2014/main" id="{E9A958CA-43AA-D0C5-CF2E-C363DFE7A2A2}"/>
              </a:ext>
            </a:extLst>
          </p:cNvPr>
          <p:cNvSpPr txBox="1">
            <a:spLocks/>
          </p:cNvSpPr>
          <p:nvPr/>
        </p:nvSpPr>
        <p:spPr>
          <a:xfrm>
            <a:off x="962995" y="2177971"/>
            <a:ext cx="445381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Lalezar"/>
                <a:ea typeface="Lalezar"/>
                <a:cs typeface="Lalezar"/>
                <a:sym typeface="Laleza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>
              <a:buNone/>
            </a:pPr>
            <a:r>
              <a:rPr lang="fr-FR" b="0" i="0" dirty="0">
                <a:solidFill>
                  <a:srgbClr val="787C99"/>
                </a:solidFill>
                <a:effectLst/>
                <a:latin typeface="Segoe WPC"/>
              </a:rPr>
              <a:t>•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</a:t>
            </a: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Frontend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HTML5/CSS3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Structure et style de l'interface utilisateur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JavaScript (ES6+)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Programmation côté client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Google Fonts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Polices Montserrat et Poppins pour une typographie moderne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Web Audio API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Traitement et visualisation audio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600" b="1" i="0" dirty="0" err="1">
                <a:solidFill>
                  <a:schemeClr val="tx1"/>
                </a:solidFill>
                <a:effectLst/>
                <a:latin typeface="Segoe WPC"/>
              </a:rPr>
              <a:t>LocalStorage</a:t>
            </a: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 API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Stockage local des playlists et préférences utilisateur</a:t>
            </a:r>
          </a:p>
        </p:txBody>
      </p:sp>
      <p:pic>
        <p:nvPicPr>
          <p:cNvPr id="5" name="Google Shape;15886;p129">
            <a:extLst>
              <a:ext uri="{FF2B5EF4-FFF2-40B4-BE49-F238E27FC236}">
                <a16:creationId xmlns:a16="http://schemas.microsoft.com/office/drawing/2014/main" id="{DE55B34D-724C-C1C7-7598-CE65BA981FDF}"/>
              </a:ext>
            </a:extLst>
          </p:cNvPr>
          <p:cNvPicPr preferRelativeResize="0"/>
          <p:nvPr/>
        </p:nvPicPr>
        <p:blipFill rotWithShape="1">
          <a:blip r:embed="rId4">
            <a:alphaModFix amt="70000"/>
          </a:blip>
          <a:srcRect l="38114" r="5728"/>
          <a:stretch/>
        </p:blipFill>
        <p:spPr>
          <a:xfrm>
            <a:off x="6904775" y="498426"/>
            <a:ext cx="1847400" cy="1850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6" name="Google Shape;3419;p68">
            <a:extLst>
              <a:ext uri="{FF2B5EF4-FFF2-40B4-BE49-F238E27FC236}">
                <a16:creationId xmlns:a16="http://schemas.microsoft.com/office/drawing/2014/main" id="{B6FD3155-F8EF-7CBC-D936-96B14DE0ED32}"/>
              </a:ext>
            </a:extLst>
          </p:cNvPr>
          <p:cNvGrpSpPr/>
          <p:nvPr/>
        </p:nvGrpSpPr>
        <p:grpSpPr>
          <a:xfrm>
            <a:off x="-421275" y="2811852"/>
            <a:ext cx="1438629" cy="2005849"/>
            <a:chOff x="572677" y="714325"/>
            <a:chExt cx="1167813" cy="1628256"/>
          </a:xfrm>
        </p:grpSpPr>
        <p:sp>
          <p:nvSpPr>
            <p:cNvPr id="7" name="Google Shape;3420;p68">
              <a:extLst>
                <a:ext uri="{FF2B5EF4-FFF2-40B4-BE49-F238E27FC236}">
                  <a16:creationId xmlns:a16="http://schemas.microsoft.com/office/drawing/2014/main" id="{07E28C3D-42A5-D990-D14E-F99218960C8C}"/>
                </a:ext>
              </a:extLst>
            </p:cNvPr>
            <p:cNvSpPr/>
            <p:nvPr/>
          </p:nvSpPr>
          <p:spPr>
            <a:xfrm>
              <a:off x="572677" y="730248"/>
              <a:ext cx="1101991" cy="1612333"/>
            </a:xfrm>
            <a:custGeom>
              <a:avLst/>
              <a:gdLst/>
              <a:ahLst/>
              <a:cxnLst/>
              <a:rect l="l" t="t" r="r" b="b"/>
              <a:pathLst>
                <a:path w="23841" h="34882" extrusionOk="0">
                  <a:moveTo>
                    <a:pt x="6582" y="3958"/>
                  </a:moveTo>
                  <a:cubicBezTo>
                    <a:pt x="6695" y="3958"/>
                    <a:pt x="6787" y="3996"/>
                    <a:pt x="6833" y="4073"/>
                  </a:cubicBezTo>
                  <a:cubicBezTo>
                    <a:pt x="6928" y="4236"/>
                    <a:pt x="6784" y="4507"/>
                    <a:pt x="6512" y="4679"/>
                  </a:cubicBezTo>
                  <a:cubicBezTo>
                    <a:pt x="6370" y="4769"/>
                    <a:pt x="6222" y="4815"/>
                    <a:pt x="6098" y="4815"/>
                  </a:cubicBezTo>
                  <a:cubicBezTo>
                    <a:pt x="5984" y="4815"/>
                    <a:pt x="5892" y="4776"/>
                    <a:pt x="5847" y="4698"/>
                  </a:cubicBezTo>
                  <a:cubicBezTo>
                    <a:pt x="5751" y="4537"/>
                    <a:pt x="5896" y="4266"/>
                    <a:pt x="6168" y="4093"/>
                  </a:cubicBezTo>
                  <a:cubicBezTo>
                    <a:pt x="6310" y="4003"/>
                    <a:pt x="6459" y="3958"/>
                    <a:pt x="6582" y="3958"/>
                  </a:cubicBezTo>
                  <a:close/>
                  <a:moveTo>
                    <a:pt x="19444" y="11266"/>
                  </a:moveTo>
                  <a:cubicBezTo>
                    <a:pt x="19618" y="11266"/>
                    <a:pt x="19838" y="11289"/>
                    <a:pt x="20066" y="11335"/>
                  </a:cubicBezTo>
                  <a:cubicBezTo>
                    <a:pt x="20527" y="11428"/>
                    <a:pt x="20844" y="11582"/>
                    <a:pt x="20773" y="11677"/>
                  </a:cubicBezTo>
                  <a:cubicBezTo>
                    <a:pt x="20738" y="11725"/>
                    <a:pt x="20610" y="11749"/>
                    <a:pt x="20432" y="11749"/>
                  </a:cubicBezTo>
                  <a:cubicBezTo>
                    <a:pt x="20258" y="11749"/>
                    <a:pt x="20038" y="11726"/>
                    <a:pt x="19810" y="11680"/>
                  </a:cubicBezTo>
                  <a:cubicBezTo>
                    <a:pt x="19349" y="11587"/>
                    <a:pt x="19032" y="11434"/>
                    <a:pt x="19103" y="11339"/>
                  </a:cubicBezTo>
                  <a:cubicBezTo>
                    <a:pt x="19139" y="11291"/>
                    <a:pt x="19267" y="11266"/>
                    <a:pt x="19444" y="11266"/>
                  </a:cubicBezTo>
                  <a:close/>
                  <a:moveTo>
                    <a:pt x="20764" y="11858"/>
                  </a:moveTo>
                  <a:cubicBezTo>
                    <a:pt x="20780" y="11858"/>
                    <a:pt x="20795" y="11858"/>
                    <a:pt x="20811" y="11859"/>
                  </a:cubicBezTo>
                  <a:cubicBezTo>
                    <a:pt x="21052" y="11865"/>
                    <a:pt x="21243" y="11930"/>
                    <a:pt x="21236" y="12002"/>
                  </a:cubicBezTo>
                  <a:cubicBezTo>
                    <a:pt x="21229" y="12070"/>
                    <a:pt x="21050" y="12120"/>
                    <a:pt x="20828" y="12120"/>
                  </a:cubicBezTo>
                  <a:cubicBezTo>
                    <a:pt x="20814" y="12120"/>
                    <a:pt x="20801" y="12120"/>
                    <a:pt x="20787" y="12120"/>
                  </a:cubicBezTo>
                  <a:cubicBezTo>
                    <a:pt x="20546" y="12112"/>
                    <a:pt x="20355" y="12048"/>
                    <a:pt x="20362" y="11976"/>
                  </a:cubicBezTo>
                  <a:cubicBezTo>
                    <a:pt x="20369" y="11908"/>
                    <a:pt x="20545" y="11858"/>
                    <a:pt x="20764" y="11858"/>
                  </a:cubicBezTo>
                  <a:close/>
                  <a:moveTo>
                    <a:pt x="16946" y="12382"/>
                  </a:moveTo>
                  <a:cubicBezTo>
                    <a:pt x="17095" y="12382"/>
                    <a:pt x="17266" y="12470"/>
                    <a:pt x="17351" y="12596"/>
                  </a:cubicBezTo>
                  <a:cubicBezTo>
                    <a:pt x="17446" y="12739"/>
                    <a:pt x="17395" y="12878"/>
                    <a:pt x="17236" y="12906"/>
                  </a:cubicBezTo>
                  <a:cubicBezTo>
                    <a:pt x="17217" y="12909"/>
                    <a:pt x="17197" y="12911"/>
                    <a:pt x="17177" y="12911"/>
                  </a:cubicBezTo>
                  <a:cubicBezTo>
                    <a:pt x="17028" y="12911"/>
                    <a:pt x="16858" y="12824"/>
                    <a:pt x="16774" y="12698"/>
                  </a:cubicBezTo>
                  <a:cubicBezTo>
                    <a:pt x="16677" y="12554"/>
                    <a:pt x="16728" y="12415"/>
                    <a:pt x="16887" y="12387"/>
                  </a:cubicBezTo>
                  <a:cubicBezTo>
                    <a:pt x="16906" y="12384"/>
                    <a:pt x="16926" y="12382"/>
                    <a:pt x="16946" y="12382"/>
                  </a:cubicBezTo>
                  <a:close/>
                  <a:moveTo>
                    <a:pt x="4022" y="12030"/>
                  </a:moveTo>
                  <a:cubicBezTo>
                    <a:pt x="4122" y="12030"/>
                    <a:pt x="4200" y="12058"/>
                    <a:pt x="4243" y="12118"/>
                  </a:cubicBezTo>
                  <a:cubicBezTo>
                    <a:pt x="4387" y="12317"/>
                    <a:pt x="4112" y="12783"/>
                    <a:pt x="3628" y="13159"/>
                  </a:cubicBezTo>
                  <a:cubicBezTo>
                    <a:pt x="3293" y="13421"/>
                    <a:pt x="2945" y="13570"/>
                    <a:pt x="2715" y="13570"/>
                  </a:cubicBezTo>
                  <a:cubicBezTo>
                    <a:pt x="2615" y="13570"/>
                    <a:pt x="2537" y="13541"/>
                    <a:pt x="2493" y="13481"/>
                  </a:cubicBezTo>
                  <a:cubicBezTo>
                    <a:pt x="2350" y="13283"/>
                    <a:pt x="2626" y="12816"/>
                    <a:pt x="3109" y="12440"/>
                  </a:cubicBezTo>
                  <a:cubicBezTo>
                    <a:pt x="3444" y="12179"/>
                    <a:pt x="3793" y="12030"/>
                    <a:pt x="4022" y="12030"/>
                  </a:cubicBezTo>
                  <a:close/>
                  <a:moveTo>
                    <a:pt x="2837" y="13868"/>
                  </a:moveTo>
                  <a:cubicBezTo>
                    <a:pt x="3002" y="13868"/>
                    <a:pt x="3132" y="13929"/>
                    <a:pt x="3168" y="14039"/>
                  </a:cubicBezTo>
                  <a:cubicBezTo>
                    <a:pt x="3222" y="14205"/>
                    <a:pt x="3039" y="14420"/>
                    <a:pt x="2760" y="14519"/>
                  </a:cubicBezTo>
                  <a:cubicBezTo>
                    <a:pt x="2665" y="14553"/>
                    <a:pt x="2571" y="14570"/>
                    <a:pt x="2487" y="14570"/>
                  </a:cubicBezTo>
                  <a:cubicBezTo>
                    <a:pt x="2323" y="14570"/>
                    <a:pt x="2194" y="14509"/>
                    <a:pt x="2157" y="14400"/>
                  </a:cubicBezTo>
                  <a:cubicBezTo>
                    <a:pt x="2104" y="14233"/>
                    <a:pt x="2285" y="14018"/>
                    <a:pt x="2564" y="13918"/>
                  </a:cubicBezTo>
                  <a:cubicBezTo>
                    <a:pt x="2659" y="13884"/>
                    <a:pt x="2753" y="13868"/>
                    <a:pt x="2837" y="13868"/>
                  </a:cubicBezTo>
                  <a:close/>
                  <a:moveTo>
                    <a:pt x="7506" y="13809"/>
                  </a:moveTo>
                  <a:cubicBezTo>
                    <a:pt x="7509" y="13809"/>
                    <a:pt x="7513" y="13809"/>
                    <a:pt x="7517" y="13809"/>
                  </a:cubicBezTo>
                  <a:cubicBezTo>
                    <a:pt x="7722" y="13820"/>
                    <a:pt x="7871" y="14127"/>
                    <a:pt x="7849" y="14495"/>
                  </a:cubicBezTo>
                  <a:cubicBezTo>
                    <a:pt x="7828" y="14854"/>
                    <a:pt x="7650" y="15139"/>
                    <a:pt x="7449" y="15139"/>
                  </a:cubicBezTo>
                  <a:cubicBezTo>
                    <a:pt x="7445" y="15139"/>
                    <a:pt x="7441" y="15139"/>
                    <a:pt x="7438" y="15139"/>
                  </a:cubicBezTo>
                  <a:cubicBezTo>
                    <a:pt x="7233" y="15128"/>
                    <a:pt x="7084" y="14821"/>
                    <a:pt x="7106" y="14454"/>
                  </a:cubicBezTo>
                  <a:cubicBezTo>
                    <a:pt x="7127" y="14094"/>
                    <a:pt x="7305" y="13809"/>
                    <a:pt x="7506" y="13809"/>
                  </a:cubicBezTo>
                  <a:close/>
                  <a:moveTo>
                    <a:pt x="13677" y="20669"/>
                  </a:moveTo>
                  <a:cubicBezTo>
                    <a:pt x="13705" y="20966"/>
                    <a:pt x="13737" y="21262"/>
                    <a:pt x="13774" y="21558"/>
                  </a:cubicBezTo>
                  <a:cubicBezTo>
                    <a:pt x="13662" y="21553"/>
                    <a:pt x="13550" y="21550"/>
                    <a:pt x="13435" y="21547"/>
                  </a:cubicBezTo>
                  <a:cubicBezTo>
                    <a:pt x="13439" y="21358"/>
                    <a:pt x="13443" y="21169"/>
                    <a:pt x="13446" y="20979"/>
                  </a:cubicBezTo>
                  <a:cubicBezTo>
                    <a:pt x="13521" y="20875"/>
                    <a:pt x="13598" y="20771"/>
                    <a:pt x="13677" y="20669"/>
                  </a:cubicBezTo>
                  <a:close/>
                  <a:moveTo>
                    <a:pt x="12707" y="14919"/>
                  </a:moveTo>
                  <a:cubicBezTo>
                    <a:pt x="12797" y="16581"/>
                    <a:pt x="12831" y="18247"/>
                    <a:pt x="12797" y="19911"/>
                  </a:cubicBezTo>
                  <a:cubicBezTo>
                    <a:pt x="12791" y="20253"/>
                    <a:pt x="12779" y="20597"/>
                    <a:pt x="12767" y="20941"/>
                  </a:cubicBezTo>
                  <a:cubicBezTo>
                    <a:pt x="12623" y="21137"/>
                    <a:pt x="12483" y="21337"/>
                    <a:pt x="12347" y="21540"/>
                  </a:cubicBezTo>
                  <a:cubicBezTo>
                    <a:pt x="11980" y="21542"/>
                    <a:pt x="11621" y="21552"/>
                    <a:pt x="11278" y="21567"/>
                  </a:cubicBezTo>
                  <a:cubicBezTo>
                    <a:pt x="11273" y="21534"/>
                    <a:pt x="11268" y="21502"/>
                    <a:pt x="11264" y="21469"/>
                  </a:cubicBezTo>
                  <a:cubicBezTo>
                    <a:pt x="11319" y="21103"/>
                    <a:pt x="11378" y="20737"/>
                    <a:pt x="11440" y="20372"/>
                  </a:cubicBezTo>
                  <a:cubicBezTo>
                    <a:pt x="11736" y="18657"/>
                    <a:pt x="12125" y="16956"/>
                    <a:pt x="12599" y="15280"/>
                  </a:cubicBezTo>
                  <a:lnTo>
                    <a:pt x="12707" y="14919"/>
                  </a:lnTo>
                  <a:close/>
                  <a:moveTo>
                    <a:pt x="6567" y="1"/>
                  </a:moveTo>
                  <a:cubicBezTo>
                    <a:pt x="4859" y="278"/>
                    <a:pt x="2947" y="1077"/>
                    <a:pt x="963" y="2667"/>
                  </a:cubicBezTo>
                  <a:cubicBezTo>
                    <a:pt x="963" y="2667"/>
                    <a:pt x="1846" y="2777"/>
                    <a:pt x="2175" y="3173"/>
                  </a:cubicBezTo>
                  <a:cubicBezTo>
                    <a:pt x="2505" y="3571"/>
                    <a:pt x="5413" y="7319"/>
                    <a:pt x="9384" y="7810"/>
                  </a:cubicBezTo>
                  <a:cubicBezTo>
                    <a:pt x="9672" y="7845"/>
                    <a:pt x="10019" y="7875"/>
                    <a:pt x="10381" y="7875"/>
                  </a:cubicBezTo>
                  <a:cubicBezTo>
                    <a:pt x="10864" y="7875"/>
                    <a:pt x="11375" y="7822"/>
                    <a:pt x="11810" y="7656"/>
                  </a:cubicBezTo>
                  <a:lnTo>
                    <a:pt x="11887" y="8017"/>
                  </a:lnTo>
                  <a:cubicBezTo>
                    <a:pt x="12218" y="9833"/>
                    <a:pt x="12476" y="11664"/>
                    <a:pt x="12616" y="13507"/>
                  </a:cubicBezTo>
                  <a:lnTo>
                    <a:pt x="12484" y="13867"/>
                  </a:lnTo>
                  <a:lnTo>
                    <a:pt x="12080" y="15126"/>
                  </a:lnTo>
                  <a:cubicBezTo>
                    <a:pt x="11623" y="16615"/>
                    <a:pt x="11237" y="18126"/>
                    <a:pt x="10917" y="19651"/>
                  </a:cubicBezTo>
                  <a:cubicBezTo>
                    <a:pt x="10829" y="19271"/>
                    <a:pt x="10730" y="18892"/>
                    <a:pt x="10623" y="18518"/>
                  </a:cubicBezTo>
                  <a:cubicBezTo>
                    <a:pt x="10469" y="17934"/>
                    <a:pt x="10251" y="17372"/>
                    <a:pt x="10054" y="16803"/>
                  </a:cubicBezTo>
                  <a:lnTo>
                    <a:pt x="9701" y="15970"/>
                  </a:lnTo>
                  <a:cubicBezTo>
                    <a:pt x="9644" y="15839"/>
                    <a:pt x="9591" y="15705"/>
                    <a:pt x="9529" y="15575"/>
                  </a:cubicBezTo>
                  <a:cubicBezTo>
                    <a:pt x="9558" y="15542"/>
                    <a:pt x="9589" y="15511"/>
                    <a:pt x="9617" y="15477"/>
                  </a:cubicBezTo>
                  <a:cubicBezTo>
                    <a:pt x="10376" y="14600"/>
                    <a:pt x="11578" y="12936"/>
                    <a:pt x="10721" y="11769"/>
                  </a:cubicBezTo>
                  <a:cubicBezTo>
                    <a:pt x="10453" y="11403"/>
                    <a:pt x="10033" y="11192"/>
                    <a:pt x="9594" y="11086"/>
                  </a:cubicBezTo>
                  <a:cubicBezTo>
                    <a:pt x="9520" y="11068"/>
                    <a:pt x="9446" y="11053"/>
                    <a:pt x="9372" y="11041"/>
                  </a:cubicBezTo>
                  <a:cubicBezTo>
                    <a:pt x="8869" y="10959"/>
                    <a:pt x="8337" y="11042"/>
                    <a:pt x="7842" y="10943"/>
                  </a:cubicBezTo>
                  <a:cubicBezTo>
                    <a:pt x="7897" y="10537"/>
                    <a:pt x="8208" y="10174"/>
                    <a:pt x="8230" y="9723"/>
                  </a:cubicBezTo>
                  <a:cubicBezTo>
                    <a:pt x="8260" y="9064"/>
                    <a:pt x="7765" y="8839"/>
                    <a:pt x="7213" y="8839"/>
                  </a:cubicBezTo>
                  <a:cubicBezTo>
                    <a:pt x="7169" y="8839"/>
                    <a:pt x="7123" y="8841"/>
                    <a:pt x="7078" y="8844"/>
                  </a:cubicBezTo>
                  <a:cubicBezTo>
                    <a:pt x="4475" y="9008"/>
                    <a:pt x="1" y="12377"/>
                    <a:pt x="350" y="19902"/>
                  </a:cubicBezTo>
                  <a:cubicBezTo>
                    <a:pt x="350" y="19902"/>
                    <a:pt x="968" y="19188"/>
                    <a:pt x="1491" y="19130"/>
                  </a:cubicBezTo>
                  <a:cubicBezTo>
                    <a:pt x="1980" y="19074"/>
                    <a:pt x="6205" y="18736"/>
                    <a:pt x="9025" y="16090"/>
                  </a:cubicBezTo>
                  <a:cubicBezTo>
                    <a:pt x="9136" y="16115"/>
                    <a:pt x="9172" y="16123"/>
                    <a:pt x="9283" y="16146"/>
                  </a:cubicBezTo>
                  <a:lnTo>
                    <a:pt x="9601" y="16970"/>
                  </a:lnTo>
                  <a:cubicBezTo>
                    <a:pt x="9774" y="17532"/>
                    <a:pt x="9970" y="18086"/>
                    <a:pt x="10100" y="18660"/>
                  </a:cubicBezTo>
                  <a:cubicBezTo>
                    <a:pt x="10321" y="19534"/>
                    <a:pt x="10492" y="20423"/>
                    <a:pt x="10602" y="21317"/>
                  </a:cubicBezTo>
                  <a:cubicBezTo>
                    <a:pt x="10504" y="21437"/>
                    <a:pt x="10450" y="21502"/>
                    <a:pt x="10353" y="21620"/>
                  </a:cubicBezTo>
                  <a:cubicBezTo>
                    <a:pt x="8595" y="21754"/>
                    <a:pt x="7382" y="22035"/>
                    <a:pt x="7382" y="22361"/>
                  </a:cubicBezTo>
                  <a:lnTo>
                    <a:pt x="7247" y="23544"/>
                  </a:lnTo>
                  <a:cubicBezTo>
                    <a:pt x="7247" y="23544"/>
                    <a:pt x="7149" y="23858"/>
                    <a:pt x="7187" y="24078"/>
                  </a:cubicBezTo>
                  <a:lnTo>
                    <a:pt x="6848" y="27053"/>
                  </a:lnTo>
                  <a:lnTo>
                    <a:pt x="6847" y="27053"/>
                  </a:lnTo>
                  <a:cubicBezTo>
                    <a:pt x="6847" y="27053"/>
                    <a:pt x="6848" y="27054"/>
                    <a:pt x="6848" y="27054"/>
                  </a:cubicBezTo>
                  <a:lnTo>
                    <a:pt x="6495" y="30109"/>
                  </a:lnTo>
                  <a:cubicBezTo>
                    <a:pt x="2101" y="31670"/>
                    <a:pt x="3950" y="34306"/>
                    <a:pt x="12787" y="34832"/>
                  </a:cubicBezTo>
                  <a:cubicBezTo>
                    <a:pt x="13347" y="34865"/>
                    <a:pt x="13908" y="34882"/>
                    <a:pt x="14468" y="34882"/>
                  </a:cubicBezTo>
                  <a:cubicBezTo>
                    <a:pt x="15521" y="34882"/>
                    <a:pt x="16574" y="34824"/>
                    <a:pt x="17621" y="34712"/>
                  </a:cubicBezTo>
                  <a:cubicBezTo>
                    <a:pt x="18414" y="34627"/>
                    <a:pt x="19190" y="34418"/>
                    <a:pt x="19909" y="34074"/>
                  </a:cubicBezTo>
                  <a:cubicBezTo>
                    <a:pt x="20499" y="33792"/>
                    <a:pt x="20771" y="33532"/>
                    <a:pt x="20009" y="33304"/>
                  </a:cubicBezTo>
                  <a:cubicBezTo>
                    <a:pt x="20069" y="33237"/>
                    <a:pt x="18924" y="30550"/>
                    <a:pt x="18995" y="30523"/>
                  </a:cubicBezTo>
                  <a:lnTo>
                    <a:pt x="18805" y="30523"/>
                  </a:lnTo>
                  <a:cubicBezTo>
                    <a:pt x="18807" y="30352"/>
                    <a:pt x="18799" y="30179"/>
                    <a:pt x="18779" y="30004"/>
                  </a:cubicBezTo>
                  <a:lnTo>
                    <a:pt x="18460" y="27186"/>
                  </a:lnTo>
                  <a:cubicBezTo>
                    <a:pt x="18518" y="27109"/>
                    <a:pt x="18583" y="27048"/>
                    <a:pt x="18660" y="27018"/>
                  </a:cubicBezTo>
                  <a:lnTo>
                    <a:pt x="18660" y="27018"/>
                  </a:lnTo>
                  <a:lnTo>
                    <a:pt x="18441" y="27019"/>
                  </a:lnTo>
                  <a:lnTo>
                    <a:pt x="18140" y="24380"/>
                  </a:lnTo>
                  <a:cubicBezTo>
                    <a:pt x="18274" y="23990"/>
                    <a:pt x="18415" y="23608"/>
                    <a:pt x="18660" y="23510"/>
                  </a:cubicBezTo>
                  <a:lnTo>
                    <a:pt x="18660" y="23510"/>
                  </a:lnTo>
                  <a:lnTo>
                    <a:pt x="18042" y="23513"/>
                  </a:lnTo>
                  <a:lnTo>
                    <a:pt x="17911" y="22361"/>
                  </a:lnTo>
                  <a:cubicBezTo>
                    <a:pt x="17911" y="22003"/>
                    <a:pt x="16445" y="21699"/>
                    <a:pt x="14401" y="21586"/>
                  </a:cubicBezTo>
                  <a:cubicBezTo>
                    <a:pt x="14318" y="21067"/>
                    <a:pt x="14248" y="20546"/>
                    <a:pt x="14195" y="20024"/>
                  </a:cubicBezTo>
                  <a:cubicBezTo>
                    <a:pt x="14683" y="19458"/>
                    <a:pt x="15222" y="18936"/>
                    <a:pt x="15815" y="18482"/>
                  </a:cubicBezTo>
                  <a:cubicBezTo>
                    <a:pt x="16192" y="18190"/>
                    <a:pt x="16593" y="17928"/>
                    <a:pt x="17013" y="17698"/>
                  </a:cubicBezTo>
                  <a:cubicBezTo>
                    <a:pt x="17014" y="17717"/>
                    <a:pt x="17014" y="17735"/>
                    <a:pt x="17016" y="17754"/>
                  </a:cubicBezTo>
                  <a:cubicBezTo>
                    <a:pt x="17034" y="17938"/>
                    <a:pt x="17113" y="18157"/>
                    <a:pt x="17295" y="18387"/>
                  </a:cubicBezTo>
                  <a:cubicBezTo>
                    <a:pt x="17874" y="19122"/>
                    <a:pt x="18931" y="19383"/>
                    <a:pt x="19501" y="19480"/>
                  </a:cubicBezTo>
                  <a:cubicBezTo>
                    <a:pt x="19732" y="19520"/>
                    <a:pt x="19946" y="19537"/>
                    <a:pt x="20143" y="19537"/>
                  </a:cubicBezTo>
                  <a:cubicBezTo>
                    <a:pt x="21728" y="19537"/>
                    <a:pt x="22272" y="18405"/>
                    <a:pt x="22346" y="18275"/>
                  </a:cubicBezTo>
                  <a:cubicBezTo>
                    <a:pt x="22386" y="18204"/>
                    <a:pt x="22515" y="18186"/>
                    <a:pt x="22638" y="18186"/>
                  </a:cubicBezTo>
                  <a:cubicBezTo>
                    <a:pt x="22768" y="18186"/>
                    <a:pt x="22892" y="18207"/>
                    <a:pt x="22892" y="18207"/>
                  </a:cubicBezTo>
                  <a:cubicBezTo>
                    <a:pt x="22788" y="18131"/>
                    <a:pt x="22686" y="18059"/>
                    <a:pt x="22584" y="17988"/>
                  </a:cubicBezTo>
                  <a:cubicBezTo>
                    <a:pt x="20018" y="16187"/>
                    <a:pt x="18182" y="15590"/>
                    <a:pt x="17099" y="15590"/>
                  </a:cubicBezTo>
                  <a:cubicBezTo>
                    <a:pt x="16481" y="15590"/>
                    <a:pt x="16109" y="15785"/>
                    <a:pt x="15987" y="16061"/>
                  </a:cubicBezTo>
                  <a:cubicBezTo>
                    <a:pt x="15909" y="16241"/>
                    <a:pt x="15968" y="16510"/>
                    <a:pt x="16375" y="16778"/>
                  </a:cubicBezTo>
                  <a:cubicBezTo>
                    <a:pt x="16632" y="16948"/>
                    <a:pt x="16868" y="16989"/>
                    <a:pt x="17103" y="17130"/>
                  </a:cubicBezTo>
                  <a:cubicBezTo>
                    <a:pt x="17105" y="17175"/>
                    <a:pt x="17101" y="17216"/>
                    <a:pt x="17095" y="17255"/>
                  </a:cubicBezTo>
                  <a:cubicBezTo>
                    <a:pt x="16558" y="17502"/>
                    <a:pt x="16044" y="17798"/>
                    <a:pt x="15564" y="18140"/>
                  </a:cubicBezTo>
                  <a:cubicBezTo>
                    <a:pt x="15054" y="18500"/>
                    <a:pt x="14578" y="18906"/>
                    <a:pt x="14135" y="19345"/>
                  </a:cubicBezTo>
                  <a:cubicBezTo>
                    <a:pt x="14125" y="19212"/>
                    <a:pt x="14115" y="19079"/>
                    <a:pt x="14107" y="18947"/>
                  </a:cubicBezTo>
                  <a:cubicBezTo>
                    <a:pt x="14039" y="17587"/>
                    <a:pt x="14071" y="16206"/>
                    <a:pt x="14424" y="14903"/>
                  </a:cubicBezTo>
                  <a:cubicBezTo>
                    <a:pt x="14593" y="14281"/>
                    <a:pt x="14842" y="13679"/>
                    <a:pt x="15207" y="13157"/>
                  </a:cubicBezTo>
                  <a:cubicBezTo>
                    <a:pt x="15342" y="13207"/>
                    <a:pt x="15473" y="13252"/>
                    <a:pt x="15592" y="13292"/>
                  </a:cubicBezTo>
                  <a:cubicBezTo>
                    <a:pt x="17107" y="13793"/>
                    <a:pt x="18903" y="13918"/>
                    <a:pt x="20325" y="13918"/>
                  </a:cubicBezTo>
                  <a:cubicBezTo>
                    <a:pt x="21600" y="13918"/>
                    <a:pt x="22575" y="13818"/>
                    <a:pt x="22776" y="13800"/>
                  </a:cubicBezTo>
                  <a:cubicBezTo>
                    <a:pt x="22811" y="13797"/>
                    <a:pt x="22847" y="13796"/>
                    <a:pt x="22883" y="13796"/>
                  </a:cubicBezTo>
                  <a:cubicBezTo>
                    <a:pt x="23301" y="13796"/>
                    <a:pt x="23841" y="13974"/>
                    <a:pt x="23841" y="13974"/>
                  </a:cubicBezTo>
                  <a:cubicBezTo>
                    <a:pt x="22641" y="11270"/>
                    <a:pt x="19115" y="10331"/>
                    <a:pt x="16893" y="10331"/>
                  </a:cubicBezTo>
                  <a:cubicBezTo>
                    <a:pt x="16631" y="10331"/>
                    <a:pt x="16386" y="10344"/>
                    <a:pt x="16166" y="10368"/>
                  </a:cubicBezTo>
                  <a:cubicBezTo>
                    <a:pt x="15683" y="10422"/>
                    <a:pt x="15269" y="10571"/>
                    <a:pt x="15448" y="10850"/>
                  </a:cubicBezTo>
                  <a:cubicBezTo>
                    <a:pt x="15560" y="11026"/>
                    <a:pt x="15884" y="11134"/>
                    <a:pt x="16015" y="11289"/>
                  </a:cubicBezTo>
                  <a:cubicBezTo>
                    <a:pt x="15645" y="11385"/>
                    <a:pt x="15210" y="11414"/>
                    <a:pt x="14831" y="11505"/>
                  </a:cubicBezTo>
                  <a:cubicBezTo>
                    <a:pt x="14775" y="11518"/>
                    <a:pt x="14720" y="11533"/>
                    <a:pt x="14665" y="11548"/>
                  </a:cubicBezTo>
                  <a:cubicBezTo>
                    <a:pt x="14342" y="11640"/>
                    <a:pt x="14057" y="11773"/>
                    <a:pt x="13925" y="11949"/>
                  </a:cubicBezTo>
                  <a:cubicBezTo>
                    <a:pt x="13620" y="12354"/>
                    <a:pt x="14208" y="12736"/>
                    <a:pt x="14856" y="13016"/>
                  </a:cubicBezTo>
                  <a:cubicBezTo>
                    <a:pt x="14472" y="13554"/>
                    <a:pt x="14206" y="14163"/>
                    <a:pt x="14017" y="14785"/>
                  </a:cubicBezTo>
                  <a:cubicBezTo>
                    <a:pt x="13606" y="16150"/>
                    <a:pt x="13536" y="17572"/>
                    <a:pt x="13566" y="18970"/>
                  </a:cubicBezTo>
                  <a:cubicBezTo>
                    <a:pt x="13575" y="19279"/>
                    <a:pt x="13592" y="19587"/>
                    <a:pt x="13613" y="19895"/>
                  </a:cubicBezTo>
                  <a:cubicBezTo>
                    <a:pt x="13559" y="19954"/>
                    <a:pt x="13508" y="20015"/>
                    <a:pt x="13455" y="20075"/>
                  </a:cubicBezTo>
                  <a:cubicBezTo>
                    <a:pt x="13455" y="20023"/>
                    <a:pt x="13456" y="19970"/>
                    <a:pt x="13456" y="19917"/>
                  </a:cubicBezTo>
                  <a:cubicBezTo>
                    <a:pt x="13457" y="17906"/>
                    <a:pt x="13367" y="15896"/>
                    <a:pt x="13188" y="13895"/>
                  </a:cubicBezTo>
                  <a:cubicBezTo>
                    <a:pt x="13177" y="13763"/>
                    <a:pt x="13164" y="13631"/>
                    <a:pt x="13151" y="13499"/>
                  </a:cubicBezTo>
                  <a:lnTo>
                    <a:pt x="13392" y="12792"/>
                  </a:lnTo>
                  <a:cubicBezTo>
                    <a:pt x="13526" y="12376"/>
                    <a:pt x="13694" y="11975"/>
                    <a:pt x="13852" y="11570"/>
                  </a:cubicBezTo>
                  <a:lnTo>
                    <a:pt x="14091" y="10961"/>
                  </a:lnTo>
                  <a:lnTo>
                    <a:pt x="14211" y="10658"/>
                  </a:lnTo>
                  <a:lnTo>
                    <a:pt x="14347" y="10361"/>
                  </a:lnTo>
                  <a:lnTo>
                    <a:pt x="14889" y="9173"/>
                  </a:lnTo>
                  <a:cubicBezTo>
                    <a:pt x="15067" y="8791"/>
                    <a:pt x="15277" y="8425"/>
                    <a:pt x="15471" y="8052"/>
                  </a:cubicBezTo>
                  <a:cubicBezTo>
                    <a:pt x="15475" y="8073"/>
                    <a:pt x="15478" y="8094"/>
                    <a:pt x="15484" y="8114"/>
                  </a:cubicBezTo>
                  <a:cubicBezTo>
                    <a:pt x="15547" y="8357"/>
                    <a:pt x="15687" y="8586"/>
                    <a:pt x="15943" y="8726"/>
                  </a:cubicBezTo>
                  <a:cubicBezTo>
                    <a:pt x="16044" y="8781"/>
                    <a:pt x="16152" y="8818"/>
                    <a:pt x="16263" y="8840"/>
                  </a:cubicBezTo>
                  <a:cubicBezTo>
                    <a:pt x="16280" y="8844"/>
                    <a:pt x="16297" y="8845"/>
                    <a:pt x="16315" y="8847"/>
                  </a:cubicBezTo>
                  <a:cubicBezTo>
                    <a:pt x="16351" y="8853"/>
                    <a:pt x="16388" y="8858"/>
                    <a:pt x="16425" y="8862"/>
                  </a:cubicBezTo>
                  <a:cubicBezTo>
                    <a:pt x="16450" y="8863"/>
                    <a:pt x="16474" y="8863"/>
                    <a:pt x="16499" y="8864"/>
                  </a:cubicBezTo>
                  <a:cubicBezTo>
                    <a:pt x="16520" y="8864"/>
                    <a:pt x="16541" y="8864"/>
                    <a:pt x="16562" y="8864"/>
                  </a:cubicBezTo>
                  <a:cubicBezTo>
                    <a:pt x="16572" y="8864"/>
                    <a:pt x="16583" y="8864"/>
                    <a:pt x="16593" y="8864"/>
                  </a:cubicBezTo>
                  <a:cubicBezTo>
                    <a:pt x="16619" y="8863"/>
                    <a:pt x="16646" y="8860"/>
                    <a:pt x="16672" y="8858"/>
                  </a:cubicBezTo>
                  <a:cubicBezTo>
                    <a:pt x="16703" y="8856"/>
                    <a:pt x="16733" y="8853"/>
                    <a:pt x="16765" y="8849"/>
                  </a:cubicBezTo>
                  <a:cubicBezTo>
                    <a:pt x="16792" y="8846"/>
                    <a:pt x="16818" y="8841"/>
                    <a:pt x="16846" y="8837"/>
                  </a:cubicBezTo>
                  <a:cubicBezTo>
                    <a:pt x="16877" y="8831"/>
                    <a:pt x="16908" y="8826"/>
                    <a:pt x="16939" y="8819"/>
                  </a:cubicBezTo>
                  <a:cubicBezTo>
                    <a:pt x="16966" y="8813"/>
                    <a:pt x="16993" y="8808"/>
                    <a:pt x="17020" y="8801"/>
                  </a:cubicBezTo>
                  <a:cubicBezTo>
                    <a:pt x="17053" y="8793"/>
                    <a:pt x="17084" y="8784"/>
                    <a:pt x="17116" y="8775"/>
                  </a:cubicBezTo>
                  <a:cubicBezTo>
                    <a:pt x="17142" y="8769"/>
                    <a:pt x="17169" y="8761"/>
                    <a:pt x="17195" y="8753"/>
                  </a:cubicBezTo>
                  <a:cubicBezTo>
                    <a:pt x="17230" y="8742"/>
                    <a:pt x="17263" y="8730"/>
                    <a:pt x="17298" y="8718"/>
                  </a:cubicBezTo>
                  <a:cubicBezTo>
                    <a:pt x="17321" y="8710"/>
                    <a:pt x="17345" y="8702"/>
                    <a:pt x="17370" y="8694"/>
                  </a:cubicBezTo>
                  <a:cubicBezTo>
                    <a:pt x="17418" y="8676"/>
                    <a:pt x="17467" y="8655"/>
                    <a:pt x="17515" y="8635"/>
                  </a:cubicBezTo>
                  <a:cubicBezTo>
                    <a:pt x="17539" y="8625"/>
                    <a:pt x="17561" y="8615"/>
                    <a:pt x="17585" y="8605"/>
                  </a:cubicBezTo>
                  <a:cubicBezTo>
                    <a:pt x="17625" y="8587"/>
                    <a:pt x="17667" y="8569"/>
                    <a:pt x="17707" y="8550"/>
                  </a:cubicBezTo>
                  <a:cubicBezTo>
                    <a:pt x="17730" y="8539"/>
                    <a:pt x="17753" y="8528"/>
                    <a:pt x="17776" y="8517"/>
                  </a:cubicBezTo>
                  <a:cubicBezTo>
                    <a:pt x="17809" y="8500"/>
                    <a:pt x="17841" y="8484"/>
                    <a:pt x="17873" y="8467"/>
                  </a:cubicBezTo>
                  <a:cubicBezTo>
                    <a:pt x="17897" y="8455"/>
                    <a:pt x="17921" y="8443"/>
                    <a:pt x="17944" y="8430"/>
                  </a:cubicBezTo>
                  <a:cubicBezTo>
                    <a:pt x="17975" y="8413"/>
                    <a:pt x="18005" y="8398"/>
                    <a:pt x="18034" y="8381"/>
                  </a:cubicBezTo>
                  <a:cubicBezTo>
                    <a:pt x="18058" y="8367"/>
                    <a:pt x="18080" y="8355"/>
                    <a:pt x="18102" y="8342"/>
                  </a:cubicBezTo>
                  <a:cubicBezTo>
                    <a:pt x="18133" y="8325"/>
                    <a:pt x="18162" y="8308"/>
                    <a:pt x="18191" y="8291"/>
                  </a:cubicBezTo>
                  <a:cubicBezTo>
                    <a:pt x="18212" y="8278"/>
                    <a:pt x="18232" y="8266"/>
                    <a:pt x="18254" y="8253"/>
                  </a:cubicBezTo>
                  <a:cubicBezTo>
                    <a:pt x="18283" y="8235"/>
                    <a:pt x="18311" y="8218"/>
                    <a:pt x="18339" y="8201"/>
                  </a:cubicBezTo>
                  <a:cubicBezTo>
                    <a:pt x="18358" y="8188"/>
                    <a:pt x="18377" y="8177"/>
                    <a:pt x="18396" y="8165"/>
                  </a:cubicBezTo>
                  <a:cubicBezTo>
                    <a:pt x="18426" y="8146"/>
                    <a:pt x="18456" y="8125"/>
                    <a:pt x="18486" y="8106"/>
                  </a:cubicBezTo>
                  <a:cubicBezTo>
                    <a:pt x="18499" y="8097"/>
                    <a:pt x="18514" y="8089"/>
                    <a:pt x="18527" y="8080"/>
                  </a:cubicBezTo>
                  <a:cubicBezTo>
                    <a:pt x="18570" y="8052"/>
                    <a:pt x="18610" y="8024"/>
                    <a:pt x="18648" y="7998"/>
                  </a:cubicBezTo>
                  <a:cubicBezTo>
                    <a:pt x="21042" y="6346"/>
                    <a:pt x="21458" y="3631"/>
                    <a:pt x="21516" y="3336"/>
                  </a:cubicBezTo>
                  <a:cubicBezTo>
                    <a:pt x="21574" y="3040"/>
                    <a:pt x="22105" y="2673"/>
                    <a:pt x="22105" y="2673"/>
                  </a:cubicBezTo>
                  <a:cubicBezTo>
                    <a:pt x="22074" y="2672"/>
                    <a:pt x="22043" y="2671"/>
                    <a:pt x="22011" y="2671"/>
                  </a:cubicBezTo>
                  <a:cubicBezTo>
                    <a:pt x="21923" y="2671"/>
                    <a:pt x="21834" y="2675"/>
                    <a:pt x="21746" y="2681"/>
                  </a:cubicBezTo>
                  <a:cubicBezTo>
                    <a:pt x="21694" y="2682"/>
                    <a:pt x="21640" y="2682"/>
                    <a:pt x="21589" y="2684"/>
                  </a:cubicBezTo>
                  <a:cubicBezTo>
                    <a:pt x="21565" y="2685"/>
                    <a:pt x="21542" y="2686"/>
                    <a:pt x="21518" y="2687"/>
                  </a:cubicBezTo>
                  <a:cubicBezTo>
                    <a:pt x="21370" y="2693"/>
                    <a:pt x="21225" y="2701"/>
                    <a:pt x="21081" y="2711"/>
                  </a:cubicBezTo>
                  <a:cubicBezTo>
                    <a:pt x="21070" y="2712"/>
                    <a:pt x="21060" y="2713"/>
                    <a:pt x="21050" y="2713"/>
                  </a:cubicBezTo>
                  <a:cubicBezTo>
                    <a:pt x="16359" y="3047"/>
                    <a:pt x="14122" y="5406"/>
                    <a:pt x="13940" y="6771"/>
                  </a:cubicBezTo>
                  <a:cubicBezTo>
                    <a:pt x="13898" y="7090"/>
                    <a:pt x="14012" y="7393"/>
                    <a:pt x="14456" y="7393"/>
                  </a:cubicBezTo>
                  <a:cubicBezTo>
                    <a:pt x="14483" y="7393"/>
                    <a:pt x="14511" y="7392"/>
                    <a:pt x="14541" y="7389"/>
                  </a:cubicBezTo>
                  <a:cubicBezTo>
                    <a:pt x="14866" y="7365"/>
                    <a:pt x="15137" y="7180"/>
                    <a:pt x="15431" y="7137"/>
                  </a:cubicBezTo>
                  <a:cubicBezTo>
                    <a:pt x="15445" y="7200"/>
                    <a:pt x="15450" y="7266"/>
                    <a:pt x="15452" y="7331"/>
                  </a:cubicBezTo>
                  <a:lnTo>
                    <a:pt x="15170" y="7836"/>
                  </a:lnTo>
                  <a:cubicBezTo>
                    <a:pt x="14960" y="8224"/>
                    <a:pt x="14730" y="8602"/>
                    <a:pt x="14535" y="8997"/>
                  </a:cubicBezTo>
                  <a:lnTo>
                    <a:pt x="13960" y="10187"/>
                  </a:lnTo>
                  <a:lnTo>
                    <a:pt x="13816" y="10485"/>
                  </a:lnTo>
                  <a:lnTo>
                    <a:pt x="13687" y="10790"/>
                  </a:lnTo>
                  <a:lnTo>
                    <a:pt x="13432" y="11398"/>
                  </a:lnTo>
                  <a:cubicBezTo>
                    <a:pt x="13296" y="11723"/>
                    <a:pt x="13155" y="12046"/>
                    <a:pt x="13030" y="12375"/>
                  </a:cubicBezTo>
                  <a:cubicBezTo>
                    <a:pt x="12851" y="10885"/>
                    <a:pt x="12600" y="9403"/>
                    <a:pt x="12302" y="7933"/>
                  </a:cubicBezTo>
                  <a:lnTo>
                    <a:pt x="12194" y="7463"/>
                  </a:lnTo>
                  <a:cubicBezTo>
                    <a:pt x="12484" y="7277"/>
                    <a:pt x="12713" y="7017"/>
                    <a:pt x="12831" y="6650"/>
                  </a:cubicBezTo>
                  <a:cubicBezTo>
                    <a:pt x="12967" y="6225"/>
                    <a:pt x="12902" y="5763"/>
                    <a:pt x="12745" y="5344"/>
                  </a:cubicBezTo>
                  <a:cubicBezTo>
                    <a:pt x="12719" y="5273"/>
                    <a:pt x="12690" y="5205"/>
                    <a:pt x="12658" y="5136"/>
                  </a:cubicBezTo>
                  <a:cubicBezTo>
                    <a:pt x="12449" y="4678"/>
                    <a:pt x="12098" y="4287"/>
                    <a:pt x="11904" y="3827"/>
                  </a:cubicBezTo>
                  <a:cubicBezTo>
                    <a:pt x="12247" y="3644"/>
                    <a:pt x="12694" y="3698"/>
                    <a:pt x="13052" y="3464"/>
                  </a:cubicBezTo>
                  <a:cubicBezTo>
                    <a:pt x="13618" y="3094"/>
                    <a:pt x="13458" y="2502"/>
                    <a:pt x="13103" y="2028"/>
                  </a:cubicBezTo>
                  <a:cubicBezTo>
                    <a:pt x="12453" y="1164"/>
                    <a:pt x="11182" y="343"/>
                    <a:pt x="9507" y="24"/>
                  </a:cubicBezTo>
                  <a:lnTo>
                    <a:pt x="9507" y="24"/>
                  </a:lnTo>
                  <a:cubicBezTo>
                    <a:pt x="9562" y="136"/>
                    <a:pt x="9578" y="244"/>
                    <a:pt x="9546" y="340"/>
                  </a:cubicBezTo>
                  <a:cubicBezTo>
                    <a:pt x="9471" y="570"/>
                    <a:pt x="9151" y="689"/>
                    <a:pt x="8709" y="689"/>
                  </a:cubicBezTo>
                  <a:cubicBezTo>
                    <a:pt x="8370" y="689"/>
                    <a:pt x="7959" y="619"/>
                    <a:pt x="7534" y="475"/>
                  </a:cubicBezTo>
                  <a:cubicBezTo>
                    <a:pt x="7159" y="347"/>
                    <a:pt x="6827" y="180"/>
                    <a:pt x="6567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421;p68">
              <a:extLst>
                <a:ext uri="{FF2B5EF4-FFF2-40B4-BE49-F238E27FC236}">
                  <a16:creationId xmlns:a16="http://schemas.microsoft.com/office/drawing/2014/main" id="{FD5856E3-FCEA-4FF5-B355-7911CA8DD658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422;p68">
              <a:extLst>
                <a:ext uri="{FF2B5EF4-FFF2-40B4-BE49-F238E27FC236}">
                  <a16:creationId xmlns:a16="http://schemas.microsoft.com/office/drawing/2014/main" id="{06AFF7F6-DC05-3E43-08D8-F4FDEBD19EC2}"/>
                </a:ext>
              </a:extLst>
            </p:cNvPr>
            <p:cNvSpPr/>
            <p:nvPr/>
          </p:nvSpPr>
          <p:spPr>
            <a:xfrm>
              <a:off x="979718" y="1709853"/>
              <a:ext cx="486723" cy="76128"/>
            </a:xfrm>
            <a:custGeom>
              <a:avLst/>
              <a:gdLst/>
              <a:ahLst/>
              <a:cxnLst/>
              <a:rect l="l" t="t" r="r" b="b"/>
              <a:pathLst>
                <a:path w="10530" h="1647" extrusionOk="0">
                  <a:moveTo>
                    <a:pt x="5265" y="0"/>
                  </a:moveTo>
                  <a:cubicBezTo>
                    <a:pt x="2357" y="0"/>
                    <a:pt x="1" y="369"/>
                    <a:pt x="1" y="823"/>
                  </a:cubicBezTo>
                  <a:cubicBezTo>
                    <a:pt x="1" y="1278"/>
                    <a:pt x="2357" y="1646"/>
                    <a:pt x="5265" y="1646"/>
                  </a:cubicBezTo>
                  <a:cubicBezTo>
                    <a:pt x="8172" y="1646"/>
                    <a:pt x="10530" y="1278"/>
                    <a:pt x="10530" y="823"/>
                  </a:cubicBezTo>
                  <a:cubicBezTo>
                    <a:pt x="10530" y="369"/>
                    <a:pt x="8172" y="0"/>
                    <a:pt x="52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423;p68">
              <a:extLst>
                <a:ext uri="{FF2B5EF4-FFF2-40B4-BE49-F238E27FC236}">
                  <a16:creationId xmlns:a16="http://schemas.microsoft.com/office/drawing/2014/main" id="{78C9CB06-B32D-01EB-EB3C-95F3508EDA5A}"/>
                </a:ext>
              </a:extLst>
            </p:cNvPr>
            <p:cNvSpPr/>
            <p:nvPr/>
          </p:nvSpPr>
          <p:spPr>
            <a:xfrm>
              <a:off x="969549" y="1273610"/>
              <a:ext cx="200652" cy="628811"/>
            </a:xfrm>
            <a:custGeom>
              <a:avLst/>
              <a:gdLst/>
              <a:ahLst/>
              <a:cxnLst/>
              <a:rect l="l" t="t" r="r" b="b"/>
              <a:pathLst>
                <a:path w="4341" h="13604" extrusionOk="0">
                  <a:moveTo>
                    <a:pt x="245" y="0"/>
                  </a:moveTo>
                  <a:lnTo>
                    <a:pt x="1" y="185"/>
                  </a:lnTo>
                  <a:cubicBezTo>
                    <a:pt x="666" y="1158"/>
                    <a:pt x="1304" y="2154"/>
                    <a:pt x="1772" y="3237"/>
                  </a:cubicBezTo>
                  <a:lnTo>
                    <a:pt x="1958" y="3637"/>
                  </a:lnTo>
                  <a:cubicBezTo>
                    <a:pt x="2019" y="3770"/>
                    <a:pt x="2067" y="3911"/>
                    <a:pt x="2122" y="4047"/>
                  </a:cubicBezTo>
                  <a:lnTo>
                    <a:pt x="2439" y="4870"/>
                  </a:lnTo>
                  <a:cubicBezTo>
                    <a:pt x="2613" y="5432"/>
                    <a:pt x="2809" y="5987"/>
                    <a:pt x="2939" y="6560"/>
                  </a:cubicBezTo>
                  <a:cubicBezTo>
                    <a:pt x="3226" y="7698"/>
                    <a:pt x="3428" y="8859"/>
                    <a:pt x="3523" y="10029"/>
                  </a:cubicBezTo>
                  <a:lnTo>
                    <a:pt x="3582" y="10906"/>
                  </a:lnTo>
                  <a:cubicBezTo>
                    <a:pt x="3588" y="11200"/>
                    <a:pt x="3601" y="11492"/>
                    <a:pt x="3602" y="11784"/>
                  </a:cubicBezTo>
                  <a:cubicBezTo>
                    <a:pt x="3603" y="12366"/>
                    <a:pt x="3582" y="12962"/>
                    <a:pt x="3522" y="13518"/>
                  </a:cubicBezTo>
                  <a:lnTo>
                    <a:pt x="4293" y="13604"/>
                  </a:lnTo>
                  <a:cubicBezTo>
                    <a:pt x="4340" y="12974"/>
                    <a:pt x="4339" y="12379"/>
                    <a:pt x="4319" y="11770"/>
                  </a:cubicBezTo>
                  <a:cubicBezTo>
                    <a:pt x="4308" y="11467"/>
                    <a:pt x="4286" y="11166"/>
                    <a:pt x="4268" y="10865"/>
                  </a:cubicBezTo>
                  <a:lnTo>
                    <a:pt x="4179" y="9963"/>
                  </a:lnTo>
                  <a:cubicBezTo>
                    <a:pt x="4041" y="8762"/>
                    <a:pt x="3796" y="7576"/>
                    <a:pt x="3461" y="6418"/>
                  </a:cubicBezTo>
                  <a:cubicBezTo>
                    <a:pt x="3308" y="5835"/>
                    <a:pt x="3089" y="5272"/>
                    <a:pt x="2891" y="4703"/>
                  </a:cubicBezTo>
                  <a:lnTo>
                    <a:pt x="2540" y="3870"/>
                  </a:lnTo>
                  <a:cubicBezTo>
                    <a:pt x="2479" y="3732"/>
                    <a:pt x="2425" y="3592"/>
                    <a:pt x="2359" y="3457"/>
                  </a:cubicBezTo>
                  <a:lnTo>
                    <a:pt x="2154" y="3055"/>
                  </a:lnTo>
                  <a:cubicBezTo>
                    <a:pt x="1640" y="1963"/>
                    <a:pt x="954" y="966"/>
                    <a:pt x="24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424;p68">
              <a:extLst>
                <a:ext uri="{FF2B5EF4-FFF2-40B4-BE49-F238E27FC236}">
                  <a16:creationId xmlns:a16="http://schemas.microsoft.com/office/drawing/2014/main" id="{E8866ACE-9065-7663-8ABB-CDF61A5241DC}"/>
                </a:ext>
              </a:extLst>
            </p:cNvPr>
            <p:cNvSpPr/>
            <p:nvPr/>
          </p:nvSpPr>
          <p:spPr>
            <a:xfrm>
              <a:off x="1103084" y="972844"/>
              <a:ext cx="312973" cy="922139"/>
            </a:xfrm>
            <a:custGeom>
              <a:avLst/>
              <a:gdLst/>
              <a:ahLst/>
              <a:cxnLst/>
              <a:rect l="l" t="t" r="r" b="b"/>
              <a:pathLst>
                <a:path w="6771" h="19950" extrusionOk="0">
                  <a:moveTo>
                    <a:pt x="6517" y="0"/>
                  </a:moveTo>
                  <a:lnTo>
                    <a:pt x="5797" y="1108"/>
                  </a:lnTo>
                  <a:cubicBezTo>
                    <a:pt x="5679" y="1296"/>
                    <a:pt x="5552" y="1476"/>
                    <a:pt x="5442" y="1666"/>
                  </a:cubicBezTo>
                  <a:lnTo>
                    <a:pt x="5119" y="2243"/>
                  </a:lnTo>
                  <a:cubicBezTo>
                    <a:pt x="4909" y="2631"/>
                    <a:pt x="4679" y="3009"/>
                    <a:pt x="4485" y="3404"/>
                  </a:cubicBezTo>
                  <a:lnTo>
                    <a:pt x="3909" y="4595"/>
                  </a:lnTo>
                  <a:lnTo>
                    <a:pt x="3766" y="4893"/>
                  </a:lnTo>
                  <a:lnTo>
                    <a:pt x="3637" y="5197"/>
                  </a:lnTo>
                  <a:lnTo>
                    <a:pt x="3380" y="5806"/>
                  </a:lnTo>
                  <a:cubicBezTo>
                    <a:pt x="3211" y="6213"/>
                    <a:pt x="3032" y="6616"/>
                    <a:pt x="2889" y="7033"/>
                  </a:cubicBezTo>
                  <a:lnTo>
                    <a:pt x="2433" y="8274"/>
                  </a:lnTo>
                  <a:lnTo>
                    <a:pt x="2029" y="9534"/>
                  </a:lnTo>
                  <a:cubicBezTo>
                    <a:pt x="1512" y="11219"/>
                    <a:pt x="1080" y="12929"/>
                    <a:pt x="740" y="14660"/>
                  </a:cubicBezTo>
                  <a:cubicBezTo>
                    <a:pt x="573" y="15526"/>
                    <a:pt x="420" y="16395"/>
                    <a:pt x="297" y="17269"/>
                  </a:cubicBezTo>
                  <a:cubicBezTo>
                    <a:pt x="169" y="18145"/>
                    <a:pt x="69" y="19014"/>
                    <a:pt x="0" y="19910"/>
                  </a:cubicBezTo>
                  <a:lnTo>
                    <a:pt x="774" y="19950"/>
                  </a:lnTo>
                  <a:cubicBezTo>
                    <a:pt x="821" y="19097"/>
                    <a:pt x="901" y="18223"/>
                    <a:pt x="1009" y="17363"/>
                  </a:cubicBezTo>
                  <a:cubicBezTo>
                    <a:pt x="1112" y="16499"/>
                    <a:pt x="1243" y="15638"/>
                    <a:pt x="1387" y="14780"/>
                  </a:cubicBezTo>
                  <a:cubicBezTo>
                    <a:pt x="1685" y="13064"/>
                    <a:pt x="2074" y="11364"/>
                    <a:pt x="2548" y="9688"/>
                  </a:cubicBezTo>
                  <a:lnTo>
                    <a:pt x="2919" y="8436"/>
                  </a:lnTo>
                  <a:lnTo>
                    <a:pt x="3341" y="7199"/>
                  </a:lnTo>
                  <a:cubicBezTo>
                    <a:pt x="3474" y="6784"/>
                    <a:pt x="3643" y="6382"/>
                    <a:pt x="3801" y="5976"/>
                  </a:cubicBezTo>
                  <a:lnTo>
                    <a:pt x="4040" y="5369"/>
                  </a:lnTo>
                  <a:lnTo>
                    <a:pt x="4160" y="5066"/>
                  </a:lnTo>
                  <a:lnTo>
                    <a:pt x="4296" y="4769"/>
                  </a:lnTo>
                  <a:lnTo>
                    <a:pt x="4838" y="3580"/>
                  </a:lnTo>
                  <a:cubicBezTo>
                    <a:pt x="5022" y="3184"/>
                    <a:pt x="5240" y="2808"/>
                    <a:pt x="5440" y="2420"/>
                  </a:cubicBezTo>
                  <a:lnTo>
                    <a:pt x="5745" y="1843"/>
                  </a:lnTo>
                  <a:cubicBezTo>
                    <a:pt x="5849" y="1652"/>
                    <a:pt x="5971" y="1471"/>
                    <a:pt x="6083" y="1285"/>
                  </a:cubicBezTo>
                  <a:lnTo>
                    <a:pt x="6771" y="174"/>
                  </a:lnTo>
                  <a:lnTo>
                    <a:pt x="6769" y="174"/>
                  </a:lnTo>
                  <a:lnTo>
                    <a:pt x="65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425;p68">
              <a:extLst>
                <a:ext uri="{FF2B5EF4-FFF2-40B4-BE49-F238E27FC236}">
                  <a16:creationId xmlns:a16="http://schemas.microsoft.com/office/drawing/2014/main" id="{BAFB5C60-92EF-D7DC-78E3-F0C2DD80DFB4}"/>
                </a:ext>
              </a:extLst>
            </p:cNvPr>
            <p:cNvSpPr/>
            <p:nvPr/>
          </p:nvSpPr>
          <p:spPr>
            <a:xfrm>
              <a:off x="1115194" y="813748"/>
              <a:ext cx="145370" cy="1100234"/>
            </a:xfrm>
            <a:custGeom>
              <a:avLst/>
              <a:gdLst/>
              <a:ahLst/>
              <a:cxnLst/>
              <a:rect l="l" t="t" r="r" b="b"/>
              <a:pathLst>
                <a:path w="3145" h="23803" extrusionOk="0">
                  <a:moveTo>
                    <a:pt x="286" y="1"/>
                  </a:moveTo>
                  <a:lnTo>
                    <a:pt x="286" y="1"/>
                  </a:lnTo>
                  <a:lnTo>
                    <a:pt x="286" y="1"/>
                  </a:lnTo>
                  <a:lnTo>
                    <a:pt x="287" y="1"/>
                  </a:lnTo>
                  <a:close/>
                  <a:moveTo>
                    <a:pt x="286" y="1"/>
                  </a:moveTo>
                  <a:lnTo>
                    <a:pt x="0" y="112"/>
                  </a:lnTo>
                  <a:lnTo>
                    <a:pt x="474" y="1528"/>
                  </a:lnTo>
                  <a:cubicBezTo>
                    <a:pt x="549" y="1764"/>
                    <a:pt x="642" y="1996"/>
                    <a:pt x="703" y="2238"/>
                  </a:cubicBezTo>
                  <a:lnTo>
                    <a:pt x="896" y="2959"/>
                  </a:lnTo>
                  <a:lnTo>
                    <a:pt x="1088" y="3680"/>
                  </a:lnTo>
                  <a:cubicBezTo>
                    <a:pt x="1154" y="3920"/>
                    <a:pt x="1219" y="4161"/>
                    <a:pt x="1266" y="4405"/>
                  </a:cubicBezTo>
                  <a:lnTo>
                    <a:pt x="1573" y="5867"/>
                  </a:lnTo>
                  <a:cubicBezTo>
                    <a:pt x="1931" y="7825"/>
                    <a:pt x="2205" y="9800"/>
                    <a:pt x="2336" y="11789"/>
                  </a:cubicBezTo>
                  <a:cubicBezTo>
                    <a:pt x="2474" y="13775"/>
                    <a:pt x="2525" y="15769"/>
                    <a:pt x="2485" y="17760"/>
                  </a:cubicBezTo>
                  <a:cubicBezTo>
                    <a:pt x="2462" y="18756"/>
                    <a:pt x="2425" y="19750"/>
                    <a:pt x="2359" y="20743"/>
                  </a:cubicBezTo>
                  <a:cubicBezTo>
                    <a:pt x="2298" y="21735"/>
                    <a:pt x="2209" y="22732"/>
                    <a:pt x="2091" y="23706"/>
                  </a:cubicBezTo>
                  <a:lnTo>
                    <a:pt x="2861" y="23803"/>
                  </a:lnTo>
                  <a:cubicBezTo>
                    <a:pt x="2964" y="22788"/>
                    <a:pt x="3033" y="21789"/>
                    <a:pt x="3075" y="20782"/>
                  </a:cubicBezTo>
                  <a:cubicBezTo>
                    <a:pt x="3122" y="19777"/>
                    <a:pt x="3141" y="18772"/>
                    <a:pt x="3143" y="17767"/>
                  </a:cubicBezTo>
                  <a:cubicBezTo>
                    <a:pt x="3144" y="15756"/>
                    <a:pt x="3055" y="13746"/>
                    <a:pt x="2875" y="11744"/>
                  </a:cubicBezTo>
                  <a:cubicBezTo>
                    <a:pt x="2704" y="9741"/>
                    <a:pt x="2389" y="7751"/>
                    <a:pt x="1989" y="5783"/>
                  </a:cubicBezTo>
                  <a:lnTo>
                    <a:pt x="1650" y="4313"/>
                  </a:lnTo>
                  <a:cubicBezTo>
                    <a:pt x="1598" y="4066"/>
                    <a:pt x="1527" y="3826"/>
                    <a:pt x="1457" y="3585"/>
                  </a:cubicBezTo>
                  <a:lnTo>
                    <a:pt x="1247" y="2860"/>
                  </a:lnTo>
                  <a:lnTo>
                    <a:pt x="1038" y="2135"/>
                  </a:lnTo>
                  <a:cubicBezTo>
                    <a:pt x="972" y="1893"/>
                    <a:pt x="874" y="1660"/>
                    <a:pt x="794" y="142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426;p68">
              <a:extLst>
                <a:ext uri="{FF2B5EF4-FFF2-40B4-BE49-F238E27FC236}">
                  <a16:creationId xmlns:a16="http://schemas.microsoft.com/office/drawing/2014/main" id="{EE42EC1C-8C84-9F2D-50AC-3C4EDE7F8F8D}"/>
                </a:ext>
              </a:extLst>
            </p:cNvPr>
            <p:cNvSpPr/>
            <p:nvPr/>
          </p:nvSpPr>
          <p:spPr>
            <a:xfrm>
              <a:off x="683019" y="714325"/>
              <a:ext cx="584946" cy="364095"/>
            </a:xfrm>
            <a:custGeom>
              <a:avLst/>
              <a:gdLst/>
              <a:ahLst/>
              <a:cxnLst/>
              <a:rect l="l" t="t" r="r" b="b"/>
              <a:pathLst>
                <a:path w="12655" h="7877" extrusionOk="0">
                  <a:moveTo>
                    <a:pt x="5619" y="3958"/>
                  </a:moveTo>
                  <a:cubicBezTo>
                    <a:pt x="5732" y="3958"/>
                    <a:pt x="5824" y="3996"/>
                    <a:pt x="5869" y="4074"/>
                  </a:cubicBezTo>
                  <a:cubicBezTo>
                    <a:pt x="5965" y="4235"/>
                    <a:pt x="5821" y="4507"/>
                    <a:pt x="5549" y="4679"/>
                  </a:cubicBezTo>
                  <a:cubicBezTo>
                    <a:pt x="5407" y="4769"/>
                    <a:pt x="5258" y="4815"/>
                    <a:pt x="5134" y="4815"/>
                  </a:cubicBezTo>
                  <a:cubicBezTo>
                    <a:pt x="5021" y="4815"/>
                    <a:pt x="4929" y="4776"/>
                    <a:pt x="4884" y="4699"/>
                  </a:cubicBezTo>
                  <a:cubicBezTo>
                    <a:pt x="4788" y="4537"/>
                    <a:pt x="4933" y="4266"/>
                    <a:pt x="5205" y="4093"/>
                  </a:cubicBezTo>
                  <a:cubicBezTo>
                    <a:pt x="5347" y="4003"/>
                    <a:pt x="5495" y="3958"/>
                    <a:pt x="5619" y="3958"/>
                  </a:cubicBezTo>
                  <a:close/>
                  <a:moveTo>
                    <a:pt x="5604" y="0"/>
                  </a:moveTo>
                  <a:cubicBezTo>
                    <a:pt x="3895" y="279"/>
                    <a:pt x="1984" y="1078"/>
                    <a:pt x="1" y="2668"/>
                  </a:cubicBezTo>
                  <a:cubicBezTo>
                    <a:pt x="1" y="2668"/>
                    <a:pt x="883" y="2777"/>
                    <a:pt x="1212" y="3174"/>
                  </a:cubicBezTo>
                  <a:cubicBezTo>
                    <a:pt x="1541" y="3571"/>
                    <a:pt x="4450" y="7320"/>
                    <a:pt x="8421" y="7811"/>
                  </a:cubicBezTo>
                  <a:cubicBezTo>
                    <a:pt x="8709" y="7846"/>
                    <a:pt x="9057" y="7877"/>
                    <a:pt x="9421" y="7877"/>
                  </a:cubicBezTo>
                  <a:cubicBezTo>
                    <a:pt x="10427" y="7877"/>
                    <a:pt x="11551" y="7645"/>
                    <a:pt x="11868" y="6651"/>
                  </a:cubicBezTo>
                  <a:cubicBezTo>
                    <a:pt x="12003" y="6226"/>
                    <a:pt x="11938" y="5764"/>
                    <a:pt x="11782" y="5345"/>
                  </a:cubicBezTo>
                  <a:cubicBezTo>
                    <a:pt x="11756" y="5274"/>
                    <a:pt x="11727" y="5205"/>
                    <a:pt x="11695" y="5137"/>
                  </a:cubicBezTo>
                  <a:cubicBezTo>
                    <a:pt x="11486" y="4678"/>
                    <a:pt x="11135" y="4288"/>
                    <a:pt x="10941" y="3827"/>
                  </a:cubicBezTo>
                  <a:cubicBezTo>
                    <a:pt x="11284" y="3645"/>
                    <a:pt x="11732" y="3699"/>
                    <a:pt x="12090" y="3465"/>
                  </a:cubicBezTo>
                  <a:cubicBezTo>
                    <a:pt x="12654" y="3094"/>
                    <a:pt x="12496" y="2502"/>
                    <a:pt x="12140" y="2029"/>
                  </a:cubicBezTo>
                  <a:cubicBezTo>
                    <a:pt x="11490" y="1165"/>
                    <a:pt x="10219" y="344"/>
                    <a:pt x="8545" y="24"/>
                  </a:cubicBezTo>
                  <a:lnTo>
                    <a:pt x="8545" y="24"/>
                  </a:lnTo>
                  <a:cubicBezTo>
                    <a:pt x="8599" y="136"/>
                    <a:pt x="8614" y="244"/>
                    <a:pt x="8583" y="341"/>
                  </a:cubicBezTo>
                  <a:cubicBezTo>
                    <a:pt x="8508" y="570"/>
                    <a:pt x="8188" y="689"/>
                    <a:pt x="7746" y="689"/>
                  </a:cubicBezTo>
                  <a:cubicBezTo>
                    <a:pt x="7407" y="689"/>
                    <a:pt x="6996" y="619"/>
                    <a:pt x="6571" y="474"/>
                  </a:cubicBezTo>
                  <a:cubicBezTo>
                    <a:pt x="6195" y="347"/>
                    <a:pt x="5864" y="181"/>
                    <a:pt x="56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427;p68">
              <a:extLst>
                <a:ext uri="{FF2B5EF4-FFF2-40B4-BE49-F238E27FC236}">
                  <a16:creationId xmlns:a16="http://schemas.microsoft.com/office/drawing/2014/main" id="{22C76976-CBF3-EF9F-F217-2DC03A770A03}"/>
                </a:ext>
              </a:extLst>
            </p:cNvPr>
            <p:cNvSpPr/>
            <p:nvPr/>
          </p:nvSpPr>
          <p:spPr>
            <a:xfrm>
              <a:off x="638508" y="1122927"/>
              <a:ext cx="535257" cy="511313"/>
            </a:xfrm>
            <a:custGeom>
              <a:avLst/>
              <a:gdLst/>
              <a:ahLst/>
              <a:cxnLst/>
              <a:rect l="l" t="t" r="r" b="b"/>
              <a:pathLst>
                <a:path w="11580" h="11062" extrusionOk="0">
                  <a:moveTo>
                    <a:pt x="4022" y="3189"/>
                  </a:moveTo>
                  <a:cubicBezTo>
                    <a:pt x="4122" y="3189"/>
                    <a:pt x="4200" y="3218"/>
                    <a:pt x="4243" y="3278"/>
                  </a:cubicBezTo>
                  <a:cubicBezTo>
                    <a:pt x="4387" y="3477"/>
                    <a:pt x="4112" y="3943"/>
                    <a:pt x="3628" y="4319"/>
                  </a:cubicBezTo>
                  <a:cubicBezTo>
                    <a:pt x="3292" y="4581"/>
                    <a:pt x="2944" y="4731"/>
                    <a:pt x="2715" y="4731"/>
                  </a:cubicBezTo>
                  <a:cubicBezTo>
                    <a:pt x="2614" y="4731"/>
                    <a:pt x="2537" y="4702"/>
                    <a:pt x="2493" y="4642"/>
                  </a:cubicBezTo>
                  <a:cubicBezTo>
                    <a:pt x="2350" y="4442"/>
                    <a:pt x="2625" y="3977"/>
                    <a:pt x="3108" y="3601"/>
                  </a:cubicBezTo>
                  <a:cubicBezTo>
                    <a:pt x="3444" y="3339"/>
                    <a:pt x="3793" y="3189"/>
                    <a:pt x="4022" y="3189"/>
                  </a:cubicBezTo>
                  <a:close/>
                  <a:moveTo>
                    <a:pt x="2838" y="5029"/>
                  </a:moveTo>
                  <a:cubicBezTo>
                    <a:pt x="3002" y="5029"/>
                    <a:pt x="3132" y="5089"/>
                    <a:pt x="3168" y="5199"/>
                  </a:cubicBezTo>
                  <a:cubicBezTo>
                    <a:pt x="3222" y="5364"/>
                    <a:pt x="3040" y="5581"/>
                    <a:pt x="2761" y="5680"/>
                  </a:cubicBezTo>
                  <a:cubicBezTo>
                    <a:pt x="2666" y="5714"/>
                    <a:pt x="2572" y="5731"/>
                    <a:pt x="2488" y="5731"/>
                  </a:cubicBezTo>
                  <a:cubicBezTo>
                    <a:pt x="2323" y="5731"/>
                    <a:pt x="2193" y="5670"/>
                    <a:pt x="2157" y="5559"/>
                  </a:cubicBezTo>
                  <a:cubicBezTo>
                    <a:pt x="2103" y="5394"/>
                    <a:pt x="2285" y="5177"/>
                    <a:pt x="2564" y="5079"/>
                  </a:cubicBezTo>
                  <a:cubicBezTo>
                    <a:pt x="2659" y="5045"/>
                    <a:pt x="2753" y="5029"/>
                    <a:pt x="2838" y="5029"/>
                  </a:cubicBezTo>
                  <a:close/>
                  <a:moveTo>
                    <a:pt x="7505" y="4970"/>
                  </a:moveTo>
                  <a:cubicBezTo>
                    <a:pt x="7509" y="4970"/>
                    <a:pt x="7513" y="4970"/>
                    <a:pt x="7517" y="4970"/>
                  </a:cubicBezTo>
                  <a:cubicBezTo>
                    <a:pt x="7722" y="4981"/>
                    <a:pt x="7871" y="5288"/>
                    <a:pt x="7849" y="5655"/>
                  </a:cubicBezTo>
                  <a:cubicBezTo>
                    <a:pt x="7828" y="6016"/>
                    <a:pt x="7649" y="6300"/>
                    <a:pt x="7448" y="6300"/>
                  </a:cubicBezTo>
                  <a:cubicBezTo>
                    <a:pt x="7444" y="6300"/>
                    <a:pt x="7441" y="6300"/>
                    <a:pt x="7437" y="6300"/>
                  </a:cubicBezTo>
                  <a:cubicBezTo>
                    <a:pt x="7232" y="6289"/>
                    <a:pt x="7083" y="5982"/>
                    <a:pt x="7106" y="5614"/>
                  </a:cubicBezTo>
                  <a:cubicBezTo>
                    <a:pt x="7127" y="5254"/>
                    <a:pt x="7305" y="4970"/>
                    <a:pt x="7505" y="4970"/>
                  </a:cubicBezTo>
                  <a:close/>
                  <a:moveTo>
                    <a:pt x="7214" y="0"/>
                  </a:moveTo>
                  <a:cubicBezTo>
                    <a:pt x="7169" y="0"/>
                    <a:pt x="7123" y="2"/>
                    <a:pt x="7078" y="5"/>
                  </a:cubicBezTo>
                  <a:cubicBezTo>
                    <a:pt x="4476" y="168"/>
                    <a:pt x="0" y="3537"/>
                    <a:pt x="350" y="11062"/>
                  </a:cubicBezTo>
                  <a:cubicBezTo>
                    <a:pt x="350" y="11062"/>
                    <a:pt x="967" y="10349"/>
                    <a:pt x="1492" y="10290"/>
                  </a:cubicBezTo>
                  <a:cubicBezTo>
                    <a:pt x="2016" y="10230"/>
                    <a:pt x="6840" y="9848"/>
                    <a:pt x="9618" y="6638"/>
                  </a:cubicBezTo>
                  <a:cubicBezTo>
                    <a:pt x="10376" y="5760"/>
                    <a:pt x="11579" y="4097"/>
                    <a:pt x="10722" y="2930"/>
                  </a:cubicBezTo>
                  <a:cubicBezTo>
                    <a:pt x="10453" y="2564"/>
                    <a:pt x="10033" y="2352"/>
                    <a:pt x="9595" y="2247"/>
                  </a:cubicBezTo>
                  <a:cubicBezTo>
                    <a:pt x="9521" y="2229"/>
                    <a:pt x="9446" y="2213"/>
                    <a:pt x="9372" y="2202"/>
                  </a:cubicBezTo>
                  <a:cubicBezTo>
                    <a:pt x="8869" y="2120"/>
                    <a:pt x="8338" y="2202"/>
                    <a:pt x="7843" y="2104"/>
                  </a:cubicBezTo>
                  <a:cubicBezTo>
                    <a:pt x="7898" y="1696"/>
                    <a:pt x="8209" y="1333"/>
                    <a:pt x="8230" y="883"/>
                  </a:cubicBezTo>
                  <a:cubicBezTo>
                    <a:pt x="8260" y="224"/>
                    <a:pt x="7765" y="0"/>
                    <a:pt x="721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428;p68">
              <a:extLst>
                <a:ext uri="{FF2B5EF4-FFF2-40B4-BE49-F238E27FC236}">
                  <a16:creationId xmlns:a16="http://schemas.microsoft.com/office/drawing/2014/main" id="{3D7641F8-8A5C-9F05-E877-8BE2FC808B80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extrusionOk="0">
                  <a:moveTo>
                    <a:pt x="3129" y="0"/>
                  </a:moveTo>
                  <a:cubicBezTo>
                    <a:pt x="2459" y="265"/>
                    <a:pt x="1863" y="722"/>
                    <a:pt x="1426" y="1294"/>
                  </a:cubicBezTo>
                  <a:cubicBezTo>
                    <a:pt x="983" y="1866"/>
                    <a:pt x="687" y="2530"/>
                    <a:pt x="482" y="3208"/>
                  </a:cubicBezTo>
                  <a:cubicBezTo>
                    <a:pt x="71" y="4573"/>
                    <a:pt x="1" y="5994"/>
                    <a:pt x="31" y="7393"/>
                  </a:cubicBezTo>
                  <a:cubicBezTo>
                    <a:pt x="75" y="8793"/>
                    <a:pt x="238" y="10183"/>
                    <a:pt x="478" y="11558"/>
                  </a:cubicBezTo>
                  <a:cubicBezTo>
                    <a:pt x="719" y="12935"/>
                    <a:pt x="1023" y="14290"/>
                    <a:pt x="1416" y="15644"/>
                  </a:cubicBezTo>
                  <a:lnTo>
                    <a:pt x="2155" y="15409"/>
                  </a:lnTo>
                  <a:cubicBezTo>
                    <a:pt x="1742" y="14117"/>
                    <a:pt x="1399" y="12777"/>
                    <a:pt x="1125" y="11436"/>
                  </a:cubicBezTo>
                  <a:cubicBezTo>
                    <a:pt x="852" y="10093"/>
                    <a:pt x="653" y="8734"/>
                    <a:pt x="572" y="7369"/>
                  </a:cubicBezTo>
                  <a:cubicBezTo>
                    <a:pt x="504" y="6010"/>
                    <a:pt x="536" y="4629"/>
                    <a:pt x="889" y="3326"/>
                  </a:cubicBezTo>
                  <a:cubicBezTo>
                    <a:pt x="1066" y="2678"/>
                    <a:pt x="1326" y="2051"/>
                    <a:pt x="1717" y="1514"/>
                  </a:cubicBezTo>
                  <a:cubicBezTo>
                    <a:pt x="2105" y="976"/>
                    <a:pt x="2633" y="547"/>
                    <a:pt x="3245" y="284"/>
                  </a:cubicBezTo>
                  <a:lnTo>
                    <a:pt x="312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429;p68">
              <a:extLst>
                <a:ext uri="{FF2B5EF4-FFF2-40B4-BE49-F238E27FC236}">
                  <a16:creationId xmlns:a16="http://schemas.microsoft.com/office/drawing/2014/main" id="{934881EB-CEDB-1F04-F6FA-61BEB3300A41}"/>
                </a:ext>
              </a:extLst>
            </p:cNvPr>
            <p:cNvSpPr/>
            <p:nvPr/>
          </p:nvSpPr>
          <p:spPr>
            <a:xfrm>
              <a:off x="1236296" y="1370861"/>
              <a:ext cx="106959" cy="520928"/>
            </a:xfrm>
            <a:custGeom>
              <a:avLst/>
              <a:gdLst/>
              <a:ahLst/>
              <a:cxnLst/>
              <a:rect l="l" t="t" r="r" b="b"/>
              <a:pathLst>
                <a:path w="2314" h="11270" extrusionOk="0">
                  <a:moveTo>
                    <a:pt x="1722" y="0"/>
                  </a:moveTo>
                  <a:cubicBezTo>
                    <a:pt x="1656" y="5"/>
                    <a:pt x="1578" y="8"/>
                    <a:pt x="1489" y="8"/>
                  </a:cubicBezTo>
                  <a:cubicBezTo>
                    <a:pt x="1489" y="8"/>
                    <a:pt x="1" y="3390"/>
                    <a:pt x="1519" y="9393"/>
                  </a:cubicBezTo>
                  <a:cubicBezTo>
                    <a:pt x="1828" y="10614"/>
                    <a:pt x="2081" y="11163"/>
                    <a:pt x="2313" y="11269"/>
                  </a:cubicBezTo>
                  <a:cubicBezTo>
                    <a:pt x="2093" y="10457"/>
                    <a:pt x="1895" y="9633"/>
                    <a:pt x="1727" y="8810"/>
                  </a:cubicBezTo>
                  <a:cubicBezTo>
                    <a:pt x="1454" y="7467"/>
                    <a:pt x="1256" y="6108"/>
                    <a:pt x="1174" y="4743"/>
                  </a:cubicBezTo>
                  <a:cubicBezTo>
                    <a:pt x="1106" y="3384"/>
                    <a:pt x="1138" y="2003"/>
                    <a:pt x="1491" y="700"/>
                  </a:cubicBezTo>
                  <a:cubicBezTo>
                    <a:pt x="1556" y="462"/>
                    <a:pt x="1632" y="228"/>
                    <a:pt x="17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430;p68">
              <a:extLst>
                <a:ext uri="{FF2B5EF4-FFF2-40B4-BE49-F238E27FC236}">
                  <a16:creationId xmlns:a16="http://schemas.microsoft.com/office/drawing/2014/main" id="{7DAC1230-73E3-290B-E69F-2F78B5CE13DA}"/>
                </a:ext>
              </a:extLst>
            </p:cNvPr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fill="none" extrusionOk="0">
                  <a:moveTo>
                    <a:pt x="3245" y="284"/>
                  </a:moveTo>
                  <a:cubicBezTo>
                    <a:pt x="2633" y="547"/>
                    <a:pt x="2105" y="976"/>
                    <a:pt x="1717" y="1514"/>
                  </a:cubicBezTo>
                  <a:cubicBezTo>
                    <a:pt x="1326" y="2051"/>
                    <a:pt x="1066" y="2678"/>
                    <a:pt x="889" y="3326"/>
                  </a:cubicBezTo>
                  <a:cubicBezTo>
                    <a:pt x="536" y="4629"/>
                    <a:pt x="504" y="6010"/>
                    <a:pt x="572" y="7369"/>
                  </a:cubicBezTo>
                  <a:cubicBezTo>
                    <a:pt x="653" y="8734"/>
                    <a:pt x="852" y="10093"/>
                    <a:pt x="1125" y="11436"/>
                  </a:cubicBezTo>
                  <a:cubicBezTo>
                    <a:pt x="1399" y="12777"/>
                    <a:pt x="1742" y="14117"/>
                    <a:pt x="2155" y="15409"/>
                  </a:cubicBezTo>
                  <a:lnTo>
                    <a:pt x="1416" y="15644"/>
                  </a:lnTo>
                  <a:cubicBezTo>
                    <a:pt x="1023" y="14290"/>
                    <a:pt x="719" y="12935"/>
                    <a:pt x="478" y="11558"/>
                  </a:cubicBezTo>
                  <a:cubicBezTo>
                    <a:pt x="238" y="10183"/>
                    <a:pt x="75" y="8793"/>
                    <a:pt x="31" y="7393"/>
                  </a:cubicBezTo>
                  <a:cubicBezTo>
                    <a:pt x="1" y="5994"/>
                    <a:pt x="71" y="4573"/>
                    <a:pt x="482" y="3208"/>
                  </a:cubicBezTo>
                  <a:cubicBezTo>
                    <a:pt x="687" y="2530"/>
                    <a:pt x="983" y="1866"/>
                    <a:pt x="1426" y="1294"/>
                  </a:cubicBezTo>
                  <a:cubicBezTo>
                    <a:pt x="1863" y="722"/>
                    <a:pt x="2459" y="265"/>
                    <a:pt x="3129" y="0"/>
                  </a:cubicBezTo>
                  <a:lnTo>
                    <a:pt x="3245" y="28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431;p68">
              <a:extLst>
                <a:ext uri="{FF2B5EF4-FFF2-40B4-BE49-F238E27FC236}">
                  <a16:creationId xmlns:a16="http://schemas.microsoft.com/office/drawing/2014/main" id="{FFD6A796-3DDA-2417-8637-66F9C8B6CA82}"/>
                </a:ext>
              </a:extLst>
            </p:cNvPr>
            <p:cNvSpPr/>
            <p:nvPr/>
          </p:nvSpPr>
          <p:spPr>
            <a:xfrm>
              <a:off x="1262457" y="1191798"/>
              <a:ext cx="478033" cy="168481"/>
            </a:xfrm>
            <a:custGeom>
              <a:avLst/>
              <a:gdLst/>
              <a:ahLst/>
              <a:cxnLst/>
              <a:rect l="l" t="t" r="r" b="b"/>
              <a:pathLst>
                <a:path w="10342" h="3645" extrusionOk="0">
                  <a:moveTo>
                    <a:pt x="5948" y="937"/>
                  </a:moveTo>
                  <a:cubicBezTo>
                    <a:pt x="6121" y="937"/>
                    <a:pt x="6340" y="960"/>
                    <a:pt x="6566" y="1005"/>
                  </a:cubicBezTo>
                  <a:cubicBezTo>
                    <a:pt x="7028" y="1099"/>
                    <a:pt x="7345" y="1252"/>
                    <a:pt x="7274" y="1347"/>
                  </a:cubicBezTo>
                  <a:cubicBezTo>
                    <a:pt x="7238" y="1395"/>
                    <a:pt x="7110" y="1420"/>
                    <a:pt x="6931" y="1420"/>
                  </a:cubicBezTo>
                  <a:cubicBezTo>
                    <a:pt x="6758" y="1420"/>
                    <a:pt x="6538" y="1397"/>
                    <a:pt x="6311" y="1350"/>
                  </a:cubicBezTo>
                  <a:cubicBezTo>
                    <a:pt x="5849" y="1257"/>
                    <a:pt x="5533" y="1105"/>
                    <a:pt x="5604" y="1010"/>
                  </a:cubicBezTo>
                  <a:cubicBezTo>
                    <a:pt x="5640" y="961"/>
                    <a:pt x="5769" y="937"/>
                    <a:pt x="5948" y="937"/>
                  </a:cubicBezTo>
                  <a:close/>
                  <a:moveTo>
                    <a:pt x="7271" y="1528"/>
                  </a:moveTo>
                  <a:cubicBezTo>
                    <a:pt x="7285" y="1528"/>
                    <a:pt x="7298" y="1528"/>
                    <a:pt x="7312" y="1528"/>
                  </a:cubicBezTo>
                  <a:cubicBezTo>
                    <a:pt x="7554" y="1536"/>
                    <a:pt x="7744" y="1600"/>
                    <a:pt x="7737" y="1673"/>
                  </a:cubicBezTo>
                  <a:cubicBezTo>
                    <a:pt x="7729" y="1740"/>
                    <a:pt x="7554" y="1790"/>
                    <a:pt x="7335" y="1790"/>
                  </a:cubicBezTo>
                  <a:cubicBezTo>
                    <a:pt x="7319" y="1790"/>
                    <a:pt x="7304" y="1790"/>
                    <a:pt x="7288" y="1789"/>
                  </a:cubicBezTo>
                  <a:cubicBezTo>
                    <a:pt x="7047" y="1783"/>
                    <a:pt x="6856" y="1718"/>
                    <a:pt x="6863" y="1646"/>
                  </a:cubicBezTo>
                  <a:cubicBezTo>
                    <a:pt x="6870" y="1579"/>
                    <a:pt x="7049" y="1528"/>
                    <a:pt x="7271" y="1528"/>
                  </a:cubicBezTo>
                  <a:close/>
                  <a:moveTo>
                    <a:pt x="3447" y="2053"/>
                  </a:moveTo>
                  <a:cubicBezTo>
                    <a:pt x="3596" y="2053"/>
                    <a:pt x="3765" y="2140"/>
                    <a:pt x="3850" y="2266"/>
                  </a:cubicBezTo>
                  <a:cubicBezTo>
                    <a:pt x="3947" y="2409"/>
                    <a:pt x="3896" y="2548"/>
                    <a:pt x="3737" y="2576"/>
                  </a:cubicBezTo>
                  <a:cubicBezTo>
                    <a:pt x="3718" y="2579"/>
                    <a:pt x="3698" y="2581"/>
                    <a:pt x="3678" y="2581"/>
                  </a:cubicBezTo>
                  <a:cubicBezTo>
                    <a:pt x="3529" y="2581"/>
                    <a:pt x="3358" y="2494"/>
                    <a:pt x="3273" y="2368"/>
                  </a:cubicBezTo>
                  <a:cubicBezTo>
                    <a:pt x="3177" y="2225"/>
                    <a:pt x="3228" y="2086"/>
                    <a:pt x="3388" y="2058"/>
                  </a:cubicBezTo>
                  <a:cubicBezTo>
                    <a:pt x="3407" y="2055"/>
                    <a:pt x="3427" y="2053"/>
                    <a:pt x="3447" y="2053"/>
                  </a:cubicBezTo>
                  <a:close/>
                  <a:moveTo>
                    <a:pt x="3394" y="0"/>
                  </a:moveTo>
                  <a:cubicBezTo>
                    <a:pt x="3131" y="0"/>
                    <a:pt x="2887" y="14"/>
                    <a:pt x="2667" y="38"/>
                  </a:cubicBezTo>
                  <a:cubicBezTo>
                    <a:pt x="2184" y="93"/>
                    <a:pt x="1770" y="241"/>
                    <a:pt x="1949" y="520"/>
                  </a:cubicBezTo>
                  <a:cubicBezTo>
                    <a:pt x="2061" y="696"/>
                    <a:pt x="2385" y="805"/>
                    <a:pt x="2516" y="959"/>
                  </a:cubicBezTo>
                  <a:cubicBezTo>
                    <a:pt x="2146" y="1056"/>
                    <a:pt x="1710" y="1085"/>
                    <a:pt x="1332" y="1176"/>
                  </a:cubicBezTo>
                  <a:cubicBezTo>
                    <a:pt x="1276" y="1189"/>
                    <a:pt x="1221" y="1202"/>
                    <a:pt x="1166" y="1218"/>
                  </a:cubicBezTo>
                  <a:cubicBezTo>
                    <a:pt x="843" y="1311"/>
                    <a:pt x="558" y="1443"/>
                    <a:pt x="425" y="1619"/>
                  </a:cubicBezTo>
                  <a:cubicBezTo>
                    <a:pt x="1" y="2182"/>
                    <a:pt x="1306" y="2703"/>
                    <a:pt x="2092" y="2963"/>
                  </a:cubicBezTo>
                  <a:cubicBezTo>
                    <a:pt x="3608" y="3464"/>
                    <a:pt x="5404" y="3588"/>
                    <a:pt x="6825" y="3588"/>
                  </a:cubicBezTo>
                  <a:cubicBezTo>
                    <a:pt x="8101" y="3588"/>
                    <a:pt x="9076" y="3488"/>
                    <a:pt x="9277" y="3470"/>
                  </a:cubicBezTo>
                  <a:cubicBezTo>
                    <a:pt x="9312" y="3467"/>
                    <a:pt x="9347" y="3466"/>
                    <a:pt x="9384" y="3466"/>
                  </a:cubicBezTo>
                  <a:cubicBezTo>
                    <a:pt x="9801" y="3466"/>
                    <a:pt x="10342" y="3645"/>
                    <a:pt x="10342" y="3645"/>
                  </a:cubicBezTo>
                  <a:cubicBezTo>
                    <a:pt x="9142" y="940"/>
                    <a:pt x="5616" y="0"/>
                    <a:pt x="339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432;p68">
              <a:extLst>
                <a:ext uri="{FF2B5EF4-FFF2-40B4-BE49-F238E27FC236}">
                  <a16:creationId xmlns:a16="http://schemas.microsoft.com/office/drawing/2014/main" id="{5B194CA4-164E-954E-E8AB-13D762B28490}"/>
                </a:ext>
              </a:extLst>
            </p:cNvPr>
            <p:cNvSpPr/>
            <p:nvPr/>
          </p:nvSpPr>
          <p:spPr>
            <a:xfrm>
              <a:off x="1280854" y="837876"/>
              <a:ext cx="379487" cy="286302"/>
            </a:xfrm>
            <a:custGeom>
              <a:avLst/>
              <a:gdLst/>
              <a:ahLst/>
              <a:cxnLst/>
              <a:rect l="l" t="t" r="r" b="b"/>
              <a:pathLst>
                <a:path w="8210" h="6194" extrusionOk="0">
                  <a:moveTo>
                    <a:pt x="8209" y="1"/>
                  </a:moveTo>
                  <a:lnTo>
                    <a:pt x="8209" y="1"/>
                  </a:lnTo>
                  <a:cubicBezTo>
                    <a:pt x="2796" y="26"/>
                    <a:pt x="238" y="2635"/>
                    <a:pt x="44" y="4098"/>
                  </a:cubicBezTo>
                  <a:cubicBezTo>
                    <a:pt x="1" y="4417"/>
                    <a:pt x="115" y="4721"/>
                    <a:pt x="561" y="4721"/>
                  </a:cubicBezTo>
                  <a:cubicBezTo>
                    <a:pt x="587" y="4721"/>
                    <a:pt x="615" y="4720"/>
                    <a:pt x="644" y="4717"/>
                  </a:cubicBezTo>
                  <a:cubicBezTo>
                    <a:pt x="970" y="4693"/>
                    <a:pt x="1240" y="4507"/>
                    <a:pt x="1534" y="4464"/>
                  </a:cubicBezTo>
                  <a:lnTo>
                    <a:pt x="1534" y="4464"/>
                  </a:lnTo>
                  <a:cubicBezTo>
                    <a:pt x="1591" y="4739"/>
                    <a:pt x="1516" y="5039"/>
                    <a:pt x="1561" y="5319"/>
                  </a:cubicBezTo>
                  <a:cubicBezTo>
                    <a:pt x="1568" y="5361"/>
                    <a:pt x="1576" y="5401"/>
                    <a:pt x="1587" y="5442"/>
                  </a:cubicBezTo>
                  <a:cubicBezTo>
                    <a:pt x="1650" y="5684"/>
                    <a:pt x="1790" y="5914"/>
                    <a:pt x="2046" y="6054"/>
                  </a:cubicBezTo>
                  <a:cubicBezTo>
                    <a:pt x="2226" y="6152"/>
                    <a:pt x="2427" y="6193"/>
                    <a:pt x="2636" y="6193"/>
                  </a:cubicBezTo>
                  <a:cubicBezTo>
                    <a:pt x="3379" y="6193"/>
                    <a:pt x="4241" y="5677"/>
                    <a:pt x="4752" y="5325"/>
                  </a:cubicBezTo>
                  <a:cubicBezTo>
                    <a:pt x="7146" y="3673"/>
                    <a:pt x="7562" y="959"/>
                    <a:pt x="7620" y="663"/>
                  </a:cubicBezTo>
                  <a:cubicBezTo>
                    <a:pt x="7677" y="367"/>
                    <a:pt x="8209" y="1"/>
                    <a:pt x="82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433;p68">
              <a:extLst>
                <a:ext uri="{FF2B5EF4-FFF2-40B4-BE49-F238E27FC236}">
                  <a16:creationId xmlns:a16="http://schemas.microsoft.com/office/drawing/2014/main" id="{89033610-B9D0-4078-8799-32846EF249AE}"/>
                </a:ext>
              </a:extLst>
            </p:cNvPr>
            <p:cNvSpPr/>
            <p:nvPr/>
          </p:nvSpPr>
          <p:spPr>
            <a:xfrm>
              <a:off x="1390169" y="837876"/>
              <a:ext cx="270171" cy="292357"/>
            </a:xfrm>
            <a:custGeom>
              <a:avLst/>
              <a:gdLst/>
              <a:ahLst/>
              <a:cxnLst/>
              <a:rect l="l" t="t" r="r" b="b"/>
              <a:pathLst>
                <a:path w="5845" h="6325" extrusionOk="0">
                  <a:moveTo>
                    <a:pt x="5255" y="663"/>
                  </a:moveTo>
                  <a:cubicBezTo>
                    <a:pt x="5312" y="367"/>
                    <a:pt x="5844" y="1"/>
                    <a:pt x="5844" y="1"/>
                  </a:cubicBezTo>
                  <a:cubicBezTo>
                    <a:pt x="5133" y="4"/>
                    <a:pt x="4472" y="53"/>
                    <a:pt x="3859" y="137"/>
                  </a:cubicBezTo>
                  <a:cubicBezTo>
                    <a:pt x="4304" y="486"/>
                    <a:pt x="4322" y="1015"/>
                    <a:pt x="4284" y="1539"/>
                  </a:cubicBezTo>
                  <a:cubicBezTo>
                    <a:pt x="4223" y="2359"/>
                    <a:pt x="2815" y="4945"/>
                    <a:pt x="1469" y="5648"/>
                  </a:cubicBezTo>
                  <a:cubicBezTo>
                    <a:pt x="579" y="6113"/>
                    <a:pt x="558" y="6033"/>
                    <a:pt x="1" y="6167"/>
                  </a:cubicBezTo>
                  <a:cubicBezTo>
                    <a:pt x="794" y="6324"/>
                    <a:pt x="1812" y="5720"/>
                    <a:pt x="2387" y="5325"/>
                  </a:cubicBezTo>
                  <a:cubicBezTo>
                    <a:pt x="4781" y="3673"/>
                    <a:pt x="5197" y="959"/>
                    <a:pt x="5254" y="6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434;p68">
              <a:extLst>
                <a:ext uri="{FF2B5EF4-FFF2-40B4-BE49-F238E27FC236}">
                  <a16:creationId xmlns:a16="http://schemas.microsoft.com/office/drawing/2014/main" id="{3EC26D8A-B4D5-3A63-1AC5-BB769F9E6BF6}"/>
                </a:ext>
              </a:extLst>
            </p:cNvPr>
            <p:cNvSpPr/>
            <p:nvPr/>
          </p:nvSpPr>
          <p:spPr>
            <a:xfrm>
              <a:off x="1121065" y="1491593"/>
              <a:ext cx="364557" cy="405140"/>
            </a:xfrm>
            <a:custGeom>
              <a:avLst/>
              <a:gdLst/>
              <a:ahLst/>
              <a:cxnLst/>
              <a:rect l="l" t="t" r="r" b="b"/>
              <a:pathLst>
                <a:path w="7887" h="8765" extrusionOk="0">
                  <a:moveTo>
                    <a:pt x="7790" y="0"/>
                  </a:moveTo>
                  <a:cubicBezTo>
                    <a:pt x="6842" y="298"/>
                    <a:pt x="5936" y="745"/>
                    <a:pt x="5123" y="1325"/>
                  </a:cubicBezTo>
                  <a:cubicBezTo>
                    <a:pt x="4307" y="1899"/>
                    <a:pt x="3578" y="2594"/>
                    <a:pt x="2933" y="3353"/>
                  </a:cubicBezTo>
                  <a:cubicBezTo>
                    <a:pt x="2288" y="4114"/>
                    <a:pt x="1725" y="4942"/>
                    <a:pt x="1238" y="5810"/>
                  </a:cubicBezTo>
                  <a:cubicBezTo>
                    <a:pt x="751" y="6684"/>
                    <a:pt x="329" y="7575"/>
                    <a:pt x="0" y="8548"/>
                  </a:cubicBezTo>
                  <a:lnTo>
                    <a:pt x="745" y="8765"/>
                  </a:lnTo>
                  <a:cubicBezTo>
                    <a:pt x="1007" y="7875"/>
                    <a:pt x="1386" y="6971"/>
                    <a:pt x="1818" y="6122"/>
                  </a:cubicBezTo>
                  <a:cubicBezTo>
                    <a:pt x="2254" y="5268"/>
                    <a:pt x="2763" y="4450"/>
                    <a:pt x="3353" y="3695"/>
                  </a:cubicBezTo>
                  <a:cubicBezTo>
                    <a:pt x="3943" y="2941"/>
                    <a:pt x="4615" y="2249"/>
                    <a:pt x="5376" y="1667"/>
                  </a:cubicBezTo>
                  <a:cubicBezTo>
                    <a:pt x="6132" y="1079"/>
                    <a:pt x="6982" y="616"/>
                    <a:pt x="7886" y="291"/>
                  </a:cubicBezTo>
                  <a:lnTo>
                    <a:pt x="779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435;p68">
              <a:extLst>
                <a:ext uri="{FF2B5EF4-FFF2-40B4-BE49-F238E27FC236}">
                  <a16:creationId xmlns:a16="http://schemas.microsoft.com/office/drawing/2014/main" id="{33EFA829-4800-3E13-AABF-98CE77588C1D}"/>
                </a:ext>
              </a:extLst>
            </p:cNvPr>
            <p:cNvSpPr/>
            <p:nvPr/>
          </p:nvSpPr>
          <p:spPr>
            <a:xfrm>
              <a:off x="1373806" y="1434879"/>
              <a:ext cx="322864" cy="182533"/>
            </a:xfrm>
            <a:custGeom>
              <a:avLst/>
              <a:gdLst/>
              <a:ahLst/>
              <a:cxnLst/>
              <a:rect l="l" t="t" r="r" b="b"/>
              <a:pathLst>
                <a:path w="6985" h="3949" extrusionOk="0">
                  <a:moveTo>
                    <a:pt x="1192" y="1"/>
                  </a:moveTo>
                  <a:cubicBezTo>
                    <a:pt x="573" y="1"/>
                    <a:pt x="200" y="196"/>
                    <a:pt x="79" y="472"/>
                  </a:cubicBezTo>
                  <a:cubicBezTo>
                    <a:pt x="0" y="652"/>
                    <a:pt x="60" y="921"/>
                    <a:pt x="467" y="1190"/>
                  </a:cubicBezTo>
                  <a:cubicBezTo>
                    <a:pt x="724" y="1359"/>
                    <a:pt x="960" y="1401"/>
                    <a:pt x="1195" y="1542"/>
                  </a:cubicBezTo>
                  <a:cubicBezTo>
                    <a:pt x="1203" y="1740"/>
                    <a:pt x="1106" y="1880"/>
                    <a:pt x="1104" y="2076"/>
                  </a:cubicBezTo>
                  <a:cubicBezTo>
                    <a:pt x="1104" y="2104"/>
                    <a:pt x="1105" y="2135"/>
                    <a:pt x="1109" y="2166"/>
                  </a:cubicBezTo>
                  <a:cubicBezTo>
                    <a:pt x="1126" y="2349"/>
                    <a:pt x="1206" y="2568"/>
                    <a:pt x="1388" y="2798"/>
                  </a:cubicBezTo>
                  <a:cubicBezTo>
                    <a:pt x="1967" y="3533"/>
                    <a:pt x="3023" y="3794"/>
                    <a:pt x="3593" y="3891"/>
                  </a:cubicBezTo>
                  <a:cubicBezTo>
                    <a:pt x="3825" y="3931"/>
                    <a:pt x="4039" y="3949"/>
                    <a:pt x="4237" y="3949"/>
                  </a:cubicBezTo>
                  <a:cubicBezTo>
                    <a:pt x="5820" y="3949"/>
                    <a:pt x="6363" y="2816"/>
                    <a:pt x="6438" y="2686"/>
                  </a:cubicBezTo>
                  <a:cubicBezTo>
                    <a:pt x="6479" y="2615"/>
                    <a:pt x="6608" y="2597"/>
                    <a:pt x="6730" y="2597"/>
                  </a:cubicBezTo>
                  <a:cubicBezTo>
                    <a:pt x="6861" y="2597"/>
                    <a:pt x="6985" y="2617"/>
                    <a:pt x="6985" y="2617"/>
                  </a:cubicBezTo>
                  <a:cubicBezTo>
                    <a:pt x="4257" y="645"/>
                    <a:pt x="2317" y="1"/>
                    <a:pt x="119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436;p68">
              <a:extLst>
                <a:ext uri="{FF2B5EF4-FFF2-40B4-BE49-F238E27FC236}">
                  <a16:creationId xmlns:a16="http://schemas.microsoft.com/office/drawing/2014/main" id="{C11D7BFD-95AD-495C-5CD5-3E597A1ABCCE}"/>
                </a:ext>
              </a:extLst>
            </p:cNvPr>
            <p:cNvSpPr/>
            <p:nvPr/>
          </p:nvSpPr>
          <p:spPr>
            <a:xfrm>
              <a:off x="1476789" y="1469499"/>
              <a:ext cx="219880" cy="161733"/>
            </a:xfrm>
            <a:custGeom>
              <a:avLst/>
              <a:gdLst/>
              <a:ahLst/>
              <a:cxnLst/>
              <a:rect l="l" t="t" r="r" b="b"/>
              <a:pathLst>
                <a:path w="4757" h="3499" extrusionOk="0">
                  <a:moveTo>
                    <a:pt x="1782" y="972"/>
                  </a:moveTo>
                  <a:cubicBezTo>
                    <a:pt x="1782" y="972"/>
                    <a:pt x="1" y="1482"/>
                    <a:pt x="232" y="2820"/>
                  </a:cubicBezTo>
                  <a:cubicBezTo>
                    <a:pt x="651" y="2998"/>
                    <a:pt x="1072" y="3092"/>
                    <a:pt x="1365" y="3142"/>
                  </a:cubicBezTo>
                  <a:cubicBezTo>
                    <a:pt x="3448" y="3499"/>
                    <a:pt x="4126" y="2084"/>
                    <a:pt x="4210" y="1937"/>
                  </a:cubicBezTo>
                  <a:cubicBezTo>
                    <a:pt x="4294" y="1790"/>
                    <a:pt x="4757" y="1868"/>
                    <a:pt x="4757" y="1868"/>
                  </a:cubicBezTo>
                  <a:cubicBezTo>
                    <a:pt x="4563" y="1730"/>
                    <a:pt x="4376" y="1598"/>
                    <a:pt x="4190" y="1472"/>
                  </a:cubicBezTo>
                  <a:cubicBezTo>
                    <a:pt x="3216" y="884"/>
                    <a:pt x="2207" y="304"/>
                    <a:pt x="2207" y="304"/>
                  </a:cubicBezTo>
                  <a:cubicBezTo>
                    <a:pt x="2207" y="304"/>
                    <a:pt x="1357" y="1"/>
                    <a:pt x="1782" y="9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437;p68">
              <a:extLst>
                <a:ext uri="{FF2B5EF4-FFF2-40B4-BE49-F238E27FC236}">
                  <a16:creationId xmlns:a16="http://schemas.microsoft.com/office/drawing/2014/main" id="{6C87D510-75B8-17FB-5511-8CCFD124F422}"/>
                </a:ext>
              </a:extLst>
            </p:cNvPr>
            <p:cNvSpPr/>
            <p:nvPr/>
          </p:nvSpPr>
          <p:spPr>
            <a:xfrm>
              <a:off x="1373806" y="1414495"/>
              <a:ext cx="322864" cy="216737"/>
            </a:xfrm>
            <a:custGeom>
              <a:avLst/>
              <a:gdLst/>
              <a:ahLst/>
              <a:cxnLst/>
              <a:rect l="l" t="t" r="r" b="b"/>
              <a:pathLst>
                <a:path w="6985" h="4689" fill="none" extrusionOk="0">
                  <a:moveTo>
                    <a:pt x="1388" y="3239"/>
                  </a:moveTo>
                  <a:cubicBezTo>
                    <a:pt x="1967" y="3974"/>
                    <a:pt x="3023" y="4235"/>
                    <a:pt x="3593" y="4332"/>
                  </a:cubicBezTo>
                  <a:cubicBezTo>
                    <a:pt x="5676" y="4689"/>
                    <a:pt x="6354" y="3274"/>
                    <a:pt x="6438" y="3127"/>
                  </a:cubicBezTo>
                  <a:cubicBezTo>
                    <a:pt x="6522" y="2980"/>
                    <a:pt x="6985" y="3058"/>
                    <a:pt x="6985" y="3058"/>
                  </a:cubicBezTo>
                  <a:cubicBezTo>
                    <a:pt x="2757" y="1"/>
                    <a:pt x="421" y="134"/>
                    <a:pt x="79" y="913"/>
                  </a:cubicBezTo>
                  <a:cubicBezTo>
                    <a:pt x="0" y="1093"/>
                    <a:pt x="60" y="1362"/>
                    <a:pt x="467" y="1631"/>
                  </a:cubicBezTo>
                  <a:cubicBezTo>
                    <a:pt x="724" y="1800"/>
                    <a:pt x="960" y="1842"/>
                    <a:pt x="1195" y="1983"/>
                  </a:cubicBezTo>
                  <a:cubicBezTo>
                    <a:pt x="1203" y="2181"/>
                    <a:pt x="1106" y="2321"/>
                    <a:pt x="1104" y="2517"/>
                  </a:cubicBezTo>
                  <a:cubicBezTo>
                    <a:pt x="1104" y="2545"/>
                    <a:pt x="1105" y="2576"/>
                    <a:pt x="1109" y="2607"/>
                  </a:cubicBezTo>
                  <a:cubicBezTo>
                    <a:pt x="1126" y="2790"/>
                    <a:pt x="1206" y="3009"/>
                    <a:pt x="1388" y="32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438;p68">
              <a:extLst>
                <a:ext uri="{FF2B5EF4-FFF2-40B4-BE49-F238E27FC236}">
                  <a16:creationId xmlns:a16="http://schemas.microsoft.com/office/drawing/2014/main" id="{B54BD3E9-144F-C8FF-D9A3-8C12997092AD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143" y="1"/>
                  </a:move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39;p68">
              <a:extLst>
                <a:ext uri="{FF2B5EF4-FFF2-40B4-BE49-F238E27FC236}">
                  <a16:creationId xmlns:a16="http://schemas.microsoft.com/office/drawing/2014/main" id="{C28E619A-3198-2E9A-28AD-8F919D71F1FA}"/>
                </a:ext>
              </a:extLst>
            </p:cNvPr>
            <p:cNvSpPr/>
            <p:nvPr/>
          </p:nvSpPr>
          <p:spPr>
            <a:xfrm>
              <a:off x="989240" y="2205028"/>
              <a:ext cx="342555" cy="101089"/>
            </a:xfrm>
            <a:custGeom>
              <a:avLst/>
              <a:gdLst/>
              <a:ahLst/>
              <a:cxnLst/>
              <a:rect l="l" t="t" r="r" b="b"/>
              <a:pathLst>
                <a:path w="7411" h="2187" extrusionOk="0">
                  <a:moveTo>
                    <a:pt x="700" y="0"/>
                  </a:moveTo>
                  <a:cubicBezTo>
                    <a:pt x="700" y="0"/>
                    <a:pt x="3432" y="274"/>
                    <a:pt x="6530" y="121"/>
                  </a:cubicBezTo>
                  <a:lnTo>
                    <a:pt x="7411" y="1579"/>
                  </a:lnTo>
                  <a:cubicBezTo>
                    <a:pt x="7411" y="1579"/>
                    <a:pt x="3766" y="2186"/>
                    <a:pt x="1884" y="1458"/>
                  </a:cubicBezTo>
                  <a:cubicBezTo>
                    <a:pt x="1" y="729"/>
                    <a:pt x="700" y="0"/>
                    <a:pt x="700" y="0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440;p68">
              <a:extLst>
                <a:ext uri="{FF2B5EF4-FFF2-40B4-BE49-F238E27FC236}">
                  <a16:creationId xmlns:a16="http://schemas.microsoft.com/office/drawing/2014/main" id="{AAA2EF4A-6085-6789-1D58-082158D3BFC9}"/>
                </a:ext>
              </a:extLst>
            </p:cNvPr>
            <p:cNvSpPr/>
            <p:nvPr/>
          </p:nvSpPr>
          <p:spPr>
            <a:xfrm>
              <a:off x="728733" y="1121309"/>
              <a:ext cx="445030" cy="474890"/>
            </a:xfrm>
            <a:custGeom>
              <a:avLst/>
              <a:gdLst/>
              <a:ahLst/>
              <a:cxnLst/>
              <a:rect l="l" t="t" r="r" b="b"/>
              <a:pathLst>
                <a:path w="9628" h="10274" extrusionOk="0">
                  <a:moveTo>
                    <a:pt x="8770" y="2964"/>
                  </a:moveTo>
                  <a:cubicBezTo>
                    <a:pt x="8501" y="2599"/>
                    <a:pt x="8081" y="2387"/>
                    <a:pt x="7643" y="2282"/>
                  </a:cubicBezTo>
                  <a:cubicBezTo>
                    <a:pt x="7569" y="2264"/>
                    <a:pt x="7494" y="2248"/>
                    <a:pt x="7420" y="2237"/>
                  </a:cubicBezTo>
                  <a:cubicBezTo>
                    <a:pt x="6917" y="2155"/>
                    <a:pt x="6386" y="2237"/>
                    <a:pt x="5891" y="2138"/>
                  </a:cubicBezTo>
                  <a:cubicBezTo>
                    <a:pt x="5946" y="1731"/>
                    <a:pt x="6257" y="1368"/>
                    <a:pt x="6278" y="918"/>
                  </a:cubicBezTo>
                  <a:cubicBezTo>
                    <a:pt x="6310" y="205"/>
                    <a:pt x="5729" y="0"/>
                    <a:pt x="5126" y="39"/>
                  </a:cubicBezTo>
                  <a:cubicBezTo>
                    <a:pt x="4948" y="50"/>
                    <a:pt x="4761" y="78"/>
                    <a:pt x="4567" y="119"/>
                  </a:cubicBezTo>
                  <a:cubicBezTo>
                    <a:pt x="5166" y="83"/>
                    <a:pt x="5743" y="290"/>
                    <a:pt x="5711" y="999"/>
                  </a:cubicBezTo>
                  <a:cubicBezTo>
                    <a:pt x="5690" y="1450"/>
                    <a:pt x="5379" y="1812"/>
                    <a:pt x="5324" y="2220"/>
                  </a:cubicBezTo>
                  <a:cubicBezTo>
                    <a:pt x="5819" y="2317"/>
                    <a:pt x="6350" y="2236"/>
                    <a:pt x="6853" y="2317"/>
                  </a:cubicBezTo>
                  <a:cubicBezTo>
                    <a:pt x="6927" y="2330"/>
                    <a:pt x="7002" y="2344"/>
                    <a:pt x="7076" y="2362"/>
                  </a:cubicBezTo>
                  <a:cubicBezTo>
                    <a:pt x="7514" y="2467"/>
                    <a:pt x="7935" y="2679"/>
                    <a:pt x="8203" y="3046"/>
                  </a:cubicBezTo>
                  <a:cubicBezTo>
                    <a:pt x="9061" y="4213"/>
                    <a:pt x="7858" y="5877"/>
                    <a:pt x="7099" y="6754"/>
                  </a:cubicBezTo>
                  <a:cubicBezTo>
                    <a:pt x="4986" y="9196"/>
                    <a:pt x="1687" y="10001"/>
                    <a:pt x="0" y="10273"/>
                  </a:cubicBezTo>
                  <a:cubicBezTo>
                    <a:pt x="1382" y="10102"/>
                    <a:pt x="5279" y="9432"/>
                    <a:pt x="7666" y="6673"/>
                  </a:cubicBezTo>
                  <a:cubicBezTo>
                    <a:pt x="8424" y="5795"/>
                    <a:pt x="9627" y="4131"/>
                    <a:pt x="8770" y="29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441;p68">
              <a:extLst>
                <a:ext uri="{FF2B5EF4-FFF2-40B4-BE49-F238E27FC236}">
                  <a16:creationId xmlns:a16="http://schemas.microsoft.com/office/drawing/2014/main" id="{DDEE0EA0-2F42-98FC-0190-301718D70E99}"/>
                </a:ext>
              </a:extLst>
            </p:cNvPr>
            <p:cNvSpPr/>
            <p:nvPr/>
          </p:nvSpPr>
          <p:spPr>
            <a:xfrm>
              <a:off x="638508" y="1121355"/>
              <a:ext cx="535257" cy="512885"/>
            </a:xfrm>
            <a:custGeom>
              <a:avLst/>
              <a:gdLst/>
              <a:ahLst/>
              <a:cxnLst/>
              <a:rect l="l" t="t" r="r" b="b"/>
              <a:pathLst>
                <a:path w="11580" h="11096" fill="none" extrusionOk="0">
                  <a:moveTo>
                    <a:pt x="9595" y="2281"/>
                  </a:moveTo>
                  <a:cubicBezTo>
                    <a:pt x="9521" y="2263"/>
                    <a:pt x="9446" y="2247"/>
                    <a:pt x="9372" y="2236"/>
                  </a:cubicBezTo>
                  <a:cubicBezTo>
                    <a:pt x="8869" y="2154"/>
                    <a:pt x="8338" y="2236"/>
                    <a:pt x="7843" y="2138"/>
                  </a:cubicBezTo>
                  <a:cubicBezTo>
                    <a:pt x="7898" y="1730"/>
                    <a:pt x="8209" y="1367"/>
                    <a:pt x="8230" y="917"/>
                  </a:cubicBezTo>
                  <a:cubicBezTo>
                    <a:pt x="8262" y="204"/>
                    <a:pt x="7681" y="1"/>
                    <a:pt x="7078" y="39"/>
                  </a:cubicBezTo>
                  <a:cubicBezTo>
                    <a:pt x="4476" y="202"/>
                    <a:pt x="0" y="3571"/>
                    <a:pt x="350" y="11096"/>
                  </a:cubicBezTo>
                  <a:cubicBezTo>
                    <a:pt x="350" y="11096"/>
                    <a:pt x="967" y="10383"/>
                    <a:pt x="1492" y="10324"/>
                  </a:cubicBezTo>
                  <a:cubicBezTo>
                    <a:pt x="2016" y="10264"/>
                    <a:pt x="6840" y="9882"/>
                    <a:pt x="9618" y="6672"/>
                  </a:cubicBezTo>
                  <a:cubicBezTo>
                    <a:pt x="10376" y="5794"/>
                    <a:pt x="11579" y="4131"/>
                    <a:pt x="10722" y="2964"/>
                  </a:cubicBezTo>
                  <a:cubicBezTo>
                    <a:pt x="10453" y="2598"/>
                    <a:pt x="10033" y="2386"/>
                    <a:pt x="9595" y="2281"/>
                  </a:cubicBezTo>
                  <a:close/>
                  <a:moveTo>
                    <a:pt x="2761" y="5714"/>
                  </a:moveTo>
                  <a:cubicBezTo>
                    <a:pt x="2482" y="5814"/>
                    <a:pt x="2212" y="5760"/>
                    <a:pt x="2157" y="5593"/>
                  </a:cubicBezTo>
                  <a:cubicBezTo>
                    <a:pt x="2103" y="5428"/>
                    <a:pt x="2285" y="5211"/>
                    <a:pt x="2564" y="5113"/>
                  </a:cubicBezTo>
                  <a:cubicBezTo>
                    <a:pt x="2843" y="5013"/>
                    <a:pt x="3113" y="5067"/>
                    <a:pt x="3168" y="5233"/>
                  </a:cubicBezTo>
                  <a:cubicBezTo>
                    <a:pt x="3222" y="5398"/>
                    <a:pt x="3040" y="5615"/>
                    <a:pt x="2761" y="5714"/>
                  </a:cubicBezTo>
                  <a:close/>
                  <a:moveTo>
                    <a:pt x="3628" y="4353"/>
                  </a:moveTo>
                  <a:cubicBezTo>
                    <a:pt x="3145" y="4730"/>
                    <a:pt x="2637" y="4874"/>
                    <a:pt x="2493" y="4676"/>
                  </a:cubicBezTo>
                  <a:cubicBezTo>
                    <a:pt x="2350" y="4476"/>
                    <a:pt x="2625" y="4011"/>
                    <a:pt x="3108" y="3635"/>
                  </a:cubicBezTo>
                  <a:cubicBezTo>
                    <a:pt x="3591" y="3259"/>
                    <a:pt x="4100" y="3114"/>
                    <a:pt x="4243" y="3312"/>
                  </a:cubicBezTo>
                  <a:cubicBezTo>
                    <a:pt x="4387" y="3511"/>
                    <a:pt x="4112" y="3977"/>
                    <a:pt x="3628" y="4353"/>
                  </a:cubicBezTo>
                  <a:close/>
                  <a:moveTo>
                    <a:pt x="7437" y="6334"/>
                  </a:moveTo>
                  <a:cubicBezTo>
                    <a:pt x="7232" y="6323"/>
                    <a:pt x="7083" y="6016"/>
                    <a:pt x="7106" y="5648"/>
                  </a:cubicBezTo>
                  <a:cubicBezTo>
                    <a:pt x="7127" y="5281"/>
                    <a:pt x="7312" y="4993"/>
                    <a:pt x="7517" y="5004"/>
                  </a:cubicBezTo>
                  <a:cubicBezTo>
                    <a:pt x="7722" y="5015"/>
                    <a:pt x="7871" y="5322"/>
                    <a:pt x="7849" y="5689"/>
                  </a:cubicBezTo>
                  <a:cubicBezTo>
                    <a:pt x="7827" y="6056"/>
                    <a:pt x="7642" y="6344"/>
                    <a:pt x="7437" y="63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442;p68">
              <a:extLst>
                <a:ext uri="{FF2B5EF4-FFF2-40B4-BE49-F238E27FC236}">
                  <a16:creationId xmlns:a16="http://schemas.microsoft.com/office/drawing/2014/main" id="{F74695D4-ED47-6F49-97B0-B7EAC6B7C0A3}"/>
                </a:ext>
              </a:extLst>
            </p:cNvPr>
            <p:cNvSpPr/>
            <p:nvPr/>
          </p:nvSpPr>
          <p:spPr>
            <a:xfrm>
              <a:off x="670108" y="1248894"/>
              <a:ext cx="295547" cy="328503"/>
            </a:xfrm>
            <a:custGeom>
              <a:avLst/>
              <a:gdLst/>
              <a:ahLst/>
              <a:cxnLst/>
              <a:rect l="l" t="t" r="r" b="b"/>
              <a:pathLst>
                <a:path w="6394" h="7107" fill="none" extrusionOk="0">
                  <a:moveTo>
                    <a:pt x="6394" y="0"/>
                  </a:moveTo>
                  <a:cubicBezTo>
                    <a:pt x="6394" y="0"/>
                    <a:pt x="2030" y="3290"/>
                    <a:pt x="0" y="710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443;p68">
              <a:extLst>
                <a:ext uri="{FF2B5EF4-FFF2-40B4-BE49-F238E27FC236}">
                  <a16:creationId xmlns:a16="http://schemas.microsoft.com/office/drawing/2014/main" id="{DA462988-717A-1EE3-577D-D14E78E6B3A5}"/>
                </a:ext>
              </a:extLst>
            </p:cNvPr>
            <p:cNvSpPr/>
            <p:nvPr/>
          </p:nvSpPr>
          <p:spPr>
            <a:xfrm>
              <a:off x="1351804" y="832792"/>
              <a:ext cx="308535" cy="211468"/>
            </a:xfrm>
            <a:custGeom>
              <a:avLst/>
              <a:gdLst/>
              <a:ahLst/>
              <a:cxnLst/>
              <a:rect l="l" t="t" r="r" b="b"/>
              <a:pathLst>
                <a:path w="6675" h="4575" fill="none" extrusionOk="0">
                  <a:moveTo>
                    <a:pt x="0" y="4574"/>
                  </a:moveTo>
                  <a:cubicBezTo>
                    <a:pt x="0" y="4574"/>
                    <a:pt x="3294" y="1"/>
                    <a:pt x="6674" y="11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444;p68">
              <a:extLst>
                <a:ext uri="{FF2B5EF4-FFF2-40B4-BE49-F238E27FC236}">
                  <a16:creationId xmlns:a16="http://schemas.microsoft.com/office/drawing/2014/main" id="{5BEB2013-2E50-8850-F97A-6FBE9DB2BE1E}"/>
                </a:ext>
              </a:extLst>
            </p:cNvPr>
            <p:cNvSpPr/>
            <p:nvPr/>
          </p:nvSpPr>
          <p:spPr>
            <a:xfrm>
              <a:off x="1428995" y="1491778"/>
              <a:ext cx="267674" cy="64111"/>
            </a:xfrm>
            <a:custGeom>
              <a:avLst/>
              <a:gdLst/>
              <a:ahLst/>
              <a:cxnLst/>
              <a:rect l="l" t="t" r="r" b="b"/>
              <a:pathLst>
                <a:path w="5791" h="1387" fill="none" extrusionOk="0">
                  <a:moveTo>
                    <a:pt x="1" y="311"/>
                  </a:moveTo>
                  <a:cubicBezTo>
                    <a:pt x="1" y="311"/>
                    <a:pt x="2628" y="1"/>
                    <a:pt x="5791" y="13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445;p68">
              <a:extLst>
                <a:ext uri="{FF2B5EF4-FFF2-40B4-BE49-F238E27FC236}">
                  <a16:creationId xmlns:a16="http://schemas.microsoft.com/office/drawing/2014/main" id="{573F4C53-EC06-E512-54E8-B618DDCD3071}"/>
                </a:ext>
              </a:extLst>
            </p:cNvPr>
            <p:cNvSpPr/>
            <p:nvPr/>
          </p:nvSpPr>
          <p:spPr>
            <a:xfrm>
              <a:off x="683019" y="759206"/>
              <a:ext cx="505813" cy="132011"/>
            </a:xfrm>
            <a:custGeom>
              <a:avLst/>
              <a:gdLst/>
              <a:ahLst/>
              <a:cxnLst/>
              <a:rect l="l" t="t" r="r" b="b"/>
              <a:pathLst>
                <a:path w="10943" h="2856" fill="none" extrusionOk="0">
                  <a:moveTo>
                    <a:pt x="1" y="1697"/>
                  </a:moveTo>
                  <a:cubicBezTo>
                    <a:pt x="1" y="1697"/>
                    <a:pt x="5156" y="1"/>
                    <a:pt x="10942" y="285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446;p68">
              <a:extLst>
                <a:ext uri="{FF2B5EF4-FFF2-40B4-BE49-F238E27FC236}">
                  <a16:creationId xmlns:a16="http://schemas.microsoft.com/office/drawing/2014/main" id="{6E419D3A-6F96-A704-E587-95B3BB76A77F}"/>
                </a:ext>
              </a:extLst>
            </p:cNvPr>
            <p:cNvSpPr/>
            <p:nvPr/>
          </p:nvSpPr>
          <p:spPr>
            <a:xfrm>
              <a:off x="1254369" y="1767353"/>
              <a:ext cx="228385" cy="543299"/>
            </a:xfrm>
            <a:custGeom>
              <a:avLst/>
              <a:gdLst/>
              <a:ahLst/>
              <a:cxnLst/>
              <a:rect l="l" t="t" r="r" b="b"/>
              <a:pathLst>
                <a:path w="4941" h="11754" extrusionOk="0">
                  <a:moveTo>
                    <a:pt x="4666" y="7222"/>
                  </a:moveTo>
                  <a:lnTo>
                    <a:pt x="3846" y="0"/>
                  </a:lnTo>
                  <a:cubicBezTo>
                    <a:pt x="3272" y="150"/>
                    <a:pt x="2403" y="269"/>
                    <a:pt x="1361" y="337"/>
                  </a:cubicBezTo>
                  <a:lnTo>
                    <a:pt x="2193" y="7667"/>
                  </a:lnTo>
                  <a:cubicBezTo>
                    <a:pt x="2393" y="9417"/>
                    <a:pt x="1456" y="11009"/>
                    <a:pt x="1" y="11754"/>
                  </a:cubicBezTo>
                  <a:lnTo>
                    <a:pt x="620" y="11754"/>
                  </a:lnTo>
                  <a:cubicBezTo>
                    <a:pt x="3052" y="11754"/>
                    <a:pt x="4941" y="9637"/>
                    <a:pt x="4666" y="722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447;p68">
              <a:extLst>
                <a:ext uri="{FF2B5EF4-FFF2-40B4-BE49-F238E27FC236}">
                  <a16:creationId xmlns:a16="http://schemas.microsoft.com/office/drawing/2014/main" id="{66940FE9-FB50-1CF2-1E25-281723DAF68F}"/>
                </a:ext>
              </a:extLst>
            </p:cNvPr>
            <p:cNvSpPr/>
            <p:nvPr/>
          </p:nvSpPr>
          <p:spPr>
            <a:xfrm>
              <a:off x="969550" y="1801000"/>
              <a:ext cx="502213" cy="117624"/>
            </a:xfrm>
            <a:custGeom>
              <a:avLst/>
              <a:gdLst/>
              <a:ahLst/>
              <a:cxnLst/>
              <a:rect l="l" t="t" r="r" b="b"/>
              <a:pathLst>
                <a:path w="11814" h="2545" fill="none" extrusionOk="0">
                  <a:moveTo>
                    <a:pt x="0" y="35"/>
                  </a:moveTo>
                  <a:cubicBezTo>
                    <a:pt x="700" y="414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1"/>
                    <a:pt x="4210" y="2501"/>
                  </a:cubicBezTo>
                  <a:cubicBezTo>
                    <a:pt x="4707" y="2545"/>
                    <a:pt x="5289" y="1217"/>
                    <a:pt x="5851" y="1210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2"/>
                    <a:pt x="8880" y="881"/>
                  </a:cubicBezTo>
                  <a:cubicBezTo>
                    <a:pt x="9381" y="778"/>
                    <a:pt x="10227" y="1960"/>
                    <a:pt x="10754" y="1801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448;p68">
              <a:extLst>
                <a:ext uri="{FF2B5EF4-FFF2-40B4-BE49-F238E27FC236}">
                  <a16:creationId xmlns:a16="http://schemas.microsoft.com/office/drawing/2014/main" id="{02E86E22-377F-DA3F-4F2F-3D692145F954}"/>
                </a:ext>
              </a:extLst>
            </p:cNvPr>
            <p:cNvSpPr/>
            <p:nvPr/>
          </p:nvSpPr>
          <p:spPr>
            <a:xfrm>
              <a:off x="959925" y="1963150"/>
              <a:ext cx="525693" cy="117676"/>
            </a:xfrm>
            <a:custGeom>
              <a:avLst/>
              <a:gdLst/>
              <a:ahLst/>
              <a:cxnLst/>
              <a:rect l="l" t="t" r="r" b="b"/>
              <a:pathLst>
                <a:path w="11814" h="2546" fill="none" extrusionOk="0">
                  <a:moveTo>
                    <a:pt x="0" y="35"/>
                  </a:moveTo>
                  <a:cubicBezTo>
                    <a:pt x="700" y="415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0"/>
                    <a:pt x="4210" y="2501"/>
                  </a:cubicBezTo>
                  <a:cubicBezTo>
                    <a:pt x="4707" y="2546"/>
                    <a:pt x="5289" y="1218"/>
                    <a:pt x="5851" y="1211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3"/>
                    <a:pt x="8880" y="881"/>
                  </a:cubicBezTo>
                  <a:cubicBezTo>
                    <a:pt x="9381" y="778"/>
                    <a:pt x="10227" y="1960"/>
                    <a:pt x="10754" y="1802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449;p68">
              <a:extLst>
                <a:ext uri="{FF2B5EF4-FFF2-40B4-BE49-F238E27FC236}">
                  <a16:creationId xmlns:a16="http://schemas.microsoft.com/office/drawing/2014/main" id="{472C372A-6838-1F92-671D-54BA55D24B5D}"/>
                </a:ext>
              </a:extLst>
            </p:cNvPr>
            <p:cNvSpPr/>
            <p:nvPr/>
          </p:nvSpPr>
          <p:spPr>
            <a:xfrm>
              <a:off x="940225" y="2125100"/>
              <a:ext cx="569515" cy="117874"/>
            </a:xfrm>
            <a:custGeom>
              <a:avLst/>
              <a:gdLst/>
              <a:ahLst/>
              <a:cxnLst/>
              <a:rect l="l" t="t" r="r" b="b"/>
              <a:pathLst>
                <a:path w="12488" h="2550" fill="none" extrusionOk="0">
                  <a:moveTo>
                    <a:pt x="1" y="33"/>
                  </a:moveTo>
                  <a:cubicBezTo>
                    <a:pt x="744" y="415"/>
                    <a:pt x="55" y="1569"/>
                    <a:pt x="1057" y="1869"/>
                  </a:cubicBezTo>
                  <a:cubicBezTo>
                    <a:pt x="1511" y="2005"/>
                    <a:pt x="2371" y="830"/>
                    <a:pt x="2997" y="945"/>
                  </a:cubicBezTo>
                  <a:cubicBezTo>
                    <a:pt x="3499" y="1038"/>
                    <a:pt x="3872" y="2455"/>
                    <a:pt x="4472" y="2506"/>
                  </a:cubicBezTo>
                  <a:cubicBezTo>
                    <a:pt x="4994" y="2549"/>
                    <a:pt x="5600" y="1222"/>
                    <a:pt x="6189" y="1215"/>
                  </a:cubicBezTo>
                  <a:cubicBezTo>
                    <a:pt x="6720" y="1210"/>
                    <a:pt x="7353" y="2529"/>
                    <a:pt x="7932" y="2469"/>
                  </a:cubicBezTo>
                  <a:cubicBezTo>
                    <a:pt x="8464" y="2414"/>
                    <a:pt x="8816" y="996"/>
                    <a:pt x="9385" y="885"/>
                  </a:cubicBezTo>
                  <a:cubicBezTo>
                    <a:pt x="9911" y="783"/>
                    <a:pt x="10769" y="1968"/>
                    <a:pt x="11324" y="1810"/>
                  </a:cubicBezTo>
                  <a:cubicBezTo>
                    <a:pt x="11842" y="1662"/>
                    <a:pt x="11947" y="203"/>
                    <a:pt x="12487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450;p68">
              <a:extLst>
                <a:ext uri="{FF2B5EF4-FFF2-40B4-BE49-F238E27FC236}">
                  <a16:creationId xmlns:a16="http://schemas.microsoft.com/office/drawing/2014/main" id="{7A531600-423E-6204-A2DF-1CD7386CFB21}"/>
                </a:ext>
              </a:extLst>
            </p:cNvPr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fill="none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451;p68">
              <a:extLst>
                <a:ext uri="{FF2B5EF4-FFF2-40B4-BE49-F238E27FC236}">
                  <a16:creationId xmlns:a16="http://schemas.microsoft.com/office/drawing/2014/main" id="{512A75B4-9D4F-FDA2-547E-DE10F0528F20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452;p68">
              <a:extLst>
                <a:ext uri="{FF2B5EF4-FFF2-40B4-BE49-F238E27FC236}">
                  <a16:creationId xmlns:a16="http://schemas.microsoft.com/office/drawing/2014/main" id="{58F6E5A1-4857-CDFE-FAA7-32BAB07D6E21}"/>
                </a:ext>
              </a:extLst>
            </p:cNvPr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fill="none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453;p68">
              <a:extLst>
                <a:ext uri="{FF2B5EF4-FFF2-40B4-BE49-F238E27FC236}">
                  <a16:creationId xmlns:a16="http://schemas.microsoft.com/office/drawing/2014/main" id="{468E08D6-3A56-434F-83F9-17453019C3A1}"/>
                </a:ext>
              </a:extLst>
            </p:cNvPr>
            <p:cNvSpPr/>
            <p:nvPr/>
          </p:nvSpPr>
          <p:spPr>
            <a:xfrm>
              <a:off x="1378706" y="1236124"/>
              <a:ext cx="361784" cy="124154"/>
            </a:xfrm>
            <a:custGeom>
              <a:avLst/>
              <a:gdLst/>
              <a:ahLst/>
              <a:cxnLst/>
              <a:rect l="l" t="t" r="r" b="b"/>
              <a:pathLst>
                <a:path w="7827" h="2686" fill="none" extrusionOk="0">
                  <a:moveTo>
                    <a:pt x="1" y="0"/>
                  </a:moveTo>
                  <a:cubicBezTo>
                    <a:pt x="1" y="0"/>
                    <a:pt x="7236" y="1616"/>
                    <a:pt x="7827" y="26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454;p68">
              <a:extLst>
                <a:ext uri="{FF2B5EF4-FFF2-40B4-BE49-F238E27FC236}">
                  <a16:creationId xmlns:a16="http://schemas.microsoft.com/office/drawing/2014/main" id="{EB9F3B06-FEE3-745C-74F5-3FFFF3F82352}"/>
                </a:ext>
              </a:extLst>
            </p:cNvPr>
            <p:cNvSpPr/>
            <p:nvPr/>
          </p:nvSpPr>
          <p:spPr>
            <a:xfrm>
              <a:off x="1280761" y="837876"/>
              <a:ext cx="379579" cy="300400"/>
            </a:xfrm>
            <a:custGeom>
              <a:avLst/>
              <a:gdLst/>
              <a:ahLst/>
              <a:cxnLst/>
              <a:rect l="l" t="t" r="r" b="b"/>
              <a:pathLst>
                <a:path w="8212" h="6499" fill="none" extrusionOk="0">
                  <a:moveTo>
                    <a:pt x="2048" y="6054"/>
                  </a:moveTo>
                  <a:cubicBezTo>
                    <a:pt x="2865" y="6499"/>
                    <a:pt x="4098" y="5776"/>
                    <a:pt x="4754" y="5325"/>
                  </a:cubicBezTo>
                  <a:cubicBezTo>
                    <a:pt x="7148" y="3673"/>
                    <a:pt x="7564" y="959"/>
                    <a:pt x="7622" y="663"/>
                  </a:cubicBezTo>
                  <a:cubicBezTo>
                    <a:pt x="7679" y="367"/>
                    <a:pt x="8211" y="1"/>
                    <a:pt x="8211" y="1"/>
                  </a:cubicBezTo>
                  <a:cubicBezTo>
                    <a:pt x="2798" y="26"/>
                    <a:pt x="240" y="2635"/>
                    <a:pt x="46" y="4098"/>
                  </a:cubicBezTo>
                  <a:cubicBezTo>
                    <a:pt x="0" y="4436"/>
                    <a:pt x="131" y="4757"/>
                    <a:pt x="646" y="4717"/>
                  </a:cubicBezTo>
                  <a:cubicBezTo>
                    <a:pt x="972" y="4693"/>
                    <a:pt x="1242" y="4507"/>
                    <a:pt x="1536" y="4464"/>
                  </a:cubicBezTo>
                  <a:cubicBezTo>
                    <a:pt x="1593" y="4739"/>
                    <a:pt x="1518" y="5039"/>
                    <a:pt x="1563" y="5319"/>
                  </a:cubicBezTo>
                  <a:cubicBezTo>
                    <a:pt x="1570" y="5361"/>
                    <a:pt x="1578" y="5401"/>
                    <a:pt x="1589" y="5442"/>
                  </a:cubicBezTo>
                  <a:cubicBezTo>
                    <a:pt x="1652" y="5684"/>
                    <a:pt x="1792" y="5914"/>
                    <a:pt x="2048" y="60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46598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7">
          <a:extLst>
            <a:ext uri="{FF2B5EF4-FFF2-40B4-BE49-F238E27FC236}">
              <a16:creationId xmlns:a16="http://schemas.microsoft.com/office/drawing/2014/main" id="{96E6EAFB-EF60-9FEE-3660-1E2C0643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0" name="Google Shape;5450;p75">
            <a:extLst>
              <a:ext uri="{FF2B5EF4-FFF2-40B4-BE49-F238E27FC236}">
                <a16:creationId xmlns:a16="http://schemas.microsoft.com/office/drawing/2014/main" id="{2C70B680-A11A-6094-0AF3-E7E172C71EF1}"/>
              </a:ext>
            </a:extLst>
          </p:cNvPr>
          <p:cNvSpPr/>
          <p:nvPr/>
        </p:nvSpPr>
        <p:spPr>
          <a:xfrm>
            <a:off x="0" y="0"/>
            <a:ext cx="2680800" cy="5143500"/>
          </a:xfrm>
          <a:prstGeom prst="round1Rect">
            <a:avLst>
              <a:gd name="adj" fmla="val 23124"/>
            </a:avLst>
          </a:prstGeom>
          <a:gradFill>
            <a:gsLst>
              <a:gs pos="0">
                <a:schemeClr val="accent1"/>
              </a:gs>
              <a:gs pos="35000">
                <a:schemeClr val="accent1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1" name="Google Shape;5451;p75">
            <a:extLst>
              <a:ext uri="{FF2B5EF4-FFF2-40B4-BE49-F238E27FC236}">
                <a16:creationId xmlns:a16="http://schemas.microsoft.com/office/drawing/2014/main" id="{5B61E1BE-3E02-446B-AB47-D1A2672F8D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6045" y="484050"/>
            <a:ext cx="574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sz="2800" b="1" i="0" dirty="0">
                <a:effectLst/>
                <a:latin typeface="Segoe WPC"/>
              </a:rPr>
              <a:t>Backend et Intégrations</a:t>
            </a:r>
            <a:br>
              <a:rPr lang="fr-FR" sz="2800" b="1" i="0" dirty="0">
                <a:effectLst/>
                <a:latin typeface="Segoe WPC"/>
              </a:rPr>
            </a:br>
            <a:endParaRPr lang="fr-FR" sz="2800" b="1" i="0" dirty="0">
              <a:effectLst/>
              <a:latin typeface="Segoe WPC"/>
            </a:endParaRPr>
          </a:p>
        </p:txBody>
      </p:sp>
      <p:sp>
        <p:nvSpPr>
          <p:cNvPr id="5457" name="Google Shape;5457;p75">
            <a:extLst>
              <a:ext uri="{FF2B5EF4-FFF2-40B4-BE49-F238E27FC236}">
                <a16:creationId xmlns:a16="http://schemas.microsoft.com/office/drawing/2014/main" id="{DE691052-1D6A-2858-7C3A-8E6E1A6853F5}"/>
              </a:ext>
            </a:extLst>
          </p:cNvPr>
          <p:cNvSpPr txBox="1"/>
          <p:nvPr/>
        </p:nvSpPr>
        <p:spPr>
          <a:xfrm>
            <a:off x="425693" y="4214700"/>
            <a:ext cx="2514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0:00</a:t>
            </a:r>
            <a:endParaRPr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58" name="Google Shape;5458;p75">
            <a:extLst>
              <a:ext uri="{FF2B5EF4-FFF2-40B4-BE49-F238E27FC236}">
                <a16:creationId xmlns:a16="http://schemas.microsoft.com/office/drawing/2014/main" id="{8FEDFF95-FB5E-9FAB-1BC3-2F720700B1D0}"/>
              </a:ext>
            </a:extLst>
          </p:cNvPr>
          <p:cNvSpPr txBox="1"/>
          <p:nvPr/>
        </p:nvSpPr>
        <p:spPr>
          <a:xfrm>
            <a:off x="2003693" y="4214700"/>
            <a:ext cx="2514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3:15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459" name="Google Shape;5459;p75">
            <a:extLst>
              <a:ext uri="{FF2B5EF4-FFF2-40B4-BE49-F238E27FC236}">
                <a16:creationId xmlns:a16="http://schemas.microsoft.com/office/drawing/2014/main" id="{8473B831-CF87-9781-913F-6A7D1FA85FC4}"/>
              </a:ext>
            </a:extLst>
          </p:cNvPr>
          <p:cNvGrpSpPr/>
          <p:nvPr/>
        </p:nvGrpSpPr>
        <p:grpSpPr>
          <a:xfrm>
            <a:off x="486492" y="4615657"/>
            <a:ext cx="1707817" cy="251415"/>
            <a:chOff x="486492" y="3375432"/>
            <a:chExt cx="1707817" cy="251415"/>
          </a:xfrm>
        </p:grpSpPr>
        <p:sp>
          <p:nvSpPr>
            <p:cNvPr id="5460" name="Google Shape;5460;p75">
              <a:extLst>
                <a:ext uri="{FF2B5EF4-FFF2-40B4-BE49-F238E27FC236}">
                  <a16:creationId xmlns:a16="http://schemas.microsoft.com/office/drawing/2014/main" id="{BD95F410-2B02-1514-96F9-EB17500C522A}"/>
                </a:ext>
              </a:extLst>
            </p:cNvPr>
            <p:cNvSpPr/>
            <p:nvPr/>
          </p:nvSpPr>
          <p:spPr>
            <a:xfrm>
              <a:off x="486492" y="3456466"/>
              <a:ext cx="115200" cy="88562"/>
            </a:xfrm>
            <a:custGeom>
              <a:avLst/>
              <a:gdLst/>
              <a:ahLst/>
              <a:cxnLst/>
              <a:rect l="l" t="t" r="r" b="b"/>
              <a:pathLst>
                <a:path w="17930" h="13784" extrusionOk="0">
                  <a:moveTo>
                    <a:pt x="12887" y="1"/>
                  </a:moveTo>
                  <a:cubicBezTo>
                    <a:pt x="11206" y="1"/>
                    <a:pt x="9861" y="897"/>
                    <a:pt x="8965" y="2018"/>
                  </a:cubicBezTo>
                  <a:cubicBezTo>
                    <a:pt x="7956" y="897"/>
                    <a:pt x="6612" y="1"/>
                    <a:pt x="5043" y="1"/>
                  </a:cubicBezTo>
                  <a:cubicBezTo>
                    <a:pt x="2241" y="1"/>
                    <a:pt x="0" y="2242"/>
                    <a:pt x="0" y="5043"/>
                  </a:cubicBezTo>
                  <a:cubicBezTo>
                    <a:pt x="0" y="6500"/>
                    <a:pt x="560" y="7733"/>
                    <a:pt x="1457" y="8517"/>
                  </a:cubicBezTo>
                  <a:cubicBezTo>
                    <a:pt x="2241" y="9413"/>
                    <a:pt x="5603" y="12103"/>
                    <a:pt x="8853" y="13784"/>
                  </a:cubicBezTo>
                  <a:cubicBezTo>
                    <a:pt x="11766" y="11879"/>
                    <a:pt x="15464" y="9413"/>
                    <a:pt x="16249" y="8517"/>
                  </a:cubicBezTo>
                  <a:cubicBezTo>
                    <a:pt x="17257" y="7733"/>
                    <a:pt x="17817" y="6276"/>
                    <a:pt x="17817" y="4931"/>
                  </a:cubicBezTo>
                  <a:cubicBezTo>
                    <a:pt x="17929" y="2242"/>
                    <a:pt x="15688" y="1"/>
                    <a:pt x="12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61" name="Google Shape;5461;p75">
              <a:extLst>
                <a:ext uri="{FF2B5EF4-FFF2-40B4-BE49-F238E27FC236}">
                  <a16:creationId xmlns:a16="http://schemas.microsoft.com/office/drawing/2014/main" id="{C014E14E-95A5-BDE5-2C32-AB6CC2FCFD4C}"/>
                </a:ext>
              </a:extLst>
            </p:cNvPr>
            <p:cNvGrpSpPr/>
            <p:nvPr/>
          </p:nvGrpSpPr>
          <p:grpSpPr>
            <a:xfrm>
              <a:off x="2098544" y="3452903"/>
              <a:ext cx="95765" cy="95765"/>
              <a:chOff x="5925100" y="2102500"/>
              <a:chExt cx="372625" cy="372625"/>
            </a:xfrm>
          </p:grpSpPr>
          <p:sp>
            <p:nvSpPr>
              <p:cNvPr id="5462" name="Google Shape;5462;p75">
                <a:extLst>
                  <a:ext uri="{FF2B5EF4-FFF2-40B4-BE49-F238E27FC236}">
                    <a16:creationId xmlns:a16="http://schemas.microsoft.com/office/drawing/2014/main" id="{8B6F01C4-5AB5-AA5C-CA10-79A88798249C}"/>
                  </a:ext>
                </a:extLst>
              </p:cNvPr>
              <p:cNvSpPr/>
              <p:nvPr/>
            </p:nvSpPr>
            <p:spPr>
              <a:xfrm>
                <a:off x="5925100" y="2102500"/>
                <a:ext cx="372625" cy="372625"/>
              </a:xfrm>
              <a:custGeom>
                <a:avLst/>
                <a:gdLst/>
                <a:ahLst/>
                <a:cxnLst/>
                <a:rect l="l" t="t" r="r" b="b"/>
                <a:pathLst>
                  <a:path w="14905" h="14905" extrusionOk="0">
                    <a:moveTo>
                      <a:pt x="14904" y="7396"/>
                    </a:moveTo>
                    <a:cubicBezTo>
                      <a:pt x="14904" y="11542"/>
                      <a:pt x="11542" y="14904"/>
                      <a:pt x="7396" y="14904"/>
                    </a:cubicBezTo>
                    <a:cubicBezTo>
                      <a:pt x="3362" y="14904"/>
                      <a:pt x="0" y="11542"/>
                      <a:pt x="0" y="7396"/>
                    </a:cubicBezTo>
                    <a:cubicBezTo>
                      <a:pt x="0" y="3362"/>
                      <a:pt x="3362" y="0"/>
                      <a:pt x="7396" y="0"/>
                    </a:cubicBezTo>
                    <a:cubicBezTo>
                      <a:pt x="11542" y="0"/>
                      <a:pt x="14904" y="3362"/>
                      <a:pt x="14904" y="7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75">
                <a:extLst>
                  <a:ext uri="{FF2B5EF4-FFF2-40B4-BE49-F238E27FC236}">
                    <a16:creationId xmlns:a16="http://schemas.microsoft.com/office/drawing/2014/main" id="{45DDB185-CADB-11CE-222C-78A08AA82302}"/>
                  </a:ext>
                </a:extLst>
              </p:cNvPr>
              <p:cNvSpPr/>
              <p:nvPr/>
            </p:nvSpPr>
            <p:spPr>
              <a:xfrm>
                <a:off x="6110000" y="2214550"/>
                <a:ext cx="25" cy="1513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052" fill="none" extrusionOk="0">
                    <a:moveTo>
                      <a:pt x="0" y="1"/>
                    </a:moveTo>
                    <a:lnTo>
                      <a:pt x="0" y="6052"/>
                    </a:lnTo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rgbClr val="2A2747"/>
                </a:solidFill>
                <a:prstDash val="solid"/>
                <a:miter lim="11205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75">
                <a:extLst>
                  <a:ext uri="{FF2B5EF4-FFF2-40B4-BE49-F238E27FC236}">
                    <a16:creationId xmlns:a16="http://schemas.microsoft.com/office/drawing/2014/main" id="{D59D8031-1C2D-F64E-75B2-7C42B383D2C7}"/>
                  </a:ext>
                </a:extLst>
              </p:cNvPr>
              <p:cNvSpPr/>
              <p:nvPr/>
            </p:nvSpPr>
            <p:spPr>
              <a:xfrm>
                <a:off x="6034350" y="2287400"/>
                <a:ext cx="1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052" h="1" fill="none" extrusionOk="0">
                    <a:moveTo>
                      <a:pt x="6052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rgbClr val="2A2747"/>
                </a:solidFill>
                <a:prstDash val="solid"/>
                <a:miter lim="11205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5" name="Google Shape;5465;p75">
              <a:extLst>
                <a:ext uri="{FF2B5EF4-FFF2-40B4-BE49-F238E27FC236}">
                  <a16:creationId xmlns:a16="http://schemas.microsoft.com/office/drawing/2014/main" id="{3A0A489C-C3EC-267B-E610-DB04CF49C5E6}"/>
                </a:ext>
              </a:extLst>
            </p:cNvPr>
            <p:cNvGrpSpPr/>
            <p:nvPr/>
          </p:nvGrpSpPr>
          <p:grpSpPr>
            <a:xfrm>
              <a:off x="1224774" y="3375432"/>
              <a:ext cx="251415" cy="251415"/>
              <a:chOff x="5664289" y="4604097"/>
              <a:chExt cx="302399" cy="302399"/>
            </a:xfrm>
          </p:grpSpPr>
          <p:sp>
            <p:nvSpPr>
              <p:cNvPr id="5466" name="Google Shape;5466;p75">
                <a:extLst>
                  <a:ext uri="{FF2B5EF4-FFF2-40B4-BE49-F238E27FC236}">
                    <a16:creationId xmlns:a16="http://schemas.microsoft.com/office/drawing/2014/main" id="{FBEDD965-6CBD-58EB-BBA2-5615173A24AA}"/>
                  </a:ext>
                </a:extLst>
              </p:cNvPr>
              <p:cNvSpPr/>
              <p:nvPr/>
            </p:nvSpPr>
            <p:spPr>
              <a:xfrm>
                <a:off x="5664289" y="4604097"/>
                <a:ext cx="302399" cy="302399"/>
              </a:xfrm>
              <a:custGeom>
                <a:avLst/>
                <a:gdLst/>
                <a:ahLst/>
                <a:cxnLst/>
                <a:rect l="l" t="t" r="r" b="b"/>
                <a:pathLst>
                  <a:path w="47066" h="47066" extrusionOk="0">
                    <a:moveTo>
                      <a:pt x="47066" y="23533"/>
                    </a:moveTo>
                    <a:cubicBezTo>
                      <a:pt x="47066" y="36532"/>
                      <a:pt x="36532" y="47065"/>
                      <a:pt x="23533" y="47065"/>
                    </a:cubicBezTo>
                    <a:cubicBezTo>
                      <a:pt x="10534" y="47065"/>
                      <a:pt x="1" y="36532"/>
                      <a:pt x="1" y="23533"/>
                    </a:cubicBezTo>
                    <a:cubicBezTo>
                      <a:pt x="1" y="10534"/>
                      <a:pt x="10534" y="1"/>
                      <a:pt x="23533" y="1"/>
                    </a:cubicBezTo>
                    <a:cubicBezTo>
                      <a:pt x="36532" y="1"/>
                      <a:pt x="47066" y="10534"/>
                      <a:pt x="47066" y="235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9A93">
                      <a:alpha val="72941"/>
                    </a:srgbClr>
                  </a:gs>
                  <a:gs pos="100000">
                    <a:schemeClr val="accent3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75">
                <a:extLst>
                  <a:ext uri="{FF2B5EF4-FFF2-40B4-BE49-F238E27FC236}">
                    <a16:creationId xmlns:a16="http://schemas.microsoft.com/office/drawing/2014/main" id="{6E97F3DE-7CD9-4DA2-8852-F5BB154044BD}"/>
                  </a:ext>
                </a:extLst>
              </p:cNvPr>
              <p:cNvSpPr/>
              <p:nvPr/>
            </p:nvSpPr>
            <p:spPr>
              <a:xfrm>
                <a:off x="5787402" y="4712088"/>
                <a:ext cx="89288" cy="102961"/>
              </a:xfrm>
              <a:custGeom>
                <a:avLst/>
                <a:gdLst/>
                <a:ahLst/>
                <a:cxnLst/>
                <a:rect l="l" t="t" r="r" b="b"/>
                <a:pathLst>
                  <a:path w="13897" h="16025" extrusionOk="0">
                    <a:moveTo>
                      <a:pt x="1" y="1"/>
                    </a:moveTo>
                    <a:lnTo>
                      <a:pt x="1" y="16025"/>
                    </a:lnTo>
                    <a:lnTo>
                      <a:pt x="13896" y="80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8" name="Google Shape;5468;p75">
              <a:extLst>
                <a:ext uri="{FF2B5EF4-FFF2-40B4-BE49-F238E27FC236}">
                  <a16:creationId xmlns:a16="http://schemas.microsoft.com/office/drawing/2014/main" id="{8D85A51F-87C7-1C91-3438-4754A5EA2A37}"/>
                </a:ext>
              </a:extLst>
            </p:cNvPr>
            <p:cNvGrpSpPr/>
            <p:nvPr/>
          </p:nvGrpSpPr>
          <p:grpSpPr>
            <a:xfrm>
              <a:off x="1713986" y="3466582"/>
              <a:ext cx="70559" cy="69120"/>
              <a:chOff x="6341136" y="4613307"/>
              <a:chExt cx="70559" cy="69120"/>
            </a:xfrm>
          </p:grpSpPr>
          <p:sp>
            <p:nvSpPr>
              <p:cNvPr id="5469" name="Google Shape;5469;p75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EC57FBF9-6A22-9E35-FE8A-8AB118B1F50D}"/>
                  </a:ext>
                </a:extLst>
              </p:cNvPr>
              <p:cNvSpPr/>
              <p:nvPr/>
            </p:nvSpPr>
            <p:spPr>
              <a:xfrm>
                <a:off x="6341136" y="4613307"/>
                <a:ext cx="60485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414" h="10758" extrusionOk="0">
                    <a:moveTo>
                      <a:pt x="0" y="0"/>
                    </a:moveTo>
                    <a:lnTo>
                      <a:pt x="0" y="10758"/>
                    </a:lnTo>
                    <a:lnTo>
                      <a:pt x="9413" y="52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75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26FF1BD7-598C-B3EB-F86F-8487204F6568}"/>
                  </a:ext>
                </a:extLst>
              </p:cNvPr>
              <p:cNvSpPr/>
              <p:nvPr/>
            </p:nvSpPr>
            <p:spPr>
              <a:xfrm>
                <a:off x="6399450" y="4613307"/>
                <a:ext cx="12246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0758" extrusionOk="0">
                    <a:moveTo>
                      <a:pt x="1" y="0"/>
                    </a:moveTo>
                    <a:lnTo>
                      <a:pt x="1" y="10758"/>
                    </a:lnTo>
                    <a:lnTo>
                      <a:pt x="1906" y="10758"/>
                    </a:lnTo>
                    <a:lnTo>
                      <a:pt x="19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71" name="Google Shape;5471;p75">
              <a:extLst>
                <a:ext uri="{FF2B5EF4-FFF2-40B4-BE49-F238E27FC236}">
                  <a16:creationId xmlns:a16="http://schemas.microsoft.com/office/drawing/2014/main" id="{AF41D904-1968-3B06-2F26-4C3D1ACACFE4}"/>
                </a:ext>
              </a:extLst>
            </p:cNvPr>
            <p:cNvGrpSpPr/>
            <p:nvPr/>
          </p:nvGrpSpPr>
          <p:grpSpPr>
            <a:xfrm>
              <a:off x="915690" y="3466582"/>
              <a:ext cx="71285" cy="69120"/>
              <a:chOff x="5085640" y="4613307"/>
              <a:chExt cx="71285" cy="69120"/>
            </a:xfrm>
          </p:grpSpPr>
          <p:sp>
            <p:nvSpPr>
              <p:cNvPr id="5472" name="Google Shape;5472;p75">
                <a:hlinkClick r:id="" action="ppaction://hlinkshowjump?jump=previousslide"/>
                <a:extLst>
                  <a:ext uri="{FF2B5EF4-FFF2-40B4-BE49-F238E27FC236}">
                    <a16:creationId xmlns:a16="http://schemas.microsoft.com/office/drawing/2014/main" id="{AC8A8F17-83B6-F6E1-7DAF-24921DF489DE}"/>
                  </a:ext>
                </a:extLst>
              </p:cNvPr>
              <p:cNvSpPr/>
              <p:nvPr/>
            </p:nvSpPr>
            <p:spPr>
              <a:xfrm>
                <a:off x="5085640" y="4613307"/>
                <a:ext cx="12966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0758" extrusionOk="0">
                    <a:moveTo>
                      <a:pt x="0" y="0"/>
                    </a:moveTo>
                    <a:lnTo>
                      <a:pt x="0" y="10758"/>
                    </a:lnTo>
                    <a:lnTo>
                      <a:pt x="2017" y="10758"/>
                    </a:lnTo>
                    <a:lnTo>
                      <a:pt x="20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75">
                <a:hlinkClick r:id="" action="ppaction://hlinkshowjump?jump=previousslide"/>
                <a:extLst>
                  <a:ext uri="{FF2B5EF4-FFF2-40B4-BE49-F238E27FC236}">
                    <a16:creationId xmlns:a16="http://schemas.microsoft.com/office/drawing/2014/main" id="{D4449175-D31D-F74D-2C75-80AABD8BBC9E}"/>
                  </a:ext>
                </a:extLst>
              </p:cNvPr>
              <p:cNvSpPr/>
              <p:nvPr/>
            </p:nvSpPr>
            <p:spPr>
              <a:xfrm>
                <a:off x="5096440" y="4613307"/>
                <a:ext cx="60485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414" h="10758" extrusionOk="0">
                    <a:moveTo>
                      <a:pt x="9413" y="0"/>
                    </a:moveTo>
                    <a:lnTo>
                      <a:pt x="0" y="5267"/>
                    </a:lnTo>
                    <a:lnTo>
                      <a:pt x="9413" y="10758"/>
                    </a:lnTo>
                    <a:lnTo>
                      <a:pt x="94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474" name="Google Shape;5474;p75">
            <a:extLst>
              <a:ext uri="{FF2B5EF4-FFF2-40B4-BE49-F238E27FC236}">
                <a16:creationId xmlns:a16="http://schemas.microsoft.com/office/drawing/2014/main" id="{DCFD9BF8-B8AD-A424-3BE3-7BE9CFB833A7}"/>
              </a:ext>
            </a:extLst>
          </p:cNvPr>
          <p:cNvCxnSpPr/>
          <p:nvPr/>
        </p:nvCxnSpPr>
        <p:spPr>
          <a:xfrm>
            <a:off x="425700" y="4425413"/>
            <a:ext cx="18294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5" name="Google Shape;5475;p75">
            <a:extLst>
              <a:ext uri="{FF2B5EF4-FFF2-40B4-BE49-F238E27FC236}">
                <a16:creationId xmlns:a16="http://schemas.microsoft.com/office/drawing/2014/main" id="{BB1B3FB7-DFE5-8860-1D97-24BF8F8AC6C2}"/>
              </a:ext>
            </a:extLst>
          </p:cNvPr>
          <p:cNvCxnSpPr>
            <a:endCxn id="5476" idx="6"/>
          </p:cNvCxnSpPr>
          <p:nvPr/>
        </p:nvCxnSpPr>
        <p:spPr>
          <a:xfrm rot="10800000" flipH="1">
            <a:off x="425997" y="4423425"/>
            <a:ext cx="89100" cy="2100"/>
          </a:xfrm>
          <a:prstGeom prst="straightConnector1">
            <a:avLst/>
          </a:prstGeom>
          <a:noFill/>
          <a:ln w="28575" cap="flat" cmpd="sng">
            <a:solidFill>
              <a:srgbClr val="88C59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76" name="Google Shape;5476;p75">
            <a:extLst>
              <a:ext uri="{FF2B5EF4-FFF2-40B4-BE49-F238E27FC236}">
                <a16:creationId xmlns:a16="http://schemas.microsoft.com/office/drawing/2014/main" id="{BEED87B7-3833-9459-428E-1E48356F21EC}"/>
              </a:ext>
            </a:extLst>
          </p:cNvPr>
          <p:cNvSpPr/>
          <p:nvPr/>
        </p:nvSpPr>
        <p:spPr>
          <a:xfrm>
            <a:off x="425697" y="4378725"/>
            <a:ext cx="89400" cy="89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78" name="Google Shape;5478;p75">
            <a:extLst>
              <a:ext uri="{FF2B5EF4-FFF2-40B4-BE49-F238E27FC236}">
                <a16:creationId xmlns:a16="http://schemas.microsoft.com/office/drawing/2014/main" id="{58FF7658-F340-7C0C-2AFF-60316B4ECC0E}"/>
              </a:ext>
            </a:extLst>
          </p:cNvPr>
          <p:cNvGrpSpPr/>
          <p:nvPr/>
        </p:nvGrpSpPr>
        <p:grpSpPr>
          <a:xfrm>
            <a:off x="4394973" y="4373100"/>
            <a:ext cx="877734" cy="648607"/>
            <a:chOff x="4256075" y="2554975"/>
            <a:chExt cx="2138727" cy="1580425"/>
          </a:xfrm>
        </p:grpSpPr>
        <p:sp>
          <p:nvSpPr>
            <p:cNvPr id="5479" name="Google Shape;5479;p75">
              <a:extLst>
                <a:ext uri="{FF2B5EF4-FFF2-40B4-BE49-F238E27FC236}">
                  <a16:creationId xmlns:a16="http://schemas.microsoft.com/office/drawing/2014/main" id="{7BDF3237-7B34-2015-1023-0A71E4A48835}"/>
                </a:ext>
              </a:extLst>
            </p:cNvPr>
            <p:cNvSpPr/>
            <p:nvPr/>
          </p:nvSpPr>
          <p:spPr>
            <a:xfrm>
              <a:off x="6016666" y="3340609"/>
              <a:ext cx="378136" cy="548840"/>
            </a:xfrm>
            <a:custGeom>
              <a:avLst/>
              <a:gdLst/>
              <a:ahLst/>
              <a:cxnLst/>
              <a:rect l="l" t="t" r="r" b="b"/>
              <a:pathLst>
                <a:path w="3593" h="5215" extrusionOk="0">
                  <a:moveTo>
                    <a:pt x="2253" y="0"/>
                  </a:moveTo>
                  <a:cubicBezTo>
                    <a:pt x="1643" y="0"/>
                    <a:pt x="1149" y="545"/>
                    <a:pt x="1149" y="545"/>
                  </a:cubicBezTo>
                  <a:lnTo>
                    <a:pt x="666" y="1877"/>
                  </a:lnTo>
                  <a:cubicBezTo>
                    <a:pt x="666" y="1877"/>
                    <a:pt x="1041" y="1668"/>
                    <a:pt x="1629" y="1322"/>
                  </a:cubicBezTo>
                  <a:cubicBezTo>
                    <a:pt x="1672" y="1297"/>
                    <a:pt x="1709" y="1285"/>
                    <a:pt x="1741" y="1285"/>
                  </a:cubicBezTo>
                  <a:cubicBezTo>
                    <a:pt x="2080" y="1285"/>
                    <a:pt x="1820" y="2628"/>
                    <a:pt x="1459" y="3323"/>
                  </a:cubicBezTo>
                  <a:cubicBezTo>
                    <a:pt x="1142" y="3938"/>
                    <a:pt x="844" y="4079"/>
                    <a:pt x="637" y="4079"/>
                  </a:cubicBezTo>
                  <a:cubicBezTo>
                    <a:pt x="460" y="4079"/>
                    <a:pt x="349" y="3976"/>
                    <a:pt x="349" y="3976"/>
                  </a:cubicBezTo>
                  <a:lnTo>
                    <a:pt x="0" y="5007"/>
                  </a:lnTo>
                  <a:cubicBezTo>
                    <a:pt x="144" y="5150"/>
                    <a:pt x="297" y="5214"/>
                    <a:pt x="455" y="5214"/>
                  </a:cubicBezTo>
                  <a:cubicBezTo>
                    <a:pt x="1838" y="5214"/>
                    <a:pt x="3592" y="299"/>
                    <a:pt x="2494" y="30"/>
                  </a:cubicBezTo>
                  <a:cubicBezTo>
                    <a:pt x="2412" y="9"/>
                    <a:pt x="2331" y="0"/>
                    <a:pt x="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75">
              <a:extLst>
                <a:ext uri="{FF2B5EF4-FFF2-40B4-BE49-F238E27FC236}">
                  <a16:creationId xmlns:a16="http://schemas.microsoft.com/office/drawing/2014/main" id="{08A57BC8-FDDD-DC38-BA21-72AB2C2F12FC}"/>
                </a:ext>
              </a:extLst>
            </p:cNvPr>
            <p:cNvSpPr/>
            <p:nvPr/>
          </p:nvSpPr>
          <p:spPr>
            <a:xfrm>
              <a:off x="6027295" y="3448483"/>
              <a:ext cx="222377" cy="430126"/>
            </a:xfrm>
            <a:custGeom>
              <a:avLst/>
              <a:gdLst/>
              <a:ahLst/>
              <a:cxnLst/>
              <a:rect l="l" t="t" r="r" b="b"/>
              <a:pathLst>
                <a:path w="2113" h="4087" extrusionOk="0">
                  <a:moveTo>
                    <a:pt x="1593" y="1802"/>
                  </a:moveTo>
                  <a:cubicBezTo>
                    <a:pt x="2112" y="88"/>
                    <a:pt x="1531" y="294"/>
                    <a:pt x="1531" y="294"/>
                  </a:cubicBezTo>
                  <a:cubicBezTo>
                    <a:pt x="2030" y="0"/>
                    <a:pt x="1753" y="1534"/>
                    <a:pt x="1358" y="2298"/>
                  </a:cubicBezTo>
                  <a:cubicBezTo>
                    <a:pt x="774" y="3437"/>
                    <a:pt x="248" y="2951"/>
                    <a:pt x="248" y="2951"/>
                  </a:cubicBezTo>
                  <a:lnTo>
                    <a:pt x="0" y="3751"/>
                  </a:lnTo>
                  <a:cubicBezTo>
                    <a:pt x="0" y="3751"/>
                    <a:pt x="901" y="4087"/>
                    <a:pt x="1593" y="1802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75">
              <a:extLst>
                <a:ext uri="{FF2B5EF4-FFF2-40B4-BE49-F238E27FC236}">
                  <a16:creationId xmlns:a16="http://schemas.microsoft.com/office/drawing/2014/main" id="{434A73E3-F97B-43AD-DAEE-B4D51400FAA4}"/>
                </a:ext>
              </a:extLst>
            </p:cNvPr>
            <p:cNvSpPr/>
            <p:nvPr/>
          </p:nvSpPr>
          <p:spPr>
            <a:xfrm>
              <a:off x="6087073" y="3324823"/>
              <a:ext cx="237427" cy="217536"/>
            </a:xfrm>
            <a:custGeom>
              <a:avLst/>
              <a:gdLst/>
              <a:ahLst/>
              <a:cxnLst/>
              <a:rect l="l" t="t" r="r" b="b"/>
              <a:pathLst>
                <a:path w="2256" h="2067" extrusionOk="0">
                  <a:moveTo>
                    <a:pt x="1825" y="180"/>
                  </a:moveTo>
                  <a:cubicBezTo>
                    <a:pt x="1110" y="0"/>
                    <a:pt x="480" y="695"/>
                    <a:pt x="480" y="695"/>
                  </a:cubicBezTo>
                  <a:lnTo>
                    <a:pt x="0" y="2024"/>
                  </a:lnTo>
                  <a:cubicBezTo>
                    <a:pt x="0" y="2024"/>
                    <a:pt x="376" y="1818"/>
                    <a:pt x="963" y="1469"/>
                  </a:cubicBezTo>
                  <a:cubicBezTo>
                    <a:pt x="1090" y="1394"/>
                    <a:pt x="1169" y="1440"/>
                    <a:pt x="1205" y="1557"/>
                  </a:cubicBezTo>
                  <a:cubicBezTo>
                    <a:pt x="1479" y="1074"/>
                    <a:pt x="1825" y="549"/>
                    <a:pt x="1916" y="784"/>
                  </a:cubicBezTo>
                  <a:cubicBezTo>
                    <a:pt x="1995" y="989"/>
                    <a:pt x="2004" y="1564"/>
                    <a:pt x="1998" y="2066"/>
                  </a:cubicBezTo>
                  <a:cubicBezTo>
                    <a:pt x="2249" y="1107"/>
                    <a:pt x="2256" y="284"/>
                    <a:pt x="1825" y="180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75">
              <a:extLst>
                <a:ext uri="{FF2B5EF4-FFF2-40B4-BE49-F238E27FC236}">
                  <a16:creationId xmlns:a16="http://schemas.microsoft.com/office/drawing/2014/main" id="{97D9E8E9-08D9-D6D1-A138-60D972D88EEC}"/>
                </a:ext>
              </a:extLst>
            </p:cNvPr>
            <p:cNvSpPr/>
            <p:nvPr/>
          </p:nvSpPr>
          <p:spPr>
            <a:xfrm>
              <a:off x="6013193" y="3337452"/>
              <a:ext cx="318569" cy="555575"/>
            </a:xfrm>
            <a:custGeom>
              <a:avLst/>
              <a:gdLst/>
              <a:ahLst/>
              <a:cxnLst/>
              <a:rect l="l" t="t" r="r" b="b"/>
              <a:pathLst>
                <a:path w="3027" h="5279" extrusionOk="0">
                  <a:moveTo>
                    <a:pt x="2292" y="62"/>
                  </a:moveTo>
                  <a:cubicBezTo>
                    <a:pt x="2366" y="62"/>
                    <a:pt x="2443" y="70"/>
                    <a:pt x="2520" y="89"/>
                  </a:cubicBezTo>
                  <a:cubicBezTo>
                    <a:pt x="2697" y="135"/>
                    <a:pt x="2801" y="311"/>
                    <a:pt x="2834" y="615"/>
                  </a:cubicBezTo>
                  <a:cubicBezTo>
                    <a:pt x="2892" y="1196"/>
                    <a:pt x="2664" y="2188"/>
                    <a:pt x="2249" y="3148"/>
                  </a:cubicBezTo>
                  <a:cubicBezTo>
                    <a:pt x="1805" y="4172"/>
                    <a:pt x="1260" y="4917"/>
                    <a:pt x="790" y="5142"/>
                  </a:cubicBezTo>
                  <a:cubicBezTo>
                    <a:pt x="686" y="5191"/>
                    <a:pt x="586" y="5216"/>
                    <a:pt x="489" y="5216"/>
                  </a:cubicBezTo>
                  <a:cubicBezTo>
                    <a:pt x="339" y="5216"/>
                    <a:pt x="198" y="5156"/>
                    <a:pt x="69" y="5034"/>
                  </a:cubicBezTo>
                  <a:lnTo>
                    <a:pt x="399" y="4058"/>
                  </a:lnTo>
                  <a:cubicBezTo>
                    <a:pt x="479" y="4113"/>
                    <a:pt x="574" y="4141"/>
                    <a:pt x="670" y="4141"/>
                  </a:cubicBezTo>
                  <a:cubicBezTo>
                    <a:pt x="699" y="4141"/>
                    <a:pt x="729" y="4139"/>
                    <a:pt x="758" y="4133"/>
                  </a:cubicBezTo>
                  <a:cubicBezTo>
                    <a:pt x="1029" y="4088"/>
                    <a:pt x="1283" y="3830"/>
                    <a:pt x="1521" y="3369"/>
                  </a:cubicBezTo>
                  <a:cubicBezTo>
                    <a:pt x="1832" y="2769"/>
                    <a:pt x="2119" y="1555"/>
                    <a:pt x="1874" y="1323"/>
                  </a:cubicBezTo>
                  <a:cubicBezTo>
                    <a:pt x="1852" y="1303"/>
                    <a:pt x="1820" y="1285"/>
                    <a:pt x="1776" y="1285"/>
                  </a:cubicBezTo>
                  <a:cubicBezTo>
                    <a:pt x="1741" y="1285"/>
                    <a:pt x="1699" y="1296"/>
                    <a:pt x="1649" y="1326"/>
                  </a:cubicBezTo>
                  <a:cubicBezTo>
                    <a:pt x="1215" y="1584"/>
                    <a:pt x="892" y="1764"/>
                    <a:pt x="758" y="1842"/>
                  </a:cubicBezTo>
                  <a:lnTo>
                    <a:pt x="1208" y="595"/>
                  </a:lnTo>
                  <a:cubicBezTo>
                    <a:pt x="1254" y="543"/>
                    <a:pt x="1728" y="62"/>
                    <a:pt x="2292" y="62"/>
                  </a:cubicBezTo>
                  <a:close/>
                  <a:moveTo>
                    <a:pt x="2287" y="0"/>
                  </a:moveTo>
                  <a:cubicBezTo>
                    <a:pt x="1674" y="0"/>
                    <a:pt x="1182" y="530"/>
                    <a:pt x="1159" y="556"/>
                  </a:cubicBezTo>
                  <a:cubicBezTo>
                    <a:pt x="1156" y="559"/>
                    <a:pt x="1156" y="562"/>
                    <a:pt x="1153" y="566"/>
                  </a:cubicBezTo>
                  <a:lnTo>
                    <a:pt x="673" y="1897"/>
                  </a:lnTo>
                  <a:cubicBezTo>
                    <a:pt x="665" y="1918"/>
                    <a:pt x="682" y="1937"/>
                    <a:pt x="701" y="1937"/>
                  </a:cubicBezTo>
                  <a:cubicBezTo>
                    <a:pt x="706" y="1937"/>
                    <a:pt x="711" y="1936"/>
                    <a:pt x="715" y="1933"/>
                  </a:cubicBezTo>
                  <a:cubicBezTo>
                    <a:pt x="719" y="1930"/>
                    <a:pt x="1097" y="1721"/>
                    <a:pt x="1681" y="1378"/>
                  </a:cubicBezTo>
                  <a:cubicBezTo>
                    <a:pt x="1725" y="1353"/>
                    <a:pt x="1756" y="1346"/>
                    <a:pt x="1780" y="1346"/>
                  </a:cubicBezTo>
                  <a:cubicBezTo>
                    <a:pt x="1811" y="1346"/>
                    <a:pt x="1827" y="1360"/>
                    <a:pt x="1835" y="1365"/>
                  </a:cubicBezTo>
                  <a:cubicBezTo>
                    <a:pt x="2021" y="1545"/>
                    <a:pt x="1812" y="2671"/>
                    <a:pt x="1466" y="3340"/>
                  </a:cubicBezTo>
                  <a:cubicBezTo>
                    <a:pt x="1241" y="3774"/>
                    <a:pt x="993" y="4029"/>
                    <a:pt x="748" y="4075"/>
                  </a:cubicBezTo>
                  <a:cubicBezTo>
                    <a:pt x="725" y="4078"/>
                    <a:pt x="702" y="4080"/>
                    <a:pt x="678" y="4080"/>
                  </a:cubicBezTo>
                  <a:cubicBezTo>
                    <a:pt x="580" y="4080"/>
                    <a:pt x="482" y="4047"/>
                    <a:pt x="405" y="3986"/>
                  </a:cubicBezTo>
                  <a:cubicBezTo>
                    <a:pt x="398" y="3982"/>
                    <a:pt x="391" y="3979"/>
                    <a:pt x="384" y="3979"/>
                  </a:cubicBezTo>
                  <a:cubicBezTo>
                    <a:pt x="381" y="3979"/>
                    <a:pt x="378" y="3979"/>
                    <a:pt x="376" y="3980"/>
                  </a:cubicBezTo>
                  <a:cubicBezTo>
                    <a:pt x="366" y="3980"/>
                    <a:pt x="356" y="3990"/>
                    <a:pt x="353" y="3999"/>
                  </a:cubicBezTo>
                  <a:lnTo>
                    <a:pt x="4" y="5031"/>
                  </a:lnTo>
                  <a:cubicBezTo>
                    <a:pt x="0" y="5041"/>
                    <a:pt x="4" y="5054"/>
                    <a:pt x="13" y="5060"/>
                  </a:cubicBezTo>
                  <a:cubicBezTo>
                    <a:pt x="157" y="5204"/>
                    <a:pt x="317" y="5279"/>
                    <a:pt x="487" y="5279"/>
                  </a:cubicBezTo>
                  <a:cubicBezTo>
                    <a:pt x="601" y="5276"/>
                    <a:pt x="715" y="5246"/>
                    <a:pt x="816" y="5197"/>
                  </a:cubicBezTo>
                  <a:cubicBezTo>
                    <a:pt x="1864" y="4695"/>
                    <a:pt x="3026" y="1881"/>
                    <a:pt x="2896" y="608"/>
                  </a:cubicBezTo>
                  <a:cubicBezTo>
                    <a:pt x="2863" y="275"/>
                    <a:pt x="2742" y="79"/>
                    <a:pt x="2537" y="30"/>
                  </a:cubicBezTo>
                  <a:cubicBezTo>
                    <a:pt x="2452" y="9"/>
                    <a:pt x="2368" y="0"/>
                    <a:pt x="2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75">
              <a:extLst>
                <a:ext uri="{FF2B5EF4-FFF2-40B4-BE49-F238E27FC236}">
                  <a16:creationId xmlns:a16="http://schemas.microsoft.com/office/drawing/2014/main" id="{D0FE49C6-FBC4-52E6-414E-B0B6CD981045}"/>
                </a:ext>
              </a:extLst>
            </p:cNvPr>
            <p:cNvSpPr/>
            <p:nvPr/>
          </p:nvSpPr>
          <p:spPr>
            <a:xfrm>
              <a:off x="4256075" y="3888712"/>
              <a:ext cx="1746920" cy="246688"/>
            </a:xfrm>
            <a:custGeom>
              <a:avLst/>
              <a:gdLst/>
              <a:ahLst/>
              <a:cxnLst/>
              <a:rect l="l" t="t" r="r" b="b"/>
              <a:pathLst>
                <a:path w="16599" h="2344" extrusionOk="0">
                  <a:moveTo>
                    <a:pt x="7255" y="1"/>
                  </a:moveTo>
                  <a:cubicBezTo>
                    <a:pt x="5801" y="1"/>
                    <a:pt x="4439" y="39"/>
                    <a:pt x="3444" y="126"/>
                  </a:cubicBezTo>
                  <a:cubicBezTo>
                    <a:pt x="1" y="429"/>
                    <a:pt x="1310" y="1386"/>
                    <a:pt x="2100" y="1683"/>
                  </a:cubicBezTo>
                  <a:cubicBezTo>
                    <a:pt x="3458" y="2190"/>
                    <a:pt x="4919" y="2344"/>
                    <a:pt x="6691" y="2344"/>
                  </a:cubicBezTo>
                  <a:cubicBezTo>
                    <a:pt x="8011" y="2344"/>
                    <a:pt x="9504" y="2258"/>
                    <a:pt x="11255" y="2169"/>
                  </a:cubicBezTo>
                  <a:cubicBezTo>
                    <a:pt x="13018" y="2025"/>
                    <a:pt x="14810" y="1957"/>
                    <a:pt x="15668" y="1480"/>
                  </a:cubicBezTo>
                  <a:cubicBezTo>
                    <a:pt x="16599" y="1144"/>
                    <a:pt x="16125" y="867"/>
                    <a:pt x="15538" y="544"/>
                  </a:cubicBezTo>
                  <a:cubicBezTo>
                    <a:pt x="14964" y="233"/>
                    <a:pt x="10833" y="1"/>
                    <a:pt x="725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75">
              <a:extLst>
                <a:ext uri="{FF2B5EF4-FFF2-40B4-BE49-F238E27FC236}">
                  <a16:creationId xmlns:a16="http://schemas.microsoft.com/office/drawing/2014/main" id="{77612B2A-5703-0FFF-163E-488E4A4D6A26}"/>
                </a:ext>
              </a:extLst>
            </p:cNvPr>
            <p:cNvSpPr/>
            <p:nvPr/>
          </p:nvSpPr>
          <p:spPr>
            <a:xfrm>
              <a:off x="5179151" y="3152647"/>
              <a:ext cx="1037481" cy="917399"/>
            </a:xfrm>
            <a:custGeom>
              <a:avLst/>
              <a:gdLst/>
              <a:ahLst/>
              <a:cxnLst/>
              <a:rect l="l" t="t" r="r" b="b"/>
              <a:pathLst>
                <a:path w="9858" h="8717" extrusionOk="0">
                  <a:moveTo>
                    <a:pt x="715" y="1"/>
                  </a:moveTo>
                  <a:cubicBezTo>
                    <a:pt x="715" y="1"/>
                    <a:pt x="0" y="6911"/>
                    <a:pt x="4221" y="8585"/>
                  </a:cubicBezTo>
                  <a:cubicBezTo>
                    <a:pt x="4221" y="8585"/>
                    <a:pt x="4755" y="8717"/>
                    <a:pt x="5450" y="8717"/>
                  </a:cubicBezTo>
                  <a:cubicBezTo>
                    <a:pt x="5894" y="8717"/>
                    <a:pt x="6404" y="8663"/>
                    <a:pt x="6881" y="8487"/>
                  </a:cubicBezTo>
                  <a:cubicBezTo>
                    <a:pt x="6881" y="8487"/>
                    <a:pt x="9858" y="5054"/>
                    <a:pt x="9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75">
              <a:extLst>
                <a:ext uri="{FF2B5EF4-FFF2-40B4-BE49-F238E27FC236}">
                  <a16:creationId xmlns:a16="http://schemas.microsoft.com/office/drawing/2014/main" id="{0DC37B25-11BE-34CB-D3C8-D449DC1C39C4}"/>
                </a:ext>
              </a:extLst>
            </p:cNvPr>
            <p:cNvSpPr/>
            <p:nvPr/>
          </p:nvSpPr>
          <p:spPr>
            <a:xfrm>
              <a:off x="5254399" y="3153068"/>
              <a:ext cx="962232" cy="914136"/>
            </a:xfrm>
            <a:custGeom>
              <a:avLst/>
              <a:gdLst/>
              <a:ahLst/>
              <a:cxnLst/>
              <a:rect l="l" t="t" r="r" b="b"/>
              <a:pathLst>
                <a:path w="9143" h="8686" extrusionOk="0">
                  <a:moveTo>
                    <a:pt x="7067" y="976"/>
                  </a:moveTo>
                  <a:cubicBezTo>
                    <a:pt x="7090" y="3937"/>
                    <a:pt x="6248" y="7893"/>
                    <a:pt x="5170" y="8686"/>
                  </a:cubicBezTo>
                  <a:cubicBezTo>
                    <a:pt x="5510" y="8663"/>
                    <a:pt x="5843" y="8594"/>
                    <a:pt x="6166" y="8487"/>
                  </a:cubicBezTo>
                  <a:cubicBezTo>
                    <a:pt x="6166" y="8487"/>
                    <a:pt x="9143" y="5050"/>
                    <a:pt x="9107" y="0"/>
                  </a:cubicBez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75">
              <a:extLst>
                <a:ext uri="{FF2B5EF4-FFF2-40B4-BE49-F238E27FC236}">
                  <a16:creationId xmlns:a16="http://schemas.microsoft.com/office/drawing/2014/main" id="{202CD9EF-FB0E-7CCA-F03A-8C465F9731A7}"/>
                </a:ext>
              </a:extLst>
            </p:cNvPr>
            <p:cNvSpPr/>
            <p:nvPr/>
          </p:nvSpPr>
          <p:spPr>
            <a:xfrm>
              <a:off x="5243349" y="3149595"/>
              <a:ext cx="975072" cy="923819"/>
            </a:xfrm>
            <a:custGeom>
              <a:avLst/>
              <a:gdLst/>
              <a:ahLst/>
              <a:cxnLst/>
              <a:rect l="l" t="t" r="r" b="b"/>
              <a:pathLst>
                <a:path w="9265" h="8778" extrusionOk="0">
                  <a:moveTo>
                    <a:pt x="9182" y="63"/>
                  </a:moveTo>
                  <a:cubicBezTo>
                    <a:pt x="9196" y="2651"/>
                    <a:pt x="8399" y="4802"/>
                    <a:pt x="7730" y="6153"/>
                  </a:cubicBezTo>
                  <a:cubicBezTo>
                    <a:pt x="7031" y="7560"/>
                    <a:pt x="6320" y="8412"/>
                    <a:pt x="6251" y="8490"/>
                  </a:cubicBezTo>
                  <a:cubicBezTo>
                    <a:pt x="5783" y="8662"/>
                    <a:pt x="5282" y="8715"/>
                    <a:pt x="4844" y="8715"/>
                  </a:cubicBezTo>
                  <a:cubicBezTo>
                    <a:pt x="4160" y="8715"/>
                    <a:pt x="3629" y="8587"/>
                    <a:pt x="3617" y="8585"/>
                  </a:cubicBezTo>
                  <a:cubicBezTo>
                    <a:pt x="1656" y="8092"/>
                    <a:pt x="813" y="5794"/>
                    <a:pt x="454" y="3957"/>
                  </a:cubicBezTo>
                  <a:cubicBezTo>
                    <a:pt x="86" y="2093"/>
                    <a:pt x="128" y="311"/>
                    <a:pt x="135" y="63"/>
                  </a:cubicBezTo>
                  <a:close/>
                  <a:moveTo>
                    <a:pt x="105" y="1"/>
                  </a:moveTo>
                  <a:cubicBezTo>
                    <a:pt x="89" y="1"/>
                    <a:pt x="76" y="14"/>
                    <a:pt x="76" y="30"/>
                  </a:cubicBezTo>
                  <a:cubicBezTo>
                    <a:pt x="76" y="50"/>
                    <a:pt x="1" y="1962"/>
                    <a:pt x="392" y="3966"/>
                  </a:cubicBezTo>
                  <a:cubicBezTo>
                    <a:pt x="624" y="5148"/>
                    <a:pt x="973" y="6127"/>
                    <a:pt x="1421" y="6881"/>
                  </a:cubicBezTo>
                  <a:cubicBezTo>
                    <a:pt x="1989" y="7828"/>
                    <a:pt x="2723" y="8422"/>
                    <a:pt x="3604" y="8644"/>
                  </a:cubicBezTo>
                  <a:cubicBezTo>
                    <a:pt x="4012" y="8732"/>
                    <a:pt x="4427" y="8778"/>
                    <a:pt x="4845" y="8778"/>
                  </a:cubicBezTo>
                  <a:cubicBezTo>
                    <a:pt x="5292" y="8778"/>
                    <a:pt x="5804" y="8722"/>
                    <a:pt x="6281" y="8546"/>
                  </a:cubicBezTo>
                  <a:cubicBezTo>
                    <a:pt x="6287" y="8546"/>
                    <a:pt x="6291" y="8543"/>
                    <a:pt x="6294" y="8539"/>
                  </a:cubicBezTo>
                  <a:cubicBezTo>
                    <a:pt x="6300" y="8529"/>
                    <a:pt x="7048" y="7658"/>
                    <a:pt x="7782" y="6183"/>
                  </a:cubicBezTo>
                  <a:cubicBezTo>
                    <a:pt x="8461" y="4822"/>
                    <a:pt x="9264" y="2648"/>
                    <a:pt x="9244" y="30"/>
                  </a:cubicBezTo>
                  <a:cubicBezTo>
                    <a:pt x="9244" y="14"/>
                    <a:pt x="9228" y="1"/>
                    <a:pt x="9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75">
              <a:extLst>
                <a:ext uri="{FF2B5EF4-FFF2-40B4-BE49-F238E27FC236}">
                  <a16:creationId xmlns:a16="http://schemas.microsoft.com/office/drawing/2014/main" id="{9963C7DF-480E-7E19-AEDD-1A1E65262059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75">
              <a:extLst>
                <a:ext uri="{FF2B5EF4-FFF2-40B4-BE49-F238E27FC236}">
                  <a16:creationId xmlns:a16="http://schemas.microsoft.com/office/drawing/2014/main" id="{87B3B2B9-4A17-AEAB-540B-E911D3BE7F02}"/>
                </a:ext>
              </a:extLst>
            </p:cNvPr>
            <p:cNvSpPr/>
            <p:nvPr/>
          </p:nvSpPr>
          <p:spPr>
            <a:xfrm>
              <a:off x="5251242" y="3000150"/>
              <a:ext cx="965074" cy="305519"/>
            </a:xfrm>
            <a:custGeom>
              <a:avLst/>
              <a:gdLst/>
              <a:ahLst/>
              <a:cxnLst/>
              <a:rect l="l" t="t" r="r" b="b"/>
              <a:pathLst>
                <a:path w="9170" h="2903" extrusionOk="0">
                  <a:moveTo>
                    <a:pt x="4584" y="63"/>
                  </a:moveTo>
                  <a:cubicBezTo>
                    <a:pt x="7077" y="63"/>
                    <a:pt x="9107" y="686"/>
                    <a:pt x="9107" y="1450"/>
                  </a:cubicBezTo>
                  <a:cubicBezTo>
                    <a:pt x="9107" y="2214"/>
                    <a:pt x="7077" y="2837"/>
                    <a:pt x="4584" y="2837"/>
                  </a:cubicBezTo>
                  <a:cubicBezTo>
                    <a:pt x="2090" y="2837"/>
                    <a:pt x="63" y="2214"/>
                    <a:pt x="63" y="1450"/>
                  </a:cubicBezTo>
                  <a:cubicBezTo>
                    <a:pt x="63" y="686"/>
                    <a:pt x="2090" y="63"/>
                    <a:pt x="4584" y="63"/>
                  </a:cubicBezTo>
                  <a:close/>
                  <a:moveTo>
                    <a:pt x="4584" y="1"/>
                  </a:moveTo>
                  <a:cubicBezTo>
                    <a:pt x="3366" y="1"/>
                    <a:pt x="2217" y="151"/>
                    <a:pt x="1355" y="419"/>
                  </a:cubicBezTo>
                  <a:cubicBezTo>
                    <a:pt x="481" y="689"/>
                    <a:pt x="1" y="1058"/>
                    <a:pt x="1" y="1450"/>
                  </a:cubicBezTo>
                  <a:cubicBezTo>
                    <a:pt x="1" y="1845"/>
                    <a:pt x="481" y="2210"/>
                    <a:pt x="1355" y="2485"/>
                  </a:cubicBezTo>
                  <a:cubicBezTo>
                    <a:pt x="2217" y="2752"/>
                    <a:pt x="3366" y="2902"/>
                    <a:pt x="4584" y="2902"/>
                  </a:cubicBezTo>
                  <a:cubicBezTo>
                    <a:pt x="5804" y="2902"/>
                    <a:pt x="6950" y="2752"/>
                    <a:pt x="7812" y="2485"/>
                  </a:cubicBezTo>
                  <a:cubicBezTo>
                    <a:pt x="8686" y="2210"/>
                    <a:pt x="9169" y="1845"/>
                    <a:pt x="9169" y="1450"/>
                  </a:cubicBezTo>
                  <a:cubicBezTo>
                    <a:pt x="9169" y="1058"/>
                    <a:pt x="8686" y="689"/>
                    <a:pt x="7812" y="419"/>
                  </a:cubicBezTo>
                  <a:cubicBezTo>
                    <a:pt x="6950" y="151"/>
                    <a:pt x="5804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75">
              <a:extLst>
                <a:ext uri="{FF2B5EF4-FFF2-40B4-BE49-F238E27FC236}">
                  <a16:creationId xmlns:a16="http://schemas.microsoft.com/office/drawing/2014/main" id="{419E7E80-EBFB-2AB2-BD02-18F9137C63D8}"/>
                </a:ext>
              </a:extLst>
            </p:cNvPr>
            <p:cNvSpPr/>
            <p:nvPr/>
          </p:nvSpPr>
          <p:spPr>
            <a:xfrm>
              <a:off x="5254399" y="3003623"/>
              <a:ext cx="958443" cy="298573"/>
            </a:xfrm>
            <a:custGeom>
              <a:avLst/>
              <a:gdLst/>
              <a:ahLst/>
              <a:cxnLst/>
              <a:rect l="l" t="t" r="r" b="b"/>
              <a:pathLst>
                <a:path w="9107" h="2837" extrusionOk="0">
                  <a:moveTo>
                    <a:pt x="4554" y="0"/>
                  </a:moveTo>
                  <a:cubicBezTo>
                    <a:pt x="2040" y="0"/>
                    <a:pt x="0" y="634"/>
                    <a:pt x="0" y="1417"/>
                  </a:cubicBezTo>
                  <a:cubicBezTo>
                    <a:pt x="0" y="2204"/>
                    <a:pt x="2040" y="2837"/>
                    <a:pt x="4554" y="2837"/>
                  </a:cubicBezTo>
                  <a:cubicBezTo>
                    <a:pt x="7067" y="2837"/>
                    <a:pt x="9107" y="2204"/>
                    <a:pt x="9107" y="1417"/>
                  </a:cubicBezTo>
                  <a:cubicBezTo>
                    <a:pt x="9107" y="634"/>
                    <a:pt x="7067" y="0"/>
                    <a:pt x="4554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75">
              <a:extLst>
                <a:ext uri="{FF2B5EF4-FFF2-40B4-BE49-F238E27FC236}">
                  <a16:creationId xmlns:a16="http://schemas.microsoft.com/office/drawing/2014/main" id="{C74C2A36-FD04-9C32-4E49-1F32A3A0FDFA}"/>
                </a:ext>
              </a:extLst>
            </p:cNvPr>
            <p:cNvSpPr/>
            <p:nvPr/>
          </p:nvSpPr>
          <p:spPr>
            <a:xfrm>
              <a:off x="5302495" y="3133071"/>
              <a:ext cx="862252" cy="169125"/>
            </a:xfrm>
            <a:custGeom>
              <a:avLst/>
              <a:gdLst/>
              <a:ahLst/>
              <a:cxnLst/>
              <a:rect l="l" t="t" r="r" b="b"/>
              <a:pathLst>
                <a:path w="8193" h="1607" extrusionOk="0">
                  <a:moveTo>
                    <a:pt x="4097" y="1"/>
                  </a:moveTo>
                  <a:cubicBezTo>
                    <a:pt x="2292" y="1"/>
                    <a:pt x="738" y="331"/>
                    <a:pt x="0" y="804"/>
                  </a:cubicBezTo>
                  <a:cubicBezTo>
                    <a:pt x="738" y="1280"/>
                    <a:pt x="2292" y="1607"/>
                    <a:pt x="4097" y="1607"/>
                  </a:cubicBezTo>
                  <a:cubicBezTo>
                    <a:pt x="5902" y="1607"/>
                    <a:pt x="7458" y="1280"/>
                    <a:pt x="8193" y="804"/>
                  </a:cubicBezTo>
                  <a:cubicBezTo>
                    <a:pt x="7458" y="331"/>
                    <a:pt x="5902" y="1"/>
                    <a:pt x="4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75">
              <a:extLst>
                <a:ext uri="{FF2B5EF4-FFF2-40B4-BE49-F238E27FC236}">
                  <a16:creationId xmlns:a16="http://schemas.microsoft.com/office/drawing/2014/main" id="{370FAC25-3492-AD9B-B2C3-AEDFA4462644}"/>
                </a:ext>
              </a:extLst>
            </p:cNvPr>
            <p:cNvSpPr/>
            <p:nvPr/>
          </p:nvSpPr>
          <p:spPr>
            <a:xfrm>
              <a:off x="5299338" y="3130019"/>
              <a:ext cx="868882" cy="175650"/>
            </a:xfrm>
            <a:custGeom>
              <a:avLst/>
              <a:gdLst/>
              <a:ahLst/>
              <a:cxnLst/>
              <a:rect l="l" t="t" r="r" b="b"/>
              <a:pathLst>
                <a:path w="8256" h="1669" extrusionOk="0">
                  <a:moveTo>
                    <a:pt x="4127" y="63"/>
                  </a:moveTo>
                  <a:cubicBezTo>
                    <a:pt x="5824" y="63"/>
                    <a:pt x="7397" y="363"/>
                    <a:pt x="8167" y="833"/>
                  </a:cubicBezTo>
                  <a:cubicBezTo>
                    <a:pt x="7397" y="1303"/>
                    <a:pt x="5824" y="1606"/>
                    <a:pt x="4127" y="1606"/>
                  </a:cubicBezTo>
                  <a:cubicBezTo>
                    <a:pt x="2432" y="1606"/>
                    <a:pt x="856" y="1303"/>
                    <a:pt x="89" y="833"/>
                  </a:cubicBezTo>
                  <a:cubicBezTo>
                    <a:pt x="856" y="363"/>
                    <a:pt x="2432" y="63"/>
                    <a:pt x="4127" y="63"/>
                  </a:cubicBezTo>
                  <a:close/>
                  <a:moveTo>
                    <a:pt x="4127" y="1"/>
                  </a:moveTo>
                  <a:cubicBezTo>
                    <a:pt x="2364" y="1"/>
                    <a:pt x="787" y="311"/>
                    <a:pt x="14" y="807"/>
                  </a:cubicBezTo>
                  <a:cubicBezTo>
                    <a:pt x="4" y="813"/>
                    <a:pt x="1" y="823"/>
                    <a:pt x="1" y="833"/>
                  </a:cubicBezTo>
                  <a:cubicBezTo>
                    <a:pt x="1" y="843"/>
                    <a:pt x="4" y="852"/>
                    <a:pt x="14" y="859"/>
                  </a:cubicBezTo>
                  <a:cubicBezTo>
                    <a:pt x="787" y="1358"/>
                    <a:pt x="2364" y="1668"/>
                    <a:pt x="4127" y="1668"/>
                  </a:cubicBezTo>
                  <a:cubicBezTo>
                    <a:pt x="5892" y="1668"/>
                    <a:pt x="7469" y="1358"/>
                    <a:pt x="8239" y="859"/>
                  </a:cubicBezTo>
                  <a:cubicBezTo>
                    <a:pt x="8249" y="852"/>
                    <a:pt x="8256" y="843"/>
                    <a:pt x="8256" y="833"/>
                  </a:cubicBezTo>
                  <a:cubicBezTo>
                    <a:pt x="8256" y="823"/>
                    <a:pt x="8249" y="813"/>
                    <a:pt x="8239" y="807"/>
                  </a:cubicBezTo>
                  <a:cubicBezTo>
                    <a:pt x="7469" y="311"/>
                    <a:pt x="5892" y="1"/>
                    <a:pt x="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75">
              <a:extLst>
                <a:ext uri="{FF2B5EF4-FFF2-40B4-BE49-F238E27FC236}">
                  <a16:creationId xmlns:a16="http://schemas.microsoft.com/office/drawing/2014/main" id="{21FCB296-5827-F8BD-4EFD-6843562225EE}"/>
                </a:ext>
              </a:extLst>
            </p:cNvPr>
            <p:cNvSpPr/>
            <p:nvPr/>
          </p:nvSpPr>
          <p:spPr>
            <a:xfrm>
              <a:off x="5425102" y="2554975"/>
              <a:ext cx="550103" cy="507479"/>
            </a:xfrm>
            <a:custGeom>
              <a:avLst/>
              <a:gdLst/>
              <a:ahLst/>
              <a:cxnLst/>
              <a:rect l="l" t="t" r="r" b="b"/>
              <a:pathLst>
                <a:path w="5227" h="4822" extrusionOk="0">
                  <a:moveTo>
                    <a:pt x="3418" y="1"/>
                  </a:moveTo>
                  <a:cubicBezTo>
                    <a:pt x="3069" y="1"/>
                    <a:pt x="2785" y="167"/>
                    <a:pt x="2785" y="373"/>
                  </a:cubicBezTo>
                  <a:cubicBezTo>
                    <a:pt x="2785" y="578"/>
                    <a:pt x="3069" y="741"/>
                    <a:pt x="3418" y="741"/>
                  </a:cubicBezTo>
                  <a:cubicBezTo>
                    <a:pt x="3770" y="741"/>
                    <a:pt x="4054" y="575"/>
                    <a:pt x="4054" y="373"/>
                  </a:cubicBezTo>
                  <a:cubicBezTo>
                    <a:pt x="4054" y="167"/>
                    <a:pt x="3770" y="4"/>
                    <a:pt x="3418" y="4"/>
                  </a:cubicBezTo>
                  <a:lnTo>
                    <a:pt x="3418" y="1"/>
                  </a:lnTo>
                  <a:close/>
                  <a:moveTo>
                    <a:pt x="4094" y="1084"/>
                  </a:moveTo>
                  <a:cubicBezTo>
                    <a:pt x="3467" y="1084"/>
                    <a:pt x="2961" y="1381"/>
                    <a:pt x="2961" y="1744"/>
                  </a:cubicBezTo>
                  <a:cubicBezTo>
                    <a:pt x="2961" y="2109"/>
                    <a:pt x="3467" y="2406"/>
                    <a:pt x="4094" y="2406"/>
                  </a:cubicBezTo>
                  <a:cubicBezTo>
                    <a:pt x="4720" y="2406"/>
                    <a:pt x="5226" y="2109"/>
                    <a:pt x="5226" y="1744"/>
                  </a:cubicBezTo>
                  <a:cubicBezTo>
                    <a:pt x="5226" y="1381"/>
                    <a:pt x="4720" y="1084"/>
                    <a:pt x="4094" y="1084"/>
                  </a:cubicBezTo>
                  <a:close/>
                  <a:moveTo>
                    <a:pt x="1632" y="2256"/>
                  </a:moveTo>
                  <a:cubicBezTo>
                    <a:pt x="732" y="2256"/>
                    <a:pt x="0" y="2550"/>
                    <a:pt x="0" y="2915"/>
                  </a:cubicBezTo>
                  <a:cubicBezTo>
                    <a:pt x="0" y="3124"/>
                    <a:pt x="242" y="3310"/>
                    <a:pt x="617" y="3431"/>
                  </a:cubicBezTo>
                  <a:cubicBezTo>
                    <a:pt x="412" y="3571"/>
                    <a:pt x="288" y="3731"/>
                    <a:pt x="288" y="3908"/>
                  </a:cubicBezTo>
                  <a:cubicBezTo>
                    <a:pt x="288" y="4414"/>
                    <a:pt x="1299" y="4822"/>
                    <a:pt x="2550" y="4822"/>
                  </a:cubicBezTo>
                  <a:cubicBezTo>
                    <a:pt x="3796" y="4822"/>
                    <a:pt x="4808" y="4410"/>
                    <a:pt x="4808" y="3908"/>
                  </a:cubicBezTo>
                  <a:cubicBezTo>
                    <a:pt x="4808" y="3496"/>
                    <a:pt x="4146" y="3154"/>
                    <a:pt x="3235" y="3036"/>
                  </a:cubicBezTo>
                  <a:cubicBezTo>
                    <a:pt x="3255" y="2997"/>
                    <a:pt x="3264" y="2958"/>
                    <a:pt x="3264" y="2915"/>
                  </a:cubicBezTo>
                  <a:cubicBezTo>
                    <a:pt x="3264" y="2550"/>
                    <a:pt x="2533" y="2256"/>
                    <a:pt x="1632" y="2256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15294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3" name="Google Shape;5493;p75">
            <a:extLst>
              <a:ext uri="{FF2B5EF4-FFF2-40B4-BE49-F238E27FC236}">
                <a16:creationId xmlns:a16="http://schemas.microsoft.com/office/drawing/2014/main" id="{B24E22F3-53DF-5F71-F823-FA1F676F78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1700" y="2532350"/>
            <a:ext cx="18774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Lalezar"/>
                <a:ea typeface="Lalezar"/>
                <a:cs typeface="Lalezar"/>
                <a:sym typeface="Lalezar"/>
              </a:rPr>
              <a:t>WAVVE</a:t>
            </a:r>
            <a:endParaRPr sz="2000" dirty="0">
              <a:latin typeface="Lalezar"/>
              <a:ea typeface="Lalezar"/>
              <a:cs typeface="Lalezar"/>
              <a:sym typeface="Lalezar"/>
            </a:endParaRPr>
          </a:p>
        </p:txBody>
      </p:sp>
      <p:sp>
        <p:nvSpPr>
          <p:cNvPr id="5494" name="Google Shape;5494;p75">
            <a:extLst>
              <a:ext uri="{FF2B5EF4-FFF2-40B4-BE49-F238E27FC236}">
                <a16:creationId xmlns:a16="http://schemas.microsoft.com/office/drawing/2014/main" id="{AB64D2B3-96D4-22DB-7122-750B6DF623D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01700" y="3168052"/>
            <a:ext cx="1877400" cy="9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Feel</a:t>
            </a:r>
            <a:r>
              <a:rPr lang="fr-FR" dirty="0"/>
              <a:t> The </a:t>
            </a:r>
            <a:r>
              <a:rPr lang="fr-FR" dirty="0" err="1"/>
              <a:t>Soothing</a:t>
            </a:r>
            <a:r>
              <a:rPr lang="fr-FR" dirty="0"/>
              <a:t> Waves </a:t>
            </a:r>
            <a:r>
              <a:rPr lang="fr-FR" dirty="0" err="1"/>
              <a:t>with</a:t>
            </a:r>
            <a:r>
              <a:rPr lang="fr-FR" dirty="0"/>
              <a:t> WAVVE APP!</a:t>
            </a:r>
            <a:endParaRPr dirty="0"/>
          </a:p>
        </p:txBody>
      </p:sp>
      <p:sp>
        <p:nvSpPr>
          <p:cNvPr id="5496" name="Google Shape;5496;p75">
            <a:extLst>
              <a:ext uri="{FF2B5EF4-FFF2-40B4-BE49-F238E27FC236}">
                <a16:creationId xmlns:a16="http://schemas.microsoft.com/office/drawing/2014/main" id="{658BE7E6-87B3-1502-66AC-87A0BF443ED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01700" y="2902813"/>
            <a:ext cx="1877400" cy="36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Best Music App</a:t>
            </a:r>
            <a:endParaRPr b="1" dirty="0"/>
          </a:p>
        </p:txBody>
      </p:sp>
      <p:grpSp>
        <p:nvGrpSpPr>
          <p:cNvPr id="5497" name="Google Shape;5497;p75">
            <a:extLst>
              <a:ext uri="{FF2B5EF4-FFF2-40B4-BE49-F238E27FC236}">
                <a16:creationId xmlns:a16="http://schemas.microsoft.com/office/drawing/2014/main" id="{D0A9633C-FE92-A357-EAED-A4C13B044202}"/>
              </a:ext>
            </a:extLst>
          </p:cNvPr>
          <p:cNvGrpSpPr/>
          <p:nvPr/>
        </p:nvGrpSpPr>
        <p:grpSpPr>
          <a:xfrm>
            <a:off x="4162864" y="199513"/>
            <a:ext cx="4736954" cy="4054624"/>
            <a:chOff x="4160789" y="1005888"/>
            <a:chExt cx="4736954" cy="4054624"/>
          </a:xfrm>
        </p:grpSpPr>
        <p:sp>
          <p:nvSpPr>
            <p:cNvPr id="5498" name="Google Shape;5498;p75">
              <a:extLst>
                <a:ext uri="{FF2B5EF4-FFF2-40B4-BE49-F238E27FC236}">
                  <a16:creationId xmlns:a16="http://schemas.microsoft.com/office/drawing/2014/main" id="{AD40F9B9-7328-AF0C-01CC-0FD166A64F05}"/>
                </a:ext>
              </a:extLst>
            </p:cNvPr>
            <p:cNvSpPr/>
            <p:nvPr/>
          </p:nvSpPr>
          <p:spPr>
            <a:xfrm rot="-4511497" flipH="1">
              <a:off x="8867745" y="137980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75">
              <a:extLst>
                <a:ext uri="{FF2B5EF4-FFF2-40B4-BE49-F238E27FC236}">
                  <a16:creationId xmlns:a16="http://schemas.microsoft.com/office/drawing/2014/main" id="{B0D280D9-6966-48D9-7A2D-953CE0E869FF}"/>
                </a:ext>
              </a:extLst>
            </p:cNvPr>
            <p:cNvSpPr/>
            <p:nvPr/>
          </p:nvSpPr>
          <p:spPr>
            <a:xfrm flipH="1">
              <a:off x="8738550" y="1005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75">
              <a:extLst>
                <a:ext uri="{FF2B5EF4-FFF2-40B4-BE49-F238E27FC236}">
                  <a16:creationId xmlns:a16="http://schemas.microsoft.com/office/drawing/2014/main" id="{EE4748C4-8663-B77D-81F9-D7FFD3F46D1E}"/>
                </a:ext>
              </a:extLst>
            </p:cNvPr>
            <p:cNvSpPr/>
            <p:nvPr/>
          </p:nvSpPr>
          <p:spPr>
            <a:xfrm rot="-4514075" flipH="1">
              <a:off x="8258702" y="106975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75">
              <a:extLst>
                <a:ext uri="{FF2B5EF4-FFF2-40B4-BE49-F238E27FC236}">
                  <a16:creationId xmlns:a16="http://schemas.microsoft.com/office/drawing/2014/main" id="{C2B50150-8C4E-AFB0-9DB6-C28F4C2C659B}"/>
                </a:ext>
              </a:extLst>
            </p:cNvPr>
            <p:cNvSpPr/>
            <p:nvPr/>
          </p:nvSpPr>
          <p:spPr>
            <a:xfrm flipH="1">
              <a:off x="8364725" y="14527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75">
              <a:extLst>
                <a:ext uri="{FF2B5EF4-FFF2-40B4-BE49-F238E27FC236}">
                  <a16:creationId xmlns:a16="http://schemas.microsoft.com/office/drawing/2014/main" id="{70E8D268-4A6F-E9D4-B603-415F823FE7FA}"/>
                </a:ext>
              </a:extLst>
            </p:cNvPr>
            <p:cNvSpPr/>
            <p:nvPr/>
          </p:nvSpPr>
          <p:spPr>
            <a:xfrm rot="-4511497" flipH="1">
              <a:off x="8831295" y="1548450"/>
              <a:ext cx="26997" cy="2699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75">
              <a:extLst>
                <a:ext uri="{FF2B5EF4-FFF2-40B4-BE49-F238E27FC236}">
                  <a16:creationId xmlns:a16="http://schemas.microsoft.com/office/drawing/2014/main" id="{03CF25F3-0ED8-DF1E-9680-50CAE684BDBE}"/>
                </a:ext>
              </a:extLst>
            </p:cNvPr>
            <p:cNvSpPr/>
            <p:nvPr/>
          </p:nvSpPr>
          <p:spPr>
            <a:xfrm flipH="1">
              <a:off x="8519325" y="20488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75">
              <a:extLst>
                <a:ext uri="{FF2B5EF4-FFF2-40B4-BE49-F238E27FC236}">
                  <a16:creationId xmlns:a16="http://schemas.microsoft.com/office/drawing/2014/main" id="{5B259BDE-20AD-EBEF-8573-FECCDBFEDA4B}"/>
                </a:ext>
              </a:extLst>
            </p:cNvPr>
            <p:cNvSpPr/>
            <p:nvPr/>
          </p:nvSpPr>
          <p:spPr>
            <a:xfrm flipH="1">
              <a:off x="8456575" y="2487500"/>
              <a:ext cx="39900" cy="3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75">
              <a:extLst>
                <a:ext uri="{FF2B5EF4-FFF2-40B4-BE49-F238E27FC236}">
                  <a16:creationId xmlns:a16="http://schemas.microsoft.com/office/drawing/2014/main" id="{C5788C4B-9C77-4550-0D39-B74059A1FF16}"/>
                </a:ext>
              </a:extLst>
            </p:cNvPr>
            <p:cNvSpPr/>
            <p:nvPr/>
          </p:nvSpPr>
          <p:spPr>
            <a:xfrm flipH="1">
              <a:off x="7652375" y="3537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75">
              <a:extLst>
                <a:ext uri="{FF2B5EF4-FFF2-40B4-BE49-F238E27FC236}">
                  <a16:creationId xmlns:a16="http://schemas.microsoft.com/office/drawing/2014/main" id="{1D4BDE16-2E92-5275-C090-14F32BF74F9D}"/>
                </a:ext>
              </a:extLst>
            </p:cNvPr>
            <p:cNvSpPr/>
            <p:nvPr/>
          </p:nvSpPr>
          <p:spPr>
            <a:xfrm flipH="1">
              <a:off x="7752000" y="2267888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75">
              <a:extLst>
                <a:ext uri="{FF2B5EF4-FFF2-40B4-BE49-F238E27FC236}">
                  <a16:creationId xmlns:a16="http://schemas.microsoft.com/office/drawing/2014/main" id="{D9A3E894-9AB0-1D83-EC12-3477AF35B552}"/>
                </a:ext>
              </a:extLst>
            </p:cNvPr>
            <p:cNvSpPr/>
            <p:nvPr/>
          </p:nvSpPr>
          <p:spPr>
            <a:xfrm rot="-4514075" flipH="1">
              <a:off x="7083852" y="2004382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75">
              <a:extLst>
                <a:ext uri="{FF2B5EF4-FFF2-40B4-BE49-F238E27FC236}">
                  <a16:creationId xmlns:a16="http://schemas.microsoft.com/office/drawing/2014/main" id="{A4F0322C-5336-361C-3F6A-88F4D398240C}"/>
                </a:ext>
              </a:extLst>
            </p:cNvPr>
            <p:cNvSpPr/>
            <p:nvPr/>
          </p:nvSpPr>
          <p:spPr>
            <a:xfrm rot="-4514075" flipH="1">
              <a:off x="5447652" y="5016007"/>
              <a:ext cx="40022" cy="398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75">
              <a:extLst>
                <a:ext uri="{FF2B5EF4-FFF2-40B4-BE49-F238E27FC236}">
                  <a16:creationId xmlns:a16="http://schemas.microsoft.com/office/drawing/2014/main" id="{DC5E4819-30C3-C38D-8866-D5938C40BFE5}"/>
                </a:ext>
              </a:extLst>
            </p:cNvPr>
            <p:cNvSpPr/>
            <p:nvPr/>
          </p:nvSpPr>
          <p:spPr>
            <a:xfrm flipH="1">
              <a:off x="4160789" y="4649026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75">
              <a:extLst>
                <a:ext uri="{FF2B5EF4-FFF2-40B4-BE49-F238E27FC236}">
                  <a16:creationId xmlns:a16="http://schemas.microsoft.com/office/drawing/2014/main" id="{BD720A1F-1E6F-9E72-A247-171FA4265F83}"/>
                </a:ext>
              </a:extLst>
            </p:cNvPr>
            <p:cNvSpPr/>
            <p:nvPr/>
          </p:nvSpPr>
          <p:spPr>
            <a:xfrm flipH="1">
              <a:off x="6763575" y="37720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75">
              <a:extLst>
                <a:ext uri="{FF2B5EF4-FFF2-40B4-BE49-F238E27FC236}">
                  <a16:creationId xmlns:a16="http://schemas.microsoft.com/office/drawing/2014/main" id="{08D9A702-40B8-A428-CBEB-FCBAE6572545}"/>
                </a:ext>
              </a:extLst>
            </p:cNvPr>
            <p:cNvSpPr/>
            <p:nvPr/>
          </p:nvSpPr>
          <p:spPr>
            <a:xfrm flipH="1">
              <a:off x="7198925" y="3725275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75">
              <a:extLst>
                <a:ext uri="{FF2B5EF4-FFF2-40B4-BE49-F238E27FC236}">
                  <a16:creationId xmlns:a16="http://schemas.microsoft.com/office/drawing/2014/main" id="{D37A92BE-65AF-C650-88A4-E93B2D2B8FFE}"/>
                </a:ext>
              </a:extLst>
            </p:cNvPr>
            <p:cNvSpPr/>
            <p:nvPr/>
          </p:nvSpPr>
          <p:spPr>
            <a:xfrm flipH="1">
              <a:off x="6953475" y="2267900"/>
              <a:ext cx="27000" cy="2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3" name="Google Shape;5513;p75">
            <a:extLst>
              <a:ext uri="{FF2B5EF4-FFF2-40B4-BE49-F238E27FC236}">
                <a16:creationId xmlns:a16="http://schemas.microsoft.com/office/drawing/2014/main" id="{36DB9206-ECD9-30CC-7C4E-A228E0FAD9B8}"/>
              </a:ext>
            </a:extLst>
          </p:cNvPr>
          <p:cNvGrpSpPr/>
          <p:nvPr/>
        </p:nvGrpSpPr>
        <p:grpSpPr>
          <a:xfrm flipH="1">
            <a:off x="2970007" y="4646415"/>
            <a:ext cx="747688" cy="446314"/>
            <a:chOff x="5274100" y="3743727"/>
            <a:chExt cx="880772" cy="525756"/>
          </a:xfrm>
        </p:grpSpPr>
        <p:sp>
          <p:nvSpPr>
            <p:cNvPr id="5514" name="Google Shape;5514;p75">
              <a:extLst>
                <a:ext uri="{FF2B5EF4-FFF2-40B4-BE49-F238E27FC236}">
                  <a16:creationId xmlns:a16="http://schemas.microsoft.com/office/drawing/2014/main" id="{D59B2582-22BA-F0C1-4611-F020844C8C3E}"/>
                </a:ext>
              </a:extLst>
            </p:cNvPr>
            <p:cNvSpPr/>
            <p:nvPr/>
          </p:nvSpPr>
          <p:spPr>
            <a:xfrm>
              <a:off x="5274100" y="3744596"/>
              <a:ext cx="681018" cy="305116"/>
            </a:xfrm>
            <a:custGeom>
              <a:avLst/>
              <a:gdLst/>
              <a:ahLst/>
              <a:cxnLst/>
              <a:rect l="l" t="t" r="r" b="b"/>
              <a:pathLst>
                <a:path w="25072" h="11233" extrusionOk="0">
                  <a:moveTo>
                    <a:pt x="2194" y="1"/>
                  </a:moveTo>
                  <a:lnTo>
                    <a:pt x="1763" y="298"/>
                  </a:lnTo>
                  <a:lnTo>
                    <a:pt x="43" y="9551"/>
                  </a:lnTo>
                  <a:lnTo>
                    <a:pt x="1" y="9933"/>
                  </a:lnTo>
                  <a:lnTo>
                    <a:pt x="24638" y="11232"/>
                  </a:lnTo>
                  <a:lnTo>
                    <a:pt x="25072" y="10850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75">
              <a:extLst>
                <a:ext uri="{FF2B5EF4-FFF2-40B4-BE49-F238E27FC236}">
                  <a16:creationId xmlns:a16="http://schemas.microsoft.com/office/drawing/2014/main" id="{157E81F1-0059-AE48-9AA3-579DE35F5A1D}"/>
                </a:ext>
              </a:extLst>
            </p:cNvPr>
            <p:cNvSpPr/>
            <p:nvPr/>
          </p:nvSpPr>
          <p:spPr>
            <a:xfrm>
              <a:off x="5286948" y="3744596"/>
              <a:ext cx="669583" cy="286564"/>
            </a:xfrm>
            <a:custGeom>
              <a:avLst/>
              <a:gdLst/>
              <a:ahLst/>
              <a:cxnLst/>
              <a:rect l="l" t="t" r="r" b="b"/>
              <a:pathLst>
                <a:path w="24651" h="10550" extrusionOk="0">
                  <a:moveTo>
                    <a:pt x="1721" y="1"/>
                  </a:moveTo>
                  <a:lnTo>
                    <a:pt x="1" y="9251"/>
                  </a:lnTo>
                  <a:lnTo>
                    <a:pt x="24651" y="10550"/>
                  </a:lnTo>
                  <a:lnTo>
                    <a:pt x="23913" y="116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75">
              <a:extLst>
                <a:ext uri="{FF2B5EF4-FFF2-40B4-BE49-F238E27FC236}">
                  <a16:creationId xmlns:a16="http://schemas.microsoft.com/office/drawing/2014/main" id="{EDE5961B-A4E3-B7F3-ED12-34FE73C087A0}"/>
                </a:ext>
              </a:extLst>
            </p:cNvPr>
            <p:cNvSpPr/>
            <p:nvPr/>
          </p:nvSpPr>
          <p:spPr>
            <a:xfrm>
              <a:off x="5286160" y="3743727"/>
              <a:ext cx="671267" cy="288330"/>
            </a:xfrm>
            <a:custGeom>
              <a:avLst/>
              <a:gdLst/>
              <a:ahLst/>
              <a:cxnLst/>
              <a:rect l="l" t="t" r="r" b="b"/>
              <a:pathLst>
                <a:path w="24713" h="10615" extrusionOk="0">
                  <a:moveTo>
                    <a:pt x="1773" y="65"/>
                  </a:moveTo>
                  <a:lnTo>
                    <a:pt x="23913" y="1231"/>
                  </a:lnTo>
                  <a:lnTo>
                    <a:pt x="24647" y="10549"/>
                  </a:lnTo>
                  <a:lnTo>
                    <a:pt x="66" y="9254"/>
                  </a:lnTo>
                  <a:lnTo>
                    <a:pt x="1773" y="65"/>
                  </a:lnTo>
                  <a:close/>
                  <a:moveTo>
                    <a:pt x="1753" y="0"/>
                  </a:moveTo>
                  <a:cubicBezTo>
                    <a:pt x="1737" y="0"/>
                    <a:pt x="1724" y="10"/>
                    <a:pt x="1721" y="26"/>
                  </a:cubicBezTo>
                  <a:lnTo>
                    <a:pt x="0" y="9276"/>
                  </a:lnTo>
                  <a:cubicBezTo>
                    <a:pt x="0" y="9286"/>
                    <a:pt x="0" y="9296"/>
                    <a:pt x="7" y="9303"/>
                  </a:cubicBezTo>
                  <a:cubicBezTo>
                    <a:pt x="14" y="9309"/>
                    <a:pt x="20" y="9312"/>
                    <a:pt x="30" y="9312"/>
                  </a:cubicBezTo>
                  <a:lnTo>
                    <a:pt x="24680" y="10615"/>
                  </a:lnTo>
                  <a:cubicBezTo>
                    <a:pt x="24686" y="10615"/>
                    <a:pt x="24696" y="10611"/>
                    <a:pt x="24703" y="10605"/>
                  </a:cubicBezTo>
                  <a:cubicBezTo>
                    <a:pt x="24709" y="10598"/>
                    <a:pt x="24712" y="10589"/>
                    <a:pt x="24712" y="10582"/>
                  </a:cubicBezTo>
                  <a:lnTo>
                    <a:pt x="23975" y="1201"/>
                  </a:lnTo>
                  <a:cubicBezTo>
                    <a:pt x="23972" y="1185"/>
                    <a:pt x="23959" y="1172"/>
                    <a:pt x="23945" y="1172"/>
                  </a:cubicBezTo>
                  <a:lnTo>
                    <a:pt x="1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75">
              <a:extLst>
                <a:ext uri="{FF2B5EF4-FFF2-40B4-BE49-F238E27FC236}">
                  <a16:creationId xmlns:a16="http://schemas.microsoft.com/office/drawing/2014/main" id="{B7F6AE3F-B99C-22A0-AA5A-5D34B7F6C6F5}"/>
                </a:ext>
              </a:extLst>
            </p:cNvPr>
            <p:cNvSpPr/>
            <p:nvPr/>
          </p:nvSpPr>
          <p:spPr>
            <a:xfrm>
              <a:off x="5285807" y="3995846"/>
              <a:ext cx="670724" cy="45687"/>
            </a:xfrm>
            <a:custGeom>
              <a:avLst/>
              <a:gdLst/>
              <a:ahLst/>
              <a:cxnLst/>
              <a:rect l="l" t="t" r="r" b="b"/>
              <a:pathLst>
                <a:path w="24693" h="1682" extrusionOk="0">
                  <a:moveTo>
                    <a:pt x="43" y="1"/>
                  </a:moveTo>
                  <a:lnTo>
                    <a:pt x="0" y="383"/>
                  </a:lnTo>
                  <a:lnTo>
                    <a:pt x="24641" y="1682"/>
                  </a:lnTo>
                  <a:lnTo>
                    <a:pt x="24693" y="130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75">
              <a:extLst>
                <a:ext uri="{FF2B5EF4-FFF2-40B4-BE49-F238E27FC236}">
                  <a16:creationId xmlns:a16="http://schemas.microsoft.com/office/drawing/2014/main" id="{CDF10A00-EE7D-002B-B1D1-9BDFBFBF23B5}"/>
                </a:ext>
              </a:extLst>
            </p:cNvPr>
            <p:cNvSpPr/>
            <p:nvPr/>
          </p:nvSpPr>
          <p:spPr>
            <a:xfrm>
              <a:off x="5285019" y="3994977"/>
              <a:ext cx="672408" cy="47453"/>
            </a:xfrm>
            <a:custGeom>
              <a:avLst/>
              <a:gdLst/>
              <a:ahLst/>
              <a:cxnLst/>
              <a:rect l="l" t="t" r="r" b="b"/>
              <a:pathLst>
                <a:path w="24755" h="1747" extrusionOk="0">
                  <a:moveTo>
                    <a:pt x="101" y="66"/>
                  </a:moveTo>
                  <a:lnTo>
                    <a:pt x="24689" y="1365"/>
                  </a:lnTo>
                  <a:lnTo>
                    <a:pt x="24644" y="1681"/>
                  </a:lnTo>
                  <a:lnTo>
                    <a:pt x="65" y="385"/>
                  </a:lnTo>
                  <a:lnTo>
                    <a:pt x="101" y="66"/>
                  </a:lnTo>
                  <a:close/>
                  <a:moveTo>
                    <a:pt x="75" y="0"/>
                  </a:moveTo>
                  <a:cubicBezTo>
                    <a:pt x="59" y="0"/>
                    <a:pt x="46" y="13"/>
                    <a:pt x="42" y="30"/>
                  </a:cubicBezTo>
                  <a:lnTo>
                    <a:pt x="3" y="412"/>
                  </a:lnTo>
                  <a:cubicBezTo>
                    <a:pt x="0" y="428"/>
                    <a:pt x="13" y="444"/>
                    <a:pt x="33" y="444"/>
                  </a:cubicBezTo>
                  <a:lnTo>
                    <a:pt x="24670" y="1747"/>
                  </a:lnTo>
                  <a:cubicBezTo>
                    <a:pt x="24683" y="1747"/>
                    <a:pt x="24699" y="1733"/>
                    <a:pt x="24699" y="1717"/>
                  </a:cubicBezTo>
                  <a:lnTo>
                    <a:pt x="24751" y="1339"/>
                  </a:lnTo>
                  <a:cubicBezTo>
                    <a:pt x="24754" y="1329"/>
                    <a:pt x="24751" y="1319"/>
                    <a:pt x="24745" y="1312"/>
                  </a:cubicBezTo>
                  <a:cubicBezTo>
                    <a:pt x="24741" y="1306"/>
                    <a:pt x="24732" y="1303"/>
                    <a:pt x="24725" y="1303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75">
              <a:extLst>
                <a:ext uri="{FF2B5EF4-FFF2-40B4-BE49-F238E27FC236}">
                  <a16:creationId xmlns:a16="http://schemas.microsoft.com/office/drawing/2014/main" id="{85ADF922-80DF-9B4B-758E-1821B6A0E629}"/>
                </a:ext>
              </a:extLst>
            </p:cNvPr>
            <p:cNvSpPr/>
            <p:nvPr/>
          </p:nvSpPr>
          <p:spPr>
            <a:xfrm>
              <a:off x="5349015" y="3775371"/>
              <a:ext cx="512937" cy="214231"/>
            </a:xfrm>
            <a:custGeom>
              <a:avLst/>
              <a:gdLst/>
              <a:ahLst/>
              <a:cxnLst/>
              <a:rect l="l" t="t" r="r" b="b"/>
              <a:pathLst>
                <a:path w="18884" h="7887" extrusionOk="0">
                  <a:moveTo>
                    <a:pt x="9421" y="0"/>
                  </a:moveTo>
                  <a:lnTo>
                    <a:pt x="8445" y="2040"/>
                  </a:lnTo>
                  <a:lnTo>
                    <a:pt x="5559" y="366"/>
                  </a:lnTo>
                  <a:lnTo>
                    <a:pt x="6643" y="2386"/>
                  </a:lnTo>
                  <a:lnTo>
                    <a:pt x="2374" y="1355"/>
                  </a:lnTo>
                  <a:lnTo>
                    <a:pt x="5324" y="3006"/>
                  </a:lnTo>
                  <a:lnTo>
                    <a:pt x="405" y="2798"/>
                  </a:lnTo>
                  <a:lnTo>
                    <a:pt x="4720" y="3800"/>
                  </a:lnTo>
                  <a:lnTo>
                    <a:pt x="1" y="4446"/>
                  </a:lnTo>
                  <a:lnTo>
                    <a:pt x="4929" y="4622"/>
                  </a:lnTo>
                  <a:lnTo>
                    <a:pt x="1231" y="6016"/>
                  </a:lnTo>
                  <a:lnTo>
                    <a:pt x="5918" y="5334"/>
                  </a:lnTo>
                  <a:lnTo>
                    <a:pt x="5918" y="5334"/>
                  </a:lnTo>
                  <a:lnTo>
                    <a:pt x="3878" y="7233"/>
                  </a:lnTo>
                  <a:lnTo>
                    <a:pt x="7518" y="5810"/>
                  </a:lnTo>
                  <a:lnTo>
                    <a:pt x="7485" y="7886"/>
                  </a:lnTo>
                  <a:lnTo>
                    <a:pt x="7485" y="7886"/>
                  </a:lnTo>
                  <a:lnTo>
                    <a:pt x="9450" y="5973"/>
                  </a:lnTo>
                  <a:lnTo>
                    <a:pt x="11435" y="7867"/>
                  </a:lnTo>
                  <a:lnTo>
                    <a:pt x="11379" y="5791"/>
                  </a:lnTo>
                  <a:lnTo>
                    <a:pt x="15035" y="7175"/>
                  </a:lnTo>
                  <a:lnTo>
                    <a:pt x="12975" y="5295"/>
                  </a:lnTo>
                  <a:lnTo>
                    <a:pt x="17669" y="5931"/>
                  </a:lnTo>
                  <a:lnTo>
                    <a:pt x="13958" y="4573"/>
                  </a:lnTo>
                  <a:lnTo>
                    <a:pt x="18883" y="4348"/>
                  </a:lnTo>
                  <a:lnTo>
                    <a:pt x="14157" y="3751"/>
                  </a:lnTo>
                  <a:lnTo>
                    <a:pt x="18462" y="2706"/>
                  </a:lnTo>
                  <a:lnTo>
                    <a:pt x="13546" y="2964"/>
                  </a:lnTo>
                  <a:lnTo>
                    <a:pt x="16481" y="1280"/>
                  </a:lnTo>
                  <a:lnTo>
                    <a:pt x="16481" y="1280"/>
                  </a:lnTo>
                  <a:lnTo>
                    <a:pt x="12221" y="2357"/>
                  </a:lnTo>
                  <a:lnTo>
                    <a:pt x="12221" y="2357"/>
                  </a:lnTo>
                  <a:lnTo>
                    <a:pt x="13282" y="323"/>
                  </a:lnTo>
                  <a:lnTo>
                    <a:pt x="10416" y="2031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75">
              <a:extLst>
                <a:ext uri="{FF2B5EF4-FFF2-40B4-BE49-F238E27FC236}">
                  <a16:creationId xmlns:a16="http://schemas.microsoft.com/office/drawing/2014/main" id="{3A0CE1B9-899E-7A9D-0754-0D057DCAD4AB}"/>
                </a:ext>
              </a:extLst>
            </p:cNvPr>
            <p:cNvSpPr/>
            <p:nvPr/>
          </p:nvSpPr>
          <p:spPr>
            <a:xfrm>
              <a:off x="5423766" y="3869705"/>
              <a:ext cx="699000" cy="399778"/>
            </a:xfrm>
            <a:custGeom>
              <a:avLst/>
              <a:gdLst/>
              <a:ahLst/>
              <a:cxnLst/>
              <a:rect l="l" t="t" r="r" b="b"/>
              <a:pathLst>
                <a:path w="25734" h="14718" extrusionOk="0">
                  <a:moveTo>
                    <a:pt x="12877" y="7054"/>
                  </a:moveTo>
                  <a:cubicBezTo>
                    <a:pt x="13171" y="7054"/>
                    <a:pt x="13409" y="7191"/>
                    <a:pt x="13409" y="7357"/>
                  </a:cubicBezTo>
                  <a:cubicBezTo>
                    <a:pt x="13409" y="7527"/>
                    <a:pt x="13171" y="7661"/>
                    <a:pt x="12877" y="7661"/>
                  </a:cubicBezTo>
                  <a:cubicBezTo>
                    <a:pt x="12583" y="7661"/>
                    <a:pt x="12348" y="7527"/>
                    <a:pt x="12348" y="7357"/>
                  </a:cubicBezTo>
                  <a:cubicBezTo>
                    <a:pt x="12348" y="7191"/>
                    <a:pt x="12586" y="7054"/>
                    <a:pt x="12877" y="7054"/>
                  </a:cubicBezTo>
                  <a:close/>
                  <a:moveTo>
                    <a:pt x="12877" y="0"/>
                  </a:moveTo>
                  <a:cubicBezTo>
                    <a:pt x="6949" y="0"/>
                    <a:pt x="2439" y="2298"/>
                    <a:pt x="953" y="5422"/>
                  </a:cubicBezTo>
                  <a:cubicBezTo>
                    <a:pt x="953" y="5422"/>
                    <a:pt x="0" y="6270"/>
                    <a:pt x="23" y="7357"/>
                  </a:cubicBezTo>
                  <a:cubicBezTo>
                    <a:pt x="105" y="11421"/>
                    <a:pt x="5778" y="14718"/>
                    <a:pt x="12877" y="14718"/>
                  </a:cubicBezTo>
                  <a:cubicBezTo>
                    <a:pt x="19976" y="14718"/>
                    <a:pt x="25734" y="11421"/>
                    <a:pt x="25734" y="7357"/>
                  </a:cubicBezTo>
                  <a:cubicBezTo>
                    <a:pt x="25734" y="3294"/>
                    <a:pt x="19976" y="0"/>
                    <a:pt x="1287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75">
              <a:extLst>
                <a:ext uri="{FF2B5EF4-FFF2-40B4-BE49-F238E27FC236}">
                  <a16:creationId xmlns:a16="http://schemas.microsoft.com/office/drawing/2014/main" id="{CDF5B5B4-E2B1-FE57-06FE-30584CF92BF3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7054"/>
                  </a:move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lose/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75">
              <a:extLst>
                <a:ext uri="{FF2B5EF4-FFF2-40B4-BE49-F238E27FC236}">
                  <a16:creationId xmlns:a16="http://schemas.microsoft.com/office/drawing/2014/main" id="{35662BAE-C7DC-6158-6560-FA5D4A11F5B9}"/>
                </a:ext>
              </a:extLst>
            </p:cNvPr>
            <p:cNvSpPr/>
            <p:nvPr/>
          </p:nvSpPr>
          <p:spPr>
            <a:xfrm>
              <a:off x="5455682" y="3851615"/>
              <a:ext cx="698402" cy="399886"/>
            </a:xfrm>
            <a:custGeom>
              <a:avLst/>
              <a:gdLst/>
              <a:ahLst/>
              <a:cxnLst/>
              <a:rect l="l" t="t" r="r" b="b"/>
              <a:pathLst>
                <a:path w="25712" h="14722" extrusionOk="0">
                  <a:moveTo>
                    <a:pt x="12857" y="0"/>
                  </a:moveTo>
                  <a:cubicBezTo>
                    <a:pt x="5758" y="0"/>
                    <a:pt x="0" y="3294"/>
                    <a:pt x="0" y="7361"/>
                  </a:cubicBezTo>
                  <a:cubicBezTo>
                    <a:pt x="0" y="11424"/>
                    <a:pt x="5758" y="14721"/>
                    <a:pt x="12857" y="14721"/>
                  </a:cubicBezTo>
                  <a:cubicBezTo>
                    <a:pt x="19957" y="14721"/>
                    <a:pt x="25711" y="11424"/>
                    <a:pt x="25711" y="7361"/>
                  </a:cubicBezTo>
                  <a:cubicBezTo>
                    <a:pt x="25711" y="3297"/>
                    <a:pt x="19957" y="0"/>
                    <a:pt x="12857" y="0"/>
                  </a:cubicBezTo>
                  <a:close/>
                  <a:moveTo>
                    <a:pt x="12857" y="7664"/>
                  </a:moveTo>
                  <a:cubicBezTo>
                    <a:pt x="12564" y="7664"/>
                    <a:pt x="12325" y="7527"/>
                    <a:pt x="12325" y="7361"/>
                  </a:cubicBezTo>
                  <a:cubicBezTo>
                    <a:pt x="12325" y="7191"/>
                    <a:pt x="12564" y="7054"/>
                    <a:pt x="12857" y="7054"/>
                  </a:cubicBezTo>
                  <a:cubicBezTo>
                    <a:pt x="13148" y="7054"/>
                    <a:pt x="13386" y="7191"/>
                    <a:pt x="13386" y="7361"/>
                  </a:cubicBezTo>
                  <a:cubicBezTo>
                    <a:pt x="13386" y="7527"/>
                    <a:pt x="13148" y="7664"/>
                    <a:pt x="12857" y="7664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75">
              <a:extLst>
                <a:ext uri="{FF2B5EF4-FFF2-40B4-BE49-F238E27FC236}">
                  <a16:creationId xmlns:a16="http://schemas.microsoft.com/office/drawing/2014/main" id="{79C3ECAF-9D68-0AE9-2860-19AB53157EBB}"/>
                </a:ext>
              </a:extLst>
            </p:cNvPr>
            <p:cNvSpPr/>
            <p:nvPr/>
          </p:nvSpPr>
          <p:spPr>
            <a:xfrm>
              <a:off x="5474914" y="3862697"/>
              <a:ext cx="659831" cy="377722"/>
            </a:xfrm>
            <a:custGeom>
              <a:avLst/>
              <a:gdLst/>
              <a:ahLst/>
              <a:cxnLst/>
              <a:rect l="l" t="t" r="r" b="b"/>
              <a:pathLst>
                <a:path w="24292" h="13906" fill="none" extrusionOk="0">
                  <a:moveTo>
                    <a:pt x="24292" y="6953"/>
                  </a:moveTo>
                  <a:cubicBezTo>
                    <a:pt x="24292" y="10791"/>
                    <a:pt x="18854" y="13905"/>
                    <a:pt x="12146" y="13905"/>
                  </a:cubicBezTo>
                  <a:cubicBezTo>
                    <a:pt x="5438" y="13905"/>
                    <a:pt x="1" y="10791"/>
                    <a:pt x="1" y="6953"/>
                  </a:cubicBezTo>
                  <a:cubicBezTo>
                    <a:pt x="1" y="3111"/>
                    <a:pt x="5438" y="0"/>
                    <a:pt x="12146" y="0"/>
                  </a:cubicBezTo>
                  <a:cubicBezTo>
                    <a:pt x="18854" y="0"/>
                    <a:pt x="24292" y="3111"/>
                    <a:pt x="24292" y="695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75">
              <a:extLst>
                <a:ext uri="{FF2B5EF4-FFF2-40B4-BE49-F238E27FC236}">
                  <a16:creationId xmlns:a16="http://schemas.microsoft.com/office/drawing/2014/main" id="{C55FCF76-02B1-E952-7D13-32AF890AAF77}"/>
                </a:ext>
              </a:extLst>
            </p:cNvPr>
            <p:cNvSpPr/>
            <p:nvPr/>
          </p:nvSpPr>
          <p:spPr>
            <a:xfrm>
              <a:off x="5491754" y="3872258"/>
              <a:ext cx="626150" cy="358491"/>
            </a:xfrm>
            <a:custGeom>
              <a:avLst/>
              <a:gdLst/>
              <a:ahLst/>
              <a:cxnLst/>
              <a:rect l="l" t="t" r="r" b="b"/>
              <a:pathLst>
                <a:path w="23052" h="13198" fill="none" extrusionOk="0">
                  <a:moveTo>
                    <a:pt x="23051" y="6597"/>
                  </a:moveTo>
                  <a:cubicBezTo>
                    <a:pt x="23051" y="10243"/>
                    <a:pt x="17891" y="13197"/>
                    <a:pt x="11526" y="13197"/>
                  </a:cubicBezTo>
                  <a:cubicBezTo>
                    <a:pt x="5161" y="13197"/>
                    <a:pt x="1" y="10243"/>
                    <a:pt x="1" y="6597"/>
                  </a:cubicBezTo>
                  <a:cubicBezTo>
                    <a:pt x="1" y="2955"/>
                    <a:pt x="5161" y="1"/>
                    <a:pt x="11526" y="1"/>
                  </a:cubicBezTo>
                  <a:cubicBezTo>
                    <a:pt x="17891" y="1"/>
                    <a:pt x="23051" y="2955"/>
                    <a:pt x="23051" y="659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75">
              <a:extLst>
                <a:ext uri="{FF2B5EF4-FFF2-40B4-BE49-F238E27FC236}">
                  <a16:creationId xmlns:a16="http://schemas.microsoft.com/office/drawing/2014/main" id="{E43979E2-8F8A-FED8-1FB1-7BD7CD0F59EB}"/>
                </a:ext>
              </a:extLst>
            </p:cNvPr>
            <p:cNvSpPr/>
            <p:nvPr/>
          </p:nvSpPr>
          <p:spPr>
            <a:xfrm>
              <a:off x="5508079" y="3881575"/>
              <a:ext cx="593609" cy="339857"/>
            </a:xfrm>
            <a:custGeom>
              <a:avLst/>
              <a:gdLst/>
              <a:ahLst/>
              <a:cxnLst/>
              <a:rect l="l" t="t" r="r" b="b"/>
              <a:pathLst>
                <a:path w="21854" h="12512" fill="none" extrusionOk="0">
                  <a:moveTo>
                    <a:pt x="21853" y="6258"/>
                  </a:moveTo>
                  <a:cubicBezTo>
                    <a:pt x="21853" y="9711"/>
                    <a:pt x="16960" y="12512"/>
                    <a:pt x="10925" y="12512"/>
                  </a:cubicBezTo>
                  <a:cubicBezTo>
                    <a:pt x="4890" y="12512"/>
                    <a:pt x="0" y="9711"/>
                    <a:pt x="0" y="6258"/>
                  </a:cubicBezTo>
                  <a:cubicBezTo>
                    <a:pt x="0" y="2801"/>
                    <a:pt x="4890" y="1"/>
                    <a:pt x="10925" y="1"/>
                  </a:cubicBezTo>
                  <a:cubicBezTo>
                    <a:pt x="16960" y="1"/>
                    <a:pt x="21853" y="2801"/>
                    <a:pt x="21853" y="62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75">
              <a:extLst>
                <a:ext uri="{FF2B5EF4-FFF2-40B4-BE49-F238E27FC236}">
                  <a16:creationId xmlns:a16="http://schemas.microsoft.com/office/drawing/2014/main" id="{117D2FE9-7C7C-327D-8FD5-77B4C8096DF6}"/>
                </a:ext>
              </a:extLst>
            </p:cNvPr>
            <p:cNvSpPr/>
            <p:nvPr/>
          </p:nvSpPr>
          <p:spPr>
            <a:xfrm>
              <a:off x="5526957" y="3892494"/>
              <a:ext cx="555745" cy="318046"/>
            </a:xfrm>
            <a:custGeom>
              <a:avLst/>
              <a:gdLst/>
              <a:ahLst/>
              <a:cxnLst/>
              <a:rect l="l" t="t" r="r" b="b"/>
              <a:pathLst>
                <a:path w="20460" h="11709" fill="none" extrusionOk="0">
                  <a:moveTo>
                    <a:pt x="20460" y="5856"/>
                  </a:moveTo>
                  <a:cubicBezTo>
                    <a:pt x="20460" y="9087"/>
                    <a:pt x="15880" y="11708"/>
                    <a:pt x="10230" y="11708"/>
                  </a:cubicBezTo>
                  <a:cubicBezTo>
                    <a:pt x="4583" y="11708"/>
                    <a:pt x="1" y="9087"/>
                    <a:pt x="1" y="5856"/>
                  </a:cubicBezTo>
                  <a:cubicBezTo>
                    <a:pt x="1" y="2621"/>
                    <a:pt x="4583" y="0"/>
                    <a:pt x="10230" y="0"/>
                  </a:cubicBezTo>
                  <a:cubicBezTo>
                    <a:pt x="15880" y="0"/>
                    <a:pt x="20460" y="2621"/>
                    <a:pt x="20460" y="585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75">
              <a:extLst>
                <a:ext uri="{FF2B5EF4-FFF2-40B4-BE49-F238E27FC236}">
                  <a16:creationId xmlns:a16="http://schemas.microsoft.com/office/drawing/2014/main" id="{BF7D2ADC-CD87-DA28-F662-6D1A9F95F236}"/>
                </a:ext>
              </a:extLst>
            </p:cNvPr>
            <p:cNvSpPr/>
            <p:nvPr/>
          </p:nvSpPr>
          <p:spPr>
            <a:xfrm>
              <a:off x="5544776" y="3902599"/>
              <a:ext cx="520189" cy="297837"/>
            </a:xfrm>
            <a:custGeom>
              <a:avLst/>
              <a:gdLst/>
              <a:ahLst/>
              <a:cxnLst/>
              <a:rect l="l" t="t" r="r" b="b"/>
              <a:pathLst>
                <a:path w="19151" h="10965" fill="none" extrusionOk="0">
                  <a:moveTo>
                    <a:pt x="19151" y="5484"/>
                  </a:moveTo>
                  <a:cubicBezTo>
                    <a:pt x="19151" y="8509"/>
                    <a:pt x="14862" y="10964"/>
                    <a:pt x="9574" y="10964"/>
                  </a:cubicBezTo>
                  <a:cubicBezTo>
                    <a:pt x="4286" y="10964"/>
                    <a:pt x="1" y="8509"/>
                    <a:pt x="1" y="5484"/>
                  </a:cubicBezTo>
                  <a:cubicBezTo>
                    <a:pt x="1" y="2455"/>
                    <a:pt x="4286" y="0"/>
                    <a:pt x="9574" y="0"/>
                  </a:cubicBezTo>
                  <a:cubicBezTo>
                    <a:pt x="14862" y="0"/>
                    <a:pt x="19151" y="2455"/>
                    <a:pt x="19151" y="548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75">
              <a:extLst>
                <a:ext uri="{FF2B5EF4-FFF2-40B4-BE49-F238E27FC236}">
                  <a16:creationId xmlns:a16="http://schemas.microsoft.com/office/drawing/2014/main" id="{9425D52F-2F57-1953-8FA2-D883B18C6050}"/>
                </a:ext>
              </a:extLst>
            </p:cNvPr>
            <p:cNvSpPr/>
            <p:nvPr/>
          </p:nvSpPr>
          <p:spPr>
            <a:xfrm>
              <a:off x="5564007" y="3913681"/>
              <a:ext cx="481645" cy="275672"/>
            </a:xfrm>
            <a:custGeom>
              <a:avLst/>
              <a:gdLst/>
              <a:ahLst/>
              <a:cxnLst/>
              <a:rect l="l" t="t" r="r" b="b"/>
              <a:pathLst>
                <a:path w="17732" h="10149" fill="none" extrusionOk="0">
                  <a:moveTo>
                    <a:pt x="17731" y="5076"/>
                  </a:moveTo>
                  <a:cubicBezTo>
                    <a:pt x="17731" y="7876"/>
                    <a:pt x="13762" y="10148"/>
                    <a:pt x="8866" y="10148"/>
                  </a:cubicBezTo>
                  <a:cubicBezTo>
                    <a:pt x="3970" y="10148"/>
                    <a:pt x="1" y="7876"/>
                    <a:pt x="1" y="5076"/>
                  </a:cubicBezTo>
                  <a:cubicBezTo>
                    <a:pt x="1" y="2272"/>
                    <a:pt x="3970" y="0"/>
                    <a:pt x="8866" y="0"/>
                  </a:cubicBezTo>
                  <a:cubicBezTo>
                    <a:pt x="13762" y="0"/>
                    <a:pt x="17731" y="2272"/>
                    <a:pt x="17731" y="507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75">
              <a:extLst>
                <a:ext uri="{FF2B5EF4-FFF2-40B4-BE49-F238E27FC236}">
                  <a16:creationId xmlns:a16="http://schemas.microsoft.com/office/drawing/2014/main" id="{74A69CBD-3A4F-C29A-64DD-3FC13AE729C9}"/>
                </a:ext>
              </a:extLst>
            </p:cNvPr>
            <p:cNvSpPr/>
            <p:nvPr/>
          </p:nvSpPr>
          <p:spPr>
            <a:xfrm>
              <a:off x="5582097" y="3923948"/>
              <a:ext cx="445546" cy="255110"/>
            </a:xfrm>
            <a:custGeom>
              <a:avLst/>
              <a:gdLst/>
              <a:ahLst/>
              <a:cxnLst/>
              <a:rect l="l" t="t" r="r" b="b"/>
              <a:pathLst>
                <a:path w="16403" h="9392" fill="none" extrusionOk="0">
                  <a:moveTo>
                    <a:pt x="16403" y="4698"/>
                  </a:moveTo>
                  <a:cubicBezTo>
                    <a:pt x="16403" y="7289"/>
                    <a:pt x="12731" y="9391"/>
                    <a:pt x="8200" y="9391"/>
                  </a:cubicBezTo>
                  <a:cubicBezTo>
                    <a:pt x="3673" y="9391"/>
                    <a:pt x="1" y="7289"/>
                    <a:pt x="1" y="4698"/>
                  </a:cubicBezTo>
                  <a:cubicBezTo>
                    <a:pt x="1" y="2103"/>
                    <a:pt x="3673" y="1"/>
                    <a:pt x="8200" y="1"/>
                  </a:cubicBezTo>
                  <a:cubicBezTo>
                    <a:pt x="12731" y="1"/>
                    <a:pt x="16403" y="2103"/>
                    <a:pt x="16403" y="469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75">
              <a:extLst>
                <a:ext uri="{FF2B5EF4-FFF2-40B4-BE49-F238E27FC236}">
                  <a16:creationId xmlns:a16="http://schemas.microsoft.com/office/drawing/2014/main" id="{575D6C6B-52AB-C452-DDD6-F4F479F68E92}"/>
                </a:ext>
              </a:extLst>
            </p:cNvPr>
            <p:cNvSpPr/>
            <p:nvPr/>
          </p:nvSpPr>
          <p:spPr>
            <a:xfrm>
              <a:off x="5600106" y="3934324"/>
              <a:ext cx="409448" cy="234358"/>
            </a:xfrm>
            <a:custGeom>
              <a:avLst/>
              <a:gdLst/>
              <a:ahLst/>
              <a:cxnLst/>
              <a:rect l="l" t="t" r="r" b="b"/>
              <a:pathLst>
                <a:path w="15074" h="8628" fill="none" extrusionOk="0">
                  <a:moveTo>
                    <a:pt x="15074" y="4316"/>
                  </a:moveTo>
                  <a:cubicBezTo>
                    <a:pt x="15074" y="6695"/>
                    <a:pt x="11699" y="8628"/>
                    <a:pt x="7537" y="8628"/>
                  </a:cubicBezTo>
                  <a:cubicBezTo>
                    <a:pt x="3375" y="8628"/>
                    <a:pt x="0" y="6695"/>
                    <a:pt x="0" y="4316"/>
                  </a:cubicBezTo>
                  <a:cubicBezTo>
                    <a:pt x="0" y="1933"/>
                    <a:pt x="3375" y="1"/>
                    <a:pt x="7537" y="1"/>
                  </a:cubicBezTo>
                  <a:cubicBezTo>
                    <a:pt x="11699" y="1"/>
                    <a:pt x="15074" y="1933"/>
                    <a:pt x="15074" y="431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75">
              <a:extLst>
                <a:ext uri="{FF2B5EF4-FFF2-40B4-BE49-F238E27FC236}">
                  <a16:creationId xmlns:a16="http://schemas.microsoft.com/office/drawing/2014/main" id="{CD7D416E-9195-348F-511B-B51E9A02A1FC}"/>
                </a:ext>
              </a:extLst>
            </p:cNvPr>
            <p:cNvSpPr/>
            <p:nvPr/>
          </p:nvSpPr>
          <p:spPr>
            <a:xfrm>
              <a:off x="5618197" y="3944700"/>
              <a:ext cx="373267" cy="213606"/>
            </a:xfrm>
            <a:custGeom>
              <a:avLst/>
              <a:gdLst/>
              <a:ahLst/>
              <a:cxnLst/>
              <a:rect l="l" t="t" r="r" b="b"/>
              <a:pathLst>
                <a:path w="13742" h="7864" fill="none" extrusionOk="0">
                  <a:moveTo>
                    <a:pt x="13742" y="3934"/>
                  </a:moveTo>
                  <a:cubicBezTo>
                    <a:pt x="13742" y="6104"/>
                    <a:pt x="10667" y="7864"/>
                    <a:pt x="6871" y="7864"/>
                  </a:cubicBezTo>
                  <a:cubicBezTo>
                    <a:pt x="3078" y="7864"/>
                    <a:pt x="0" y="6104"/>
                    <a:pt x="0" y="3934"/>
                  </a:cubicBezTo>
                  <a:cubicBezTo>
                    <a:pt x="0" y="1760"/>
                    <a:pt x="3078" y="1"/>
                    <a:pt x="6871" y="1"/>
                  </a:cubicBezTo>
                  <a:cubicBezTo>
                    <a:pt x="10667" y="1"/>
                    <a:pt x="13742" y="1760"/>
                    <a:pt x="13742" y="393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75">
              <a:extLst>
                <a:ext uri="{FF2B5EF4-FFF2-40B4-BE49-F238E27FC236}">
                  <a16:creationId xmlns:a16="http://schemas.microsoft.com/office/drawing/2014/main" id="{9EF7F86F-0B5C-170E-03B4-7717C856B562}"/>
                </a:ext>
              </a:extLst>
            </p:cNvPr>
            <p:cNvSpPr/>
            <p:nvPr/>
          </p:nvSpPr>
          <p:spPr>
            <a:xfrm>
              <a:off x="5636531" y="3955157"/>
              <a:ext cx="336598" cy="192691"/>
            </a:xfrm>
            <a:custGeom>
              <a:avLst/>
              <a:gdLst/>
              <a:ahLst/>
              <a:cxnLst/>
              <a:rect l="l" t="t" r="r" b="b"/>
              <a:pathLst>
                <a:path w="12392" h="7094" fill="none" extrusionOk="0">
                  <a:moveTo>
                    <a:pt x="12391" y="3549"/>
                  </a:moveTo>
                  <a:cubicBezTo>
                    <a:pt x="12391" y="5504"/>
                    <a:pt x="9617" y="7093"/>
                    <a:pt x="6196" y="7093"/>
                  </a:cubicBezTo>
                  <a:cubicBezTo>
                    <a:pt x="2775" y="7093"/>
                    <a:pt x="1" y="5504"/>
                    <a:pt x="1" y="3549"/>
                  </a:cubicBezTo>
                  <a:cubicBezTo>
                    <a:pt x="1" y="1590"/>
                    <a:pt x="2775" y="1"/>
                    <a:pt x="6196" y="1"/>
                  </a:cubicBezTo>
                  <a:cubicBezTo>
                    <a:pt x="9617" y="1"/>
                    <a:pt x="12391" y="1590"/>
                    <a:pt x="12391" y="354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75">
              <a:extLst>
                <a:ext uri="{FF2B5EF4-FFF2-40B4-BE49-F238E27FC236}">
                  <a16:creationId xmlns:a16="http://schemas.microsoft.com/office/drawing/2014/main" id="{AE7D22E8-A619-E32F-BEC1-EAEFF9E9C9BD}"/>
                </a:ext>
              </a:extLst>
            </p:cNvPr>
            <p:cNvSpPr/>
            <p:nvPr/>
          </p:nvSpPr>
          <p:spPr>
            <a:xfrm>
              <a:off x="5654377" y="3965370"/>
              <a:ext cx="301015" cy="172292"/>
            </a:xfrm>
            <a:custGeom>
              <a:avLst/>
              <a:gdLst/>
              <a:ahLst/>
              <a:cxnLst/>
              <a:rect l="l" t="t" r="r" b="b"/>
              <a:pathLst>
                <a:path w="11082" h="6343" fill="none" extrusionOk="0">
                  <a:moveTo>
                    <a:pt x="11081" y="3173"/>
                  </a:moveTo>
                  <a:cubicBezTo>
                    <a:pt x="11081" y="4922"/>
                    <a:pt x="8601" y="6342"/>
                    <a:pt x="5539" y="6342"/>
                  </a:cubicBezTo>
                  <a:cubicBezTo>
                    <a:pt x="2481" y="6342"/>
                    <a:pt x="0" y="4922"/>
                    <a:pt x="0" y="3173"/>
                  </a:cubicBezTo>
                  <a:cubicBezTo>
                    <a:pt x="0" y="1420"/>
                    <a:pt x="2481" y="0"/>
                    <a:pt x="5539" y="0"/>
                  </a:cubicBezTo>
                  <a:cubicBezTo>
                    <a:pt x="8601" y="0"/>
                    <a:pt x="11081" y="1420"/>
                    <a:pt x="11081" y="3173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75">
              <a:extLst>
                <a:ext uri="{FF2B5EF4-FFF2-40B4-BE49-F238E27FC236}">
                  <a16:creationId xmlns:a16="http://schemas.microsoft.com/office/drawing/2014/main" id="{3856DC95-415F-C672-D722-C3C956BEE154}"/>
                </a:ext>
              </a:extLst>
            </p:cNvPr>
            <p:cNvSpPr/>
            <p:nvPr/>
          </p:nvSpPr>
          <p:spPr>
            <a:xfrm>
              <a:off x="5681486" y="3980880"/>
              <a:ext cx="246853" cy="141245"/>
            </a:xfrm>
            <a:custGeom>
              <a:avLst/>
              <a:gdLst/>
              <a:ahLst/>
              <a:cxnLst/>
              <a:rect l="l" t="t" r="r" b="b"/>
              <a:pathLst>
                <a:path w="9088" h="5200" extrusionOk="0">
                  <a:moveTo>
                    <a:pt x="4544" y="2295"/>
                  </a:moveTo>
                  <a:cubicBezTo>
                    <a:pt x="4835" y="2295"/>
                    <a:pt x="5073" y="2432"/>
                    <a:pt x="5073" y="2598"/>
                  </a:cubicBezTo>
                  <a:cubicBezTo>
                    <a:pt x="5073" y="2768"/>
                    <a:pt x="4835" y="2905"/>
                    <a:pt x="4544" y="2905"/>
                  </a:cubicBezTo>
                  <a:cubicBezTo>
                    <a:pt x="4251" y="2905"/>
                    <a:pt x="4012" y="2768"/>
                    <a:pt x="4012" y="2598"/>
                  </a:cubicBezTo>
                  <a:cubicBezTo>
                    <a:pt x="4012" y="2432"/>
                    <a:pt x="4251" y="2295"/>
                    <a:pt x="4544" y="2295"/>
                  </a:cubicBezTo>
                  <a:close/>
                  <a:moveTo>
                    <a:pt x="4544" y="0"/>
                  </a:moveTo>
                  <a:cubicBezTo>
                    <a:pt x="2034" y="0"/>
                    <a:pt x="1" y="1162"/>
                    <a:pt x="1" y="2602"/>
                  </a:cubicBezTo>
                  <a:cubicBezTo>
                    <a:pt x="1" y="4038"/>
                    <a:pt x="2034" y="5200"/>
                    <a:pt x="4544" y="5200"/>
                  </a:cubicBezTo>
                  <a:cubicBezTo>
                    <a:pt x="7051" y="5200"/>
                    <a:pt x="9088" y="4038"/>
                    <a:pt x="9088" y="2602"/>
                  </a:cubicBezTo>
                  <a:cubicBezTo>
                    <a:pt x="9088" y="1166"/>
                    <a:pt x="7051" y="0"/>
                    <a:pt x="4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75">
              <a:extLst>
                <a:ext uri="{FF2B5EF4-FFF2-40B4-BE49-F238E27FC236}">
                  <a16:creationId xmlns:a16="http://schemas.microsoft.com/office/drawing/2014/main" id="{3E12A426-C23F-F809-AE98-CE42DE95BD94}"/>
                </a:ext>
              </a:extLst>
            </p:cNvPr>
            <p:cNvSpPr/>
            <p:nvPr/>
          </p:nvSpPr>
          <p:spPr>
            <a:xfrm>
              <a:off x="5454868" y="3850800"/>
              <a:ext cx="700005" cy="401407"/>
            </a:xfrm>
            <a:custGeom>
              <a:avLst/>
              <a:gdLst/>
              <a:ahLst/>
              <a:cxnLst/>
              <a:rect l="l" t="t" r="r" b="b"/>
              <a:pathLst>
                <a:path w="25771" h="14778" extrusionOk="0">
                  <a:moveTo>
                    <a:pt x="12887" y="7117"/>
                  </a:moveTo>
                  <a:cubicBezTo>
                    <a:pt x="13158" y="7117"/>
                    <a:pt x="13387" y="7241"/>
                    <a:pt x="13387" y="7387"/>
                  </a:cubicBezTo>
                  <a:cubicBezTo>
                    <a:pt x="13387" y="7538"/>
                    <a:pt x="13158" y="7662"/>
                    <a:pt x="12887" y="7662"/>
                  </a:cubicBezTo>
                  <a:cubicBezTo>
                    <a:pt x="12613" y="7662"/>
                    <a:pt x="12385" y="7538"/>
                    <a:pt x="12385" y="7387"/>
                  </a:cubicBezTo>
                  <a:cubicBezTo>
                    <a:pt x="12385" y="7241"/>
                    <a:pt x="12613" y="7117"/>
                    <a:pt x="12887" y="7117"/>
                  </a:cubicBezTo>
                  <a:close/>
                  <a:moveTo>
                    <a:pt x="12887" y="7055"/>
                  </a:moveTo>
                  <a:cubicBezTo>
                    <a:pt x="12571" y="7055"/>
                    <a:pt x="12323" y="7201"/>
                    <a:pt x="12323" y="7387"/>
                  </a:cubicBezTo>
                  <a:cubicBezTo>
                    <a:pt x="12323" y="7577"/>
                    <a:pt x="12571" y="7724"/>
                    <a:pt x="12887" y="7724"/>
                  </a:cubicBezTo>
                  <a:cubicBezTo>
                    <a:pt x="13201" y="7724"/>
                    <a:pt x="13449" y="7577"/>
                    <a:pt x="13449" y="7387"/>
                  </a:cubicBezTo>
                  <a:cubicBezTo>
                    <a:pt x="13449" y="7201"/>
                    <a:pt x="13201" y="7055"/>
                    <a:pt x="12887" y="7055"/>
                  </a:cubicBezTo>
                  <a:close/>
                  <a:moveTo>
                    <a:pt x="12887" y="60"/>
                  </a:moveTo>
                  <a:lnTo>
                    <a:pt x="12887" y="63"/>
                  </a:lnTo>
                  <a:cubicBezTo>
                    <a:pt x="19957" y="63"/>
                    <a:pt x="25712" y="3347"/>
                    <a:pt x="25712" y="7387"/>
                  </a:cubicBezTo>
                  <a:cubicBezTo>
                    <a:pt x="25712" y="11428"/>
                    <a:pt x="19957" y="14718"/>
                    <a:pt x="12887" y="14718"/>
                  </a:cubicBezTo>
                  <a:cubicBezTo>
                    <a:pt x="5814" y="14718"/>
                    <a:pt x="60" y="11428"/>
                    <a:pt x="60" y="7387"/>
                  </a:cubicBezTo>
                  <a:cubicBezTo>
                    <a:pt x="60" y="3350"/>
                    <a:pt x="5814" y="60"/>
                    <a:pt x="12887" y="60"/>
                  </a:cubicBezTo>
                  <a:close/>
                  <a:moveTo>
                    <a:pt x="12887" y="1"/>
                  </a:moveTo>
                  <a:cubicBezTo>
                    <a:pt x="9447" y="1"/>
                    <a:pt x="6219" y="765"/>
                    <a:pt x="3781" y="2159"/>
                  </a:cubicBezTo>
                  <a:cubicBezTo>
                    <a:pt x="1342" y="3552"/>
                    <a:pt x="1" y="5413"/>
                    <a:pt x="1" y="7387"/>
                  </a:cubicBezTo>
                  <a:cubicBezTo>
                    <a:pt x="1" y="9365"/>
                    <a:pt x="1349" y="11226"/>
                    <a:pt x="3781" y="12620"/>
                  </a:cubicBezTo>
                  <a:cubicBezTo>
                    <a:pt x="6212" y="14010"/>
                    <a:pt x="9447" y="14777"/>
                    <a:pt x="12887" y="14777"/>
                  </a:cubicBezTo>
                  <a:cubicBezTo>
                    <a:pt x="16324" y="14777"/>
                    <a:pt x="19553" y="14013"/>
                    <a:pt x="21991" y="12620"/>
                  </a:cubicBezTo>
                  <a:cubicBezTo>
                    <a:pt x="24429" y="11223"/>
                    <a:pt x="25771" y="9365"/>
                    <a:pt x="25771" y="7387"/>
                  </a:cubicBezTo>
                  <a:cubicBezTo>
                    <a:pt x="25771" y="5413"/>
                    <a:pt x="24422" y="3552"/>
                    <a:pt x="21991" y="2159"/>
                  </a:cubicBezTo>
                  <a:cubicBezTo>
                    <a:pt x="19559" y="768"/>
                    <a:pt x="16324" y="1"/>
                    <a:pt x="12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6" name="Google Shape;5536;p75">
            <a:extLst>
              <a:ext uri="{FF2B5EF4-FFF2-40B4-BE49-F238E27FC236}">
                <a16:creationId xmlns:a16="http://schemas.microsoft.com/office/drawing/2014/main" id="{809D8DC1-8BB7-3C4A-FDB1-0E2F7C5475B8}"/>
              </a:ext>
            </a:extLst>
          </p:cNvPr>
          <p:cNvGrpSpPr/>
          <p:nvPr/>
        </p:nvGrpSpPr>
        <p:grpSpPr>
          <a:xfrm flipH="1">
            <a:off x="6849154" y="4797982"/>
            <a:ext cx="641702" cy="221348"/>
            <a:chOff x="3010500" y="4887550"/>
            <a:chExt cx="636925" cy="219700"/>
          </a:xfrm>
        </p:grpSpPr>
        <p:sp>
          <p:nvSpPr>
            <p:cNvPr id="5537" name="Google Shape;5537;p75">
              <a:extLst>
                <a:ext uri="{FF2B5EF4-FFF2-40B4-BE49-F238E27FC236}">
                  <a16:creationId xmlns:a16="http://schemas.microsoft.com/office/drawing/2014/main" id="{3B4C79C6-0FB7-A85D-34DD-B4ACC8EF2B73}"/>
                </a:ext>
              </a:extLst>
            </p:cNvPr>
            <p:cNvSpPr/>
            <p:nvPr/>
          </p:nvSpPr>
          <p:spPr>
            <a:xfrm>
              <a:off x="3010500" y="4897750"/>
              <a:ext cx="608925" cy="209500"/>
            </a:xfrm>
            <a:custGeom>
              <a:avLst/>
              <a:gdLst/>
              <a:ahLst/>
              <a:cxnLst/>
              <a:rect l="l" t="t" r="r" b="b"/>
              <a:pathLst>
                <a:path w="24357" h="8380" extrusionOk="0">
                  <a:moveTo>
                    <a:pt x="12189" y="4018"/>
                  </a:moveTo>
                  <a:cubicBezTo>
                    <a:pt x="12469" y="4018"/>
                    <a:pt x="12694" y="4094"/>
                    <a:pt x="12694" y="4191"/>
                  </a:cubicBezTo>
                  <a:cubicBezTo>
                    <a:pt x="12694" y="4286"/>
                    <a:pt x="12466" y="4364"/>
                    <a:pt x="12189" y="4364"/>
                  </a:cubicBezTo>
                  <a:cubicBezTo>
                    <a:pt x="11911" y="4364"/>
                    <a:pt x="11686" y="4286"/>
                    <a:pt x="11686" y="4191"/>
                  </a:cubicBezTo>
                  <a:cubicBezTo>
                    <a:pt x="11686" y="4097"/>
                    <a:pt x="11911" y="4018"/>
                    <a:pt x="12189" y="4018"/>
                  </a:cubicBezTo>
                  <a:close/>
                  <a:moveTo>
                    <a:pt x="12189" y="0"/>
                  </a:moveTo>
                  <a:cubicBezTo>
                    <a:pt x="6578" y="0"/>
                    <a:pt x="2308" y="1309"/>
                    <a:pt x="905" y="3088"/>
                  </a:cubicBezTo>
                  <a:cubicBezTo>
                    <a:pt x="905" y="3088"/>
                    <a:pt x="1" y="3571"/>
                    <a:pt x="23" y="4191"/>
                  </a:cubicBezTo>
                  <a:cubicBezTo>
                    <a:pt x="102" y="6502"/>
                    <a:pt x="5471" y="8379"/>
                    <a:pt x="12189" y="8379"/>
                  </a:cubicBezTo>
                  <a:cubicBezTo>
                    <a:pt x="18909" y="8379"/>
                    <a:pt x="24357" y="6502"/>
                    <a:pt x="24357" y="4191"/>
                  </a:cubicBezTo>
                  <a:cubicBezTo>
                    <a:pt x="24357" y="1877"/>
                    <a:pt x="18909" y="0"/>
                    <a:pt x="1218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75">
              <a:extLst>
                <a:ext uri="{FF2B5EF4-FFF2-40B4-BE49-F238E27FC236}">
                  <a16:creationId xmlns:a16="http://schemas.microsoft.com/office/drawing/2014/main" id="{0264ECCA-56D7-BCE1-9E61-8D48D446B820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4019"/>
                  </a:move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lose/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75">
              <a:extLst>
                <a:ext uri="{FF2B5EF4-FFF2-40B4-BE49-F238E27FC236}">
                  <a16:creationId xmlns:a16="http://schemas.microsoft.com/office/drawing/2014/main" id="{C0E76222-33CA-41AB-1B1E-1E294F6581BA}"/>
                </a:ext>
              </a:extLst>
            </p:cNvPr>
            <p:cNvSpPr/>
            <p:nvPr/>
          </p:nvSpPr>
          <p:spPr>
            <a:xfrm>
              <a:off x="3038325" y="4888275"/>
              <a:ext cx="608375" cy="209500"/>
            </a:xfrm>
            <a:custGeom>
              <a:avLst/>
              <a:gdLst/>
              <a:ahLst/>
              <a:cxnLst/>
              <a:rect l="l" t="t" r="r" b="b"/>
              <a:pathLst>
                <a:path w="24335" h="8380" extrusionOk="0">
                  <a:moveTo>
                    <a:pt x="12166" y="1"/>
                  </a:moveTo>
                  <a:cubicBezTo>
                    <a:pt x="5448" y="1"/>
                    <a:pt x="1" y="1878"/>
                    <a:pt x="1" y="4192"/>
                  </a:cubicBezTo>
                  <a:cubicBezTo>
                    <a:pt x="1" y="6503"/>
                    <a:pt x="5448" y="8380"/>
                    <a:pt x="12166" y="8380"/>
                  </a:cubicBezTo>
                  <a:cubicBezTo>
                    <a:pt x="18886" y="8380"/>
                    <a:pt x="24334" y="6503"/>
                    <a:pt x="24334" y="4192"/>
                  </a:cubicBezTo>
                  <a:cubicBezTo>
                    <a:pt x="24334" y="1878"/>
                    <a:pt x="18886" y="1"/>
                    <a:pt x="12166" y="1"/>
                  </a:cubicBezTo>
                  <a:close/>
                  <a:moveTo>
                    <a:pt x="12166" y="4365"/>
                  </a:moveTo>
                  <a:cubicBezTo>
                    <a:pt x="11888" y="4365"/>
                    <a:pt x="11663" y="4290"/>
                    <a:pt x="11663" y="4192"/>
                  </a:cubicBezTo>
                  <a:cubicBezTo>
                    <a:pt x="11663" y="4097"/>
                    <a:pt x="11888" y="4019"/>
                    <a:pt x="12166" y="4019"/>
                  </a:cubicBezTo>
                  <a:cubicBezTo>
                    <a:pt x="12446" y="4019"/>
                    <a:pt x="12672" y="4097"/>
                    <a:pt x="12672" y="4192"/>
                  </a:cubicBezTo>
                  <a:cubicBezTo>
                    <a:pt x="12672" y="4290"/>
                    <a:pt x="12446" y="4365"/>
                    <a:pt x="12166" y="4365"/>
                  </a:cubicBezTo>
                  <a:close/>
                </a:path>
              </a:pathLst>
            </a:custGeom>
            <a:gradFill>
              <a:gsLst>
                <a:gs pos="0">
                  <a:srgbClr val="F5A65A">
                    <a:alpha val="60392"/>
                  </a:srgbClr>
                </a:gs>
                <a:gs pos="100000">
                  <a:srgbClr val="D88794">
                    <a:alpha val="6117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75">
              <a:extLst>
                <a:ext uri="{FF2B5EF4-FFF2-40B4-BE49-F238E27FC236}">
                  <a16:creationId xmlns:a16="http://schemas.microsoft.com/office/drawing/2014/main" id="{487CB2B6-A8CD-103E-DD3D-A950F5823D6A}"/>
                </a:ext>
              </a:extLst>
            </p:cNvPr>
            <p:cNvSpPr/>
            <p:nvPr/>
          </p:nvSpPr>
          <p:spPr>
            <a:xfrm>
              <a:off x="3055150" y="4894075"/>
              <a:ext cx="574725" cy="198000"/>
            </a:xfrm>
            <a:custGeom>
              <a:avLst/>
              <a:gdLst/>
              <a:ahLst/>
              <a:cxnLst/>
              <a:rect l="l" t="t" r="r" b="b"/>
              <a:pathLst>
                <a:path w="22989" h="7920" fill="none" extrusionOk="0">
                  <a:moveTo>
                    <a:pt x="22989" y="3960"/>
                  </a:moveTo>
                  <a:cubicBezTo>
                    <a:pt x="22989" y="6147"/>
                    <a:pt x="17841" y="7919"/>
                    <a:pt x="11493" y="7919"/>
                  </a:cubicBezTo>
                  <a:cubicBezTo>
                    <a:pt x="5144" y="7919"/>
                    <a:pt x="0" y="6147"/>
                    <a:pt x="0" y="3960"/>
                  </a:cubicBezTo>
                  <a:cubicBezTo>
                    <a:pt x="0" y="1773"/>
                    <a:pt x="5144" y="1"/>
                    <a:pt x="11493" y="1"/>
                  </a:cubicBezTo>
                  <a:cubicBezTo>
                    <a:pt x="17841" y="1"/>
                    <a:pt x="22989" y="1773"/>
                    <a:pt x="22989" y="396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75">
              <a:extLst>
                <a:ext uri="{FF2B5EF4-FFF2-40B4-BE49-F238E27FC236}">
                  <a16:creationId xmlns:a16="http://schemas.microsoft.com/office/drawing/2014/main" id="{F01B4F29-39B2-8022-56D5-9BF4DEF7BA3B}"/>
                </a:ext>
              </a:extLst>
            </p:cNvPr>
            <p:cNvSpPr/>
            <p:nvPr/>
          </p:nvSpPr>
          <p:spPr>
            <a:xfrm>
              <a:off x="3069825" y="4899125"/>
              <a:ext cx="545375" cy="187875"/>
            </a:xfrm>
            <a:custGeom>
              <a:avLst/>
              <a:gdLst/>
              <a:ahLst/>
              <a:cxnLst/>
              <a:rect l="l" t="t" r="r" b="b"/>
              <a:pathLst>
                <a:path w="21815" h="7515" fill="none" extrusionOk="0">
                  <a:moveTo>
                    <a:pt x="21814" y="3758"/>
                  </a:moveTo>
                  <a:cubicBezTo>
                    <a:pt x="21814" y="5830"/>
                    <a:pt x="16931" y="7515"/>
                    <a:pt x="10906" y="7515"/>
                  </a:cubicBezTo>
                  <a:cubicBezTo>
                    <a:pt x="4884" y="7515"/>
                    <a:pt x="1" y="5830"/>
                    <a:pt x="1" y="3758"/>
                  </a:cubicBezTo>
                  <a:cubicBezTo>
                    <a:pt x="1" y="1682"/>
                    <a:pt x="4884" y="1"/>
                    <a:pt x="10906" y="1"/>
                  </a:cubicBezTo>
                  <a:cubicBezTo>
                    <a:pt x="16931" y="1"/>
                    <a:pt x="21814" y="1682"/>
                    <a:pt x="21814" y="37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75">
              <a:extLst>
                <a:ext uri="{FF2B5EF4-FFF2-40B4-BE49-F238E27FC236}">
                  <a16:creationId xmlns:a16="http://schemas.microsoft.com/office/drawing/2014/main" id="{A78B3AFA-1457-0803-B23D-2B7931E5B5BB}"/>
                </a:ext>
              </a:extLst>
            </p:cNvPr>
            <p:cNvSpPr/>
            <p:nvPr/>
          </p:nvSpPr>
          <p:spPr>
            <a:xfrm>
              <a:off x="3083950" y="4904025"/>
              <a:ext cx="517125" cy="178075"/>
            </a:xfrm>
            <a:custGeom>
              <a:avLst/>
              <a:gdLst/>
              <a:ahLst/>
              <a:cxnLst/>
              <a:rect l="l" t="t" r="r" b="b"/>
              <a:pathLst>
                <a:path w="20685" h="7123" fill="none" extrusionOk="0">
                  <a:moveTo>
                    <a:pt x="20684" y="3562"/>
                  </a:moveTo>
                  <a:cubicBezTo>
                    <a:pt x="20684" y="5527"/>
                    <a:pt x="16053" y="7123"/>
                    <a:pt x="10341" y="7123"/>
                  </a:cubicBezTo>
                  <a:cubicBezTo>
                    <a:pt x="4632" y="7123"/>
                    <a:pt x="0" y="5527"/>
                    <a:pt x="0" y="3562"/>
                  </a:cubicBezTo>
                  <a:cubicBezTo>
                    <a:pt x="0" y="1594"/>
                    <a:pt x="4632" y="1"/>
                    <a:pt x="10341" y="1"/>
                  </a:cubicBezTo>
                  <a:cubicBezTo>
                    <a:pt x="16053" y="1"/>
                    <a:pt x="20684" y="1594"/>
                    <a:pt x="20684" y="3562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75">
              <a:extLst>
                <a:ext uri="{FF2B5EF4-FFF2-40B4-BE49-F238E27FC236}">
                  <a16:creationId xmlns:a16="http://schemas.microsoft.com/office/drawing/2014/main" id="{4370F43C-0F62-CC04-FDD8-D375D592335C}"/>
                </a:ext>
              </a:extLst>
            </p:cNvPr>
            <p:cNvSpPr/>
            <p:nvPr/>
          </p:nvSpPr>
          <p:spPr>
            <a:xfrm>
              <a:off x="3100425" y="4909650"/>
              <a:ext cx="484075" cy="166750"/>
            </a:xfrm>
            <a:custGeom>
              <a:avLst/>
              <a:gdLst/>
              <a:ahLst/>
              <a:cxnLst/>
              <a:rect l="l" t="t" r="r" b="b"/>
              <a:pathLst>
                <a:path w="19363" h="6670" fill="none" extrusionOk="0">
                  <a:moveTo>
                    <a:pt x="19363" y="3337"/>
                  </a:moveTo>
                  <a:cubicBezTo>
                    <a:pt x="19363" y="5178"/>
                    <a:pt x="15028" y="6669"/>
                    <a:pt x="9682" y="6669"/>
                  </a:cubicBezTo>
                  <a:cubicBezTo>
                    <a:pt x="4335" y="6669"/>
                    <a:pt x="1" y="5178"/>
                    <a:pt x="1" y="3337"/>
                  </a:cubicBezTo>
                  <a:cubicBezTo>
                    <a:pt x="1" y="1496"/>
                    <a:pt x="4335" y="1"/>
                    <a:pt x="9682" y="1"/>
                  </a:cubicBezTo>
                  <a:cubicBezTo>
                    <a:pt x="15028" y="1"/>
                    <a:pt x="19363" y="1496"/>
                    <a:pt x="19363" y="3337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75">
              <a:extLst>
                <a:ext uri="{FF2B5EF4-FFF2-40B4-BE49-F238E27FC236}">
                  <a16:creationId xmlns:a16="http://schemas.microsoft.com/office/drawing/2014/main" id="{292FECF8-B846-9F08-E550-958B61F69265}"/>
                </a:ext>
              </a:extLst>
            </p:cNvPr>
            <p:cNvSpPr/>
            <p:nvPr/>
          </p:nvSpPr>
          <p:spPr>
            <a:xfrm>
              <a:off x="3115925" y="4915050"/>
              <a:ext cx="453150" cy="156050"/>
            </a:xfrm>
            <a:custGeom>
              <a:avLst/>
              <a:gdLst/>
              <a:ahLst/>
              <a:cxnLst/>
              <a:rect l="l" t="t" r="r" b="b"/>
              <a:pathLst>
                <a:path w="18126" h="6242" fill="none" extrusionOk="0">
                  <a:moveTo>
                    <a:pt x="18126" y="3121"/>
                  </a:moveTo>
                  <a:cubicBezTo>
                    <a:pt x="18126" y="4844"/>
                    <a:pt x="14069" y="6241"/>
                    <a:pt x="9062" y="6241"/>
                  </a:cubicBezTo>
                  <a:cubicBezTo>
                    <a:pt x="4058" y="6241"/>
                    <a:pt x="1" y="4844"/>
                    <a:pt x="1" y="3121"/>
                  </a:cubicBezTo>
                  <a:cubicBezTo>
                    <a:pt x="1" y="1397"/>
                    <a:pt x="4058" y="0"/>
                    <a:pt x="9062" y="0"/>
                  </a:cubicBezTo>
                  <a:cubicBezTo>
                    <a:pt x="14069" y="0"/>
                    <a:pt x="18126" y="1397"/>
                    <a:pt x="18126" y="31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75">
              <a:extLst>
                <a:ext uri="{FF2B5EF4-FFF2-40B4-BE49-F238E27FC236}">
                  <a16:creationId xmlns:a16="http://schemas.microsoft.com/office/drawing/2014/main" id="{A26918E0-F500-BF42-A5CD-E7143BDF2C5F}"/>
                </a:ext>
              </a:extLst>
            </p:cNvPr>
            <p:cNvSpPr/>
            <p:nvPr/>
          </p:nvSpPr>
          <p:spPr>
            <a:xfrm>
              <a:off x="3132750" y="4920850"/>
              <a:ext cx="419525" cy="144450"/>
            </a:xfrm>
            <a:custGeom>
              <a:avLst/>
              <a:gdLst/>
              <a:ahLst/>
              <a:cxnLst/>
              <a:rect l="l" t="t" r="r" b="b"/>
              <a:pathLst>
                <a:path w="16781" h="5778" fill="none" extrusionOk="0">
                  <a:moveTo>
                    <a:pt x="16781" y="2889"/>
                  </a:moveTo>
                  <a:cubicBezTo>
                    <a:pt x="16781" y="4485"/>
                    <a:pt x="13024" y="5777"/>
                    <a:pt x="8389" y="5777"/>
                  </a:cubicBezTo>
                  <a:cubicBezTo>
                    <a:pt x="3757" y="5777"/>
                    <a:pt x="0" y="4485"/>
                    <a:pt x="0" y="2889"/>
                  </a:cubicBezTo>
                  <a:cubicBezTo>
                    <a:pt x="0" y="1293"/>
                    <a:pt x="3757" y="0"/>
                    <a:pt x="8389" y="0"/>
                  </a:cubicBezTo>
                  <a:cubicBezTo>
                    <a:pt x="13024" y="0"/>
                    <a:pt x="16781" y="1293"/>
                    <a:pt x="16781" y="2889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75">
              <a:extLst>
                <a:ext uri="{FF2B5EF4-FFF2-40B4-BE49-F238E27FC236}">
                  <a16:creationId xmlns:a16="http://schemas.microsoft.com/office/drawing/2014/main" id="{072DA2D7-BAE5-7B8F-305F-A9695AF612F7}"/>
                </a:ext>
              </a:extLst>
            </p:cNvPr>
            <p:cNvSpPr/>
            <p:nvPr/>
          </p:nvSpPr>
          <p:spPr>
            <a:xfrm>
              <a:off x="3148500" y="4926225"/>
              <a:ext cx="388025" cy="133700"/>
            </a:xfrm>
            <a:custGeom>
              <a:avLst/>
              <a:gdLst/>
              <a:ahLst/>
              <a:cxnLst/>
              <a:rect l="l" t="t" r="r" b="b"/>
              <a:pathLst>
                <a:path w="15521" h="5348" fill="none" extrusionOk="0">
                  <a:moveTo>
                    <a:pt x="15521" y="2674"/>
                  </a:moveTo>
                  <a:cubicBezTo>
                    <a:pt x="15521" y="4149"/>
                    <a:pt x="12048" y="5347"/>
                    <a:pt x="7759" y="5347"/>
                  </a:cubicBezTo>
                  <a:cubicBezTo>
                    <a:pt x="3473" y="5347"/>
                    <a:pt x="0" y="4149"/>
                    <a:pt x="0" y="2674"/>
                  </a:cubicBezTo>
                  <a:cubicBezTo>
                    <a:pt x="0" y="1198"/>
                    <a:pt x="3473" y="1"/>
                    <a:pt x="7759" y="1"/>
                  </a:cubicBezTo>
                  <a:cubicBezTo>
                    <a:pt x="12048" y="1"/>
                    <a:pt x="15521" y="1198"/>
                    <a:pt x="15521" y="2674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75">
              <a:extLst>
                <a:ext uri="{FF2B5EF4-FFF2-40B4-BE49-F238E27FC236}">
                  <a16:creationId xmlns:a16="http://schemas.microsoft.com/office/drawing/2014/main" id="{D07CF4E8-57F8-1D41-55FB-DC62DDB7179C}"/>
                </a:ext>
              </a:extLst>
            </p:cNvPr>
            <p:cNvSpPr/>
            <p:nvPr/>
          </p:nvSpPr>
          <p:spPr>
            <a:xfrm>
              <a:off x="3164150" y="4931625"/>
              <a:ext cx="356625" cy="122825"/>
            </a:xfrm>
            <a:custGeom>
              <a:avLst/>
              <a:gdLst/>
              <a:ahLst/>
              <a:cxnLst/>
              <a:rect l="l" t="t" r="r" b="b"/>
              <a:pathLst>
                <a:path w="14265" h="4913" fill="none" extrusionOk="0">
                  <a:moveTo>
                    <a:pt x="14265" y="2458"/>
                  </a:moveTo>
                  <a:cubicBezTo>
                    <a:pt x="14265" y="3812"/>
                    <a:pt x="11072" y="4912"/>
                    <a:pt x="7133" y="4912"/>
                  </a:cubicBezTo>
                  <a:cubicBezTo>
                    <a:pt x="3196" y="4912"/>
                    <a:pt x="1" y="3812"/>
                    <a:pt x="1" y="2458"/>
                  </a:cubicBezTo>
                  <a:cubicBezTo>
                    <a:pt x="1" y="1100"/>
                    <a:pt x="3196" y="0"/>
                    <a:pt x="7133" y="0"/>
                  </a:cubicBezTo>
                  <a:cubicBezTo>
                    <a:pt x="11072" y="0"/>
                    <a:pt x="14265" y="1100"/>
                    <a:pt x="14265" y="2458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75">
              <a:extLst>
                <a:ext uri="{FF2B5EF4-FFF2-40B4-BE49-F238E27FC236}">
                  <a16:creationId xmlns:a16="http://schemas.microsoft.com/office/drawing/2014/main" id="{A74A06EF-959E-4F90-3796-F905741C70BC}"/>
                </a:ext>
              </a:extLst>
            </p:cNvPr>
            <p:cNvSpPr/>
            <p:nvPr/>
          </p:nvSpPr>
          <p:spPr>
            <a:xfrm>
              <a:off x="3179900" y="4937075"/>
              <a:ext cx="325200" cy="111975"/>
            </a:xfrm>
            <a:custGeom>
              <a:avLst/>
              <a:gdLst/>
              <a:ahLst/>
              <a:cxnLst/>
              <a:rect l="l" t="t" r="r" b="b"/>
              <a:pathLst>
                <a:path w="13008" h="4479" fill="none" extrusionOk="0">
                  <a:moveTo>
                    <a:pt x="13008" y="2240"/>
                  </a:moveTo>
                  <a:cubicBezTo>
                    <a:pt x="13008" y="3477"/>
                    <a:pt x="10096" y="4479"/>
                    <a:pt x="6503" y="4479"/>
                  </a:cubicBezTo>
                  <a:cubicBezTo>
                    <a:pt x="2912" y="4479"/>
                    <a:pt x="1" y="3477"/>
                    <a:pt x="1" y="2240"/>
                  </a:cubicBezTo>
                  <a:cubicBezTo>
                    <a:pt x="1" y="1003"/>
                    <a:pt x="2912" y="1"/>
                    <a:pt x="6503" y="1"/>
                  </a:cubicBezTo>
                  <a:cubicBezTo>
                    <a:pt x="10096" y="1"/>
                    <a:pt x="13008" y="1003"/>
                    <a:pt x="13008" y="2240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75">
              <a:extLst>
                <a:ext uri="{FF2B5EF4-FFF2-40B4-BE49-F238E27FC236}">
                  <a16:creationId xmlns:a16="http://schemas.microsoft.com/office/drawing/2014/main" id="{7F7D9CC9-4F37-43CE-FB31-9E620E95D360}"/>
                </a:ext>
              </a:extLst>
            </p:cNvPr>
            <p:cNvSpPr/>
            <p:nvPr/>
          </p:nvSpPr>
          <p:spPr>
            <a:xfrm>
              <a:off x="3195900" y="4942550"/>
              <a:ext cx="293225" cy="100950"/>
            </a:xfrm>
            <a:custGeom>
              <a:avLst/>
              <a:gdLst/>
              <a:ahLst/>
              <a:cxnLst/>
              <a:rect l="l" t="t" r="r" b="b"/>
              <a:pathLst>
                <a:path w="11729" h="4038" fill="none" extrusionOk="0">
                  <a:moveTo>
                    <a:pt x="11728" y="2021"/>
                  </a:moveTo>
                  <a:cubicBezTo>
                    <a:pt x="11728" y="3134"/>
                    <a:pt x="9101" y="4038"/>
                    <a:pt x="5863" y="4038"/>
                  </a:cubicBezTo>
                  <a:cubicBezTo>
                    <a:pt x="2625" y="4038"/>
                    <a:pt x="1" y="3134"/>
                    <a:pt x="1" y="2021"/>
                  </a:cubicBezTo>
                  <a:cubicBezTo>
                    <a:pt x="1" y="905"/>
                    <a:pt x="2625" y="0"/>
                    <a:pt x="5863" y="0"/>
                  </a:cubicBezTo>
                  <a:cubicBezTo>
                    <a:pt x="9101" y="0"/>
                    <a:pt x="11728" y="905"/>
                    <a:pt x="11728" y="2021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75">
              <a:extLst>
                <a:ext uri="{FF2B5EF4-FFF2-40B4-BE49-F238E27FC236}">
                  <a16:creationId xmlns:a16="http://schemas.microsoft.com/office/drawing/2014/main" id="{1EFD2E0B-06BF-78AC-3D0C-BCEEB4142CE8}"/>
                </a:ext>
              </a:extLst>
            </p:cNvPr>
            <p:cNvSpPr/>
            <p:nvPr/>
          </p:nvSpPr>
          <p:spPr>
            <a:xfrm>
              <a:off x="3211400" y="4947925"/>
              <a:ext cx="262225" cy="90275"/>
            </a:xfrm>
            <a:custGeom>
              <a:avLst/>
              <a:gdLst/>
              <a:ahLst/>
              <a:cxnLst/>
              <a:rect l="l" t="t" r="r" b="b"/>
              <a:pathLst>
                <a:path w="10489" h="3611" fill="none" extrusionOk="0">
                  <a:moveTo>
                    <a:pt x="10488" y="1806"/>
                  </a:moveTo>
                  <a:cubicBezTo>
                    <a:pt x="10488" y="2801"/>
                    <a:pt x="8141" y="3611"/>
                    <a:pt x="5243" y="3611"/>
                  </a:cubicBezTo>
                  <a:cubicBezTo>
                    <a:pt x="2348" y="3611"/>
                    <a:pt x="1" y="2801"/>
                    <a:pt x="1" y="1806"/>
                  </a:cubicBezTo>
                  <a:cubicBezTo>
                    <a:pt x="1" y="807"/>
                    <a:pt x="2348" y="1"/>
                    <a:pt x="5243" y="1"/>
                  </a:cubicBezTo>
                  <a:cubicBezTo>
                    <a:pt x="8141" y="1"/>
                    <a:pt x="10488" y="807"/>
                    <a:pt x="10488" y="1806"/>
                  </a:cubicBezTo>
                  <a:close/>
                </a:path>
              </a:pathLst>
            </a:custGeom>
            <a:noFill/>
            <a:ln w="2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75">
              <a:extLst>
                <a:ext uri="{FF2B5EF4-FFF2-40B4-BE49-F238E27FC236}">
                  <a16:creationId xmlns:a16="http://schemas.microsoft.com/office/drawing/2014/main" id="{3F73A134-237D-A05E-708F-A60281B74A6F}"/>
                </a:ext>
              </a:extLst>
            </p:cNvPr>
            <p:cNvSpPr/>
            <p:nvPr/>
          </p:nvSpPr>
          <p:spPr>
            <a:xfrm>
              <a:off x="3234975" y="4956000"/>
              <a:ext cx="215050" cy="74050"/>
            </a:xfrm>
            <a:custGeom>
              <a:avLst/>
              <a:gdLst/>
              <a:ahLst/>
              <a:cxnLst/>
              <a:rect l="l" t="t" r="r" b="b"/>
              <a:pathLst>
                <a:path w="8602" h="2962" extrusionOk="0">
                  <a:moveTo>
                    <a:pt x="4300" y="1310"/>
                  </a:moveTo>
                  <a:cubicBezTo>
                    <a:pt x="4580" y="1310"/>
                    <a:pt x="4806" y="1385"/>
                    <a:pt x="4806" y="1483"/>
                  </a:cubicBezTo>
                  <a:cubicBezTo>
                    <a:pt x="4806" y="1577"/>
                    <a:pt x="4580" y="1656"/>
                    <a:pt x="4300" y="1656"/>
                  </a:cubicBezTo>
                  <a:cubicBezTo>
                    <a:pt x="4022" y="1656"/>
                    <a:pt x="3797" y="1577"/>
                    <a:pt x="3797" y="1483"/>
                  </a:cubicBezTo>
                  <a:cubicBezTo>
                    <a:pt x="3797" y="1388"/>
                    <a:pt x="4022" y="1310"/>
                    <a:pt x="4300" y="1310"/>
                  </a:cubicBezTo>
                  <a:close/>
                  <a:moveTo>
                    <a:pt x="4300" y="1"/>
                  </a:moveTo>
                  <a:cubicBezTo>
                    <a:pt x="1927" y="1"/>
                    <a:pt x="1" y="664"/>
                    <a:pt x="1" y="1483"/>
                  </a:cubicBezTo>
                  <a:cubicBezTo>
                    <a:pt x="1" y="2299"/>
                    <a:pt x="1927" y="2961"/>
                    <a:pt x="4300" y="2961"/>
                  </a:cubicBezTo>
                  <a:cubicBezTo>
                    <a:pt x="6676" y="2961"/>
                    <a:pt x="8602" y="2299"/>
                    <a:pt x="8602" y="1483"/>
                  </a:cubicBezTo>
                  <a:cubicBezTo>
                    <a:pt x="8602" y="664"/>
                    <a:pt x="667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75">
              <a:extLst>
                <a:ext uri="{FF2B5EF4-FFF2-40B4-BE49-F238E27FC236}">
                  <a16:creationId xmlns:a16="http://schemas.microsoft.com/office/drawing/2014/main" id="{48C13C70-473D-DC80-6BBB-E263E6FA2A22}"/>
                </a:ext>
              </a:extLst>
            </p:cNvPr>
            <p:cNvSpPr/>
            <p:nvPr/>
          </p:nvSpPr>
          <p:spPr>
            <a:xfrm>
              <a:off x="3037600" y="4887550"/>
              <a:ext cx="609825" cy="211050"/>
            </a:xfrm>
            <a:custGeom>
              <a:avLst/>
              <a:gdLst/>
              <a:ahLst/>
              <a:cxnLst/>
              <a:rect l="l" t="t" r="r" b="b"/>
              <a:pathLst>
                <a:path w="24393" h="8442" extrusionOk="0">
                  <a:moveTo>
                    <a:pt x="12195" y="4077"/>
                  </a:moveTo>
                  <a:cubicBezTo>
                    <a:pt x="12488" y="4077"/>
                    <a:pt x="12668" y="4162"/>
                    <a:pt x="12668" y="4221"/>
                  </a:cubicBezTo>
                  <a:cubicBezTo>
                    <a:pt x="12668" y="4283"/>
                    <a:pt x="12488" y="4364"/>
                    <a:pt x="12195" y="4364"/>
                  </a:cubicBezTo>
                  <a:cubicBezTo>
                    <a:pt x="11904" y="4364"/>
                    <a:pt x="11721" y="4283"/>
                    <a:pt x="11721" y="4221"/>
                  </a:cubicBezTo>
                  <a:cubicBezTo>
                    <a:pt x="11721" y="4162"/>
                    <a:pt x="11904" y="4080"/>
                    <a:pt x="12195" y="4080"/>
                  </a:cubicBezTo>
                  <a:lnTo>
                    <a:pt x="12195" y="4077"/>
                  </a:lnTo>
                  <a:close/>
                  <a:moveTo>
                    <a:pt x="12195" y="4018"/>
                  </a:moveTo>
                  <a:cubicBezTo>
                    <a:pt x="11937" y="4018"/>
                    <a:pt x="11663" y="4090"/>
                    <a:pt x="11663" y="4221"/>
                  </a:cubicBezTo>
                  <a:cubicBezTo>
                    <a:pt x="11663" y="4355"/>
                    <a:pt x="11937" y="4426"/>
                    <a:pt x="12195" y="4426"/>
                  </a:cubicBezTo>
                  <a:lnTo>
                    <a:pt x="12195" y="4423"/>
                  </a:lnTo>
                  <a:cubicBezTo>
                    <a:pt x="12456" y="4423"/>
                    <a:pt x="12730" y="4355"/>
                    <a:pt x="12730" y="4221"/>
                  </a:cubicBezTo>
                  <a:cubicBezTo>
                    <a:pt x="12730" y="4090"/>
                    <a:pt x="12456" y="4018"/>
                    <a:pt x="12195" y="4018"/>
                  </a:cubicBezTo>
                  <a:close/>
                  <a:moveTo>
                    <a:pt x="12195" y="59"/>
                  </a:moveTo>
                  <a:cubicBezTo>
                    <a:pt x="18889" y="59"/>
                    <a:pt x="24330" y="1929"/>
                    <a:pt x="24330" y="4221"/>
                  </a:cubicBezTo>
                  <a:cubicBezTo>
                    <a:pt x="24330" y="6515"/>
                    <a:pt x="18889" y="8382"/>
                    <a:pt x="12195" y="8382"/>
                  </a:cubicBezTo>
                  <a:cubicBezTo>
                    <a:pt x="5503" y="8382"/>
                    <a:pt x="59" y="6519"/>
                    <a:pt x="59" y="4221"/>
                  </a:cubicBezTo>
                  <a:cubicBezTo>
                    <a:pt x="59" y="1926"/>
                    <a:pt x="5503" y="59"/>
                    <a:pt x="12195" y="59"/>
                  </a:cubicBezTo>
                  <a:close/>
                  <a:moveTo>
                    <a:pt x="12195" y="0"/>
                  </a:moveTo>
                  <a:cubicBezTo>
                    <a:pt x="8944" y="0"/>
                    <a:pt x="5885" y="435"/>
                    <a:pt x="3584" y="1228"/>
                  </a:cubicBezTo>
                  <a:cubicBezTo>
                    <a:pt x="1273" y="2024"/>
                    <a:pt x="0" y="3088"/>
                    <a:pt x="0" y="4221"/>
                  </a:cubicBezTo>
                  <a:cubicBezTo>
                    <a:pt x="0" y="5353"/>
                    <a:pt x="1273" y="6414"/>
                    <a:pt x="3584" y="7211"/>
                  </a:cubicBezTo>
                  <a:cubicBezTo>
                    <a:pt x="5885" y="8004"/>
                    <a:pt x="8944" y="8441"/>
                    <a:pt x="12195" y="8441"/>
                  </a:cubicBezTo>
                  <a:cubicBezTo>
                    <a:pt x="15449" y="8441"/>
                    <a:pt x="18507" y="8004"/>
                    <a:pt x="20809" y="7211"/>
                  </a:cubicBezTo>
                  <a:cubicBezTo>
                    <a:pt x="23119" y="6414"/>
                    <a:pt x="24392" y="5353"/>
                    <a:pt x="24392" y="4221"/>
                  </a:cubicBezTo>
                  <a:cubicBezTo>
                    <a:pt x="24392" y="3088"/>
                    <a:pt x="23119" y="2024"/>
                    <a:pt x="20809" y="1228"/>
                  </a:cubicBezTo>
                  <a:cubicBezTo>
                    <a:pt x="18507" y="435"/>
                    <a:pt x="15449" y="0"/>
                    <a:pt x="12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3" name="Google Shape;5553;p75">
            <a:extLst>
              <a:ext uri="{FF2B5EF4-FFF2-40B4-BE49-F238E27FC236}">
                <a16:creationId xmlns:a16="http://schemas.microsoft.com/office/drawing/2014/main" id="{5247424A-9B3E-BCFA-9463-88873E43DBF2}"/>
              </a:ext>
            </a:extLst>
          </p:cNvPr>
          <p:cNvGrpSpPr/>
          <p:nvPr/>
        </p:nvGrpSpPr>
        <p:grpSpPr>
          <a:xfrm flipH="1">
            <a:off x="3887751" y="4468125"/>
            <a:ext cx="918676" cy="298338"/>
            <a:chOff x="3099775" y="2031950"/>
            <a:chExt cx="513600" cy="166800"/>
          </a:xfrm>
        </p:grpSpPr>
        <p:sp>
          <p:nvSpPr>
            <p:cNvPr id="5554" name="Google Shape;5554;p75">
              <a:extLst>
                <a:ext uri="{FF2B5EF4-FFF2-40B4-BE49-F238E27FC236}">
                  <a16:creationId xmlns:a16="http://schemas.microsoft.com/office/drawing/2014/main" id="{CD24D0DA-0600-812C-A31D-43AA0EE13BDF}"/>
                </a:ext>
              </a:extLst>
            </p:cNvPr>
            <p:cNvSpPr/>
            <p:nvPr/>
          </p:nvSpPr>
          <p:spPr>
            <a:xfrm>
              <a:off x="3107950" y="2108525"/>
              <a:ext cx="505425" cy="90225"/>
            </a:xfrm>
            <a:custGeom>
              <a:avLst/>
              <a:gdLst/>
              <a:ahLst/>
              <a:cxnLst/>
              <a:rect l="l" t="t" r="r" b="b"/>
              <a:pathLst>
                <a:path w="20217" h="3609" extrusionOk="0">
                  <a:moveTo>
                    <a:pt x="15835" y="0"/>
                  </a:moveTo>
                  <a:lnTo>
                    <a:pt x="540" y="883"/>
                  </a:lnTo>
                  <a:lnTo>
                    <a:pt x="0" y="1439"/>
                  </a:lnTo>
                  <a:lnTo>
                    <a:pt x="15544" y="3609"/>
                  </a:lnTo>
                  <a:lnTo>
                    <a:pt x="17745" y="3100"/>
                  </a:lnTo>
                  <a:lnTo>
                    <a:pt x="20217" y="629"/>
                  </a:lnTo>
                  <a:lnTo>
                    <a:pt x="15835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75">
              <a:extLst>
                <a:ext uri="{FF2B5EF4-FFF2-40B4-BE49-F238E27FC236}">
                  <a16:creationId xmlns:a16="http://schemas.microsoft.com/office/drawing/2014/main" id="{9A8B6A8E-A621-5AC1-9E53-ED1D63C259D4}"/>
                </a:ext>
              </a:extLst>
            </p:cNvPr>
            <p:cNvSpPr/>
            <p:nvPr/>
          </p:nvSpPr>
          <p:spPr>
            <a:xfrm>
              <a:off x="3426850" y="2123450"/>
              <a:ext cx="4300" cy="26750"/>
            </a:xfrm>
            <a:custGeom>
              <a:avLst/>
              <a:gdLst/>
              <a:ahLst/>
              <a:cxnLst/>
              <a:rect l="l" t="t" r="r" b="b"/>
              <a:pathLst>
                <a:path w="172" h="1070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1" y="333"/>
                    <a:pt x="0" y="722"/>
                    <a:pt x="140" y="1070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75">
              <a:extLst>
                <a:ext uri="{FF2B5EF4-FFF2-40B4-BE49-F238E27FC236}">
                  <a16:creationId xmlns:a16="http://schemas.microsoft.com/office/drawing/2014/main" id="{7318944B-5027-3C3E-C75C-6C1A98116D48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75">
              <a:extLst>
                <a:ext uri="{FF2B5EF4-FFF2-40B4-BE49-F238E27FC236}">
                  <a16:creationId xmlns:a16="http://schemas.microsoft.com/office/drawing/2014/main" id="{5FABBA9E-B27E-F080-16FD-3DF26F134131}"/>
                </a:ext>
              </a:extLst>
            </p:cNvPr>
            <p:cNvSpPr/>
            <p:nvPr/>
          </p:nvSpPr>
          <p:spPr>
            <a:xfrm>
              <a:off x="3201650" y="2118000"/>
              <a:ext cx="230925" cy="34550"/>
            </a:xfrm>
            <a:custGeom>
              <a:avLst/>
              <a:gdLst/>
              <a:ahLst/>
              <a:cxnLst/>
              <a:rect l="l" t="t" r="r" b="b"/>
              <a:pathLst>
                <a:path w="9237" h="1382" extrusionOk="0">
                  <a:moveTo>
                    <a:pt x="99" y="99"/>
                  </a:moveTo>
                  <a:lnTo>
                    <a:pt x="9117" y="244"/>
                  </a:lnTo>
                  <a:lnTo>
                    <a:pt x="9029" y="592"/>
                  </a:lnTo>
                  <a:cubicBezTo>
                    <a:pt x="8972" y="805"/>
                    <a:pt x="9013" y="997"/>
                    <a:pt x="9060" y="1200"/>
                  </a:cubicBezTo>
                  <a:lnTo>
                    <a:pt x="9076" y="1283"/>
                  </a:lnTo>
                  <a:lnTo>
                    <a:pt x="208" y="1034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37" y="0"/>
                    <a:pt x="21" y="6"/>
                    <a:pt x="16" y="16"/>
                  </a:cubicBezTo>
                  <a:cubicBezTo>
                    <a:pt x="6" y="26"/>
                    <a:pt x="1" y="42"/>
                    <a:pt x="1" y="52"/>
                  </a:cubicBezTo>
                  <a:lnTo>
                    <a:pt x="115" y="1086"/>
                  </a:lnTo>
                  <a:cubicBezTo>
                    <a:pt x="120" y="1106"/>
                    <a:pt x="141" y="1127"/>
                    <a:pt x="162" y="1127"/>
                  </a:cubicBezTo>
                  <a:lnTo>
                    <a:pt x="9143" y="1381"/>
                  </a:lnTo>
                  <a:cubicBezTo>
                    <a:pt x="9154" y="1381"/>
                    <a:pt x="9169" y="1376"/>
                    <a:pt x="9179" y="1361"/>
                  </a:cubicBezTo>
                  <a:cubicBezTo>
                    <a:pt x="9190" y="1350"/>
                    <a:pt x="9195" y="1335"/>
                    <a:pt x="9190" y="1324"/>
                  </a:cubicBezTo>
                  <a:cubicBezTo>
                    <a:pt x="9179" y="1272"/>
                    <a:pt x="9169" y="1226"/>
                    <a:pt x="9159" y="1179"/>
                  </a:cubicBezTo>
                  <a:cubicBezTo>
                    <a:pt x="9117" y="987"/>
                    <a:pt x="9076" y="810"/>
                    <a:pt x="9128" y="613"/>
                  </a:cubicBezTo>
                  <a:lnTo>
                    <a:pt x="9231" y="208"/>
                  </a:lnTo>
                  <a:cubicBezTo>
                    <a:pt x="9237" y="193"/>
                    <a:pt x="9231" y="182"/>
                    <a:pt x="9226" y="167"/>
                  </a:cubicBezTo>
                  <a:cubicBezTo>
                    <a:pt x="9216" y="156"/>
                    <a:pt x="9200" y="151"/>
                    <a:pt x="9185" y="15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75">
              <a:extLst>
                <a:ext uri="{FF2B5EF4-FFF2-40B4-BE49-F238E27FC236}">
                  <a16:creationId xmlns:a16="http://schemas.microsoft.com/office/drawing/2014/main" id="{3DA293F3-B14B-3503-68BB-98C9B76BF291}"/>
                </a:ext>
              </a:extLst>
            </p:cNvPr>
            <p:cNvSpPr/>
            <p:nvPr/>
          </p:nvSpPr>
          <p:spPr>
            <a:xfrm>
              <a:off x="3202825" y="2078550"/>
              <a:ext cx="302175" cy="44400"/>
            </a:xfrm>
            <a:custGeom>
              <a:avLst/>
              <a:gdLst/>
              <a:ahLst/>
              <a:cxnLst/>
              <a:rect l="l" t="t" r="r" b="b"/>
              <a:pathLst>
                <a:path w="12087" h="1776" extrusionOk="0">
                  <a:moveTo>
                    <a:pt x="3650" y="0"/>
                  </a:moveTo>
                  <a:lnTo>
                    <a:pt x="0" y="1625"/>
                  </a:lnTo>
                  <a:lnTo>
                    <a:pt x="9132" y="1776"/>
                  </a:lnTo>
                  <a:lnTo>
                    <a:pt x="12087" y="68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75">
              <a:extLst>
                <a:ext uri="{FF2B5EF4-FFF2-40B4-BE49-F238E27FC236}">
                  <a16:creationId xmlns:a16="http://schemas.microsoft.com/office/drawing/2014/main" id="{D07130B2-E71D-82A8-E769-1CB1B2BCEFFD}"/>
                </a:ext>
              </a:extLst>
            </p:cNvPr>
            <p:cNvSpPr/>
            <p:nvPr/>
          </p:nvSpPr>
          <p:spPr>
            <a:xfrm>
              <a:off x="3202825" y="2078550"/>
              <a:ext cx="196000" cy="43225"/>
            </a:xfrm>
            <a:custGeom>
              <a:avLst/>
              <a:gdLst/>
              <a:ahLst/>
              <a:cxnLst/>
              <a:rect l="l" t="t" r="r" b="b"/>
              <a:pathLst>
                <a:path w="7840" h="1729" extrusionOk="0">
                  <a:moveTo>
                    <a:pt x="3650" y="0"/>
                  </a:moveTo>
                  <a:lnTo>
                    <a:pt x="0" y="1625"/>
                  </a:lnTo>
                  <a:lnTo>
                    <a:pt x="6407" y="1729"/>
                  </a:lnTo>
                  <a:lnTo>
                    <a:pt x="7840" y="37"/>
                  </a:lnTo>
                  <a:lnTo>
                    <a:pt x="3650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75">
              <a:extLst>
                <a:ext uri="{FF2B5EF4-FFF2-40B4-BE49-F238E27FC236}">
                  <a16:creationId xmlns:a16="http://schemas.microsoft.com/office/drawing/2014/main" id="{9F959CEE-D822-2714-4F3F-99A7AEAA9D03}"/>
                </a:ext>
              </a:extLst>
            </p:cNvPr>
            <p:cNvSpPr/>
            <p:nvPr/>
          </p:nvSpPr>
          <p:spPr>
            <a:xfrm>
              <a:off x="3430475" y="2080875"/>
              <a:ext cx="73625" cy="67000"/>
            </a:xfrm>
            <a:custGeom>
              <a:avLst/>
              <a:gdLst/>
              <a:ahLst/>
              <a:cxnLst/>
              <a:rect l="l" t="t" r="r" b="b"/>
              <a:pathLst>
                <a:path w="2945" h="2680" extrusionOk="0">
                  <a:moveTo>
                    <a:pt x="2944" y="1"/>
                  </a:moveTo>
                  <a:lnTo>
                    <a:pt x="26" y="1678"/>
                  </a:lnTo>
                  <a:lnTo>
                    <a:pt x="1" y="2680"/>
                  </a:lnTo>
                  <a:lnTo>
                    <a:pt x="2757" y="1096"/>
                  </a:lnTo>
                  <a:cubicBezTo>
                    <a:pt x="2742" y="888"/>
                    <a:pt x="2752" y="686"/>
                    <a:pt x="2788" y="483"/>
                  </a:cubicBezTo>
                  <a:lnTo>
                    <a:pt x="2788" y="483"/>
                  </a:lnTo>
                  <a:lnTo>
                    <a:pt x="2056" y="847"/>
                  </a:lnTo>
                  <a:lnTo>
                    <a:pt x="2056" y="847"/>
                  </a:lnTo>
                  <a:lnTo>
                    <a:pt x="2804" y="395"/>
                  </a:lnTo>
                  <a:cubicBezTo>
                    <a:pt x="2830" y="291"/>
                    <a:pt x="2887" y="79"/>
                    <a:pt x="2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75">
              <a:extLst>
                <a:ext uri="{FF2B5EF4-FFF2-40B4-BE49-F238E27FC236}">
                  <a16:creationId xmlns:a16="http://schemas.microsoft.com/office/drawing/2014/main" id="{83AD75B7-E633-430F-D883-8053F7216000}"/>
                </a:ext>
              </a:extLst>
            </p:cNvPr>
            <p:cNvSpPr/>
            <p:nvPr/>
          </p:nvSpPr>
          <p:spPr>
            <a:xfrm>
              <a:off x="3429175" y="2079675"/>
              <a:ext cx="76475" cy="69500"/>
            </a:xfrm>
            <a:custGeom>
              <a:avLst/>
              <a:gdLst/>
              <a:ahLst/>
              <a:cxnLst/>
              <a:rect l="l" t="t" r="r" b="b"/>
              <a:pathLst>
                <a:path w="3059" h="2780" extrusionOk="0">
                  <a:moveTo>
                    <a:pt x="2882" y="168"/>
                  </a:moveTo>
                  <a:lnTo>
                    <a:pt x="2882" y="168"/>
                  </a:lnTo>
                  <a:cubicBezTo>
                    <a:pt x="2856" y="246"/>
                    <a:pt x="2830" y="334"/>
                    <a:pt x="2809" y="412"/>
                  </a:cubicBezTo>
                  <a:lnTo>
                    <a:pt x="2082" y="853"/>
                  </a:lnTo>
                  <a:cubicBezTo>
                    <a:pt x="2037" y="881"/>
                    <a:pt x="2064" y="945"/>
                    <a:pt x="2110" y="945"/>
                  </a:cubicBezTo>
                  <a:cubicBezTo>
                    <a:pt x="2116" y="945"/>
                    <a:pt x="2123" y="944"/>
                    <a:pt x="2129" y="942"/>
                  </a:cubicBezTo>
                  <a:lnTo>
                    <a:pt x="2778" y="615"/>
                  </a:lnTo>
                  <a:lnTo>
                    <a:pt x="2778" y="615"/>
                  </a:lnTo>
                  <a:cubicBezTo>
                    <a:pt x="2757" y="781"/>
                    <a:pt x="2752" y="952"/>
                    <a:pt x="2757" y="1118"/>
                  </a:cubicBezTo>
                  <a:lnTo>
                    <a:pt x="104" y="2644"/>
                  </a:lnTo>
                  <a:lnTo>
                    <a:pt x="130" y="1757"/>
                  </a:lnTo>
                  <a:lnTo>
                    <a:pt x="2882" y="168"/>
                  </a:lnTo>
                  <a:close/>
                  <a:moveTo>
                    <a:pt x="2996" y="0"/>
                  </a:moveTo>
                  <a:cubicBezTo>
                    <a:pt x="2988" y="0"/>
                    <a:pt x="2979" y="2"/>
                    <a:pt x="2970" y="7"/>
                  </a:cubicBezTo>
                  <a:lnTo>
                    <a:pt x="58" y="1689"/>
                  </a:lnTo>
                  <a:cubicBezTo>
                    <a:pt x="42" y="1694"/>
                    <a:pt x="32" y="1710"/>
                    <a:pt x="32" y="1731"/>
                  </a:cubicBezTo>
                  <a:lnTo>
                    <a:pt x="6" y="2728"/>
                  </a:lnTo>
                  <a:cubicBezTo>
                    <a:pt x="1" y="2753"/>
                    <a:pt x="27" y="2779"/>
                    <a:pt x="53" y="2779"/>
                  </a:cubicBezTo>
                  <a:cubicBezTo>
                    <a:pt x="63" y="2779"/>
                    <a:pt x="68" y="2774"/>
                    <a:pt x="78" y="2774"/>
                  </a:cubicBezTo>
                  <a:lnTo>
                    <a:pt x="2835" y="1186"/>
                  </a:lnTo>
                  <a:cubicBezTo>
                    <a:pt x="2851" y="1175"/>
                    <a:pt x="2861" y="1160"/>
                    <a:pt x="2856" y="1139"/>
                  </a:cubicBezTo>
                  <a:cubicBezTo>
                    <a:pt x="2846" y="942"/>
                    <a:pt x="2856" y="739"/>
                    <a:pt x="2887" y="537"/>
                  </a:cubicBezTo>
                  <a:cubicBezTo>
                    <a:pt x="2892" y="521"/>
                    <a:pt x="2882" y="500"/>
                    <a:pt x="2872" y="490"/>
                  </a:cubicBezTo>
                  <a:lnTo>
                    <a:pt x="2877" y="485"/>
                  </a:lnTo>
                  <a:cubicBezTo>
                    <a:pt x="2887" y="480"/>
                    <a:pt x="2898" y="469"/>
                    <a:pt x="2903" y="454"/>
                  </a:cubicBezTo>
                  <a:cubicBezTo>
                    <a:pt x="2929" y="324"/>
                    <a:pt x="2975" y="194"/>
                    <a:pt x="3038" y="75"/>
                  </a:cubicBezTo>
                  <a:cubicBezTo>
                    <a:pt x="3059" y="41"/>
                    <a:pt x="3032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75">
              <a:extLst>
                <a:ext uri="{FF2B5EF4-FFF2-40B4-BE49-F238E27FC236}">
                  <a16:creationId xmlns:a16="http://schemas.microsoft.com/office/drawing/2014/main" id="{69C9482A-68E6-4B4A-5303-EB64F43EA23F}"/>
                </a:ext>
              </a:extLst>
            </p:cNvPr>
            <p:cNvSpPr/>
            <p:nvPr/>
          </p:nvSpPr>
          <p:spPr>
            <a:xfrm>
              <a:off x="3430075" y="2108275"/>
              <a:ext cx="73750" cy="42975"/>
            </a:xfrm>
            <a:custGeom>
              <a:avLst/>
              <a:gdLst/>
              <a:ahLst/>
              <a:cxnLst/>
              <a:rect l="l" t="t" r="r" b="b"/>
              <a:pathLst>
                <a:path w="2950" h="1719" extrusionOk="0">
                  <a:moveTo>
                    <a:pt x="2773" y="0"/>
                  </a:moveTo>
                  <a:lnTo>
                    <a:pt x="17" y="1589"/>
                  </a:lnTo>
                  <a:lnTo>
                    <a:pt x="1" y="1719"/>
                  </a:lnTo>
                  <a:lnTo>
                    <a:pt x="2950" y="1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75">
              <a:extLst>
                <a:ext uri="{FF2B5EF4-FFF2-40B4-BE49-F238E27FC236}">
                  <a16:creationId xmlns:a16="http://schemas.microsoft.com/office/drawing/2014/main" id="{98E15731-ECC0-3132-B7D1-E2233E65CDEB}"/>
                </a:ext>
              </a:extLst>
            </p:cNvPr>
            <p:cNvSpPr/>
            <p:nvPr/>
          </p:nvSpPr>
          <p:spPr>
            <a:xfrm>
              <a:off x="3428925" y="2107100"/>
              <a:ext cx="76600" cy="45450"/>
            </a:xfrm>
            <a:custGeom>
              <a:avLst/>
              <a:gdLst/>
              <a:ahLst/>
              <a:cxnLst/>
              <a:rect l="l" t="t" r="r" b="b"/>
              <a:pathLst>
                <a:path w="3064" h="1818" extrusionOk="0">
                  <a:moveTo>
                    <a:pt x="2835" y="99"/>
                  </a:moveTo>
                  <a:lnTo>
                    <a:pt x="109" y="1677"/>
                  </a:lnTo>
                  <a:lnTo>
                    <a:pt x="109" y="1662"/>
                  </a:lnTo>
                  <a:lnTo>
                    <a:pt x="2835" y="99"/>
                  </a:lnTo>
                  <a:close/>
                  <a:moveTo>
                    <a:pt x="2825" y="0"/>
                  </a:moveTo>
                  <a:cubicBezTo>
                    <a:pt x="2814" y="0"/>
                    <a:pt x="2809" y="0"/>
                    <a:pt x="2799" y="6"/>
                  </a:cubicBezTo>
                  <a:lnTo>
                    <a:pt x="42" y="1589"/>
                  </a:lnTo>
                  <a:cubicBezTo>
                    <a:pt x="26" y="1599"/>
                    <a:pt x="21" y="1615"/>
                    <a:pt x="16" y="1625"/>
                  </a:cubicBezTo>
                  <a:lnTo>
                    <a:pt x="0" y="1760"/>
                  </a:lnTo>
                  <a:cubicBezTo>
                    <a:pt x="0" y="1791"/>
                    <a:pt x="21" y="1817"/>
                    <a:pt x="52" y="1817"/>
                  </a:cubicBezTo>
                  <a:cubicBezTo>
                    <a:pt x="57" y="1817"/>
                    <a:pt x="68" y="1812"/>
                    <a:pt x="73" y="1807"/>
                  </a:cubicBezTo>
                  <a:lnTo>
                    <a:pt x="3022" y="99"/>
                  </a:lnTo>
                  <a:cubicBezTo>
                    <a:pt x="3063" y="78"/>
                    <a:pt x="3048" y="16"/>
                    <a:pt x="3001" y="11"/>
                  </a:cubicBezTo>
                  <a:lnTo>
                    <a:pt x="2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75">
              <a:extLst>
                <a:ext uri="{FF2B5EF4-FFF2-40B4-BE49-F238E27FC236}">
                  <a16:creationId xmlns:a16="http://schemas.microsoft.com/office/drawing/2014/main" id="{494A7657-A39E-99E8-2E5C-EC63471E7CA5}"/>
                </a:ext>
              </a:extLst>
            </p:cNvPr>
            <p:cNvSpPr/>
            <p:nvPr/>
          </p:nvSpPr>
          <p:spPr>
            <a:xfrm>
              <a:off x="3201125" y="2077450"/>
              <a:ext cx="305175" cy="46675"/>
            </a:xfrm>
            <a:custGeom>
              <a:avLst/>
              <a:gdLst/>
              <a:ahLst/>
              <a:cxnLst/>
              <a:rect l="l" t="t" r="r" b="b"/>
              <a:pathLst>
                <a:path w="12207" h="1867" extrusionOk="0">
                  <a:moveTo>
                    <a:pt x="3728" y="96"/>
                  </a:moveTo>
                  <a:lnTo>
                    <a:pt x="11978" y="158"/>
                  </a:lnTo>
                  <a:lnTo>
                    <a:pt x="9190" y="1773"/>
                  </a:lnTo>
                  <a:lnTo>
                    <a:pt x="286" y="1628"/>
                  </a:lnTo>
                  <a:lnTo>
                    <a:pt x="3728" y="96"/>
                  </a:lnTo>
                  <a:close/>
                  <a:moveTo>
                    <a:pt x="3712" y="0"/>
                  </a:moveTo>
                  <a:cubicBezTo>
                    <a:pt x="3707" y="0"/>
                    <a:pt x="3701" y="3"/>
                    <a:pt x="3697" y="3"/>
                  </a:cubicBezTo>
                  <a:lnTo>
                    <a:pt x="48" y="1628"/>
                  </a:lnTo>
                  <a:cubicBezTo>
                    <a:pt x="1" y="1648"/>
                    <a:pt x="16" y="1721"/>
                    <a:pt x="68" y="1721"/>
                  </a:cubicBezTo>
                  <a:lnTo>
                    <a:pt x="9200" y="1866"/>
                  </a:lnTo>
                  <a:cubicBezTo>
                    <a:pt x="9211" y="1866"/>
                    <a:pt x="9221" y="1866"/>
                    <a:pt x="9226" y="1861"/>
                  </a:cubicBezTo>
                  <a:lnTo>
                    <a:pt x="12181" y="158"/>
                  </a:lnTo>
                  <a:cubicBezTo>
                    <a:pt x="12196" y="143"/>
                    <a:pt x="12206" y="122"/>
                    <a:pt x="12201" y="101"/>
                  </a:cubicBezTo>
                  <a:cubicBezTo>
                    <a:pt x="12196" y="81"/>
                    <a:pt x="12175" y="65"/>
                    <a:pt x="12155" y="65"/>
                  </a:cubicBezTo>
                  <a:lnTo>
                    <a:pt x="3718" y="3"/>
                  </a:lnTo>
                  <a:cubicBezTo>
                    <a:pt x="3716" y="1"/>
                    <a:pt x="371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75">
              <a:extLst>
                <a:ext uri="{FF2B5EF4-FFF2-40B4-BE49-F238E27FC236}">
                  <a16:creationId xmlns:a16="http://schemas.microsoft.com/office/drawing/2014/main" id="{6CE9D4E8-FAFD-2BF2-C278-B4488A520B8E}"/>
                </a:ext>
              </a:extLst>
            </p:cNvPr>
            <p:cNvSpPr/>
            <p:nvPr/>
          </p:nvSpPr>
          <p:spPr>
            <a:xfrm>
              <a:off x="3202825" y="2119175"/>
              <a:ext cx="228325" cy="32075"/>
            </a:xfrm>
            <a:custGeom>
              <a:avLst/>
              <a:gdLst/>
              <a:ahLst/>
              <a:cxnLst/>
              <a:rect l="l" t="t" r="r" b="b"/>
              <a:pathLst>
                <a:path w="9133" h="1283" extrusionOk="0">
                  <a:moveTo>
                    <a:pt x="0" y="0"/>
                  </a:moveTo>
                  <a:lnTo>
                    <a:pt x="115" y="1033"/>
                  </a:lnTo>
                  <a:lnTo>
                    <a:pt x="9091" y="1282"/>
                  </a:lnTo>
                  <a:lnTo>
                    <a:pt x="9091" y="1282"/>
                  </a:lnTo>
                  <a:cubicBezTo>
                    <a:pt x="9039" y="1028"/>
                    <a:pt x="8961" y="805"/>
                    <a:pt x="9029" y="556"/>
                  </a:cubicBezTo>
                  <a:lnTo>
                    <a:pt x="9132" y="146"/>
                  </a:lnTo>
                  <a:lnTo>
                    <a:pt x="0" y="0"/>
                  </a:lnTo>
                  <a:close/>
                  <a:moveTo>
                    <a:pt x="9091" y="1282"/>
                  </a:moveTo>
                  <a:cubicBezTo>
                    <a:pt x="9091" y="1282"/>
                    <a:pt x="9091" y="1282"/>
                    <a:pt x="9091" y="1283"/>
                  </a:cubicBezTo>
                  <a:lnTo>
                    <a:pt x="9096" y="1283"/>
                  </a:lnTo>
                  <a:lnTo>
                    <a:pt x="9091" y="1282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75">
              <a:extLst>
                <a:ext uri="{FF2B5EF4-FFF2-40B4-BE49-F238E27FC236}">
                  <a16:creationId xmlns:a16="http://schemas.microsoft.com/office/drawing/2014/main" id="{92B1A519-536A-93B6-B586-12E7FAA56680}"/>
                </a:ext>
              </a:extLst>
            </p:cNvPr>
            <p:cNvSpPr/>
            <p:nvPr/>
          </p:nvSpPr>
          <p:spPr>
            <a:xfrm>
              <a:off x="3430475" y="2081400"/>
              <a:ext cx="73225" cy="66475"/>
            </a:xfrm>
            <a:custGeom>
              <a:avLst/>
              <a:gdLst/>
              <a:ahLst/>
              <a:cxnLst/>
              <a:rect l="l" t="t" r="r" b="b"/>
              <a:pathLst>
                <a:path w="2929" h="2659" extrusionOk="0">
                  <a:moveTo>
                    <a:pt x="2929" y="0"/>
                  </a:moveTo>
                  <a:lnTo>
                    <a:pt x="26" y="1657"/>
                  </a:lnTo>
                  <a:lnTo>
                    <a:pt x="1" y="2659"/>
                  </a:lnTo>
                  <a:lnTo>
                    <a:pt x="2757" y="1075"/>
                  </a:lnTo>
                  <a:cubicBezTo>
                    <a:pt x="2742" y="867"/>
                    <a:pt x="2752" y="665"/>
                    <a:pt x="2788" y="462"/>
                  </a:cubicBezTo>
                  <a:lnTo>
                    <a:pt x="2788" y="462"/>
                  </a:lnTo>
                  <a:lnTo>
                    <a:pt x="2056" y="826"/>
                  </a:lnTo>
                  <a:lnTo>
                    <a:pt x="2056" y="826"/>
                  </a:lnTo>
                  <a:lnTo>
                    <a:pt x="2804" y="374"/>
                  </a:lnTo>
                  <a:cubicBezTo>
                    <a:pt x="2830" y="270"/>
                    <a:pt x="2872" y="83"/>
                    <a:pt x="2929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75">
              <a:extLst>
                <a:ext uri="{FF2B5EF4-FFF2-40B4-BE49-F238E27FC236}">
                  <a16:creationId xmlns:a16="http://schemas.microsoft.com/office/drawing/2014/main" id="{DBE4C78B-23A7-CF2A-2667-4C68331CDA6D}"/>
                </a:ext>
              </a:extLst>
            </p:cNvPr>
            <p:cNvSpPr/>
            <p:nvPr/>
          </p:nvSpPr>
          <p:spPr>
            <a:xfrm>
              <a:off x="3211675" y="2127350"/>
              <a:ext cx="17025" cy="14075"/>
            </a:xfrm>
            <a:custGeom>
              <a:avLst/>
              <a:gdLst/>
              <a:ahLst/>
              <a:cxnLst/>
              <a:rect l="l" t="t" r="r" b="b"/>
              <a:pathLst>
                <a:path w="681" h="563" extrusionOk="0">
                  <a:moveTo>
                    <a:pt x="393" y="0"/>
                  </a:moveTo>
                  <a:cubicBezTo>
                    <a:pt x="390" y="0"/>
                    <a:pt x="387" y="0"/>
                    <a:pt x="384" y="0"/>
                  </a:cubicBezTo>
                  <a:cubicBezTo>
                    <a:pt x="381" y="0"/>
                    <a:pt x="379" y="0"/>
                    <a:pt x="377" y="0"/>
                  </a:cubicBezTo>
                  <a:cubicBezTo>
                    <a:pt x="122" y="0"/>
                    <a:pt x="1" y="318"/>
                    <a:pt x="191" y="488"/>
                  </a:cubicBezTo>
                  <a:cubicBezTo>
                    <a:pt x="248" y="540"/>
                    <a:pt x="314" y="563"/>
                    <a:pt x="378" y="563"/>
                  </a:cubicBezTo>
                  <a:cubicBezTo>
                    <a:pt x="534" y="563"/>
                    <a:pt x="681" y="429"/>
                    <a:pt x="659" y="249"/>
                  </a:cubicBezTo>
                  <a:cubicBezTo>
                    <a:pt x="649" y="107"/>
                    <a:pt x="53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75">
              <a:extLst>
                <a:ext uri="{FF2B5EF4-FFF2-40B4-BE49-F238E27FC236}">
                  <a16:creationId xmlns:a16="http://schemas.microsoft.com/office/drawing/2014/main" id="{C82BCBD9-28BB-795A-1E8B-9599741A1525}"/>
                </a:ext>
              </a:extLst>
            </p:cNvPr>
            <p:cNvSpPr/>
            <p:nvPr/>
          </p:nvSpPr>
          <p:spPr>
            <a:xfrm>
              <a:off x="3235400" y="2130450"/>
              <a:ext cx="179525" cy="11325"/>
            </a:xfrm>
            <a:custGeom>
              <a:avLst/>
              <a:gdLst/>
              <a:ahLst/>
              <a:cxnLst/>
              <a:rect l="l" t="t" r="r" b="b"/>
              <a:pathLst>
                <a:path w="7181" h="453" extrusionOk="0">
                  <a:moveTo>
                    <a:pt x="0" y="1"/>
                  </a:moveTo>
                  <a:lnTo>
                    <a:pt x="16" y="281"/>
                  </a:lnTo>
                  <a:lnTo>
                    <a:pt x="7181" y="453"/>
                  </a:lnTo>
                  <a:lnTo>
                    <a:pt x="7170" y="1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75">
              <a:extLst>
                <a:ext uri="{FF2B5EF4-FFF2-40B4-BE49-F238E27FC236}">
                  <a16:creationId xmlns:a16="http://schemas.microsoft.com/office/drawing/2014/main" id="{CE4634B9-71CB-C6E1-2B3A-4BD57E2D3FC3}"/>
                </a:ext>
              </a:extLst>
            </p:cNvPr>
            <p:cNvSpPr/>
            <p:nvPr/>
          </p:nvSpPr>
          <p:spPr>
            <a:xfrm>
              <a:off x="3324575" y="2087625"/>
              <a:ext cx="6125" cy="26500"/>
            </a:xfrm>
            <a:custGeom>
              <a:avLst/>
              <a:gdLst/>
              <a:ahLst/>
              <a:cxnLst/>
              <a:rect l="l" t="t" r="r" b="b"/>
              <a:pathLst>
                <a:path w="245" h="1060" extrusionOk="0">
                  <a:moveTo>
                    <a:pt x="109" y="1"/>
                  </a:moveTo>
                  <a:lnTo>
                    <a:pt x="109" y="1"/>
                  </a:lnTo>
                  <a:cubicBezTo>
                    <a:pt x="0" y="354"/>
                    <a:pt x="52" y="738"/>
                    <a:pt x="244" y="1060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75">
              <a:extLst>
                <a:ext uri="{FF2B5EF4-FFF2-40B4-BE49-F238E27FC236}">
                  <a16:creationId xmlns:a16="http://schemas.microsoft.com/office/drawing/2014/main" id="{46F7E090-AE23-12B8-B20D-9991F50374DE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75">
              <a:extLst>
                <a:ext uri="{FF2B5EF4-FFF2-40B4-BE49-F238E27FC236}">
                  <a16:creationId xmlns:a16="http://schemas.microsoft.com/office/drawing/2014/main" id="{B39EAD7A-7124-5AED-FD27-25DBE5771894}"/>
                </a:ext>
              </a:extLst>
            </p:cNvPr>
            <p:cNvSpPr/>
            <p:nvPr/>
          </p:nvSpPr>
          <p:spPr>
            <a:xfrm>
              <a:off x="3099775" y="2085800"/>
              <a:ext cx="232225" cy="59875"/>
            </a:xfrm>
            <a:custGeom>
              <a:avLst/>
              <a:gdLst/>
              <a:ahLst/>
              <a:cxnLst/>
              <a:rect l="l" t="t" r="r" b="b"/>
              <a:pathLst>
                <a:path w="9289" h="2395" extrusionOk="0">
                  <a:moveTo>
                    <a:pt x="9044" y="110"/>
                  </a:moveTo>
                  <a:lnTo>
                    <a:pt x="9008" y="463"/>
                  </a:lnTo>
                  <a:cubicBezTo>
                    <a:pt x="8992" y="686"/>
                    <a:pt x="9060" y="868"/>
                    <a:pt x="9137" y="1060"/>
                  </a:cubicBezTo>
                  <a:cubicBezTo>
                    <a:pt x="9148" y="1086"/>
                    <a:pt x="9158" y="1112"/>
                    <a:pt x="9169" y="1138"/>
                  </a:cubicBezTo>
                  <a:lnTo>
                    <a:pt x="369" y="2296"/>
                  </a:lnTo>
                  <a:lnTo>
                    <a:pt x="114" y="1387"/>
                  </a:lnTo>
                  <a:lnTo>
                    <a:pt x="9044" y="110"/>
                  </a:lnTo>
                  <a:close/>
                  <a:moveTo>
                    <a:pt x="9091" y="1"/>
                  </a:moveTo>
                  <a:lnTo>
                    <a:pt x="47" y="1299"/>
                  </a:lnTo>
                  <a:cubicBezTo>
                    <a:pt x="31" y="1304"/>
                    <a:pt x="21" y="1309"/>
                    <a:pt x="11" y="1325"/>
                  </a:cubicBezTo>
                  <a:cubicBezTo>
                    <a:pt x="5" y="1335"/>
                    <a:pt x="0" y="1351"/>
                    <a:pt x="5" y="1361"/>
                  </a:cubicBezTo>
                  <a:lnTo>
                    <a:pt x="280" y="2363"/>
                  </a:lnTo>
                  <a:cubicBezTo>
                    <a:pt x="286" y="2384"/>
                    <a:pt x="306" y="2394"/>
                    <a:pt x="327" y="2394"/>
                  </a:cubicBezTo>
                  <a:lnTo>
                    <a:pt x="338" y="2394"/>
                  </a:lnTo>
                  <a:lnTo>
                    <a:pt x="9241" y="1226"/>
                  </a:lnTo>
                  <a:cubicBezTo>
                    <a:pt x="9272" y="1221"/>
                    <a:pt x="9288" y="1190"/>
                    <a:pt x="9278" y="1164"/>
                  </a:cubicBezTo>
                  <a:cubicBezTo>
                    <a:pt x="9262" y="1117"/>
                    <a:pt x="9247" y="1070"/>
                    <a:pt x="9226" y="1024"/>
                  </a:cubicBezTo>
                  <a:cubicBezTo>
                    <a:pt x="9153" y="842"/>
                    <a:pt x="9086" y="671"/>
                    <a:pt x="9106" y="473"/>
                  </a:cubicBezTo>
                  <a:lnTo>
                    <a:pt x="9148" y="58"/>
                  </a:lnTo>
                  <a:cubicBezTo>
                    <a:pt x="9148" y="42"/>
                    <a:pt x="9143" y="27"/>
                    <a:pt x="9132" y="16"/>
                  </a:cubicBezTo>
                  <a:cubicBezTo>
                    <a:pt x="9122" y="6"/>
                    <a:pt x="9106" y="1"/>
                    <a:pt x="9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75">
              <a:extLst>
                <a:ext uri="{FF2B5EF4-FFF2-40B4-BE49-F238E27FC236}">
                  <a16:creationId xmlns:a16="http://schemas.microsoft.com/office/drawing/2014/main" id="{EEEE2FE0-745B-6209-B862-34905AA5670F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lnTo>
                    <a:pt x="11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75">
              <a:extLst>
                <a:ext uri="{FF2B5EF4-FFF2-40B4-BE49-F238E27FC236}">
                  <a16:creationId xmlns:a16="http://schemas.microsoft.com/office/drawing/2014/main" id="{DE160D86-5D9F-1381-85E4-C0DE8D6ED430}"/>
                </a:ext>
              </a:extLst>
            </p:cNvPr>
            <p:cNvSpPr/>
            <p:nvPr/>
          </p:nvSpPr>
          <p:spPr>
            <a:xfrm>
              <a:off x="3101075" y="2033250"/>
              <a:ext cx="292300" cy="86325"/>
            </a:xfrm>
            <a:custGeom>
              <a:avLst/>
              <a:gdLst/>
              <a:ahLst/>
              <a:cxnLst/>
              <a:rect l="l" t="t" r="r" b="b"/>
              <a:pathLst>
                <a:path w="11692" h="3453" extrusionOk="0">
                  <a:moveTo>
                    <a:pt x="11692" y="0"/>
                  </a:moveTo>
                  <a:lnTo>
                    <a:pt x="3349" y="1272"/>
                  </a:lnTo>
                  <a:lnTo>
                    <a:pt x="0" y="3453"/>
                  </a:lnTo>
                  <a:lnTo>
                    <a:pt x="9044" y="2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500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75">
              <a:extLst>
                <a:ext uri="{FF2B5EF4-FFF2-40B4-BE49-F238E27FC236}">
                  <a16:creationId xmlns:a16="http://schemas.microsoft.com/office/drawing/2014/main" id="{5A9361A6-7AE1-C872-2B1A-EB45B48F21A2}"/>
                </a:ext>
              </a:extLst>
            </p:cNvPr>
            <p:cNvSpPr/>
            <p:nvPr/>
          </p:nvSpPr>
          <p:spPr>
            <a:xfrm>
              <a:off x="3327150" y="2034025"/>
              <a:ext cx="65450" cy="77900"/>
            </a:xfrm>
            <a:custGeom>
              <a:avLst/>
              <a:gdLst/>
              <a:ahLst/>
              <a:cxnLst/>
              <a:rect l="l" t="t" r="r" b="b"/>
              <a:pathLst>
                <a:path w="2618" h="3116" extrusionOk="0">
                  <a:moveTo>
                    <a:pt x="2618" y="0"/>
                  </a:moveTo>
                  <a:lnTo>
                    <a:pt x="1" y="2124"/>
                  </a:lnTo>
                  <a:lnTo>
                    <a:pt x="131" y="3115"/>
                  </a:lnTo>
                  <a:lnTo>
                    <a:pt x="2602" y="1117"/>
                  </a:lnTo>
                  <a:cubicBezTo>
                    <a:pt x="2560" y="914"/>
                    <a:pt x="2535" y="712"/>
                    <a:pt x="2540" y="504"/>
                  </a:cubicBezTo>
                  <a:lnTo>
                    <a:pt x="2540" y="504"/>
                  </a:lnTo>
                  <a:lnTo>
                    <a:pt x="1875" y="976"/>
                  </a:lnTo>
                  <a:lnTo>
                    <a:pt x="2540" y="416"/>
                  </a:lnTo>
                  <a:cubicBezTo>
                    <a:pt x="2550" y="307"/>
                    <a:pt x="2571" y="94"/>
                    <a:pt x="2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75">
              <a:extLst>
                <a:ext uri="{FF2B5EF4-FFF2-40B4-BE49-F238E27FC236}">
                  <a16:creationId xmlns:a16="http://schemas.microsoft.com/office/drawing/2014/main" id="{1C81D28C-41CA-6CF3-0627-C0679E4263FF}"/>
                </a:ext>
              </a:extLst>
            </p:cNvPr>
            <p:cNvSpPr/>
            <p:nvPr/>
          </p:nvSpPr>
          <p:spPr>
            <a:xfrm>
              <a:off x="3326000" y="2032825"/>
              <a:ext cx="67900" cy="80275"/>
            </a:xfrm>
            <a:custGeom>
              <a:avLst/>
              <a:gdLst/>
              <a:ahLst/>
              <a:cxnLst/>
              <a:rect l="l" t="t" r="r" b="b"/>
              <a:pathLst>
                <a:path w="2716" h="3211" extrusionOk="0">
                  <a:moveTo>
                    <a:pt x="2575" y="189"/>
                  </a:moveTo>
                  <a:lnTo>
                    <a:pt x="2575" y="189"/>
                  </a:lnTo>
                  <a:cubicBezTo>
                    <a:pt x="2560" y="266"/>
                    <a:pt x="2549" y="360"/>
                    <a:pt x="2544" y="443"/>
                  </a:cubicBezTo>
                  <a:lnTo>
                    <a:pt x="1895" y="988"/>
                  </a:lnTo>
                  <a:cubicBezTo>
                    <a:pt x="1874" y="1009"/>
                    <a:pt x="1869" y="1035"/>
                    <a:pt x="1885" y="1056"/>
                  </a:cubicBezTo>
                  <a:cubicBezTo>
                    <a:pt x="1894" y="1068"/>
                    <a:pt x="1908" y="1073"/>
                    <a:pt x="1923" y="1073"/>
                  </a:cubicBezTo>
                  <a:cubicBezTo>
                    <a:pt x="1933" y="1073"/>
                    <a:pt x="1944" y="1070"/>
                    <a:pt x="1952" y="1066"/>
                  </a:cubicBezTo>
                  <a:lnTo>
                    <a:pt x="2534" y="645"/>
                  </a:lnTo>
                  <a:cubicBezTo>
                    <a:pt x="2539" y="812"/>
                    <a:pt x="2560" y="978"/>
                    <a:pt x="2596" y="1144"/>
                  </a:cubicBezTo>
                  <a:lnTo>
                    <a:pt x="213" y="3070"/>
                  </a:lnTo>
                  <a:lnTo>
                    <a:pt x="99" y="2193"/>
                  </a:lnTo>
                  <a:lnTo>
                    <a:pt x="2575" y="189"/>
                  </a:lnTo>
                  <a:close/>
                  <a:moveTo>
                    <a:pt x="2661" y="0"/>
                  </a:moveTo>
                  <a:cubicBezTo>
                    <a:pt x="2651" y="0"/>
                    <a:pt x="2640" y="4"/>
                    <a:pt x="2632" y="12"/>
                  </a:cubicBezTo>
                  <a:lnTo>
                    <a:pt x="16" y="2135"/>
                  </a:lnTo>
                  <a:cubicBezTo>
                    <a:pt x="5" y="2146"/>
                    <a:pt x="0" y="2161"/>
                    <a:pt x="0" y="2177"/>
                  </a:cubicBezTo>
                  <a:lnTo>
                    <a:pt x="130" y="3169"/>
                  </a:lnTo>
                  <a:cubicBezTo>
                    <a:pt x="130" y="3189"/>
                    <a:pt x="146" y="3200"/>
                    <a:pt x="161" y="3210"/>
                  </a:cubicBezTo>
                  <a:lnTo>
                    <a:pt x="177" y="3210"/>
                  </a:lnTo>
                  <a:cubicBezTo>
                    <a:pt x="187" y="3210"/>
                    <a:pt x="203" y="3205"/>
                    <a:pt x="208" y="3200"/>
                  </a:cubicBezTo>
                  <a:lnTo>
                    <a:pt x="2679" y="1201"/>
                  </a:lnTo>
                  <a:cubicBezTo>
                    <a:pt x="2695" y="1191"/>
                    <a:pt x="2700" y="1170"/>
                    <a:pt x="2695" y="1154"/>
                  </a:cubicBezTo>
                  <a:cubicBezTo>
                    <a:pt x="2653" y="957"/>
                    <a:pt x="2632" y="755"/>
                    <a:pt x="2632" y="552"/>
                  </a:cubicBezTo>
                  <a:cubicBezTo>
                    <a:pt x="2632" y="531"/>
                    <a:pt x="2622" y="516"/>
                    <a:pt x="2606" y="510"/>
                  </a:cubicBezTo>
                  <a:lnTo>
                    <a:pt x="2617" y="500"/>
                  </a:lnTo>
                  <a:cubicBezTo>
                    <a:pt x="2622" y="490"/>
                    <a:pt x="2632" y="479"/>
                    <a:pt x="2632" y="469"/>
                  </a:cubicBezTo>
                  <a:cubicBezTo>
                    <a:pt x="2638" y="334"/>
                    <a:pt x="2664" y="199"/>
                    <a:pt x="2705" y="69"/>
                  </a:cubicBezTo>
                  <a:cubicBezTo>
                    <a:pt x="2715" y="48"/>
                    <a:pt x="2710" y="28"/>
                    <a:pt x="2690" y="12"/>
                  </a:cubicBezTo>
                  <a:cubicBezTo>
                    <a:pt x="2682" y="4"/>
                    <a:pt x="2671" y="0"/>
                    <a:pt x="2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75">
              <a:extLst>
                <a:ext uri="{FF2B5EF4-FFF2-40B4-BE49-F238E27FC236}">
                  <a16:creationId xmlns:a16="http://schemas.microsoft.com/office/drawing/2014/main" id="{CD1A3016-1408-D2B5-D46D-BD6071B979A8}"/>
                </a:ext>
              </a:extLst>
            </p:cNvPr>
            <p:cNvSpPr/>
            <p:nvPr/>
          </p:nvSpPr>
          <p:spPr>
            <a:xfrm>
              <a:off x="3330400" y="2061400"/>
              <a:ext cx="66225" cy="53900"/>
            </a:xfrm>
            <a:custGeom>
              <a:avLst/>
              <a:gdLst/>
              <a:ahLst/>
              <a:cxnLst/>
              <a:rect l="l" t="t" r="r" b="b"/>
              <a:pathLst>
                <a:path w="2649" h="2156" extrusionOk="0">
                  <a:moveTo>
                    <a:pt x="2649" y="1"/>
                  </a:moveTo>
                  <a:lnTo>
                    <a:pt x="2477" y="16"/>
                  </a:lnTo>
                  <a:lnTo>
                    <a:pt x="1" y="2020"/>
                  </a:lnTo>
                  <a:lnTo>
                    <a:pt x="11" y="2155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75">
              <a:extLst>
                <a:ext uri="{FF2B5EF4-FFF2-40B4-BE49-F238E27FC236}">
                  <a16:creationId xmlns:a16="http://schemas.microsoft.com/office/drawing/2014/main" id="{5F39DED9-E02C-9880-8780-F407AA47DACE}"/>
                </a:ext>
              </a:extLst>
            </p:cNvPr>
            <p:cNvSpPr/>
            <p:nvPr/>
          </p:nvSpPr>
          <p:spPr>
            <a:xfrm>
              <a:off x="3329250" y="2060225"/>
              <a:ext cx="69150" cy="56250"/>
            </a:xfrm>
            <a:custGeom>
              <a:avLst/>
              <a:gdLst/>
              <a:ahLst/>
              <a:cxnLst/>
              <a:rect l="l" t="t" r="r" b="b"/>
              <a:pathLst>
                <a:path w="2766" h="2250" extrusionOk="0">
                  <a:moveTo>
                    <a:pt x="2544" y="110"/>
                  </a:moveTo>
                  <a:lnTo>
                    <a:pt x="99" y="2104"/>
                  </a:lnTo>
                  <a:lnTo>
                    <a:pt x="99" y="2088"/>
                  </a:lnTo>
                  <a:lnTo>
                    <a:pt x="2544" y="110"/>
                  </a:lnTo>
                  <a:close/>
                  <a:moveTo>
                    <a:pt x="2695" y="1"/>
                  </a:moveTo>
                  <a:cubicBezTo>
                    <a:pt x="2693" y="1"/>
                    <a:pt x="2691" y="1"/>
                    <a:pt x="2689" y="1"/>
                  </a:cubicBezTo>
                  <a:lnTo>
                    <a:pt x="2518" y="17"/>
                  </a:lnTo>
                  <a:cubicBezTo>
                    <a:pt x="2508" y="17"/>
                    <a:pt x="2497" y="22"/>
                    <a:pt x="2492" y="27"/>
                  </a:cubicBezTo>
                  <a:lnTo>
                    <a:pt x="16" y="2031"/>
                  </a:lnTo>
                  <a:cubicBezTo>
                    <a:pt x="5" y="2036"/>
                    <a:pt x="0" y="2052"/>
                    <a:pt x="0" y="2067"/>
                  </a:cubicBezTo>
                  <a:lnTo>
                    <a:pt x="5" y="2202"/>
                  </a:lnTo>
                  <a:cubicBezTo>
                    <a:pt x="5" y="2223"/>
                    <a:pt x="21" y="2239"/>
                    <a:pt x="36" y="2244"/>
                  </a:cubicBezTo>
                  <a:cubicBezTo>
                    <a:pt x="42" y="2249"/>
                    <a:pt x="47" y="2249"/>
                    <a:pt x="57" y="2249"/>
                  </a:cubicBezTo>
                  <a:cubicBezTo>
                    <a:pt x="68" y="2249"/>
                    <a:pt x="78" y="2244"/>
                    <a:pt x="88" y="2239"/>
                  </a:cubicBezTo>
                  <a:lnTo>
                    <a:pt x="2726" y="89"/>
                  </a:lnTo>
                  <a:cubicBezTo>
                    <a:pt x="2766" y="59"/>
                    <a:pt x="2743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75">
              <a:extLst>
                <a:ext uri="{FF2B5EF4-FFF2-40B4-BE49-F238E27FC236}">
                  <a16:creationId xmlns:a16="http://schemas.microsoft.com/office/drawing/2014/main" id="{943132D2-A73F-0048-0BF9-16EF262B001C}"/>
                </a:ext>
              </a:extLst>
            </p:cNvPr>
            <p:cNvSpPr/>
            <p:nvPr/>
          </p:nvSpPr>
          <p:spPr>
            <a:xfrm>
              <a:off x="3099775" y="2031950"/>
              <a:ext cx="295250" cy="88800"/>
            </a:xfrm>
            <a:custGeom>
              <a:avLst/>
              <a:gdLst/>
              <a:ahLst/>
              <a:cxnLst/>
              <a:rect l="l" t="t" r="r" b="b"/>
              <a:pathLst>
                <a:path w="11810" h="3552" extrusionOk="0">
                  <a:moveTo>
                    <a:pt x="11572" y="125"/>
                  </a:moveTo>
                  <a:lnTo>
                    <a:pt x="9075" y="2155"/>
                  </a:lnTo>
                  <a:lnTo>
                    <a:pt x="265" y="3422"/>
                  </a:lnTo>
                  <a:lnTo>
                    <a:pt x="3416" y="1366"/>
                  </a:lnTo>
                  <a:lnTo>
                    <a:pt x="11572" y="125"/>
                  </a:lnTo>
                  <a:close/>
                  <a:moveTo>
                    <a:pt x="11744" y="0"/>
                  </a:moveTo>
                  <a:cubicBezTo>
                    <a:pt x="11742" y="0"/>
                    <a:pt x="11740" y="0"/>
                    <a:pt x="11739" y="0"/>
                  </a:cubicBezTo>
                  <a:lnTo>
                    <a:pt x="3395" y="1272"/>
                  </a:lnTo>
                  <a:cubicBezTo>
                    <a:pt x="3385" y="1272"/>
                    <a:pt x="3380" y="1278"/>
                    <a:pt x="3375" y="1283"/>
                  </a:cubicBezTo>
                  <a:lnTo>
                    <a:pt x="26" y="3463"/>
                  </a:lnTo>
                  <a:cubicBezTo>
                    <a:pt x="5" y="3474"/>
                    <a:pt x="0" y="3500"/>
                    <a:pt x="11" y="3520"/>
                  </a:cubicBezTo>
                  <a:cubicBezTo>
                    <a:pt x="16" y="3541"/>
                    <a:pt x="31" y="3551"/>
                    <a:pt x="52" y="3551"/>
                  </a:cubicBezTo>
                  <a:lnTo>
                    <a:pt x="62" y="3551"/>
                  </a:lnTo>
                  <a:lnTo>
                    <a:pt x="9106" y="2254"/>
                  </a:lnTo>
                  <a:cubicBezTo>
                    <a:pt x="9112" y="2254"/>
                    <a:pt x="9122" y="2248"/>
                    <a:pt x="9127" y="2243"/>
                  </a:cubicBezTo>
                  <a:lnTo>
                    <a:pt x="11775" y="89"/>
                  </a:lnTo>
                  <a:cubicBezTo>
                    <a:pt x="11810" y="59"/>
                    <a:pt x="11787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75">
              <a:extLst>
                <a:ext uri="{FF2B5EF4-FFF2-40B4-BE49-F238E27FC236}">
                  <a16:creationId xmlns:a16="http://schemas.microsoft.com/office/drawing/2014/main" id="{6486E432-D14A-9D5E-19A9-2592ECC606F5}"/>
                </a:ext>
              </a:extLst>
            </p:cNvPr>
            <p:cNvSpPr/>
            <p:nvPr/>
          </p:nvSpPr>
          <p:spPr>
            <a:xfrm>
              <a:off x="3101075" y="2087100"/>
              <a:ext cx="229625" cy="57400"/>
            </a:xfrm>
            <a:custGeom>
              <a:avLst/>
              <a:gdLst/>
              <a:ahLst/>
              <a:cxnLst/>
              <a:rect l="l" t="t" r="r" b="b"/>
              <a:pathLst>
                <a:path w="9185" h="2296" extrusionOk="0">
                  <a:moveTo>
                    <a:pt x="9044" y="1"/>
                  </a:moveTo>
                  <a:lnTo>
                    <a:pt x="0" y="1299"/>
                  </a:lnTo>
                  <a:lnTo>
                    <a:pt x="275" y="2296"/>
                  </a:lnTo>
                  <a:lnTo>
                    <a:pt x="9184" y="1127"/>
                  </a:lnTo>
                  <a:cubicBezTo>
                    <a:pt x="9096" y="883"/>
                    <a:pt x="8982" y="676"/>
                    <a:pt x="9002" y="416"/>
                  </a:cubicBezTo>
                  <a:lnTo>
                    <a:pt x="9044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75">
              <a:extLst>
                <a:ext uri="{FF2B5EF4-FFF2-40B4-BE49-F238E27FC236}">
                  <a16:creationId xmlns:a16="http://schemas.microsoft.com/office/drawing/2014/main" id="{DABF99DB-D3C5-AE9C-85A7-5E6153B48A1C}"/>
                </a:ext>
              </a:extLst>
            </p:cNvPr>
            <p:cNvSpPr/>
            <p:nvPr/>
          </p:nvSpPr>
          <p:spPr>
            <a:xfrm>
              <a:off x="3327150" y="2034675"/>
              <a:ext cx="65050" cy="77250"/>
            </a:xfrm>
            <a:custGeom>
              <a:avLst/>
              <a:gdLst/>
              <a:ahLst/>
              <a:cxnLst/>
              <a:rect l="l" t="t" r="r" b="b"/>
              <a:pathLst>
                <a:path w="2602" h="3090" extrusionOk="0">
                  <a:moveTo>
                    <a:pt x="2602" y="0"/>
                  </a:moveTo>
                  <a:lnTo>
                    <a:pt x="1" y="2098"/>
                  </a:lnTo>
                  <a:lnTo>
                    <a:pt x="131" y="3089"/>
                  </a:lnTo>
                  <a:lnTo>
                    <a:pt x="2602" y="1091"/>
                  </a:lnTo>
                  <a:cubicBezTo>
                    <a:pt x="2560" y="888"/>
                    <a:pt x="2535" y="686"/>
                    <a:pt x="2540" y="478"/>
                  </a:cubicBezTo>
                  <a:lnTo>
                    <a:pt x="2540" y="478"/>
                  </a:lnTo>
                  <a:lnTo>
                    <a:pt x="1875" y="950"/>
                  </a:lnTo>
                  <a:lnTo>
                    <a:pt x="2540" y="390"/>
                  </a:lnTo>
                  <a:cubicBezTo>
                    <a:pt x="2550" y="281"/>
                    <a:pt x="2560" y="94"/>
                    <a:pt x="2602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75">
              <a:extLst>
                <a:ext uri="{FF2B5EF4-FFF2-40B4-BE49-F238E27FC236}">
                  <a16:creationId xmlns:a16="http://schemas.microsoft.com/office/drawing/2014/main" id="{E97E3B2D-D1CF-852A-D414-82A268BBB89E}"/>
                </a:ext>
              </a:extLst>
            </p:cNvPr>
            <p:cNvSpPr/>
            <p:nvPr/>
          </p:nvSpPr>
          <p:spPr>
            <a:xfrm>
              <a:off x="3112350" y="2124475"/>
              <a:ext cx="17425" cy="14175"/>
            </a:xfrm>
            <a:custGeom>
              <a:avLst/>
              <a:gdLst/>
              <a:ahLst/>
              <a:cxnLst/>
              <a:rect l="l" t="t" r="r" b="b"/>
              <a:pathLst>
                <a:path w="697" h="567" extrusionOk="0">
                  <a:moveTo>
                    <a:pt x="388" y="0"/>
                  </a:moveTo>
                  <a:cubicBezTo>
                    <a:pt x="370" y="0"/>
                    <a:pt x="351" y="2"/>
                    <a:pt x="333" y="6"/>
                  </a:cubicBezTo>
                  <a:cubicBezTo>
                    <a:pt x="79" y="43"/>
                    <a:pt x="1" y="380"/>
                    <a:pt x="219" y="520"/>
                  </a:cubicBezTo>
                  <a:cubicBezTo>
                    <a:pt x="268" y="552"/>
                    <a:pt x="321" y="566"/>
                    <a:pt x="371" y="566"/>
                  </a:cubicBezTo>
                  <a:cubicBezTo>
                    <a:pt x="544" y="566"/>
                    <a:pt x="697" y="401"/>
                    <a:pt x="644" y="209"/>
                  </a:cubicBezTo>
                  <a:cubicBezTo>
                    <a:pt x="617" y="87"/>
                    <a:pt x="508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75">
              <a:extLst>
                <a:ext uri="{FF2B5EF4-FFF2-40B4-BE49-F238E27FC236}">
                  <a16:creationId xmlns:a16="http://schemas.microsoft.com/office/drawing/2014/main" id="{EB425A4E-25EE-2FB7-9415-6A9FAF69A5F6}"/>
                </a:ext>
              </a:extLst>
            </p:cNvPr>
            <p:cNvSpPr/>
            <p:nvPr/>
          </p:nvSpPr>
          <p:spPr>
            <a:xfrm>
              <a:off x="3135075" y="2100475"/>
              <a:ext cx="179000" cy="31825"/>
            </a:xfrm>
            <a:custGeom>
              <a:avLst/>
              <a:gdLst/>
              <a:ahLst/>
              <a:cxnLst/>
              <a:rect l="l" t="t" r="r" b="b"/>
              <a:pathLst>
                <a:path w="7160" h="1273" extrusionOk="0">
                  <a:moveTo>
                    <a:pt x="7102" y="1"/>
                  </a:moveTo>
                  <a:lnTo>
                    <a:pt x="0" y="997"/>
                  </a:lnTo>
                  <a:lnTo>
                    <a:pt x="63" y="1273"/>
                  </a:lnTo>
                  <a:lnTo>
                    <a:pt x="7160" y="312"/>
                  </a:lnTo>
                  <a:lnTo>
                    <a:pt x="7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3401;p68">
            <a:extLst>
              <a:ext uri="{FF2B5EF4-FFF2-40B4-BE49-F238E27FC236}">
                <a16:creationId xmlns:a16="http://schemas.microsoft.com/office/drawing/2014/main" id="{0FAA6C2B-BF81-22F6-2E0F-73E1705DCC8A}"/>
              </a:ext>
            </a:extLst>
          </p:cNvPr>
          <p:cNvSpPr/>
          <p:nvPr/>
        </p:nvSpPr>
        <p:spPr>
          <a:xfrm flipH="1">
            <a:off x="3300881" y="869099"/>
            <a:ext cx="5316924" cy="3504001"/>
          </a:xfrm>
          <a:prstGeom prst="roundRect">
            <a:avLst>
              <a:gd name="adj" fmla="val 16218"/>
            </a:avLst>
          </a:prstGeom>
          <a:gradFill>
            <a:gsLst>
              <a:gs pos="0">
                <a:schemeClr val="accent2"/>
              </a:gs>
              <a:gs pos="50000">
                <a:schemeClr val="accent3"/>
              </a:gs>
              <a:gs pos="100000">
                <a:schemeClr val="accent1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409;p68">
            <a:extLst>
              <a:ext uri="{FF2B5EF4-FFF2-40B4-BE49-F238E27FC236}">
                <a16:creationId xmlns:a16="http://schemas.microsoft.com/office/drawing/2014/main" id="{1C9CCB3B-EA52-7304-63E3-9ED0992BBDEF}"/>
              </a:ext>
            </a:extLst>
          </p:cNvPr>
          <p:cNvSpPr txBox="1">
            <a:spLocks/>
          </p:cNvSpPr>
          <p:nvPr/>
        </p:nvSpPr>
        <p:spPr>
          <a:xfrm>
            <a:off x="3554603" y="1911728"/>
            <a:ext cx="5063202" cy="1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Lalezar"/>
                <a:ea typeface="Lalezar"/>
                <a:cs typeface="Lalezar"/>
                <a:sym typeface="Laleza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>
              <a:buNone/>
            </a:pP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• </a:t>
            </a: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Backend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Python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Langage principal du serveur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Flask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Framework web léger pour l'API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SQLite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Base de données pour stocker les informations utilisateurs et des playlists</a:t>
            </a:r>
          </a:p>
          <a:p>
            <a:pPr algn="l">
              <a:buNone/>
            </a:pP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Intégrations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API Deezer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Source de données musicales (via proxy Flask)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Bibliothèques Python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</a:t>
            </a:r>
            <a:r>
              <a:rPr lang="fr-FR" sz="1600" b="0" i="0" dirty="0" err="1">
                <a:solidFill>
                  <a:schemeClr val="tx1"/>
                </a:solidFill>
                <a:effectLst/>
                <a:latin typeface="Segoe WPC"/>
              </a:rPr>
              <a:t>Requests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 pour les appels API, Flask-Login pour l'authentification</a:t>
            </a:r>
          </a:p>
          <a:p>
            <a:pPr algn="l">
              <a:buNone/>
            </a:pP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• </a:t>
            </a: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Outils de Développement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Git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Gestion de versions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chemeClr val="tx1"/>
                </a:solidFill>
                <a:effectLst/>
                <a:latin typeface="Segoe WPC"/>
              </a:rPr>
              <a:t>Batch Scripts</a:t>
            </a:r>
            <a:r>
              <a:rPr lang="fr-FR" sz="1600" b="0" i="0" dirty="0">
                <a:solidFill>
                  <a:schemeClr val="tx1"/>
                </a:solidFill>
                <a:effectLst/>
                <a:latin typeface="Segoe WPC"/>
              </a:rPr>
              <a:t> : Automatisation du déploiement et démarrage du serveur</a:t>
            </a:r>
          </a:p>
          <a:p>
            <a:pPr algn="l">
              <a:buNone/>
            </a:pPr>
            <a:endParaRPr lang="fr-FR" sz="1600" b="0" i="0" dirty="0">
              <a:solidFill>
                <a:schemeClr val="tx1"/>
              </a:solidFill>
              <a:effectLst/>
              <a:latin typeface="Segoe WPC"/>
            </a:endParaRPr>
          </a:p>
        </p:txBody>
      </p:sp>
      <p:grpSp>
        <p:nvGrpSpPr>
          <p:cNvPr id="5" name="Google Shape;12757;p112">
            <a:extLst>
              <a:ext uri="{FF2B5EF4-FFF2-40B4-BE49-F238E27FC236}">
                <a16:creationId xmlns:a16="http://schemas.microsoft.com/office/drawing/2014/main" id="{85BEB49F-BD2A-078F-6A31-0E8220D89FA2}"/>
              </a:ext>
            </a:extLst>
          </p:cNvPr>
          <p:cNvGrpSpPr/>
          <p:nvPr/>
        </p:nvGrpSpPr>
        <p:grpSpPr>
          <a:xfrm flipH="1">
            <a:off x="7848932" y="754552"/>
            <a:ext cx="1480394" cy="1329664"/>
            <a:chOff x="-211928" y="306216"/>
            <a:chExt cx="1868005" cy="1677810"/>
          </a:xfrm>
        </p:grpSpPr>
        <p:sp>
          <p:nvSpPr>
            <p:cNvPr id="6" name="Google Shape;12758;p112">
              <a:extLst>
                <a:ext uri="{FF2B5EF4-FFF2-40B4-BE49-F238E27FC236}">
                  <a16:creationId xmlns:a16="http://schemas.microsoft.com/office/drawing/2014/main" id="{EFD0E58D-EE01-ABC7-E5A6-CBED779F6626}"/>
                </a:ext>
              </a:extLst>
            </p:cNvPr>
            <p:cNvSpPr/>
            <p:nvPr/>
          </p:nvSpPr>
          <p:spPr>
            <a:xfrm rot="2415138">
              <a:off x="142686" y="344600"/>
              <a:ext cx="589161" cy="1305163"/>
            </a:xfrm>
            <a:custGeom>
              <a:avLst/>
              <a:gdLst/>
              <a:ahLst/>
              <a:cxnLst/>
              <a:rect l="l" t="t" r="r" b="b"/>
              <a:pathLst>
                <a:path w="10149" h="22483" extrusionOk="0">
                  <a:moveTo>
                    <a:pt x="9829" y="0"/>
                  </a:moveTo>
                  <a:lnTo>
                    <a:pt x="8810" y="1208"/>
                  </a:lnTo>
                  <a:cubicBezTo>
                    <a:pt x="8647" y="1410"/>
                    <a:pt x="8458" y="1603"/>
                    <a:pt x="8311" y="1818"/>
                  </a:cubicBezTo>
                  <a:lnTo>
                    <a:pt x="7851" y="2452"/>
                  </a:lnTo>
                  <a:lnTo>
                    <a:pt x="7390" y="3085"/>
                  </a:lnTo>
                  <a:cubicBezTo>
                    <a:pt x="7237" y="3294"/>
                    <a:pt x="7080" y="3503"/>
                    <a:pt x="6950" y="3725"/>
                  </a:cubicBezTo>
                  <a:lnTo>
                    <a:pt x="6121" y="5040"/>
                  </a:lnTo>
                  <a:cubicBezTo>
                    <a:pt x="5079" y="6819"/>
                    <a:pt x="4136" y="8650"/>
                    <a:pt x="3363" y="10543"/>
                  </a:cubicBezTo>
                  <a:cubicBezTo>
                    <a:pt x="2582" y="12430"/>
                    <a:pt x="1910" y="14359"/>
                    <a:pt x="1345" y="16320"/>
                  </a:cubicBezTo>
                  <a:cubicBezTo>
                    <a:pt x="1068" y="17303"/>
                    <a:pt x="810" y="18289"/>
                    <a:pt x="585" y="19287"/>
                  </a:cubicBezTo>
                  <a:cubicBezTo>
                    <a:pt x="353" y="20283"/>
                    <a:pt x="157" y="21282"/>
                    <a:pt x="1" y="22307"/>
                  </a:cubicBezTo>
                  <a:lnTo>
                    <a:pt x="970" y="22483"/>
                  </a:lnTo>
                  <a:cubicBezTo>
                    <a:pt x="1097" y="21491"/>
                    <a:pt x="1267" y="20485"/>
                    <a:pt x="1473" y="19500"/>
                  </a:cubicBezTo>
                  <a:cubicBezTo>
                    <a:pt x="1675" y="18511"/>
                    <a:pt x="1904" y="17522"/>
                    <a:pt x="2155" y="16546"/>
                  </a:cubicBezTo>
                  <a:cubicBezTo>
                    <a:pt x="2667" y="14587"/>
                    <a:pt x="3284" y="12661"/>
                    <a:pt x="4012" y="10775"/>
                  </a:cubicBezTo>
                  <a:cubicBezTo>
                    <a:pt x="4730" y="8882"/>
                    <a:pt x="5618" y="7051"/>
                    <a:pt x="6607" y="5265"/>
                  </a:cubicBezTo>
                  <a:lnTo>
                    <a:pt x="7394" y="3950"/>
                  </a:lnTo>
                  <a:cubicBezTo>
                    <a:pt x="7518" y="3725"/>
                    <a:pt x="7668" y="3516"/>
                    <a:pt x="7815" y="3304"/>
                  </a:cubicBezTo>
                  <a:lnTo>
                    <a:pt x="8252" y="2667"/>
                  </a:lnTo>
                  <a:lnTo>
                    <a:pt x="8693" y="2034"/>
                  </a:lnTo>
                  <a:cubicBezTo>
                    <a:pt x="8833" y="1818"/>
                    <a:pt x="9013" y="1626"/>
                    <a:pt x="9169" y="1420"/>
                  </a:cubicBezTo>
                  <a:lnTo>
                    <a:pt x="10148" y="206"/>
                  </a:lnTo>
                  <a:lnTo>
                    <a:pt x="98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759;p112">
              <a:extLst>
                <a:ext uri="{FF2B5EF4-FFF2-40B4-BE49-F238E27FC236}">
                  <a16:creationId xmlns:a16="http://schemas.microsoft.com/office/drawing/2014/main" id="{0D8EB1A7-0365-66CA-B936-7DD440CBA18F}"/>
                </a:ext>
              </a:extLst>
            </p:cNvPr>
            <p:cNvSpPr/>
            <p:nvPr/>
          </p:nvSpPr>
          <p:spPr>
            <a:xfrm rot="2415138">
              <a:off x="140693" y="342894"/>
              <a:ext cx="593166" cy="1308821"/>
            </a:xfrm>
            <a:custGeom>
              <a:avLst/>
              <a:gdLst/>
              <a:ahLst/>
              <a:cxnLst/>
              <a:rect l="l" t="t" r="r" b="b"/>
              <a:pathLst>
                <a:path w="10218" h="22546" extrusionOk="0">
                  <a:moveTo>
                    <a:pt x="9868" y="73"/>
                  </a:moveTo>
                  <a:lnTo>
                    <a:pt x="10136" y="246"/>
                  </a:lnTo>
                  <a:lnTo>
                    <a:pt x="9179" y="1434"/>
                  </a:lnTo>
                  <a:cubicBezTo>
                    <a:pt x="9124" y="1506"/>
                    <a:pt x="9062" y="1581"/>
                    <a:pt x="9006" y="1649"/>
                  </a:cubicBezTo>
                  <a:cubicBezTo>
                    <a:pt x="8895" y="1777"/>
                    <a:pt x="8794" y="1910"/>
                    <a:pt x="8700" y="2047"/>
                  </a:cubicBezTo>
                  <a:lnTo>
                    <a:pt x="8259" y="2684"/>
                  </a:lnTo>
                  <a:lnTo>
                    <a:pt x="7815" y="3330"/>
                  </a:lnTo>
                  <a:cubicBezTo>
                    <a:pt x="7671" y="3533"/>
                    <a:pt x="7521" y="3745"/>
                    <a:pt x="7401" y="3967"/>
                  </a:cubicBezTo>
                  <a:lnTo>
                    <a:pt x="6614" y="5282"/>
                  </a:lnTo>
                  <a:cubicBezTo>
                    <a:pt x="5530" y="7237"/>
                    <a:pt x="4682" y="9039"/>
                    <a:pt x="4016" y="10795"/>
                  </a:cubicBezTo>
                  <a:cubicBezTo>
                    <a:pt x="3288" y="12682"/>
                    <a:pt x="2668" y="14611"/>
                    <a:pt x="2158" y="16569"/>
                  </a:cubicBezTo>
                  <a:cubicBezTo>
                    <a:pt x="1881" y="17646"/>
                    <a:pt x="1656" y="18616"/>
                    <a:pt x="1476" y="19523"/>
                  </a:cubicBezTo>
                  <a:cubicBezTo>
                    <a:pt x="1271" y="20512"/>
                    <a:pt x="1104" y="21508"/>
                    <a:pt x="977" y="22477"/>
                  </a:cubicBezTo>
                  <a:lnTo>
                    <a:pt x="66" y="22314"/>
                  </a:lnTo>
                  <a:lnTo>
                    <a:pt x="69" y="22311"/>
                  </a:lnTo>
                  <a:cubicBezTo>
                    <a:pt x="223" y="21318"/>
                    <a:pt x="409" y="20339"/>
                    <a:pt x="647" y="19324"/>
                  </a:cubicBezTo>
                  <a:cubicBezTo>
                    <a:pt x="853" y="18410"/>
                    <a:pt x="1101" y="17441"/>
                    <a:pt x="1408" y="16360"/>
                  </a:cubicBezTo>
                  <a:cubicBezTo>
                    <a:pt x="1972" y="14399"/>
                    <a:pt x="2645" y="12470"/>
                    <a:pt x="3425" y="10583"/>
                  </a:cubicBezTo>
                  <a:cubicBezTo>
                    <a:pt x="4140" y="8830"/>
                    <a:pt x="5041" y="7032"/>
                    <a:pt x="6180" y="5086"/>
                  </a:cubicBezTo>
                  <a:lnTo>
                    <a:pt x="7009" y="3771"/>
                  </a:lnTo>
                  <a:cubicBezTo>
                    <a:pt x="7136" y="3555"/>
                    <a:pt x="7293" y="3343"/>
                    <a:pt x="7440" y="3141"/>
                  </a:cubicBezTo>
                  <a:lnTo>
                    <a:pt x="8367" y="1865"/>
                  </a:lnTo>
                  <a:cubicBezTo>
                    <a:pt x="8465" y="1728"/>
                    <a:pt x="8572" y="1597"/>
                    <a:pt x="8683" y="1473"/>
                  </a:cubicBezTo>
                  <a:cubicBezTo>
                    <a:pt x="8742" y="1401"/>
                    <a:pt x="8807" y="1329"/>
                    <a:pt x="8866" y="1258"/>
                  </a:cubicBezTo>
                  <a:lnTo>
                    <a:pt x="9868" y="73"/>
                  </a:lnTo>
                  <a:close/>
                  <a:moveTo>
                    <a:pt x="9859" y="0"/>
                  </a:moveTo>
                  <a:cubicBezTo>
                    <a:pt x="9851" y="0"/>
                    <a:pt x="9844" y="4"/>
                    <a:pt x="9839" y="11"/>
                  </a:cubicBezTo>
                  <a:lnTo>
                    <a:pt x="8817" y="1218"/>
                  </a:lnTo>
                  <a:cubicBezTo>
                    <a:pt x="8758" y="1290"/>
                    <a:pt x="8696" y="1362"/>
                    <a:pt x="8638" y="1431"/>
                  </a:cubicBezTo>
                  <a:cubicBezTo>
                    <a:pt x="8527" y="1561"/>
                    <a:pt x="8412" y="1692"/>
                    <a:pt x="8318" y="1829"/>
                  </a:cubicBezTo>
                  <a:lnTo>
                    <a:pt x="7397" y="3095"/>
                  </a:lnTo>
                  <a:lnTo>
                    <a:pt x="7391" y="3102"/>
                  </a:lnTo>
                  <a:cubicBezTo>
                    <a:pt x="7241" y="3307"/>
                    <a:pt x="7087" y="3520"/>
                    <a:pt x="6957" y="3738"/>
                  </a:cubicBezTo>
                  <a:lnTo>
                    <a:pt x="6128" y="5054"/>
                  </a:lnTo>
                  <a:cubicBezTo>
                    <a:pt x="4988" y="7002"/>
                    <a:pt x="4084" y="8804"/>
                    <a:pt x="3366" y="10560"/>
                  </a:cubicBezTo>
                  <a:cubicBezTo>
                    <a:pt x="2589" y="12450"/>
                    <a:pt x="1914" y="14379"/>
                    <a:pt x="1349" y="16344"/>
                  </a:cubicBezTo>
                  <a:cubicBezTo>
                    <a:pt x="1042" y="17424"/>
                    <a:pt x="791" y="18397"/>
                    <a:pt x="588" y="19311"/>
                  </a:cubicBezTo>
                  <a:cubicBezTo>
                    <a:pt x="347" y="20339"/>
                    <a:pt x="158" y="21328"/>
                    <a:pt x="1" y="22333"/>
                  </a:cubicBezTo>
                  <a:cubicBezTo>
                    <a:pt x="1" y="22350"/>
                    <a:pt x="11" y="22366"/>
                    <a:pt x="27" y="22369"/>
                  </a:cubicBezTo>
                  <a:lnTo>
                    <a:pt x="996" y="22546"/>
                  </a:lnTo>
                  <a:lnTo>
                    <a:pt x="1003" y="22546"/>
                  </a:lnTo>
                  <a:cubicBezTo>
                    <a:pt x="1010" y="22546"/>
                    <a:pt x="1016" y="22542"/>
                    <a:pt x="1023" y="22539"/>
                  </a:cubicBezTo>
                  <a:cubicBezTo>
                    <a:pt x="1029" y="22533"/>
                    <a:pt x="1032" y="22526"/>
                    <a:pt x="1032" y="22519"/>
                  </a:cubicBezTo>
                  <a:cubicBezTo>
                    <a:pt x="1160" y="21537"/>
                    <a:pt x="1329" y="20535"/>
                    <a:pt x="1535" y="19536"/>
                  </a:cubicBezTo>
                  <a:cubicBezTo>
                    <a:pt x="1718" y="18629"/>
                    <a:pt x="1940" y="17663"/>
                    <a:pt x="2217" y="16585"/>
                  </a:cubicBezTo>
                  <a:cubicBezTo>
                    <a:pt x="2726" y="14627"/>
                    <a:pt x="3347" y="12705"/>
                    <a:pt x="4074" y="10818"/>
                  </a:cubicBezTo>
                  <a:cubicBezTo>
                    <a:pt x="4737" y="9065"/>
                    <a:pt x="5586" y="7267"/>
                    <a:pt x="6666" y="5315"/>
                  </a:cubicBezTo>
                  <a:lnTo>
                    <a:pt x="7453" y="3996"/>
                  </a:lnTo>
                  <a:cubicBezTo>
                    <a:pt x="7577" y="3777"/>
                    <a:pt x="7724" y="3569"/>
                    <a:pt x="7864" y="3363"/>
                  </a:cubicBezTo>
                  <a:lnTo>
                    <a:pt x="8749" y="2083"/>
                  </a:lnTo>
                  <a:cubicBezTo>
                    <a:pt x="8843" y="1946"/>
                    <a:pt x="8944" y="1816"/>
                    <a:pt x="9052" y="1688"/>
                  </a:cubicBezTo>
                  <a:cubicBezTo>
                    <a:pt x="9111" y="1617"/>
                    <a:pt x="9170" y="1545"/>
                    <a:pt x="9225" y="1473"/>
                  </a:cubicBezTo>
                  <a:lnTo>
                    <a:pt x="10204" y="259"/>
                  </a:lnTo>
                  <a:cubicBezTo>
                    <a:pt x="10217" y="246"/>
                    <a:pt x="10214" y="223"/>
                    <a:pt x="10198" y="213"/>
                  </a:cubicBezTo>
                  <a:lnTo>
                    <a:pt x="9878" y="7"/>
                  </a:lnTo>
                  <a:cubicBezTo>
                    <a:pt x="9872" y="3"/>
                    <a:pt x="9865" y="0"/>
                    <a:pt x="9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760;p112">
              <a:extLst>
                <a:ext uri="{FF2B5EF4-FFF2-40B4-BE49-F238E27FC236}">
                  <a16:creationId xmlns:a16="http://schemas.microsoft.com/office/drawing/2014/main" id="{634B3244-3659-B3CF-2366-56AD1964B18B}"/>
                </a:ext>
              </a:extLst>
            </p:cNvPr>
            <p:cNvSpPr/>
            <p:nvPr/>
          </p:nvSpPr>
          <p:spPr>
            <a:xfrm rot="2415138">
              <a:off x="700891" y="686707"/>
              <a:ext cx="911461" cy="460229"/>
            </a:xfrm>
            <a:custGeom>
              <a:avLst/>
              <a:gdLst/>
              <a:ahLst/>
              <a:cxnLst/>
              <a:rect l="l" t="t" r="r" b="b"/>
              <a:pathLst>
                <a:path w="15701" h="7928" extrusionOk="0">
                  <a:moveTo>
                    <a:pt x="4509" y="1"/>
                  </a:moveTo>
                  <a:cubicBezTo>
                    <a:pt x="3024" y="1"/>
                    <a:pt x="1799" y="317"/>
                    <a:pt x="1006" y="784"/>
                  </a:cubicBezTo>
                  <a:cubicBezTo>
                    <a:pt x="438" y="1124"/>
                    <a:pt x="79" y="1643"/>
                    <a:pt x="667" y="2204"/>
                  </a:cubicBezTo>
                  <a:cubicBezTo>
                    <a:pt x="1039" y="2557"/>
                    <a:pt x="1603" y="2664"/>
                    <a:pt x="1972" y="2961"/>
                  </a:cubicBezTo>
                  <a:cubicBezTo>
                    <a:pt x="1607" y="3343"/>
                    <a:pt x="1068" y="3601"/>
                    <a:pt x="683" y="3973"/>
                  </a:cubicBezTo>
                  <a:cubicBezTo>
                    <a:pt x="624" y="4029"/>
                    <a:pt x="569" y="4087"/>
                    <a:pt x="520" y="4146"/>
                  </a:cubicBezTo>
                  <a:cubicBezTo>
                    <a:pt x="210" y="4499"/>
                    <a:pt x="1" y="4926"/>
                    <a:pt x="46" y="5390"/>
                  </a:cubicBezTo>
                  <a:cubicBezTo>
                    <a:pt x="197" y="6862"/>
                    <a:pt x="2576" y="7482"/>
                    <a:pt x="3944" y="7733"/>
                  </a:cubicBezTo>
                  <a:cubicBezTo>
                    <a:pt x="4683" y="7869"/>
                    <a:pt x="5413" y="7928"/>
                    <a:pt x="6123" y="7928"/>
                  </a:cubicBezTo>
                  <a:cubicBezTo>
                    <a:pt x="10219" y="7928"/>
                    <a:pt x="13636" y="5983"/>
                    <a:pt x="14075" y="5752"/>
                  </a:cubicBezTo>
                  <a:cubicBezTo>
                    <a:pt x="14281" y="5643"/>
                    <a:pt x="14583" y="5611"/>
                    <a:pt x="14871" y="5611"/>
                  </a:cubicBezTo>
                  <a:cubicBezTo>
                    <a:pt x="15301" y="5611"/>
                    <a:pt x="15701" y="5684"/>
                    <a:pt x="15701" y="5684"/>
                  </a:cubicBezTo>
                  <a:cubicBezTo>
                    <a:pt x="13716" y="3435"/>
                    <a:pt x="11598" y="1982"/>
                    <a:pt x="9584" y="1111"/>
                  </a:cubicBezTo>
                  <a:cubicBezTo>
                    <a:pt x="9193" y="1193"/>
                    <a:pt x="8797" y="1233"/>
                    <a:pt x="8400" y="1233"/>
                  </a:cubicBezTo>
                  <a:cubicBezTo>
                    <a:pt x="8356" y="1233"/>
                    <a:pt x="8312" y="1232"/>
                    <a:pt x="8269" y="1231"/>
                  </a:cubicBezTo>
                  <a:cubicBezTo>
                    <a:pt x="6973" y="1212"/>
                    <a:pt x="5886" y="836"/>
                    <a:pt x="5840" y="393"/>
                  </a:cubicBezTo>
                  <a:cubicBezTo>
                    <a:pt x="5827" y="288"/>
                    <a:pt x="5876" y="187"/>
                    <a:pt x="5974" y="99"/>
                  </a:cubicBezTo>
                  <a:cubicBezTo>
                    <a:pt x="5464" y="32"/>
                    <a:pt x="4973" y="1"/>
                    <a:pt x="450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761;p112">
              <a:extLst>
                <a:ext uri="{FF2B5EF4-FFF2-40B4-BE49-F238E27FC236}">
                  <a16:creationId xmlns:a16="http://schemas.microsoft.com/office/drawing/2014/main" id="{ED1D89C2-5D6B-D91A-57B5-D9243DEC9B23}"/>
                </a:ext>
              </a:extLst>
            </p:cNvPr>
            <p:cNvSpPr/>
            <p:nvPr/>
          </p:nvSpPr>
          <p:spPr>
            <a:xfrm rot="2415138">
              <a:off x="699235" y="685310"/>
              <a:ext cx="915408" cy="463712"/>
            </a:xfrm>
            <a:custGeom>
              <a:avLst/>
              <a:gdLst/>
              <a:ahLst/>
              <a:cxnLst/>
              <a:rect l="l" t="t" r="r" b="b"/>
              <a:pathLst>
                <a:path w="15769" h="7988" extrusionOk="0">
                  <a:moveTo>
                    <a:pt x="4552" y="60"/>
                  </a:moveTo>
                  <a:cubicBezTo>
                    <a:pt x="5002" y="60"/>
                    <a:pt x="5467" y="89"/>
                    <a:pt x="5938" y="147"/>
                  </a:cubicBezTo>
                  <a:cubicBezTo>
                    <a:pt x="5866" y="222"/>
                    <a:pt x="5827" y="324"/>
                    <a:pt x="5837" y="425"/>
                  </a:cubicBezTo>
                  <a:cubicBezTo>
                    <a:pt x="5889" y="888"/>
                    <a:pt x="6966" y="1270"/>
                    <a:pt x="8295" y="1290"/>
                  </a:cubicBezTo>
                  <a:cubicBezTo>
                    <a:pt x="8347" y="1291"/>
                    <a:pt x="8399" y="1292"/>
                    <a:pt x="8452" y="1292"/>
                  </a:cubicBezTo>
                  <a:cubicBezTo>
                    <a:pt x="8840" y="1292"/>
                    <a:pt x="9227" y="1250"/>
                    <a:pt x="9610" y="1172"/>
                  </a:cubicBezTo>
                  <a:cubicBezTo>
                    <a:pt x="11813" y="2129"/>
                    <a:pt x="13843" y="3640"/>
                    <a:pt x="15648" y="5670"/>
                  </a:cubicBezTo>
                  <a:cubicBezTo>
                    <a:pt x="15507" y="5648"/>
                    <a:pt x="15211" y="5610"/>
                    <a:pt x="14898" y="5610"/>
                  </a:cubicBezTo>
                  <a:cubicBezTo>
                    <a:pt x="14605" y="5610"/>
                    <a:pt x="14298" y="5643"/>
                    <a:pt x="14085" y="5755"/>
                  </a:cubicBezTo>
                  <a:lnTo>
                    <a:pt x="14010" y="5794"/>
                  </a:lnTo>
                  <a:cubicBezTo>
                    <a:pt x="12698" y="6500"/>
                    <a:pt x="9620" y="7925"/>
                    <a:pt x="6129" y="7925"/>
                  </a:cubicBezTo>
                  <a:cubicBezTo>
                    <a:pt x="5425" y="7925"/>
                    <a:pt x="4703" y="7867"/>
                    <a:pt x="3976" y="7733"/>
                  </a:cubicBezTo>
                  <a:cubicBezTo>
                    <a:pt x="2285" y="7423"/>
                    <a:pt x="239" y="6770"/>
                    <a:pt x="102" y="5416"/>
                  </a:cubicBezTo>
                  <a:cubicBezTo>
                    <a:pt x="50" y="4906"/>
                    <a:pt x="327" y="4469"/>
                    <a:pt x="565" y="4195"/>
                  </a:cubicBezTo>
                  <a:cubicBezTo>
                    <a:pt x="618" y="4139"/>
                    <a:pt x="673" y="4081"/>
                    <a:pt x="728" y="4025"/>
                  </a:cubicBezTo>
                  <a:cubicBezTo>
                    <a:pt x="911" y="3849"/>
                    <a:pt x="1133" y="3695"/>
                    <a:pt x="1345" y="3549"/>
                  </a:cubicBezTo>
                  <a:cubicBezTo>
                    <a:pt x="1584" y="3385"/>
                    <a:pt x="1828" y="3216"/>
                    <a:pt x="2021" y="3013"/>
                  </a:cubicBezTo>
                  <a:cubicBezTo>
                    <a:pt x="2028" y="3007"/>
                    <a:pt x="2031" y="2997"/>
                    <a:pt x="2031" y="2990"/>
                  </a:cubicBezTo>
                  <a:cubicBezTo>
                    <a:pt x="2031" y="2981"/>
                    <a:pt x="2024" y="2974"/>
                    <a:pt x="2018" y="2968"/>
                  </a:cubicBezTo>
                  <a:cubicBezTo>
                    <a:pt x="1848" y="2830"/>
                    <a:pt x="1642" y="2736"/>
                    <a:pt x="1424" y="2635"/>
                  </a:cubicBezTo>
                  <a:cubicBezTo>
                    <a:pt x="1172" y="2520"/>
                    <a:pt x="915" y="2400"/>
                    <a:pt x="715" y="2210"/>
                  </a:cubicBezTo>
                  <a:cubicBezTo>
                    <a:pt x="500" y="2008"/>
                    <a:pt x="405" y="1796"/>
                    <a:pt x="428" y="1587"/>
                  </a:cubicBezTo>
                  <a:cubicBezTo>
                    <a:pt x="458" y="1326"/>
                    <a:pt x="680" y="1061"/>
                    <a:pt x="1052" y="843"/>
                  </a:cubicBezTo>
                  <a:cubicBezTo>
                    <a:pt x="1912" y="332"/>
                    <a:pt x="3163" y="60"/>
                    <a:pt x="4552" y="60"/>
                  </a:cubicBezTo>
                  <a:close/>
                  <a:moveTo>
                    <a:pt x="4554" y="1"/>
                  </a:moveTo>
                  <a:cubicBezTo>
                    <a:pt x="3151" y="1"/>
                    <a:pt x="1889" y="275"/>
                    <a:pt x="1019" y="790"/>
                  </a:cubicBezTo>
                  <a:cubicBezTo>
                    <a:pt x="631" y="1019"/>
                    <a:pt x="399" y="1300"/>
                    <a:pt x="366" y="1580"/>
                  </a:cubicBezTo>
                  <a:cubicBezTo>
                    <a:pt x="340" y="1809"/>
                    <a:pt x="441" y="2037"/>
                    <a:pt x="673" y="2256"/>
                  </a:cubicBezTo>
                  <a:cubicBezTo>
                    <a:pt x="879" y="2452"/>
                    <a:pt x="1143" y="2573"/>
                    <a:pt x="1398" y="2690"/>
                  </a:cubicBezTo>
                  <a:cubicBezTo>
                    <a:pt x="1600" y="2781"/>
                    <a:pt x="1793" y="2873"/>
                    <a:pt x="1953" y="2994"/>
                  </a:cubicBezTo>
                  <a:cubicBezTo>
                    <a:pt x="1766" y="3180"/>
                    <a:pt x="1535" y="3343"/>
                    <a:pt x="1309" y="3496"/>
                  </a:cubicBezTo>
                  <a:cubicBezTo>
                    <a:pt x="1094" y="3646"/>
                    <a:pt x="872" y="3800"/>
                    <a:pt x="686" y="3979"/>
                  </a:cubicBezTo>
                  <a:cubicBezTo>
                    <a:pt x="627" y="4038"/>
                    <a:pt x="572" y="4097"/>
                    <a:pt x="520" y="4156"/>
                  </a:cubicBezTo>
                  <a:cubicBezTo>
                    <a:pt x="164" y="4560"/>
                    <a:pt x="1" y="4998"/>
                    <a:pt x="40" y="5419"/>
                  </a:cubicBezTo>
                  <a:cubicBezTo>
                    <a:pt x="183" y="6809"/>
                    <a:pt x="2250" y="7478"/>
                    <a:pt x="3963" y="7792"/>
                  </a:cubicBezTo>
                  <a:cubicBezTo>
                    <a:pt x="4671" y="7922"/>
                    <a:pt x="5387" y="7988"/>
                    <a:pt x="6104" y="7988"/>
                  </a:cubicBezTo>
                  <a:cubicBezTo>
                    <a:pt x="6122" y="7988"/>
                    <a:pt x="6139" y="7988"/>
                    <a:pt x="6157" y="7988"/>
                  </a:cubicBezTo>
                  <a:cubicBezTo>
                    <a:pt x="7550" y="7988"/>
                    <a:pt x="9006" y="7762"/>
                    <a:pt x="10511" y="7312"/>
                  </a:cubicBezTo>
                  <a:cubicBezTo>
                    <a:pt x="11732" y="6943"/>
                    <a:pt x="12913" y="6454"/>
                    <a:pt x="14039" y="5846"/>
                  </a:cubicBezTo>
                  <a:lnTo>
                    <a:pt x="14114" y="5804"/>
                  </a:lnTo>
                  <a:cubicBezTo>
                    <a:pt x="14313" y="5700"/>
                    <a:pt x="14607" y="5668"/>
                    <a:pt x="14890" y="5668"/>
                  </a:cubicBezTo>
                  <a:cubicBezTo>
                    <a:pt x="15316" y="5668"/>
                    <a:pt x="15716" y="5740"/>
                    <a:pt x="15723" y="5742"/>
                  </a:cubicBezTo>
                  <a:cubicBezTo>
                    <a:pt x="15725" y="5742"/>
                    <a:pt x="15726" y="5742"/>
                    <a:pt x="15727" y="5742"/>
                  </a:cubicBezTo>
                  <a:cubicBezTo>
                    <a:pt x="15751" y="5742"/>
                    <a:pt x="15768" y="5711"/>
                    <a:pt x="15750" y="5690"/>
                  </a:cubicBezTo>
                  <a:cubicBezTo>
                    <a:pt x="13925" y="3620"/>
                    <a:pt x="11862" y="2076"/>
                    <a:pt x="9623" y="1107"/>
                  </a:cubicBezTo>
                  <a:cubicBezTo>
                    <a:pt x="9620" y="1105"/>
                    <a:pt x="9616" y="1105"/>
                    <a:pt x="9613" y="1105"/>
                  </a:cubicBezTo>
                  <a:cubicBezTo>
                    <a:pt x="9610" y="1105"/>
                    <a:pt x="9607" y="1105"/>
                    <a:pt x="9603" y="1107"/>
                  </a:cubicBezTo>
                  <a:cubicBezTo>
                    <a:pt x="9213" y="1190"/>
                    <a:pt x="8817" y="1232"/>
                    <a:pt x="8419" y="1232"/>
                  </a:cubicBezTo>
                  <a:cubicBezTo>
                    <a:pt x="8377" y="1232"/>
                    <a:pt x="8336" y="1232"/>
                    <a:pt x="8295" y="1231"/>
                  </a:cubicBezTo>
                  <a:cubicBezTo>
                    <a:pt x="7018" y="1208"/>
                    <a:pt x="5941" y="846"/>
                    <a:pt x="5895" y="418"/>
                  </a:cubicBezTo>
                  <a:cubicBezTo>
                    <a:pt x="5886" y="327"/>
                    <a:pt x="5928" y="236"/>
                    <a:pt x="6023" y="147"/>
                  </a:cubicBezTo>
                  <a:cubicBezTo>
                    <a:pt x="6042" y="131"/>
                    <a:pt x="6033" y="98"/>
                    <a:pt x="6006" y="95"/>
                  </a:cubicBezTo>
                  <a:cubicBezTo>
                    <a:pt x="5513" y="32"/>
                    <a:pt x="5025" y="1"/>
                    <a:pt x="4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762;p112">
              <a:extLst>
                <a:ext uri="{FF2B5EF4-FFF2-40B4-BE49-F238E27FC236}">
                  <a16:creationId xmlns:a16="http://schemas.microsoft.com/office/drawing/2014/main" id="{6A4D0CB1-4E81-699C-05CE-81E85D3D44CB}"/>
                </a:ext>
              </a:extLst>
            </p:cNvPr>
            <p:cNvSpPr/>
            <p:nvPr/>
          </p:nvSpPr>
          <p:spPr>
            <a:xfrm rot="2415138">
              <a:off x="517636" y="1587744"/>
              <a:ext cx="267790" cy="283289"/>
            </a:xfrm>
            <a:custGeom>
              <a:avLst/>
              <a:gdLst/>
              <a:ahLst/>
              <a:cxnLst/>
              <a:rect l="l" t="t" r="r" b="b"/>
              <a:pathLst>
                <a:path w="4613" h="4880" extrusionOk="0">
                  <a:moveTo>
                    <a:pt x="2491" y="3724"/>
                  </a:moveTo>
                  <a:cubicBezTo>
                    <a:pt x="3115" y="3966"/>
                    <a:pt x="3673" y="4880"/>
                    <a:pt x="3673" y="4880"/>
                  </a:cubicBezTo>
                  <a:cubicBezTo>
                    <a:pt x="4077" y="3731"/>
                    <a:pt x="4613" y="1518"/>
                    <a:pt x="4355" y="0"/>
                  </a:cubicBezTo>
                  <a:cubicBezTo>
                    <a:pt x="3053" y="1120"/>
                    <a:pt x="1202" y="2774"/>
                    <a:pt x="1" y="2644"/>
                  </a:cubicBezTo>
                  <a:cubicBezTo>
                    <a:pt x="810" y="3045"/>
                    <a:pt x="1642" y="3408"/>
                    <a:pt x="2491" y="3724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763;p112">
              <a:extLst>
                <a:ext uri="{FF2B5EF4-FFF2-40B4-BE49-F238E27FC236}">
                  <a16:creationId xmlns:a16="http://schemas.microsoft.com/office/drawing/2014/main" id="{65709854-9A09-67A2-024C-5458A08391E5}"/>
                </a:ext>
              </a:extLst>
            </p:cNvPr>
            <p:cNvSpPr/>
            <p:nvPr/>
          </p:nvSpPr>
          <p:spPr>
            <a:xfrm rot="2415138">
              <a:off x="491745" y="1180461"/>
              <a:ext cx="390046" cy="661899"/>
            </a:xfrm>
            <a:custGeom>
              <a:avLst/>
              <a:gdLst/>
              <a:ahLst/>
              <a:cxnLst/>
              <a:rect l="l" t="t" r="r" b="b"/>
              <a:pathLst>
                <a:path w="6719" h="11402" extrusionOk="0">
                  <a:moveTo>
                    <a:pt x="43" y="1"/>
                  </a:moveTo>
                  <a:lnTo>
                    <a:pt x="1" y="46"/>
                  </a:lnTo>
                  <a:cubicBezTo>
                    <a:pt x="14" y="56"/>
                    <a:pt x="1424" y="1310"/>
                    <a:pt x="2942" y="3327"/>
                  </a:cubicBezTo>
                  <a:cubicBezTo>
                    <a:pt x="4342" y="5187"/>
                    <a:pt x="6121" y="8099"/>
                    <a:pt x="6659" y="11402"/>
                  </a:cubicBezTo>
                  <a:lnTo>
                    <a:pt x="6718" y="11392"/>
                  </a:lnTo>
                  <a:cubicBezTo>
                    <a:pt x="6180" y="8076"/>
                    <a:pt x="4394" y="5155"/>
                    <a:pt x="2991" y="3288"/>
                  </a:cubicBezTo>
                  <a:cubicBezTo>
                    <a:pt x="1470" y="1267"/>
                    <a:pt x="56" y="1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764;p112">
              <a:extLst>
                <a:ext uri="{FF2B5EF4-FFF2-40B4-BE49-F238E27FC236}">
                  <a16:creationId xmlns:a16="http://schemas.microsoft.com/office/drawing/2014/main" id="{389E91E8-9F5C-CA2A-4AB2-54DBD65762D8}"/>
                </a:ext>
              </a:extLst>
            </p:cNvPr>
            <p:cNvSpPr/>
            <p:nvPr/>
          </p:nvSpPr>
          <p:spPr>
            <a:xfrm rot="2415138">
              <a:off x="861359" y="912510"/>
              <a:ext cx="707585" cy="151920"/>
            </a:xfrm>
            <a:custGeom>
              <a:avLst/>
              <a:gdLst/>
              <a:ahLst/>
              <a:cxnLst/>
              <a:rect l="l" t="t" r="r" b="b"/>
              <a:pathLst>
                <a:path w="12189" h="2617" extrusionOk="0">
                  <a:moveTo>
                    <a:pt x="4950" y="0"/>
                  </a:moveTo>
                  <a:cubicBezTo>
                    <a:pt x="3458" y="0"/>
                    <a:pt x="1790" y="305"/>
                    <a:pt x="1" y="1122"/>
                  </a:cubicBezTo>
                  <a:lnTo>
                    <a:pt x="12188" y="2617"/>
                  </a:lnTo>
                  <a:cubicBezTo>
                    <a:pt x="12188" y="2617"/>
                    <a:pt x="9323" y="0"/>
                    <a:pt x="4950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765;p112">
              <a:extLst>
                <a:ext uri="{FF2B5EF4-FFF2-40B4-BE49-F238E27FC236}">
                  <a16:creationId xmlns:a16="http://schemas.microsoft.com/office/drawing/2014/main" id="{D687FD40-0640-F479-21E1-6540267C37BB}"/>
                </a:ext>
              </a:extLst>
            </p:cNvPr>
            <p:cNvSpPr/>
            <p:nvPr/>
          </p:nvSpPr>
          <p:spPr>
            <a:xfrm rot="2415138">
              <a:off x="36575" y="956703"/>
              <a:ext cx="523795" cy="698297"/>
            </a:xfrm>
            <a:custGeom>
              <a:avLst/>
              <a:gdLst/>
              <a:ahLst/>
              <a:cxnLst/>
              <a:rect l="l" t="t" r="r" b="b"/>
              <a:pathLst>
                <a:path w="9023" h="12029" extrusionOk="0">
                  <a:moveTo>
                    <a:pt x="8774" y="0"/>
                  </a:moveTo>
                  <a:cubicBezTo>
                    <a:pt x="7635" y="692"/>
                    <a:pt x="6515" y="1423"/>
                    <a:pt x="5579" y="2305"/>
                  </a:cubicBezTo>
                  <a:lnTo>
                    <a:pt x="5216" y="2625"/>
                  </a:lnTo>
                  <a:cubicBezTo>
                    <a:pt x="5096" y="2736"/>
                    <a:pt x="4991" y="2853"/>
                    <a:pt x="4880" y="2967"/>
                  </a:cubicBezTo>
                  <a:lnTo>
                    <a:pt x="4214" y="3653"/>
                  </a:lnTo>
                  <a:cubicBezTo>
                    <a:pt x="3813" y="4139"/>
                    <a:pt x="3385" y="4612"/>
                    <a:pt x="3036" y="5125"/>
                  </a:cubicBezTo>
                  <a:cubicBezTo>
                    <a:pt x="2302" y="6127"/>
                    <a:pt x="1675" y="7201"/>
                    <a:pt x="1162" y="8330"/>
                  </a:cubicBezTo>
                  <a:lnTo>
                    <a:pt x="800" y="9179"/>
                  </a:lnTo>
                  <a:cubicBezTo>
                    <a:pt x="692" y="9466"/>
                    <a:pt x="581" y="9753"/>
                    <a:pt x="484" y="10044"/>
                  </a:cubicBezTo>
                  <a:cubicBezTo>
                    <a:pt x="281" y="10631"/>
                    <a:pt x="121" y="11232"/>
                    <a:pt x="0" y="11842"/>
                  </a:cubicBezTo>
                  <a:lnTo>
                    <a:pt x="970" y="12028"/>
                  </a:lnTo>
                  <a:cubicBezTo>
                    <a:pt x="1061" y="11447"/>
                    <a:pt x="1192" y="10873"/>
                    <a:pt x="1358" y="10311"/>
                  </a:cubicBezTo>
                  <a:cubicBezTo>
                    <a:pt x="1440" y="10024"/>
                    <a:pt x="1538" y="9743"/>
                    <a:pt x="1629" y="9460"/>
                  </a:cubicBezTo>
                  <a:lnTo>
                    <a:pt x="1946" y="8624"/>
                  </a:lnTo>
                  <a:cubicBezTo>
                    <a:pt x="2400" y="7511"/>
                    <a:pt x="2964" y="6447"/>
                    <a:pt x="3637" y="5448"/>
                  </a:cubicBezTo>
                  <a:cubicBezTo>
                    <a:pt x="3956" y="4936"/>
                    <a:pt x="4351" y="4462"/>
                    <a:pt x="4720" y="3976"/>
                  </a:cubicBezTo>
                  <a:lnTo>
                    <a:pt x="5340" y="3284"/>
                  </a:lnTo>
                  <a:cubicBezTo>
                    <a:pt x="5448" y="3170"/>
                    <a:pt x="5546" y="3052"/>
                    <a:pt x="5657" y="2941"/>
                  </a:cubicBezTo>
                  <a:lnTo>
                    <a:pt x="5996" y="2618"/>
                  </a:lnTo>
                  <a:cubicBezTo>
                    <a:pt x="6874" y="1727"/>
                    <a:pt x="7935" y="980"/>
                    <a:pt x="9022" y="265"/>
                  </a:cubicBezTo>
                  <a:lnTo>
                    <a:pt x="8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766;p112">
              <a:extLst>
                <a:ext uri="{FF2B5EF4-FFF2-40B4-BE49-F238E27FC236}">
                  <a16:creationId xmlns:a16="http://schemas.microsoft.com/office/drawing/2014/main" id="{BDD27A7E-CB2F-6B72-FB1A-EAF02D110E1E}"/>
                </a:ext>
              </a:extLst>
            </p:cNvPr>
            <p:cNvSpPr/>
            <p:nvPr/>
          </p:nvSpPr>
          <p:spPr>
            <a:xfrm rot="2415138">
              <a:off x="34760" y="954745"/>
              <a:ext cx="527569" cy="701954"/>
            </a:xfrm>
            <a:custGeom>
              <a:avLst/>
              <a:gdLst/>
              <a:ahLst/>
              <a:cxnLst/>
              <a:rect l="l" t="t" r="r" b="b"/>
              <a:pathLst>
                <a:path w="9088" h="12092" extrusionOk="0">
                  <a:moveTo>
                    <a:pt x="8801" y="67"/>
                  </a:moveTo>
                  <a:lnTo>
                    <a:pt x="9006" y="289"/>
                  </a:lnTo>
                  <a:cubicBezTo>
                    <a:pt x="7968" y="971"/>
                    <a:pt x="6891" y="1725"/>
                    <a:pt x="6007" y="2623"/>
                  </a:cubicBezTo>
                  <a:lnTo>
                    <a:pt x="5667" y="2949"/>
                  </a:lnTo>
                  <a:cubicBezTo>
                    <a:pt x="5595" y="3021"/>
                    <a:pt x="5527" y="3099"/>
                    <a:pt x="5462" y="3171"/>
                  </a:cubicBezTo>
                  <a:cubicBezTo>
                    <a:pt x="5426" y="3214"/>
                    <a:pt x="5390" y="3253"/>
                    <a:pt x="5351" y="3295"/>
                  </a:cubicBezTo>
                  <a:lnTo>
                    <a:pt x="4730" y="3987"/>
                  </a:lnTo>
                  <a:cubicBezTo>
                    <a:pt x="4636" y="4114"/>
                    <a:pt x="4538" y="4242"/>
                    <a:pt x="4440" y="4362"/>
                  </a:cubicBezTo>
                  <a:cubicBezTo>
                    <a:pt x="4166" y="4718"/>
                    <a:pt x="3882" y="5081"/>
                    <a:pt x="3643" y="5466"/>
                  </a:cubicBezTo>
                  <a:cubicBezTo>
                    <a:pt x="2971" y="6464"/>
                    <a:pt x="2403" y="7532"/>
                    <a:pt x="1949" y="8648"/>
                  </a:cubicBezTo>
                  <a:lnTo>
                    <a:pt x="1633" y="9484"/>
                  </a:lnTo>
                  <a:lnTo>
                    <a:pt x="1558" y="9719"/>
                  </a:lnTo>
                  <a:cubicBezTo>
                    <a:pt x="1489" y="9921"/>
                    <a:pt x="1421" y="10127"/>
                    <a:pt x="1362" y="10332"/>
                  </a:cubicBezTo>
                  <a:cubicBezTo>
                    <a:pt x="1195" y="10887"/>
                    <a:pt x="1068" y="11452"/>
                    <a:pt x="977" y="12023"/>
                  </a:cubicBezTo>
                  <a:lnTo>
                    <a:pt x="69" y="11850"/>
                  </a:lnTo>
                  <a:cubicBezTo>
                    <a:pt x="187" y="11250"/>
                    <a:pt x="347" y="10659"/>
                    <a:pt x="543" y="10081"/>
                  </a:cubicBezTo>
                  <a:cubicBezTo>
                    <a:pt x="614" y="9869"/>
                    <a:pt x="696" y="9653"/>
                    <a:pt x="774" y="9445"/>
                  </a:cubicBezTo>
                  <a:cubicBezTo>
                    <a:pt x="804" y="9369"/>
                    <a:pt x="833" y="9294"/>
                    <a:pt x="859" y="9219"/>
                  </a:cubicBezTo>
                  <a:lnTo>
                    <a:pt x="1222" y="8371"/>
                  </a:lnTo>
                  <a:cubicBezTo>
                    <a:pt x="1734" y="7245"/>
                    <a:pt x="2361" y="6171"/>
                    <a:pt x="3092" y="5172"/>
                  </a:cubicBezTo>
                  <a:cubicBezTo>
                    <a:pt x="3353" y="4787"/>
                    <a:pt x="3663" y="4421"/>
                    <a:pt x="3963" y="4065"/>
                  </a:cubicBezTo>
                  <a:cubicBezTo>
                    <a:pt x="4061" y="3948"/>
                    <a:pt x="4169" y="3824"/>
                    <a:pt x="4267" y="3703"/>
                  </a:cubicBezTo>
                  <a:lnTo>
                    <a:pt x="4933" y="3018"/>
                  </a:lnTo>
                  <a:cubicBezTo>
                    <a:pt x="4972" y="2975"/>
                    <a:pt x="5008" y="2936"/>
                    <a:pt x="5050" y="2894"/>
                  </a:cubicBezTo>
                  <a:cubicBezTo>
                    <a:pt x="5119" y="2822"/>
                    <a:pt x="5191" y="2747"/>
                    <a:pt x="5266" y="2678"/>
                  </a:cubicBezTo>
                  <a:lnTo>
                    <a:pt x="5631" y="2355"/>
                  </a:lnTo>
                  <a:cubicBezTo>
                    <a:pt x="6581" y="1461"/>
                    <a:pt x="7714" y="726"/>
                    <a:pt x="8801" y="67"/>
                  </a:cubicBezTo>
                  <a:close/>
                  <a:moveTo>
                    <a:pt x="8808" y="1"/>
                  </a:moveTo>
                  <a:cubicBezTo>
                    <a:pt x="8802" y="1"/>
                    <a:pt x="8796" y="2"/>
                    <a:pt x="8791" y="5"/>
                  </a:cubicBezTo>
                  <a:cubicBezTo>
                    <a:pt x="7697" y="671"/>
                    <a:pt x="6548" y="1412"/>
                    <a:pt x="5592" y="2316"/>
                  </a:cubicBezTo>
                  <a:lnTo>
                    <a:pt x="5227" y="2636"/>
                  </a:lnTo>
                  <a:cubicBezTo>
                    <a:pt x="5151" y="2708"/>
                    <a:pt x="5076" y="2783"/>
                    <a:pt x="5008" y="2854"/>
                  </a:cubicBezTo>
                  <a:cubicBezTo>
                    <a:pt x="4969" y="2897"/>
                    <a:pt x="4929" y="2936"/>
                    <a:pt x="4890" y="2979"/>
                  </a:cubicBezTo>
                  <a:lnTo>
                    <a:pt x="4221" y="3667"/>
                  </a:lnTo>
                  <a:cubicBezTo>
                    <a:pt x="4123" y="3788"/>
                    <a:pt x="4019" y="3912"/>
                    <a:pt x="3918" y="4030"/>
                  </a:cubicBezTo>
                  <a:cubicBezTo>
                    <a:pt x="3617" y="4385"/>
                    <a:pt x="3307" y="4754"/>
                    <a:pt x="3043" y="5143"/>
                  </a:cubicBezTo>
                  <a:cubicBezTo>
                    <a:pt x="2308" y="6145"/>
                    <a:pt x="1682" y="7218"/>
                    <a:pt x="1166" y="8351"/>
                  </a:cubicBezTo>
                  <a:lnTo>
                    <a:pt x="804" y="9200"/>
                  </a:lnTo>
                  <a:cubicBezTo>
                    <a:pt x="774" y="9278"/>
                    <a:pt x="748" y="9353"/>
                    <a:pt x="719" y="9428"/>
                  </a:cubicBezTo>
                  <a:cubicBezTo>
                    <a:pt x="641" y="9637"/>
                    <a:pt x="559" y="9853"/>
                    <a:pt x="487" y="10068"/>
                  </a:cubicBezTo>
                  <a:cubicBezTo>
                    <a:pt x="285" y="10655"/>
                    <a:pt x="122" y="11256"/>
                    <a:pt x="4" y="11870"/>
                  </a:cubicBezTo>
                  <a:cubicBezTo>
                    <a:pt x="1" y="11886"/>
                    <a:pt x="11" y="11902"/>
                    <a:pt x="27" y="11906"/>
                  </a:cubicBezTo>
                  <a:lnTo>
                    <a:pt x="996" y="12092"/>
                  </a:lnTo>
                  <a:lnTo>
                    <a:pt x="1003" y="12092"/>
                  </a:lnTo>
                  <a:cubicBezTo>
                    <a:pt x="1009" y="12092"/>
                    <a:pt x="1016" y="12088"/>
                    <a:pt x="1019" y="12085"/>
                  </a:cubicBezTo>
                  <a:cubicBezTo>
                    <a:pt x="1026" y="12079"/>
                    <a:pt x="1029" y="12072"/>
                    <a:pt x="1032" y="12066"/>
                  </a:cubicBezTo>
                  <a:cubicBezTo>
                    <a:pt x="1124" y="11485"/>
                    <a:pt x="1251" y="10913"/>
                    <a:pt x="1421" y="10352"/>
                  </a:cubicBezTo>
                  <a:cubicBezTo>
                    <a:pt x="1479" y="10146"/>
                    <a:pt x="1548" y="9937"/>
                    <a:pt x="1613" y="9738"/>
                  </a:cubicBezTo>
                  <a:cubicBezTo>
                    <a:pt x="1639" y="9660"/>
                    <a:pt x="1665" y="9582"/>
                    <a:pt x="1692" y="9503"/>
                  </a:cubicBezTo>
                  <a:lnTo>
                    <a:pt x="2008" y="8671"/>
                  </a:lnTo>
                  <a:cubicBezTo>
                    <a:pt x="2459" y="7558"/>
                    <a:pt x="3023" y="6494"/>
                    <a:pt x="3696" y="5498"/>
                  </a:cubicBezTo>
                  <a:cubicBezTo>
                    <a:pt x="3931" y="5116"/>
                    <a:pt x="4215" y="4754"/>
                    <a:pt x="4489" y="4402"/>
                  </a:cubicBezTo>
                  <a:cubicBezTo>
                    <a:pt x="4584" y="4281"/>
                    <a:pt x="4685" y="4150"/>
                    <a:pt x="4776" y="4030"/>
                  </a:cubicBezTo>
                  <a:lnTo>
                    <a:pt x="5396" y="3338"/>
                  </a:lnTo>
                  <a:cubicBezTo>
                    <a:pt x="5435" y="3298"/>
                    <a:pt x="5471" y="3256"/>
                    <a:pt x="5507" y="3217"/>
                  </a:cubicBezTo>
                  <a:cubicBezTo>
                    <a:pt x="5573" y="3142"/>
                    <a:pt x="5641" y="3067"/>
                    <a:pt x="5710" y="2998"/>
                  </a:cubicBezTo>
                  <a:lnTo>
                    <a:pt x="6052" y="2672"/>
                  </a:lnTo>
                  <a:cubicBezTo>
                    <a:pt x="6940" y="1768"/>
                    <a:pt x="8027" y="1010"/>
                    <a:pt x="9072" y="325"/>
                  </a:cubicBezTo>
                  <a:cubicBezTo>
                    <a:pt x="9078" y="318"/>
                    <a:pt x="9085" y="312"/>
                    <a:pt x="9085" y="302"/>
                  </a:cubicBezTo>
                  <a:cubicBezTo>
                    <a:pt x="9088" y="292"/>
                    <a:pt x="9085" y="282"/>
                    <a:pt x="9078" y="276"/>
                  </a:cubicBezTo>
                  <a:lnTo>
                    <a:pt x="8830" y="12"/>
                  </a:lnTo>
                  <a:cubicBezTo>
                    <a:pt x="8824" y="4"/>
                    <a:pt x="8816" y="1"/>
                    <a:pt x="8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767;p112">
              <a:extLst>
                <a:ext uri="{FF2B5EF4-FFF2-40B4-BE49-F238E27FC236}">
                  <a16:creationId xmlns:a16="http://schemas.microsoft.com/office/drawing/2014/main" id="{1F0B675C-856B-5926-63F6-E7B724F8E9A7}"/>
                </a:ext>
              </a:extLst>
            </p:cNvPr>
            <p:cNvSpPr/>
            <p:nvPr/>
          </p:nvSpPr>
          <p:spPr>
            <a:xfrm rot="2415138">
              <a:off x="248596" y="1033875"/>
              <a:ext cx="832685" cy="772602"/>
            </a:xfrm>
            <a:custGeom>
              <a:avLst/>
              <a:gdLst/>
              <a:ahLst/>
              <a:cxnLst/>
              <a:rect l="l" t="t" r="r" b="b"/>
              <a:pathLst>
                <a:path w="14344" h="13309" extrusionOk="0">
                  <a:moveTo>
                    <a:pt x="5860" y="1"/>
                  </a:moveTo>
                  <a:cubicBezTo>
                    <a:pt x="5444" y="1"/>
                    <a:pt x="5108" y="165"/>
                    <a:pt x="5008" y="605"/>
                  </a:cubicBezTo>
                  <a:cubicBezTo>
                    <a:pt x="4907" y="1052"/>
                    <a:pt x="5184" y="1516"/>
                    <a:pt x="5139" y="1934"/>
                  </a:cubicBezTo>
                  <a:cubicBezTo>
                    <a:pt x="4505" y="1852"/>
                    <a:pt x="3875" y="1588"/>
                    <a:pt x="3236" y="1490"/>
                  </a:cubicBezTo>
                  <a:cubicBezTo>
                    <a:pt x="3141" y="1473"/>
                    <a:pt x="3046" y="1464"/>
                    <a:pt x="2952" y="1454"/>
                  </a:cubicBezTo>
                  <a:cubicBezTo>
                    <a:pt x="2829" y="1443"/>
                    <a:pt x="2705" y="1436"/>
                    <a:pt x="2584" y="1436"/>
                  </a:cubicBezTo>
                  <a:cubicBezTo>
                    <a:pt x="2141" y="1436"/>
                    <a:pt x="1716" y="1517"/>
                    <a:pt x="1375" y="1725"/>
                  </a:cubicBezTo>
                  <a:cubicBezTo>
                    <a:pt x="1" y="2560"/>
                    <a:pt x="1006" y="4607"/>
                    <a:pt x="1688" y="5730"/>
                  </a:cubicBezTo>
                  <a:cubicBezTo>
                    <a:pt x="4192" y="9839"/>
                    <a:pt x="9995" y="11912"/>
                    <a:pt x="10622" y="12153"/>
                  </a:cubicBezTo>
                  <a:cubicBezTo>
                    <a:pt x="11246" y="12395"/>
                    <a:pt x="11804" y="13309"/>
                    <a:pt x="11804" y="13309"/>
                  </a:cubicBezTo>
                  <a:cubicBezTo>
                    <a:pt x="14343" y="6092"/>
                    <a:pt x="9806" y="1232"/>
                    <a:pt x="6663" y="155"/>
                  </a:cubicBezTo>
                  <a:cubicBezTo>
                    <a:pt x="6389" y="60"/>
                    <a:pt x="6110" y="1"/>
                    <a:pt x="586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768;p112">
              <a:extLst>
                <a:ext uri="{FF2B5EF4-FFF2-40B4-BE49-F238E27FC236}">
                  <a16:creationId xmlns:a16="http://schemas.microsoft.com/office/drawing/2014/main" id="{EE96086B-6626-F587-0A40-BE1979F2A723}"/>
                </a:ext>
              </a:extLst>
            </p:cNvPr>
            <p:cNvSpPr/>
            <p:nvPr/>
          </p:nvSpPr>
          <p:spPr>
            <a:xfrm rot="2415138">
              <a:off x="281148" y="1019343"/>
              <a:ext cx="737365" cy="776085"/>
            </a:xfrm>
            <a:custGeom>
              <a:avLst/>
              <a:gdLst/>
              <a:ahLst/>
              <a:cxnLst/>
              <a:rect l="l" t="t" r="r" b="b"/>
              <a:pathLst>
                <a:path w="12702" h="13369" extrusionOk="0">
                  <a:moveTo>
                    <a:pt x="5377" y="62"/>
                  </a:moveTo>
                  <a:cubicBezTo>
                    <a:pt x="5607" y="62"/>
                    <a:pt x="5876" y="113"/>
                    <a:pt x="6170" y="214"/>
                  </a:cubicBezTo>
                  <a:cubicBezTo>
                    <a:pt x="7626" y="710"/>
                    <a:pt x="9773" y="2221"/>
                    <a:pt x="11043" y="4842"/>
                  </a:cubicBezTo>
                  <a:cubicBezTo>
                    <a:pt x="11895" y="6599"/>
                    <a:pt x="12629" y="9484"/>
                    <a:pt x="11314" y="13267"/>
                  </a:cubicBezTo>
                  <a:cubicBezTo>
                    <a:pt x="11183" y="13065"/>
                    <a:pt x="10700" y="12366"/>
                    <a:pt x="10152" y="12154"/>
                  </a:cubicBezTo>
                  <a:lnTo>
                    <a:pt x="10057" y="12118"/>
                  </a:lnTo>
                  <a:cubicBezTo>
                    <a:pt x="8125" y="11387"/>
                    <a:pt x="3402" y="9301"/>
                    <a:pt x="1235" y="5743"/>
                  </a:cubicBezTo>
                  <a:cubicBezTo>
                    <a:pt x="438" y="4431"/>
                    <a:pt x="108" y="3354"/>
                    <a:pt x="288" y="2620"/>
                  </a:cubicBezTo>
                  <a:cubicBezTo>
                    <a:pt x="373" y="2264"/>
                    <a:pt x="598" y="1960"/>
                    <a:pt x="911" y="1781"/>
                  </a:cubicBezTo>
                  <a:cubicBezTo>
                    <a:pt x="1218" y="1595"/>
                    <a:pt x="1624" y="1499"/>
                    <a:pt x="2101" y="1499"/>
                  </a:cubicBezTo>
                  <a:cubicBezTo>
                    <a:pt x="2218" y="1499"/>
                    <a:pt x="2340" y="1505"/>
                    <a:pt x="2465" y="1516"/>
                  </a:cubicBezTo>
                  <a:cubicBezTo>
                    <a:pt x="2560" y="1523"/>
                    <a:pt x="2654" y="1536"/>
                    <a:pt x="2749" y="1549"/>
                  </a:cubicBezTo>
                  <a:cubicBezTo>
                    <a:pt x="3056" y="1605"/>
                    <a:pt x="3356" y="1676"/>
                    <a:pt x="3653" y="1764"/>
                  </a:cubicBezTo>
                  <a:cubicBezTo>
                    <a:pt x="3980" y="1856"/>
                    <a:pt x="4316" y="1954"/>
                    <a:pt x="4652" y="1993"/>
                  </a:cubicBezTo>
                  <a:cubicBezTo>
                    <a:pt x="4662" y="1993"/>
                    <a:pt x="4668" y="1993"/>
                    <a:pt x="4675" y="1986"/>
                  </a:cubicBezTo>
                  <a:cubicBezTo>
                    <a:pt x="4681" y="1983"/>
                    <a:pt x="4685" y="1973"/>
                    <a:pt x="4685" y="1967"/>
                  </a:cubicBezTo>
                  <a:cubicBezTo>
                    <a:pt x="4707" y="1771"/>
                    <a:pt x="4659" y="1565"/>
                    <a:pt x="4613" y="1363"/>
                  </a:cubicBezTo>
                  <a:cubicBezTo>
                    <a:pt x="4557" y="1125"/>
                    <a:pt x="4499" y="880"/>
                    <a:pt x="4554" y="642"/>
                  </a:cubicBezTo>
                  <a:cubicBezTo>
                    <a:pt x="4603" y="426"/>
                    <a:pt x="4714" y="266"/>
                    <a:pt x="4887" y="172"/>
                  </a:cubicBezTo>
                  <a:cubicBezTo>
                    <a:pt x="5017" y="98"/>
                    <a:pt x="5183" y="62"/>
                    <a:pt x="5377" y="62"/>
                  </a:cubicBezTo>
                  <a:close/>
                  <a:moveTo>
                    <a:pt x="5381" y="1"/>
                  </a:moveTo>
                  <a:cubicBezTo>
                    <a:pt x="5174" y="1"/>
                    <a:pt x="4996" y="40"/>
                    <a:pt x="4854" y="119"/>
                  </a:cubicBezTo>
                  <a:cubicBezTo>
                    <a:pt x="4668" y="221"/>
                    <a:pt x="4548" y="394"/>
                    <a:pt x="4495" y="629"/>
                  </a:cubicBezTo>
                  <a:cubicBezTo>
                    <a:pt x="4437" y="880"/>
                    <a:pt x="4495" y="1131"/>
                    <a:pt x="4554" y="1376"/>
                  </a:cubicBezTo>
                  <a:cubicBezTo>
                    <a:pt x="4600" y="1569"/>
                    <a:pt x="4642" y="1751"/>
                    <a:pt x="4629" y="1928"/>
                  </a:cubicBezTo>
                  <a:cubicBezTo>
                    <a:pt x="4309" y="1885"/>
                    <a:pt x="3983" y="1794"/>
                    <a:pt x="3670" y="1706"/>
                  </a:cubicBezTo>
                  <a:cubicBezTo>
                    <a:pt x="3369" y="1614"/>
                    <a:pt x="3066" y="1543"/>
                    <a:pt x="2759" y="1487"/>
                  </a:cubicBezTo>
                  <a:cubicBezTo>
                    <a:pt x="2664" y="1474"/>
                    <a:pt x="2566" y="1461"/>
                    <a:pt x="2472" y="1454"/>
                  </a:cubicBezTo>
                  <a:cubicBezTo>
                    <a:pt x="2346" y="1443"/>
                    <a:pt x="2225" y="1437"/>
                    <a:pt x="2108" y="1437"/>
                  </a:cubicBezTo>
                  <a:cubicBezTo>
                    <a:pt x="1617" y="1437"/>
                    <a:pt x="1198" y="1536"/>
                    <a:pt x="882" y="1729"/>
                  </a:cubicBezTo>
                  <a:cubicBezTo>
                    <a:pt x="552" y="1918"/>
                    <a:pt x="317" y="2235"/>
                    <a:pt x="229" y="2607"/>
                  </a:cubicBezTo>
                  <a:cubicBezTo>
                    <a:pt x="1" y="3550"/>
                    <a:pt x="621" y="4852"/>
                    <a:pt x="1182" y="5776"/>
                  </a:cubicBezTo>
                  <a:cubicBezTo>
                    <a:pt x="2201" y="7444"/>
                    <a:pt x="3872" y="8975"/>
                    <a:pt x="6150" y="10323"/>
                  </a:cubicBezTo>
                  <a:cubicBezTo>
                    <a:pt x="7391" y="11051"/>
                    <a:pt x="8690" y="11671"/>
                    <a:pt x="10034" y="12177"/>
                  </a:cubicBezTo>
                  <a:lnTo>
                    <a:pt x="10129" y="12213"/>
                  </a:lnTo>
                  <a:cubicBezTo>
                    <a:pt x="10739" y="12448"/>
                    <a:pt x="11291" y="13345"/>
                    <a:pt x="11298" y="13355"/>
                  </a:cubicBezTo>
                  <a:cubicBezTo>
                    <a:pt x="11301" y="13362"/>
                    <a:pt x="11311" y="13368"/>
                    <a:pt x="11324" y="13368"/>
                  </a:cubicBezTo>
                  <a:lnTo>
                    <a:pt x="11327" y="13368"/>
                  </a:lnTo>
                  <a:cubicBezTo>
                    <a:pt x="11337" y="13368"/>
                    <a:pt x="11347" y="13358"/>
                    <a:pt x="11350" y="13349"/>
                  </a:cubicBezTo>
                  <a:cubicBezTo>
                    <a:pt x="12701" y="9513"/>
                    <a:pt x="11957" y="6592"/>
                    <a:pt x="11098" y="4816"/>
                  </a:cubicBezTo>
                  <a:cubicBezTo>
                    <a:pt x="10540" y="3664"/>
                    <a:pt x="9767" y="2633"/>
                    <a:pt x="8820" y="1774"/>
                  </a:cubicBezTo>
                  <a:cubicBezTo>
                    <a:pt x="7994" y="1027"/>
                    <a:pt x="7061" y="452"/>
                    <a:pt x="6189" y="155"/>
                  </a:cubicBezTo>
                  <a:cubicBezTo>
                    <a:pt x="5891" y="53"/>
                    <a:pt x="5618" y="1"/>
                    <a:pt x="5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769;p112">
              <a:extLst>
                <a:ext uri="{FF2B5EF4-FFF2-40B4-BE49-F238E27FC236}">
                  <a16:creationId xmlns:a16="http://schemas.microsoft.com/office/drawing/2014/main" id="{259C7727-12A3-1530-8A58-EA33DBA35C90}"/>
                </a:ext>
              </a:extLst>
            </p:cNvPr>
            <p:cNvSpPr/>
            <p:nvPr/>
          </p:nvSpPr>
          <p:spPr>
            <a:xfrm rot="2415138">
              <a:off x="860685" y="910953"/>
              <a:ext cx="709675" cy="155055"/>
            </a:xfrm>
            <a:custGeom>
              <a:avLst/>
              <a:gdLst/>
              <a:ahLst/>
              <a:cxnLst/>
              <a:rect l="l" t="t" r="r" b="b"/>
              <a:pathLst>
                <a:path w="12225" h="2671" extrusionOk="0">
                  <a:moveTo>
                    <a:pt x="4887" y="1"/>
                  </a:moveTo>
                  <a:cubicBezTo>
                    <a:pt x="3251" y="14"/>
                    <a:pt x="1610" y="392"/>
                    <a:pt x="0" y="1127"/>
                  </a:cubicBezTo>
                  <a:lnTo>
                    <a:pt x="27" y="1182"/>
                  </a:lnTo>
                  <a:cubicBezTo>
                    <a:pt x="1824" y="361"/>
                    <a:pt x="3496" y="69"/>
                    <a:pt x="4965" y="69"/>
                  </a:cubicBezTo>
                  <a:cubicBezTo>
                    <a:pt x="6456" y="69"/>
                    <a:pt x="7739" y="370"/>
                    <a:pt x="8732" y="725"/>
                  </a:cubicBezTo>
                  <a:cubicBezTo>
                    <a:pt x="10870" y="1489"/>
                    <a:pt x="12169" y="2661"/>
                    <a:pt x="12182" y="2671"/>
                  </a:cubicBezTo>
                  <a:lnTo>
                    <a:pt x="12224" y="2628"/>
                  </a:lnTo>
                  <a:cubicBezTo>
                    <a:pt x="12211" y="2615"/>
                    <a:pt x="10906" y="1437"/>
                    <a:pt x="8758" y="670"/>
                  </a:cubicBezTo>
                  <a:cubicBezTo>
                    <a:pt x="7540" y="229"/>
                    <a:pt x="6258" y="4"/>
                    <a:pt x="4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770;p112">
              <a:extLst>
                <a:ext uri="{FF2B5EF4-FFF2-40B4-BE49-F238E27FC236}">
                  <a16:creationId xmlns:a16="http://schemas.microsoft.com/office/drawing/2014/main" id="{D8796E1B-2B3E-7722-1762-FA915C63BE65}"/>
                </a:ext>
              </a:extLst>
            </p:cNvPr>
            <p:cNvSpPr/>
            <p:nvPr/>
          </p:nvSpPr>
          <p:spPr>
            <a:xfrm rot="5400000">
              <a:off x="435357" y="1397981"/>
              <a:ext cx="626990" cy="136982"/>
            </a:xfrm>
            <a:custGeom>
              <a:avLst/>
              <a:gdLst/>
              <a:ahLst/>
              <a:cxnLst/>
              <a:rect l="l" t="t" r="r" b="b"/>
              <a:pathLst>
                <a:path w="12225" h="2671" extrusionOk="0">
                  <a:moveTo>
                    <a:pt x="4887" y="1"/>
                  </a:moveTo>
                  <a:cubicBezTo>
                    <a:pt x="3251" y="14"/>
                    <a:pt x="1610" y="392"/>
                    <a:pt x="0" y="1127"/>
                  </a:cubicBezTo>
                  <a:lnTo>
                    <a:pt x="27" y="1182"/>
                  </a:lnTo>
                  <a:cubicBezTo>
                    <a:pt x="1824" y="361"/>
                    <a:pt x="3496" y="69"/>
                    <a:pt x="4965" y="69"/>
                  </a:cubicBezTo>
                  <a:cubicBezTo>
                    <a:pt x="6456" y="69"/>
                    <a:pt x="7739" y="370"/>
                    <a:pt x="8732" y="725"/>
                  </a:cubicBezTo>
                  <a:cubicBezTo>
                    <a:pt x="10870" y="1489"/>
                    <a:pt x="12169" y="2661"/>
                    <a:pt x="12182" y="2671"/>
                  </a:cubicBezTo>
                  <a:lnTo>
                    <a:pt x="12224" y="2628"/>
                  </a:lnTo>
                  <a:cubicBezTo>
                    <a:pt x="12211" y="2615"/>
                    <a:pt x="10906" y="1437"/>
                    <a:pt x="8758" y="670"/>
                  </a:cubicBezTo>
                  <a:cubicBezTo>
                    <a:pt x="7540" y="229"/>
                    <a:pt x="6258" y="4"/>
                    <a:pt x="4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5637;p127">
            <a:extLst>
              <a:ext uri="{FF2B5EF4-FFF2-40B4-BE49-F238E27FC236}">
                <a16:creationId xmlns:a16="http://schemas.microsoft.com/office/drawing/2014/main" id="{3D2E113B-D4AC-F1B3-2E91-D9C76C8C872B}"/>
              </a:ext>
            </a:extLst>
          </p:cNvPr>
          <p:cNvGrpSpPr/>
          <p:nvPr/>
        </p:nvGrpSpPr>
        <p:grpSpPr>
          <a:xfrm>
            <a:off x="8333335" y="3765709"/>
            <a:ext cx="660380" cy="1253621"/>
            <a:chOff x="1512200" y="3155175"/>
            <a:chExt cx="858304" cy="1629349"/>
          </a:xfrm>
        </p:grpSpPr>
        <p:sp>
          <p:nvSpPr>
            <p:cNvPr id="28" name="Google Shape;15638;p127">
              <a:extLst>
                <a:ext uri="{FF2B5EF4-FFF2-40B4-BE49-F238E27FC236}">
                  <a16:creationId xmlns:a16="http://schemas.microsoft.com/office/drawing/2014/main" id="{CFFB3696-8AA6-9287-223B-458BFC1676E3}"/>
                </a:ext>
              </a:extLst>
            </p:cNvPr>
            <p:cNvSpPr/>
            <p:nvPr/>
          </p:nvSpPr>
          <p:spPr>
            <a:xfrm>
              <a:off x="1691451" y="4090146"/>
              <a:ext cx="644624" cy="666406"/>
            </a:xfrm>
            <a:custGeom>
              <a:avLst/>
              <a:gdLst/>
              <a:ahLst/>
              <a:cxnLst/>
              <a:rect l="l" t="t" r="r" b="b"/>
              <a:pathLst>
                <a:path w="8257" h="8536" extrusionOk="0">
                  <a:moveTo>
                    <a:pt x="0" y="1"/>
                  </a:moveTo>
                  <a:lnTo>
                    <a:pt x="1222" y="7842"/>
                  </a:lnTo>
                  <a:cubicBezTo>
                    <a:pt x="1222" y="8225"/>
                    <a:pt x="2524" y="8536"/>
                    <a:pt x="4129" y="8536"/>
                  </a:cubicBezTo>
                  <a:cubicBezTo>
                    <a:pt x="5730" y="8536"/>
                    <a:pt x="7031" y="8225"/>
                    <a:pt x="7031" y="7842"/>
                  </a:cubicBezTo>
                  <a:lnTo>
                    <a:pt x="82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639;p127">
              <a:extLst>
                <a:ext uri="{FF2B5EF4-FFF2-40B4-BE49-F238E27FC236}">
                  <a16:creationId xmlns:a16="http://schemas.microsoft.com/office/drawing/2014/main" id="{4E265591-8949-9960-9BC8-C33EB4C7F25E}"/>
                </a:ext>
              </a:extLst>
            </p:cNvPr>
            <p:cNvSpPr/>
            <p:nvPr/>
          </p:nvSpPr>
          <p:spPr>
            <a:xfrm>
              <a:off x="1721163" y="4118117"/>
              <a:ext cx="644624" cy="666407"/>
            </a:xfrm>
            <a:custGeom>
              <a:avLst/>
              <a:gdLst/>
              <a:ahLst/>
              <a:cxnLst/>
              <a:rect l="l" t="t" r="r" b="b"/>
              <a:pathLst>
                <a:path w="8257" h="8536" extrusionOk="0">
                  <a:moveTo>
                    <a:pt x="8257" y="1"/>
                  </a:moveTo>
                  <a:lnTo>
                    <a:pt x="7031" y="7842"/>
                  </a:lnTo>
                  <a:cubicBezTo>
                    <a:pt x="7031" y="8225"/>
                    <a:pt x="5730" y="8536"/>
                    <a:pt x="4129" y="8536"/>
                  </a:cubicBezTo>
                  <a:cubicBezTo>
                    <a:pt x="2524" y="8536"/>
                    <a:pt x="1222" y="8225"/>
                    <a:pt x="1222" y="7842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3500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5640;p127">
              <a:extLst>
                <a:ext uri="{FF2B5EF4-FFF2-40B4-BE49-F238E27FC236}">
                  <a16:creationId xmlns:a16="http://schemas.microsoft.com/office/drawing/2014/main" id="{9957B539-0F69-81DB-0FEE-A8D86B5FBDDC}"/>
                </a:ext>
              </a:extLst>
            </p:cNvPr>
            <p:cNvSpPr/>
            <p:nvPr/>
          </p:nvSpPr>
          <p:spPr>
            <a:xfrm>
              <a:off x="1662955" y="3985453"/>
              <a:ext cx="704738" cy="130455"/>
            </a:xfrm>
            <a:custGeom>
              <a:avLst/>
              <a:gdLst/>
              <a:ahLst/>
              <a:cxnLst/>
              <a:rect l="l" t="t" r="r" b="b"/>
              <a:pathLst>
                <a:path w="9027" h="1671" extrusionOk="0">
                  <a:moveTo>
                    <a:pt x="4515" y="1"/>
                  </a:moveTo>
                  <a:cubicBezTo>
                    <a:pt x="2021" y="1"/>
                    <a:pt x="0" y="377"/>
                    <a:pt x="0" y="836"/>
                  </a:cubicBezTo>
                  <a:cubicBezTo>
                    <a:pt x="0" y="1298"/>
                    <a:pt x="2021" y="1671"/>
                    <a:pt x="4515" y="1671"/>
                  </a:cubicBezTo>
                  <a:cubicBezTo>
                    <a:pt x="7006" y="1671"/>
                    <a:pt x="9027" y="1298"/>
                    <a:pt x="9027" y="836"/>
                  </a:cubicBezTo>
                  <a:cubicBezTo>
                    <a:pt x="9027" y="373"/>
                    <a:pt x="7006" y="1"/>
                    <a:pt x="45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641;p127">
              <a:extLst>
                <a:ext uri="{FF2B5EF4-FFF2-40B4-BE49-F238E27FC236}">
                  <a16:creationId xmlns:a16="http://schemas.microsoft.com/office/drawing/2014/main" id="{18F32D14-7C3C-C51F-E10C-8E3B065EE950}"/>
                </a:ext>
              </a:extLst>
            </p:cNvPr>
            <p:cNvSpPr/>
            <p:nvPr/>
          </p:nvSpPr>
          <p:spPr>
            <a:xfrm>
              <a:off x="1660379" y="3982955"/>
              <a:ext cx="710125" cy="135764"/>
            </a:xfrm>
            <a:custGeom>
              <a:avLst/>
              <a:gdLst/>
              <a:ahLst/>
              <a:cxnLst/>
              <a:rect l="l" t="t" r="r" b="b"/>
              <a:pathLst>
                <a:path w="9096" h="1739" extrusionOk="0">
                  <a:moveTo>
                    <a:pt x="4548" y="65"/>
                  </a:moveTo>
                  <a:cubicBezTo>
                    <a:pt x="7227" y="65"/>
                    <a:pt x="9027" y="481"/>
                    <a:pt x="9027" y="868"/>
                  </a:cubicBezTo>
                  <a:cubicBezTo>
                    <a:pt x="9027" y="1255"/>
                    <a:pt x="7227" y="1670"/>
                    <a:pt x="4548" y="1670"/>
                  </a:cubicBezTo>
                  <a:cubicBezTo>
                    <a:pt x="1870" y="1670"/>
                    <a:pt x="69" y="1255"/>
                    <a:pt x="69" y="868"/>
                  </a:cubicBezTo>
                  <a:cubicBezTo>
                    <a:pt x="69" y="481"/>
                    <a:pt x="1870" y="65"/>
                    <a:pt x="4548" y="65"/>
                  </a:cubicBezTo>
                  <a:close/>
                  <a:moveTo>
                    <a:pt x="4548" y="0"/>
                  </a:moveTo>
                  <a:cubicBezTo>
                    <a:pt x="2314" y="0"/>
                    <a:pt x="1" y="325"/>
                    <a:pt x="1" y="868"/>
                  </a:cubicBezTo>
                  <a:cubicBezTo>
                    <a:pt x="1" y="1414"/>
                    <a:pt x="2314" y="1739"/>
                    <a:pt x="4548" y="1739"/>
                  </a:cubicBezTo>
                  <a:cubicBezTo>
                    <a:pt x="6782" y="1739"/>
                    <a:pt x="9096" y="1414"/>
                    <a:pt x="9096" y="868"/>
                  </a:cubicBezTo>
                  <a:cubicBezTo>
                    <a:pt x="9096" y="325"/>
                    <a:pt x="6782" y="0"/>
                    <a:pt x="4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642;p127">
              <a:extLst>
                <a:ext uri="{FF2B5EF4-FFF2-40B4-BE49-F238E27FC236}">
                  <a16:creationId xmlns:a16="http://schemas.microsoft.com/office/drawing/2014/main" id="{385BC448-BBC2-39CD-9F98-7F66B8D9E3C1}"/>
                </a:ext>
              </a:extLst>
            </p:cNvPr>
            <p:cNvSpPr/>
            <p:nvPr/>
          </p:nvSpPr>
          <p:spPr>
            <a:xfrm>
              <a:off x="1662955" y="3985453"/>
              <a:ext cx="704738" cy="130455"/>
            </a:xfrm>
            <a:custGeom>
              <a:avLst/>
              <a:gdLst/>
              <a:ahLst/>
              <a:cxnLst/>
              <a:rect l="l" t="t" r="r" b="b"/>
              <a:pathLst>
                <a:path w="9027" h="1671" extrusionOk="0">
                  <a:moveTo>
                    <a:pt x="4515" y="1"/>
                  </a:moveTo>
                  <a:cubicBezTo>
                    <a:pt x="2021" y="1"/>
                    <a:pt x="0" y="377"/>
                    <a:pt x="0" y="836"/>
                  </a:cubicBezTo>
                  <a:cubicBezTo>
                    <a:pt x="0" y="1298"/>
                    <a:pt x="2021" y="1671"/>
                    <a:pt x="4515" y="1671"/>
                  </a:cubicBezTo>
                  <a:cubicBezTo>
                    <a:pt x="7006" y="1671"/>
                    <a:pt x="9027" y="1298"/>
                    <a:pt x="9027" y="836"/>
                  </a:cubicBezTo>
                  <a:cubicBezTo>
                    <a:pt x="9027" y="373"/>
                    <a:pt x="7006" y="1"/>
                    <a:pt x="4515" y="1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643;p127">
              <a:extLst>
                <a:ext uri="{FF2B5EF4-FFF2-40B4-BE49-F238E27FC236}">
                  <a16:creationId xmlns:a16="http://schemas.microsoft.com/office/drawing/2014/main" id="{4B62C8DF-6596-14F5-4E18-229CF4147BCF}"/>
                </a:ext>
              </a:extLst>
            </p:cNvPr>
            <p:cNvSpPr/>
            <p:nvPr/>
          </p:nvSpPr>
          <p:spPr>
            <a:xfrm>
              <a:off x="1812227" y="3180079"/>
              <a:ext cx="501287" cy="574049"/>
            </a:xfrm>
            <a:custGeom>
              <a:avLst/>
              <a:gdLst/>
              <a:ahLst/>
              <a:cxnLst/>
              <a:rect l="l" t="t" r="r" b="b"/>
              <a:pathLst>
                <a:path w="6421" h="7353" extrusionOk="0">
                  <a:moveTo>
                    <a:pt x="2590" y="1"/>
                  </a:moveTo>
                  <a:cubicBezTo>
                    <a:pt x="2157" y="1"/>
                    <a:pt x="1771" y="106"/>
                    <a:pt x="1522" y="328"/>
                  </a:cubicBezTo>
                  <a:cubicBezTo>
                    <a:pt x="1034" y="766"/>
                    <a:pt x="1" y="2176"/>
                    <a:pt x="413" y="4182"/>
                  </a:cubicBezTo>
                  <a:cubicBezTo>
                    <a:pt x="896" y="6550"/>
                    <a:pt x="2346" y="7353"/>
                    <a:pt x="2819" y="7353"/>
                  </a:cubicBezTo>
                  <a:cubicBezTo>
                    <a:pt x="2823" y="7353"/>
                    <a:pt x="2827" y="7353"/>
                    <a:pt x="2831" y="7352"/>
                  </a:cubicBezTo>
                  <a:cubicBezTo>
                    <a:pt x="3851" y="7320"/>
                    <a:pt x="6421" y="3047"/>
                    <a:pt x="4924" y="1070"/>
                  </a:cubicBezTo>
                  <a:cubicBezTo>
                    <a:pt x="4405" y="384"/>
                    <a:pt x="3414" y="1"/>
                    <a:pt x="2590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644;p127">
              <a:extLst>
                <a:ext uri="{FF2B5EF4-FFF2-40B4-BE49-F238E27FC236}">
                  <a16:creationId xmlns:a16="http://schemas.microsoft.com/office/drawing/2014/main" id="{268AA02F-4DA4-6F4B-2353-AA83411548B2}"/>
                </a:ext>
              </a:extLst>
            </p:cNvPr>
            <p:cNvSpPr/>
            <p:nvPr/>
          </p:nvSpPr>
          <p:spPr>
            <a:xfrm>
              <a:off x="1812227" y="3155175"/>
              <a:ext cx="403622" cy="510890"/>
            </a:xfrm>
            <a:custGeom>
              <a:avLst/>
              <a:gdLst/>
              <a:ahLst/>
              <a:cxnLst/>
              <a:rect l="l" t="t" r="r" b="b"/>
              <a:pathLst>
                <a:path w="5170" h="6544" extrusionOk="0">
                  <a:moveTo>
                    <a:pt x="1522" y="651"/>
                  </a:moveTo>
                  <a:cubicBezTo>
                    <a:pt x="2245" y="0"/>
                    <a:pt x="4132" y="347"/>
                    <a:pt x="4924" y="1392"/>
                  </a:cubicBezTo>
                  <a:cubicBezTo>
                    <a:pt x="5022" y="1522"/>
                    <a:pt x="5105" y="1663"/>
                    <a:pt x="5170" y="1815"/>
                  </a:cubicBezTo>
                  <a:cubicBezTo>
                    <a:pt x="4346" y="825"/>
                    <a:pt x="2535" y="510"/>
                    <a:pt x="1826" y="1143"/>
                  </a:cubicBezTo>
                  <a:cubicBezTo>
                    <a:pt x="1342" y="1580"/>
                    <a:pt x="308" y="2990"/>
                    <a:pt x="716" y="4996"/>
                  </a:cubicBezTo>
                  <a:cubicBezTo>
                    <a:pt x="821" y="5535"/>
                    <a:pt x="1006" y="6059"/>
                    <a:pt x="1259" y="6544"/>
                  </a:cubicBezTo>
                  <a:cubicBezTo>
                    <a:pt x="908" y="6055"/>
                    <a:pt x="593" y="5390"/>
                    <a:pt x="409" y="4501"/>
                  </a:cubicBezTo>
                  <a:cubicBezTo>
                    <a:pt x="1" y="2498"/>
                    <a:pt x="1034" y="1085"/>
                    <a:pt x="1522" y="651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645;p127">
              <a:extLst>
                <a:ext uri="{FF2B5EF4-FFF2-40B4-BE49-F238E27FC236}">
                  <a16:creationId xmlns:a16="http://schemas.microsoft.com/office/drawing/2014/main" id="{3C7DF4F6-FD5E-6A37-9301-0B6CF107A1CF}"/>
                </a:ext>
              </a:extLst>
            </p:cNvPr>
            <p:cNvSpPr/>
            <p:nvPr/>
          </p:nvSpPr>
          <p:spPr>
            <a:xfrm>
              <a:off x="1809416" y="3177503"/>
              <a:ext cx="442345" cy="579123"/>
            </a:xfrm>
            <a:custGeom>
              <a:avLst/>
              <a:gdLst/>
              <a:ahLst/>
              <a:cxnLst/>
              <a:rect l="l" t="t" r="r" b="b"/>
              <a:pathLst>
                <a:path w="5666" h="7418" extrusionOk="0">
                  <a:moveTo>
                    <a:pt x="2625" y="69"/>
                  </a:moveTo>
                  <a:cubicBezTo>
                    <a:pt x="2712" y="69"/>
                    <a:pt x="2802" y="72"/>
                    <a:pt x="2892" y="83"/>
                  </a:cubicBezTo>
                  <a:cubicBezTo>
                    <a:pt x="3713" y="159"/>
                    <a:pt x="4512" y="571"/>
                    <a:pt x="4935" y="1124"/>
                  </a:cubicBezTo>
                  <a:cubicBezTo>
                    <a:pt x="5596" y="2003"/>
                    <a:pt x="5520" y="3514"/>
                    <a:pt x="4729" y="5173"/>
                  </a:cubicBezTo>
                  <a:cubicBezTo>
                    <a:pt x="4154" y="6377"/>
                    <a:pt x="3337" y="7335"/>
                    <a:pt x="2867" y="7353"/>
                  </a:cubicBezTo>
                  <a:cubicBezTo>
                    <a:pt x="2865" y="7353"/>
                    <a:pt x="2863" y="7353"/>
                    <a:pt x="2861" y="7353"/>
                  </a:cubicBezTo>
                  <a:cubicBezTo>
                    <a:pt x="2659" y="7353"/>
                    <a:pt x="2186" y="7178"/>
                    <a:pt x="1692" y="6677"/>
                  </a:cubicBezTo>
                  <a:cubicBezTo>
                    <a:pt x="1287" y="6265"/>
                    <a:pt x="745" y="5498"/>
                    <a:pt x="481" y="4211"/>
                  </a:cubicBezTo>
                  <a:cubicBezTo>
                    <a:pt x="0" y="1844"/>
                    <a:pt x="1515" y="448"/>
                    <a:pt x="1580" y="390"/>
                  </a:cubicBezTo>
                  <a:cubicBezTo>
                    <a:pt x="1812" y="181"/>
                    <a:pt x="2184" y="69"/>
                    <a:pt x="2625" y="69"/>
                  </a:cubicBezTo>
                  <a:close/>
                  <a:moveTo>
                    <a:pt x="2620" y="0"/>
                  </a:moveTo>
                  <a:cubicBezTo>
                    <a:pt x="2165" y="0"/>
                    <a:pt x="1778" y="119"/>
                    <a:pt x="1537" y="336"/>
                  </a:cubicBezTo>
                  <a:cubicBezTo>
                    <a:pt x="933" y="878"/>
                    <a:pt x="22" y="2303"/>
                    <a:pt x="416" y="4222"/>
                  </a:cubicBezTo>
                  <a:cubicBezTo>
                    <a:pt x="680" y="5527"/>
                    <a:pt x="1229" y="6305"/>
                    <a:pt x="1645" y="6727"/>
                  </a:cubicBezTo>
                  <a:cubicBezTo>
                    <a:pt x="2115" y="7205"/>
                    <a:pt x="2596" y="7418"/>
                    <a:pt x="2856" y="7418"/>
                  </a:cubicBezTo>
                  <a:lnTo>
                    <a:pt x="2871" y="7418"/>
                  </a:lnTo>
                  <a:cubicBezTo>
                    <a:pt x="3370" y="7403"/>
                    <a:pt x="4194" y="6449"/>
                    <a:pt x="4790" y="5202"/>
                  </a:cubicBezTo>
                  <a:cubicBezTo>
                    <a:pt x="5593" y="3521"/>
                    <a:pt x="5665" y="1981"/>
                    <a:pt x="4985" y="1084"/>
                  </a:cubicBezTo>
                  <a:cubicBezTo>
                    <a:pt x="4555" y="513"/>
                    <a:pt x="3735" y="94"/>
                    <a:pt x="2900" y="14"/>
                  </a:cubicBezTo>
                  <a:cubicBezTo>
                    <a:pt x="2804" y="5"/>
                    <a:pt x="2711" y="0"/>
                    <a:pt x="2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646;p127">
              <a:extLst>
                <a:ext uri="{FF2B5EF4-FFF2-40B4-BE49-F238E27FC236}">
                  <a16:creationId xmlns:a16="http://schemas.microsoft.com/office/drawing/2014/main" id="{1DE47712-DB88-61DA-D0F8-9D9FABB23656}"/>
                </a:ext>
              </a:extLst>
            </p:cNvPr>
            <p:cNvSpPr/>
            <p:nvPr/>
          </p:nvSpPr>
          <p:spPr>
            <a:xfrm>
              <a:off x="2138797" y="3556301"/>
              <a:ext cx="20376" cy="17253"/>
            </a:xfrm>
            <a:custGeom>
              <a:avLst/>
              <a:gdLst/>
              <a:ahLst/>
              <a:cxnLst/>
              <a:rect l="l" t="t" r="r" b="b"/>
              <a:pathLst>
                <a:path w="261" h="221" extrusionOk="0">
                  <a:moveTo>
                    <a:pt x="145" y="0"/>
                  </a:moveTo>
                  <a:cubicBezTo>
                    <a:pt x="122" y="0"/>
                    <a:pt x="99" y="8"/>
                    <a:pt x="80" y="25"/>
                  </a:cubicBezTo>
                  <a:cubicBezTo>
                    <a:pt x="22" y="54"/>
                    <a:pt x="0" y="119"/>
                    <a:pt x="25" y="176"/>
                  </a:cubicBezTo>
                  <a:cubicBezTo>
                    <a:pt x="46" y="206"/>
                    <a:pt x="80" y="221"/>
                    <a:pt x="113" y="221"/>
                  </a:cubicBezTo>
                  <a:cubicBezTo>
                    <a:pt x="137" y="221"/>
                    <a:pt x="161" y="213"/>
                    <a:pt x="181" y="198"/>
                  </a:cubicBezTo>
                  <a:cubicBezTo>
                    <a:pt x="235" y="169"/>
                    <a:pt x="260" y="101"/>
                    <a:pt x="231" y="46"/>
                  </a:cubicBezTo>
                  <a:cubicBezTo>
                    <a:pt x="210" y="16"/>
                    <a:pt x="178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647;p127">
              <a:extLst>
                <a:ext uri="{FF2B5EF4-FFF2-40B4-BE49-F238E27FC236}">
                  <a16:creationId xmlns:a16="http://schemas.microsoft.com/office/drawing/2014/main" id="{6BBE17D4-23AD-3CDC-42AA-2DD223BDA80C}"/>
                </a:ext>
              </a:extLst>
            </p:cNvPr>
            <p:cNvSpPr/>
            <p:nvPr/>
          </p:nvSpPr>
          <p:spPr>
            <a:xfrm>
              <a:off x="2102104" y="3516172"/>
              <a:ext cx="20376" cy="17332"/>
            </a:xfrm>
            <a:custGeom>
              <a:avLst/>
              <a:gdLst/>
              <a:ahLst/>
              <a:cxnLst/>
              <a:rect l="l" t="t" r="r" b="b"/>
              <a:pathLst>
                <a:path w="261" h="222" extrusionOk="0">
                  <a:moveTo>
                    <a:pt x="144" y="0"/>
                  </a:moveTo>
                  <a:cubicBezTo>
                    <a:pt x="121" y="0"/>
                    <a:pt x="99" y="7"/>
                    <a:pt x="80" y="22"/>
                  </a:cubicBezTo>
                  <a:cubicBezTo>
                    <a:pt x="22" y="54"/>
                    <a:pt x="0" y="119"/>
                    <a:pt x="25" y="177"/>
                  </a:cubicBezTo>
                  <a:cubicBezTo>
                    <a:pt x="47" y="207"/>
                    <a:pt x="80" y="221"/>
                    <a:pt x="113" y="221"/>
                  </a:cubicBezTo>
                  <a:cubicBezTo>
                    <a:pt x="137" y="221"/>
                    <a:pt x="161" y="214"/>
                    <a:pt x="181" y="199"/>
                  </a:cubicBezTo>
                  <a:cubicBezTo>
                    <a:pt x="235" y="170"/>
                    <a:pt x="260" y="101"/>
                    <a:pt x="231" y="43"/>
                  </a:cubicBezTo>
                  <a:cubicBezTo>
                    <a:pt x="210" y="15"/>
                    <a:pt x="177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648;p127">
              <a:extLst>
                <a:ext uri="{FF2B5EF4-FFF2-40B4-BE49-F238E27FC236}">
                  <a16:creationId xmlns:a16="http://schemas.microsoft.com/office/drawing/2014/main" id="{D44CCCA8-DDED-5D99-88B4-DB5727CDFDEB}"/>
                </a:ext>
              </a:extLst>
            </p:cNvPr>
            <p:cNvSpPr/>
            <p:nvPr/>
          </p:nvSpPr>
          <p:spPr>
            <a:xfrm>
              <a:off x="2016851" y="3621333"/>
              <a:ext cx="20142" cy="17253"/>
            </a:xfrm>
            <a:custGeom>
              <a:avLst/>
              <a:gdLst/>
              <a:ahLst/>
              <a:cxnLst/>
              <a:rect l="l" t="t" r="r" b="b"/>
              <a:pathLst>
                <a:path w="258" h="221" extrusionOk="0">
                  <a:moveTo>
                    <a:pt x="145" y="0"/>
                  </a:moveTo>
                  <a:cubicBezTo>
                    <a:pt x="122" y="0"/>
                    <a:pt x="97" y="8"/>
                    <a:pt x="76" y="23"/>
                  </a:cubicBezTo>
                  <a:cubicBezTo>
                    <a:pt x="22" y="52"/>
                    <a:pt x="0" y="121"/>
                    <a:pt x="26" y="178"/>
                  </a:cubicBezTo>
                  <a:cubicBezTo>
                    <a:pt x="47" y="206"/>
                    <a:pt x="79" y="221"/>
                    <a:pt x="112" y="221"/>
                  </a:cubicBezTo>
                  <a:cubicBezTo>
                    <a:pt x="136" y="221"/>
                    <a:pt x="160" y="213"/>
                    <a:pt x="181" y="197"/>
                  </a:cubicBezTo>
                  <a:cubicBezTo>
                    <a:pt x="235" y="168"/>
                    <a:pt x="257" y="103"/>
                    <a:pt x="232" y="45"/>
                  </a:cubicBezTo>
                  <a:cubicBezTo>
                    <a:pt x="211" y="15"/>
                    <a:pt x="179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649;p127">
              <a:extLst>
                <a:ext uri="{FF2B5EF4-FFF2-40B4-BE49-F238E27FC236}">
                  <a16:creationId xmlns:a16="http://schemas.microsoft.com/office/drawing/2014/main" id="{F98F5650-1312-215E-694D-8DC10F44FA9A}"/>
                </a:ext>
              </a:extLst>
            </p:cNvPr>
            <p:cNvSpPr/>
            <p:nvPr/>
          </p:nvSpPr>
          <p:spPr>
            <a:xfrm>
              <a:off x="2008107" y="3523823"/>
              <a:ext cx="20064" cy="17410"/>
            </a:xfrm>
            <a:custGeom>
              <a:avLst/>
              <a:gdLst/>
              <a:ahLst/>
              <a:cxnLst/>
              <a:rect l="l" t="t" r="r" b="b"/>
              <a:pathLst>
                <a:path w="257" h="223" extrusionOk="0">
                  <a:moveTo>
                    <a:pt x="144" y="1"/>
                  </a:moveTo>
                  <a:cubicBezTo>
                    <a:pt x="121" y="1"/>
                    <a:pt x="97" y="9"/>
                    <a:pt x="76" y="25"/>
                  </a:cubicBezTo>
                  <a:cubicBezTo>
                    <a:pt x="22" y="54"/>
                    <a:pt x="0" y="122"/>
                    <a:pt x="26" y="177"/>
                  </a:cubicBezTo>
                  <a:cubicBezTo>
                    <a:pt x="47" y="207"/>
                    <a:pt x="80" y="223"/>
                    <a:pt x="113" y="223"/>
                  </a:cubicBezTo>
                  <a:cubicBezTo>
                    <a:pt x="136" y="223"/>
                    <a:pt x="160" y="215"/>
                    <a:pt x="181" y="198"/>
                  </a:cubicBezTo>
                  <a:cubicBezTo>
                    <a:pt x="235" y="169"/>
                    <a:pt x="257" y="101"/>
                    <a:pt x="232" y="47"/>
                  </a:cubicBezTo>
                  <a:cubicBezTo>
                    <a:pt x="210" y="17"/>
                    <a:pt x="178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650;p127">
              <a:extLst>
                <a:ext uri="{FF2B5EF4-FFF2-40B4-BE49-F238E27FC236}">
                  <a16:creationId xmlns:a16="http://schemas.microsoft.com/office/drawing/2014/main" id="{E4CD9584-EC02-7B05-FB3B-8FFD69E62EE6}"/>
                </a:ext>
              </a:extLst>
            </p:cNvPr>
            <p:cNvSpPr/>
            <p:nvPr/>
          </p:nvSpPr>
          <p:spPr>
            <a:xfrm>
              <a:off x="1971726" y="3410621"/>
              <a:ext cx="20376" cy="17332"/>
            </a:xfrm>
            <a:custGeom>
              <a:avLst/>
              <a:gdLst/>
              <a:ahLst/>
              <a:cxnLst/>
              <a:rect l="l" t="t" r="r" b="b"/>
              <a:pathLst>
                <a:path w="261" h="222" extrusionOk="0">
                  <a:moveTo>
                    <a:pt x="147" y="1"/>
                  </a:moveTo>
                  <a:cubicBezTo>
                    <a:pt x="123" y="1"/>
                    <a:pt x="99" y="9"/>
                    <a:pt x="80" y="25"/>
                  </a:cubicBezTo>
                  <a:cubicBezTo>
                    <a:pt x="25" y="54"/>
                    <a:pt x="0" y="119"/>
                    <a:pt x="25" y="177"/>
                  </a:cubicBezTo>
                  <a:cubicBezTo>
                    <a:pt x="46" y="207"/>
                    <a:pt x="80" y="221"/>
                    <a:pt x="113" y="221"/>
                  </a:cubicBezTo>
                  <a:cubicBezTo>
                    <a:pt x="137" y="221"/>
                    <a:pt x="161" y="214"/>
                    <a:pt x="181" y="199"/>
                  </a:cubicBezTo>
                  <a:cubicBezTo>
                    <a:pt x="235" y="170"/>
                    <a:pt x="260" y="101"/>
                    <a:pt x="235" y="43"/>
                  </a:cubicBezTo>
                  <a:cubicBezTo>
                    <a:pt x="214" y="16"/>
                    <a:pt x="181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651;p127">
              <a:extLst>
                <a:ext uri="{FF2B5EF4-FFF2-40B4-BE49-F238E27FC236}">
                  <a16:creationId xmlns:a16="http://schemas.microsoft.com/office/drawing/2014/main" id="{E44817BC-E890-BDF6-EEFE-DA0BB7EDE472}"/>
                </a:ext>
              </a:extLst>
            </p:cNvPr>
            <p:cNvSpPr/>
            <p:nvPr/>
          </p:nvSpPr>
          <p:spPr>
            <a:xfrm>
              <a:off x="1940888" y="3500558"/>
              <a:ext cx="20142" cy="17410"/>
            </a:xfrm>
            <a:custGeom>
              <a:avLst/>
              <a:gdLst/>
              <a:ahLst/>
              <a:cxnLst/>
              <a:rect l="l" t="t" r="r" b="b"/>
              <a:pathLst>
                <a:path w="258" h="223" extrusionOk="0">
                  <a:moveTo>
                    <a:pt x="144" y="0"/>
                  </a:moveTo>
                  <a:cubicBezTo>
                    <a:pt x="120" y="0"/>
                    <a:pt x="96" y="8"/>
                    <a:pt x="77" y="23"/>
                  </a:cubicBezTo>
                  <a:cubicBezTo>
                    <a:pt x="23" y="52"/>
                    <a:pt x="1" y="120"/>
                    <a:pt x="26" y="178"/>
                  </a:cubicBezTo>
                  <a:cubicBezTo>
                    <a:pt x="47" y="208"/>
                    <a:pt x="80" y="223"/>
                    <a:pt x="113" y="223"/>
                  </a:cubicBezTo>
                  <a:cubicBezTo>
                    <a:pt x="136" y="223"/>
                    <a:pt x="161" y="215"/>
                    <a:pt x="182" y="200"/>
                  </a:cubicBezTo>
                  <a:cubicBezTo>
                    <a:pt x="236" y="167"/>
                    <a:pt x="258" y="102"/>
                    <a:pt x="232" y="45"/>
                  </a:cubicBezTo>
                  <a:cubicBezTo>
                    <a:pt x="211" y="15"/>
                    <a:pt x="178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652;p127">
              <a:extLst>
                <a:ext uri="{FF2B5EF4-FFF2-40B4-BE49-F238E27FC236}">
                  <a16:creationId xmlns:a16="http://schemas.microsoft.com/office/drawing/2014/main" id="{27A0636F-5E10-1CA6-9374-9FE74D3202FC}"/>
                </a:ext>
              </a:extLst>
            </p:cNvPr>
            <p:cNvSpPr/>
            <p:nvPr/>
          </p:nvSpPr>
          <p:spPr>
            <a:xfrm>
              <a:off x="1951115" y="3314907"/>
              <a:ext cx="20376" cy="17253"/>
            </a:xfrm>
            <a:custGeom>
              <a:avLst/>
              <a:gdLst/>
              <a:ahLst/>
              <a:cxnLst/>
              <a:rect l="l" t="t" r="r" b="b"/>
              <a:pathLst>
                <a:path w="261" h="221" extrusionOk="0">
                  <a:moveTo>
                    <a:pt x="145" y="1"/>
                  </a:moveTo>
                  <a:cubicBezTo>
                    <a:pt x="122" y="1"/>
                    <a:pt x="99" y="8"/>
                    <a:pt x="80" y="22"/>
                  </a:cubicBezTo>
                  <a:cubicBezTo>
                    <a:pt x="25" y="55"/>
                    <a:pt x="0" y="120"/>
                    <a:pt x="29" y="178"/>
                  </a:cubicBezTo>
                  <a:cubicBezTo>
                    <a:pt x="51" y="206"/>
                    <a:pt x="84" y="221"/>
                    <a:pt x="117" y="221"/>
                  </a:cubicBezTo>
                  <a:cubicBezTo>
                    <a:pt x="139" y="221"/>
                    <a:pt x="162" y="214"/>
                    <a:pt x="181" y="199"/>
                  </a:cubicBezTo>
                  <a:cubicBezTo>
                    <a:pt x="239" y="170"/>
                    <a:pt x="260" y="102"/>
                    <a:pt x="235" y="44"/>
                  </a:cubicBezTo>
                  <a:cubicBezTo>
                    <a:pt x="214" y="16"/>
                    <a:pt x="179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653;p127">
              <a:extLst>
                <a:ext uri="{FF2B5EF4-FFF2-40B4-BE49-F238E27FC236}">
                  <a16:creationId xmlns:a16="http://schemas.microsoft.com/office/drawing/2014/main" id="{CF56B9AD-C8A1-D414-B1DA-326D67F369ED}"/>
                </a:ext>
              </a:extLst>
            </p:cNvPr>
            <p:cNvSpPr/>
            <p:nvPr/>
          </p:nvSpPr>
          <p:spPr>
            <a:xfrm>
              <a:off x="2060024" y="3466207"/>
              <a:ext cx="20376" cy="17332"/>
            </a:xfrm>
            <a:custGeom>
              <a:avLst/>
              <a:gdLst/>
              <a:ahLst/>
              <a:cxnLst/>
              <a:rect l="l" t="t" r="r" b="b"/>
              <a:pathLst>
                <a:path w="261" h="222" extrusionOk="0">
                  <a:moveTo>
                    <a:pt x="144" y="0"/>
                  </a:moveTo>
                  <a:cubicBezTo>
                    <a:pt x="121" y="0"/>
                    <a:pt x="99" y="7"/>
                    <a:pt x="80" y="22"/>
                  </a:cubicBezTo>
                  <a:cubicBezTo>
                    <a:pt x="22" y="54"/>
                    <a:pt x="1" y="119"/>
                    <a:pt x="26" y="177"/>
                  </a:cubicBezTo>
                  <a:cubicBezTo>
                    <a:pt x="47" y="207"/>
                    <a:pt x="80" y="222"/>
                    <a:pt x="114" y="222"/>
                  </a:cubicBezTo>
                  <a:cubicBezTo>
                    <a:pt x="138" y="222"/>
                    <a:pt x="162" y="214"/>
                    <a:pt x="181" y="199"/>
                  </a:cubicBezTo>
                  <a:cubicBezTo>
                    <a:pt x="235" y="170"/>
                    <a:pt x="261" y="101"/>
                    <a:pt x="235" y="43"/>
                  </a:cubicBezTo>
                  <a:cubicBezTo>
                    <a:pt x="212" y="15"/>
                    <a:pt x="178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654;p127">
              <a:extLst>
                <a:ext uri="{FF2B5EF4-FFF2-40B4-BE49-F238E27FC236}">
                  <a16:creationId xmlns:a16="http://schemas.microsoft.com/office/drawing/2014/main" id="{44080952-C355-A7AA-F2CE-CB52B3E0572D}"/>
                </a:ext>
              </a:extLst>
            </p:cNvPr>
            <p:cNvSpPr/>
            <p:nvPr/>
          </p:nvSpPr>
          <p:spPr>
            <a:xfrm>
              <a:off x="1903648" y="3400238"/>
              <a:ext cx="20454" cy="17410"/>
            </a:xfrm>
            <a:custGeom>
              <a:avLst/>
              <a:gdLst/>
              <a:ahLst/>
              <a:cxnLst/>
              <a:rect l="l" t="t" r="r" b="b"/>
              <a:pathLst>
                <a:path w="262" h="223" extrusionOk="0">
                  <a:moveTo>
                    <a:pt x="145" y="0"/>
                  </a:moveTo>
                  <a:cubicBezTo>
                    <a:pt x="123" y="0"/>
                    <a:pt x="100" y="8"/>
                    <a:pt x="80" y="25"/>
                  </a:cubicBezTo>
                  <a:cubicBezTo>
                    <a:pt x="22" y="53"/>
                    <a:pt x="1" y="122"/>
                    <a:pt x="26" y="176"/>
                  </a:cubicBezTo>
                  <a:cubicBezTo>
                    <a:pt x="47" y="206"/>
                    <a:pt x="81" y="222"/>
                    <a:pt x="115" y="222"/>
                  </a:cubicBezTo>
                  <a:cubicBezTo>
                    <a:pt x="139" y="222"/>
                    <a:pt x="162" y="214"/>
                    <a:pt x="182" y="198"/>
                  </a:cubicBezTo>
                  <a:cubicBezTo>
                    <a:pt x="236" y="169"/>
                    <a:pt x="261" y="104"/>
                    <a:pt x="232" y="46"/>
                  </a:cubicBezTo>
                  <a:cubicBezTo>
                    <a:pt x="211" y="16"/>
                    <a:pt x="178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655;p127">
              <a:extLst>
                <a:ext uri="{FF2B5EF4-FFF2-40B4-BE49-F238E27FC236}">
                  <a16:creationId xmlns:a16="http://schemas.microsoft.com/office/drawing/2014/main" id="{9285BDAD-050F-29ED-6027-87374F91C0A4}"/>
                </a:ext>
              </a:extLst>
            </p:cNvPr>
            <p:cNvSpPr/>
            <p:nvPr/>
          </p:nvSpPr>
          <p:spPr>
            <a:xfrm>
              <a:off x="2120685" y="3285787"/>
              <a:ext cx="20142" cy="17253"/>
            </a:xfrm>
            <a:custGeom>
              <a:avLst/>
              <a:gdLst/>
              <a:ahLst/>
              <a:cxnLst/>
              <a:rect l="l" t="t" r="r" b="b"/>
              <a:pathLst>
                <a:path w="258" h="221" extrusionOk="0">
                  <a:moveTo>
                    <a:pt x="144" y="0"/>
                  </a:moveTo>
                  <a:cubicBezTo>
                    <a:pt x="120" y="0"/>
                    <a:pt x="96" y="8"/>
                    <a:pt x="77" y="23"/>
                  </a:cubicBezTo>
                  <a:cubicBezTo>
                    <a:pt x="22" y="52"/>
                    <a:pt x="1" y="120"/>
                    <a:pt x="26" y="178"/>
                  </a:cubicBezTo>
                  <a:cubicBezTo>
                    <a:pt x="47" y="206"/>
                    <a:pt x="79" y="221"/>
                    <a:pt x="112" y="221"/>
                  </a:cubicBezTo>
                  <a:cubicBezTo>
                    <a:pt x="135" y="221"/>
                    <a:pt x="158" y="213"/>
                    <a:pt x="178" y="196"/>
                  </a:cubicBezTo>
                  <a:cubicBezTo>
                    <a:pt x="236" y="167"/>
                    <a:pt x="257" y="102"/>
                    <a:pt x="232" y="45"/>
                  </a:cubicBezTo>
                  <a:cubicBezTo>
                    <a:pt x="211" y="15"/>
                    <a:pt x="178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656;p127">
              <a:extLst>
                <a:ext uri="{FF2B5EF4-FFF2-40B4-BE49-F238E27FC236}">
                  <a16:creationId xmlns:a16="http://schemas.microsoft.com/office/drawing/2014/main" id="{D71AD660-1330-325D-D717-724E5BB51B2E}"/>
                </a:ext>
              </a:extLst>
            </p:cNvPr>
            <p:cNvSpPr/>
            <p:nvPr/>
          </p:nvSpPr>
          <p:spPr>
            <a:xfrm>
              <a:off x="2153709" y="3355347"/>
              <a:ext cx="20142" cy="17253"/>
            </a:xfrm>
            <a:custGeom>
              <a:avLst/>
              <a:gdLst/>
              <a:ahLst/>
              <a:cxnLst/>
              <a:rect l="l" t="t" r="r" b="b"/>
              <a:pathLst>
                <a:path w="258" h="221" extrusionOk="0">
                  <a:moveTo>
                    <a:pt x="146" y="0"/>
                  </a:moveTo>
                  <a:cubicBezTo>
                    <a:pt x="122" y="0"/>
                    <a:pt x="98" y="8"/>
                    <a:pt x="77" y="25"/>
                  </a:cubicBezTo>
                  <a:cubicBezTo>
                    <a:pt x="22" y="54"/>
                    <a:pt x="1" y="119"/>
                    <a:pt x="26" y="177"/>
                  </a:cubicBezTo>
                  <a:cubicBezTo>
                    <a:pt x="47" y="206"/>
                    <a:pt x="79" y="221"/>
                    <a:pt x="112" y="221"/>
                  </a:cubicBezTo>
                  <a:cubicBezTo>
                    <a:pt x="136" y="221"/>
                    <a:pt x="160" y="213"/>
                    <a:pt x="181" y="198"/>
                  </a:cubicBezTo>
                  <a:cubicBezTo>
                    <a:pt x="236" y="169"/>
                    <a:pt x="257" y="101"/>
                    <a:pt x="232" y="43"/>
                  </a:cubicBezTo>
                  <a:cubicBezTo>
                    <a:pt x="211" y="15"/>
                    <a:pt x="179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657;p127">
              <a:extLst>
                <a:ext uri="{FF2B5EF4-FFF2-40B4-BE49-F238E27FC236}">
                  <a16:creationId xmlns:a16="http://schemas.microsoft.com/office/drawing/2014/main" id="{F9DF389D-7F5C-9AC5-3651-2796758DEF33}"/>
                </a:ext>
              </a:extLst>
            </p:cNvPr>
            <p:cNvSpPr/>
            <p:nvPr/>
          </p:nvSpPr>
          <p:spPr>
            <a:xfrm>
              <a:off x="2042224" y="3382828"/>
              <a:ext cx="20142" cy="17332"/>
            </a:xfrm>
            <a:custGeom>
              <a:avLst/>
              <a:gdLst/>
              <a:ahLst/>
              <a:cxnLst/>
              <a:rect l="l" t="t" r="r" b="b"/>
              <a:pathLst>
                <a:path w="258" h="222" extrusionOk="0">
                  <a:moveTo>
                    <a:pt x="146" y="1"/>
                  </a:moveTo>
                  <a:cubicBezTo>
                    <a:pt x="123" y="1"/>
                    <a:pt x="100" y="8"/>
                    <a:pt x="80" y="23"/>
                  </a:cubicBezTo>
                  <a:cubicBezTo>
                    <a:pt x="22" y="52"/>
                    <a:pt x="1" y="121"/>
                    <a:pt x="26" y="179"/>
                  </a:cubicBezTo>
                  <a:cubicBezTo>
                    <a:pt x="47" y="206"/>
                    <a:pt x="80" y="221"/>
                    <a:pt x="114" y="221"/>
                  </a:cubicBezTo>
                  <a:cubicBezTo>
                    <a:pt x="138" y="221"/>
                    <a:pt x="162" y="214"/>
                    <a:pt x="182" y="197"/>
                  </a:cubicBezTo>
                  <a:cubicBezTo>
                    <a:pt x="236" y="168"/>
                    <a:pt x="257" y="103"/>
                    <a:pt x="232" y="45"/>
                  </a:cubicBezTo>
                  <a:cubicBezTo>
                    <a:pt x="211" y="16"/>
                    <a:pt x="179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5658;p127">
              <a:extLst>
                <a:ext uri="{FF2B5EF4-FFF2-40B4-BE49-F238E27FC236}">
                  <a16:creationId xmlns:a16="http://schemas.microsoft.com/office/drawing/2014/main" id="{D5F715E2-0C58-D586-D411-8983D3D354DF}"/>
                </a:ext>
              </a:extLst>
            </p:cNvPr>
            <p:cNvSpPr/>
            <p:nvPr/>
          </p:nvSpPr>
          <p:spPr>
            <a:xfrm>
              <a:off x="1936438" y="3561063"/>
              <a:ext cx="20376" cy="17410"/>
            </a:xfrm>
            <a:custGeom>
              <a:avLst/>
              <a:gdLst/>
              <a:ahLst/>
              <a:cxnLst/>
              <a:rect l="l" t="t" r="r" b="b"/>
              <a:pathLst>
                <a:path w="261" h="223" extrusionOk="0">
                  <a:moveTo>
                    <a:pt x="146" y="1"/>
                  </a:moveTo>
                  <a:cubicBezTo>
                    <a:pt x="123" y="1"/>
                    <a:pt x="99" y="9"/>
                    <a:pt x="80" y="25"/>
                  </a:cubicBezTo>
                  <a:cubicBezTo>
                    <a:pt x="25" y="54"/>
                    <a:pt x="0" y="123"/>
                    <a:pt x="29" y="177"/>
                  </a:cubicBezTo>
                  <a:cubicBezTo>
                    <a:pt x="50" y="207"/>
                    <a:pt x="83" y="223"/>
                    <a:pt x="116" y="223"/>
                  </a:cubicBezTo>
                  <a:cubicBezTo>
                    <a:pt x="139" y="223"/>
                    <a:pt x="162" y="215"/>
                    <a:pt x="181" y="199"/>
                  </a:cubicBezTo>
                  <a:cubicBezTo>
                    <a:pt x="239" y="170"/>
                    <a:pt x="260" y="101"/>
                    <a:pt x="235" y="47"/>
                  </a:cubicBezTo>
                  <a:cubicBezTo>
                    <a:pt x="214" y="17"/>
                    <a:pt x="180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659;p127">
              <a:extLst>
                <a:ext uri="{FF2B5EF4-FFF2-40B4-BE49-F238E27FC236}">
                  <a16:creationId xmlns:a16="http://schemas.microsoft.com/office/drawing/2014/main" id="{16DF6E5A-D3B0-74A5-5E5E-637AA50497A5}"/>
                </a:ext>
              </a:extLst>
            </p:cNvPr>
            <p:cNvSpPr/>
            <p:nvPr/>
          </p:nvSpPr>
          <p:spPr>
            <a:xfrm>
              <a:off x="2120451" y="3377832"/>
              <a:ext cx="20064" cy="17253"/>
            </a:xfrm>
            <a:custGeom>
              <a:avLst/>
              <a:gdLst/>
              <a:ahLst/>
              <a:cxnLst/>
              <a:rect l="l" t="t" r="r" b="b"/>
              <a:pathLst>
                <a:path w="257" h="221" extrusionOk="0">
                  <a:moveTo>
                    <a:pt x="143" y="1"/>
                  </a:moveTo>
                  <a:cubicBezTo>
                    <a:pt x="120" y="1"/>
                    <a:pt x="96" y="8"/>
                    <a:pt x="76" y="22"/>
                  </a:cubicBezTo>
                  <a:cubicBezTo>
                    <a:pt x="22" y="51"/>
                    <a:pt x="0" y="120"/>
                    <a:pt x="25" y="178"/>
                  </a:cubicBezTo>
                  <a:cubicBezTo>
                    <a:pt x="47" y="206"/>
                    <a:pt x="80" y="221"/>
                    <a:pt x="114" y="221"/>
                  </a:cubicBezTo>
                  <a:cubicBezTo>
                    <a:pt x="137" y="221"/>
                    <a:pt x="160" y="214"/>
                    <a:pt x="181" y="199"/>
                  </a:cubicBezTo>
                  <a:cubicBezTo>
                    <a:pt x="235" y="171"/>
                    <a:pt x="257" y="102"/>
                    <a:pt x="231" y="44"/>
                  </a:cubicBezTo>
                  <a:cubicBezTo>
                    <a:pt x="210" y="16"/>
                    <a:pt x="17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660;p127">
              <a:extLst>
                <a:ext uri="{FF2B5EF4-FFF2-40B4-BE49-F238E27FC236}">
                  <a16:creationId xmlns:a16="http://schemas.microsoft.com/office/drawing/2014/main" id="{366B17D8-A95C-A1A9-0CE5-C96747DA5C43}"/>
                </a:ext>
              </a:extLst>
            </p:cNvPr>
            <p:cNvSpPr/>
            <p:nvPr/>
          </p:nvSpPr>
          <p:spPr>
            <a:xfrm>
              <a:off x="2082352" y="3226766"/>
              <a:ext cx="20376" cy="17253"/>
            </a:xfrm>
            <a:custGeom>
              <a:avLst/>
              <a:gdLst/>
              <a:ahLst/>
              <a:cxnLst/>
              <a:rect l="l" t="t" r="r" b="b"/>
              <a:pathLst>
                <a:path w="261" h="221" extrusionOk="0">
                  <a:moveTo>
                    <a:pt x="147" y="1"/>
                  </a:moveTo>
                  <a:cubicBezTo>
                    <a:pt x="123" y="1"/>
                    <a:pt x="99" y="8"/>
                    <a:pt x="80" y="23"/>
                  </a:cubicBezTo>
                  <a:cubicBezTo>
                    <a:pt x="25" y="52"/>
                    <a:pt x="0" y="121"/>
                    <a:pt x="25" y="175"/>
                  </a:cubicBezTo>
                  <a:cubicBezTo>
                    <a:pt x="47" y="205"/>
                    <a:pt x="81" y="221"/>
                    <a:pt x="114" y="221"/>
                  </a:cubicBezTo>
                  <a:cubicBezTo>
                    <a:pt x="138" y="221"/>
                    <a:pt x="162" y="213"/>
                    <a:pt x="181" y="197"/>
                  </a:cubicBezTo>
                  <a:cubicBezTo>
                    <a:pt x="235" y="168"/>
                    <a:pt x="260" y="103"/>
                    <a:pt x="235" y="45"/>
                  </a:cubicBezTo>
                  <a:cubicBezTo>
                    <a:pt x="214" y="15"/>
                    <a:pt x="181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661;p127">
              <a:extLst>
                <a:ext uri="{FF2B5EF4-FFF2-40B4-BE49-F238E27FC236}">
                  <a16:creationId xmlns:a16="http://schemas.microsoft.com/office/drawing/2014/main" id="{E9A5DD28-7A28-B241-9308-0DDB7C8BCB21}"/>
                </a:ext>
              </a:extLst>
            </p:cNvPr>
            <p:cNvSpPr/>
            <p:nvPr/>
          </p:nvSpPr>
          <p:spPr>
            <a:xfrm>
              <a:off x="2026453" y="3313502"/>
              <a:ext cx="20064" cy="17332"/>
            </a:xfrm>
            <a:custGeom>
              <a:avLst/>
              <a:gdLst/>
              <a:ahLst/>
              <a:cxnLst/>
              <a:rect l="l" t="t" r="r" b="b"/>
              <a:pathLst>
                <a:path w="257" h="222" extrusionOk="0">
                  <a:moveTo>
                    <a:pt x="143" y="1"/>
                  </a:moveTo>
                  <a:cubicBezTo>
                    <a:pt x="120" y="1"/>
                    <a:pt x="97" y="8"/>
                    <a:pt x="76" y="22"/>
                  </a:cubicBezTo>
                  <a:cubicBezTo>
                    <a:pt x="22" y="55"/>
                    <a:pt x="0" y="120"/>
                    <a:pt x="26" y="178"/>
                  </a:cubicBezTo>
                  <a:cubicBezTo>
                    <a:pt x="47" y="207"/>
                    <a:pt x="80" y="222"/>
                    <a:pt x="114" y="222"/>
                  </a:cubicBezTo>
                  <a:cubicBezTo>
                    <a:pt x="138" y="222"/>
                    <a:pt x="161" y="214"/>
                    <a:pt x="181" y="199"/>
                  </a:cubicBezTo>
                  <a:cubicBezTo>
                    <a:pt x="235" y="170"/>
                    <a:pt x="257" y="102"/>
                    <a:pt x="232" y="44"/>
                  </a:cubicBezTo>
                  <a:cubicBezTo>
                    <a:pt x="210" y="16"/>
                    <a:pt x="17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662;p127">
              <a:extLst>
                <a:ext uri="{FF2B5EF4-FFF2-40B4-BE49-F238E27FC236}">
                  <a16:creationId xmlns:a16="http://schemas.microsoft.com/office/drawing/2014/main" id="{DFEF5E66-2999-2288-230F-A69617196A8B}"/>
                </a:ext>
              </a:extLst>
            </p:cNvPr>
            <p:cNvSpPr/>
            <p:nvPr/>
          </p:nvSpPr>
          <p:spPr>
            <a:xfrm>
              <a:off x="1942371" y="3233948"/>
              <a:ext cx="20064" cy="17332"/>
            </a:xfrm>
            <a:custGeom>
              <a:avLst/>
              <a:gdLst/>
              <a:ahLst/>
              <a:cxnLst/>
              <a:rect l="l" t="t" r="r" b="b"/>
              <a:pathLst>
                <a:path w="257" h="222" extrusionOk="0">
                  <a:moveTo>
                    <a:pt x="145" y="1"/>
                  </a:moveTo>
                  <a:cubicBezTo>
                    <a:pt x="121" y="1"/>
                    <a:pt x="97" y="9"/>
                    <a:pt x="76" y="25"/>
                  </a:cubicBezTo>
                  <a:cubicBezTo>
                    <a:pt x="22" y="54"/>
                    <a:pt x="0" y="119"/>
                    <a:pt x="25" y="177"/>
                  </a:cubicBezTo>
                  <a:cubicBezTo>
                    <a:pt x="46" y="207"/>
                    <a:pt x="80" y="221"/>
                    <a:pt x="113" y="221"/>
                  </a:cubicBezTo>
                  <a:cubicBezTo>
                    <a:pt x="137" y="221"/>
                    <a:pt x="161" y="214"/>
                    <a:pt x="181" y="199"/>
                  </a:cubicBezTo>
                  <a:cubicBezTo>
                    <a:pt x="235" y="170"/>
                    <a:pt x="257" y="101"/>
                    <a:pt x="231" y="43"/>
                  </a:cubicBezTo>
                  <a:cubicBezTo>
                    <a:pt x="210" y="16"/>
                    <a:pt x="178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663;p127">
              <a:extLst>
                <a:ext uri="{FF2B5EF4-FFF2-40B4-BE49-F238E27FC236}">
                  <a16:creationId xmlns:a16="http://schemas.microsoft.com/office/drawing/2014/main" id="{C4F12A1D-D589-BED5-5CDB-6D3958BA00E6}"/>
                </a:ext>
              </a:extLst>
            </p:cNvPr>
            <p:cNvSpPr/>
            <p:nvPr/>
          </p:nvSpPr>
          <p:spPr>
            <a:xfrm>
              <a:off x="2083992" y="3630624"/>
              <a:ext cx="20454" cy="17332"/>
            </a:xfrm>
            <a:custGeom>
              <a:avLst/>
              <a:gdLst/>
              <a:ahLst/>
              <a:cxnLst/>
              <a:rect l="l" t="t" r="r" b="b"/>
              <a:pathLst>
                <a:path w="262" h="222" extrusionOk="0">
                  <a:moveTo>
                    <a:pt x="147" y="1"/>
                  </a:moveTo>
                  <a:cubicBezTo>
                    <a:pt x="123" y="1"/>
                    <a:pt x="100" y="8"/>
                    <a:pt x="80" y="23"/>
                  </a:cubicBezTo>
                  <a:cubicBezTo>
                    <a:pt x="22" y="52"/>
                    <a:pt x="1" y="121"/>
                    <a:pt x="26" y="179"/>
                  </a:cubicBezTo>
                  <a:cubicBezTo>
                    <a:pt x="47" y="206"/>
                    <a:pt x="80" y="221"/>
                    <a:pt x="114" y="221"/>
                  </a:cubicBezTo>
                  <a:cubicBezTo>
                    <a:pt x="138" y="221"/>
                    <a:pt x="162" y="213"/>
                    <a:pt x="182" y="197"/>
                  </a:cubicBezTo>
                  <a:cubicBezTo>
                    <a:pt x="236" y="168"/>
                    <a:pt x="261" y="103"/>
                    <a:pt x="236" y="45"/>
                  </a:cubicBezTo>
                  <a:cubicBezTo>
                    <a:pt x="213" y="16"/>
                    <a:pt x="180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664;p127">
              <a:extLst>
                <a:ext uri="{FF2B5EF4-FFF2-40B4-BE49-F238E27FC236}">
                  <a16:creationId xmlns:a16="http://schemas.microsoft.com/office/drawing/2014/main" id="{EA0B9FB2-F642-F542-44C7-7544D75E415C}"/>
                </a:ext>
              </a:extLst>
            </p:cNvPr>
            <p:cNvSpPr/>
            <p:nvPr/>
          </p:nvSpPr>
          <p:spPr>
            <a:xfrm>
              <a:off x="2148947" y="3471048"/>
              <a:ext cx="20376" cy="17410"/>
            </a:xfrm>
            <a:custGeom>
              <a:avLst/>
              <a:gdLst/>
              <a:ahLst/>
              <a:cxnLst/>
              <a:rect l="l" t="t" r="r" b="b"/>
              <a:pathLst>
                <a:path w="261" h="223" extrusionOk="0">
                  <a:moveTo>
                    <a:pt x="146" y="1"/>
                  </a:moveTo>
                  <a:cubicBezTo>
                    <a:pt x="123" y="1"/>
                    <a:pt x="99" y="9"/>
                    <a:pt x="80" y="25"/>
                  </a:cubicBezTo>
                  <a:cubicBezTo>
                    <a:pt x="26" y="54"/>
                    <a:pt x="0" y="119"/>
                    <a:pt x="29" y="177"/>
                  </a:cubicBezTo>
                  <a:cubicBezTo>
                    <a:pt x="50" y="207"/>
                    <a:pt x="83" y="223"/>
                    <a:pt x="116" y="223"/>
                  </a:cubicBezTo>
                  <a:cubicBezTo>
                    <a:pt x="139" y="223"/>
                    <a:pt x="162" y="215"/>
                    <a:pt x="181" y="198"/>
                  </a:cubicBezTo>
                  <a:cubicBezTo>
                    <a:pt x="239" y="169"/>
                    <a:pt x="260" y="101"/>
                    <a:pt x="235" y="47"/>
                  </a:cubicBezTo>
                  <a:cubicBezTo>
                    <a:pt x="214" y="17"/>
                    <a:pt x="180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665;p127">
              <a:extLst>
                <a:ext uri="{FF2B5EF4-FFF2-40B4-BE49-F238E27FC236}">
                  <a16:creationId xmlns:a16="http://schemas.microsoft.com/office/drawing/2014/main" id="{48549394-933F-CD45-D757-0EF26E206A11}"/>
                </a:ext>
              </a:extLst>
            </p:cNvPr>
            <p:cNvSpPr/>
            <p:nvPr/>
          </p:nvSpPr>
          <p:spPr>
            <a:xfrm>
              <a:off x="1529688" y="3516407"/>
              <a:ext cx="465219" cy="527753"/>
            </a:xfrm>
            <a:custGeom>
              <a:avLst/>
              <a:gdLst/>
              <a:ahLst/>
              <a:cxnLst/>
              <a:rect l="l" t="t" r="r" b="b"/>
              <a:pathLst>
                <a:path w="5959" h="6760" extrusionOk="0">
                  <a:moveTo>
                    <a:pt x="2742" y="1"/>
                  </a:moveTo>
                  <a:cubicBezTo>
                    <a:pt x="1690" y="1"/>
                    <a:pt x="581" y="560"/>
                    <a:pt x="359" y="1273"/>
                  </a:cubicBezTo>
                  <a:cubicBezTo>
                    <a:pt x="164" y="1895"/>
                    <a:pt x="1" y="3637"/>
                    <a:pt x="1382" y="5148"/>
                  </a:cubicBezTo>
                  <a:cubicBezTo>
                    <a:pt x="2544" y="6423"/>
                    <a:pt x="3723" y="6759"/>
                    <a:pt x="4449" y="6759"/>
                  </a:cubicBezTo>
                  <a:cubicBezTo>
                    <a:pt x="4748" y="6759"/>
                    <a:pt x="4971" y="6702"/>
                    <a:pt x="5084" y="6630"/>
                  </a:cubicBezTo>
                  <a:cubicBezTo>
                    <a:pt x="5940" y="6081"/>
                    <a:pt x="5958" y="1096"/>
                    <a:pt x="3659" y="167"/>
                  </a:cubicBezTo>
                  <a:cubicBezTo>
                    <a:pt x="3376" y="52"/>
                    <a:pt x="3062" y="1"/>
                    <a:pt x="2742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5666;p127">
              <a:extLst>
                <a:ext uri="{FF2B5EF4-FFF2-40B4-BE49-F238E27FC236}">
                  <a16:creationId xmlns:a16="http://schemas.microsoft.com/office/drawing/2014/main" id="{5A5C24E6-A037-4A7E-5409-C50C4DB3DF1E}"/>
                </a:ext>
              </a:extLst>
            </p:cNvPr>
            <p:cNvSpPr/>
            <p:nvPr/>
          </p:nvSpPr>
          <p:spPr>
            <a:xfrm>
              <a:off x="1529688" y="3491034"/>
              <a:ext cx="337106" cy="500429"/>
            </a:xfrm>
            <a:custGeom>
              <a:avLst/>
              <a:gdLst/>
              <a:ahLst/>
              <a:cxnLst/>
              <a:rect l="l" t="t" r="r" b="b"/>
              <a:pathLst>
                <a:path w="4318" h="6410" extrusionOk="0">
                  <a:moveTo>
                    <a:pt x="359" y="1598"/>
                  </a:moveTo>
                  <a:cubicBezTo>
                    <a:pt x="648" y="669"/>
                    <a:pt x="2445" y="0"/>
                    <a:pt x="3659" y="492"/>
                  </a:cubicBezTo>
                  <a:cubicBezTo>
                    <a:pt x="3905" y="593"/>
                    <a:pt x="4129" y="738"/>
                    <a:pt x="4317" y="922"/>
                  </a:cubicBezTo>
                  <a:cubicBezTo>
                    <a:pt x="4249" y="882"/>
                    <a:pt x="4180" y="850"/>
                    <a:pt x="4108" y="821"/>
                  </a:cubicBezTo>
                  <a:cubicBezTo>
                    <a:pt x="2889" y="329"/>
                    <a:pt x="1093" y="998"/>
                    <a:pt x="807" y="1927"/>
                  </a:cubicBezTo>
                  <a:cubicBezTo>
                    <a:pt x="612" y="2552"/>
                    <a:pt x="446" y="4291"/>
                    <a:pt x="1827" y="5806"/>
                  </a:cubicBezTo>
                  <a:cubicBezTo>
                    <a:pt x="2025" y="6019"/>
                    <a:pt x="2235" y="6222"/>
                    <a:pt x="2459" y="6410"/>
                  </a:cubicBezTo>
                  <a:cubicBezTo>
                    <a:pt x="2065" y="6142"/>
                    <a:pt x="1700" y="5831"/>
                    <a:pt x="1382" y="5477"/>
                  </a:cubicBezTo>
                  <a:cubicBezTo>
                    <a:pt x="1" y="3962"/>
                    <a:pt x="164" y="2220"/>
                    <a:pt x="359" y="1598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5667;p127">
              <a:extLst>
                <a:ext uri="{FF2B5EF4-FFF2-40B4-BE49-F238E27FC236}">
                  <a16:creationId xmlns:a16="http://schemas.microsoft.com/office/drawing/2014/main" id="{EB97AF2F-57F4-08AB-3D66-19E877CB3ECF}"/>
                </a:ext>
              </a:extLst>
            </p:cNvPr>
            <p:cNvSpPr/>
            <p:nvPr/>
          </p:nvSpPr>
          <p:spPr>
            <a:xfrm>
              <a:off x="1512200" y="3513830"/>
              <a:ext cx="465766" cy="532984"/>
            </a:xfrm>
            <a:custGeom>
              <a:avLst/>
              <a:gdLst/>
              <a:ahLst/>
              <a:cxnLst/>
              <a:rect l="l" t="t" r="r" b="b"/>
              <a:pathLst>
                <a:path w="5966" h="6827" extrusionOk="0">
                  <a:moveTo>
                    <a:pt x="2994" y="66"/>
                  </a:moveTo>
                  <a:cubicBezTo>
                    <a:pt x="3292" y="66"/>
                    <a:pt x="3589" y="120"/>
                    <a:pt x="3869" y="229"/>
                  </a:cubicBezTo>
                  <a:cubicBezTo>
                    <a:pt x="4888" y="641"/>
                    <a:pt x="5597" y="1982"/>
                    <a:pt x="5767" y="3811"/>
                  </a:cubicBezTo>
                  <a:cubicBezTo>
                    <a:pt x="5893" y="5142"/>
                    <a:pt x="5680" y="6381"/>
                    <a:pt x="5286" y="6635"/>
                  </a:cubicBezTo>
                  <a:cubicBezTo>
                    <a:pt x="5187" y="6699"/>
                    <a:pt x="4969" y="6760"/>
                    <a:pt x="4663" y="6760"/>
                  </a:cubicBezTo>
                  <a:cubicBezTo>
                    <a:pt x="4456" y="6760"/>
                    <a:pt x="4210" y="6733"/>
                    <a:pt x="3934" y="6660"/>
                  </a:cubicBezTo>
                  <a:cubicBezTo>
                    <a:pt x="3374" y="6512"/>
                    <a:pt x="2517" y="6132"/>
                    <a:pt x="1631" y="5160"/>
                  </a:cubicBezTo>
                  <a:cubicBezTo>
                    <a:pt x="1" y="3377"/>
                    <a:pt x="590" y="1400"/>
                    <a:pt x="615" y="1317"/>
                  </a:cubicBezTo>
                  <a:cubicBezTo>
                    <a:pt x="724" y="959"/>
                    <a:pt x="1078" y="619"/>
                    <a:pt x="1584" y="381"/>
                  </a:cubicBezTo>
                  <a:cubicBezTo>
                    <a:pt x="2014" y="175"/>
                    <a:pt x="2488" y="70"/>
                    <a:pt x="2965" y="66"/>
                  </a:cubicBezTo>
                  <a:cubicBezTo>
                    <a:pt x="2975" y="66"/>
                    <a:pt x="2984" y="66"/>
                    <a:pt x="2994" y="66"/>
                  </a:cubicBezTo>
                  <a:close/>
                  <a:moveTo>
                    <a:pt x="2964" y="1"/>
                  </a:moveTo>
                  <a:cubicBezTo>
                    <a:pt x="2495" y="1"/>
                    <a:pt x="1998" y="108"/>
                    <a:pt x="1555" y="319"/>
                  </a:cubicBezTo>
                  <a:cubicBezTo>
                    <a:pt x="1031" y="565"/>
                    <a:pt x="666" y="923"/>
                    <a:pt x="550" y="1295"/>
                  </a:cubicBezTo>
                  <a:cubicBezTo>
                    <a:pt x="312" y="2065"/>
                    <a:pt x="257" y="3761"/>
                    <a:pt x="1581" y="5207"/>
                  </a:cubicBezTo>
                  <a:cubicBezTo>
                    <a:pt x="2477" y="6190"/>
                    <a:pt x="3348" y="6573"/>
                    <a:pt x="3919" y="6725"/>
                  </a:cubicBezTo>
                  <a:cubicBezTo>
                    <a:pt x="4165" y="6790"/>
                    <a:pt x="4418" y="6826"/>
                    <a:pt x="4671" y="6826"/>
                  </a:cubicBezTo>
                  <a:cubicBezTo>
                    <a:pt x="4971" y="6826"/>
                    <a:pt x="5203" y="6772"/>
                    <a:pt x="5326" y="6692"/>
                  </a:cubicBezTo>
                  <a:cubicBezTo>
                    <a:pt x="5745" y="6421"/>
                    <a:pt x="5966" y="5178"/>
                    <a:pt x="5835" y="3804"/>
                  </a:cubicBezTo>
                  <a:cubicBezTo>
                    <a:pt x="5662" y="1950"/>
                    <a:pt x="4935" y="587"/>
                    <a:pt x="3898" y="167"/>
                  </a:cubicBezTo>
                  <a:cubicBezTo>
                    <a:pt x="3620" y="56"/>
                    <a:pt x="3299" y="1"/>
                    <a:pt x="2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668;p127">
              <a:extLst>
                <a:ext uri="{FF2B5EF4-FFF2-40B4-BE49-F238E27FC236}">
                  <a16:creationId xmlns:a16="http://schemas.microsoft.com/office/drawing/2014/main" id="{D7B95311-1AF2-01A0-A144-59AC389AD4DD}"/>
                </a:ext>
              </a:extLst>
            </p:cNvPr>
            <p:cNvSpPr/>
            <p:nvPr/>
          </p:nvSpPr>
          <p:spPr>
            <a:xfrm>
              <a:off x="1919496" y="3803003"/>
              <a:ext cx="18659" cy="18581"/>
            </a:xfrm>
            <a:custGeom>
              <a:avLst/>
              <a:gdLst/>
              <a:ahLst/>
              <a:cxnLst/>
              <a:rect l="l" t="t" r="r" b="b"/>
              <a:pathLst>
                <a:path w="239" h="238" extrusionOk="0">
                  <a:moveTo>
                    <a:pt x="130" y="0"/>
                  </a:moveTo>
                  <a:cubicBezTo>
                    <a:pt x="86" y="0"/>
                    <a:pt x="45" y="28"/>
                    <a:pt x="29" y="71"/>
                  </a:cubicBezTo>
                  <a:cubicBezTo>
                    <a:pt x="0" y="125"/>
                    <a:pt x="15" y="194"/>
                    <a:pt x="65" y="230"/>
                  </a:cubicBezTo>
                  <a:cubicBezTo>
                    <a:pt x="78" y="235"/>
                    <a:pt x="92" y="238"/>
                    <a:pt x="105" y="238"/>
                  </a:cubicBezTo>
                  <a:cubicBezTo>
                    <a:pt x="148" y="238"/>
                    <a:pt x="191" y="213"/>
                    <a:pt x="210" y="169"/>
                  </a:cubicBezTo>
                  <a:cubicBezTo>
                    <a:pt x="239" y="114"/>
                    <a:pt x="224" y="46"/>
                    <a:pt x="174" y="10"/>
                  </a:cubicBezTo>
                  <a:cubicBezTo>
                    <a:pt x="159" y="3"/>
                    <a:pt x="145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669;p127">
              <a:extLst>
                <a:ext uri="{FF2B5EF4-FFF2-40B4-BE49-F238E27FC236}">
                  <a16:creationId xmlns:a16="http://schemas.microsoft.com/office/drawing/2014/main" id="{44C3F467-061E-9EBB-710E-296A02B0A98F}"/>
                </a:ext>
              </a:extLst>
            </p:cNvPr>
            <p:cNvSpPr/>
            <p:nvPr/>
          </p:nvSpPr>
          <p:spPr>
            <a:xfrm>
              <a:off x="1867267" y="3787467"/>
              <a:ext cx="18971" cy="18425"/>
            </a:xfrm>
            <a:custGeom>
              <a:avLst/>
              <a:gdLst/>
              <a:ahLst/>
              <a:cxnLst/>
              <a:rect l="l" t="t" r="r" b="b"/>
              <a:pathLst>
                <a:path w="243" h="236" extrusionOk="0">
                  <a:moveTo>
                    <a:pt x="134" y="1"/>
                  </a:moveTo>
                  <a:cubicBezTo>
                    <a:pt x="90" y="1"/>
                    <a:pt x="49" y="28"/>
                    <a:pt x="33" y="71"/>
                  </a:cubicBezTo>
                  <a:cubicBezTo>
                    <a:pt x="0" y="122"/>
                    <a:pt x="15" y="191"/>
                    <a:pt x="66" y="227"/>
                  </a:cubicBezTo>
                  <a:cubicBezTo>
                    <a:pt x="80" y="233"/>
                    <a:pt x="95" y="236"/>
                    <a:pt x="109" y="236"/>
                  </a:cubicBezTo>
                  <a:cubicBezTo>
                    <a:pt x="153" y="236"/>
                    <a:pt x="194" y="210"/>
                    <a:pt x="210" y="169"/>
                  </a:cubicBezTo>
                  <a:cubicBezTo>
                    <a:pt x="243" y="115"/>
                    <a:pt x="228" y="42"/>
                    <a:pt x="178" y="10"/>
                  </a:cubicBezTo>
                  <a:cubicBezTo>
                    <a:pt x="163" y="4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670;p127">
              <a:extLst>
                <a:ext uri="{FF2B5EF4-FFF2-40B4-BE49-F238E27FC236}">
                  <a16:creationId xmlns:a16="http://schemas.microsoft.com/office/drawing/2014/main" id="{3876507E-F509-0303-BACC-CC80570BDFC8}"/>
                </a:ext>
              </a:extLst>
            </p:cNvPr>
            <p:cNvSpPr/>
            <p:nvPr/>
          </p:nvSpPr>
          <p:spPr>
            <a:xfrm>
              <a:off x="1848061" y="3921514"/>
              <a:ext cx="18737" cy="18503"/>
            </a:xfrm>
            <a:custGeom>
              <a:avLst/>
              <a:gdLst/>
              <a:ahLst/>
              <a:cxnLst/>
              <a:rect l="l" t="t" r="r" b="b"/>
              <a:pathLst>
                <a:path w="240" h="237" extrusionOk="0">
                  <a:moveTo>
                    <a:pt x="131" y="1"/>
                  </a:moveTo>
                  <a:cubicBezTo>
                    <a:pt x="87" y="1"/>
                    <a:pt x="46" y="28"/>
                    <a:pt x="30" y="71"/>
                  </a:cubicBezTo>
                  <a:cubicBezTo>
                    <a:pt x="1" y="122"/>
                    <a:pt x="15" y="191"/>
                    <a:pt x="66" y="227"/>
                  </a:cubicBezTo>
                  <a:cubicBezTo>
                    <a:pt x="80" y="233"/>
                    <a:pt x="95" y="236"/>
                    <a:pt x="109" y="236"/>
                  </a:cubicBezTo>
                  <a:cubicBezTo>
                    <a:pt x="153" y="236"/>
                    <a:pt x="194" y="209"/>
                    <a:pt x="210" y="165"/>
                  </a:cubicBezTo>
                  <a:cubicBezTo>
                    <a:pt x="239" y="115"/>
                    <a:pt x="225" y="42"/>
                    <a:pt x="174" y="10"/>
                  </a:cubicBezTo>
                  <a:cubicBezTo>
                    <a:pt x="160" y="4"/>
                    <a:pt x="145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671;p127">
              <a:extLst>
                <a:ext uri="{FF2B5EF4-FFF2-40B4-BE49-F238E27FC236}">
                  <a16:creationId xmlns:a16="http://schemas.microsoft.com/office/drawing/2014/main" id="{32D81428-1356-294C-9E79-BC136EFD57B0}"/>
                </a:ext>
              </a:extLst>
            </p:cNvPr>
            <p:cNvSpPr/>
            <p:nvPr/>
          </p:nvSpPr>
          <p:spPr>
            <a:xfrm>
              <a:off x="1790523" y="3842506"/>
              <a:ext cx="18971" cy="18425"/>
            </a:xfrm>
            <a:custGeom>
              <a:avLst/>
              <a:gdLst/>
              <a:ahLst/>
              <a:cxnLst/>
              <a:rect l="l" t="t" r="r" b="b"/>
              <a:pathLst>
                <a:path w="243" h="236" extrusionOk="0">
                  <a:moveTo>
                    <a:pt x="132" y="0"/>
                  </a:moveTo>
                  <a:cubicBezTo>
                    <a:pt x="90" y="0"/>
                    <a:pt x="49" y="27"/>
                    <a:pt x="33" y="68"/>
                  </a:cubicBezTo>
                  <a:cubicBezTo>
                    <a:pt x="0" y="122"/>
                    <a:pt x="15" y="190"/>
                    <a:pt x="65" y="227"/>
                  </a:cubicBezTo>
                  <a:cubicBezTo>
                    <a:pt x="80" y="233"/>
                    <a:pt x="94" y="236"/>
                    <a:pt x="109" y="236"/>
                  </a:cubicBezTo>
                  <a:cubicBezTo>
                    <a:pt x="153" y="236"/>
                    <a:pt x="194" y="209"/>
                    <a:pt x="210" y="165"/>
                  </a:cubicBezTo>
                  <a:cubicBezTo>
                    <a:pt x="242" y="111"/>
                    <a:pt x="224" y="42"/>
                    <a:pt x="174" y="10"/>
                  </a:cubicBezTo>
                  <a:cubicBezTo>
                    <a:pt x="160" y="3"/>
                    <a:pt x="146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672;p127">
              <a:extLst>
                <a:ext uri="{FF2B5EF4-FFF2-40B4-BE49-F238E27FC236}">
                  <a16:creationId xmlns:a16="http://schemas.microsoft.com/office/drawing/2014/main" id="{C3B703E6-95B3-3F2C-FB31-648031BDF97B}"/>
                </a:ext>
              </a:extLst>
            </p:cNvPr>
            <p:cNvSpPr/>
            <p:nvPr/>
          </p:nvSpPr>
          <p:spPr>
            <a:xfrm>
              <a:off x="1701288" y="3763733"/>
              <a:ext cx="19049" cy="18503"/>
            </a:xfrm>
            <a:custGeom>
              <a:avLst/>
              <a:gdLst/>
              <a:ahLst/>
              <a:cxnLst/>
              <a:rect l="l" t="t" r="r" b="b"/>
              <a:pathLst>
                <a:path w="244" h="237" extrusionOk="0">
                  <a:moveTo>
                    <a:pt x="132" y="0"/>
                  </a:moveTo>
                  <a:cubicBezTo>
                    <a:pt x="89" y="0"/>
                    <a:pt x="49" y="25"/>
                    <a:pt x="33" y="68"/>
                  </a:cubicBezTo>
                  <a:cubicBezTo>
                    <a:pt x="1" y="122"/>
                    <a:pt x="15" y="191"/>
                    <a:pt x="66" y="227"/>
                  </a:cubicBezTo>
                  <a:cubicBezTo>
                    <a:pt x="80" y="233"/>
                    <a:pt x="95" y="236"/>
                    <a:pt x="109" y="236"/>
                  </a:cubicBezTo>
                  <a:cubicBezTo>
                    <a:pt x="153" y="236"/>
                    <a:pt x="194" y="209"/>
                    <a:pt x="211" y="166"/>
                  </a:cubicBezTo>
                  <a:cubicBezTo>
                    <a:pt x="243" y="111"/>
                    <a:pt x="229" y="43"/>
                    <a:pt x="178" y="10"/>
                  </a:cubicBezTo>
                  <a:cubicBezTo>
                    <a:pt x="163" y="4"/>
                    <a:pt x="147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5673;p127">
              <a:extLst>
                <a:ext uri="{FF2B5EF4-FFF2-40B4-BE49-F238E27FC236}">
                  <a16:creationId xmlns:a16="http://schemas.microsoft.com/office/drawing/2014/main" id="{45BA113F-6486-7858-F79C-3053623B1D74}"/>
                </a:ext>
              </a:extLst>
            </p:cNvPr>
            <p:cNvSpPr/>
            <p:nvPr/>
          </p:nvSpPr>
          <p:spPr>
            <a:xfrm>
              <a:off x="1720806" y="3856715"/>
              <a:ext cx="18971" cy="18659"/>
            </a:xfrm>
            <a:custGeom>
              <a:avLst/>
              <a:gdLst/>
              <a:ahLst/>
              <a:cxnLst/>
              <a:rect l="l" t="t" r="r" b="b"/>
              <a:pathLst>
                <a:path w="243" h="239" extrusionOk="0">
                  <a:moveTo>
                    <a:pt x="135" y="1"/>
                  </a:moveTo>
                  <a:cubicBezTo>
                    <a:pt x="91" y="1"/>
                    <a:pt x="49" y="26"/>
                    <a:pt x="33" y="70"/>
                  </a:cubicBezTo>
                  <a:cubicBezTo>
                    <a:pt x="0" y="124"/>
                    <a:pt x="15" y="193"/>
                    <a:pt x="65" y="229"/>
                  </a:cubicBezTo>
                  <a:cubicBezTo>
                    <a:pt x="80" y="235"/>
                    <a:pt x="94" y="238"/>
                    <a:pt x="109" y="238"/>
                  </a:cubicBezTo>
                  <a:cubicBezTo>
                    <a:pt x="153" y="238"/>
                    <a:pt x="194" y="211"/>
                    <a:pt x="210" y="168"/>
                  </a:cubicBezTo>
                  <a:cubicBezTo>
                    <a:pt x="243" y="113"/>
                    <a:pt x="228" y="45"/>
                    <a:pt x="177" y="8"/>
                  </a:cubicBezTo>
                  <a:cubicBezTo>
                    <a:pt x="164" y="3"/>
                    <a:pt x="149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15674;p127">
              <a:extLst>
                <a:ext uri="{FF2B5EF4-FFF2-40B4-BE49-F238E27FC236}">
                  <a16:creationId xmlns:a16="http://schemas.microsoft.com/office/drawing/2014/main" id="{48ECAD9A-411B-560A-48FD-5E18E2154EEB}"/>
                </a:ext>
              </a:extLst>
            </p:cNvPr>
            <p:cNvSpPr/>
            <p:nvPr/>
          </p:nvSpPr>
          <p:spPr>
            <a:xfrm>
              <a:off x="1634459" y="3691987"/>
              <a:ext cx="18971" cy="18581"/>
            </a:xfrm>
            <a:custGeom>
              <a:avLst/>
              <a:gdLst/>
              <a:ahLst/>
              <a:cxnLst/>
              <a:rect l="l" t="t" r="r" b="b"/>
              <a:pathLst>
                <a:path w="243" h="238" extrusionOk="0">
                  <a:moveTo>
                    <a:pt x="137" y="0"/>
                  </a:moveTo>
                  <a:cubicBezTo>
                    <a:pt x="92" y="0"/>
                    <a:pt x="49" y="27"/>
                    <a:pt x="33" y="69"/>
                  </a:cubicBezTo>
                  <a:cubicBezTo>
                    <a:pt x="0" y="123"/>
                    <a:pt x="15" y="192"/>
                    <a:pt x="69" y="228"/>
                  </a:cubicBezTo>
                  <a:cubicBezTo>
                    <a:pt x="82" y="234"/>
                    <a:pt x="96" y="237"/>
                    <a:pt x="110" y="237"/>
                  </a:cubicBezTo>
                  <a:cubicBezTo>
                    <a:pt x="153" y="237"/>
                    <a:pt x="194" y="210"/>
                    <a:pt x="213" y="166"/>
                  </a:cubicBezTo>
                  <a:cubicBezTo>
                    <a:pt x="242" y="116"/>
                    <a:pt x="228" y="43"/>
                    <a:pt x="177" y="7"/>
                  </a:cubicBezTo>
                  <a:cubicBezTo>
                    <a:pt x="164" y="2"/>
                    <a:pt x="151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15675;p127">
              <a:extLst>
                <a:ext uri="{FF2B5EF4-FFF2-40B4-BE49-F238E27FC236}">
                  <a16:creationId xmlns:a16="http://schemas.microsoft.com/office/drawing/2014/main" id="{8DE3893F-15B2-A0BD-4835-E72FC75FFF41}"/>
                </a:ext>
              </a:extLst>
            </p:cNvPr>
            <p:cNvSpPr/>
            <p:nvPr/>
          </p:nvSpPr>
          <p:spPr>
            <a:xfrm>
              <a:off x="1805434" y="3765998"/>
              <a:ext cx="18971" cy="18659"/>
            </a:xfrm>
            <a:custGeom>
              <a:avLst/>
              <a:gdLst/>
              <a:ahLst/>
              <a:cxnLst/>
              <a:rect l="l" t="t" r="r" b="b"/>
              <a:pathLst>
                <a:path w="243" h="239" extrusionOk="0">
                  <a:moveTo>
                    <a:pt x="134" y="1"/>
                  </a:moveTo>
                  <a:cubicBezTo>
                    <a:pt x="91" y="1"/>
                    <a:pt x="50" y="28"/>
                    <a:pt x="33" y="72"/>
                  </a:cubicBezTo>
                  <a:cubicBezTo>
                    <a:pt x="1" y="126"/>
                    <a:pt x="19" y="194"/>
                    <a:pt x="69" y="231"/>
                  </a:cubicBezTo>
                  <a:cubicBezTo>
                    <a:pt x="82" y="236"/>
                    <a:pt x="96" y="238"/>
                    <a:pt x="110" y="238"/>
                  </a:cubicBezTo>
                  <a:cubicBezTo>
                    <a:pt x="153" y="238"/>
                    <a:pt x="195" y="213"/>
                    <a:pt x="214" y="169"/>
                  </a:cubicBezTo>
                  <a:cubicBezTo>
                    <a:pt x="243" y="115"/>
                    <a:pt x="229" y="46"/>
                    <a:pt x="178" y="10"/>
                  </a:cubicBezTo>
                  <a:cubicBezTo>
                    <a:pt x="164" y="4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15676;p127">
              <a:extLst>
                <a:ext uri="{FF2B5EF4-FFF2-40B4-BE49-F238E27FC236}">
                  <a16:creationId xmlns:a16="http://schemas.microsoft.com/office/drawing/2014/main" id="{EBFA8301-F174-52D8-B486-F82E2FB8A7F7}"/>
                </a:ext>
              </a:extLst>
            </p:cNvPr>
            <p:cNvSpPr/>
            <p:nvPr/>
          </p:nvSpPr>
          <p:spPr>
            <a:xfrm>
              <a:off x="1637504" y="3789731"/>
              <a:ext cx="19049" cy="18425"/>
            </a:xfrm>
            <a:custGeom>
              <a:avLst/>
              <a:gdLst/>
              <a:ahLst/>
              <a:cxnLst/>
              <a:rect l="l" t="t" r="r" b="b"/>
              <a:pathLst>
                <a:path w="244" h="236" extrusionOk="0">
                  <a:moveTo>
                    <a:pt x="134" y="0"/>
                  </a:moveTo>
                  <a:cubicBezTo>
                    <a:pt x="90" y="0"/>
                    <a:pt x="50" y="27"/>
                    <a:pt x="33" y="68"/>
                  </a:cubicBezTo>
                  <a:cubicBezTo>
                    <a:pt x="1" y="122"/>
                    <a:pt x="15" y="190"/>
                    <a:pt x="66" y="227"/>
                  </a:cubicBezTo>
                  <a:cubicBezTo>
                    <a:pt x="80" y="233"/>
                    <a:pt x="95" y="236"/>
                    <a:pt x="109" y="236"/>
                  </a:cubicBezTo>
                  <a:cubicBezTo>
                    <a:pt x="153" y="236"/>
                    <a:pt x="194" y="209"/>
                    <a:pt x="211" y="165"/>
                  </a:cubicBezTo>
                  <a:cubicBezTo>
                    <a:pt x="243" y="115"/>
                    <a:pt x="229" y="42"/>
                    <a:pt x="178" y="10"/>
                  </a:cubicBezTo>
                  <a:cubicBezTo>
                    <a:pt x="164" y="3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15677;p127">
              <a:extLst>
                <a:ext uri="{FF2B5EF4-FFF2-40B4-BE49-F238E27FC236}">
                  <a16:creationId xmlns:a16="http://schemas.microsoft.com/office/drawing/2014/main" id="{C8478E07-7577-044A-593C-5F115E8D9D9B}"/>
                </a:ext>
              </a:extLst>
            </p:cNvPr>
            <p:cNvSpPr/>
            <p:nvPr/>
          </p:nvSpPr>
          <p:spPr>
            <a:xfrm>
              <a:off x="1765072" y="3580268"/>
              <a:ext cx="19049" cy="18503"/>
            </a:xfrm>
            <a:custGeom>
              <a:avLst/>
              <a:gdLst/>
              <a:ahLst/>
              <a:cxnLst/>
              <a:rect l="l" t="t" r="r" b="b"/>
              <a:pathLst>
                <a:path w="244" h="237" extrusionOk="0">
                  <a:moveTo>
                    <a:pt x="132" y="1"/>
                  </a:moveTo>
                  <a:cubicBezTo>
                    <a:pt x="89" y="1"/>
                    <a:pt x="49" y="26"/>
                    <a:pt x="33" y="68"/>
                  </a:cubicBezTo>
                  <a:cubicBezTo>
                    <a:pt x="1" y="122"/>
                    <a:pt x="15" y="191"/>
                    <a:pt x="66" y="227"/>
                  </a:cubicBezTo>
                  <a:cubicBezTo>
                    <a:pt x="80" y="234"/>
                    <a:pt x="95" y="237"/>
                    <a:pt x="109" y="237"/>
                  </a:cubicBezTo>
                  <a:cubicBezTo>
                    <a:pt x="153" y="237"/>
                    <a:pt x="194" y="209"/>
                    <a:pt x="211" y="166"/>
                  </a:cubicBezTo>
                  <a:cubicBezTo>
                    <a:pt x="243" y="112"/>
                    <a:pt x="229" y="43"/>
                    <a:pt x="178" y="10"/>
                  </a:cubicBezTo>
                  <a:cubicBezTo>
                    <a:pt x="163" y="4"/>
                    <a:pt x="147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15678;p127">
              <a:extLst>
                <a:ext uri="{FF2B5EF4-FFF2-40B4-BE49-F238E27FC236}">
                  <a16:creationId xmlns:a16="http://schemas.microsoft.com/office/drawing/2014/main" id="{BBE2EB41-0F15-762B-C3E3-C1F5104B8875}"/>
                </a:ext>
              </a:extLst>
            </p:cNvPr>
            <p:cNvSpPr/>
            <p:nvPr/>
          </p:nvSpPr>
          <p:spPr>
            <a:xfrm>
              <a:off x="1829168" y="3622973"/>
              <a:ext cx="18971" cy="18425"/>
            </a:xfrm>
            <a:custGeom>
              <a:avLst/>
              <a:gdLst/>
              <a:ahLst/>
              <a:cxnLst/>
              <a:rect l="l" t="t" r="r" b="b"/>
              <a:pathLst>
                <a:path w="243" h="236" extrusionOk="0">
                  <a:moveTo>
                    <a:pt x="132" y="0"/>
                  </a:moveTo>
                  <a:cubicBezTo>
                    <a:pt x="90" y="0"/>
                    <a:pt x="48" y="27"/>
                    <a:pt x="29" y="71"/>
                  </a:cubicBezTo>
                  <a:cubicBezTo>
                    <a:pt x="0" y="121"/>
                    <a:pt x="15" y="194"/>
                    <a:pt x="66" y="226"/>
                  </a:cubicBezTo>
                  <a:cubicBezTo>
                    <a:pt x="80" y="232"/>
                    <a:pt x="95" y="235"/>
                    <a:pt x="109" y="235"/>
                  </a:cubicBezTo>
                  <a:cubicBezTo>
                    <a:pt x="153" y="235"/>
                    <a:pt x="194" y="209"/>
                    <a:pt x="210" y="168"/>
                  </a:cubicBezTo>
                  <a:cubicBezTo>
                    <a:pt x="243" y="114"/>
                    <a:pt x="225" y="45"/>
                    <a:pt x="174" y="9"/>
                  </a:cubicBezTo>
                  <a:cubicBezTo>
                    <a:pt x="161" y="3"/>
                    <a:pt x="146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15679;p127">
              <a:extLst>
                <a:ext uri="{FF2B5EF4-FFF2-40B4-BE49-F238E27FC236}">
                  <a16:creationId xmlns:a16="http://schemas.microsoft.com/office/drawing/2014/main" id="{5CE9A039-95E9-644D-613F-41FFF4FFB6FF}"/>
                </a:ext>
              </a:extLst>
            </p:cNvPr>
            <p:cNvSpPr/>
            <p:nvPr/>
          </p:nvSpPr>
          <p:spPr>
            <a:xfrm>
              <a:off x="1747584" y="3703619"/>
              <a:ext cx="18971" cy="18581"/>
            </a:xfrm>
            <a:custGeom>
              <a:avLst/>
              <a:gdLst/>
              <a:ahLst/>
              <a:cxnLst/>
              <a:rect l="l" t="t" r="r" b="b"/>
              <a:pathLst>
                <a:path w="243" h="238" extrusionOk="0">
                  <a:moveTo>
                    <a:pt x="133" y="1"/>
                  </a:moveTo>
                  <a:cubicBezTo>
                    <a:pt x="90" y="1"/>
                    <a:pt x="49" y="28"/>
                    <a:pt x="30" y="72"/>
                  </a:cubicBezTo>
                  <a:cubicBezTo>
                    <a:pt x="1" y="122"/>
                    <a:pt x="15" y="195"/>
                    <a:pt x="66" y="231"/>
                  </a:cubicBezTo>
                  <a:cubicBezTo>
                    <a:pt x="79" y="236"/>
                    <a:pt x="92" y="238"/>
                    <a:pt x="106" y="238"/>
                  </a:cubicBezTo>
                  <a:cubicBezTo>
                    <a:pt x="151" y="238"/>
                    <a:pt x="194" y="211"/>
                    <a:pt x="210" y="169"/>
                  </a:cubicBezTo>
                  <a:cubicBezTo>
                    <a:pt x="243" y="115"/>
                    <a:pt x="225" y="46"/>
                    <a:pt x="174" y="10"/>
                  </a:cubicBezTo>
                  <a:cubicBezTo>
                    <a:pt x="161" y="4"/>
                    <a:pt x="147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15680;p127">
              <a:extLst>
                <a:ext uri="{FF2B5EF4-FFF2-40B4-BE49-F238E27FC236}">
                  <a16:creationId xmlns:a16="http://schemas.microsoft.com/office/drawing/2014/main" id="{9853FCE2-5991-ECF0-7D38-A18D2DE2A9E1}"/>
                </a:ext>
              </a:extLst>
            </p:cNvPr>
            <p:cNvSpPr/>
            <p:nvPr/>
          </p:nvSpPr>
          <p:spPr>
            <a:xfrm>
              <a:off x="1748130" y="3910896"/>
              <a:ext cx="19049" cy="18659"/>
            </a:xfrm>
            <a:custGeom>
              <a:avLst/>
              <a:gdLst/>
              <a:ahLst/>
              <a:cxnLst/>
              <a:rect l="l" t="t" r="r" b="b"/>
              <a:pathLst>
                <a:path w="244" h="239" extrusionOk="0">
                  <a:moveTo>
                    <a:pt x="136" y="1"/>
                  </a:moveTo>
                  <a:cubicBezTo>
                    <a:pt x="92" y="1"/>
                    <a:pt x="50" y="26"/>
                    <a:pt x="33" y="70"/>
                  </a:cubicBezTo>
                  <a:cubicBezTo>
                    <a:pt x="1" y="124"/>
                    <a:pt x="15" y="193"/>
                    <a:pt x="66" y="229"/>
                  </a:cubicBezTo>
                  <a:cubicBezTo>
                    <a:pt x="80" y="235"/>
                    <a:pt x="95" y="238"/>
                    <a:pt x="110" y="238"/>
                  </a:cubicBezTo>
                  <a:cubicBezTo>
                    <a:pt x="153" y="238"/>
                    <a:pt x="194" y="211"/>
                    <a:pt x="211" y="168"/>
                  </a:cubicBezTo>
                  <a:cubicBezTo>
                    <a:pt x="243" y="113"/>
                    <a:pt x="229" y="45"/>
                    <a:pt x="178" y="9"/>
                  </a:cubicBezTo>
                  <a:cubicBezTo>
                    <a:pt x="164" y="3"/>
                    <a:pt x="150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15681;p127">
              <a:extLst>
                <a:ext uri="{FF2B5EF4-FFF2-40B4-BE49-F238E27FC236}">
                  <a16:creationId xmlns:a16="http://schemas.microsoft.com/office/drawing/2014/main" id="{26553219-9AAE-273A-8488-7CFA63576125}"/>
                </a:ext>
              </a:extLst>
            </p:cNvPr>
            <p:cNvSpPr/>
            <p:nvPr/>
          </p:nvSpPr>
          <p:spPr>
            <a:xfrm>
              <a:off x="1811914" y="3659353"/>
              <a:ext cx="19049" cy="18425"/>
            </a:xfrm>
            <a:custGeom>
              <a:avLst/>
              <a:gdLst/>
              <a:ahLst/>
              <a:cxnLst/>
              <a:rect l="l" t="t" r="r" b="b"/>
              <a:pathLst>
                <a:path w="244" h="236" extrusionOk="0">
                  <a:moveTo>
                    <a:pt x="135" y="0"/>
                  </a:moveTo>
                  <a:cubicBezTo>
                    <a:pt x="91" y="0"/>
                    <a:pt x="50" y="28"/>
                    <a:pt x="33" y="71"/>
                  </a:cubicBezTo>
                  <a:cubicBezTo>
                    <a:pt x="1" y="122"/>
                    <a:pt x="19" y="194"/>
                    <a:pt x="70" y="227"/>
                  </a:cubicBezTo>
                  <a:cubicBezTo>
                    <a:pt x="83" y="233"/>
                    <a:pt x="97" y="236"/>
                    <a:pt x="112" y="236"/>
                  </a:cubicBezTo>
                  <a:cubicBezTo>
                    <a:pt x="154" y="236"/>
                    <a:pt x="195" y="209"/>
                    <a:pt x="214" y="169"/>
                  </a:cubicBezTo>
                  <a:cubicBezTo>
                    <a:pt x="243" y="114"/>
                    <a:pt x="229" y="42"/>
                    <a:pt x="178" y="10"/>
                  </a:cubicBezTo>
                  <a:cubicBezTo>
                    <a:pt x="164" y="3"/>
                    <a:pt x="149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15682;p127">
              <a:extLst>
                <a:ext uri="{FF2B5EF4-FFF2-40B4-BE49-F238E27FC236}">
                  <a16:creationId xmlns:a16="http://schemas.microsoft.com/office/drawing/2014/main" id="{3DF39CC9-4ABA-4F0F-38B9-E5B6E0B6345F}"/>
                </a:ext>
              </a:extLst>
            </p:cNvPr>
            <p:cNvSpPr/>
            <p:nvPr/>
          </p:nvSpPr>
          <p:spPr>
            <a:xfrm>
              <a:off x="1701912" y="3548962"/>
              <a:ext cx="18971" cy="18659"/>
            </a:xfrm>
            <a:custGeom>
              <a:avLst/>
              <a:gdLst/>
              <a:ahLst/>
              <a:cxnLst/>
              <a:rect l="l" t="t" r="r" b="b"/>
              <a:pathLst>
                <a:path w="243" h="239" extrusionOk="0">
                  <a:moveTo>
                    <a:pt x="134" y="1"/>
                  </a:moveTo>
                  <a:cubicBezTo>
                    <a:pt x="90" y="1"/>
                    <a:pt x="49" y="28"/>
                    <a:pt x="33" y="72"/>
                  </a:cubicBezTo>
                  <a:cubicBezTo>
                    <a:pt x="0" y="126"/>
                    <a:pt x="18" y="195"/>
                    <a:pt x="69" y="231"/>
                  </a:cubicBezTo>
                  <a:cubicBezTo>
                    <a:pt x="82" y="236"/>
                    <a:pt x="95" y="238"/>
                    <a:pt x="109" y="238"/>
                  </a:cubicBezTo>
                  <a:cubicBezTo>
                    <a:pt x="152" y="238"/>
                    <a:pt x="194" y="213"/>
                    <a:pt x="213" y="169"/>
                  </a:cubicBezTo>
                  <a:cubicBezTo>
                    <a:pt x="242" y="115"/>
                    <a:pt x="228" y="46"/>
                    <a:pt x="177" y="10"/>
                  </a:cubicBezTo>
                  <a:cubicBezTo>
                    <a:pt x="163" y="4"/>
                    <a:pt x="148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15683;p127">
              <a:extLst>
                <a:ext uri="{FF2B5EF4-FFF2-40B4-BE49-F238E27FC236}">
                  <a16:creationId xmlns:a16="http://schemas.microsoft.com/office/drawing/2014/main" id="{2D498448-8578-FCB3-7E4D-536AF2EBB976}"/>
                </a:ext>
              </a:extLst>
            </p:cNvPr>
            <p:cNvSpPr/>
            <p:nvPr/>
          </p:nvSpPr>
          <p:spPr>
            <a:xfrm>
              <a:off x="1698477" y="3652327"/>
              <a:ext cx="18971" cy="18425"/>
            </a:xfrm>
            <a:custGeom>
              <a:avLst/>
              <a:gdLst/>
              <a:ahLst/>
              <a:cxnLst/>
              <a:rect l="l" t="t" r="r" b="b"/>
              <a:pathLst>
                <a:path w="243" h="236" extrusionOk="0">
                  <a:moveTo>
                    <a:pt x="133" y="0"/>
                  </a:moveTo>
                  <a:cubicBezTo>
                    <a:pt x="90" y="0"/>
                    <a:pt x="50" y="27"/>
                    <a:pt x="33" y="71"/>
                  </a:cubicBezTo>
                  <a:cubicBezTo>
                    <a:pt x="1" y="121"/>
                    <a:pt x="15" y="194"/>
                    <a:pt x="66" y="226"/>
                  </a:cubicBezTo>
                  <a:cubicBezTo>
                    <a:pt x="80" y="232"/>
                    <a:pt x="95" y="235"/>
                    <a:pt x="110" y="235"/>
                  </a:cubicBezTo>
                  <a:cubicBezTo>
                    <a:pt x="153" y="235"/>
                    <a:pt x="194" y="209"/>
                    <a:pt x="210" y="168"/>
                  </a:cubicBezTo>
                  <a:cubicBezTo>
                    <a:pt x="243" y="114"/>
                    <a:pt x="225" y="45"/>
                    <a:pt x="174" y="9"/>
                  </a:cubicBezTo>
                  <a:cubicBezTo>
                    <a:pt x="161" y="3"/>
                    <a:pt x="147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15684;p127">
              <a:extLst>
                <a:ext uri="{FF2B5EF4-FFF2-40B4-BE49-F238E27FC236}">
                  <a16:creationId xmlns:a16="http://schemas.microsoft.com/office/drawing/2014/main" id="{1739E52A-E157-67F9-7FB7-8A9EFADBF644}"/>
                </a:ext>
              </a:extLst>
            </p:cNvPr>
            <p:cNvSpPr/>
            <p:nvPr/>
          </p:nvSpPr>
          <p:spPr>
            <a:xfrm>
              <a:off x="1585352" y="3627032"/>
              <a:ext cx="18971" cy="18581"/>
            </a:xfrm>
            <a:custGeom>
              <a:avLst/>
              <a:gdLst/>
              <a:ahLst/>
              <a:cxnLst/>
              <a:rect l="l" t="t" r="r" b="b"/>
              <a:pathLst>
                <a:path w="243" h="238" extrusionOk="0">
                  <a:moveTo>
                    <a:pt x="135" y="0"/>
                  </a:moveTo>
                  <a:cubicBezTo>
                    <a:pt x="91" y="0"/>
                    <a:pt x="49" y="25"/>
                    <a:pt x="33" y="69"/>
                  </a:cubicBezTo>
                  <a:cubicBezTo>
                    <a:pt x="0" y="124"/>
                    <a:pt x="18" y="192"/>
                    <a:pt x="69" y="228"/>
                  </a:cubicBezTo>
                  <a:cubicBezTo>
                    <a:pt x="82" y="235"/>
                    <a:pt x="96" y="238"/>
                    <a:pt x="110" y="238"/>
                  </a:cubicBezTo>
                  <a:cubicBezTo>
                    <a:pt x="153" y="238"/>
                    <a:pt x="194" y="210"/>
                    <a:pt x="213" y="167"/>
                  </a:cubicBezTo>
                  <a:cubicBezTo>
                    <a:pt x="242" y="113"/>
                    <a:pt x="228" y="44"/>
                    <a:pt x="177" y="8"/>
                  </a:cubicBezTo>
                  <a:cubicBezTo>
                    <a:pt x="163" y="3"/>
                    <a:pt x="149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15685;p127">
              <a:extLst>
                <a:ext uri="{FF2B5EF4-FFF2-40B4-BE49-F238E27FC236}">
                  <a16:creationId xmlns:a16="http://schemas.microsoft.com/office/drawing/2014/main" id="{EA4D73A0-FA10-2A96-E0AB-EDF722976D0F}"/>
                </a:ext>
              </a:extLst>
            </p:cNvPr>
            <p:cNvSpPr/>
            <p:nvPr/>
          </p:nvSpPr>
          <p:spPr>
            <a:xfrm>
              <a:off x="1910128" y="3894970"/>
              <a:ext cx="19049" cy="18659"/>
            </a:xfrm>
            <a:custGeom>
              <a:avLst/>
              <a:gdLst/>
              <a:ahLst/>
              <a:cxnLst/>
              <a:rect l="l" t="t" r="r" b="b"/>
              <a:pathLst>
                <a:path w="244" h="239" extrusionOk="0">
                  <a:moveTo>
                    <a:pt x="135" y="1"/>
                  </a:moveTo>
                  <a:cubicBezTo>
                    <a:pt x="91" y="1"/>
                    <a:pt x="50" y="28"/>
                    <a:pt x="33" y="72"/>
                  </a:cubicBezTo>
                  <a:cubicBezTo>
                    <a:pt x="1" y="126"/>
                    <a:pt x="19" y="194"/>
                    <a:pt x="70" y="231"/>
                  </a:cubicBezTo>
                  <a:cubicBezTo>
                    <a:pt x="83" y="236"/>
                    <a:pt x="96" y="238"/>
                    <a:pt x="110" y="238"/>
                  </a:cubicBezTo>
                  <a:cubicBezTo>
                    <a:pt x="153" y="238"/>
                    <a:pt x="195" y="213"/>
                    <a:pt x="214" y="169"/>
                  </a:cubicBezTo>
                  <a:cubicBezTo>
                    <a:pt x="243" y="115"/>
                    <a:pt x="229" y="46"/>
                    <a:pt x="178" y="10"/>
                  </a:cubicBezTo>
                  <a:cubicBezTo>
                    <a:pt x="164" y="4"/>
                    <a:pt x="149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15686;p127">
              <a:extLst>
                <a:ext uri="{FF2B5EF4-FFF2-40B4-BE49-F238E27FC236}">
                  <a16:creationId xmlns:a16="http://schemas.microsoft.com/office/drawing/2014/main" id="{D897B74B-AF12-6AA8-E52F-A56CC07637CF}"/>
                </a:ext>
              </a:extLst>
            </p:cNvPr>
            <p:cNvSpPr/>
            <p:nvPr/>
          </p:nvSpPr>
          <p:spPr>
            <a:xfrm>
              <a:off x="1884442" y="3724698"/>
              <a:ext cx="19049" cy="18581"/>
            </a:xfrm>
            <a:custGeom>
              <a:avLst/>
              <a:gdLst/>
              <a:ahLst/>
              <a:cxnLst/>
              <a:rect l="l" t="t" r="r" b="b"/>
              <a:pathLst>
                <a:path w="244" h="238" extrusionOk="0">
                  <a:moveTo>
                    <a:pt x="139" y="0"/>
                  </a:moveTo>
                  <a:cubicBezTo>
                    <a:pt x="93" y="0"/>
                    <a:pt x="50" y="28"/>
                    <a:pt x="34" y="73"/>
                  </a:cubicBezTo>
                  <a:cubicBezTo>
                    <a:pt x="1" y="123"/>
                    <a:pt x="15" y="192"/>
                    <a:pt x="66" y="228"/>
                  </a:cubicBezTo>
                  <a:cubicBezTo>
                    <a:pt x="81" y="235"/>
                    <a:pt x="95" y="237"/>
                    <a:pt x="110" y="237"/>
                  </a:cubicBezTo>
                  <a:cubicBezTo>
                    <a:pt x="154" y="237"/>
                    <a:pt x="194" y="211"/>
                    <a:pt x="211" y="170"/>
                  </a:cubicBezTo>
                  <a:cubicBezTo>
                    <a:pt x="243" y="116"/>
                    <a:pt x="229" y="44"/>
                    <a:pt x="178" y="8"/>
                  </a:cubicBezTo>
                  <a:cubicBezTo>
                    <a:pt x="165" y="3"/>
                    <a:pt x="152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15687;p127">
              <a:extLst>
                <a:ext uri="{FF2B5EF4-FFF2-40B4-BE49-F238E27FC236}">
                  <a16:creationId xmlns:a16="http://schemas.microsoft.com/office/drawing/2014/main" id="{F80E0581-B471-2CEA-C0D0-CD90C51C5734}"/>
                </a:ext>
              </a:extLst>
            </p:cNvPr>
            <p:cNvSpPr/>
            <p:nvPr/>
          </p:nvSpPr>
          <p:spPr>
            <a:xfrm>
              <a:off x="1789664" y="3576287"/>
              <a:ext cx="556327" cy="642360"/>
            </a:xfrm>
            <a:custGeom>
              <a:avLst/>
              <a:gdLst/>
              <a:ahLst/>
              <a:cxnLst/>
              <a:rect l="l" t="t" r="r" b="b"/>
              <a:pathLst>
                <a:path w="7126" h="8228" extrusionOk="0">
                  <a:moveTo>
                    <a:pt x="4778" y="1"/>
                  </a:moveTo>
                  <a:cubicBezTo>
                    <a:pt x="3886" y="1"/>
                    <a:pt x="2733" y="431"/>
                    <a:pt x="2028" y="1200"/>
                  </a:cubicBezTo>
                  <a:cubicBezTo>
                    <a:pt x="0" y="3413"/>
                    <a:pt x="1898" y="8192"/>
                    <a:pt x="2994" y="8228"/>
                  </a:cubicBezTo>
                  <a:cubicBezTo>
                    <a:pt x="2998" y="8228"/>
                    <a:pt x="3003" y="8228"/>
                    <a:pt x="3008" y="8228"/>
                  </a:cubicBezTo>
                  <a:cubicBezTo>
                    <a:pt x="3520" y="8228"/>
                    <a:pt x="5252" y="7326"/>
                    <a:pt x="6265" y="4681"/>
                  </a:cubicBezTo>
                  <a:cubicBezTo>
                    <a:pt x="7125" y="2433"/>
                    <a:pt x="6298" y="857"/>
                    <a:pt x="5864" y="369"/>
                  </a:cubicBezTo>
                  <a:cubicBezTo>
                    <a:pt x="5641" y="119"/>
                    <a:pt x="5246" y="1"/>
                    <a:pt x="4778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15688;p127">
              <a:extLst>
                <a:ext uri="{FF2B5EF4-FFF2-40B4-BE49-F238E27FC236}">
                  <a16:creationId xmlns:a16="http://schemas.microsoft.com/office/drawing/2014/main" id="{594CD161-C07E-9ECE-53A3-C50E78EE417A}"/>
                </a:ext>
              </a:extLst>
            </p:cNvPr>
            <p:cNvSpPr/>
            <p:nvPr/>
          </p:nvSpPr>
          <p:spPr>
            <a:xfrm>
              <a:off x="1878275" y="3523745"/>
              <a:ext cx="387539" cy="352564"/>
            </a:xfrm>
            <a:custGeom>
              <a:avLst/>
              <a:gdLst/>
              <a:ahLst/>
              <a:cxnLst/>
              <a:rect l="l" t="t" r="r" b="b"/>
              <a:pathLst>
                <a:path w="4964" h="4516" extrusionOk="0">
                  <a:moveTo>
                    <a:pt x="4729" y="1042"/>
                  </a:moveTo>
                  <a:cubicBezTo>
                    <a:pt x="4082" y="315"/>
                    <a:pt x="1967" y="702"/>
                    <a:pt x="893" y="1873"/>
                  </a:cubicBezTo>
                  <a:cubicBezTo>
                    <a:pt x="254" y="2574"/>
                    <a:pt x="4" y="3532"/>
                    <a:pt x="0" y="4516"/>
                  </a:cubicBezTo>
                  <a:cubicBezTo>
                    <a:pt x="373" y="3287"/>
                    <a:pt x="3402" y="1"/>
                    <a:pt x="4964" y="1363"/>
                  </a:cubicBezTo>
                  <a:cubicBezTo>
                    <a:pt x="4895" y="1251"/>
                    <a:pt x="4816" y="1143"/>
                    <a:pt x="4729" y="1042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15689;p127">
              <a:extLst>
                <a:ext uri="{FF2B5EF4-FFF2-40B4-BE49-F238E27FC236}">
                  <a16:creationId xmlns:a16="http://schemas.microsoft.com/office/drawing/2014/main" id="{902D6B7E-CF9E-5268-57EE-59E3F21E5DC8}"/>
                </a:ext>
              </a:extLst>
            </p:cNvPr>
            <p:cNvSpPr/>
            <p:nvPr/>
          </p:nvSpPr>
          <p:spPr>
            <a:xfrm>
              <a:off x="1848608" y="3573710"/>
              <a:ext cx="506987" cy="647747"/>
            </a:xfrm>
            <a:custGeom>
              <a:avLst/>
              <a:gdLst/>
              <a:ahLst/>
              <a:cxnLst/>
              <a:rect l="l" t="t" r="r" b="b"/>
              <a:pathLst>
                <a:path w="6494" h="8297" extrusionOk="0">
                  <a:moveTo>
                    <a:pt x="4042" y="65"/>
                  </a:moveTo>
                  <a:cubicBezTo>
                    <a:pt x="4512" y="69"/>
                    <a:pt x="4881" y="196"/>
                    <a:pt x="5084" y="423"/>
                  </a:cubicBezTo>
                  <a:cubicBezTo>
                    <a:pt x="5141" y="488"/>
                    <a:pt x="6493" y="2050"/>
                    <a:pt x="5481" y="4704"/>
                  </a:cubicBezTo>
                  <a:cubicBezTo>
                    <a:pt x="4928" y="6146"/>
                    <a:pt x="4180" y="7006"/>
                    <a:pt x="3652" y="7473"/>
                  </a:cubicBezTo>
                  <a:cubicBezTo>
                    <a:pt x="3020" y="8030"/>
                    <a:pt x="2475" y="8228"/>
                    <a:pt x="2250" y="8228"/>
                  </a:cubicBezTo>
                  <a:cubicBezTo>
                    <a:pt x="2246" y="8228"/>
                    <a:pt x="2242" y="8228"/>
                    <a:pt x="2239" y="8228"/>
                  </a:cubicBezTo>
                  <a:lnTo>
                    <a:pt x="2242" y="8228"/>
                  </a:lnTo>
                  <a:cubicBezTo>
                    <a:pt x="1870" y="8217"/>
                    <a:pt x="1378" y="7614"/>
                    <a:pt x="991" y="6692"/>
                  </a:cubicBezTo>
                  <a:cubicBezTo>
                    <a:pt x="261" y="4953"/>
                    <a:pt x="73" y="2596"/>
                    <a:pt x="1302" y="1255"/>
                  </a:cubicBezTo>
                  <a:cubicBezTo>
                    <a:pt x="1946" y="554"/>
                    <a:pt x="3063" y="65"/>
                    <a:pt x="4024" y="65"/>
                  </a:cubicBezTo>
                  <a:close/>
                  <a:moveTo>
                    <a:pt x="4021" y="0"/>
                  </a:moveTo>
                  <a:cubicBezTo>
                    <a:pt x="3041" y="0"/>
                    <a:pt x="1902" y="496"/>
                    <a:pt x="1248" y="1211"/>
                  </a:cubicBezTo>
                  <a:cubicBezTo>
                    <a:pt x="1" y="2574"/>
                    <a:pt x="189" y="4957"/>
                    <a:pt x="926" y="6717"/>
                  </a:cubicBezTo>
                  <a:cubicBezTo>
                    <a:pt x="1324" y="7664"/>
                    <a:pt x="1837" y="8282"/>
                    <a:pt x="2235" y="8297"/>
                  </a:cubicBezTo>
                  <a:lnTo>
                    <a:pt x="2253" y="8297"/>
                  </a:lnTo>
                  <a:cubicBezTo>
                    <a:pt x="2528" y="8297"/>
                    <a:pt x="3092" y="8055"/>
                    <a:pt x="3699" y="7520"/>
                  </a:cubicBezTo>
                  <a:cubicBezTo>
                    <a:pt x="4230" y="7050"/>
                    <a:pt x="4986" y="6182"/>
                    <a:pt x="5543" y="4725"/>
                  </a:cubicBezTo>
                  <a:cubicBezTo>
                    <a:pt x="5919" y="3742"/>
                    <a:pt x="6016" y="2788"/>
                    <a:pt x="5828" y="1891"/>
                  </a:cubicBezTo>
                  <a:cubicBezTo>
                    <a:pt x="5644" y="1002"/>
                    <a:pt x="5250" y="507"/>
                    <a:pt x="5134" y="376"/>
                  </a:cubicBezTo>
                  <a:cubicBezTo>
                    <a:pt x="4917" y="138"/>
                    <a:pt x="4530" y="0"/>
                    <a:pt x="4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15690;p127">
              <a:extLst>
                <a:ext uri="{FF2B5EF4-FFF2-40B4-BE49-F238E27FC236}">
                  <a16:creationId xmlns:a16="http://schemas.microsoft.com/office/drawing/2014/main" id="{C1A10294-A883-0D0B-5073-9D52C384FCF2}"/>
                </a:ext>
              </a:extLst>
            </p:cNvPr>
            <p:cNvSpPr/>
            <p:nvPr/>
          </p:nvSpPr>
          <p:spPr>
            <a:xfrm>
              <a:off x="1997333" y="3581049"/>
              <a:ext cx="348661" cy="637598"/>
            </a:xfrm>
            <a:custGeom>
              <a:avLst/>
              <a:gdLst/>
              <a:ahLst/>
              <a:cxnLst/>
              <a:rect l="l" t="t" r="r" b="b"/>
              <a:pathLst>
                <a:path w="4466" h="8167" extrusionOk="0">
                  <a:moveTo>
                    <a:pt x="2644" y="0"/>
                  </a:moveTo>
                  <a:lnTo>
                    <a:pt x="2644" y="0"/>
                  </a:lnTo>
                  <a:cubicBezTo>
                    <a:pt x="2727" y="44"/>
                    <a:pt x="2799" y="105"/>
                    <a:pt x="2860" y="174"/>
                  </a:cubicBezTo>
                  <a:cubicBezTo>
                    <a:pt x="3298" y="662"/>
                    <a:pt x="4126" y="2242"/>
                    <a:pt x="3265" y="4487"/>
                  </a:cubicBezTo>
                  <a:cubicBezTo>
                    <a:pt x="2252" y="7135"/>
                    <a:pt x="514" y="8033"/>
                    <a:pt x="4" y="8033"/>
                  </a:cubicBezTo>
                  <a:cubicBezTo>
                    <a:pt x="3" y="8033"/>
                    <a:pt x="2" y="8033"/>
                    <a:pt x="1" y="8033"/>
                  </a:cubicBezTo>
                  <a:lnTo>
                    <a:pt x="1" y="8033"/>
                  </a:lnTo>
                  <a:cubicBezTo>
                    <a:pt x="95" y="8109"/>
                    <a:pt x="211" y="8156"/>
                    <a:pt x="334" y="8167"/>
                  </a:cubicBezTo>
                  <a:cubicBezTo>
                    <a:pt x="338" y="8167"/>
                    <a:pt x="343" y="8167"/>
                    <a:pt x="348" y="8167"/>
                  </a:cubicBezTo>
                  <a:cubicBezTo>
                    <a:pt x="860" y="8167"/>
                    <a:pt x="2592" y="7265"/>
                    <a:pt x="3605" y="4620"/>
                  </a:cubicBezTo>
                  <a:cubicBezTo>
                    <a:pt x="4465" y="2372"/>
                    <a:pt x="3638" y="796"/>
                    <a:pt x="3204" y="308"/>
                  </a:cubicBezTo>
                  <a:cubicBezTo>
                    <a:pt x="3070" y="159"/>
                    <a:pt x="2878" y="58"/>
                    <a:pt x="26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15691;p127">
              <a:extLst>
                <a:ext uri="{FF2B5EF4-FFF2-40B4-BE49-F238E27FC236}">
                  <a16:creationId xmlns:a16="http://schemas.microsoft.com/office/drawing/2014/main" id="{7E15F043-05D9-DD05-221A-D28C7ECF556F}"/>
                </a:ext>
              </a:extLst>
            </p:cNvPr>
            <p:cNvSpPr/>
            <p:nvPr/>
          </p:nvSpPr>
          <p:spPr>
            <a:xfrm>
              <a:off x="1994522" y="3578394"/>
              <a:ext cx="361074" cy="643063"/>
            </a:xfrm>
            <a:custGeom>
              <a:avLst/>
              <a:gdLst/>
              <a:ahLst/>
              <a:cxnLst/>
              <a:rect l="l" t="t" r="r" b="b"/>
              <a:pathLst>
                <a:path w="4625" h="8237" extrusionOk="0">
                  <a:moveTo>
                    <a:pt x="2868" y="128"/>
                  </a:moveTo>
                  <a:lnTo>
                    <a:pt x="2868" y="128"/>
                  </a:lnTo>
                  <a:cubicBezTo>
                    <a:pt x="3001" y="179"/>
                    <a:pt x="3117" y="259"/>
                    <a:pt x="3215" y="363"/>
                  </a:cubicBezTo>
                  <a:cubicBezTo>
                    <a:pt x="3272" y="428"/>
                    <a:pt x="4624" y="1990"/>
                    <a:pt x="3612" y="4640"/>
                  </a:cubicBezTo>
                  <a:cubicBezTo>
                    <a:pt x="3059" y="6086"/>
                    <a:pt x="2311" y="6946"/>
                    <a:pt x="1783" y="7413"/>
                  </a:cubicBezTo>
                  <a:cubicBezTo>
                    <a:pt x="1147" y="7970"/>
                    <a:pt x="606" y="8168"/>
                    <a:pt x="381" y="8168"/>
                  </a:cubicBezTo>
                  <a:cubicBezTo>
                    <a:pt x="377" y="8168"/>
                    <a:pt x="373" y="8168"/>
                    <a:pt x="370" y="8168"/>
                  </a:cubicBezTo>
                  <a:cubicBezTo>
                    <a:pt x="286" y="8161"/>
                    <a:pt x="207" y="8136"/>
                    <a:pt x="138" y="8092"/>
                  </a:cubicBezTo>
                  <a:cubicBezTo>
                    <a:pt x="738" y="7995"/>
                    <a:pt x="2361" y="7073"/>
                    <a:pt x="3334" y="4531"/>
                  </a:cubicBezTo>
                  <a:cubicBezTo>
                    <a:pt x="3710" y="3548"/>
                    <a:pt x="3804" y="2594"/>
                    <a:pt x="3619" y="1697"/>
                  </a:cubicBezTo>
                  <a:cubicBezTo>
                    <a:pt x="3431" y="808"/>
                    <a:pt x="3037" y="316"/>
                    <a:pt x="2922" y="186"/>
                  </a:cubicBezTo>
                  <a:cubicBezTo>
                    <a:pt x="2907" y="165"/>
                    <a:pt x="2889" y="146"/>
                    <a:pt x="2868" y="128"/>
                  </a:cubicBezTo>
                  <a:close/>
                  <a:moveTo>
                    <a:pt x="2680" y="0"/>
                  </a:moveTo>
                  <a:cubicBezTo>
                    <a:pt x="2647" y="0"/>
                    <a:pt x="2632" y="47"/>
                    <a:pt x="2665" y="63"/>
                  </a:cubicBezTo>
                  <a:cubicBezTo>
                    <a:pt x="2741" y="107"/>
                    <a:pt x="2813" y="165"/>
                    <a:pt x="2871" y="230"/>
                  </a:cubicBezTo>
                  <a:cubicBezTo>
                    <a:pt x="2929" y="295"/>
                    <a:pt x="4285" y="1856"/>
                    <a:pt x="3269" y="4510"/>
                  </a:cubicBezTo>
                  <a:cubicBezTo>
                    <a:pt x="2249" y="7170"/>
                    <a:pt x="529" y="8034"/>
                    <a:pt x="41" y="8034"/>
                  </a:cubicBezTo>
                  <a:cubicBezTo>
                    <a:pt x="23" y="8034"/>
                    <a:pt x="12" y="8045"/>
                    <a:pt x="8" y="8060"/>
                  </a:cubicBezTo>
                  <a:cubicBezTo>
                    <a:pt x="1" y="8071"/>
                    <a:pt x="8" y="8089"/>
                    <a:pt x="19" y="8096"/>
                  </a:cubicBezTo>
                  <a:cubicBezTo>
                    <a:pt x="120" y="8175"/>
                    <a:pt x="239" y="8226"/>
                    <a:pt x="366" y="8237"/>
                  </a:cubicBezTo>
                  <a:lnTo>
                    <a:pt x="384" y="8237"/>
                  </a:lnTo>
                  <a:cubicBezTo>
                    <a:pt x="659" y="8237"/>
                    <a:pt x="1223" y="7995"/>
                    <a:pt x="1830" y="7460"/>
                  </a:cubicBezTo>
                  <a:cubicBezTo>
                    <a:pt x="2365" y="6990"/>
                    <a:pt x="3117" y="6122"/>
                    <a:pt x="3674" y="4665"/>
                  </a:cubicBezTo>
                  <a:cubicBezTo>
                    <a:pt x="4050" y="3682"/>
                    <a:pt x="4147" y="2728"/>
                    <a:pt x="3959" y="1831"/>
                  </a:cubicBezTo>
                  <a:cubicBezTo>
                    <a:pt x="3775" y="942"/>
                    <a:pt x="3381" y="447"/>
                    <a:pt x="3265" y="316"/>
                  </a:cubicBezTo>
                  <a:cubicBezTo>
                    <a:pt x="3131" y="172"/>
                    <a:pt x="2940" y="63"/>
                    <a:pt x="2690" y="2"/>
                  </a:cubicBezTo>
                  <a:cubicBezTo>
                    <a:pt x="2687" y="1"/>
                    <a:pt x="2683" y="0"/>
                    <a:pt x="2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15692;p127">
              <a:extLst>
                <a:ext uri="{FF2B5EF4-FFF2-40B4-BE49-F238E27FC236}">
                  <a16:creationId xmlns:a16="http://schemas.microsoft.com/office/drawing/2014/main" id="{54E46F07-7253-C36A-8FDD-522DA5AFC79B}"/>
                </a:ext>
              </a:extLst>
            </p:cNvPr>
            <p:cNvSpPr/>
            <p:nvPr/>
          </p:nvSpPr>
          <p:spPr>
            <a:xfrm>
              <a:off x="1926523" y="3997398"/>
              <a:ext cx="21235" cy="19283"/>
            </a:xfrm>
            <a:custGeom>
              <a:avLst/>
              <a:gdLst/>
              <a:ahLst/>
              <a:cxnLst/>
              <a:rect l="l" t="t" r="r" b="b"/>
              <a:pathLst>
                <a:path w="272" h="247" extrusionOk="0">
                  <a:moveTo>
                    <a:pt x="140" y="0"/>
                  </a:moveTo>
                  <a:cubicBezTo>
                    <a:pt x="103" y="0"/>
                    <a:pt x="66" y="16"/>
                    <a:pt x="40" y="50"/>
                  </a:cubicBezTo>
                  <a:cubicBezTo>
                    <a:pt x="1" y="104"/>
                    <a:pt x="11" y="180"/>
                    <a:pt x="66" y="220"/>
                  </a:cubicBezTo>
                  <a:cubicBezTo>
                    <a:pt x="89" y="238"/>
                    <a:pt x="114" y="246"/>
                    <a:pt x="139" y="246"/>
                  </a:cubicBezTo>
                  <a:cubicBezTo>
                    <a:pt x="208" y="246"/>
                    <a:pt x="272" y="184"/>
                    <a:pt x="261" y="104"/>
                  </a:cubicBezTo>
                  <a:cubicBezTo>
                    <a:pt x="252" y="38"/>
                    <a:pt x="196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15693;p127">
              <a:extLst>
                <a:ext uri="{FF2B5EF4-FFF2-40B4-BE49-F238E27FC236}">
                  <a16:creationId xmlns:a16="http://schemas.microsoft.com/office/drawing/2014/main" id="{D509B714-367E-AE9C-F834-1ACE32B9079F}"/>
                </a:ext>
              </a:extLst>
            </p:cNvPr>
            <p:cNvSpPr/>
            <p:nvPr/>
          </p:nvSpPr>
          <p:spPr>
            <a:xfrm>
              <a:off x="1974536" y="3952430"/>
              <a:ext cx="21235" cy="19205"/>
            </a:xfrm>
            <a:custGeom>
              <a:avLst/>
              <a:gdLst/>
              <a:ahLst/>
              <a:cxnLst/>
              <a:rect l="l" t="t" r="r" b="b"/>
              <a:pathLst>
                <a:path w="272" h="246" extrusionOk="0">
                  <a:moveTo>
                    <a:pt x="139" y="0"/>
                  </a:moveTo>
                  <a:cubicBezTo>
                    <a:pt x="102" y="0"/>
                    <a:pt x="65" y="16"/>
                    <a:pt x="40" y="51"/>
                  </a:cubicBezTo>
                  <a:cubicBezTo>
                    <a:pt x="0" y="106"/>
                    <a:pt x="11" y="181"/>
                    <a:pt x="65" y="221"/>
                  </a:cubicBezTo>
                  <a:cubicBezTo>
                    <a:pt x="88" y="238"/>
                    <a:pt x="113" y="246"/>
                    <a:pt x="138" y="246"/>
                  </a:cubicBezTo>
                  <a:cubicBezTo>
                    <a:pt x="207" y="246"/>
                    <a:pt x="271" y="186"/>
                    <a:pt x="260" y="106"/>
                  </a:cubicBezTo>
                  <a:cubicBezTo>
                    <a:pt x="252" y="39"/>
                    <a:pt x="196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15694;p127">
              <a:extLst>
                <a:ext uri="{FF2B5EF4-FFF2-40B4-BE49-F238E27FC236}">
                  <a16:creationId xmlns:a16="http://schemas.microsoft.com/office/drawing/2014/main" id="{3F21A878-8999-B684-3889-5019838E2E1A}"/>
                </a:ext>
              </a:extLst>
            </p:cNvPr>
            <p:cNvSpPr/>
            <p:nvPr/>
          </p:nvSpPr>
          <p:spPr>
            <a:xfrm>
              <a:off x="2045034" y="4070316"/>
              <a:ext cx="21235" cy="19049"/>
            </a:xfrm>
            <a:custGeom>
              <a:avLst/>
              <a:gdLst/>
              <a:ahLst/>
              <a:cxnLst/>
              <a:rect l="l" t="t" r="r" b="b"/>
              <a:pathLst>
                <a:path w="272" h="244" extrusionOk="0">
                  <a:moveTo>
                    <a:pt x="137" y="0"/>
                  </a:moveTo>
                  <a:cubicBezTo>
                    <a:pt x="102" y="0"/>
                    <a:pt x="66" y="15"/>
                    <a:pt x="41" y="49"/>
                  </a:cubicBezTo>
                  <a:cubicBezTo>
                    <a:pt x="1" y="103"/>
                    <a:pt x="12" y="179"/>
                    <a:pt x="66" y="219"/>
                  </a:cubicBezTo>
                  <a:cubicBezTo>
                    <a:pt x="89" y="236"/>
                    <a:pt x="114" y="243"/>
                    <a:pt x="139" y="243"/>
                  </a:cubicBezTo>
                  <a:cubicBezTo>
                    <a:pt x="208" y="243"/>
                    <a:pt x="272" y="183"/>
                    <a:pt x="261" y="103"/>
                  </a:cubicBezTo>
                  <a:cubicBezTo>
                    <a:pt x="250" y="39"/>
                    <a:pt x="194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15695;p127">
              <a:extLst>
                <a:ext uri="{FF2B5EF4-FFF2-40B4-BE49-F238E27FC236}">
                  <a16:creationId xmlns:a16="http://schemas.microsoft.com/office/drawing/2014/main" id="{816D2043-202B-3A09-CA76-D5D6C94D6853}"/>
                </a:ext>
              </a:extLst>
            </p:cNvPr>
            <p:cNvSpPr/>
            <p:nvPr/>
          </p:nvSpPr>
          <p:spPr>
            <a:xfrm>
              <a:off x="2074701" y="3961095"/>
              <a:ext cx="21235" cy="19283"/>
            </a:xfrm>
            <a:custGeom>
              <a:avLst/>
              <a:gdLst/>
              <a:ahLst/>
              <a:cxnLst/>
              <a:rect l="l" t="t" r="r" b="b"/>
              <a:pathLst>
                <a:path w="272" h="247" extrusionOk="0">
                  <a:moveTo>
                    <a:pt x="137" y="0"/>
                  </a:moveTo>
                  <a:cubicBezTo>
                    <a:pt x="101" y="0"/>
                    <a:pt x="65" y="16"/>
                    <a:pt x="40" y="49"/>
                  </a:cubicBezTo>
                  <a:cubicBezTo>
                    <a:pt x="0" y="103"/>
                    <a:pt x="11" y="179"/>
                    <a:pt x="66" y="222"/>
                  </a:cubicBezTo>
                  <a:cubicBezTo>
                    <a:pt x="88" y="239"/>
                    <a:pt x="114" y="247"/>
                    <a:pt x="138" y="247"/>
                  </a:cubicBezTo>
                  <a:cubicBezTo>
                    <a:pt x="207" y="247"/>
                    <a:pt x="271" y="187"/>
                    <a:pt x="261" y="107"/>
                  </a:cubicBezTo>
                  <a:cubicBezTo>
                    <a:pt x="252" y="40"/>
                    <a:pt x="19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15696;p127">
              <a:extLst>
                <a:ext uri="{FF2B5EF4-FFF2-40B4-BE49-F238E27FC236}">
                  <a16:creationId xmlns:a16="http://schemas.microsoft.com/office/drawing/2014/main" id="{6A92CDFC-8443-8D52-BC3C-635075CD5395}"/>
                </a:ext>
              </a:extLst>
            </p:cNvPr>
            <p:cNvSpPr/>
            <p:nvPr/>
          </p:nvSpPr>
          <p:spPr>
            <a:xfrm>
              <a:off x="2137392" y="3834387"/>
              <a:ext cx="21157" cy="19283"/>
            </a:xfrm>
            <a:custGeom>
              <a:avLst/>
              <a:gdLst/>
              <a:ahLst/>
              <a:cxnLst/>
              <a:rect l="l" t="t" r="r" b="b"/>
              <a:pathLst>
                <a:path w="271" h="247" extrusionOk="0">
                  <a:moveTo>
                    <a:pt x="137" y="0"/>
                  </a:moveTo>
                  <a:cubicBezTo>
                    <a:pt x="101" y="0"/>
                    <a:pt x="65" y="15"/>
                    <a:pt x="40" y="49"/>
                  </a:cubicBezTo>
                  <a:cubicBezTo>
                    <a:pt x="0" y="103"/>
                    <a:pt x="11" y="179"/>
                    <a:pt x="65" y="222"/>
                  </a:cubicBezTo>
                  <a:cubicBezTo>
                    <a:pt x="88" y="239"/>
                    <a:pt x="113" y="247"/>
                    <a:pt x="138" y="247"/>
                  </a:cubicBezTo>
                  <a:cubicBezTo>
                    <a:pt x="207" y="247"/>
                    <a:pt x="271" y="187"/>
                    <a:pt x="260" y="107"/>
                  </a:cubicBezTo>
                  <a:cubicBezTo>
                    <a:pt x="251" y="40"/>
                    <a:pt x="194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15697;p127">
              <a:extLst>
                <a:ext uri="{FF2B5EF4-FFF2-40B4-BE49-F238E27FC236}">
                  <a16:creationId xmlns:a16="http://schemas.microsoft.com/office/drawing/2014/main" id="{F8A8E47C-8522-CAF9-E175-0567C2FC9616}"/>
                </a:ext>
              </a:extLst>
            </p:cNvPr>
            <p:cNvSpPr/>
            <p:nvPr/>
          </p:nvSpPr>
          <p:spPr>
            <a:xfrm>
              <a:off x="2152304" y="3935020"/>
              <a:ext cx="21157" cy="19127"/>
            </a:xfrm>
            <a:custGeom>
              <a:avLst/>
              <a:gdLst/>
              <a:ahLst/>
              <a:cxnLst/>
              <a:rect l="l" t="t" r="r" b="b"/>
              <a:pathLst>
                <a:path w="271" h="245" extrusionOk="0">
                  <a:moveTo>
                    <a:pt x="138" y="1"/>
                  </a:moveTo>
                  <a:cubicBezTo>
                    <a:pt x="102" y="1"/>
                    <a:pt x="66" y="16"/>
                    <a:pt x="40" y="50"/>
                  </a:cubicBezTo>
                  <a:cubicBezTo>
                    <a:pt x="1" y="104"/>
                    <a:pt x="11" y="180"/>
                    <a:pt x="62" y="220"/>
                  </a:cubicBezTo>
                  <a:cubicBezTo>
                    <a:pt x="86" y="237"/>
                    <a:pt x="112" y="245"/>
                    <a:pt x="137" y="245"/>
                  </a:cubicBezTo>
                  <a:cubicBezTo>
                    <a:pt x="207" y="245"/>
                    <a:pt x="271" y="184"/>
                    <a:pt x="257" y="104"/>
                  </a:cubicBezTo>
                  <a:cubicBezTo>
                    <a:pt x="248" y="38"/>
                    <a:pt x="194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15698;p127">
              <a:extLst>
                <a:ext uri="{FF2B5EF4-FFF2-40B4-BE49-F238E27FC236}">
                  <a16:creationId xmlns:a16="http://schemas.microsoft.com/office/drawing/2014/main" id="{CD919714-F2C5-C627-5B12-64581344783C}"/>
                </a:ext>
              </a:extLst>
            </p:cNvPr>
            <p:cNvSpPr/>
            <p:nvPr/>
          </p:nvSpPr>
          <p:spPr>
            <a:xfrm>
              <a:off x="2179394" y="3727118"/>
              <a:ext cx="21235" cy="19361"/>
            </a:xfrm>
            <a:custGeom>
              <a:avLst/>
              <a:gdLst/>
              <a:ahLst/>
              <a:cxnLst/>
              <a:rect l="l" t="t" r="r" b="b"/>
              <a:pathLst>
                <a:path w="272" h="248" extrusionOk="0">
                  <a:moveTo>
                    <a:pt x="137" y="1"/>
                  </a:moveTo>
                  <a:cubicBezTo>
                    <a:pt x="101" y="1"/>
                    <a:pt x="65" y="16"/>
                    <a:pt x="40" y="49"/>
                  </a:cubicBezTo>
                  <a:cubicBezTo>
                    <a:pt x="1" y="103"/>
                    <a:pt x="11" y="179"/>
                    <a:pt x="66" y="222"/>
                  </a:cubicBezTo>
                  <a:cubicBezTo>
                    <a:pt x="88" y="240"/>
                    <a:pt x="114" y="247"/>
                    <a:pt x="138" y="247"/>
                  </a:cubicBezTo>
                  <a:cubicBezTo>
                    <a:pt x="207" y="247"/>
                    <a:pt x="272" y="187"/>
                    <a:pt x="261" y="107"/>
                  </a:cubicBezTo>
                  <a:cubicBezTo>
                    <a:pt x="252" y="40"/>
                    <a:pt x="195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15699;p127">
              <a:extLst>
                <a:ext uri="{FF2B5EF4-FFF2-40B4-BE49-F238E27FC236}">
                  <a16:creationId xmlns:a16="http://schemas.microsoft.com/office/drawing/2014/main" id="{DE2BEDE9-3C79-B5BF-CD23-98B194E6F248}"/>
                </a:ext>
              </a:extLst>
            </p:cNvPr>
            <p:cNvSpPr/>
            <p:nvPr/>
          </p:nvSpPr>
          <p:spPr>
            <a:xfrm>
              <a:off x="2030357" y="3896531"/>
              <a:ext cx="21235" cy="19283"/>
            </a:xfrm>
            <a:custGeom>
              <a:avLst/>
              <a:gdLst/>
              <a:ahLst/>
              <a:cxnLst/>
              <a:rect l="l" t="t" r="r" b="b"/>
              <a:pathLst>
                <a:path w="272" h="247" extrusionOk="0">
                  <a:moveTo>
                    <a:pt x="139" y="0"/>
                  </a:moveTo>
                  <a:cubicBezTo>
                    <a:pt x="103" y="0"/>
                    <a:pt x="66" y="16"/>
                    <a:pt x="41" y="52"/>
                  </a:cubicBezTo>
                  <a:cubicBezTo>
                    <a:pt x="1" y="102"/>
                    <a:pt x="12" y="182"/>
                    <a:pt x="66" y="221"/>
                  </a:cubicBezTo>
                  <a:cubicBezTo>
                    <a:pt x="89" y="239"/>
                    <a:pt x="114" y="246"/>
                    <a:pt x="139" y="246"/>
                  </a:cubicBezTo>
                  <a:cubicBezTo>
                    <a:pt x="208" y="246"/>
                    <a:pt x="272" y="186"/>
                    <a:pt x="261" y="106"/>
                  </a:cubicBezTo>
                  <a:cubicBezTo>
                    <a:pt x="252" y="40"/>
                    <a:pt x="196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15700;p127">
              <a:extLst>
                <a:ext uri="{FF2B5EF4-FFF2-40B4-BE49-F238E27FC236}">
                  <a16:creationId xmlns:a16="http://schemas.microsoft.com/office/drawing/2014/main" id="{3F1D52F5-D390-49BB-632B-DFAC6DF2677B}"/>
                </a:ext>
              </a:extLst>
            </p:cNvPr>
            <p:cNvSpPr/>
            <p:nvPr/>
          </p:nvSpPr>
          <p:spPr>
            <a:xfrm>
              <a:off x="2212965" y="3822599"/>
              <a:ext cx="21469" cy="19439"/>
            </a:xfrm>
            <a:custGeom>
              <a:avLst/>
              <a:gdLst/>
              <a:ahLst/>
              <a:cxnLst/>
              <a:rect l="l" t="t" r="r" b="b"/>
              <a:pathLst>
                <a:path w="275" h="249" extrusionOk="0">
                  <a:moveTo>
                    <a:pt x="142" y="0"/>
                  </a:moveTo>
                  <a:cubicBezTo>
                    <a:pt x="106" y="0"/>
                    <a:pt x="70" y="16"/>
                    <a:pt x="44" y="51"/>
                  </a:cubicBezTo>
                  <a:cubicBezTo>
                    <a:pt x="1" y="106"/>
                    <a:pt x="12" y="182"/>
                    <a:pt x="66" y="221"/>
                  </a:cubicBezTo>
                  <a:cubicBezTo>
                    <a:pt x="89" y="240"/>
                    <a:pt x="116" y="248"/>
                    <a:pt x="141" y="248"/>
                  </a:cubicBezTo>
                  <a:cubicBezTo>
                    <a:pt x="210" y="248"/>
                    <a:pt x="274" y="188"/>
                    <a:pt x="261" y="106"/>
                  </a:cubicBezTo>
                  <a:cubicBezTo>
                    <a:pt x="252" y="39"/>
                    <a:pt x="198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15701;p127">
              <a:extLst>
                <a:ext uri="{FF2B5EF4-FFF2-40B4-BE49-F238E27FC236}">
                  <a16:creationId xmlns:a16="http://schemas.microsoft.com/office/drawing/2014/main" id="{C03A45CF-480B-3624-E167-5C795995772E}"/>
                </a:ext>
              </a:extLst>
            </p:cNvPr>
            <p:cNvSpPr/>
            <p:nvPr/>
          </p:nvSpPr>
          <p:spPr>
            <a:xfrm>
              <a:off x="2002173" y="3694641"/>
              <a:ext cx="21235" cy="19361"/>
            </a:xfrm>
            <a:custGeom>
              <a:avLst/>
              <a:gdLst/>
              <a:ahLst/>
              <a:cxnLst/>
              <a:rect l="l" t="t" r="r" b="b"/>
              <a:pathLst>
                <a:path w="272" h="248" extrusionOk="0">
                  <a:moveTo>
                    <a:pt x="139" y="1"/>
                  </a:moveTo>
                  <a:cubicBezTo>
                    <a:pt x="103" y="1"/>
                    <a:pt x="67" y="16"/>
                    <a:pt x="40" y="49"/>
                  </a:cubicBezTo>
                  <a:cubicBezTo>
                    <a:pt x="0" y="103"/>
                    <a:pt x="11" y="179"/>
                    <a:pt x="66" y="223"/>
                  </a:cubicBezTo>
                  <a:cubicBezTo>
                    <a:pt x="88" y="240"/>
                    <a:pt x="113" y="247"/>
                    <a:pt x="138" y="247"/>
                  </a:cubicBezTo>
                  <a:cubicBezTo>
                    <a:pt x="207" y="247"/>
                    <a:pt x="271" y="187"/>
                    <a:pt x="261" y="107"/>
                  </a:cubicBezTo>
                  <a:cubicBezTo>
                    <a:pt x="252" y="40"/>
                    <a:pt x="19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15702;p127">
              <a:extLst>
                <a:ext uri="{FF2B5EF4-FFF2-40B4-BE49-F238E27FC236}">
                  <a16:creationId xmlns:a16="http://schemas.microsoft.com/office/drawing/2014/main" id="{2C45A7EB-78CB-CB2C-BE47-B7241A976420}"/>
                </a:ext>
              </a:extLst>
            </p:cNvPr>
            <p:cNvSpPr/>
            <p:nvPr/>
          </p:nvSpPr>
          <p:spPr>
            <a:xfrm>
              <a:off x="1951896" y="3772555"/>
              <a:ext cx="21235" cy="19049"/>
            </a:xfrm>
            <a:custGeom>
              <a:avLst/>
              <a:gdLst/>
              <a:ahLst/>
              <a:cxnLst/>
              <a:rect l="l" t="t" r="r" b="b"/>
              <a:pathLst>
                <a:path w="272" h="244" extrusionOk="0">
                  <a:moveTo>
                    <a:pt x="140" y="1"/>
                  </a:moveTo>
                  <a:cubicBezTo>
                    <a:pt x="105" y="1"/>
                    <a:pt x="69" y="16"/>
                    <a:pt x="44" y="49"/>
                  </a:cubicBezTo>
                  <a:cubicBezTo>
                    <a:pt x="1" y="103"/>
                    <a:pt x="12" y="179"/>
                    <a:pt x="66" y="219"/>
                  </a:cubicBezTo>
                  <a:cubicBezTo>
                    <a:pt x="89" y="236"/>
                    <a:pt x="114" y="244"/>
                    <a:pt x="139" y="244"/>
                  </a:cubicBezTo>
                  <a:cubicBezTo>
                    <a:pt x="208" y="244"/>
                    <a:pt x="272" y="184"/>
                    <a:pt x="261" y="107"/>
                  </a:cubicBezTo>
                  <a:cubicBezTo>
                    <a:pt x="252" y="40"/>
                    <a:pt x="19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15703;p127">
              <a:extLst>
                <a:ext uri="{FF2B5EF4-FFF2-40B4-BE49-F238E27FC236}">
                  <a16:creationId xmlns:a16="http://schemas.microsoft.com/office/drawing/2014/main" id="{9B281589-E59A-53EE-95A4-BDE9F0C02EFC}"/>
                </a:ext>
              </a:extLst>
            </p:cNvPr>
            <p:cNvSpPr/>
            <p:nvPr/>
          </p:nvSpPr>
          <p:spPr>
            <a:xfrm>
              <a:off x="2066816" y="3803081"/>
              <a:ext cx="21391" cy="19439"/>
            </a:xfrm>
            <a:custGeom>
              <a:avLst/>
              <a:gdLst/>
              <a:ahLst/>
              <a:cxnLst/>
              <a:rect l="l" t="t" r="r" b="b"/>
              <a:pathLst>
                <a:path w="274" h="249" extrusionOk="0">
                  <a:moveTo>
                    <a:pt x="140" y="1"/>
                  </a:moveTo>
                  <a:cubicBezTo>
                    <a:pt x="104" y="1"/>
                    <a:pt x="67" y="17"/>
                    <a:pt x="40" y="52"/>
                  </a:cubicBezTo>
                  <a:cubicBezTo>
                    <a:pt x="0" y="106"/>
                    <a:pt x="11" y="182"/>
                    <a:pt x="65" y="222"/>
                  </a:cubicBezTo>
                  <a:cubicBezTo>
                    <a:pt x="88" y="240"/>
                    <a:pt x="114" y="248"/>
                    <a:pt x="139" y="248"/>
                  </a:cubicBezTo>
                  <a:cubicBezTo>
                    <a:pt x="209" y="248"/>
                    <a:pt x="274" y="186"/>
                    <a:pt x="261" y="106"/>
                  </a:cubicBezTo>
                  <a:cubicBezTo>
                    <a:pt x="252" y="40"/>
                    <a:pt x="19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15704;p127">
              <a:extLst>
                <a:ext uri="{FF2B5EF4-FFF2-40B4-BE49-F238E27FC236}">
                  <a16:creationId xmlns:a16="http://schemas.microsoft.com/office/drawing/2014/main" id="{61FB5FA1-A8BA-8E89-22A2-52537BAD45F6}"/>
                </a:ext>
              </a:extLst>
            </p:cNvPr>
            <p:cNvSpPr/>
            <p:nvPr/>
          </p:nvSpPr>
          <p:spPr>
            <a:xfrm>
              <a:off x="2144419" y="4002629"/>
              <a:ext cx="21235" cy="19361"/>
            </a:xfrm>
            <a:custGeom>
              <a:avLst/>
              <a:gdLst/>
              <a:ahLst/>
              <a:cxnLst/>
              <a:rect l="l" t="t" r="r" b="b"/>
              <a:pathLst>
                <a:path w="272" h="248" extrusionOk="0">
                  <a:moveTo>
                    <a:pt x="139" y="1"/>
                  </a:moveTo>
                  <a:cubicBezTo>
                    <a:pt x="102" y="1"/>
                    <a:pt x="66" y="17"/>
                    <a:pt x="40" y="52"/>
                  </a:cubicBezTo>
                  <a:cubicBezTo>
                    <a:pt x="0" y="106"/>
                    <a:pt x="11" y="182"/>
                    <a:pt x="62" y="222"/>
                  </a:cubicBezTo>
                  <a:cubicBezTo>
                    <a:pt x="86" y="240"/>
                    <a:pt x="112" y="248"/>
                    <a:pt x="137" y="248"/>
                  </a:cubicBezTo>
                  <a:cubicBezTo>
                    <a:pt x="208" y="248"/>
                    <a:pt x="271" y="186"/>
                    <a:pt x="261" y="106"/>
                  </a:cubicBezTo>
                  <a:cubicBezTo>
                    <a:pt x="252" y="40"/>
                    <a:pt x="19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15705;p127">
              <a:extLst>
                <a:ext uri="{FF2B5EF4-FFF2-40B4-BE49-F238E27FC236}">
                  <a16:creationId xmlns:a16="http://schemas.microsoft.com/office/drawing/2014/main" id="{FFE5ED9B-1DE8-6E14-8339-624BAF904B92}"/>
                </a:ext>
              </a:extLst>
            </p:cNvPr>
            <p:cNvSpPr/>
            <p:nvPr/>
          </p:nvSpPr>
          <p:spPr>
            <a:xfrm>
              <a:off x="1983280" y="3797694"/>
              <a:ext cx="21235" cy="19283"/>
            </a:xfrm>
            <a:custGeom>
              <a:avLst/>
              <a:gdLst/>
              <a:ahLst/>
              <a:cxnLst/>
              <a:rect l="l" t="t" r="r" b="b"/>
              <a:pathLst>
                <a:path w="272" h="247" extrusionOk="0">
                  <a:moveTo>
                    <a:pt x="139" y="0"/>
                  </a:moveTo>
                  <a:cubicBezTo>
                    <a:pt x="104" y="0"/>
                    <a:pt x="69" y="15"/>
                    <a:pt x="44" y="49"/>
                  </a:cubicBezTo>
                  <a:cubicBezTo>
                    <a:pt x="0" y="103"/>
                    <a:pt x="11" y="179"/>
                    <a:pt x="65" y="222"/>
                  </a:cubicBezTo>
                  <a:cubicBezTo>
                    <a:pt x="88" y="239"/>
                    <a:pt x="113" y="247"/>
                    <a:pt x="138" y="247"/>
                  </a:cubicBezTo>
                  <a:cubicBezTo>
                    <a:pt x="207" y="247"/>
                    <a:pt x="271" y="187"/>
                    <a:pt x="261" y="107"/>
                  </a:cubicBezTo>
                  <a:cubicBezTo>
                    <a:pt x="252" y="40"/>
                    <a:pt x="196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15706;p127">
              <a:extLst>
                <a:ext uri="{FF2B5EF4-FFF2-40B4-BE49-F238E27FC236}">
                  <a16:creationId xmlns:a16="http://schemas.microsoft.com/office/drawing/2014/main" id="{141B0B01-FB3D-55D4-1E1B-68B881916642}"/>
                </a:ext>
              </a:extLst>
            </p:cNvPr>
            <p:cNvSpPr/>
            <p:nvPr/>
          </p:nvSpPr>
          <p:spPr>
            <a:xfrm>
              <a:off x="2055808" y="3628438"/>
              <a:ext cx="21235" cy="19205"/>
            </a:xfrm>
            <a:custGeom>
              <a:avLst/>
              <a:gdLst/>
              <a:ahLst/>
              <a:cxnLst/>
              <a:rect l="l" t="t" r="r" b="b"/>
              <a:pathLst>
                <a:path w="272" h="246" extrusionOk="0">
                  <a:moveTo>
                    <a:pt x="138" y="0"/>
                  </a:moveTo>
                  <a:cubicBezTo>
                    <a:pt x="102" y="0"/>
                    <a:pt x="65" y="16"/>
                    <a:pt x="40" y="51"/>
                  </a:cubicBezTo>
                  <a:cubicBezTo>
                    <a:pt x="0" y="106"/>
                    <a:pt x="11" y="181"/>
                    <a:pt x="65" y="221"/>
                  </a:cubicBezTo>
                  <a:cubicBezTo>
                    <a:pt x="88" y="238"/>
                    <a:pt x="113" y="246"/>
                    <a:pt x="138" y="246"/>
                  </a:cubicBezTo>
                  <a:cubicBezTo>
                    <a:pt x="207" y="246"/>
                    <a:pt x="271" y="186"/>
                    <a:pt x="261" y="106"/>
                  </a:cubicBezTo>
                  <a:cubicBezTo>
                    <a:pt x="250" y="39"/>
                    <a:pt x="194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15707;p127">
              <a:extLst>
                <a:ext uri="{FF2B5EF4-FFF2-40B4-BE49-F238E27FC236}">
                  <a16:creationId xmlns:a16="http://schemas.microsoft.com/office/drawing/2014/main" id="{D4FB8A4E-CDD4-4979-BC80-E9B5FE4BAECA}"/>
                </a:ext>
              </a:extLst>
            </p:cNvPr>
            <p:cNvSpPr/>
            <p:nvPr/>
          </p:nvSpPr>
          <p:spPr>
            <a:xfrm>
              <a:off x="2098435" y="3725713"/>
              <a:ext cx="21157" cy="19049"/>
            </a:xfrm>
            <a:custGeom>
              <a:avLst/>
              <a:gdLst/>
              <a:ahLst/>
              <a:cxnLst/>
              <a:rect l="l" t="t" r="r" b="b"/>
              <a:pathLst>
                <a:path w="271" h="244" extrusionOk="0">
                  <a:moveTo>
                    <a:pt x="136" y="0"/>
                  </a:moveTo>
                  <a:cubicBezTo>
                    <a:pt x="101" y="0"/>
                    <a:pt x="65" y="15"/>
                    <a:pt x="40" y="49"/>
                  </a:cubicBezTo>
                  <a:cubicBezTo>
                    <a:pt x="0" y="103"/>
                    <a:pt x="11" y="179"/>
                    <a:pt x="65" y="219"/>
                  </a:cubicBezTo>
                  <a:cubicBezTo>
                    <a:pt x="88" y="236"/>
                    <a:pt x="113" y="243"/>
                    <a:pt x="138" y="243"/>
                  </a:cubicBezTo>
                  <a:cubicBezTo>
                    <a:pt x="207" y="243"/>
                    <a:pt x="270" y="183"/>
                    <a:pt x="257" y="103"/>
                  </a:cubicBezTo>
                  <a:cubicBezTo>
                    <a:pt x="248" y="39"/>
                    <a:pt x="193" y="0"/>
                    <a:pt x="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15708;p127">
              <a:extLst>
                <a:ext uri="{FF2B5EF4-FFF2-40B4-BE49-F238E27FC236}">
                  <a16:creationId xmlns:a16="http://schemas.microsoft.com/office/drawing/2014/main" id="{CD3EFEEF-9D11-2757-30FC-26AC1D2DF6CF}"/>
                </a:ext>
              </a:extLst>
            </p:cNvPr>
            <p:cNvSpPr/>
            <p:nvPr/>
          </p:nvSpPr>
          <p:spPr>
            <a:xfrm>
              <a:off x="2205626" y="3636557"/>
              <a:ext cx="21235" cy="19283"/>
            </a:xfrm>
            <a:custGeom>
              <a:avLst/>
              <a:gdLst/>
              <a:ahLst/>
              <a:cxnLst/>
              <a:rect l="l" t="t" r="r" b="b"/>
              <a:pathLst>
                <a:path w="272" h="247" extrusionOk="0">
                  <a:moveTo>
                    <a:pt x="140" y="0"/>
                  </a:moveTo>
                  <a:cubicBezTo>
                    <a:pt x="105" y="0"/>
                    <a:pt x="69" y="15"/>
                    <a:pt x="44" y="49"/>
                  </a:cubicBezTo>
                  <a:cubicBezTo>
                    <a:pt x="1" y="103"/>
                    <a:pt x="12" y="179"/>
                    <a:pt x="66" y="222"/>
                  </a:cubicBezTo>
                  <a:cubicBezTo>
                    <a:pt x="89" y="239"/>
                    <a:pt x="114" y="247"/>
                    <a:pt x="138" y="247"/>
                  </a:cubicBezTo>
                  <a:cubicBezTo>
                    <a:pt x="208" y="247"/>
                    <a:pt x="272" y="186"/>
                    <a:pt x="261" y="106"/>
                  </a:cubicBezTo>
                  <a:cubicBezTo>
                    <a:pt x="252" y="39"/>
                    <a:pt x="19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15709;p127">
              <a:extLst>
                <a:ext uri="{FF2B5EF4-FFF2-40B4-BE49-F238E27FC236}">
                  <a16:creationId xmlns:a16="http://schemas.microsoft.com/office/drawing/2014/main" id="{EFE4E162-F6A2-2698-5A16-4002B1541443}"/>
                </a:ext>
              </a:extLst>
            </p:cNvPr>
            <p:cNvSpPr/>
            <p:nvPr/>
          </p:nvSpPr>
          <p:spPr>
            <a:xfrm>
              <a:off x="1970555" y="4080543"/>
              <a:ext cx="21235" cy="19283"/>
            </a:xfrm>
            <a:custGeom>
              <a:avLst/>
              <a:gdLst/>
              <a:ahLst/>
              <a:cxnLst/>
              <a:rect l="l" t="t" r="r" b="b"/>
              <a:pathLst>
                <a:path w="272" h="247" extrusionOk="0">
                  <a:moveTo>
                    <a:pt x="139" y="0"/>
                  </a:moveTo>
                  <a:cubicBezTo>
                    <a:pt x="103" y="0"/>
                    <a:pt x="66" y="16"/>
                    <a:pt x="40" y="52"/>
                  </a:cubicBezTo>
                  <a:cubicBezTo>
                    <a:pt x="1" y="106"/>
                    <a:pt x="11" y="182"/>
                    <a:pt x="66" y="221"/>
                  </a:cubicBezTo>
                  <a:cubicBezTo>
                    <a:pt x="88" y="239"/>
                    <a:pt x="114" y="246"/>
                    <a:pt x="138" y="246"/>
                  </a:cubicBezTo>
                  <a:cubicBezTo>
                    <a:pt x="207" y="246"/>
                    <a:pt x="272" y="186"/>
                    <a:pt x="261" y="106"/>
                  </a:cubicBezTo>
                  <a:cubicBezTo>
                    <a:pt x="252" y="40"/>
                    <a:pt x="196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15710;p127">
              <a:extLst>
                <a:ext uri="{FF2B5EF4-FFF2-40B4-BE49-F238E27FC236}">
                  <a16:creationId xmlns:a16="http://schemas.microsoft.com/office/drawing/2014/main" id="{7CAFDA5F-60DB-3455-A4E2-ED6E6422F897}"/>
                </a:ext>
              </a:extLst>
            </p:cNvPr>
            <p:cNvSpPr/>
            <p:nvPr/>
          </p:nvSpPr>
          <p:spPr>
            <a:xfrm>
              <a:off x="1933002" y="3902074"/>
              <a:ext cx="21235" cy="19361"/>
            </a:xfrm>
            <a:custGeom>
              <a:avLst/>
              <a:gdLst/>
              <a:ahLst/>
              <a:cxnLst/>
              <a:rect l="l" t="t" r="r" b="b"/>
              <a:pathLst>
                <a:path w="272" h="248" extrusionOk="0">
                  <a:moveTo>
                    <a:pt x="137" y="1"/>
                  </a:moveTo>
                  <a:cubicBezTo>
                    <a:pt x="102" y="1"/>
                    <a:pt x="65" y="16"/>
                    <a:pt x="41" y="49"/>
                  </a:cubicBezTo>
                  <a:cubicBezTo>
                    <a:pt x="1" y="103"/>
                    <a:pt x="12" y="179"/>
                    <a:pt x="66" y="223"/>
                  </a:cubicBezTo>
                  <a:cubicBezTo>
                    <a:pt x="89" y="240"/>
                    <a:pt x="114" y="247"/>
                    <a:pt x="138" y="247"/>
                  </a:cubicBezTo>
                  <a:cubicBezTo>
                    <a:pt x="208" y="247"/>
                    <a:pt x="272" y="187"/>
                    <a:pt x="261" y="107"/>
                  </a:cubicBezTo>
                  <a:cubicBezTo>
                    <a:pt x="252" y="40"/>
                    <a:pt x="195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15711;p127">
              <a:extLst>
                <a:ext uri="{FF2B5EF4-FFF2-40B4-BE49-F238E27FC236}">
                  <a16:creationId xmlns:a16="http://schemas.microsoft.com/office/drawing/2014/main" id="{7B2E86BA-0F45-2221-0E92-B4E2CC7CDD7A}"/>
                </a:ext>
              </a:extLst>
            </p:cNvPr>
            <p:cNvSpPr/>
            <p:nvPr/>
          </p:nvSpPr>
          <p:spPr>
            <a:xfrm>
              <a:off x="1688640" y="4087647"/>
              <a:ext cx="649152" cy="671714"/>
            </a:xfrm>
            <a:custGeom>
              <a:avLst/>
              <a:gdLst/>
              <a:ahLst/>
              <a:cxnLst/>
              <a:rect l="l" t="t" r="r" b="b"/>
              <a:pathLst>
                <a:path w="8315" h="8604" extrusionOk="0">
                  <a:moveTo>
                    <a:pt x="94" y="188"/>
                  </a:moveTo>
                  <a:cubicBezTo>
                    <a:pt x="510" y="600"/>
                    <a:pt x="2386" y="839"/>
                    <a:pt x="4183" y="843"/>
                  </a:cubicBezTo>
                  <a:cubicBezTo>
                    <a:pt x="6124" y="843"/>
                    <a:pt x="7769" y="590"/>
                    <a:pt x="8224" y="232"/>
                  </a:cubicBezTo>
                  <a:lnTo>
                    <a:pt x="8224" y="232"/>
                  </a:lnTo>
                  <a:lnTo>
                    <a:pt x="7035" y="7870"/>
                  </a:lnTo>
                  <a:cubicBezTo>
                    <a:pt x="7035" y="7870"/>
                    <a:pt x="7035" y="7874"/>
                    <a:pt x="7035" y="7874"/>
                  </a:cubicBezTo>
                  <a:cubicBezTo>
                    <a:pt x="7035" y="8195"/>
                    <a:pt x="5882" y="8535"/>
                    <a:pt x="4165" y="8535"/>
                  </a:cubicBezTo>
                  <a:cubicBezTo>
                    <a:pt x="2444" y="8535"/>
                    <a:pt x="1291" y="8195"/>
                    <a:pt x="1291" y="7874"/>
                  </a:cubicBezTo>
                  <a:cubicBezTo>
                    <a:pt x="1291" y="7874"/>
                    <a:pt x="1291" y="7870"/>
                    <a:pt x="1291" y="7870"/>
                  </a:cubicBezTo>
                  <a:lnTo>
                    <a:pt x="94" y="188"/>
                  </a:lnTo>
                  <a:close/>
                  <a:moveTo>
                    <a:pt x="36" y="0"/>
                  </a:moveTo>
                  <a:cubicBezTo>
                    <a:pt x="15" y="0"/>
                    <a:pt x="0" y="18"/>
                    <a:pt x="4" y="36"/>
                  </a:cubicBezTo>
                  <a:lnTo>
                    <a:pt x="1226" y="7877"/>
                  </a:lnTo>
                  <a:cubicBezTo>
                    <a:pt x="1229" y="8333"/>
                    <a:pt x="2722" y="8604"/>
                    <a:pt x="4165" y="8604"/>
                  </a:cubicBezTo>
                  <a:cubicBezTo>
                    <a:pt x="5603" y="8604"/>
                    <a:pt x="7096" y="8333"/>
                    <a:pt x="7104" y="7877"/>
                  </a:cubicBezTo>
                  <a:lnTo>
                    <a:pt x="8311" y="141"/>
                  </a:lnTo>
                  <a:cubicBezTo>
                    <a:pt x="8315" y="127"/>
                    <a:pt x="8307" y="112"/>
                    <a:pt x="8293" y="105"/>
                  </a:cubicBezTo>
                  <a:cubicBezTo>
                    <a:pt x="8288" y="103"/>
                    <a:pt x="8283" y="102"/>
                    <a:pt x="8278" y="102"/>
                  </a:cubicBezTo>
                  <a:cubicBezTo>
                    <a:pt x="8268" y="102"/>
                    <a:pt x="8258" y="106"/>
                    <a:pt x="8253" y="116"/>
                  </a:cubicBezTo>
                  <a:cubicBezTo>
                    <a:pt x="7950" y="488"/>
                    <a:pt x="6203" y="774"/>
                    <a:pt x="4186" y="774"/>
                  </a:cubicBezTo>
                  <a:cubicBezTo>
                    <a:pt x="1779" y="774"/>
                    <a:pt x="119" y="387"/>
                    <a:pt x="80" y="29"/>
                  </a:cubicBezTo>
                  <a:cubicBezTo>
                    <a:pt x="76" y="11"/>
                    <a:pt x="62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15712;p127">
              <a:extLst>
                <a:ext uri="{FF2B5EF4-FFF2-40B4-BE49-F238E27FC236}">
                  <a16:creationId xmlns:a16="http://schemas.microsoft.com/office/drawing/2014/main" id="{0DCC8C85-FBD9-40C5-CAF2-53121048834F}"/>
                </a:ext>
              </a:extLst>
            </p:cNvPr>
            <p:cNvSpPr/>
            <p:nvPr/>
          </p:nvSpPr>
          <p:spPr>
            <a:xfrm>
              <a:off x="1662643" y="4052047"/>
              <a:ext cx="700522" cy="235771"/>
            </a:xfrm>
            <a:custGeom>
              <a:avLst/>
              <a:gdLst/>
              <a:ahLst/>
              <a:cxnLst/>
              <a:rect l="l" t="t" r="r" b="b"/>
              <a:pathLst>
                <a:path w="8973" h="3020" extrusionOk="0">
                  <a:moveTo>
                    <a:pt x="1" y="1"/>
                  </a:moveTo>
                  <a:lnTo>
                    <a:pt x="344" y="2387"/>
                  </a:lnTo>
                  <a:cubicBezTo>
                    <a:pt x="355" y="2459"/>
                    <a:pt x="402" y="2524"/>
                    <a:pt x="471" y="2549"/>
                  </a:cubicBezTo>
                  <a:cubicBezTo>
                    <a:pt x="1204" y="2828"/>
                    <a:pt x="2741" y="3019"/>
                    <a:pt x="4519" y="3019"/>
                  </a:cubicBezTo>
                  <a:cubicBezTo>
                    <a:pt x="6258" y="3019"/>
                    <a:pt x="7762" y="2839"/>
                    <a:pt x="8514" y="2567"/>
                  </a:cubicBezTo>
                  <a:cubicBezTo>
                    <a:pt x="8586" y="2542"/>
                    <a:pt x="8633" y="2481"/>
                    <a:pt x="8644" y="2405"/>
                  </a:cubicBezTo>
                  <a:lnTo>
                    <a:pt x="8973" y="109"/>
                  </a:lnTo>
                  <a:lnTo>
                    <a:pt x="8973" y="109"/>
                  </a:lnTo>
                  <a:cubicBezTo>
                    <a:pt x="8644" y="511"/>
                    <a:pt x="6779" y="818"/>
                    <a:pt x="4519" y="818"/>
                  </a:cubicBezTo>
                  <a:cubicBezTo>
                    <a:pt x="2058" y="818"/>
                    <a:pt x="62" y="453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15713;p127">
              <a:extLst>
                <a:ext uri="{FF2B5EF4-FFF2-40B4-BE49-F238E27FC236}">
                  <a16:creationId xmlns:a16="http://schemas.microsoft.com/office/drawing/2014/main" id="{53141D63-6DB6-3745-DF93-811D96D1075E}"/>
                </a:ext>
              </a:extLst>
            </p:cNvPr>
            <p:cNvSpPr/>
            <p:nvPr/>
          </p:nvSpPr>
          <p:spPr>
            <a:xfrm>
              <a:off x="1662643" y="4052047"/>
              <a:ext cx="700522" cy="235771"/>
            </a:xfrm>
            <a:custGeom>
              <a:avLst/>
              <a:gdLst/>
              <a:ahLst/>
              <a:cxnLst/>
              <a:rect l="l" t="t" r="r" b="b"/>
              <a:pathLst>
                <a:path w="8973" h="3020" extrusionOk="0">
                  <a:moveTo>
                    <a:pt x="4519" y="3019"/>
                  </a:moveTo>
                  <a:cubicBezTo>
                    <a:pt x="6258" y="3019"/>
                    <a:pt x="7762" y="2839"/>
                    <a:pt x="8514" y="2567"/>
                  </a:cubicBezTo>
                  <a:cubicBezTo>
                    <a:pt x="8586" y="2542"/>
                    <a:pt x="8633" y="2481"/>
                    <a:pt x="8644" y="2405"/>
                  </a:cubicBezTo>
                  <a:lnTo>
                    <a:pt x="8973" y="109"/>
                  </a:lnTo>
                  <a:cubicBezTo>
                    <a:pt x="8644" y="511"/>
                    <a:pt x="6779" y="818"/>
                    <a:pt x="4519" y="818"/>
                  </a:cubicBezTo>
                  <a:cubicBezTo>
                    <a:pt x="2058" y="818"/>
                    <a:pt x="62" y="453"/>
                    <a:pt x="11" y="1"/>
                  </a:cubicBezTo>
                  <a:lnTo>
                    <a:pt x="1" y="1"/>
                  </a:lnTo>
                  <a:lnTo>
                    <a:pt x="344" y="2387"/>
                  </a:lnTo>
                  <a:cubicBezTo>
                    <a:pt x="355" y="2459"/>
                    <a:pt x="402" y="2524"/>
                    <a:pt x="471" y="2549"/>
                  </a:cubicBezTo>
                  <a:cubicBezTo>
                    <a:pt x="1204" y="2828"/>
                    <a:pt x="2741" y="3019"/>
                    <a:pt x="4519" y="3019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3500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15714;p127">
              <a:extLst>
                <a:ext uri="{FF2B5EF4-FFF2-40B4-BE49-F238E27FC236}">
                  <a16:creationId xmlns:a16="http://schemas.microsoft.com/office/drawing/2014/main" id="{6A95DFC1-A5BD-C2ED-94F1-6904B89671F8}"/>
                </a:ext>
              </a:extLst>
            </p:cNvPr>
            <p:cNvSpPr/>
            <p:nvPr/>
          </p:nvSpPr>
          <p:spPr>
            <a:xfrm>
              <a:off x="1659832" y="4049549"/>
              <a:ext cx="706221" cy="240768"/>
            </a:xfrm>
            <a:custGeom>
              <a:avLst/>
              <a:gdLst/>
              <a:ahLst/>
              <a:cxnLst/>
              <a:rect l="l" t="t" r="r" b="b"/>
              <a:pathLst>
                <a:path w="9046" h="3084" extrusionOk="0">
                  <a:moveTo>
                    <a:pt x="94" y="188"/>
                  </a:moveTo>
                  <a:lnTo>
                    <a:pt x="94" y="188"/>
                  </a:lnTo>
                  <a:cubicBezTo>
                    <a:pt x="525" y="626"/>
                    <a:pt x="2585" y="886"/>
                    <a:pt x="4555" y="890"/>
                  </a:cubicBezTo>
                  <a:cubicBezTo>
                    <a:pt x="6677" y="890"/>
                    <a:pt x="8478" y="618"/>
                    <a:pt x="8962" y="235"/>
                  </a:cubicBezTo>
                  <a:lnTo>
                    <a:pt x="8962" y="235"/>
                  </a:lnTo>
                  <a:lnTo>
                    <a:pt x="8647" y="2433"/>
                  </a:lnTo>
                  <a:cubicBezTo>
                    <a:pt x="8640" y="2498"/>
                    <a:pt x="8597" y="2549"/>
                    <a:pt x="8539" y="2571"/>
                  </a:cubicBezTo>
                  <a:cubicBezTo>
                    <a:pt x="7762" y="2845"/>
                    <a:pt x="6233" y="3019"/>
                    <a:pt x="4555" y="3019"/>
                  </a:cubicBezTo>
                  <a:cubicBezTo>
                    <a:pt x="2827" y="3019"/>
                    <a:pt x="1280" y="2838"/>
                    <a:pt x="521" y="2552"/>
                  </a:cubicBezTo>
                  <a:cubicBezTo>
                    <a:pt x="463" y="2527"/>
                    <a:pt x="423" y="2477"/>
                    <a:pt x="416" y="2415"/>
                  </a:cubicBezTo>
                  <a:lnTo>
                    <a:pt x="94" y="188"/>
                  </a:lnTo>
                  <a:close/>
                  <a:moveTo>
                    <a:pt x="37" y="0"/>
                  </a:moveTo>
                  <a:cubicBezTo>
                    <a:pt x="26" y="0"/>
                    <a:pt x="19" y="4"/>
                    <a:pt x="11" y="11"/>
                  </a:cubicBezTo>
                  <a:cubicBezTo>
                    <a:pt x="4" y="18"/>
                    <a:pt x="0" y="29"/>
                    <a:pt x="4" y="40"/>
                  </a:cubicBezTo>
                  <a:lnTo>
                    <a:pt x="348" y="2426"/>
                  </a:lnTo>
                  <a:cubicBezTo>
                    <a:pt x="358" y="2509"/>
                    <a:pt x="416" y="2581"/>
                    <a:pt x="496" y="2614"/>
                  </a:cubicBezTo>
                  <a:cubicBezTo>
                    <a:pt x="1262" y="2903"/>
                    <a:pt x="2820" y="3084"/>
                    <a:pt x="4555" y="3084"/>
                  </a:cubicBezTo>
                  <a:cubicBezTo>
                    <a:pt x="6240" y="3084"/>
                    <a:pt x="7776" y="2914"/>
                    <a:pt x="8557" y="2632"/>
                  </a:cubicBezTo>
                  <a:cubicBezTo>
                    <a:pt x="8640" y="2603"/>
                    <a:pt x="8702" y="2531"/>
                    <a:pt x="8713" y="2440"/>
                  </a:cubicBezTo>
                  <a:lnTo>
                    <a:pt x="9042" y="149"/>
                  </a:lnTo>
                  <a:cubicBezTo>
                    <a:pt x="9045" y="134"/>
                    <a:pt x="9034" y="120"/>
                    <a:pt x="9023" y="112"/>
                  </a:cubicBezTo>
                  <a:cubicBezTo>
                    <a:pt x="9018" y="110"/>
                    <a:pt x="9013" y="109"/>
                    <a:pt x="9007" y="109"/>
                  </a:cubicBezTo>
                  <a:cubicBezTo>
                    <a:pt x="8998" y="109"/>
                    <a:pt x="8988" y="113"/>
                    <a:pt x="8984" y="120"/>
                  </a:cubicBezTo>
                  <a:cubicBezTo>
                    <a:pt x="8655" y="517"/>
                    <a:pt x="6750" y="817"/>
                    <a:pt x="4555" y="817"/>
                  </a:cubicBezTo>
                  <a:cubicBezTo>
                    <a:pt x="1848" y="817"/>
                    <a:pt x="127" y="409"/>
                    <a:pt x="80" y="29"/>
                  </a:cubicBezTo>
                  <a:cubicBezTo>
                    <a:pt x="76" y="11"/>
                    <a:pt x="62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607" name="Google Shape;15885;p129">
            <a:extLst>
              <a:ext uri="{FF2B5EF4-FFF2-40B4-BE49-F238E27FC236}">
                <a16:creationId xmlns:a16="http://schemas.microsoft.com/office/drawing/2014/main" id="{2FBC923B-5B42-07DD-29E2-097311A34D22}"/>
              </a:ext>
            </a:extLst>
          </p:cNvPr>
          <p:cNvPicPr preferRelativeResize="0"/>
          <p:nvPr/>
        </p:nvPicPr>
        <p:blipFill rotWithShape="1">
          <a:blip r:embed="rId3">
            <a:alphaModFix amt="70000"/>
          </a:blip>
          <a:srcRect l="34065" t="51700" r="34068" b="411"/>
          <a:stretch/>
        </p:blipFill>
        <p:spPr>
          <a:xfrm>
            <a:off x="341654" y="495669"/>
            <a:ext cx="1847400" cy="1850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179078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9" name="Google Shape;5599;p76"/>
          <p:cNvGrpSpPr/>
          <p:nvPr/>
        </p:nvGrpSpPr>
        <p:grpSpPr>
          <a:xfrm>
            <a:off x="5499411" y="-19"/>
            <a:ext cx="4112052" cy="1759054"/>
            <a:chOff x="2146611" y="-19"/>
            <a:chExt cx="4112052" cy="1759054"/>
          </a:xfrm>
        </p:grpSpPr>
        <p:sp>
          <p:nvSpPr>
            <p:cNvPr id="5600" name="Google Shape;5600;p76"/>
            <p:cNvSpPr/>
            <p:nvPr/>
          </p:nvSpPr>
          <p:spPr>
            <a:xfrm>
              <a:off x="2146611" y="-19"/>
              <a:ext cx="4112052" cy="1759054"/>
            </a:xfrm>
            <a:custGeom>
              <a:avLst/>
              <a:gdLst/>
              <a:ahLst/>
              <a:cxnLst/>
              <a:rect l="l" t="t" r="r" b="b"/>
              <a:pathLst>
                <a:path w="40972" h="17527" fill="none" extrusionOk="0">
                  <a:moveTo>
                    <a:pt x="0" y="1"/>
                  </a:moveTo>
                  <a:cubicBezTo>
                    <a:pt x="0" y="1"/>
                    <a:pt x="8288" y="17527"/>
                    <a:pt x="24985" y="1"/>
                  </a:cubicBezTo>
                  <a:cubicBezTo>
                    <a:pt x="24985" y="1"/>
                    <a:pt x="32563" y="9118"/>
                    <a:pt x="40972" y="6750"/>
                  </a:cubicBez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01" name="Google Shape;5601;p76"/>
            <p:cNvGrpSpPr/>
            <p:nvPr/>
          </p:nvGrpSpPr>
          <p:grpSpPr>
            <a:xfrm>
              <a:off x="2177824" y="38319"/>
              <a:ext cx="3637840" cy="812133"/>
              <a:chOff x="1877588" y="354800"/>
              <a:chExt cx="906175" cy="202300"/>
            </a:xfrm>
          </p:grpSpPr>
          <p:sp>
            <p:nvSpPr>
              <p:cNvPr id="5602" name="Google Shape;5602;p76"/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76"/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76"/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5" name="Google Shape;5605;p76"/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6" name="Google Shape;5606;p76"/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7" name="Google Shape;5607;p76"/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8" name="Google Shape;5608;p76"/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9" name="Google Shape;5609;p76"/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0" name="Google Shape;5610;p76"/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1" name="Google Shape;5611;p76"/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2" name="Google Shape;5612;p76"/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3" name="Google Shape;5613;p76"/>
              <p:cNvSpPr/>
              <p:nvPr/>
            </p:nvSpPr>
            <p:spPr>
              <a:xfrm>
                <a:off x="2479313" y="35480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4" name="Google Shape;5614;p76"/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5" name="Google Shape;5615;p76"/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6" name="Google Shape;5616;p76"/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7" name="Google Shape;5617;p76"/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8" name="Google Shape;5618;p76"/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215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19" name="Google Shape;5619;p76"/>
            <p:cNvGrpSpPr/>
            <p:nvPr/>
          </p:nvGrpSpPr>
          <p:grpSpPr>
            <a:xfrm>
              <a:off x="2177824" y="38319"/>
              <a:ext cx="3637840" cy="812133"/>
              <a:chOff x="1877588" y="354800"/>
              <a:chExt cx="906175" cy="202300"/>
            </a:xfrm>
          </p:grpSpPr>
          <p:sp>
            <p:nvSpPr>
              <p:cNvPr id="5620" name="Google Shape;5620;p76"/>
              <p:cNvSpPr/>
              <p:nvPr/>
            </p:nvSpPr>
            <p:spPr>
              <a:xfrm>
                <a:off x="1877588" y="3812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0"/>
                    </a:moveTo>
                    <a:cubicBezTo>
                      <a:pt x="160" y="0"/>
                      <a:pt x="0" y="159"/>
                      <a:pt x="0" y="355"/>
                    </a:cubicBezTo>
                    <a:cubicBezTo>
                      <a:pt x="0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1" name="Google Shape;5621;p76"/>
              <p:cNvSpPr/>
              <p:nvPr/>
            </p:nvSpPr>
            <p:spPr>
              <a:xfrm>
                <a:off x="1916063" y="431025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7" y="710"/>
                    </a:cubicBezTo>
                    <a:cubicBezTo>
                      <a:pt x="553" y="710"/>
                      <a:pt x="712" y="551"/>
                      <a:pt x="712" y="355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2" name="Google Shape;5622;p76"/>
              <p:cNvSpPr/>
              <p:nvPr/>
            </p:nvSpPr>
            <p:spPr>
              <a:xfrm>
                <a:off x="1959763" y="473200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59" y="0"/>
                      <a:pt x="1" y="160"/>
                      <a:pt x="1" y="356"/>
                    </a:cubicBezTo>
                    <a:cubicBezTo>
                      <a:pt x="1" y="553"/>
                      <a:pt x="159" y="712"/>
                      <a:pt x="356" y="712"/>
                    </a:cubicBezTo>
                    <a:cubicBezTo>
                      <a:pt x="552" y="712"/>
                      <a:pt x="711" y="553"/>
                      <a:pt x="711" y="356"/>
                    </a:cubicBezTo>
                    <a:cubicBezTo>
                      <a:pt x="711" y="160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3" name="Google Shape;5623;p76"/>
              <p:cNvSpPr/>
              <p:nvPr/>
            </p:nvSpPr>
            <p:spPr>
              <a:xfrm>
                <a:off x="2009088" y="50527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3"/>
                      <a:pt x="160" y="712"/>
                      <a:pt x="356" y="712"/>
                    </a:cubicBezTo>
                    <a:cubicBezTo>
                      <a:pt x="552" y="712"/>
                      <a:pt x="711" y="553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4" name="Google Shape;5624;p76"/>
              <p:cNvSpPr/>
              <p:nvPr/>
            </p:nvSpPr>
            <p:spPr>
              <a:xfrm>
                <a:off x="2063838" y="529450"/>
                <a:ext cx="178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2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2"/>
                      <a:pt x="160" y="712"/>
                      <a:pt x="356" y="712"/>
                    </a:cubicBezTo>
                    <a:cubicBezTo>
                      <a:pt x="553" y="712"/>
                      <a:pt x="712" y="552"/>
                      <a:pt x="712" y="355"/>
                    </a:cubicBezTo>
                    <a:cubicBezTo>
                      <a:pt x="712" y="159"/>
                      <a:pt x="553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5" name="Google Shape;5625;p76"/>
              <p:cNvSpPr/>
              <p:nvPr/>
            </p:nvSpPr>
            <p:spPr>
              <a:xfrm>
                <a:off x="2127988" y="53932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6" name="Google Shape;5626;p76"/>
              <p:cNvSpPr/>
              <p:nvPr/>
            </p:nvSpPr>
            <p:spPr>
              <a:xfrm>
                <a:off x="2194613" y="53390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7" name="Google Shape;5627;p76"/>
              <p:cNvSpPr/>
              <p:nvPr/>
            </p:nvSpPr>
            <p:spPr>
              <a:xfrm>
                <a:off x="2255288" y="515625"/>
                <a:ext cx="17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8" name="Google Shape;5628;p76"/>
              <p:cNvSpPr/>
              <p:nvPr/>
            </p:nvSpPr>
            <p:spPr>
              <a:xfrm>
                <a:off x="2317463" y="485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9" name="Google Shape;5629;p76"/>
              <p:cNvSpPr/>
              <p:nvPr/>
            </p:nvSpPr>
            <p:spPr>
              <a:xfrm>
                <a:off x="2375188" y="447550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1"/>
                      <a:pt x="356" y="711"/>
                    </a:cubicBezTo>
                    <a:cubicBezTo>
                      <a:pt x="552" y="711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0" name="Google Shape;5630;p76"/>
              <p:cNvSpPr/>
              <p:nvPr/>
            </p:nvSpPr>
            <p:spPr>
              <a:xfrm>
                <a:off x="2428463" y="403150"/>
                <a:ext cx="1782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1" extrusionOk="0">
                    <a:moveTo>
                      <a:pt x="357" y="0"/>
                    </a:moveTo>
                    <a:cubicBezTo>
                      <a:pt x="160" y="0"/>
                      <a:pt x="1" y="159"/>
                      <a:pt x="1" y="356"/>
                    </a:cubicBezTo>
                    <a:cubicBezTo>
                      <a:pt x="1" y="552"/>
                      <a:pt x="160" y="711"/>
                      <a:pt x="357" y="711"/>
                    </a:cubicBezTo>
                    <a:cubicBezTo>
                      <a:pt x="553" y="711"/>
                      <a:pt x="712" y="552"/>
                      <a:pt x="712" y="356"/>
                    </a:cubicBezTo>
                    <a:cubicBezTo>
                      <a:pt x="712" y="159"/>
                      <a:pt x="553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1" name="Google Shape;5631;p76"/>
              <p:cNvSpPr/>
              <p:nvPr/>
            </p:nvSpPr>
            <p:spPr>
              <a:xfrm>
                <a:off x="2479313" y="354800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1"/>
                    </a:moveTo>
                    <a:cubicBezTo>
                      <a:pt x="159" y="1"/>
                      <a:pt x="0" y="159"/>
                      <a:pt x="0" y="356"/>
                    </a:cubicBezTo>
                    <a:cubicBezTo>
                      <a:pt x="0" y="552"/>
                      <a:pt x="159" y="711"/>
                      <a:pt x="355" y="711"/>
                    </a:cubicBezTo>
                    <a:cubicBezTo>
                      <a:pt x="551" y="711"/>
                      <a:pt x="711" y="552"/>
                      <a:pt x="711" y="356"/>
                    </a:cubicBezTo>
                    <a:cubicBezTo>
                      <a:pt x="711" y="159"/>
                      <a:pt x="551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2" name="Google Shape;5632;p76"/>
              <p:cNvSpPr/>
              <p:nvPr/>
            </p:nvSpPr>
            <p:spPr>
              <a:xfrm>
                <a:off x="2530613" y="393775"/>
                <a:ext cx="1780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1" extrusionOk="0">
                    <a:moveTo>
                      <a:pt x="356" y="0"/>
                    </a:moveTo>
                    <a:cubicBezTo>
                      <a:pt x="160" y="0"/>
                      <a:pt x="1" y="159"/>
                      <a:pt x="1" y="355"/>
                    </a:cubicBezTo>
                    <a:cubicBezTo>
                      <a:pt x="1" y="551"/>
                      <a:pt x="160" y="710"/>
                      <a:pt x="356" y="710"/>
                    </a:cubicBezTo>
                    <a:cubicBezTo>
                      <a:pt x="552" y="710"/>
                      <a:pt x="711" y="551"/>
                      <a:pt x="711" y="355"/>
                    </a:cubicBezTo>
                    <a:cubicBezTo>
                      <a:pt x="711" y="159"/>
                      <a:pt x="552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3" name="Google Shape;5633;p76"/>
              <p:cNvSpPr/>
              <p:nvPr/>
            </p:nvSpPr>
            <p:spPr>
              <a:xfrm>
                <a:off x="2580963" y="435225"/>
                <a:ext cx="17775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11" extrusionOk="0">
                    <a:moveTo>
                      <a:pt x="355" y="0"/>
                    </a:moveTo>
                    <a:cubicBezTo>
                      <a:pt x="159" y="0"/>
                      <a:pt x="0" y="159"/>
                      <a:pt x="0" y="355"/>
                    </a:cubicBezTo>
                    <a:cubicBezTo>
                      <a:pt x="0" y="551"/>
                      <a:pt x="159" y="711"/>
                      <a:pt x="355" y="711"/>
                    </a:cubicBezTo>
                    <a:cubicBezTo>
                      <a:pt x="551" y="711"/>
                      <a:pt x="710" y="551"/>
                      <a:pt x="710" y="355"/>
                    </a:cubicBezTo>
                    <a:cubicBezTo>
                      <a:pt x="710" y="159"/>
                      <a:pt x="551" y="0"/>
                      <a:pt x="3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4" name="Google Shape;5634;p76"/>
              <p:cNvSpPr/>
              <p:nvPr/>
            </p:nvSpPr>
            <p:spPr>
              <a:xfrm>
                <a:off x="2641613" y="474175"/>
                <a:ext cx="178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3" extrusionOk="0">
                    <a:moveTo>
                      <a:pt x="357" y="1"/>
                    </a:moveTo>
                    <a:cubicBezTo>
                      <a:pt x="160" y="1"/>
                      <a:pt x="1" y="160"/>
                      <a:pt x="1" y="357"/>
                    </a:cubicBezTo>
                    <a:cubicBezTo>
                      <a:pt x="1" y="553"/>
                      <a:pt x="160" y="712"/>
                      <a:pt x="357" y="712"/>
                    </a:cubicBezTo>
                    <a:cubicBezTo>
                      <a:pt x="553" y="712"/>
                      <a:pt x="712" y="553"/>
                      <a:pt x="712" y="357"/>
                    </a:cubicBezTo>
                    <a:cubicBezTo>
                      <a:pt x="712" y="160"/>
                      <a:pt x="553" y="1"/>
                      <a:pt x="3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5" name="Google Shape;5635;p76"/>
              <p:cNvSpPr/>
              <p:nvPr/>
            </p:nvSpPr>
            <p:spPr>
              <a:xfrm>
                <a:off x="2703288" y="503300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60" y="1"/>
                      <a:pt x="1" y="160"/>
                      <a:pt x="1" y="356"/>
                    </a:cubicBezTo>
                    <a:cubicBezTo>
                      <a:pt x="1" y="552"/>
                      <a:pt x="160" y="711"/>
                      <a:pt x="356" y="711"/>
                    </a:cubicBezTo>
                    <a:cubicBezTo>
                      <a:pt x="553" y="711"/>
                      <a:pt x="711" y="552"/>
                      <a:pt x="711" y="356"/>
                    </a:cubicBezTo>
                    <a:cubicBezTo>
                      <a:pt x="711" y="160"/>
                      <a:pt x="553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6" name="Google Shape;5636;p76"/>
              <p:cNvSpPr/>
              <p:nvPr/>
            </p:nvSpPr>
            <p:spPr>
              <a:xfrm>
                <a:off x="2765963" y="519575"/>
                <a:ext cx="178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2" extrusionOk="0">
                    <a:moveTo>
                      <a:pt x="356" y="1"/>
                    </a:moveTo>
                    <a:cubicBezTo>
                      <a:pt x="159" y="1"/>
                      <a:pt x="0" y="160"/>
                      <a:pt x="0" y="356"/>
                    </a:cubicBezTo>
                    <a:cubicBezTo>
                      <a:pt x="0" y="552"/>
                      <a:pt x="159" y="711"/>
                      <a:pt x="356" y="711"/>
                    </a:cubicBezTo>
                    <a:cubicBezTo>
                      <a:pt x="552" y="711"/>
                      <a:pt x="711" y="552"/>
                      <a:pt x="711" y="356"/>
                    </a:cubicBezTo>
                    <a:cubicBezTo>
                      <a:pt x="711" y="160"/>
                      <a:pt x="552" y="1"/>
                      <a:pt x="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9525" dir="8640000" algn="bl" rotWithShape="0">
                  <a:schemeClr val="l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637" name="Google Shape;5637;p76"/>
          <p:cNvSpPr/>
          <p:nvPr/>
        </p:nvSpPr>
        <p:spPr>
          <a:xfrm>
            <a:off x="0" y="4227625"/>
            <a:ext cx="9144000" cy="9159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619866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0" name="Google Shape;5640;p76"/>
          <p:cNvSpPr txBox="1">
            <a:spLocks noGrp="1"/>
          </p:cNvSpPr>
          <p:nvPr>
            <p:ph type="title"/>
          </p:nvPr>
        </p:nvSpPr>
        <p:spPr>
          <a:xfrm>
            <a:off x="727150" y="1327186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Realisation Du Projet</a:t>
            </a:r>
            <a:endParaRPr sz="3200" dirty="0"/>
          </a:p>
        </p:txBody>
      </p:sp>
      <p:sp>
        <p:nvSpPr>
          <p:cNvPr id="5645" name="Google Shape;5645;p76"/>
          <p:cNvSpPr/>
          <p:nvPr/>
        </p:nvSpPr>
        <p:spPr>
          <a:xfrm>
            <a:off x="727150" y="1679994"/>
            <a:ext cx="831900" cy="831900"/>
          </a:xfrm>
          <a:prstGeom prst="ellipse">
            <a:avLst/>
          </a:prstGeom>
          <a:gradFill>
            <a:gsLst>
              <a:gs pos="0">
                <a:schemeClr val="accent2"/>
              </a:gs>
              <a:gs pos="50000">
                <a:schemeClr val="accent3"/>
              </a:gs>
              <a:gs pos="100000">
                <a:schemeClr val="accent1"/>
              </a:gs>
            </a:gsLst>
            <a:lin ang="18900732" scaled="0"/>
          </a:gradFill>
          <a:ln>
            <a:noFill/>
          </a:ln>
        </p:spPr>
        <p:txBody>
          <a:bodyPr spcFirstLastPara="1" wrap="square" lIns="857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5646" name="Google Shape;5646;p76"/>
          <p:cNvSpPr txBox="1"/>
          <p:nvPr/>
        </p:nvSpPr>
        <p:spPr>
          <a:xfrm>
            <a:off x="2396243" y="4632563"/>
            <a:ext cx="2514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0:00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7" name="Google Shape;5647;p76"/>
          <p:cNvSpPr txBox="1"/>
          <p:nvPr/>
        </p:nvSpPr>
        <p:spPr>
          <a:xfrm>
            <a:off x="8151450" y="4632563"/>
            <a:ext cx="2514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3:15</a:t>
            </a:r>
            <a:endParaRPr sz="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648" name="Google Shape;5648;p76"/>
          <p:cNvGrpSpPr/>
          <p:nvPr/>
        </p:nvGrpSpPr>
        <p:grpSpPr>
          <a:xfrm>
            <a:off x="3904842" y="4347719"/>
            <a:ext cx="2622217" cy="251415"/>
            <a:chOff x="3904842" y="4423919"/>
            <a:chExt cx="2622217" cy="251415"/>
          </a:xfrm>
        </p:grpSpPr>
        <p:sp>
          <p:nvSpPr>
            <p:cNvPr id="5649" name="Google Shape;5649;p76"/>
            <p:cNvSpPr/>
            <p:nvPr/>
          </p:nvSpPr>
          <p:spPr>
            <a:xfrm>
              <a:off x="3904842" y="4504954"/>
              <a:ext cx="115200" cy="88562"/>
            </a:xfrm>
            <a:custGeom>
              <a:avLst/>
              <a:gdLst/>
              <a:ahLst/>
              <a:cxnLst/>
              <a:rect l="l" t="t" r="r" b="b"/>
              <a:pathLst>
                <a:path w="17930" h="13784" extrusionOk="0">
                  <a:moveTo>
                    <a:pt x="12887" y="1"/>
                  </a:moveTo>
                  <a:cubicBezTo>
                    <a:pt x="11206" y="1"/>
                    <a:pt x="9861" y="897"/>
                    <a:pt x="8965" y="2018"/>
                  </a:cubicBezTo>
                  <a:cubicBezTo>
                    <a:pt x="7956" y="897"/>
                    <a:pt x="6612" y="1"/>
                    <a:pt x="5043" y="1"/>
                  </a:cubicBezTo>
                  <a:cubicBezTo>
                    <a:pt x="2241" y="1"/>
                    <a:pt x="0" y="2242"/>
                    <a:pt x="0" y="5043"/>
                  </a:cubicBezTo>
                  <a:cubicBezTo>
                    <a:pt x="0" y="6500"/>
                    <a:pt x="560" y="7733"/>
                    <a:pt x="1457" y="8517"/>
                  </a:cubicBezTo>
                  <a:cubicBezTo>
                    <a:pt x="2241" y="9413"/>
                    <a:pt x="5603" y="12103"/>
                    <a:pt x="8853" y="13784"/>
                  </a:cubicBezTo>
                  <a:cubicBezTo>
                    <a:pt x="11766" y="11879"/>
                    <a:pt x="15464" y="9413"/>
                    <a:pt x="16249" y="8517"/>
                  </a:cubicBezTo>
                  <a:cubicBezTo>
                    <a:pt x="17257" y="7733"/>
                    <a:pt x="17817" y="6276"/>
                    <a:pt x="17817" y="4931"/>
                  </a:cubicBezTo>
                  <a:cubicBezTo>
                    <a:pt x="17929" y="2242"/>
                    <a:pt x="15688" y="1"/>
                    <a:pt x="12887" y="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50" name="Google Shape;5650;p76"/>
            <p:cNvGrpSpPr/>
            <p:nvPr/>
          </p:nvGrpSpPr>
          <p:grpSpPr>
            <a:xfrm>
              <a:off x="6431294" y="4501391"/>
              <a:ext cx="95765" cy="95765"/>
              <a:chOff x="5925100" y="2102500"/>
              <a:chExt cx="372625" cy="372625"/>
            </a:xfrm>
          </p:grpSpPr>
          <p:sp>
            <p:nvSpPr>
              <p:cNvPr id="5651" name="Google Shape;5651;p76"/>
              <p:cNvSpPr/>
              <p:nvPr/>
            </p:nvSpPr>
            <p:spPr>
              <a:xfrm>
                <a:off x="5925100" y="2102500"/>
                <a:ext cx="372625" cy="372625"/>
              </a:xfrm>
              <a:custGeom>
                <a:avLst/>
                <a:gdLst/>
                <a:ahLst/>
                <a:cxnLst/>
                <a:rect l="l" t="t" r="r" b="b"/>
                <a:pathLst>
                  <a:path w="14905" h="14905" extrusionOk="0">
                    <a:moveTo>
                      <a:pt x="14904" y="7396"/>
                    </a:moveTo>
                    <a:cubicBezTo>
                      <a:pt x="14904" y="11542"/>
                      <a:pt x="11542" y="14904"/>
                      <a:pt x="7396" y="14904"/>
                    </a:cubicBezTo>
                    <a:cubicBezTo>
                      <a:pt x="3362" y="14904"/>
                      <a:pt x="0" y="11542"/>
                      <a:pt x="0" y="7396"/>
                    </a:cubicBezTo>
                    <a:cubicBezTo>
                      <a:pt x="0" y="3362"/>
                      <a:pt x="3362" y="0"/>
                      <a:pt x="7396" y="0"/>
                    </a:cubicBezTo>
                    <a:cubicBezTo>
                      <a:pt x="11542" y="0"/>
                      <a:pt x="14904" y="3362"/>
                      <a:pt x="14904" y="73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2" name="Google Shape;5652;p76"/>
              <p:cNvSpPr/>
              <p:nvPr/>
            </p:nvSpPr>
            <p:spPr>
              <a:xfrm>
                <a:off x="6110000" y="2214550"/>
                <a:ext cx="25" cy="1513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052" fill="none" extrusionOk="0">
                    <a:moveTo>
                      <a:pt x="0" y="1"/>
                    </a:moveTo>
                    <a:lnTo>
                      <a:pt x="0" y="6052"/>
                    </a:lnTo>
                  </a:path>
                </a:pathLst>
              </a:custGeom>
              <a:gradFill>
                <a:gsLst>
                  <a:gs pos="0">
                    <a:srgbClr val="17166F"/>
                  </a:gs>
                  <a:gs pos="100000">
                    <a:srgbClr val="010101"/>
                  </a:gs>
                </a:gsLst>
                <a:lin ang="5400012" scaled="0"/>
              </a:gradFill>
              <a:ln w="9525" cap="flat" cmpd="sng">
                <a:solidFill>
                  <a:srgbClr val="2A2747"/>
                </a:solidFill>
                <a:prstDash val="solid"/>
                <a:miter lim="11205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3" name="Google Shape;5653;p76"/>
              <p:cNvSpPr/>
              <p:nvPr/>
            </p:nvSpPr>
            <p:spPr>
              <a:xfrm>
                <a:off x="6034350" y="2287400"/>
                <a:ext cx="1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052" h="1" fill="none" extrusionOk="0">
                    <a:moveTo>
                      <a:pt x="6052" y="0"/>
                    </a:moveTo>
                    <a:lnTo>
                      <a:pt x="1" y="0"/>
                    </a:lnTo>
                  </a:path>
                </a:pathLst>
              </a:custGeom>
              <a:gradFill>
                <a:gsLst>
                  <a:gs pos="0">
                    <a:srgbClr val="17166F"/>
                  </a:gs>
                  <a:gs pos="100000">
                    <a:srgbClr val="010101"/>
                  </a:gs>
                </a:gsLst>
                <a:lin ang="5400012" scaled="0"/>
              </a:gradFill>
              <a:ln w="9525" cap="flat" cmpd="sng">
                <a:solidFill>
                  <a:srgbClr val="2A2747"/>
                </a:solidFill>
                <a:prstDash val="solid"/>
                <a:miter lim="11205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54" name="Google Shape;5654;p76"/>
            <p:cNvGrpSpPr/>
            <p:nvPr/>
          </p:nvGrpSpPr>
          <p:grpSpPr>
            <a:xfrm>
              <a:off x="5100324" y="4423919"/>
              <a:ext cx="251415" cy="251415"/>
              <a:chOff x="5664289" y="4604097"/>
              <a:chExt cx="302399" cy="302399"/>
            </a:xfrm>
          </p:grpSpPr>
          <p:sp>
            <p:nvSpPr>
              <p:cNvPr id="5655" name="Google Shape;5655;p76"/>
              <p:cNvSpPr/>
              <p:nvPr/>
            </p:nvSpPr>
            <p:spPr>
              <a:xfrm>
                <a:off x="5664289" y="4604097"/>
                <a:ext cx="302399" cy="302399"/>
              </a:xfrm>
              <a:custGeom>
                <a:avLst/>
                <a:gdLst/>
                <a:ahLst/>
                <a:cxnLst/>
                <a:rect l="l" t="t" r="r" b="b"/>
                <a:pathLst>
                  <a:path w="47066" h="47066" extrusionOk="0">
                    <a:moveTo>
                      <a:pt x="47066" y="23533"/>
                    </a:moveTo>
                    <a:cubicBezTo>
                      <a:pt x="47066" y="36532"/>
                      <a:pt x="36532" y="47065"/>
                      <a:pt x="23533" y="47065"/>
                    </a:cubicBezTo>
                    <a:cubicBezTo>
                      <a:pt x="10534" y="47065"/>
                      <a:pt x="1" y="36532"/>
                      <a:pt x="1" y="23533"/>
                    </a:cubicBezTo>
                    <a:cubicBezTo>
                      <a:pt x="1" y="10534"/>
                      <a:pt x="10534" y="1"/>
                      <a:pt x="23533" y="1"/>
                    </a:cubicBezTo>
                    <a:cubicBezTo>
                      <a:pt x="36532" y="1"/>
                      <a:pt x="47066" y="10534"/>
                      <a:pt x="47066" y="235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545791"/>
                  </a:gs>
                  <a:gs pos="100000">
                    <a:srgbClr val="D88794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6" name="Google Shape;5656;p76"/>
              <p:cNvSpPr/>
              <p:nvPr/>
            </p:nvSpPr>
            <p:spPr>
              <a:xfrm>
                <a:off x="5787402" y="4712088"/>
                <a:ext cx="89288" cy="102961"/>
              </a:xfrm>
              <a:custGeom>
                <a:avLst/>
                <a:gdLst/>
                <a:ahLst/>
                <a:cxnLst/>
                <a:rect l="l" t="t" r="r" b="b"/>
                <a:pathLst>
                  <a:path w="13897" h="16025" extrusionOk="0">
                    <a:moveTo>
                      <a:pt x="1" y="1"/>
                    </a:moveTo>
                    <a:lnTo>
                      <a:pt x="1" y="16025"/>
                    </a:lnTo>
                    <a:lnTo>
                      <a:pt x="13896" y="80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57" name="Google Shape;5657;p76"/>
            <p:cNvGrpSpPr/>
            <p:nvPr/>
          </p:nvGrpSpPr>
          <p:grpSpPr>
            <a:xfrm>
              <a:off x="5818136" y="4515070"/>
              <a:ext cx="70559" cy="69120"/>
              <a:chOff x="6341136" y="4613307"/>
              <a:chExt cx="70559" cy="69120"/>
            </a:xfrm>
          </p:grpSpPr>
          <p:sp>
            <p:nvSpPr>
              <p:cNvPr id="5658" name="Google Shape;5658;p76">
                <a:hlinkClick r:id="" action="ppaction://hlinkshowjump?jump=nextslide"/>
              </p:cNvPr>
              <p:cNvSpPr/>
              <p:nvPr/>
            </p:nvSpPr>
            <p:spPr>
              <a:xfrm>
                <a:off x="6341136" y="4613307"/>
                <a:ext cx="60485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414" h="10758" extrusionOk="0">
                    <a:moveTo>
                      <a:pt x="0" y="0"/>
                    </a:moveTo>
                    <a:lnTo>
                      <a:pt x="0" y="10758"/>
                    </a:lnTo>
                    <a:lnTo>
                      <a:pt x="9413" y="52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9" name="Google Shape;5659;p76">
                <a:hlinkClick r:id="" action="ppaction://hlinkshowjump?jump=nextslide"/>
              </p:cNvPr>
              <p:cNvSpPr/>
              <p:nvPr/>
            </p:nvSpPr>
            <p:spPr>
              <a:xfrm>
                <a:off x="6399450" y="4613307"/>
                <a:ext cx="12246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0758" extrusionOk="0">
                    <a:moveTo>
                      <a:pt x="1" y="0"/>
                    </a:moveTo>
                    <a:lnTo>
                      <a:pt x="1" y="10758"/>
                    </a:lnTo>
                    <a:lnTo>
                      <a:pt x="1906" y="10758"/>
                    </a:lnTo>
                    <a:lnTo>
                      <a:pt x="19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60" name="Google Shape;5660;p76"/>
            <p:cNvGrpSpPr/>
            <p:nvPr/>
          </p:nvGrpSpPr>
          <p:grpSpPr>
            <a:xfrm>
              <a:off x="4562640" y="4515070"/>
              <a:ext cx="71285" cy="69120"/>
              <a:chOff x="5085640" y="4613307"/>
              <a:chExt cx="71285" cy="69120"/>
            </a:xfrm>
          </p:grpSpPr>
          <p:sp>
            <p:nvSpPr>
              <p:cNvPr id="5661" name="Google Shape;5661;p76">
                <a:hlinkClick r:id="" action="ppaction://hlinkshowjump?jump=previousslide"/>
              </p:cNvPr>
              <p:cNvSpPr/>
              <p:nvPr/>
            </p:nvSpPr>
            <p:spPr>
              <a:xfrm>
                <a:off x="5085640" y="4613307"/>
                <a:ext cx="12966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0758" extrusionOk="0">
                    <a:moveTo>
                      <a:pt x="0" y="0"/>
                    </a:moveTo>
                    <a:lnTo>
                      <a:pt x="0" y="10758"/>
                    </a:lnTo>
                    <a:lnTo>
                      <a:pt x="2017" y="10758"/>
                    </a:lnTo>
                    <a:lnTo>
                      <a:pt x="2017" y="0"/>
                    </a:lnTo>
                    <a:close/>
                  </a:path>
                </a:pathLst>
              </a:custGeom>
              <a:gradFill>
                <a:gsLst>
                  <a:gs pos="0">
                    <a:srgbClr val="17166F"/>
                  </a:gs>
                  <a:gs pos="100000">
                    <a:srgbClr val="01010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2" name="Google Shape;5662;p76">
                <a:hlinkClick r:id="" action="ppaction://hlinkshowjump?jump=previousslide"/>
              </p:cNvPr>
              <p:cNvSpPr/>
              <p:nvPr/>
            </p:nvSpPr>
            <p:spPr>
              <a:xfrm>
                <a:off x="5096440" y="4613307"/>
                <a:ext cx="60485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414" h="10758" extrusionOk="0">
                    <a:moveTo>
                      <a:pt x="9413" y="0"/>
                    </a:moveTo>
                    <a:lnTo>
                      <a:pt x="0" y="5267"/>
                    </a:lnTo>
                    <a:lnTo>
                      <a:pt x="9413" y="10758"/>
                    </a:lnTo>
                    <a:lnTo>
                      <a:pt x="94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663" name="Google Shape;5663;p76"/>
          <p:cNvCxnSpPr>
            <a:endCxn id="5664" idx="6"/>
          </p:cNvCxnSpPr>
          <p:nvPr/>
        </p:nvCxnSpPr>
        <p:spPr>
          <a:xfrm rot="10800000" flipH="1">
            <a:off x="2396547" y="4841288"/>
            <a:ext cx="89100" cy="2100"/>
          </a:xfrm>
          <a:prstGeom prst="straightConnector1">
            <a:avLst/>
          </a:prstGeom>
          <a:noFill/>
          <a:ln w="28575" cap="flat" cmpd="sng">
            <a:solidFill>
              <a:srgbClr val="88C59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64" name="Google Shape;5664;p76"/>
          <p:cNvSpPr/>
          <p:nvPr/>
        </p:nvSpPr>
        <p:spPr>
          <a:xfrm>
            <a:off x="2396247" y="4796588"/>
            <a:ext cx="89400" cy="89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5" name="Google Shape;5665;p76"/>
          <p:cNvSpPr/>
          <p:nvPr/>
        </p:nvSpPr>
        <p:spPr>
          <a:xfrm flipH="1">
            <a:off x="7584950" y="3113125"/>
            <a:ext cx="831900" cy="831900"/>
          </a:xfrm>
          <a:prstGeom prst="ellipse">
            <a:avLst/>
          </a:prstGeom>
          <a:gradFill>
            <a:gsLst>
              <a:gs pos="0">
                <a:schemeClr val="accent2"/>
              </a:gs>
              <a:gs pos="50000">
                <a:schemeClr val="accent3"/>
              </a:gs>
              <a:gs pos="100000">
                <a:schemeClr val="accent1"/>
              </a:gs>
            </a:gsLst>
            <a:lin ang="18900732" scaled="0"/>
          </a:gradFill>
          <a:ln>
            <a:noFill/>
          </a:ln>
        </p:spPr>
        <p:txBody>
          <a:bodyPr spcFirstLastPara="1" wrap="square" lIns="857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5666" name="Google Shape;5666;p76"/>
          <p:cNvSpPr txBox="1">
            <a:spLocks noGrp="1"/>
          </p:cNvSpPr>
          <p:nvPr>
            <p:ph type="subTitle" idx="4"/>
          </p:nvPr>
        </p:nvSpPr>
        <p:spPr>
          <a:xfrm>
            <a:off x="1013100" y="4428049"/>
            <a:ext cx="1216800" cy="21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Artist name</a:t>
            </a:r>
            <a:endParaRPr b="1"/>
          </a:p>
        </p:txBody>
      </p:sp>
      <p:sp>
        <p:nvSpPr>
          <p:cNvPr id="5667" name="Google Shape;5667;p76"/>
          <p:cNvSpPr/>
          <p:nvPr/>
        </p:nvSpPr>
        <p:spPr>
          <a:xfrm>
            <a:off x="2422425" y="4827050"/>
            <a:ext cx="5980500" cy="28500"/>
          </a:xfrm>
          <a:prstGeom prst="rect">
            <a:avLst/>
          </a:prstGeom>
          <a:solidFill>
            <a:schemeClr val="dk1">
              <a:alpha val="392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8" name="Google Shape;5668;p76"/>
          <p:cNvSpPr/>
          <p:nvPr/>
        </p:nvSpPr>
        <p:spPr>
          <a:xfrm>
            <a:off x="438025" y="4414700"/>
            <a:ext cx="473100" cy="473100"/>
          </a:xfrm>
          <a:prstGeom prst="roundRect">
            <a:avLst>
              <a:gd name="adj" fmla="val 16667"/>
            </a:avLst>
          </a:prstGeom>
          <a:solidFill>
            <a:schemeClr val="dk1">
              <a:alpha val="392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9" name="Google Shape;5669;p76"/>
          <p:cNvSpPr/>
          <p:nvPr/>
        </p:nvSpPr>
        <p:spPr>
          <a:xfrm>
            <a:off x="502376" y="4479064"/>
            <a:ext cx="344400" cy="344400"/>
          </a:xfrm>
          <a:prstGeom prst="star12">
            <a:avLst>
              <a:gd name="adj" fmla="val 22821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619866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0" name="Google Shape;5670;p76"/>
          <p:cNvSpPr txBox="1">
            <a:spLocks noGrp="1"/>
          </p:cNvSpPr>
          <p:nvPr>
            <p:ph type="subTitle" idx="4"/>
          </p:nvPr>
        </p:nvSpPr>
        <p:spPr>
          <a:xfrm>
            <a:off x="1013100" y="4656649"/>
            <a:ext cx="1216800" cy="21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Song name</a:t>
            </a:r>
            <a:endParaRPr sz="1200"/>
          </a:p>
        </p:txBody>
      </p:sp>
      <p:grpSp>
        <p:nvGrpSpPr>
          <p:cNvPr id="5671" name="Google Shape;5671;p76"/>
          <p:cNvGrpSpPr/>
          <p:nvPr/>
        </p:nvGrpSpPr>
        <p:grpSpPr>
          <a:xfrm>
            <a:off x="967425" y="1961256"/>
            <a:ext cx="351350" cy="269375"/>
            <a:chOff x="3264900" y="1783125"/>
            <a:chExt cx="351350" cy="269375"/>
          </a:xfrm>
        </p:grpSpPr>
        <p:sp>
          <p:nvSpPr>
            <p:cNvPr id="5672" name="Google Shape;5672;p76"/>
            <p:cNvSpPr/>
            <p:nvPr/>
          </p:nvSpPr>
          <p:spPr>
            <a:xfrm>
              <a:off x="3264900" y="1783125"/>
              <a:ext cx="351350" cy="269375"/>
            </a:xfrm>
            <a:custGeom>
              <a:avLst/>
              <a:gdLst/>
              <a:ahLst/>
              <a:cxnLst/>
              <a:rect l="l" t="t" r="r" b="b"/>
              <a:pathLst>
                <a:path w="14054" h="10775" extrusionOk="0">
                  <a:moveTo>
                    <a:pt x="10841" y="549"/>
                  </a:moveTo>
                  <a:lnTo>
                    <a:pt x="10207" y="2380"/>
                  </a:lnTo>
                  <a:lnTo>
                    <a:pt x="3846" y="2380"/>
                  </a:lnTo>
                  <a:lnTo>
                    <a:pt x="3213" y="549"/>
                  </a:lnTo>
                  <a:close/>
                  <a:moveTo>
                    <a:pt x="13240" y="549"/>
                  </a:moveTo>
                  <a:cubicBezTo>
                    <a:pt x="13384" y="549"/>
                    <a:pt x="13504" y="670"/>
                    <a:pt x="13504" y="813"/>
                  </a:cubicBezTo>
                  <a:lnTo>
                    <a:pt x="13504" y="9960"/>
                  </a:lnTo>
                  <a:cubicBezTo>
                    <a:pt x="13504" y="10106"/>
                    <a:pt x="13387" y="10225"/>
                    <a:pt x="13240" y="10225"/>
                  </a:cubicBezTo>
                  <a:lnTo>
                    <a:pt x="813" y="10225"/>
                  </a:lnTo>
                  <a:cubicBezTo>
                    <a:pt x="670" y="10225"/>
                    <a:pt x="549" y="10103"/>
                    <a:pt x="549" y="9960"/>
                  </a:cubicBezTo>
                  <a:lnTo>
                    <a:pt x="549" y="813"/>
                  </a:lnTo>
                  <a:cubicBezTo>
                    <a:pt x="549" y="668"/>
                    <a:pt x="667" y="549"/>
                    <a:pt x="813" y="549"/>
                  </a:cubicBezTo>
                  <a:lnTo>
                    <a:pt x="2631" y="549"/>
                  </a:lnTo>
                  <a:lnTo>
                    <a:pt x="3392" y="2745"/>
                  </a:lnTo>
                  <a:cubicBezTo>
                    <a:pt x="3429" y="2856"/>
                    <a:pt x="3533" y="2931"/>
                    <a:pt x="3651" y="2931"/>
                  </a:cubicBezTo>
                  <a:lnTo>
                    <a:pt x="10403" y="2931"/>
                  </a:lnTo>
                  <a:cubicBezTo>
                    <a:pt x="10520" y="2931"/>
                    <a:pt x="10624" y="2856"/>
                    <a:pt x="10662" y="2745"/>
                  </a:cubicBezTo>
                  <a:lnTo>
                    <a:pt x="11422" y="549"/>
                  </a:lnTo>
                  <a:close/>
                  <a:moveTo>
                    <a:pt x="813" y="0"/>
                  </a:moveTo>
                  <a:cubicBezTo>
                    <a:pt x="365" y="0"/>
                    <a:pt x="0" y="365"/>
                    <a:pt x="0" y="813"/>
                  </a:cubicBezTo>
                  <a:lnTo>
                    <a:pt x="0" y="9960"/>
                  </a:lnTo>
                  <a:cubicBezTo>
                    <a:pt x="0" y="10409"/>
                    <a:pt x="365" y="10774"/>
                    <a:pt x="813" y="10774"/>
                  </a:cubicBezTo>
                  <a:lnTo>
                    <a:pt x="13240" y="10774"/>
                  </a:lnTo>
                  <a:cubicBezTo>
                    <a:pt x="13688" y="10774"/>
                    <a:pt x="14053" y="10409"/>
                    <a:pt x="14053" y="9960"/>
                  </a:cubicBezTo>
                  <a:lnTo>
                    <a:pt x="14053" y="813"/>
                  </a:lnTo>
                  <a:cubicBezTo>
                    <a:pt x="14053" y="365"/>
                    <a:pt x="13688" y="0"/>
                    <a:pt x="1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76"/>
            <p:cNvSpPr/>
            <p:nvPr/>
          </p:nvSpPr>
          <p:spPr>
            <a:xfrm>
              <a:off x="3293725" y="1871450"/>
              <a:ext cx="293675" cy="152200"/>
            </a:xfrm>
            <a:custGeom>
              <a:avLst/>
              <a:gdLst/>
              <a:ahLst/>
              <a:cxnLst/>
              <a:rect l="l" t="t" r="r" b="b"/>
              <a:pathLst>
                <a:path w="11747" h="6088" extrusionOk="0">
                  <a:moveTo>
                    <a:pt x="11198" y="549"/>
                  </a:moveTo>
                  <a:lnTo>
                    <a:pt x="11198" y="5539"/>
                  </a:lnTo>
                  <a:lnTo>
                    <a:pt x="550" y="5539"/>
                  </a:lnTo>
                  <a:lnTo>
                    <a:pt x="550" y="549"/>
                  </a:lnTo>
                  <a:close/>
                  <a:moveTo>
                    <a:pt x="274" y="1"/>
                  </a:moveTo>
                  <a:cubicBezTo>
                    <a:pt x="123" y="1"/>
                    <a:pt x="1" y="124"/>
                    <a:pt x="1" y="276"/>
                  </a:cubicBezTo>
                  <a:lnTo>
                    <a:pt x="1" y="5813"/>
                  </a:lnTo>
                  <a:cubicBezTo>
                    <a:pt x="1" y="5964"/>
                    <a:pt x="123" y="6088"/>
                    <a:pt x="274" y="6088"/>
                  </a:cubicBezTo>
                  <a:lnTo>
                    <a:pt x="11473" y="6088"/>
                  </a:lnTo>
                  <a:cubicBezTo>
                    <a:pt x="11625" y="6088"/>
                    <a:pt x="11747" y="5964"/>
                    <a:pt x="11747" y="5813"/>
                  </a:cubicBezTo>
                  <a:lnTo>
                    <a:pt x="11747" y="276"/>
                  </a:lnTo>
                  <a:cubicBezTo>
                    <a:pt x="11747" y="124"/>
                    <a:pt x="11625" y="1"/>
                    <a:pt x="1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76"/>
            <p:cNvSpPr/>
            <p:nvPr/>
          </p:nvSpPr>
          <p:spPr>
            <a:xfrm>
              <a:off x="3325650" y="1905200"/>
              <a:ext cx="229800" cy="84750"/>
            </a:xfrm>
            <a:custGeom>
              <a:avLst/>
              <a:gdLst/>
              <a:ahLst/>
              <a:cxnLst/>
              <a:rect l="l" t="t" r="r" b="b"/>
              <a:pathLst>
                <a:path w="9192" h="3390" extrusionOk="0">
                  <a:moveTo>
                    <a:pt x="1696" y="550"/>
                  </a:moveTo>
                  <a:cubicBezTo>
                    <a:pt x="2327" y="550"/>
                    <a:pt x="2842" y="1063"/>
                    <a:pt x="2842" y="1695"/>
                  </a:cubicBezTo>
                  <a:cubicBezTo>
                    <a:pt x="2842" y="2327"/>
                    <a:pt x="2327" y="2840"/>
                    <a:pt x="1696" y="2840"/>
                  </a:cubicBezTo>
                  <a:cubicBezTo>
                    <a:pt x="1064" y="2840"/>
                    <a:pt x="550" y="2325"/>
                    <a:pt x="550" y="1695"/>
                  </a:cubicBezTo>
                  <a:cubicBezTo>
                    <a:pt x="550" y="1063"/>
                    <a:pt x="1064" y="550"/>
                    <a:pt x="1696" y="550"/>
                  </a:cubicBezTo>
                  <a:close/>
                  <a:moveTo>
                    <a:pt x="6251" y="550"/>
                  </a:moveTo>
                  <a:cubicBezTo>
                    <a:pt x="5972" y="851"/>
                    <a:pt x="5803" y="1254"/>
                    <a:pt x="5803" y="1695"/>
                  </a:cubicBezTo>
                  <a:cubicBezTo>
                    <a:pt x="5803" y="2136"/>
                    <a:pt x="5972" y="2537"/>
                    <a:pt x="6251" y="2840"/>
                  </a:cubicBezTo>
                  <a:lnTo>
                    <a:pt x="2943" y="2840"/>
                  </a:lnTo>
                  <a:cubicBezTo>
                    <a:pt x="3221" y="2537"/>
                    <a:pt x="3391" y="2136"/>
                    <a:pt x="3391" y="1695"/>
                  </a:cubicBezTo>
                  <a:cubicBezTo>
                    <a:pt x="3391" y="1254"/>
                    <a:pt x="3221" y="851"/>
                    <a:pt x="2943" y="550"/>
                  </a:cubicBezTo>
                  <a:close/>
                  <a:moveTo>
                    <a:pt x="7497" y="550"/>
                  </a:moveTo>
                  <a:cubicBezTo>
                    <a:pt x="8129" y="550"/>
                    <a:pt x="8642" y="1063"/>
                    <a:pt x="8642" y="1695"/>
                  </a:cubicBezTo>
                  <a:cubicBezTo>
                    <a:pt x="8642" y="2325"/>
                    <a:pt x="8129" y="2840"/>
                    <a:pt x="7497" y="2840"/>
                  </a:cubicBezTo>
                  <a:cubicBezTo>
                    <a:pt x="6867" y="2840"/>
                    <a:pt x="6352" y="2325"/>
                    <a:pt x="6352" y="1695"/>
                  </a:cubicBezTo>
                  <a:cubicBezTo>
                    <a:pt x="6352" y="1063"/>
                    <a:pt x="6867" y="550"/>
                    <a:pt x="7497" y="550"/>
                  </a:cubicBezTo>
                  <a:close/>
                  <a:moveTo>
                    <a:pt x="1696" y="1"/>
                  </a:moveTo>
                  <a:cubicBezTo>
                    <a:pt x="761" y="1"/>
                    <a:pt x="1" y="760"/>
                    <a:pt x="1" y="1695"/>
                  </a:cubicBezTo>
                  <a:cubicBezTo>
                    <a:pt x="1" y="2630"/>
                    <a:pt x="761" y="3389"/>
                    <a:pt x="1696" y="3389"/>
                  </a:cubicBezTo>
                  <a:lnTo>
                    <a:pt x="7497" y="3389"/>
                  </a:lnTo>
                  <a:cubicBezTo>
                    <a:pt x="8432" y="3389"/>
                    <a:pt x="9191" y="2628"/>
                    <a:pt x="9191" y="1695"/>
                  </a:cubicBezTo>
                  <a:cubicBezTo>
                    <a:pt x="9191" y="762"/>
                    <a:pt x="8432" y="1"/>
                    <a:pt x="7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76"/>
            <p:cNvSpPr/>
            <p:nvPr/>
          </p:nvSpPr>
          <p:spPr>
            <a:xfrm>
              <a:off x="3361175" y="1940675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4" y="1"/>
                  </a:moveTo>
                  <a:cubicBezTo>
                    <a:pt x="122" y="1"/>
                    <a:pt x="0" y="124"/>
                    <a:pt x="0" y="276"/>
                  </a:cubicBezTo>
                  <a:cubicBezTo>
                    <a:pt x="0" y="427"/>
                    <a:pt x="122" y="550"/>
                    <a:pt x="274" y="550"/>
                  </a:cubicBezTo>
                  <a:lnTo>
                    <a:pt x="275" y="550"/>
                  </a:lnTo>
                  <a:cubicBezTo>
                    <a:pt x="427" y="550"/>
                    <a:pt x="549" y="427"/>
                    <a:pt x="549" y="276"/>
                  </a:cubicBezTo>
                  <a:cubicBezTo>
                    <a:pt x="549" y="124"/>
                    <a:pt x="425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76"/>
            <p:cNvSpPr/>
            <p:nvPr/>
          </p:nvSpPr>
          <p:spPr>
            <a:xfrm>
              <a:off x="3506225" y="1940675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4" y="1"/>
                  </a:moveTo>
                  <a:cubicBezTo>
                    <a:pt x="123" y="1"/>
                    <a:pt x="0" y="124"/>
                    <a:pt x="0" y="276"/>
                  </a:cubicBezTo>
                  <a:cubicBezTo>
                    <a:pt x="0" y="427"/>
                    <a:pt x="123" y="550"/>
                    <a:pt x="274" y="550"/>
                  </a:cubicBezTo>
                  <a:cubicBezTo>
                    <a:pt x="426" y="550"/>
                    <a:pt x="549" y="427"/>
                    <a:pt x="549" y="276"/>
                  </a:cubicBezTo>
                  <a:cubicBezTo>
                    <a:pt x="549" y="124"/>
                    <a:pt x="426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76"/>
            <p:cNvSpPr/>
            <p:nvPr/>
          </p:nvSpPr>
          <p:spPr>
            <a:xfrm>
              <a:off x="3293725" y="1811950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4" y="1"/>
                  </a:moveTo>
                  <a:cubicBezTo>
                    <a:pt x="123" y="1"/>
                    <a:pt x="1" y="123"/>
                    <a:pt x="1" y="274"/>
                  </a:cubicBezTo>
                  <a:cubicBezTo>
                    <a:pt x="1" y="426"/>
                    <a:pt x="123" y="550"/>
                    <a:pt x="274" y="550"/>
                  </a:cubicBezTo>
                  <a:cubicBezTo>
                    <a:pt x="427" y="550"/>
                    <a:pt x="550" y="426"/>
                    <a:pt x="550" y="274"/>
                  </a:cubicBezTo>
                  <a:cubicBezTo>
                    <a:pt x="550" y="123"/>
                    <a:pt x="426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76"/>
            <p:cNvSpPr/>
            <p:nvPr/>
          </p:nvSpPr>
          <p:spPr>
            <a:xfrm>
              <a:off x="3573650" y="1811950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5" y="1"/>
                  </a:moveTo>
                  <a:cubicBezTo>
                    <a:pt x="123" y="1"/>
                    <a:pt x="1" y="123"/>
                    <a:pt x="1" y="274"/>
                  </a:cubicBezTo>
                  <a:cubicBezTo>
                    <a:pt x="1" y="426"/>
                    <a:pt x="125" y="550"/>
                    <a:pt x="276" y="550"/>
                  </a:cubicBezTo>
                  <a:cubicBezTo>
                    <a:pt x="428" y="550"/>
                    <a:pt x="550" y="426"/>
                    <a:pt x="550" y="274"/>
                  </a:cubicBezTo>
                  <a:cubicBezTo>
                    <a:pt x="550" y="123"/>
                    <a:pt x="428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76"/>
            <p:cNvSpPr/>
            <p:nvPr/>
          </p:nvSpPr>
          <p:spPr>
            <a:xfrm>
              <a:off x="3427825" y="1940675"/>
              <a:ext cx="25475" cy="13750"/>
            </a:xfrm>
            <a:custGeom>
              <a:avLst/>
              <a:gdLst/>
              <a:ahLst/>
              <a:cxnLst/>
              <a:rect l="l" t="t" r="r" b="b"/>
              <a:pathLst>
                <a:path w="1019" h="550" extrusionOk="0">
                  <a:moveTo>
                    <a:pt x="274" y="1"/>
                  </a:moveTo>
                  <a:cubicBezTo>
                    <a:pt x="123" y="1"/>
                    <a:pt x="1" y="124"/>
                    <a:pt x="1" y="276"/>
                  </a:cubicBezTo>
                  <a:cubicBezTo>
                    <a:pt x="1" y="427"/>
                    <a:pt x="123" y="550"/>
                    <a:pt x="274" y="550"/>
                  </a:cubicBezTo>
                  <a:lnTo>
                    <a:pt x="745" y="550"/>
                  </a:lnTo>
                  <a:cubicBezTo>
                    <a:pt x="897" y="550"/>
                    <a:pt x="1019" y="427"/>
                    <a:pt x="1019" y="276"/>
                  </a:cubicBezTo>
                  <a:cubicBezTo>
                    <a:pt x="1019" y="124"/>
                    <a:pt x="897" y="1"/>
                    <a:pt x="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76"/>
            <p:cNvSpPr/>
            <p:nvPr/>
          </p:nvSpPr>
          <p:spPr>
            <a:xfrm>
              <a:off x="3395525" y="1812900"/>
              <a:ext cx="90075" cy="13750"/>
            </a:xfrm>
            <a:custGeom>
              <a:avLst/>
              <a:gdLst/>
              <a:ahLst/>
              <a:cxnLst/>
              <a:rect l="l" t="t" r="r" b="b"/>
              <a:pathLst>
                <a:path w="3603" h="550" extrusionOk="0">
                  <a:moveTo>
                    <a:pt x="276" y="0"/>
                  </a:moveTo>
                  <a:cubicBezTo>
                    <a:pt x="125" y="0"/>
                    <a:pt x="1" y="122"/>
                    <a:pt x="1" y="274"/>
                  </a:cubicBezTo>
                  <a:cubicBezTo>
                    <a:pt x="1" y="425"/>
                    <a:pt x="125" y="549"/>
                    <a:pt x="276" y="549"/>
                  </a:cubicBezTo>
                  <a:lnTo>
                    <a:pt x="3327" y="549"/>
                  </a:lnTo>
                  <a:cubicBezTo>
                    <a:pt x="3479" y="549"/>
                    <a:pt x="3603" y="425"/>
                    <a:pt x="3603" y="274"/>
                  </a:cubicBezTo>
                  <a:cubicBezTo>
                    <a:pt x="3603" y="122"/>
                    <a:pt x="3479" y="0"/>
                    <a:pt x="3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1" name="Google Shape;5681;p76"/>
          <p:cNvGrpSpPr/>
          <p:nvPr/>
        </p:nvGrpSpPr>
        <p:grpSpPr>
          <a:xfrm>
            <a:off x="7825200" y="3364925"/>
            <a:ext cx="351400" cy="328300"/>
            <a:chOff x="2515575" y="2873575"/>
            <a:chExt cx="351400" cy="328300"/>
          </a:xfrm>
        </p:grpSpPr>
        <p:sp>
          <p:nvSpPr>
            <p:cNvPr id="5682" name="Google Shape;5682;p76"/>
            <p:cNvSpPr/>
            <p:nvPr/>
          </p:nvSpPr>
          <p:spPr>
            <a:xfrm>
              <a:off x="2544425" y="2902400"/>
              <a:ext cx="293725" cy="148500"/>
            </a:xfrm>
            <a:custGeom>
              <a:avLst/>
              <a:gdLst/>
              <a:ahLst/>
              <a:cxnLst/>
              <a:rect l="l" t="t" r="r" b="b"/>
              <a:pathLst>
                <a:path w="11749" h="5940" extrusionOk="0">
                  <a:moveTo>
                    <a:pt x="11199" y="550"/>
                  </a:moveTo>
                  <a:lnTo>
                    <a:pt x="11199" y="5391"/>
                  </a:lnTo>
                  <a:lnTo>
                    <a:pt x="549" y="5391"/>
                  </a:lnTo>
                  <a:lnTo>
                    <a:pt x="549" y="550"/>
                  </a:lnTo>
                  <a:close/>
                  <a:moveTo>
                    <a:pt x="275" y="1"/>
                  </a:moveTo>
                  <a:cubicBezTo>
                    <a:pt x="124" y="1"/>
                    <a:pt x="0" y="123"/>
                    <a:pt x="0" y="274"/>
                  </a:cubicBezTo>
                  <a:lnTo>
                    <a:pt x="0" y="5664"/>
                  </a:lnTo>
                  <a:cubicBezTo>
                    <a:pt x="0" y="5816"/>
                    <a:pt x="124" y="5940"/>
                    <a:pt x="275" y="5940"/>
                  </a:cubicBezTo>
                  <a:lnTo>
                    <a:pt x="11473" y="5940"/>
                  </a:lnTo>
                  <a:cubicBezTo>
                    <a:pt x="11624" y="5940"/>
                    <a:pt x="11748" y="5816"/>
                    <a:pt x="11748" y="5664"/>
                  </a:cubicBezTo>
                  <a:lnTo>
                    <a:pt x="11748" y="274"/>
                  </a:lnTo>
                  <a:cubicBezTo>
                    <a:pt x="11748" y="123"/>
                    <a:pt x="11624" y="1"/>
                    <a:pt x="1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76"/>
            <p:cNvSpPr/>
            <p:nvPr/>
          </p:nvSpPr>
          <p:spPr>
            <a:xfrm>
              <a:off x="2556025" y="3066000"/>
              <a:ext cx="71450" cy="71450"/>
            </a:xfrm>
            <a:custGeom>
              <a:avLst/>
              <a:gdLst/>
              <a:ahLst/>
              <a:cxnLst/>
              <a:rect l="l" t="t" r="r" b="b"/>
              <a:pathLst>
                <a:path w="2858" h="2858" extrusionOk="0">
                  <a:moveTo>
                    <a:pt x="1429" y="549"/>
                  </a:moveTo>
                  <a:cubicBezTo>
                    <a:pt x="1914" y="549"/>
                    <a:pt x="2309" y="943"/>
                    <a:pt x="2309" y="1429"/>
                  </a:cubicBezTo>
                  <a:cubicBezTo>
                    <a:pt x="2309" y="1912"/>
                    <a:pt x="1914" y="2308"/>
                    <a:pt x="1429" y="2308"/>
                  </a:cubicBezTo>
                  <a:cubicBezTo>
                    <a:pt x="944" y="2308"/>
                    <a:pt x="549" y="1914"/>
                    <a:pt x="549" y="1429"/>
                  </a:cubicBezTo>
                  <a:cubicBezTo>
                    <a:pt x="549" y="943"/>
                    <a:pt x="944" y="549"/>
                    <a:pt x="1429" y="549"/>
                  </a:cubicBezTo>
                  <a:close/>
                  <a:moveTo>
                    <a:pt x="1429" y="0"/>
                  </a:moveTo>
                  <a:cubicBezTo>
                    <a:pt x="641" y="0"/>
                    <a:pt x="0" y="640"/>
                    <a:pt x="0" y="1429"/>
                  </a:cubicBezTo>
                  <a:cubicBezTo>
                    <a:pt x="0" y="2215"/>
                    <a:pt x="641" y="2857"/>
                    <a:pt x="1429" y="2857"/>
                  </a:cubicBezTo>
                  <a:cubicBezTo>
                    <a:pt x="2217" y="2857"/>
                    <a:pt x="2858" y="2215"/>
                    <a:pt x="2858" y="1429"/>
                  </a:cubicBezTo>
                  <a:cubicBezTo>
                    <a:pt x="2858" y="640"/>
                    <a:pt x="2216" y="0"/>
                    <a:pt x="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76"/>
            <p:cNvSpPr/>
            <p:nvPr/>
          </p:nvSpPr>
          <p:spPr>
            <a:xfrm>
              <a:off x="2647375" y="3075600"/>
              <a:ext cx="87825" cy="52200"/>
            </a:xfrm>
            <a:custGeom>
              <a:avLst/>
              <a:gdLst/>
              <a:ahLst/>
              <a:cxnLst/>
              <a:rect l="l" t="t" r="r" b="b"/>
              <a:pathLst>
                <a:path w="3513" h="2088" extrusionOk="0">
                  <a:moveTo>
                    <a:pt x="2963" y="549"/>
                  </a:moveTo>
                  <a:lnTo>
                    <a:pt x="2963" y="1538"/>
                  </a:lnTo>
                  <a:lnTo>
                    <a:pt x="549" y="1538"/>
                  </a:lnTo>
                  <a:lnTo>
                    <a:pt x="549" y="549"/>
                  </a:lnTo>
                  <a:close/>
                  <a:moveTo>
                    <a:pt x="275" y="1"/>
                  </a:moveTo>
                  <a:cubicBezTo>
                    <a:pt x="124" y="1"/>
                    <a:pt x="0" y="123"/>
                    <a:pt x="0" y="276"/>
                  </a:cubicBezTo>
                  <a:lnTo>
                    <a:pt x="0" y="1812"/>
                  </a:lnTo>
                  <a:cubicBezTo>
                    <a:pt x="0" y="1963"/>
                    <a:pt x="124" y="2087"/>
                    <a:pt x="275" y="2087"/>
                  </a:cubicBezTo>
                  <a:lnTo>
                    <a:pt x="3237" y="2087"/>
                  </a:lnTo>
                  <a:cubicBezTo>
                    <a:pt x="3388" y="2087"/>
                    <a:pt x="3512" y="1963"/>
                    <a:pt x="3512" y="1812"/>
                  </a:cubicBezTo>
                  <a:lnTo>
                    <a:pt x="3512" y="276"/>
                  </a:lnTo>
                  <a:cubicBezTo>
                    <a:pt x="3512" y="123"/>
                    <a:pt x="3388" y="1"/>
                    <a:pt x="3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76"/>
            <p:cNvSpPr/>
            <p:nvPr/>
          </p:nvSpPr>
          <p:spPr>
            <a:xfrm>
              <a:off x="2584400" y="2936075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4" y="1"/>
                  </a:moveTo>
                  <a:cubicBezTo>
                    <a:pt x="123" y="1"/>
                    <a:pt x="1" y="123"/>
                    <a:pt x="1" y="274"/>
                  </a:cubicBezTo>
                  <a:cubicBezTo>
                    <a:pt x="1" y="426"/>
                    <a:pt x="123" y="550"/>
                    <a:pt x="274" y="550"/>
                  </a:cubicBezTo>
                  <a:cubicBezTo>
                    <a:pt x="426" y="550"/>
                    <a:pt x="550" y="426"/>
                    <a:pt x="550" y="274"/>
                  </a:cubicBezTo>
                  <a:cubicBezTo>
                    <a:pt x="550" y="123"/>
                    <a:pt x="426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76"/>
            <p:cNvSpPr/>
            <p:nvPr/>
          </p:nvSpPr>
          <p:spPr>
            <a:xfrm>
              <a:off x="2584400" y="2969750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4" y="1"/>
                  </a:moveTo>
                  <a:cubicBezTo>
                    <a:pt x="123" y="1"/>
                    <a:pt x="1" y="125"/>
                    <a:pt x="1" y="276"/>
                  </a:cubicBezTo>
                  <a:cubicBezTo>
                    <a:pt x="1" y="428"/>
                    <a:pt x="123" y="550"/>
                    <a:pt x="274" y="550"/>
                  </a:cubicBezTo>
                  <a:cubicBezTo>
                    <a:pt x="426" y="550"/>
                    <a:pt x="550" y="428"/>
                    <a:pt x="550" y="276"/>
                  </a:cubicBezTo>
                  <a:cubicBezTo>
                    <a:pt x="550" y="125"/>
                    <a:pt x="426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76"/>
            <p:cNvSpPr/>
            <p:nvPr/>
          </p:nvSpPr>
          <p:spPr>
            <a:xfrm>
              <a:off x="2584400" y="3003450"/>
              <a:ext cx="13750" cy="13725"/>
            </a:xfrm>
            <a:custGeom>
              <a:avLst/>
              <a:gdLst/>
              <a:ahLst/>
              <a:cxnLst/>
              <a:rect l="l" t="t" r="r" b="b"/>
              <a:pathLst>
                <a:path w="550" h="549" extrusionOk="0">
                  <a:moveTo>
                    <a:pt x="274" y="0"/>
                  </a:moveTo>
                  <a:cubicBezTo>
                    <a:pt x="123" y="0"/>
                    <a:pt x="1" y="124"/>
                    <a:pt x="1" y="275"/>
                  </a:cubicBezTo>
                  <a:cubicBezTo>
                    <a:pt x="1" y="427"/>
                    <a:pt x="123" y="549"/>
                    <a:pt x="274" y="549"/>
                  </a:cubicBezTo>
                  <a:cubicBezTo>
                    <a:pt x="426" y="549"/>
                    <a:pt x="550" y="427"/>
                    <a:pt x="550" y="275"/>
                  </a:cubicBezTo>
                  <a:cubicBezTo>
                    <a:pt x="550" y="124"/>
                    <a:pt x="426" y="0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76"/>
            <p:cNvSpPr/>
            <p:nvPr/>
          </p:nvSpPr>
          <p:spPr>
            <a:xfrm>
              <a:off x="2624400" y="2936075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4" y="1"/>
                  </a:moveTo>
                  <a:cubicBezTo>
                    <a:pt x="123" y="1"/>
                    <a:pt x="0" y="123"/>
                    <a:pt x="0" y="274"/>
                  </a:cubicBezTo>
                  <a:cubicBezTo>
                    <a:pt x="0" y="426"/>
                    <a:pt x="124" y="550"/>
                    <a:pt x="276" y="550"/>
                  </a:cubicBezTo>
                  <a:cubicBezTo>
                    <a:pt x="427" y="550"/>
                    <a:pt x="549" y="426"/>
                    <a:pt x="549" y="274"/>
                  </a:cubicBezTo>
                  <a:cubicBezTo>
                    <a:pt x="549" y="123"/>
                    <a:pt x="427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76"/>
            <p:cNvSpPr/>
            <p:nvPr/>
          </p:nvSpPr>
          <p:spPr>
            <a:xfrm>
              <a:off x="2624400" y="2969750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4" y="1"/>
                  </a:moveTo>
                  <a:cubicBezTo>
                    <a:pt x="123" y="1"/>
                    <a:pt x="0" y="125"/>
                    <a:pt x="0" y="276"/>
                  </a:cubicBezTo>
                  <a:cubicBezTo>
                    <a:pt x="0" y="428"/>
                    <a:pt x="124" y="550"/>
                    <a:pt x="276" y="550"/>
                  </a:cubicBezTo>
                  <a:cubicBezTo>
                    <a:pt x="427" y="550"/>
                    <a:pt x="549" y="428"/>
                    <a:pt x="549" y="276"/>
                  </a:cubicBezTo>
                  <a:cubicBezTo>
                    <a:pt x="549" y="125"/>
                    <a:pt x="427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76"/>
            <p:cNvSpPr/>
            <p:nvPr/>
          </p:nvSpPr>
          <p:spPr>
            <a:xfrm>
              <a:off x="2624400" y="3003450"/>
              <a:ext cx="13750" cy="13725"/>
            </a:xfrm>
            <a:custGeom>
              <a:avLst/>
              <a:gdLst/>
              <a:ahLst/>
              <a:cxnLst/>
              <a:rect l="l" t="t" r="r" b="b"/>
              <a:pathLst>
                <a:path w="550" h="549" extrusionOk="0">
                  <a:moveTo>
                    <a:pt x="274" y="0"/>
                  </a:moveTo>
                  <a:cubicBezTo>
                    <a:pt x="123" y="0"/>
                    <a:pt x="0" y="124"/>
                    <a:pt x="0" y="275"/>
                  </a:cubicBezTo>
                  <a:cubicBezTo>
                    <a:pt x="0" y="427"/>
                    <a:pt x="124" y="549"/>
                    <a:pt x="276" y="549"/>
                  </a:cubicBezTo>
                  <a:cubicBezTo>
                    <a:pt x="427" y="549"/>
                    <a:pt x="549" y="427"/>
                    <a:pt x="549" y="275"/>
                  </a:cubicBezTo>
                  <a:cubicBezTo>
                    <a:pt x="549" y="124"/>
                    <a:pt x="427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76"/>
            <p:cNvSpPr/>
            <p:nvPr/>
          </p:nvSpPr>
          <p:spPr>
            <a:xfrm>
              <a:off x="2664375" y="2936075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5" y="1"/>
                  </a:moveTo>
                  <a:cubicBezTo>
                    <a:pt x="123" y="1"/>
                    <a:pt x="1" y="123"/>
                    <a:pt x="1" y="274"/>
                  </a:cubicBezTo>
                  <a:cubicBezTo>
                    <a:pt x="1" y="426"/>
                    <a:pt x="125" y="550"/>
                    <a:pt x="276" y="550"/>
                  </a:cubicBezTo>
                  <a:cubicBezTo>
                    <a:pt x="428" y="550"/>
                    <a:pt x="550" y="426"/>
                    <a:pt x="550" y="274"/>
                  </a:cubicBezTo>
                  <a:cubicBezTo>
                    <a:pt x="550" y="123"/>
                    <a:pt x="428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76"/>
            <p:cNvSpPr/>
            <p:nvPr/>
          </p:nvSpPr>
          <p:spPr>
            <a:xfrm>
              <a:off x="2664375" y="2969750"/>
              <a:ext cx="13750" cy="13750"/>
            </a:xfrm>
            <a:custGeom>
              <a:avLst/>
              <a:gdLst/>
              <a:ahLst/>
              <a:cxnLst/>
              <a:rect l="l" t="t" r="r" b="b"/>
              <a:pathLst>
                <a:path w="550" h="550" extrusionOk="0">
                  <a:moveTo>
                    <a:pt x="275" y="1"/>
                  </a:moveTo>
                  <a:cubicBezTo>
                    <a:pt x="123" y="1"/>
                    <a:pt x="1" y="125"/>
                    <a:pt x="1" y="276"/>
                  </a:cubicBezTo>
                  <a:cubicBezTo>
                    <a:pt x="1" y="428"/>
                    <a:pt x="125" y="550"/>
                    <a:pt x="276" y="550"/>
                  </a:cubicBezTo>
                  <a:cubicBezTo>
                    <a:pt x="428" y="550"/>
                    <a:pt x="550" y="428"/>
                    <a:pt x="550" y="276"/>
                  </a:cubicBezTo>
                  <a:cubicBezTo>
                    <a:pt x="550" y="125"/>
                    <a:pt x="428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76"/>
            <p:cNvSpPr/>
            <p:nvPr/>
          </p:nvSpPr>
          <p:spPr>
            <a:xfrm>
              <a:off x="2664375" y="3003450"/>
              <a:ext cx="13750" cy="13725"/>
            </a:xfrm>
            <a:custGeom>
              <a:avLst/>
              <a:gdLst/>
              <a:ahLst/>
              <a:cxnLst/>
              <a:rect l="l" t="t" r="r" b="b"/>
              <a:pathLst>
                <a:path w="550" h="549" extrusionOk="0">
                  <a:moveTo>
                    <a:pt x="275" y="0"/>
                  </a:moveTo>
                  <a:cubicBezTo>
                    <a:pt x="123" y="0"/>
                    <a:pt x="1" y="124"/>
                    <a:pt x="1" y="275"/>
                  </a:cubicBezTo>
                  <a:cubicBezTo>
                    <a:pt x="1" y="427"/>
                    <a:pt x="125" y="549"/>
                    <a:pt x="276" y="549"/>
                  </a:cubicBezTo>
                  <a:cubicBezTo>
                    <a:pt x="428" y="549"/>
                    <a:pt x="550" y="427"/>
                    <a:pt x="550" y="275"/>
                  </a:cubicBezTo>
                  <a:cubicBezTo>
                    <a:pt x="550" y="124"/>
                    <a:pt x="428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76"/>
            <p:cNvSpPr/>
            <p:nvPr/>
          </p:nvSpPr>
          <p:spPr>
            <a:xfrm>
              <a:off x="2704375" y="2936075"/>
              <a:ext cx="13800" cy="13750"/>
            </a:xfrm>
            <a:custGeom>
              <a:avLst/>
              <a:gdLst/>
              <a:ahLst/>
              <a:cxnLst/>
              <a:rect l="l" t="t" r="r" b="b"/>
              <a:pathLst>
                <a:path w="552" h="550" extrusionOk="0">
                  <a:moveTo>
                    <a:pt x="274" y="1"/>
                  </a:moveTo>
                  <a:cubicBezTo>
                    <a:pt x="123" y="1"/>
                    <a:pt x="1" y="123"/>
                    <a:pt x="1" y="274"/>
                  </a:cubicBezTo>
                  <a:cubicBezTo>
                    <a:pt x="1" y="426"/>
                    <a:pt x="124" y="550"/>
                    <a:pt x="276" y="550"/>
                  </a:cubicBezTo>
                  <a:cubicBezTo>
                    <a:pt x="427" y="550"/>
                    <a:pt x="551" y="426"/>
                    <a:pt x="551" y="274"/>
                  </a:cubicBezTo>
                  <a:cubicBezTo>
                    <a:pt x="551" y="123"/>
                    <a:pt x="427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76"/>
            <p:cNvSpPr/>
            <p:nvPr/>
          </p:nvSpPr>
          <p:spPr>
            <a:xfrm>
              <a:off x="2704375" y="2969750"/>
              <a:ext cx="13800" cy="13750"/>
            </a:xfrm>
            <a:custGeom>
              <a:avLst/>
              <a:gdLst/>
              <a:ahLst/>
              <a:cxnLst/>
              <a:rect l="l" t="t" r="r" b="b"/>
              <a:pathLst>
                <a:path w="552" h="550" extrusionOk="0">
                  <a:moveTo>
                    <a:pt x="274" y="1"/>
                  </a:moveTo>
                  <a:cubicBezTo>
                    <a:pt x="123" y="1"/>
                    <a:pt x="1" y="125"/>
                    <a:pt x="1" y="276"/>
                  </a:cubicBezTo>
                  <a:cubicBezTo>
                    <a:pt x="1" y="428"/>
                    <a:pt x="124" y="550"/>
                    <a:pt x="276" y="550"/>
                  </a:cubicBezTo>
                  <a:cubicBezTo>
                    <a:pt x="427" y="550"/>
                    <a:pt x="551" y="428"/>
                    <a:pt x="551" y="276"/>
                  </a:cubicBezTo>
                  <a:cubicBezTo>
                    <a:pt x="551" y="125"/>
                    <a:pt x="427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76"/>
            <p:cNvSpPr/>
            <p:nvPr/>
          </p:nvSpPr>
          <p:spPr>
            <a:xfrm>
              <a:off x="2704375" y="3003450"/>
              <a:ext cx="13800" cy="13725"/>
            </a:xfrm>
            <a:custGeom>
              <a:avLst/>
              <a:gdLst/>
              <a:ahLst/>
              <a:cxnLst/>
              <a:rect l="l" t="t" r="r" b="b"/>
              <a:pathLst>
                <a:path w="552" h="549" extrusionOk="0">
                  <a:moveTo>
                    <a:pt x="274" y="0"/>
                  </a:moveTo>
                  <a:cubicBezTo>
                    <a:pt x="123" y="0"/>
                    <a:pt x="1" y="124"/>
                    <a:pt x="1" y="275"/>
                  </a:cubicBezTo>
                  <a:cubicBezTo>
                    <a:pt x="1" y="427"/>
                    <a:pt x="124" y="549"/>
                    <a:pt x="276" y="549"/>
                  </a:cubicBezTo>
                  <a:cubicBezTo>
                    <a:pt x="427" y="549"/>
                    <a:pt x="551" y="427"/>
                    <a:pt x="551" y="275"/>
                  </a:cubicBezTo>
                  <a:cubicBezTo>
                    <a:pt x="551" y="124"/>
                    <a:pt x="427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76"/>
            <p:cNvSpPr/>
            <p:nvPr/>
          </p:nvSpPr>
          <p:spPr>
            <a:xfrm>
              <a:off x="2744375" y="2936075"/>
              <a:ext cx="13775" cy="13750"/>
            </a:xfrm>
            <a:custGeom>
              <a:avLst/>
              <a:gdLst/>
              <a:ahLst/>
              <a:cxnLst/>
              <a:rect l="l" t="t" r="r" b="b"/>
              <a:pathLst>
                <a:path w="551" h="550" extrusionOk="0">
                  <a:moveTo>
                    <a:pt x="274" y="1"/>
                  </a:moveTo>
                  <a:cubicBezTo>
                    <a:pt x="122" y="1"/>
                    <a:pt x="0" y="123"/>
                    <a:pt x="0" y="274"/>
                  </a:cubicBezTo>
                  <a:cubicBezTo>
                    <a:pt x="0" y="426"/>
                    <a:pt x="124" y="550"/>
                    <a:pt x="276" y="550"/>
                  </a:cubicBezTo>
                  <a:cubicBezTo>
                    <a:pt x="427" y="550"/>
                    <a:pt x="551" y="426"/>
                    <a:pt x="551" y="274"/>
                  </a:cubicBezTo>
                  <a:cubicBezTo>
                    <a:pt x="551" y="123"/>
                    <a:pt x="427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76"/>
            <p:cNvSpPr/>
            <p:nvPr/>
          </p:nvSpPr>
          <p:spPr>
            <a:xfrm>
              <a:off x="2744375" y="2969750"/>
              <a:ext cx="13775" cy="13750"/>
            </a:xfrm>
            <a:custGeom>
              <a:avLst/>
              <a:gdLst/>
              <a:ahLst/>
              <a:cxnLst/>
              <a:rect l="l" t="t" r="r" b="b"/>
              <a:pathLst>
                <a:path w="551" h="550" extrusionOk="0">
                  <a:moveTo>
                    <a:pt x="274" y="1"/>
                  </a:moveTo>
                  <a:cubicBezTo>
                    <a:pt x="122" y="1"/>
                    <a:pt x="0" y="125"/>
                    <a:pt x="0" y="276"/>
                  </a:cubicBezTo>
                  <a:cubicBezTo>
                    <a:pt x="0" y="428"/>
                    <a:pt x="124" y="550"/>
                    <a:pt x="276" y="550"/>
                  </a:cubicBezTo>
                  <a:cubicBezTo>
                    <a:pt x="427" y="550"/>
                    <a:pt x="551" y="428"/>
                    <a:pt x="551" y="276"/>
                  </a:cubicBezTo>
                  <a:cubicBezTo>
                    <a:pt x="551" y="125"/>
                    <a:pt x="427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76"/>
            <p:cNvSpPr/>
            <p:nvPr/>
          </p:nvSpPr>
          <p:spPr>
            <a:xfrm>
              <a:off x="2744375" y="3003450"/>
              <a:ext cx="13775" cy="13725"/>
            </a:xfrm>
            <a:custGeom>
              <a:avLst/>
              <a:gdLst/>
              <a:ahLst/>
              <a:cxnLst/>
              <a:rect l="l" t="t" r="r" b="b"/>
              <a:pathLst>
                <a:path w="551" h="549" extrusionOk="0">
                  <a:moveTo>
                    <a:pt x="274" y="0"/>
                  </a:moveTo>
                  <a:cubicBezTo>
                    <a:pt x="122" y="0"/>
                    <a:pt x="0" y="124"/>
                    <a:pt x="0" y="275"/>
                  </a:cubicBezTo>
                  <a:cubicBezTo>
                    <a:pt x="0" y="427"/>
                    <a:pt x="124" y="549"/>
                    <a:pt x="276" y="549"/>
                  </a:cubicBezTo>
                  <a:cubicBezTo>
                    <a:pt x="427" y="549"/>
                    <a:pt x="551" y="427"/>
                    <a:pt x="551" y="275"/>
                  </a:cubicBezTo>
                  <a:cubicBezTo>
                    <a:pt x="551" y="124"/>
                    <a:pt x="427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76"/>
            <p:cNvSpPr/>
            <p:nvPr/>
          </p:nvSpPr>
          <p:spPr>
            <a:xfrm>
              <a:off x="2784350" y="2936075"/>
              <a:ext cx="13800" cy="13750"/>
            </a:xfrm>
            <a:custGeom>
              <a:avLst/>
              <a:gdLst/>
              <a:ahLst/>
              <a:cxnLst/>
              <a:rect l="l" t="t" r="r" b="b"/>
              <a:pathLst>
                <a:path w="552" h="550" extrusionOk="0">
                  <a:moveTo>
                    <a:pt x="275" y="1"/>
                  </a:moveTo>
                  <a:cubicBezTo>
                    <a:pt x="123" y="1"/>
                    <a:pt x="1" y="123"/>
                    <a:pt x="1" y="274"/>
                  </a:cubicBezTo>
                  <a:cubicBezTo>
                    <a:pt x="1" y="426"/>
                    <a:pt x="125" y="550"/>
                    <a:pt x="276" y="550"/>
                  </a:cubicBezTo>
                  <a:cubicBezTo>
                    <a:pt x="428" y="550"/>
                    <a:pt x="551" y="426"/>
                    <a:pt x="551" y="274"/>
                  </a:cubicBezTo>
                  <a:cubicBezTo>
                    <a:pt x="551" y="123"/>
                    <a:pt x="428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76"/>
            <p:cNvSpPr/>
            <p:nvPr/>
          </p:nvSpPr>
          <p:spPr>
            <a:xfrm>
              <a:off x="2784350" y="2969750"/>
              <a:ext cx="13800" cy="13750"/>
            </a:xfrm>
            <a:custGeom>
              <a:avLst/>
              <a:gdLst/>
              <a:ahLst/>
              <a:cxnLst/>
              <a:rect l="l" t="t" r="r" b="b"/>
              <a:pathLst>
                <a:path w="552" h="550" extrusionOk="0">
                  <a:moveTo>
                    <a:pt x="275" y="1"/>
                  </a:moveTo>
                  <a:cubicBezTo>
                    <a:pt x="123" y="1"/>
                    <a:pt x="1" y="125"/>
                    <a:pt x="1" y="276"/>
                  </a:cubicBezTo>
                  <a:cubicBezTo>
                    <a:pt x="1" y="428"/>
                    <a:pt x="125" y="550"/>
                    <a:pt x="276" y="550"/>
                  </a:cubicBezTo>
                  <a:cubicBezTo>
                    <a:pt x="428" y="550"/>
                    <a:pt x="551" y="428"/>
                    <a:pt x="551" y="276"/>
                  </a:cubicBezTo>
                  <a:cubicBezTo>
                    <a:pt x="551" y="125"/>
                    <a:pt x="428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76"/>
            <p:cNvSpPr/>
            <p:nvPr/>
          </p:nvSpPr>
          <p:spPr>
            <a:xfrm>
              <a:off x="2784350" y="3003450"/>
              <a:ext cx="13800" cy="13725"/>
            </a:xfrm>
            <a:custGeom>
              <a:avLst/>
              <a:gdLst/>
              <a:ahLst/>
              <a:cxnLst/>
              <a:rect l="l" t="t" r="r" b="b"/>
              <a:pathLst>
                <a:path w="552" h="549" extrusionOk="0">
                  <a:moveTo>
                    <a:pt x="275" y="0"/>
                  </a:moveTo>
                  <a:cubicBezTo>
                    <a:pt x="123" y="0"/>
                    <a:pt x="1" y="124"/>
                    <a:pt x="1" y="275"/>
                  </a:cubicBezTo>
                  <a:cubicBezTo>
                    <a:pt x="1" y="427"/>
                    <a:pt x="125" y="549"/>
                    <a:pt x="276" y="549"/>
                  </a:cubicBezTo>
                  <a:cubicBezTo>
                    <a:pt x="428" y="549"/>
                    <a:pt x="551" y="427"/>
                    <a:pt x="551" y="275"/>
                  </a:cubicBezTo>
                  <a:cubicBezTo>
                    <a:pt x="551" y="124"/>
                    <a:pt x="428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76"/>
            <p:cNvSpPr/>
            <p:nvPr/>
          </p:nvSpPr>
          <p:spPr>
            <a:xfrm>
              <a:off x="2755075" y="3066000"/>
              <a:ext cx="71450" cy="71450"/>
            </a:xfrm>
            <a:custGeom>
              <a:avLst/>
              <a:gdLst/>
              <a:ahLst/>
              <a:cxnLst/>
              <a:rect l="l" t="t" r="r" b="b"/>
              <a:pathLst>
                <a:path w="2858" h="2858" extrusionOk="0">
                  <a:moveTo>
                    <a:pt x="1429" y="549"/>
                  </a:moveTo>
                  <a:cubicBezTo>
                    <a:pt x="1915" y="549"/>
                    <a:pt x="2309" y="943"/>
                    <a:pt x="2309" y="1429"/>
                  </a:cubicBezTo>
                  <a:cubicBezTo>
                    <a:pt x="2309" y="1912"/>
                    <a:pt x="1915" y="2308"/>
                    <a:pt x="1429" y="2308"/>
                  </a:cubicBezTo>
                  <a:cubicBezTo>
                    <a:pt x="944" y="2308"/>
                    <a:pt x="550" y="1914"/>
                    <a:pt x="550" y="1429"/>
                  </a:cubicBezTo>
                  <a:cubicBezTo>
                    <a:pt x="550" y="943"/>
                    <a:pt x="944" y="549"/>
                    <a:pt x="1429" y="549"/>
                  </a:cubicBezTo>
                  <a:close/>
                  <a:moveTo>
                    <a:pt x="1429" y="0"/>
                  </a:moveTo>
                  <a:cubicBezTo>
                    <a:pt x="641" y="0"/>
                    <a:pt x="1" y="640"/>
                    <a:pt x="1" y="1429"/>
                  </a:cubicBezTo>
                  <a:cubicBezTo>
                    <a:pt x="1" y="2215"/>
                    <a:pt x="641" y="2857"/>
                    <a:pt x="1429" y="2857"/>
                  </a:cubicBezTo>
                  <a:cubicBezTo>
                    <a:pt x="2218" y="2857"/>
                    <a:pt x="2858" y="2215"/>
                    <a:pt x="2858" y="1429"/>
                  </a:cubicBezTo>
                  <a:cubicBezTo>
                    <a:pt x="2858" y="640"/>
                    <a:pt x="2216" y="0"/>
                    <a:pt x="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76"/>
            <p:cNvSpPr/>
            <p:nvPr/>
          </p:nvSpPr>
          <p:spPr>
            <a:xfrm>
              <a:off x="2515575" y="2873575"/>
              <a:ext cx="351400" cy="328300"/>
            </a:xfrm>
            <a:custGeom>
              <a:avLst/>
              <a:gdLst/>
              <a:ahLst/>
              <a:cxnLst/>
              <a:rect l="l" t="t" r="r" b="b"/>
              <a:pathLst>
                <a:path w="14056" h="13132" extrusionOk="0">
                  <a:moveTo>
                    <a:pt x="12863" y="549"/>
                  </a:moveTo>
                  <a:cubicBezTo>
                    <a:pt x="13218" y="549"/>
                    <a:pt x="13506" y="836"/>
                    <a:pt x="13506" y="1191"/>
                  </a:cubicBezTo>
                  <a:lnTo>
                    <a:pt x="13506" y="10514"/>
                  </a:lnTo>
                  <a:cubicBezTo>
                    <a:pt x="13506" y="10869"/>
                    <a:pt x="13218" y="11157"/>
                    <a:pt x="12863" y="11157"/>
                  </a:cubicBezTo>
                  <a:lnTo>
                    <a:pt x="1193" y="11157"/>
                  </a:lnTo>
                  <a:cubicBezTo>
                    <a:pt x="838" y="11157"/>
                    <a:pt x="550" y="10869"/>
                    <a:pt x="550" y="10514"/>
                  </a:cubicBezTo>
                  <a:lnTo>
                    <a:pt x="550" y="1191"/>
                  </a:lnTo>
                  <a:cubicBezTo>
                    <a:pt x="550" y="838"/>
                    <a:pt x="838" y="549"/>
                    <a:pt x="1193" y="549"/>
                  </a:cubicBezTo>
                  <a:close/>
                  <a:moveTo>
                    <a:pt x="4228" y="11706"/>
                  </a:moveTo>
                  <a:lnTo>
                    <a:pt x="4228" y="12582"/>
                  </a:lnTo>
                  <a:lnTo>
                    <a:pt x="1866" y="12582"/>
                  </a:lnTo>
                  <a:lnTo>
                    <a:pt x="1866" y="11706"/>
                  </a:lnTo>
                  <a:close/>
                  <a:moveTo>
                    <a:pt x="12189" y="11706"/>
                  </a:moveTo>
                  <a:lnTo>
                    <a:pt x="12189" y="12582"/>
                  </a:lnTo>
                  <a:lnTo>
                    <a:pt x="9828" y="12582"/>
                  </a:lnTo>
                  <a:lnTo>
                    <a:pt x="9828" y="11706"/>
                  </a:lnTo>
                  <a:close/>
                  <a:moveTo>
                    <a:pt x="1193" y="0"/>
                  </a:moveTo>
                  <a:cubicBezTo>
                    <a:pt x="535" y="0"/>
                    <a:pt x="1" y="535"/>
                    <a:pt x="1" y="1191"/>
                  </a:cubicBezTo>
                  <a:lnTo>
                    <a:pt x="1" y="10515"/>
                  </a:lnTo>
                  <a:cubicBezTo>
                    <a:pt x="1" y="11172"/>
                    <a:pt x="535" y="11706"/>
                    <a:pt x="1193" y="11706"/>
                  </a:cubicBezTo>
                  <a:lnTo>
                    <a:pt x="1317" y="11706"/>
                  </a:lnTo>
                  <a:lnTo>
                    <a:pt x="1317" y="12856"/>
                  </a:lnTo>
                  <a:cubicBezTo>
                    <a:pt x="1317" y="13007"/>
                    <a:pt x="1441" y="13131"/>
                    <a:pt x="1592" y="13131"/>
                  </a:cubicBezTo>
                  <a:lnTo>
                    <a:pt x="4502" y="13131"/>
                  </a:lnTo>
                  <a:cubicBezTo>
                    <a:pt x="4653" y="13131"/>
                    <a:pt x="4777" y="13007"/>
                    <a:pt x="4777" y="12856"/>
                  </a:cubicBezTo>
                  <a:lnTo>
                    <a:pt x="4777" y="11706"/>
                  </a:lnTo>
                  <a:lnTo>
                    <a:pt x="9279" y="11706"/>
                  </a:lnTo>
                  <a:lnTo>
                    <a:pt x="9279" y="12856"/>
                  </a:lnTo>
                  <a:cubicBezTo>
                    <a:pt x="9279" y="13007"/>
                    <a:pt x="9403" y="13131"/>
                    <a:pt x="9555" y="13131"/>
                  </a:cubicBezTo>
                  <a:lnTo>
                    <a:pt x="12464" y="13131"/>
                  </a:lnTo>
                  <a:cubicBezTo>
                    <a:pt x="12615" y="13131"/>
                    <a:pt x="12738" y="13007"/>
                    <a:pt x="12738" y="12856"/>
                  </a:cubicBezTo>
                  <a:lnTo>
                    <a:pt x="12738" y="11706"/>
                  </a:lnTo>
                  <a:lnTo>
                    <a:pt x="12863" y="11706"/>
                  </a:lnTo>
                  <a:cubicBezTo>
                    <a:pt x="13521" y="11706"/>
                    <a:pt x="14055" y="11172"/>
                    <a:pt x="14055" y="10515"/>
                  </a:cubicBezTo>
                  <a:lnTo>
                    <a:pt x="14055" y="1191"/>
                  </a:lnTo>
                  <a:cubicBezTo>
                    <a:pt x="14055" y="535"/>
                    <a:pt x="13519" y="0"/>
                    <a:pt x="12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5" name="Google Shape;5705;p76"/>
          <p:cNvGrpSpPr/>
          <p:nvPr/>
        </p:nvGrpSpPr>
        <p:grpSpPr>
          <a:xfrm>
            <a:off x="1013097" y="3280140"/>
            <a:ext cx="312895" cy="497851"/>
            <a:chOff x="3494042" y="3543475"/>
            <a:chExt cx="567661" cy="903376"/>
          </a:xfrm>
        </p:grpSpPr>
        <p:sp>
          <p:nvSpPr>
            <p:cNvPr id="5706" name="Google Shape;5706;p76"/>
            <p:cNvSpPr/>
            <p:nvPr/>
          </p:nvSpPr>
          <p:spPr>
            <a:xfrm>
              <a:off x="3494042" y="3974711"/>
              <a:ext cx="521244" cy="472140"/>
            </a:xfrm>
            <a:custGeom>
              <a:avLst/>
              <a:gdLst/>
              <a:ahLst/>
              <a:cxnLst/>
              <a:rect l="l" t="t" r="r" b="b"/>
              <a:pathLst>
                <a:path w="10870" h="9846" extrusionOk="0">
                  <a:moveTo>
                    <a:pt x="970" y="1"/>
                  </a:moveTo>
                  <a:lnTo>
                    <a:pt x="0" y="692"/>
                  </a:lnTo>
                  <a:lnTo>
                    <a:pt x="0" y="9845"/>
                  </a:lnTo>
                  <a:lnTo>
                    <a:pt x="10869" y="9845"/>
                  </a:lnTo>
                  <a:lnTo>
                    <a:pt x="10869" y="8876"/>
                  </a:lnTo>
                  <a:lnTo>
                    <a:pt x="970" y="8876"/>
                  </a:lnTo>
                  <a:lnTo>
                    <a:pt x="970" y="1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76"/>
            <p:cNvSpPr/>
            <p:nvPr/>
          </p:nvSpPr>
          <p:spPr>
            <a:xfrm>
              <a:off x="3540508" y="3543475"/>
              <a:ext cx="521196" cy="856911"/>
            </a:xfrm>
            <a:custGeom>
              <a:avLst/>
              <a:gdLst/>
              <a:ahLst/>
              <a:cxnLst/>
              <a:rect l="l" t="t" r="r" b="b"/>
              <a:pathLst>
                <a:path w="10869" h="17870" fill="none" extrusionOk="0">
                  <a:moveTo>
                    <a:pt x="1" y="1"/>
                  </a:moveTo>
                  <a:lnTo>
                    <a:pt x="10868" y="1"/>
                  </a:lnTo>
                  <a:lnTo>
                    <a:pt x="10868" y="17869"/>
                  </a:lnTo>
                  <a:lnTo>
                    <a:pt x="1" y="17869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76"/>
            <p:cNvSpPr/>
            <p:nvPr/>
          </p:nvSpPr>
          <p:spPr>
            <a:xfrm>
              <a:off x="3606586" y="3611280"/>
              <a:ext cx="389039" cy="721254"/>
            </a:xfrm>
            <a:custGeom>
              <a:avLst/>
              <a:gdLst/>
              <a:ahLst/>
              <a:cxnLst/>
              <a:rect l="l" t="t" r="r" b="b"/>
              <a:pathLst>
                <a:path w="8113" h="15041" fill="none" extrusionOk="0">
                  <a:moveTo>
                    <a:pt x="1" y="0"/>
                  </a:moveTo>
                  <a:lnTo>
                    <a:pt x="8112" y="0"/>
                  </a:lnTo>
                  <a:lnTo>
                    <a:pt x="8112" y="15040"/>
                  </a:lnTo>
                  <a:lnTo>
                    <a:pt x="1" y="1504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76"/>
            <p:cNvSpPr/>
            <p:nvPr/>
          </p:nvSpPr>
          <p:spPr>
            <a:xfrm>
              <a:off x="3606586" y="3974471"/>
              <a:ext cx="386737" cy="48"/>
            </a:xfrm>
            <a:custGeom>
              <a:avLst/>
              <a:gdLst/>
              <a:ahLst/>
              <a:cxnLst/>
              <a:rect l="l" t="t" r="r" b="b"/>
              <a:pathLst>
                <a:path w="8065" h="1" extrusionOk="0">
                  <a:moveTo>
                    <a:pt x="1" y="0"/>
                  </a:moveTo>
                  <a:lnTo>
                    <a:pt x="8065" y="0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76"/>
            <p:cNvSpPr/>
            <p:nvPr/>
          </p:nvSpPr>
          <p:spPr>
            <a:xfrm>
              <a:off x="3606586" y="3974471"/>
              <a:ext cx="386737" cy="48"/>
            </a:xfrm>
            <a:custGeom>
              <a:avLst/>
              <a:gdLst/>
              <a:ahLst/>
              <a:cxnLst/>
              <a:rect l="l" t="t" r="r" b="b"/>
              <a:pathLst>
                <a:path w="8065" h="1" fill="none" extrusionOk="0">
                  <a:moveTo>
                    <a:pt x="1" y="0"/>
                  </a:moveTo>
                  <a:lnTo>
                    <a:pt x="8065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76"/>
            <p:cNvSpPr/>
            <p:nvPr/>
          </p:nvSpPr>
          <p:spPr>
            <a:xfrm>
              <a:off x="3717404" y="3707856"/>
              <a:ext cx="46658" cy="87322"/>
            </a:xfrm>
            <a:custGeom>
              <a:avLst/>
              <a:gdLst/>
              <a:ahLst/>
              <a:cxnLst/>
              <a:rect l="l" t="t" r="r" b="b"/>
              <a:pathLst>
                <a:path w="973" h="1821" extrusionOk="0">
                  <a:moveTo>
                    <a:pt x="972" y="1"/>
                  </a:moveTo>
                  <a:lnTo>
                    <a:pt x="1" y="1820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76"/>
            <p:cNvSpPr/>
            <p:nvPr/>
          </p:nvSpPr>
          <p:spPr>
            <a:xfrm>
              <a:off x="3717404" y="3707856"/>
              <a:ext cx="46658" cy="87322"/>
            </a:xfrm>
            <a:custGeom>
              <a:avLst/>
              <a:gdLst/>
              <a:ahLst/>
              <a:cxnLst/>
              <a:rect l="l" t="t" r="r" b="b"/>
              <a:pathLst>
                <a:path w="973" h="1821" fill="none" extrusionOk="0">
                  <a:moveTo>
                    <a:pt x="972" y="1"/>
                  </a:moveTo>
                  <a:lnTo>
                    <a:pt x="1" y="182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76"/>
            <p:cNvSpPr/>
            <p:nvPr/>
          </p:nvSpPr>
          <p:spPr>
            <a:xfrm>
              <a:off x="3846251" y="3707856"/>
              <a:ext cx="46610" cy="87322"/>
            </a:xfrm>
            <a:custGeom>
              <a:avLst/>
              <a:gdLst/>
              <a:ahLst/>
              <a:cxnLst/>
              <a:rect l="l" t="t" r="r" b="b"/>
              <a:pathLst>
                <a:path w="972" h="1821" extrusionOk="0">
                  <a:moveTo>
                    <a:pt x="1" y="1"/>
                  </a:moveTo>
                  <a:lnTo>
                    <a:pt x="972" y="1820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76"/>
            <p:cNvSpPr/>
            <p:nvPr/>
          </p:nvSpPr>
          <p:spPr>
            <a:xfrm>
              <a:off x="3846251" y="3707856"/>
              <a:ext cx="46610" cy="87322"/>
            </a:xfrm>
            <a:custGeom>
              <a:avLst/>
              <a:gdLst/>
              <a:ahLst/>
              <a:cxnLst/>
              <a:rect l="l" t="t" r="r" b="b"/>
              <a:pathLst>
                <a:path w="972" h="1821" fill="none" extrusionOk="0">
                  <a:moveTo>
                    <a:pt x="1" y="1"/>
                  </a:moveTo>
                  <a:lnTo>
                    <a:pt x="972" y="182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76"/>
            <p:cNvSpPr/>
            <p:nvPr/>
          </p:nvSpPr>
          <p:spPr>
            <a:xfrm>
              <a:off x="3805923" y="3808987"/>
              <a:ext cx="48" cy="85931"/>
            </a:xfrm>
            <a:custGeom>
              <a:avLst/>
              <a:gdLst/>
              <a:ahLst/>
              <a:cxnLst/>
              <a:rect l="l" t="t" r="r" b="b"/>
              <a:pathLst>
                <a:path w="1" h="1792" extrusionOk="0">
                  <a:moveTo>
                    <a:pt x="0" y="0"/>
                  </a:moveTo>
                  <a:lnTo>
                    <a:pt x="0" y="1792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76"/>
            <p:cNvSpPr/>
            <p:nvPr/>
          </p:nvSpPr>
          <p:spPr>
            <a:xfrm>
              <a:off x="3805923" y="3808987"/>
              <a:ext cx="48" cy="85931"/>
            </a:xfrm>
            <a:custGeom>
              <a:avLst/>
              <a:gdLst/>
              <a:ahLst/>
              <a:cxnLst/>
              <a:rect l="l" t="t" r="r" b="b"/>
              <a:pathLst>
                <a:path w="1" h="1792" fill="none" extrusionOk="0">
                  <a:moveTo>
                    <a:pt x="0" y="0"/>
                  </a:moveTo>
                  <a:lnTo>
                    <a:pt x="0" y="179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76"/>
            <p:cNvSpPr/>
            <p:nvPr/>
          </p:nvSpPr>
          <p:spPr>
            <a:xfrm>
              <a:off x="3855745" y="4146093"/>
              <a:ext cx="97296" cy="48"/>
            </a:xfrm>
            <a:custGeom>
              <a:avLst/>
              <a:gdLst/>
              <a:ahLst/>
              <a:cxnLst/>
              <a:rect l="l" t="t" r="r" b="b"/>
              <a:pathLst>
                <a:path w="2029" h="1" extrusionOk="0">
                  <a:moveTo>
                    <a:pt x="2029" y="1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76"/>
            <p:cNvSpPr/>
            <p:nvPr/>
          </p:nvSpPr>
          <p:spPr>
            <a:xfrm>
              <a:off x="3855745" y="4146093"/>
              <a:ext cx="97296" cy="48"/>
            </a:xfrm>
            <a:custGeom>
              <a:avLst/>
              <a:gdLst/>
              <a:ahLst/>
              <a:cxnLst/>
              <a:rect l="l" t="t" r="r" b="b"/>
              <a:pathLst>
                <a:path w="2029" h="1" fill="none" extrusionOk="0">
                  <a:moveTo>
                    <a:pt x="20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19" name="Google Shape;5719;p76"/>
          <p:cNvGrpSpPr/>
          <p:nvPr/>
        </p:nvGrpSpPr>
        <p:grpSpPr>
          <a:xfrm>
            <a:off x="7747778" y="2053541"/>
            <a:ext cx="479943" cy="603145"/>
            <a:chOff x="4788141" y="3142024"/>
            <a:chExt cx="632753" cy="795181"/>
          </a:xfrm>
        </p:grpSpPr>
        <p:sp>
          <p:nvSpPr>
            <p:cNvPr id="5720" name="Google Shape;5720;p76"/>
            <p:cNvSpPr/>
            <p:nvPr/>
          </p:nvSpPr>
          <p:spPr>
            <a:xfrm>
              <a:off x="4788141" y="3142024"/>
              <a:ext cx="605917" cy="795181"/>
            </a:xfrm>
            <a:custGeom>
              <a:avLst/>
              <a:gdLst/>
              <a:ahLst/>
              <a:cxnLst/>
              <a:rect l="l" t="t" r="r" b="b"/>
              <a:pathLst>
                <a:path w="13683" h="17957" extrusionOk="0">
                  <a:moveTo>
                    <a:pt x="1" y="0"/>
                  </a:moveTo>
                  <a:lnTo>
                    <a:pt x="1" y="17956"/>
                  </a:lnTo>
                  <a:lnTo>
                    <a:pt x="13682" y="17956"/>
                  </a:lnTo>
                  <a:lnTo>
                    <a:pt x="13682" y="17438"/>
                  </a:lnTo>
                  <a:lnTo>
                    <a:pt x="607" y="17438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76"/>
            <p:cNvSpPr/>
            <p:nvPr/>
          </p:nvSpPr>
          <p:spPr>
            <a:xfrm>
              <a:off x="4870064" y="3196846"/>
              <a:ext cx="40120" cy="40917"/>
            </a:xfrm>
            <a:custGeom>
              <a:avLst/>
              <a:gdLst/>
              <a:ahLst/>
              <a:cxnLst/>
              <a:rect l="l" t="t" r="r" b="b"/>
              <a:pathLst>
                <a:path w="906" h="924" extrusionOk="0">
                  <a:moveTo>
                    <a:pt x="453" y="0"/>
                  </a:moveTo>
                  <a:cubicBezTo>
                    <a:pt x="203" y="0"/>
                    <a:pt x="0" y="206"/>
                    <a:pt x="0" y="462"/>
                  </a:cubicBezTo>
                  <a:cubicBezTo>
                    <a:pt x="0" y="716"/>
                    <a:pt x="203" y="923"/>
                    <a:pt x="453" y="923"/>
                  </a:cubicBezTo>
                  <a:cubicBezTo>
                    <a:pt x="703" y="923"/>
                    <a:pt x="905" y="716"/>
                    <a:pt x="905" y="462"/>
                  </a:cubicBezTo>
                  <a:cubicBezTo>
                    <a:pt x="905" y="206"/>
                    <a:pt x="703" y="0"/>
                    <a:pt x="4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76"/>
            <p:cNvSpPr/>
            <p:nvPr/>
          </p:nvSpPr>
          <p:spPr>
            <a:xfrm>
              <a:off x="5318650" y="3196846"/>
              <a:ext cx="40164" cy="40917"/>
            </a:xfrm>
            <a:custGeom>
              <a:avLst/>
              <a:gdLst/>
              <a:ahLst/>
              <a:cxnLst/>
              <a:rect l="l" t="t" r="r" b="b"/>
              <a:pathLst>
                <a:path w="907" h="924" extrusionOk="0">
                  <a:moveTo>
                    <a:pt x="454" y="0"/>
                  </a:moveTo>
                  <a:cubicBezTo>
                    <a:pt x="203" y="0"/>
                    <a:pt x="1" y="206"/>
                    <a:pt x="1" y="462"/>
                  </a:cubicBezTo>
                  <a:cubicBezTo>
                    <a:pt x="1" y="716"/>
                    <a:pt x="203" y="923"/>
                    <a:pt x="454" y="923"/>
                  </a:cubicBezTo>
                  <a:cubicBezTo>
                    <a:pt x="704" y="923"/>
                    <a:pt x="907" y="716"/>
                    <a:pt x="907" y="462"/>
                  </a:cubicBezTo>
                  <a:cubicBezTo>
                    <a:pt x="907" y="206"/>
                    <a:pt x="704" y="0"/>
                    <a:pt x="4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76"/>
            <p:cNvSpPr/>
            <p:nvPr/>
          </p:nvSpPr>
          <p:spPr>
            <a:xfrm>
              <a:off x="4814976" y="3657831"/>
              <a:ext cx="605917" cy="256396"/>
            </a:xfrm>
            <a:custGeom>
              <a:avLst/>
              <a:gdLst/>
              <a:ahLst/>
              <a:cxnLst/>
              <a:rect l="l" t="t" r="r" b="b"/>
              <a:pathLst>
                <a:path w="13683" h="5790" extrusionOk="0">
                  <a:moveTo>
                    <a:pt x="4684" y="1"/>
                  </a:moveTo>
                  <a:cubicBezTo>
                    <a:pt x="4143" y="1"/>
                    <a:pt x="3493" y="283"/>
                    <a:pt x="1068" y="2244"/>
                  </a:cubicBezTo>
                  <a:cubicBezTo>
                    <a:pt x="683" y="2555"/>
                    <a:pt x="329" y="2842"/>
                    <a:pt x="1" y="3109"/>
                  </a:cubicBezTo>
                  <a:lnTo>
                    <a:pt x="1" y="5790"/>
                  </a:lnTo>
                  <a:lnTo>
                    <a:pt x="13682" y="5790"/>
                  </a:lnTo>
                  <a:lnTo>
                    <a:pt x="13682" y="3241"/>
                  </a:lnTo>
                  <a:cubicBezTo>
                    <a:pt x="12858" y="2098"/>
                    <a:pt x="11446" y="1140"/>
                    <a:pt x="10689" y="1140"/>
                  </a:cubicBezTo>
                  <a:cubicBezTo>
                    <a:pt x="10656" y="1140"/>
                    <a:pt x="10624" y="1142"/>
                    <a:pt x="10594" y="1146"/>
                  </a:cubicBezTo>
                  <a:cubicBezTo>
                    <a:pt x="9592" y="1269"/>
                    <a:pt x="8767" y="3250"/>
                    <a:pt x="7840" y="3318"/>
                  </a:cubicBezTo>
                  <a:cubicBezTo>
                    <a:pt x="7825" y="3319"/>
                    <a:pt x="7810" y="3320"/>
                    <a:pt x="7795" y="3320"/>
                  </a:cubicBezTo>
                  <a:cubicBezTo>
                    <a:pt x="6667" y="3320"/>
                    <a:pt x="6908" y="107"/>
                    <a:pt x="4768" y="3"/>
                  </a:cubicBezTo>
                  <a:cubicBezTo>
                    <a:pt x="4740" y="2"/>
                    <a:pt x="4712" y="1"/>
                    <a:pt x="46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76"/>
            <p:cNvSpPr/>
            <p:nvPr/>
          </p:nvSpPr>
          <p:spPr>
            <a:xfrm>
              <a:off x="5099228" y="3376325"/>
              <a:ext cx="191300" cy="190680"/>
            </a:xfrm>
            <a:custGeom>
              <a:avLst/>
              <a:gdLst/>
              <a:ahLst/>
              <a:cxnLst/>
              <a:rect l="l" t="t" r="r" b="b"/>
              <a:pathLst>
                <a:path w="4320" h="4306" extrusionOk="0">
                  <a:moveTo>
                    <a:pt x="1816" y="1"/>
                  </a:moveTo>
                  <a:lnTo>
                    <a:pt x="1816" y="1"/>
                  </a:lnTo>
                  <a:cubicBezTo>
                    <a:pt x="727" y="268"/>
                    <a:pt x="0" y="1318"/>
                    <a:pt x="173" y="2448"/>
                  </a:cubicBezTo>
                  <a:cubicBezTo>
                    <a:pt x="338" y="3530"/>
                    <a:pt x="1271" y="4306"/>
                    <a:pt x="2334" y="4306"/>
                  </a:cubicBezTo>
                  <a:cubicBezTo>
                    <a:pt x="2444" y="4306"/>
                    <a:pt x="2556" y="4298"/>
                    <a:pt x="2668" y="4280"/>
                  </a:cubicBezTo>
                  <a:cubicBezTo>
                    <a:pt x="3418" y="4165"/>
                    <a:pt x="4020" y="3682"/>
                    <a:pt x="4319" y="3044"/>
                  </a:cubicBezTo>
                  <a:lnTo>
                    <a:pt x="4319" y="3044"/>
                  </a:lnTo>
                  <a:cubicBezTo>
                    <a:pt x="4255" y="3059"/>
                    <a:pt x="4196" y="3083"/>
                    <a:pt x="4130" y="3093"/>
                  </a:cubicBezTo>
                  <a:lnTo>
                    <a:pt x="4130" y="3092"/>
                  </a:lnTo>
                  <a:cubicBezTo>
                    <a:pt x="4018" y="3109"/>
                    <a:pt x="3906" y="3117"/>
                    <a:pt x="3796" y="3117"/>
                  </a:cubicBezTo>
                  <a:cubicBezTo>
                    <a:pt x="2733" y="3117"/>
                    <a:pt x="1800" y="2342"/>
                    <a:pt x="1635" y="1259"/>
                  </a:cubicBezTo>
                  <a:cubicBezTo>
                    <a:pt x="1566" y="814"/>
                    <a:pt x="1638" y="380"/>
                    <a:pt x="18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76"/>
            <p:cNvSpPr/>
            <p:nvPr/>
          </p:nvSpPr>
          <p:spPr>
            <a:xfrm>
              <a:off x="4814976" y="3142024"/>
              <a:ext cx="605917" cy="772198"/>
            </a:xfrm>
            <a:custGeom>
              <a:avLst/>
              <a:gdLst/>
              <a:ahLst/>
              <a:cxnLst/>
              <a:rect l="l" t="t" r="r" b="b"/>
              <a:pathLst>
                <a:path w="13683" h="17438" fill="none" extrusionOk="0">
                  <a:moveTo>
                    <a:pt x="1" y="0"/>
                  </a:moveTo>
                  <a:lnTo>
                    <a:pt x="13682" y="0"/>
                  </a:lnTo>
                  <a:lnTo>
                    <a:pt x="13682" y="17438"/>
                  </a:lnTo>
                  <a:lnTo>
                    <a:pt x="1" y="1743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6" name="Google Shape;5726;p76"/>
          <p:cNvGrpSpPr/>
          <p:nvPr/>
        </p:nvGrpSpPr>
        <p:grpSpPr>
          <a:xfrm>
            <a:off x="7966049" y="-32185"/>
            <a:ext cx="929451" cy="1827513"/>
            <a:chOff x="2880023" y="324448"/>
            <a:chExt cx="763284" cy="1500790"/>
          </a:xfrm>
        </p:grpSpPr>
        <p:sp>
          <p:nvSpPr>
            <p:cNvPr id="5727" name="Google Shape;5727;p76"/>
            <p:cNvSpPr/>
            <p:nvPr/>
          </p:nvSpPr>
          <p:spPr>
            <a:xfrm>
              <a:off x="2880023" y="324448"/>
              <a:ext cx="642016" cy="1486239"/>
            </a:xfrm>
            <a:custGeom>
              <a:avLst/>
              <a:gdLst/>
              <a:ahLst/>
              <a:cxnLst/>
              <a:rect l="l" t="t" r="r" b="b"/>
              <a:pathLst>
                <a:path w="13514" h="31281" extrusionOk="0">
                  <a:moveTo>
                    <a:pt x="6726" y="10547"/>
                  </a:moveTo>
                  <a:cubicBezTo>
                    <a:pt x="7044" y="10547"/>
                    <a:pt x="7302" y="10806"/>
                    <a:pt x="7302" y="11124"/>
                  </a:cubicBezTo>
                  <a:cubicBezTo>
                    <a:pt x="7302" y="11441"/>
                    <a:pt x="7044" y="11700"/>
                    <a:pt x="6726" y="11700"/>
                  </a:cubicBezTo>
                  <a:cubicBezTo>
                    <a:pt x="6408" y="11700"/>
                    <a:pt x="6149" y="11441"/>
                    <a:pt x="6149" y="11124"/>
                  </a:cubicBezTo>
                  <a:cubicBezTo>
                    <a:pt x="6149" y="10806"/>
                    <a:pt x="6408" y="10547"/>
                    <a:pt x="6726" y="10547"/>
                  </a:cubicBezTo>
                  <a:close/>
                  <a:moveTo>
                    <a:pt x="6335" y="13010"/>
                  </a:moveTo>
                  <a:lnTo>
                    <a:pt x="4221" y="20801"/>
                  </a:lnTo>
                  <a:cubicBezTo>
                    <a:pt x="4044" y="20700"/>
                    <a:pt x="3875" y="20612"/>
                    <a:pt x="3717" y="20532"/>
                  </a:cubicBezTo>
                  <a:lnTo>
                    <a:pt x="6335" y="13010"/>
                  </a:lnTo>
                  <a:close/>
                  <a:moveTo>
                    <a:pt x="7357" y="13832"/>
                  </a:moveTo>
                  <a:lnTo>
                    <a:pt x="9788" y="21288"/>
                  </a:lnTo>
                  <a:cubicBezTo>
                    <a:pt x="9689" y="21335"/>
                    <a:pt x="9587" y="21386"/>
                    <a:pt x="9484" y="21437"/>
                  </a:cubicBezTo>
                  <a:lnTo>
                    <a:pt x="7357" y="13832"/>
                  </a:lnTo>
                  <a:close/>
                  <a:moveTo>
                    <a:pt x="9865" y="21522"/>
                  </a:moveTo>
                  <a:lnTo>
                    <a:pt x="9992" y="21917"/>
                  </a:lnTo>
                  <a:cubicBezTo>
                    <a:pt x="9909" y="21946"/>
                    <a:pt x="9824" y="21976"/>
                    <a:pt x="9736" y="22010"/>
                  </a:cubicBezTo>
                  <a:cubicBezTo>
                    <a:pt x="9709" y="22020"/>
                    <a:pt x="9681" y="22034"/>
                    <a:pt x="9654" y="22048"/>
                  </a:cubicBezTo>
                  <a:lnTo>
                    <a:pt x="9562" y="21721"/>
                  </a:lnTo>
                  <a:cubicBezTo>
                    <a:pt x="9641" y="21658"/>
                    <a:pt x="9744" y="21591"/>
                    <a:pt x="9865" y="21522"/>
                  </a:cubicBezTo>
                  <a:close/>
                  <a:moveTo>
                    <a:pt x="9485" y="21789"/>
                  </a:moveTo>
                  <a:lnTo>
                    <a:pt x="9570" y="22090"/>
                  </a:lnTo>
                  <a:cubicBezTo>
                    <a:pt x="9400" y="22187"/>
                    <a:pt x="9220" y="22335"/>
                    <a:pt x="9036" y="22521"/>
                  </a:cubicBezTo>
                  <a:cubicBezTo>
                    <a:pt x="9200" y="22218"/>
                    <a:pt x="9339" y="21992"/>
                    <a:pt x="9429" y="21855"/>
                  </a:cubicBezTo>
                  <a:cubicBezTo>
                    <a:pt x="9443" y="21834"/>
                    <a:pt x="9464" y="21811"/>
                    <a:pt x="9485" y="21789"/>
                  </a:cubicBezTo>
                  <a:close/>
                  <a:moveTo>
                    <a:pt x="3642" y="20747"/>
                  </a:moveTo>
                  <a:cubicBezTo>
                    <a:pt x="3831" y="20849"/>
                    <a:pt x="4010" y="20953"/>
                    <a:pt x="4153" y="21054"/>
                  </a:cubicBezTo>
                  <a:lnTo>
                    <a:pt x="3650" y="22907"/>
                  </a:lnTo>
                  <a:cubicBezTo>
                    <a:pt x="3455" y="22713"/>
                    <a:pt x="3260" y="22540"/>
                    <a:pt x="3068" y="22394"/>
                  </a:cubicBezTo>
                  <a:lnTo>
                    <a:pt x="3642" y="20747"/>
                  </a:lnTo>
                  <a:close/>
                  <a:moveTo>
                    <a:pt x="6726" y="11921"/>
                  </a:moveTo>
                  <a:lnTo>
                    <a:pt x="9399" y="21479"/>
                  </a:lnTo>
                  <a:cubicBezTo>
                    <a:pt x="9395" y="21481"/>
                    <a:pt x="9392" y="21482"/>
                    <a:pt x="9388" y="21484"/>
                  </a:cubicBezTo>
                  <a:cubicBezTo>
                    <a:pt x="9014" y="21675"/>
                    <a:pt x="8665" y="22081"/>
                    <a:pt x="8345" y="22606"/>
                  </a:cubicBezTo>
                  <a:cubicBezTo>
                    <a:pt x="8327" y="22603"/>
                    <a:pt x="8310" y="22602"/>
                    <a:pt x="8294" y="22602"/>
                  </a:cubicBezTo>
                  <a:cubicBezTo>
                    <a:pt x="8288" y="22602"/>
                    <a:pt x="8283" y="22602"/>
                    <a:pt x="8278" y="22602"/>
                  </a:cubicBezTo>
                  <a:cubicBezTo>
                    <a:pt x="8122" y="22616"/>
                    <a:pt x="7947" y="22620"/>
                    <a:pt x="7813" y="22620"/>
                  </a:cubicBezTo>
                  <a:cubicBezTo>
                    <a:pt x="7744" y="22620"/>
                    <a:pt x="7685" y="22619"/>
                    <a:pt x="7646" y="22618"/>
                  </a:cubicBezTo>
                  <a:cubicBezTo>
                    <a:pt x="7646" y="22618"/>
                    <a:pt x="7645" y="22617"/>
                    <a:pt x="7644" y="22617"/>
                  </a:cubicBezTo>
                  <a:lnTo>
                    <a:pt x="7626" y="22617"/>
                  </a:lnTo>
                  <a:cubicBezTo>
                    <a:pt x="7607" y="22617"/>
                    <a:pt x="7595" y="22616"/>
                    <a:pt x="7594" y="22616"/>
                  </a:cubicBezTo>
                  <a:cubicBezTo>
                    <a:pt x="7593" y="22616"/>
                    <a:pt x="7591" y="22617"/>
                    <a:pt x="7590" y="22617"/>
                  </a:cubicBezTo>
                  <a:cubicBezTo>
                    <a:pt x="7400" y="22623"/>
                    <a:pt x="7195" y="22722"/>
                    <a:pt x="6975" y="22918"/>
                  </a:cubicBezTo>
                  <a:cubicBezTo>
                    <a:pt x="6938" y="22952"/>
                    <a:pt x="6904" y="23004"/>
                    <a:pt x="6871" y="23071"/>
                  </a:cubicBezTo>
                  <a:cubicBezTo>
                    <a:pt x="6802" y="23067"/>
                    <a:pt x="6703" y="23065"/>
                    <a:pt x="6565" y="23064"/>
                  </a:cubicBezTo>
                  <a:cubicBezTo>
                    <a:pt x="7087" y="20715"/>
                    <a:pt x="8325" y="19004"/>
                    <a:pt x="8345" y="18977"/>
                  </a:cubicBezTo>
                  <a:cubicBezTo>
                    <a:pt x="8360" y="18958"/>
                    <a:pt x="8358" y="18932"/>
                    <a:pt x="8341" y="18916"/>
                  </a:cubicBezTo>
                  <a:cubicBezTo>
                    <a:pt x="8332" y="18907"/>
                    <a:pt x="8320" y="18903"/>
                    <a:pt x="8308" y="18903"/>
                  </a:cubicBezTo>
                  <a:cubicBezTo>
                    <a:pt x="8299" y="18903"/>
                    <a:pt x="8289" y="18906"/>
                    <a:pt x="8280" y="18912"/>
                  </a:cubicBezTo>
                  <a:cubicBezTo>
                    <a:pt x="6822" y="20022"/>
                    <a:pt x="6172" y="21796"/>
                    <a:pt x="5883" y="23098"/>
                  </a:cubicBezTo>
                  <a:cubicBezTo>
                    <a:pt x="5481" y="22096"/>
                    <a:pt x="5018" y="21268"/>
                    <a:pt x="4523" y="20973"/>
                  </a:cubicBezTo>
                  <a:cubicBezTo>
                    <a:pt x="4448" y="20929"/>
                    <a:pt x="4376" y="20888"/>
                    <a:pt x="4304" y="20848"/>
                  </a:cubicBezTo>
                  <a:lnTo>
                    <a:pt x="6726" y="11921"/>
                  </a:lnTo>
                  <a:close/>
                  <a:moveTo>
                    <a:pt x="4234" y="21112"/>
                  </a:moveTo>
                  <a:cubicBezTo>
                    <a:pt x="4351" y="21202"/>
                    <a:pt x="4441" y="21287"/>
                    <a:pt x="4484" y="21366"/>
                  </a:cubicBezTo>
                  <a:cubicBezTo>
                    <a:pt x="4629" y="21624"/>
                    <a:pt x="4911" y="22172"/>
                    <a:pt x="5233" y="22990"/>
                  </a:cubicBezTo>
                  <a:cubicBezTo>
                    <a:pt x="5224" y="22987"/>
                    <a:pt x="5215" y="22982"/>
                    <a:pt x="5205" y="22980"/>
                  </a:cubicBezTo>
                  <a:cubicBezTo>
                    <a:pt x="5032" y="22940"/>
                    <a:pt x="4882" y="22923"/>
                    <a:pt x="4754" y="22923"/>
                  </a:cubicBezTo>
                  <a:cubicBezTo>
                    <a:pt x="4593" y="22923"/>
                    <a:pt x="4465" y="22949"/>
                    <a:pt x="4365" y="22983"/>
                  </a:cubicBezTo>
                  <a:cubicBezTo>
                    <a:pt x="4287" y="23002"/>
                    <a:pt x="4143" y="23049"/>
                    <a:pt x="3879" y="23145"/>
                  </a:cubicBezTo>
                  <a:cubicBezTo>
                    <a:pt x="3828" y="23090"/>
                    <a:pt x="3777" y="23036"/>
                    <a:pt x="3725" y="22984"/>
                  </a:cubicBezTo>
                  <a:lnTo>
                    <a:pt x="4234" y="21112"/>
                  </a:lnTo>
                  <a:close/>
                  <a:moveTo>
                    <a:pt x="10063" y="22131"/>
                  </a:moveTo>
                  <a:lnTo>
                    <a:pt x="10331" y="22953"/>
                  </a:lnTo>
                  <a:cubicBezTo>
                    <a:pt x="10220" y="23054"/>
                    <a:pt x="10109" y="23163"/>
                    <a:pt x="9998" y="23279"/>
                  </a:cubicBezTo>
                  <a:lnTo>
                    <a:pt x="9730" y="22322"/>
                  </a:lnTo>
                  <a:cubicBezTo>
                    <a:pt x="9804" y="22257"/>
                    <a:pt x="9921" y="22194"/>
                    <a:pt x="10063" y="22131"/>
                  </a:cubicBezTo>
                  <a:close/>
                  <a:moveTo>
                    <a:pt x="2922" y="22814"/>
                  </a:moveTo>
                  <a:cubicBezTo>
                    <a:pt x="3072" y="22965"/>
                    <a:pt x="3238" y="23147"/>
                    <a:pt x="3415" y="23361"/>
                  </a:cubicBezTo>
                  <a:cubicBezTo>
                    <a:pt x="3401" y="23371"/>
                    <a:pt x="3388" y="23382"/>
                    <a:pt x="3375" y="23395"/>
                  </a:cubicBezTo>
                  <a:cubicBezTo>
                    <a:pt x="3193" y="23305"/>
                    <a:pt x="3005" y="23220"/>
                    <a:pt x="2807" y="23144"/>
                  </a:cubicBezTo>
                  <a:lnTo>
                    <a:pt x="2922" y="22814"/>
                  </a:lnTo>
                  <a:close/>
                  <a:moveTo>
                    <a:pt x="7804" y="22874"/>
                  </a:moveTo>
                  <a:cubicBezTo>
                    <a:pt x="7895" y="22949"/>
                    <a:pt x="7980" y="23030"/>
                    <a:pt x="8060" y="23119"/>
                  </a:cubicBezTo>
                  <a:cubicBezTo>
                    <a:pt x="7995" y="23246"/>
                    <a:pt x="7931" y="23377"/>
                    <a:pt x="7869" y="23511"/>
                  </a:cubicBezTo>
                  <a:cubicBezTo>
                    <a:pt x="7833" y="23447"/>
                    <a:pt x="7791" y="23393"/>
                    <a:pt x="7738" y="23358"/>
                  </a:cubicBezTo>
                  <a:cubicBezTo>
                    <a:pt x="7629" y="23285"/>
                    <a:pt x="7528" y="23231"/>
                    <a:pt x="7432" y="23188"/>
                  </a:cubicBezTo>
                  <a:cubicBezTo>
                    <a:pt x="7560" y="23018"/>
                    <a:pt x="7706" y="22923"/>
                    <a:pt x="7804" y="22874"/>
                  </a:cubicBezTo>
                  <a:close/>
                  <a:moveTo>
                    <a:pt x="10486" y="23429"/>
                  </a:moveTo>
                  <a:lnTo>
                    <a:pt x="10614" y="23823"/>
                  </a:lnTo>
                  <a:cubicBezTo>
                    <a:pt x="10508" y="23829"/>
                    <a:pt x="10396" y="23842"/>
                    <a:pt x="10269" y="23864"/>
                  </a:cubicBezTo>
                  <a:cubicBezTo>
                    <a:pt x="10237" y="23871"/>
                    <a:pt x="10204" y="23881"/>
                    <a:pt x="10170" y="23894"/>
                  </a:cubicBezTo>
                  <a:lnTo>
                    <a:pt x="10155" y="23842"/>
                  </a:lnTo>
                  <a:cubicBezTo>
                    <a:pt x="10270" y="23690"/>
                    <a:pt x="10381" y="23554"/>
                    <a:pt x="10486" y="23429"/>
                  </a:cubicBezTo>
                  <a:close/>
                  <a:moveTo>
                    <a:pt x="9656" y="22402"/>
                  </a:moveTo>
                  <a:lnTo>
                    <a:pt x="9924" y="23360"/>
                  </a:lnTo>
                  <a:cubicBezTo>
                    <a:pt x="9713" y="23589"/>
                    <a:pt x="9502" y="23842"/>
                    <a:pt x="9294" y="24112"/>
                  </a:cubicBezTo>
                  <a:lnTo>
                    <a:pt x="9294" y="24112"/>
                  </a:lnTo>
                  <a:cubicBezTo>
                    <a:pt x="9227" y="23723"/>
                    <a:pt x="9123" y="23434"/>
                    <a:pt x="9011" y="23221"/>
                  </a:cubicBezTo>
                  <a:cubicBezTo>
                    <a:pt x="9293" y="22832"/>
                    <a:pt x="9516" y="22562"/>
                    <a:pt x="9656" y="22402"/>
                  </a:cubicBezTo>
                  <a:close/>
                  <a:moveTo>
                    <a:pt x="4294" y="23237"/>
                  </a:moveTo>
                  <a:cubicBezTo>
                    <a:pt x="4544" y="23237"/>
                    <a:pt x="4992" y="23295"/>
                    <a:pt x="5217" y="23674"/>
                  </a:cubicBezTo>
                  <a:lnTo>
                    <a:pt x="5217" y="23675"/>
                  </a:lnTo>
                  <a:cubicBezTo>
                    <a:pt x="5216" y="23677"/>
                    <a:pt x="5214" y="23678"/>
                    <a:pt x="5213" y="23680"/>
                  </a:cubicBezTo>
                  <a:cubicBezTo>
                    <a:pt x="5085" y="23914"/>
                    <a:pt x="5035" y="24206"/>
                    <a:pt x="5055" y="24546"/>
                  </a:cubicBezTo>
                  <a:cubicBezTo>
                    <a:pt x="5012" y="24507"/>
                    <a:pt x="4969" y="24469"/>
                    <a:pt x="4924" y="24430"/>
                  </a:cubicBezTo>
                  <a:cubicBezTo>
                    <a:pt x="4644" y="24047"/>
                    <a:pt x="4352" y="23676"/>
                    <a:pt x="4057" y="23341"/>
                  </a:cubicBezTo>
                  <a:cubicBezTo>
                    <a:pt x="4091" y="23307"/>
                    <a:pt x="4128" y="23274"/>
                    <a:pt x="4168" y="23242"/>
                  </a:cubicBezTo>
                  <a:cubicBezTo>
                    <a:pt x="4199" y="23239"/>
                    <a:pt x="4242" y="23237"/>
                    <a:pt x="4294" y="23237"/>
                  </a:cubicBezTo>
                  <a:close/>
                  <a:moveTo>
                    <a:pt x="2675" y="23525"/>
                  </a:moveTo>
                  <a:cubicBezTo>
                    <a:pt x="2816" y="23609"/>
                    <a:pt x="2964" y="23699"/>
                    <a:pt x="3114" y="23797"/>
                  </a:cubicBezTo>
                  <a:cubicBezTo>
                    <a:pt x="3084" y="23886"/>
                    <a:pt x="3062" y="23984"/>
                    <a:pt x="3058" y="24093"/>
                  </a:cubicBezTo>
                  <a:cubicBezTo>
                    <a:pt x="3052" y="24219"/>
                    <a:pt x="3068" y="24352"/>
                    <a:pt x="3107" y="24491"/>
                  </a:cubicBezTo>
                  <a:lnTo>
                    <a:pt x="2899" y="24754"/>
                  </a:lnTo>
                  <a:cubicBezTo>
                    <a:pt x="2702" y="24703"/>
                    <a:pt x="2498" y="24662"/>
                    <a:pt x="2289" y="24633"/>
                  </a:cubicBezTo>
                  <a:lnTo>
                    <a:pt x="2675" y="23525"/>
                  </a:lnTo>
                  <a:close/>
                  <a:moveTo>
                    <a:pt x="3142" y="24596"/>
                  </a:moveTo>
                  <a:cubicBezTo>
                    <a:pt x="3172" y="24681"/>
                    <a:pt x="3209" y="24767"/>
                    <a:pt x="3254" y="24857"/>
                  </a:cubicBezTo>
                  <a:cubicBezTo>
                    <a:pt x="3170" y="24829"/>
                    <a:pt x="3084" y="24804"/>
                    <a:pt x="2997" y="24779"/>
                  </a:cubicBezTo>
                  <a:lnTo>
                    <a:pt x="3142" y="24596"/>
                  </a:lnTo>
                  <a:close/>
                  <a:moveTo>
                    <a:pt x="3638" y="24160"/>
                  </a:moveTo>
                  <a:cubicBezTo>
                    <a:pt x="3901" y="24354"/>
                    <a:pt x="4163" y="24568"/>
                    <a:pt x="4413" y="24802"/>
                  </a:cubicBezTo>
                  <a:cubicBezTo>
                    <a:pt x="4317" y="24831"/>
                    <a:pt x="4160" y="24884"/>
                    <a:pt x="3901" y="24978"/>
                  </a:cubicBezTo>
                  <a:lnTo>
                    <a:pt x="3658" y="24657"/>
                  </a:lnTo>
                  <a:cubicBezTo>
                    <a:pt x="3623" y="24464"/>
                    <a:pt x="3622" y="24299"/>
                    <a:pt x="3638" y="24160"/>
                  </a:cubicBezTo>
                  <a:close/>
                  <a:moveTo>
                    <a:pt x="5530" y="24401"/>
                  </a:moveTo>
                  <a:cubicBezTo>
                    <a:pt x="5568" y="24506"/>
                    <a:pt x="5608" y="24618"/>
                    <a:pt x="5649" y="24734"/>
                  </a:cubicBezTo>
                  <a:cubicBezTo>
                    <a:pt x="5643" y="24831"/>
                    <a:pt x="5639" y="24925"/>
                    <a:pt x="5635" y="25017"/>
                  </a:cubicBezTo>
                  <a:cubicBezTo>
                    <a:pt x="5574" y="24942"/>
                    <a:pt x="5509" y="24882"/>
                    <a:pt x="5443" y="24841"/>
                  </a:cubicBezTo>
                  <a:cubicBezTo>
                    <a:pt x="5458" y="24693"/>
                    <a:pt x="5486" y="24545"/>
                    <a:pt x="5530" y="24401"/>
                  </a:cubicBezTo>
                  <a:close/>
                  <a:moveTo>
                    <a:pt x="3708" y="24877"/>
                  </a:moveTo>
                  <a:lnTo>
                    <a:pt x="3810" y="25011"/>
                  </a:lnTo>
                  <a:cubicBezTo>
                    <a:pt x="3792" y="25017"/>
                    <a:pt x="3775" y="25024"/>
                    <a:pt x="3756" y="25030"/>
                  </a:cubicBezTo>
                  <a:cubicBezTo>
                    <a:pt x="3738" y="24978"/>
                    <a:pt x="3722" y="24926"/>
                    <a:pt x="3708" y="24877"/>
                  </a:cubicBezTo>
                  <a:close/>
                  <a:moveTo>
                    <a:pt x="6654" y="23256"/>
                  </a:moveTo>
                  <a:cubicBezTo>
                    <a:pt x="6687" y="23263"/>
                    <a:pt x="6734" y="23278"/>
                    <a:pt x="6788" y="23298"/>
                  </a:cubicBezTo>
                  <a:cubicBezTo>
                    <a:pt x="6669" y="23708"/>
                    <a:pt x="6600" y="24371"/>
                    <a:pt x="6562" y="25095"/>
                  </a:cubicBezTo>
                  <a:cubicBezTo>
                    <a:pt x="6498" y="24878"/>
                    <a:pt x="6431" y="24658"/>
                    <a:pt x="6361" y="24440"/>
                  </a:cubicBezTo>
                  <a:cubicBezTo>
                    <a:pt x="6389" y="24050"/>
                    <a:pt x="6443" y="23670"/>
                    <a:pt x="6515" y="23305"/>
                  </a:cubicBezTo>
                  <a:cubicBezTo>
                    <a:pt x="6560" y="23287"/>
                    <a:pt x="6605" y="23270"/>
                    <a:pt x="6654" y="23256"/>
                  </a:cubicBezTo>
                  <a:close/>
                  <a:moveTo>
                    <a:pt x="7237" y="23575"/>
                  </a:moveTo>
                  <a:cubicBezTo>
                    <a:pt x="7358" y="23699"/>
                    <a:pt x="7448" y="23864"/>
                    <a:pt x="7449" y="24085"/>
                  </a:cubicBezTo>
                  <a:cubicBezTo>
                    <a:pt x="7454" y="24193"/>
                    <a:pt x="7447" y="24365"/>
                    <a:pt x="7430" y="24572"/>
                  </a:cubicBezTo>
                  <a:cubicBezTo>
                    <a:pt x="7371" y="24733"/>
                    <a:pt x="7314" y="24894"/>
                    <a:pt x="7258" y="25055"/>
                  </a:cubicBezTo>
                  <a:cubicBezTo>
                    <a:pt x="7204" y="25148"/>
                    <a:pt x="7151" y="25240"/>
                    <a:pt x="7100" y="25333"/>
                  </a:cubicBezTo>
                  <a:cubicBezTo>
                    <a:pt x="7114" y="24731"/>
                    <a:pt x="7135" y="24218"/>
                    <a:pt x="7160" y="23958"/>
                  </a:cubicBezTo>
                  <a:cubicBezTo>
                    <a:pt x="7174" y="23812"/>
                    <a:pt x="7202" y="23687"/>
                    <a:pt x="7237" y="23575"/>
                  </a:cubicBezTo>
                  <a:close/>
                  <a:moveTo>
                    <a:pt x="4402" y="25040"/>
                  </a:moveTo>
                  <a:cubicBezTo>
                    <a:pt x="4467" y="25040"/>
                    <a:pt x="4545" y="25044"/>
                    <a:pt x="4630" y="25056"/>
                  </a:cubicBezTo>
                  <a:cubicBezTo>
                    <a:pt x="4758" y="25259"/>
                    <a:pt x="4887" y="25472"/>
                    <a:pt x="5017" y="25695"/>
                  </a:cubicBezTo>
                  <a:cubicBezTo>
                    <a:pt x="4745" y="25520"/>
                    <a:pt x="4440" y="25350"/>
                    <a:pt x="4112" y="25195"/>
                  </a:cubicBezTo>
                  <a:cubicBezTo>
                    <a:pt x="4162" y="25143"/>
                    <a:pt x="4215" y="25093"/>
                    <a:pt x="4274" y="25045"/>
                  </a:cubicBezTo>
                  <a:cubicBezTo>
                    <a:pt x="4306" y="25042"/>
                    <a:pt x="4349" y="25040"/>
                    <a:pt x="4402" y="25040"/>
                  </a:cubicBezTo>
                  <a:close/>
                  <a:moveTo>
                    <a:pt x="8561" y="23875"/>
                  </a:moveTo>
                  <a:cubicBezTo>
                    <a:pt x="8690" y="24140"/>
                    <a:pt x="8794" y="24416"/>
                    <a:pt x="8874" y="24685"/>
                  </a:cubicBezTo>
                  <a:cubicBezTo>
                    <a:pt x="8572" y="25118"/>
                    <a:pt x="8284" y="25569"/>
                    <a:pt x="8021" y="26003"/>
                  </a:cubicBezTo>
                  <a:cubicBezTo>
                    <a:pt x="7936" y="26001"/>
                    <a:pt x="7852" y="25998"/>
                    <a:pt x="7770" y="25997"/>
                  </a:cubicBezTo>
                  <a:cubicBezTo>
                    <a:pt x="7822" y="25746"/>
                    <a:pt x="7871" y="25484"/>
                    <a:pt x="7911" y="25225"/>
                  </a:cubicBezTo>
                  <a:cubicBezTo>
                    <a:pt x="7987" y="24985"/>
                    <a:pt x="8063" y="24756"/>
                    <a:pt x="8142" y="24538"/>
                  </a:cubicBezTo>
                  <a:cubicBezTo>
                    <a:pt x="8287" y="24298"/>
                    <a:pt x="8426" y="24078"/>
                    <a:pt x="8561" y="23875"/>
                  </a:cubicBezTo>
                  <a:close/>
                  <a:moveTo>
                    <a:pt x="9140" y="26006"/>
                  </a:moveTo>
                  <a:cubicBezTo>
                    <a:pt x="9142" y="26021"/>
                    <a:pt x="9143" y="26034"/>
                    <a:pt x="9144" y="26048"/>
                  </a:cubicBezTo>
                  <a:cubicBezTo>
                    <a:pt x="9134" y="26048"/>
                    <a:pt x="9124" y="26046"/>
                    <a:pt x="9114" y="26046"/>
                  </a:cubicBezTo>
                  <a:cubicBezTo>
                    <a:pt x="9123" y="26033"/>
                    <a:pt x="9131" y="26020"/>
                    <a:pt x="9140" y="26007"/>
                  </a:cubicBezTo>
                  <a:lnTo>
                    <a:pt x="9140" y="26006"/>
                  </a:lnTo>
                  <a:close/>
                  <a:moveTo>
                    <a:pt x="10791" y="24365"/>
                  </a:moveTo>
                  <a:lnTo>
                    <a:pt x="11343" y="26060"/>
                  </a:lnTo>
                  <a:lnTo>
                    <a:pt x="11343" y="26060"/>
                  </a:lnTo>
                  <a:lnTo>
                    <a:pt x="10445" y="24499"/>
                  </a:lnTo>
                  <a:cubicBezTo>
                    <a:pt x="10561" y="24440"/>
                    <a:pt x="10678" y="24395"/>
                    <a:pt x="10791" y="24365"/>
                  </a:cubicBezTo>
                  <a:close/>
                  <a:moveTo>
                    <a:pt x="3793" y="25736"/>
                  </a:moveTo>
                  <a:cubicBezTo>
                    <a:pt x="3862" y="25769"/>
                    <a:pt x="3931" y="25802"/>
                    <a:pt x="4002" y="25837"/>
                  </a:cubicBezTo>
                  <a:cubicBezTo>
                    <a:pt x="4050" y="25887"/>
                    <a:pt x="4097" y="25937"/>
                    <a:pt x="4150" y="25988"/>
                  </a:cubicBezTo>
                  <a:cubicBezTo>
                    <a:pt x="4152" y="25992"/>
                    <a:pt x="4155" y="25994"/>
                    <a:pt x="4160" y="25995"/>
                  </a:cubicBezTo>
                  <a:cubicBezTo>
                    <a:pt x="4166" y="25999"/>
                    <a:pt x="4174" y="26002"/>
                    <a:pt x="4182" y="26002"/>
                  </a:cubicBezTo>
                  <a:cubicBezTo>
                    <a:pt x="4194" y="26002"/>
                    <a:pt x="4208" y="25996"/>
                    <a:pt x="4217" y="25986"/>
                  </a:cubicBezTo>
                  <a:cubicBezTo>
                    <a:pt x="4226" y="25977"/>
                    <a:pt x="4228" y="25967"/>
                    <a:pt x="4229" y="25958"/>
                  </a:cubicBezTo>
                  <a:cubicBezTo>
                    <a:pt x="4271" y="25980"/>
                    <a:pt x="4312" y="26005"/>
                    <a:pt x="4354" y="26030"/>
                  </a:cubicBezTo>
                  <a:cubicBezTo>
                    <a:pt x="4144" y="26039"/>
                    <a:pt x="3937" y="26050"/>
                    <a:pt x="3736" y="26062"/>
                  </a:cubicBezTo>
                  <a:cubicBezTo>
                    <a:pt x="3742" y="25965"/>
                    <a:pt x="3754" y="25877"/>
                    <a:pt x="3773" y="25802"/>
                  </a:cubicBezTo>
                  <a:cubicBezTo>
                    <a:pt x="3778" y="25780"/>
                    <a:pt x="3787" y="25759"/>
                    <a:pt x="3793" y="25736"/>
                  </a:cubicBezTo>
                  <a:close/>
                  <a:moveTo>
                    <a:pt x="2097" y="25184"/>
                  </a:moveTo>
                  <a:cubicBezTo>
                    <a:pt x="2224" y="25210"/>
                    <a:pt x="2355" y="25239"/>
                    <a:pt x="2488" y="25272"/>
                  </a:cubicBezTo>
                  <a:lnTo>
                    <a:pt x="1735" y="26226"/>
                  </a:lnTo>
                  <a:lnTo>
                    <a:pt x="1735" y="26226"/>
                  </a:lnTo>
                  <a:lnTo>
                    <a:pt x="2097" y="25184"/>
                  </a:lnTo>
                  <a:close/>
                  <a:moveTo>
                    <a:pt x="2587" y="25298"/>
                  </a:moveTo>
                  <a:cubicBezTo>
                    <a:pt x="2804" y="25356"/>
                    <a:pt x="3029" y="25427"/>
                    <a:pt x="3258" y="25512"/>
                  </a:cubicBezTo>
                  <a:lnTo>
                    <a:pt x="3257" y="25512"/>
                  </a:lnTo>
                  <a:cubicBezTo>
                    <a:pt x="3206" y="25623"/>
                    <a:pt x="3169" y="25750"/>
                    <a:pt x="3165" y="25894"/>
                  </a:cubicBezTo>
                  <a:cubicBezTo>
                    <a:pt x="3161" y="25962"/>
                    <a:pt x="3165" y="26032"/>
                    <a:pt x="3174" y="26102"/>
                  </a:cubicBezTo>
                  <a:cubicBezTo>
                    <a:pt x="2564" y="26153"/>
                    <a:pt x="2062" y="26221"/>
                    <a:pt x="1787" y="26310"/>
                  </a:cubicBezTo>
                  <a:lnTo>
                    <a:pt x="2587" y="25298"/>
                  </a:lnTo>
                  <a:close/>
                  <a:moveTo>
                    <a:pt x="10363" y="24543"/>
                  </a:moveTo>
                  <a:lnTo>
                    <a:pt x="11391" y="26327"/>
                  </a:lnTo>
                  <a:lnTo>
                    <a:pt x="11389" y="26327"/>
                  </a:lnTo>
                  <a:cubicBezTo>
                    <a:pt x="11044" y="26199"/>
                    <a:pt x="10239" y="26111"/>
                    <a:pt x="9304" y="26057"/>
                  </a:cubicBezTo>
                  <a:cubicBezTo>
                    <a:pt x="9318" y="25937"/>
                    <a:pt x="9328" y="25821"/>
                    <a:pt x="9337" y="25709"/>
                  </a:cubicBezTo>
                  <a:cubicBezTo>
                    <a:pt x="9540" y="25407"/>
                    <a:pt x="9713" y="25162"/>
                    <a:pt x="9834" y="25013"/>
                  </a:cubicBezTo>
                  <a:cubicBezTo>
                    <a:pt x="9996" y="24803"/>
                    <a:pt x="10178" y="24652"/>
                    <a:pt x="10363" y="24543"/>
                  </a:cubicBezTo>
                  <a:close/>
                  <a:moveTo>
                    <a:pt x="11305" y="24296"/>
                  </a:moveTo>
                  <a:cubicBezTo>
                    <a:pt x="11428" y="24296"/>
                    <a:pt x="11528" y="24308"/>
                    <a:pt x="11594" y="24321"/>
                  </a:cubicBezTo>
                  <a:cubicBezTo>
                    <a:pt x="11796" y="24601"/>
                    <a:pt x="11908" y="24917"/>
                    <a:pt x="11923" y="25267"/>
                  </a:cubicBezTo>
                  <a:cubicBezTo>
                    <a:pt x="11940" y="25660"/>
                    <a:pt x="11841" y="26227"/>
                    <a:pt x="11414" y="26973"/>
                  </a:cubicBezTo>
                  <a:lnTo>
                    <a:pt x="11574" y="26493"/>
                  </a:lnTo>
                  <a:cubicBezTo>
                    <a:pt x="11580" y="26480"/>
                    <a:pt x="11578" y="26465"/>
                    <a:pt x="11570" y="26453"/>
                  </a:cubicBezTo>
                  <a:cubicBezTo>
                    <a:pt x="11570" y="26452"/>
                    <a:pt x="11569" y="26451"/>
                    <a:pt x="11568" y="26450"/>
                  </a:cubicBezTo>
                  <a:lnTo>
                    <a:pt x="10881" y="24342"/>
                  </a:lnTo>
                  <a:cubicBezTo>
                    <a:pt x="11037" y="24308"/>
                    <a:pt x="11182" y="24296"/>
                    <a:pt x="11305" y="24296"/>
                  </a:cubicBezTo>
                  <a:close/>
                  <a:moveTo>
                    <a:pt x="6679" y="0"/>
                  </a:moveTo>
                  <a:lnTo>
                    <a:pt x="6679" y="10459"/>
                  </a:lnTo>
                  <a:cubicBezTo>
                    <a:pt x="6332" y="10483"/>
                    <a:pt x="6057" y="10770"/>
                    <a:pt x="6057" y="11123"/>
                  </a:cubicBezTo>
                  <a:cubicBezTo>
                    <a:pt x="6057" y="11477"/>
                    <a:pt x="6323" y="11754"/>
                    <a:pt x="6663" y="11786"/>
                  </a:cubicBezTo>
                  <a:lnTo>
                    <a:pt x="3632" y="20491"/>
                  </a:lnTo>
                  <a:cubicBezTo>
                    <a:pt x="2627" y="20000"/>
                    <a:pt x="2053" y="19914"/>
                    <a:pt x="2023" y="19909"/>
                  </a:cubicBezTo>
                  <a:cubicBezTo>
                    <a:pt x="2021" y="19909"/>
                    <a:pt x="2018" y="19909"/>
                    <a:pt x="2016" y="19909"/>
                  </a:cubicBezTo>
                  <a:cubicBezTo>
                    <a:pt x="1995" y="19909"/>
                    <a:pt x="1977" y="19922"/>
                    <a:pt x="1972" y="19943"/>
                  </a:cubicBezTo>
                  <a:cubicBezTo>
                    <a:pt x="1966" y="19966"/>
                    <a:pt x="1977" y="19990"/>
                    <a:pt x="2000" y="19998"/>
                  </a:cubicBezTo>
                  <a:cubicBezTo>
                    <a:pt x="2013" y="20003"/>
                    <a:pt x="2853" y="20333"/>
                    <a:pt x="3558" y="20702"/>
                  </a:cubicBezTo>
                  <a:lnTo>
                    <a:pt x="2990" y="22335"/>
                  </a:lnTo>
                  <a:cubicBezTo>
                    <a:pt x="2726" y="22143"/>
                    <a:pt x="2467" y="22006"/>
                    <a:pt x="2222" y="21946"/>
                  </a:cubicBezTo>
                  <a:cubicBezTo>
                    <a:pt x="1990" y="21889"/>
                    <a:pt x="1776" y="21860"/>
                    <a:pt x="1579" y="21860"/>
                  </a:cubicBezTo>
                  <a:cubicBezTo>
                    <a:pt x="1232" y="21860"/>
                    <a:pt x="939" y="21949"/>
                    <a:pt x="705" y="22127"/>
                  </a:cubicBezTo>
                  <a:cubicBezTo>
                    <a:pt x="158" y="22542"/>
                    <a:pt x="130" y="23280"/>
                    <a:pt x="129" y="23312"/>
                  </a:cubicBezTo>
                  <a:cubicBezTo>
                    <a:pt x="129" y="23335"/>
                    <a:pt x="145" y="23355"/>
                    <a:pt x="168" y="23359"/>
                  </a:cubicBezTo>
                  <a:cubicBezTo>
                    <a:pt x="171" y="23359"/>
                    <a:pt x="174" y="23359"/>
                    <a:pt x="176" y="23359"/>
                  </a:cubicBezTo>
                  <a:cubicBezTo>
                    <a:pt x="196" y="23359"/>
                    <a:pt x="214" y="23346"/>
                    <a:pt x="219" y="23326"/>
                  </a:cubicBezTo>
                  <a:cubicBezTo>
                    <a:pt x="222" y="23319"/>
                    <a:pt x="448" y="22597"/>
                    <a:pt x="1056" y="22303"/>
                  </a:cubicBezTo>
                  <a:cubicBezTo>
                    <a:pt x="1227" y="22221"/>
                    <a:pt x="1412" y="22180"/>
                    <a:pt x="1610" y="22180"/>
                  </a:cubicBezTo>
                  <a:cubicBezTo>
                    <a:pt x="1824" y="22180"/>
                    <a:pt x="2054" y="22228"/>
                    <a:pt x="2297" y="22325"/>
                  </a:cubicBezTo>
                  <a:cubicBezTo>
                    <a:pt x="2429" y="22377"/>
                    <a:pt x="2618" y="22520"/>
                    <a:pt x="2849" y="22741"/>
                  </a:cubicBezTo>
                  <a:lnTo>
                    <a:pt x="2720" y="23112"/>
                  </a:lnTo>
                  <a:cubicBezTo>
                    <a:pt x="2286" y="22950"/>
                    <a:pt x="1820" y="22819"/>
                    <a:pt x="1313" y="22737"/>
                  </a:cubicBezTo>
                  <a:cubicBezTo>
                    <a:pt x="1311" y="22737"/>
                    <a:pt x="1309" y="22736"/>
                    <a:pt x="1306" y="22736"/>
                  </a:cubicBezTo>
                  <a:cubicBezTo>
                    <a:pt x="1286" y="22736"/>
                    <a:pt x="1267" y="22750"/>
                    <a:pt x="1261" y="22770"/>
                  </a:cubicBezTo>
                  <a:cubicBezTo>
                    <a:pt x="1255" y="22794"/>
                    <a:pt x="1267" y="22818"/>
                    <a:pt x="1289" y="22827"/>
                  </a:cubicBezTo>
                  <a:cubicBezTo>
                    <a:pt x="1306" y="22833"/>
                    <a:pt x="1865" y="23057"/>
                    <a:pt x="2592" y="23477"/>
                  </a:cubicBezTo>
                  <a:lnTo>
                    <a:pt x="2195" y="24621"/>
                  </a:lnTo>
                  <a:cubicBezTo>
                    <a:pt x="2018" y="24600"/>
                    <a:pt x="1839" y="24589"/>
                    <a:pt x="1657" y="24589"/>
                  </a:cubicBezTo>
                  <a:cubicBezTo>
                    <a:pt x="1119" y="24589"/>
                    <a:pt x="564" y="24691"/>
                    <a:pt x="30" y="24960"/>
                  </a:cubicBezTo>
                  <a:cubicBezTo>
                    <a:pt x="11" y="24970"/>
                    <a:pt x="1" y="24993"/>
                    <a:pt x="7" y="25015"/>
                  </a:cubicBezTo>
                  <a:cubicBezTo>
                    <a:pt x="13" y="25034"/>
                    <a:pt x="30" y="25048"/>
                    <a:pt x="50" y="25048"/>
                  </a:cubicBezTo>
                  <a:cubicBezTo>
                    <a:pt x="52" y="25048"/>
                    <a:pt x="55" y="25047"/>
                    <a:pt x="57" y="25047"/>
                  </a:cubicBezTo>
                  <a:cubicBezTo>
                    <a:pt x="66" y="25046"/>
                    <a:pt x="245" y="25027"/>
                    <a:pt x="545" y="25027"/>
                  </a:cubicBezTo>
                  <a:cubicBezTo>
                    <a:pt x="894" y="25027"/>
                    <a:pt x="1407" y="25053"/>
                    <a:pt x="2004" y="25166"/>
                  </a:cubicBezTo>
                  <a:lnTo>
                    <a:pt x="1563" y="26436"/>
                  </a:lnTo>
                  <a:lnTo>
                    <a:pt x="1556" y="26454"/>
                  </a:lnTo>
                  <a:cubicBezTo>
                    <a:pt x="1556" y="26455"/>
                    <a:pt x="1557" y="26458"/>
                    <a:pt x="1556" y="26459"/>
                  </a:cubicBezTo>
                  <a:cubicBezTo>
                    <a:pt x="1556" y="26462"/>
                    <a:pt x="1554" y="26465"/>
                    <a:pt x="1554" y="26469"/>
                  </a:cubicBezTo>
                  <a:cubicBezTo>
                    <a:pt x="1554" y="26474"/>
                    <a:pt x="1556" y="26479"/>
                    <a:pt x="1557" y="26483"/>
                  </a:cubicBezTo>
                  <a:cubicBezTo>
                    <a:pt x="1557" y="26485"/>
                    <a:pt x="1557" y="26486"/>
                    <a:pt x="1557" y="26487"/>
                  </a:cubicBezTo>
                  <a:cubicBezTo>
                    <a:pt x="1566" y="26527"/>
                    <a:pt x="1602" y="26556"/>
                    <a:pt x="1627" y="26572"/>
                  </a:cubicBezTo>
                  <a:lnTo>
                    <a:pt x="3064" y="30856"/>
                  </a:lnTo>
                  <a:cubicBezTo>
                    <a:pt x="3104" y="31191"/>
                    <a:pt x="5380" y="31281"/>
                    <a:pt x="6588" y="31281"/>
                  </a:cubicBezTo>
                  <a:cubicBezTo>
                    <a:pt x="7795" y="31281"/>
                    <a:pt x="10070" y="31192"/>
                    <a:pt x="10111" y="30856"/>
                  </a:cubicBezTo>
                  <a:lnTo>
                    <a:pt x="11082" y="27960"/>
                  </a:lnTo>
                  <a:cubicBezTo>
                    <a:pt x="11951" y="27174"/>
                    <a:pt x="12492" y="26442"/>
                    <a:pt x="12659" y="25815"/>
                  </a:cubicBezTo>
                  <a:cubicBezTo>
                    <a:pt x="12881" y="25054"/>
                    <a:pt x="12547" y="24538"/>
                    <a:pt x="12323" y="24433"/>
                  </a:cubicBezTo>
                  <a:cubicBezTo>
                    <a:pt x="11850" y="24164"/>
                    <a:pt x="11600" y="24037"/>
                    <a:pt x="11466" y="23976"/>
                  </a:cubicBezTo>
                  <a:cubicBezTo>
                    <a:pt x="11319" y="23888"/>
                    <a:pt x="11100" y="23815"/>
                    <a:pt x="10773" y="23815"/>
                  </a:cubicBezTo>
                  <a:cubicBezTo>
                    <a:pt x="10752" y="23815"/>
                    <a:pt x="10731" y="23815"/>
                    <a:pt x="10709" y="23816"/>
                  </a:cubicBezTo>
                  <a:lnTo>
                    <a:pt x="10556" y="23347"/>
                  </a:lnTo>
                  <a:cubicBezTo>
                    <a:pt x="10879" y="22978"/>
                    <a:pt x="11144" y="22748"/>
                    <a:pt x="11315" y="22674"/>
                  </a:cubicBezTo>
                  <a:cubicBezTo>
                    <a:pt x="11571" y="22563"/>
                    <a:pt x="11813" y="22508"/>
                    <a:pt x="12040" y="22508"/>
                  </a:cubicBezTo>
                  <a:cubicBezTo>
                    <a:pt x="12222" y="22508"/>
                    <a:pt x="12393" y="22544"/>
                    <a:pt x="12553" y="22615"/>
                  </a:cubicBezTo>
                  <a:cubicBezTo>
                    <a:pt x="13171" y="22888"/>
                    <a:pt x="13420" y="23604"/>
                    <a:pt x="13422" y="23612"/>
                  </a:cubicBezTo>
                  <a:cubicBezTo>
                    <a:pt x="13429" y="23630"/>
                    <a:pt x="13446" y="23643"/>
                    <a:pt x="13465" y="23643"/>
                  </a:cubicBezTo>
                  <a:cubicBezTo>
                    <a:pt x="13468" y="23643"/>
                    <a:pt x="13471" y="23643"/>
                    <a:pt x="13474" y="23642"/>
                  </a:cubicBezTo>
                  <a:cubicBezTo>
                    <a:pt x="13498" y="23638"/>
                    <a:pt x="13514" y="23617"/>
                    <a:pt x="13513" y="23594"/>
                  </a:cubicBezTo>
                  <a:cubicBezTo>
                    <a:pt x="13510" y="23563"/>
                    <a:pt x="13460" y="22825"/>
                    <a:pt x="12901" y="22428"/>
                  </a:cubicBezTo>
                  <a:cubicBezTo>
                    <a:pt x="12675" y="22267"/>
                    <a:pt x="12400" y="22187"/>
                    <a:pt x="12079" y="22187"/>
                  </a:cubicBezTo>
                  <a:cubicBezTo>
                    <a:pt x="11866" y="22187"/>
                    <a:pt x="11632" y="22222"/>
                    <a:pt x="11379" y="22293"/>
                  </a:cubicBezTo>
                  <a:cubicBezTo>
                    <a:pt x="11068" y="22381"/>
                    <a:pt x="10740" y="22591"/>
                    <a:pt x="10406" y="22885"/>
                  </a:cubicBezTo>
                  <a:lnTo>
                    <a:pt x="10148" y="22094"/>
                  </a:lnTo>
                  <a:cubicBezTo>
                    <a:pt x="10836" y="21813"/>
                    <a:pt x="11991" y="21578"/>
                    <a:pt x="12006" y="21575"/>
                  </a:cubicBezTo>
                  <a:cubicBezTo>
                    <a:pt x="12029" y="21571"/>
                    <a:pt x="12045" y="21549"/>
                    <a:pt x="12043" y="21526"/>
                  </a:cubicBezTo>
                  <a:cubicBezTo>
                    <a:pt x="12040" y="21502"/>
                    <a:pt x="12021" y="21484"/>
                    <a:pt x="11999" y="21483"/>
                  </a:cubicBezTo>
                  <a:cubicBezTo>
                    <a:pt x="11997" y="21483"/>
                    <a:pt x="11991" y="21483"/>
                    <a:pt x="11981" y="21483"/>
                  </a:cubicBezTo>
                  <a:cubicBezTo>
                    <a:pt x="11864" y="21483"/>
                    <a:pt x="11221" y="21498"/>
                    <a:pt x="10081" y="21887"/>
                  </a:cubicBezTo>
                  <a:lnTo>
                    <a:pt x="9946" y="21476"/>
                  </a:lnTo>
                  <a:cubicBezTo>
                    <a:pt x="10774" y="21027"/>
                    <a:pt x="12248" y="20521"/>
                    <a:pt x="12267" y="20514"/>
                  </a:cubicBezTo>
                  <a:cubicBezTo>
                    <a:pt x="12289" y="20506"/>
                    <a:pt x="12303" y="20483"/>
                    <a:pt x="12297" y="20460"/>
                  </a:cubicBezTo>
                  <a:cubicBezTo>
                    <a:pt x="12292" y="20438"/>
                    <a:pt x="12273" y="20424"/>
                    <a:pt x="12250" y="20424"/>
                  </a:cubicBezTo>
                  <a:cubicBezTo>
                    <a:pt x="12249" y="20424"/>
                    <a:pt x="12247" y="20424"/>
                    <a:pt x="12245" y="20424"/>
                  </a:cubicBezTo>
                  <a:cubicBezTo>
                    <a:pt x="12235" y="20426"/>
                    <a:pt x="11350" y="20558"/>
                    <a:pt x="9872" y="21249"/>
                  </a:cubicBezTo>
                  <a:lnTo>
                    <a:pt x="6788" y="11786"/>
                  </a:lnTo>
                  <a:cubicBezTo>
                    <a:pt x="7128" y="11755"/>
                    <a:pt x="7395" y="11472"/>
                    <a:pt x="7395" y="11123"/>
                  </a:cubicBezTo>
                  <a:cubicBezTo>
                    <a:pt x="7395" y="10776"/>
                    <a:pt x="7120" y="10483"/>
                    <a:pt x="6772" y="10459"/>
                  </a:cubicBezTo>
                  <a:lnTo>
                    <a:pt x="6772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28" name="Google Shape;5728;p76"/>
            <p:cNvGrpSpPr/>
            <p:nvPr/>
          </p:nvGrpSpPr>
          <p:grpSpPr>
            <a:xfrm>
              <a:off x="2998717" y="324574"/>
              <a:ext cx="644590" cy="1500665"/>
              <a:chOff x="2998717" y="324574"/>
              <a:chExt cx="644590" cy="1500665"/>
            </a:xfrm>
          </p:grpSpPr>
          <p:sp>
            <p:nvSpPr>
              <p:cNvPr id="5729" name="Google Shape;5729;p76"/>
              <p:cNvSpPr/>
              <p:nvPr/>
            </p:nvSpPr>
            <p:spPr>
              <a:xfrm>
                <a:off x="3232649" y="1234941"/>
                <a:ext cx="162833" cy="440355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9165" extrusionOk="0">
                    <a:moveTo>
                      <a:pt x="3388" y="1"/>
                    </a:moveTo>
                    <a:cubicBezTo>
                      <a:pt x="450" y="2238"/>
                      <a:pt x="536" y="7372"/>
                      <a:pt x="1000" y="7913"/>
                    </a:cubicBezTo>
                    <a:cubicBezTo>
                      <a:pt x="1463" y="8455"/>
                      <a:pt x="1994" y="9164"/>
                      <a:pt x="1994" y="9164"/>
                    </a:cubicBezTo>
                    <a:cubicBezTo>
                      <a:pt x="1" y="4585"/>
                      <a:pt x="3388" y="1"/>
                      <a:pt x="33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0" name="Google Shape;5730;p76"/>
              <p:cNvSpPr/>
              <p:nvPr/>
            </p:nvSpPr>
            <p:spPr>
              <a:xfrm>
                <a:off x="2998717" y="1508176"/>
                <a:ext cx="323840" cy="180707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3761" extrusionOk="0">
                    <a:moveTo>
                      <a:pt x="1611" y="0"/>
                    </a:moveTo>
                    <a:cubicBezTo>
                      <a:pt x="1063" y="0"/>
                      <a:pt x="516" y="107"/>
                      <a:pt x="0" y="366"/>
                    </a:cubicBezTo>
                    <a:cubicBezTo>
                      <a:pt x="0" y="366"/>
                      <a:pt x="196" y="343"/>
                      <a:pt x="528" y="343"/>
                    </a:cubicBezTo>
                    <a:cubicBezTo>
                      <a:pt x="1764" y="343"/>
                      <a:pt x="4883" y="669"/>
                      <a:pt x="6738" y="3761"/>
                    </a:cubicBezTo>
                    <a:lnTo>
                      <a:pt x="6739" y="3761"/>
                    </a:lnTo>
                    <a:cubicBezTo>
                      <a:pt x="6739" y="3761"/>
                      <a:pt x="6458" y="2970"/>
                      <a:pt x="6265" y="2319"/>
                    </a:cubicBezTo>
                    <a:cubicBezTo>
                      <a:pt x="6111" y="1795"/>
                      <a:pt x="3854" y="0"/>
                      <a:pt x="16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1" name="Google Shape;5731;p76"/>
              <p:cNvSpPr/>
              <p:nvPr/>
            </p:nvSpPr>
            <p:spPr>
              <a:xfrm>
                <a:off x="3059014" y="1419148"/>
                <a:ext cx="268489" cy="267432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66" extrusionOk="0">
                    <a:moveTo>
                      <a:pt x="0" y="1"/>
                    </a:moveTo>
                    <a:cubicBezTo>
                      <a:pt x="0" y="1"/>
                      <a:pt x="5156" y="2020"/>
                      <a:pt x="4705" y="5566"/>
                    </a:cubicBezTo>
                    <a:cubicBezTo>
                      <a:pt x="4705" y="5566"/>
                      <a:pt x="5006" y="4954"/>
                      <a:pt x="5296" y="4469"/>
                    </a:cubicBezTo>
                    <a:cubicBezTo>
                      <a:pt x="5587" y="3985"/>
                      <a:pt x="3856" y="620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2" name="Google Shape;5732;p76"/>
              <p:cNvSpPr/>
              <p:nvPr/>
            </p:nvSpPr>
            <p:spPr>
              <a:xfrm>
                <a:off x="3304621" y="1470941"/>
                <a:ext cx="253931" cy="285642"/>
              </a:xfrm>
              <a:custGeom>
                <a:avLst/>
                <a:gdLst/>
                <a:ahLst/>
                <a:cxnLst/>
                <a:rect l="l" t="t" r="r" b="b"/>
                <a:pathLst>
                  <a:path w="5285" h="5945" extrusionOk="0">
                    <a:moveTo>
                      <a:pt x="4357" y="0"/>
                    </a:moveTo>
                    <a:cubicBezTo>
                      <a:pt x="4214" y="0"/>
                      <a:pt x="4049" y="15"/>
                      <a:pt x="3860" y="49"/>
                    </a:cubicBezTo>
                    <a:cubicBezTo>
                      <a:pt x="2584" y="305"/>
                      <a:pt x="40" y="5831"/>
                      <a:pt x="1" y="5834"/>
                    </a:cubicBezTo>
                    <a:lnTo>
                      <a:pt x="1" y="5834"/>
                    </a:lnTo>
                    <a:cubicBezTo>
                      <a:pt x="1" y="5834"/>
                      <a:pt x="0" y="5834"/>
                      <a:pt x="0" y="5834"/>
                    </a:cubicBezTo>
                    <a:lnTo>
                      <a:pt x="0" y="5834"/>
                    </a:lnTo>
                    <a:cubicBezTo>
                      <a:pt x="0" y="5834"/>
                      <a:pt x="0" y="5834"/>
                      <a:pt x="1" y="5834"/>
                    </a:cubicBezTo>
                    <a:cubicBezTo>
                      <a:pt x="1" y="5834"/>
                      <a:pt x="1" y="5834"/>
                      <a:pt x="1" y="5834"/>
                    </a:cubicBezTo>
                    <a:lnTo>
                      <a:pt x="1" y="5834"/>
                    </a:lnTo>
                    <a:cubicBezTo>
                      <a:pt x="137" y="5865"/>
                      <a:pt x="270" y="5902"/>
                      <a:pt x="401" y="5944"/>
                    </a:cubicBezTo>
                    <a:cubicBezTo>
                      <a:pt x="861" y="4999"/>
                      <a:pt x="2779" y="1865"/>
                      <a:pt x="3379" y="1125"/>
                    </a:cubicBezTo>
                    <a:cubicBezTo>
                      <a:pt x="3846" y="513"/>
                      <a:pt x="4469" y="390"/>
                      <a:pt x="4872" y="390"/>
                    </a:cubicBezTo>
                    <a:cubicBezTo>
                      <a:pt x="5119" y="390"/>
                      <a:pt x="5284" y="436"/>
                      <a:pt x="5280" y="443"/>
                    </a:cubicBezTo>
                    <a:cubicBezTo>
                      <a:pt x="5280" y="443"/>
                      <a:pt x="5280" y="443"/>
                      <a:pt x="5280" y="443"/>
                    </a:cubicBezTo>
                    <a:cubicBezTo>
                      <a:pt x="5283" y="443"/>
                      <a:pt x="5150" y="0"/>
                      <a:pt x="43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3" name="Google Shape;5733;p76"/>
              <p:cNvSpPr/>
              <p:nvPr/>
            </p:nvSpPr>
            <p:spPr>
              <a:xfrm>
                <a:off x="3484310" y="1475793"/>
                <a:ext cx="149668" cy="224382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4670" extrusionOk="0">
                    <a:moveTo>
                      <a:pt x="1179" y="0"/>
                    </a:moveTo>
                    <a:cubicBezTo>
                      <a:pt x="1179" y="0"/>
                      <a:pt x="1179" y="0"/>
                      <a:pt x="1179" y="0"/>
                    </a:cubicBezTo>
                    <a:cubicBezTo>
                      <a:pt x="3115" y="1752"/>
                      <a:pt x="0" y="4669"/>
                      <a:pt x="45" y="4669"/>
                    </a:cubicBezTo>
                    <a:cubicBezTo>
                      <a:pt x="45" y="4669"/>
                      <a:pt x="45" y="4669"/>
                      <a:pt x="46" y="4669"/>
                    </a:cubicBezTo>
                    <a:cubicBezTo>
                      <a:pt x="1543" y="3518"/>
                      <a:pt x="2262" y="2571"/>
                      <a:pt x="2457" y="1840"/>
                    </a:cubicBezTo>
                    <a:cubicBezTo>
                      <a:pt x="2668" y="1117"/>
                      <a:pt x="2354" y="611"/>
                      <a:pt x="2142" y="511"/>
                    </a:cubicBezTo>
                    <a:cubicBezTo>
                      <a:pt x="1717" y="270"/>
                      <a:pt x="1182" y="0"/>
                      <a:pt x="11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4" name="Google Shape;5734;p76"/>
              <p:cNvSpPr/>
              <p:nvPr/>
            </p:nvSpPr>
            <p:spPr>
              <a:xfrm>
                <a:off x="3312885" y="1435387"/>
                <a:ext cx="87879" cy="207902"/>
              </a:xfrm>
              <a:custGeom>
                <a:avLst/>
                <a:gdLst/>
                <a:ahLst/>
                <a:cxnLst/>
                <a:rect l="l" t="t" r="r" b="b"/>
                <a:pathLst>
                  <a:path w="1829" h="4327" extrusionOk="0">
                    <a:moveTo>
                      <a:pt x="338" y="0"/>
                    </a:moveTo>
                    <a:cubicBezTo>
                      <a:pt x="120" y="0"/>
                      <a:pt x="0" y="75"/>
                      <a:pt x="2" y="75"/>
                    </a:cubicBezTo>
                    <a:cubicBezTo>
                      <a:pt x="2" y="75"/>
                      <a:pt x="2" y="75"/>
                      <a:pt x="2" y="75"/>
                    </a:cubicBezTo>
                    <a:cubicBezTo>
                      <a:pt x="2" y="75"/>
                      <a:pt x="3" y="75"/>
                      <a:pt x="5" y="75"/>
                    </a:cubicBezTo>
                    <a:cubicBezTo>
                      <a:pt x="58" y="75"/>
                      <a:pt x="902" y="266"/>
                      <a:pt x="905" y="962"/>
                    </a:cubicBezTo>
                    <a:cubicBezTo>
                      <a:pt x="932" y="1510"/>
                      <a:pt x="636" y="3656"/>
                      <a:pt x="469" y="4270"/>
                    </a:cubicBezTo>
                    <a:cubicBezTo>
                      <a:pt x="576" y="4285"/>
                      <a:pt x="681" y="4305"/>
                      <a:pt x="785" y="4327"/>
                    </a:cubicBezTo>
                    <a:lnTo>
                      <a:pt x="785" y="4327"/>
                    </a:lnTo>
                    <a:cubicBezTo>
                      <a:pt x="762" y="4314"/>
                      <a:pt x="1829" y="768"/>
                      <a:pt x="1122" y="276"/>
                    </a:cubicBezTo>
                    <a:cubicBezTo>
                      <a:pt x="797" y="58"/>
                      <a:pt x="530" y="0"/>
                      <a:pt x="338" y="0"/>
                    </a:cubicBezTo>
                    <a:close/>
                    <a:moveTo>
                      <a:pt x="785" y="4327"/>
                    </a:moveTo>
                    <a:cubicBezTo>
                      <a:pt x="785" y="4327"/>
                      <a:pt x="785" y="4327"/>
                      <a:pt x="785" y="4327"/>
                    </a:cubicBezTo>
                    <a:cubicBezTo>
                      <a:pt x="785" y="4327"/>
                      <a:pt x="785" y="4327"/>
                      <a:pt x="785" y="4327"/>
                    </a:cubicBezTo>
                    <a:cubicBezTo>
                      <a:pt x="785" y="4327"/>
                      <a:pt x="785" y="4327"/>
                      <a:pt x="785" y="4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5" name="Google Shape;5735;p76"/>
              <p:cNvSpPr/>
              <p:nvPr/>
            </p:nvSpPr>
            <p:spPr>
              <a:xfrm>
                <a:off x="3230487" y="1434907"/>
                <a:ext cx="101957" cy="130833"/>
              </a:xfrm>
              <a:custGeom>
                <a:avLst/>
                <a:gdLst/>
                <a:ahLst/>
                <a:cxnLst/>
                <a:rect l="l" t="t" r="r" b="b"/>
                <a:pathLst>
                  <a:path w="2122" h="2723" extrusionOk="0">
                    <a:moveTo>
                      <a:pt x="1341" y="1"/>
                    </a:moveTo>
                    <a:cubicBezTo>
                      <a:pt x="1307" y="1"/>
                      <a:pt x="1274" y="1"/>
                      <a:pt x="1241" y="1"/>
                    </a:cubicBezTo>
                    <a:cubicBezTo>
                      <a:pt x="1237" y="1"/>
                      <a:pt x="1232" y="1"/>
                      <a:pt x="1228" y="1"/>
                    </a:cubicBezTo>
                    <a:cubicBezTo>
                      <a:pt x="1033" y="1"/>
                      <a:pt x="594" y="172"/>
                      <a:pt x="379" y="593"/>
                    </a:cubicBezTo>
                    <a:cubicBezTo>
                      <a:pt x="146" y="1021"/>
                      <a:pt x="147" y="1710"/>
                      <a:pt x="555" y="2721"/>
                    </a:cubicBezTo>
                    <a:cubicBezTo>
                      <a:pt x="556" y="2722"/>
                      <a:pt x="556" y="2722"/>
                      <a:pt x="556" y="2722"/>
                    </a:cubicBezTo>
                    <a:cubicBezTo>
                      <a:pt x="582" y="2722"/>
                      <a:pt x="0" y="360"/>
                      <a:pt x="2121" y="13"/>
                    </a:cubicBezTo>
                    <a:cubicBezTo>
                      <a:pt x="2121" y="11"/>
                      <a:pt x="1714" y="1"/>
                      <a:pt x="13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6" name="Google Shape;5736;p76"/>
              <p:cNvSpPr/>
              <p:nvPr/>
            </p:nvSpPr>
            <p:spPr>
              <a:xfrm>
                <a:off x="3234427" y="1436396"/>
                <a:ext cx="65777" cy="98401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048" extrusionOk="0">
                    <a:moveTo>
                      <a:pt x="1317" y="0"/>
                    </a:moveTo>
                    <a:cubicBezTo>
                      <a:pt x="1237" y="0"/>
                      <a:pt x="1074" y="86"/>
                      <a:pt x="1037" y="107"/>
                    </a:cubicBezTo>
                    <a:cubicBezTo>
                      <a:pt x="715" y="282"/>
                      <a:pt x="0" y="818"/>
                      <a:pt x="293" y="2016"/>
                    </a:cubicBezTo>
                    <a:cubicBezTo>
                      <a:pt x="297" y="2035"/>
                      <a:pt x="314" y="2047"/>
                      <a:pt x="333" y="2047"/>
                    </a:cubicBezTo>
                    <a:cubicBezTo>
                      <a:pt x="337" y="2047"/>
                      <a:pt x="339" y="2046"/>
                      <a:pt x="342" y="2046"/>
                    </a:cubicBezTo>
                    <a:cubicBezTo>
                      <a:pt x="365" y="2041"/>
                      <a:pt x="378" y="2018"/>
                      <a:pt x="372" y="1997"/>
                    </a:cubicBezTo>
                    <a:cubicBezTo>
                      <a:pt x="237" y="1441"/>
                      <a:pt x="307" y="971"/>
                      <a:pt x="584" y="600"/>
                    </a:cubicBezTo>
                    <a:cubicBezTo>
                      <a:pt x="866" y="222"/>
                      <a:pt x="1264" y="88"/>
                      <a:pt x="1316" y="80"/>
                    </a:cubicBezTo>
                    <a:cubicBezTo>
                      <a:pt x="1318" y="80"/>
                      <a:pt x="1319" y="80"/>
                      <a:pt x="1321" y="80"/>
                    </a:cubicBezTo>
                    <a:cubicBezTo>
                      <a:pt x="1332" y="80"/>
                      <a:pt x="1343" y="77"/>
                      <a:pt x="1352" y="69"/>
                    </a:cubicBezTo>
                    <a:cubicBezTo>
                      <a:pt x="1367" y="53"/>
                      <a:pt x="1368" y="27"/>
                      <a:pt x="1353" y="12"/>
                    </a:cubicBezTo>
                    <a:cubicBezTo>
                      <a:pt x="1345" y="4"/>
                      <a:pt x="1333" y="0"/>
                      <a:pt x="13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7" name="Google Shape;5737;p76"/>
              <p:cNvSpPr/>
              <p:nvPr/>
            </p:nvSpPr>
            <p:spPr>
              <a:xfrm>
                <a:off x="3192916" y="1428132"/>
                <a:ext cx="122185" cy="185656"/>
              </a:xfrm>
              <a:custGeom>
                <a:avLst/>
                <a:gdLst/>
                <a:ahLst/>
                <a:cxnLst/>
                <a:rect l="l" t="t" r="r" b="b"/>
                <a:pathLst>
                  <a:path w="2543" h="3864" extrusionOk="0">
                    <a:moveTo>
                      <a:pt x="2543" y="3812"/>
                    </a:moveTo>
                    <a:lnTo>
                      <a:pt x="2543" y="3812"/>
                    </a:lnTo>
                    <a:cubicBezTo>
                      <a:pt x="2543" y="3812"/>
                      <a:pt x="2543" y="3812"/>
                      <a:pt x="2543" y="3812"/>
                    </a:cubicBezTo>
                    <a:lnTo>
                      <a:pt x="2543" y="3812"/>
                    </a:lnTo>
                    <a:cubicBezTo>
                      <a:pt x="2543" y="3812"/>
                      <a:pt x="2543" y="3812"/>
                      <a:pt x="2543" y="3812"/>
                    </a:cubicBezTo>
                    <a:cubicBezTo>
                      <a:pt x="2543" y="3812"/>
                      <a:pt x="2543" y="3812"/>
                      <a:pt x="2543" y="3812"/>
                    </a:cubicBezTo>
                    <a:close/>
                    <a:moveTo>
                      <a:pt x="659" y="1"/>
                    </a:moveTo>
                    <a:cubicBezTo>
                      <a:pt x="171" y="1"/>
                      <a:pt x="0" y="237"/>
                      <a:pt x="3" y="237"/>
                    </a:cubicBezTo>
                    <a:cubicBezTo>
                      <a:pt x="3" y="237"/>
                      <a:pt x="3" y="237"/>
                      <a:pt x="3" y="237"/>
                    </a:cubicBezTo>
                    <a:cubicBezTo>
                      <a:pt x="1" y="234"/>
                      <a:pt x="83" y="219"/>
                      <a:pt x="206" y="219"/>
                    </a:cubicBezTo>
                    <a:cubicBezTo>
                      <a:pt x="487" y="219"/>
                      <a:pt x="983" y="294"/>
                      <a:pt x="1201" y="744"/>
                    </a:cubicBezTo>
                    <a:cubicBezTo>
                      <a:pt x="1462" y="1229"/>
                      <a:pt x="2119" y="3257"/>
                      <a:pt x="2231" y="3864"/>
                    </a:cubicBezTo>
                    <a:cubicBezTo>
                      <a:pt x="2334" y="3843"/>
                      <a:pt x="2437" y="3826"/>
                      <a:pt x="2543" y="3812"/>
                    </a:cubicBezTo>
                    <a:lnTo>
                      <a:pt x="2543" y="3812"/>
                    </a:lnTo>
                    <a:cubicBezTo>
                      <a:pt x="2514" y="3808"/>
                      <a:pt x="1952" y="270"/>
                      <a:pt x="1102" y="56"/>
                    </a:cubicBezTo>
                    <a:cubicBezTo>
                      <a:pt x="932" y="16"/>
                      <a:pt x="785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8" name="Google Shape;5738;p76"/>
              <p:cNvSpPr/>
              <p:nvPr/>
            </p:nvSpPr>
            <p:spPr>
              <a:xfrm>
                <a:off x="3123971" y="1430102"/>
                <a:ext cx="85140" cy="141500"/>
              </a:xfrm>
              <a:custGeom>
                <a:avLst/>
                <a:gdLst/>
                <a:ahLst/>
                <a:cxnLst/>
                <a:rect l="l" t="t" r="r" b="b"/>
                <a:pathLst>
                  <a:path w="1772" h="2945" extrusionOk="0">
                    <a:moveTo>
                      <a:pt x="1772" y="0"/>
                    </a:moveTo>
                    <a:cubicBezTo>
                      <a:pt x="1767" y="0"/>
                      <a:pt x="1327" y="144"/>
                      <a:pt x="971" y="275"/>
                    </a:cubicBezTo>
                    <a:cubicBezTo>
                      <a:pt x="797" y="327"/>
                      <a:pt x="460" y="627"/>
                      <a:pt x="446" y="1085"/>
                    </a:cubicBezTo>
                    <a:cubicBezTo>
                      <a:pt x="421" y="1545"/>
                      <a:pt x="719" y="2166"/>
                      <a:pt x="1523" y="2945"/>
                    </a:cubicBezTo>
                    <a:cubicBezTo>
                      <a:pt x="1523" y="2945"/>
                      <a:pt x="1524" y="2945"/>
                      <a:pt x="1524" y="2945"/>
                    </a:cubicBezTo>
                    <a:cubicBezTo>
                      <a:pt x="1554" y="2945"/>
                      <a:pt x="1" y="1000"/>
                      <a:pt x="1772" y="0"/>
                    </a:cubicBezTo>
                    <a:cubicBezTo>
                      <a:pt x="1772" y="0"/>
                      <a:pt x="1772" y="0"/>
                      <a:pt x="17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9" name="Google Shape;5739;p76"/>
              <p:cNvSpPr/>
              <p:nvPr/>
            </p:nvSpPr>
            <p:spPr>
              <a:xfrm>
                <a:off x="3138433" y="1441777"/>
                <a:ext cx="43003" cy="104359"/>
              </a:xfrm>
              <a:custGeom>
                <a:avLst/>
                <a:gdLst/>
                <a:ahLst/>
                <a:cxnLst/>
                <a:rect l="l" t="t" r="r" b="b"/>
                <a:pathLst>
                  <a:path w="895" h="2172" extrusionOk="0">
                    <a:moveTo>
                      <a:pt x="852" y="1"/>
                    </a:moveTo>
                    <a:cubicBezTo>
                      <a:pt x="773" y="1"/>
                      <a:pt x="603" y="213"/>
                      <a:pt x="601" y="216"/>
                    </a:cubicBezTo>
                    <a:cubicBezTo>
                      <a:pt x="396" y="478"/>
                      <a:pt x="1" y="1189"/>
                      <a:pt x="768" y="2156"/>
                    </a:cubicBezTo>
                    <a:cubicBezTo>
                      <a:pt x="776" y="2166"/>
                      <a:pt x="788" y="2172"/>
                      <a:pt x="801" y="2172"/>
                    </a:cubicBezTo>
                    <a:cubicBezTo>
                      <a:pt x="810" y="2172"/>
                      <a:pt x="819" y="2168"/>
                      <a:pt x="825" y="2163"/>
                    </a:cubicBezTo>
                    <a:cubicBezTo>
                      <a:pt x="843" y="2148"/>
                      <a:pt x="847" y="2122"/>
                      <a:pt x="832" y="2106"/>
                    </a:cubicBezTo>
                    <a:cubicBezTo>
                      <a:pt x="457" y="1633"/>
                      <a:pt x="322" y="1172"/>
                      <a:pt x="432" y="738"/>
                    </a:cubicBezTo>
                    <a:cubicBezTo>
                      <a:pt x="535" y="331"/>
                      <a:pt x="813" y="103"/>
                      <a:pt x="855" y="80"/>
                    </a:cubicBezTo>
                    <a:cubicBezTo>
                      <a:pt x="868" y="79"/>
                      <a:pt x="879" y="70"/>
                      <a:pt x="885" y="58"/>
                    </a:cubicBezTo>
                    <a:cubicBezTo>
                      <a:pt x="895" y="37"/>
                      <a:pt x="886" y="13"/>
                      <a:pt x="866" y="4"/>
                    </a:cubicBezTo>
                    <a:cubicBezTo>
                      <a:pt x="861" y="2"/>
                      <a:pt x="857" y="1"/>
                      <a:pt x="8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0" name="Google Shape;5740;p76"/>
              <p:cNvSpPr/>
              <p:nvPr/>
            </p:nvSpPr>
            <p:spPr>
              <a:xfrm>
                <a:off x="3302267" y="1308066"/>
                <a:ext cx="282711" cy="387215"/>
              </a:xfrm>
              <a:custGeom>
                <a:avLst/>
                <a:gdLst/>
                <a:ahLst/>
                <a:cxnLst/>
                <a:rect l="l" t="t" r="r" b="b"/>
                <a:pathLst>
                  <a:path w="5884" h="8059" extrusionOk="0">
                    <a:moveTo>
                      <a:pt x="5883" y="0"/>
                    </a:moveTo>
                    <a:cubicBezTo>
                      <a:pt x="5883" y="0"/>
                      <a:pt x="4822" y="148"/>
                      <a:pt x="3041" y="1056"/>
                    </a:cubicBezTo>
                    <a:cubicBezTo>
                      <a:pt x="1259" y="1962"/>
                      <a:pt x="0" y="7958"/>
                      <a:pt x="0" y="7958"/>
                    </a:cubicBezTo>
                    <a:lnTo>
                      <a:pt x="768" y="8058"/>
                    </a:lnTo>
                    <a:cubicBezTo>
                      <a:pt x="1281" y="4182"/>
                      <a:pt x="2699" y="1852"/>
                      <a:pt x="3022" y="1359"/>
                    </a:cubicBezTo>
                    <a:cubicBezTo>
                      <a:pt x="3344" y="868"/>
                      <a:pt x="5883" y="0"/>
                      <a:pt x="58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1" name="Google Shape;5741;p76"/>
              <p:cNvSpPr/>
              <p:nvPr/>
            </p:nvSpPr>
            <p:spPr>
              <a:xfrm>
                <a:off x="3277283" y="1358899"/>
                <a:ext cx="295396" cy="314807"/>
              </a:xfrm>
              <a:custGeom>
                <a:avLst/>
                <a:gdLst/>
                <a:ahLst/>
                <a:cxnLst/>
                <a:rect l="l" t="t" r="r" b="b"/>
                <a:pathLst>
                  <a:path w="6148" h="6552" extrusionOk="0">
                    <a:moveTo>
                      <a:pt x="6128" y="1"/>
                    </a:moveTo>
                    <a:cubicBezTo>
                      <a:pt x="5999" y="1"/>
                      <a:pt x="5238" y="24"/>
                      <a:pt x="3904" y="524"/>
                    </a:cubicBezTo>
                    <a:cubicBezTo>
                      <a:pt x="2433" y="1076"/>
                      <a:pt x="0" y="6342"/>
                      <a:pt x="0" y="6342"/>
                    </a:cubicBezTo>
                    <a:lnTo>
                      <a:pt x="507" y="6552"/>
                    </a:lnTo>
                    <a:cubicBezTo>
                      <a:pt x="1870" y="3100"/>
                      <a:pt x="3459" y="1197"/>
                      <a:pt x="3811" y="799"/>
                    </a:cubicBezTo>
                    <a:cubicBezTo>
                      <a:pt x="4163" y="400"/>
                      <a:pt x="6148" y="1"/>
                      <a:pt x="6148" y="1"/>
                    </a:cubicBezTo>
                    <a:cubicBezTo>
                      <a:pt x="6148" y="1"/>
                      <a:pt x="6141" y="1"/>
                      <a:pt x="6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2" name="Google Shape;5742;p76"/>
              <p:cNvSpPr/>
              <p:nvPr/>
            </p:nvSpPr>
            <p:spPr>
              <a:xfrm>
                <a:off x="3318026" y="1392771"/>
                <a:ext cx="325282" cy="313366"/>
              </a:xfrm>
              <a:custGeom>
                <a:avLst/>
                <a:gdLst/>
                <a:ahLst/>
                <a:cxnLst/>
                <a:rect l="l" t="t" r="r" b="b"/>
                <a:pathLst>
                  <a:path w="6770" h="6522" extrusionOk="0">
                    <a:moveTo>
                      <a:pt x="5382" y="0"/>
                    </a:moveTo>
                    <a:cubicBezTo>
                      <a:pt x="5183" y="0"/>
                      <a:pt x="4956" y="32"/>
                      <a:pt x="4696" y="105"/>
                    </a:cubicBezTo>
                    <a:cubicBezTo>
                      <a:pt x="2731" y="656"/>
                      <a:pt x="0" y="6279"/>
                      <a:pt x="0" y="6279"/>
                    </a:cubicBezTo>
                    <a:lnTo>
                      <a:pt x="723" y="6521"/>
                    </a:lnTo>
                    <a:cubicBezTo>
                      <a:pt x="2195" y="2830"/>
                      <a:pt x="4016" y="652"/>
                      <a:pt x="4601" y="399"/>
                    </a:cubicBezTo>
                    <a:cubicBezTo>
                      <a:pt x="4879" y="278"/>
                      <a:pt x="5126" y="228"/>
                      <a:pt x="5344" y="228"/>
                    </a:cubicBezTo>
                    <a:cubicBezTo>
                      <a:pt x="6385" y="228"/>
                      <a:pt x="6770" y="1363"/>
                      <a:pt x="6770" y="1363"/>
                    </a:cubicBezTo>
                    <a:cubicBezTo>
                      <a:pt x="6770" y="1363"/>
                      <a:pt x="6687" y="0"/>
                      <a:pt x="53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3" name="Google Shape;5743;p76"/>
              <p:cNvSpPr/>
              <p:nvPr/>
            </p:nvSpPr>
            <p:spPr>
              <a:xfrm>
                <a:off x="3004675" y="1377060"/>
                <a:ext cx="332393" cy="306399"/>
              </a:xfrm>
              <a:custGeom>
                <a:avLst/>
                <a:gdLst/>
                <a:ahLst/>
                <a:cxnLst/>
                <a:rect l="l" t="t" r="r" b="b"/>
                <a:pathLst>
                  <a:path w="6918" h="6377" extrusionOk="0">
                    <a:moveTo>
                      <a:pt x="1406" y="0"/>
                    </a:moveTo>
                    <a:cubicBezTo>
                      <a:pt x="42" y="0"/>
                      <a:pt x="1" y="1407"/>
                      <a:pt x="1" y="1407"/>
                    </a:cubicBezTo>
                    <a:cubicBezTo>
                      <a:pt x="1" y="1407"/>
                      <a:pt x="360" y="228"/>
                      <a:pt x="1435" y="228"/>
                    </a:cubicBezTo>
                    <a:cubicBezTo>
                      <a:pt x="1643" y="228"/>
                      <a:pt x="1876" y="272"/>
                      <a:pt x="2139" y="376"/>
                    </a:cubicBezTo>
                    <a:cubicBezTo>
                      <a:pt x="2731" y="611"/>
                      <a:pt x="4618" y="2731"/>
                      <a:pt x="6203" y="6377"/>
                    </a:cubicBezTo>
                    <a:lnTo>
                      <a:pt x="6918" y="6112"/>
                    </a:lnTo>
                    <a:cubicBezTo>
                      <a:pt x="6918" y="6112"/>
                      <a:pt x="4016" y="575"/>
                      <a:pt x="2035" y="85"/>
                    </a:cubicBezTo>
                    <a:cubicBezTo>
                      <a:pt x="1799" y="26"/>
                      <a:pt x="1590" y="0"/>
                      <a:pt x="14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4" name="Google Shape;5744;p76"/>
              <p:cNvSpPr/>
              <p:nvPr/>
            </p:nvSpPr>
            <p:spPr>
              <a:xfrm>
                <a:off x="3093126" y="1283323"/>
                <a:ext cx="255180" cy="412248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8580" extrusionOk="0">
                    <a:moveTo>
                      <a:pt x="0" y="0"/>
                    </a:moveTo>
                    <a:cubicBezTo>
                      <a:pt x="1" y="0"/>
                      <a:pt x="2215" y="863"/>
                      <a:pt x="2508" y="1387"/>
                    </a:cubicBezTo>
                    <a:cubicBezTo>
                      <a:pt x="2801" y="1911"/>
                      <a:pt x="4094" y="4394"/>
                      <a:pt x="4652" y="8580"/>
                    </a:cubicBezTo>
                    <a:lnTo>
                      <a:pt x="5311" y="8449"/>
                    </a:lnTo>
                    <a:cubicBezTo>
                      <a:pt x="5311" y="8449"/>
                      <a:pt x="4046" y="1988"/>
                      <a:pt x="2483" y="1058"/>
                    </a:cubicBezTo>
                    <a:cubicBezTo>
                      <a:pt x="920" y="129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5" name="Google Shape;5745;p76"/>
              <p:cNvSpPr/>
              <p:nvPr/>
            </p:nvSpPr>
            <p:spPr>
              <a:xfrm>
                <a:off x="3304285" y="1413382"/>
                <a:ext cx="72023" cy="288958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014" extrusionOk="0">
                    <a:moveTo>
                      <a:pt x="1197" y="0"/>
                    </a:moveTo>
                    <a:cubicBezTo>
                      <a:pt x="1049" y="0"/>
                      <a:pt x="849" y="65"/>
                      <a:pt x="596" y="291"/>
                    </a:cubicBezTo>
                    <a:cubicBezTo>
                      <a:pt x="1" y="822"/>
                      <a:pt x="179" y="6014"/>
                      <a:pt x="179" y="6014"/>
                    </a:cubicBezTo>
                    <a:lnTo>
                      <a:pt x="684" y="6006"/>
                    </a:lnTo>
                    <a:cubicBezTo>
                      <a:pt x="579" y="5115"/>
                      <a:pt x="633" y="2056"/>
                      <a:pt x="703" y="1292"/>
                    </a:cubicBezTo>
                    <a:cubicBezTo>
                      <a:pt x="793" y="306"/>
                      <a:pt x="1499" y="120"/>
                      <a:pt x="1499" y="120"/>
                    </a:cubicBezTo>
                    <a:cubicBezTo>
                      <a:pt x="1499" y="120"/>
                      <a:pt x="1397" y="0"/>
                      <a:pt x="11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6" name="Google Shape;5746;p76"/>
              <p:cNvSpPr/>
              <p:nvPr/>
            </p:nvSpPr>
            <p:spPr>
              <a:xfrm>
                <a:off x="3361026" y="1412710"/>
                <a:ext cx="98353" cy="179313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3732" extrusionOk="0">
                    <a:moveTo>
                      <a:pt x="709" y="1"/>
                    </a:moveTo>
                    <a:cubicBezTo>
                      <a:pt x="702" y="1"/>
                      <a:pt x="696" y="1"/>
                      <a:pt x="691" y="2"/>
                    </a:cubicBezTo>
                    <a:cubicBezTo>
                      <a:pt x="535" y="15"/>
                      <a:pt x="363" y="18"/>
                      <a:pt x="229" y="18"/>
                    </a:cubicBezTo>
                    <a:cubicBezTo>
                      <a:pt x="95" y="18"/>
                      <a:pt x="1" y="15"/>
                      <a:pt x="1" y="15"/>
                    </a:cubicBezTo>
                    <a:lnTo>
                      <a:pt x="1" y="15"/>
                    </a:lnTo>
                    <a:cubicBezTo>
                      <a:pt x="1533" y="963"/>
                      <a:pt x="1626" y="3731"/>
                      <a:pt x="1626" y="3731"/>
                    </a:cubicBezTo>
                    <a:cubicBezTo>
                      <a:pt x="2046" y="743"/>
                      <a:pt x="1040" y="1"/>
                      <a:pt x="7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7" name="Google Shape;5747;p76"/>
              <p:cNvSpPr/>
              <p:nvPr/>
            </p:nvSpPr>
            <p:spPr>
              <a:xfrm>
                <a:off x="3198009" y="1514710"/>
                <a:ext cx="122233" cy="185656"/>
              </a:xfrm>
              <a:custGeom>
                <a:avLst/>
                <a:gdLst/>
                <a:ahLst/>
                <a:cxnLst/>
                <a:rect l="l" t="t" r="r" b="b"/>
                <a:pathLst>
                  <a:path w="2544" h="3864" extrusionOk="0">
                    <a:moveTo>
                      <a:pt x="2543" y="3813"/>
                    </a:moveTo>
                    <a:cubicBezTo>
                      <a:pt x="2543" y="3813"/>
                      <a:pt x="2543" y="3813"/>
                      <a:pt x="2543" y="3813"/>
                    </a:cubicBezTo>
                    <a:lnTo>
                      <a:pt x="2543" y="3813"/>
                    </a:lnTo>
                    <a:cubicBezTo>
                      <a:pt x="2543" y="3813"/>
                      <a:pt x="2543" y="3813"/>
                      <a:pt x="2543" y="3813"/>
                    </a:cubicBezTo>
                    <a:cubicBezTo>
                      <a:pt x="2543" y="3813"/>
                      <a:pt x="2543" y="3813"/>
                      <a:pt x="2543" y="3813"/>
                    </a:cubicBezTo>
                    <a:close/>
                    <a:moveTo>
                      <a:pt x="659" y="1"/>
                    </a:moveTo>
                    <a:cubicBezTo>
                      <a:pt x="172" y="1"/>
                      <a:pt x="1" y="238"/>
                      <a:pt x="3" y="238"/>
                    </a:cubicBezTo>
                    <a:cubicBezTo>
                      <a:pt x="3" y="238"/>
                      <a:pt x="3" y="238"/>
                      <a:pt x="3" y="238"/>
                    </a:cubicBezTo>
                    <a:cubicBezTo>
                      <a:pt x="2" y="234"/>
                      <a:pt x="84" y="220"/>
                      <a:pt x="207" y="220"/>
                    </a:cubicBezTo>
                    <a:cubicBezTo>
                      <a:pt x="488" y="220"/>
                      <a:pt x="984" y="295"/>
                      <a:pt x="1201" y="744"/>
                    </a:cubicBezTo>
                    <a:cubicBezTo>
                      <a:pt x="1462" y="1230"/>
                      <a:pt x="2120" y="3257"/>
                      <a:pt x="2233" y="3864"/>
                    </a:cubicBezTo>
                    <a:cubicBezTo>
                      <a:pt x="2335" y="3843"/>
                      <a:pt x="2439" y="3827"/>
                      <a:pt x="2543" y="3813"/>
                    </a:cubicBezTo>
                    <a:lnTo>
                      <a:pt x="2543" y="3813"/>
                    </a:lnTo>
                    <a:cubicBezTo>
                      <a:pt x="2516" y="3809"/>
                      <a:pt x="1952" y="271"/>
                      <a:pt x="1102" y="57"/>
                    </a:cubicBezTo>
                    <a:cubicBezTo>
                      <a:pt x="932" y="17"/>
                      <a:pt x="785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8" name="Google Shape;5748;p76"/>
              <p:cNvSpPr/>
              <p:nvPr/>
            </p:nvSpPr>
            <p:spPr>
              <a:xfrm>
                <a:off x="3129064" y="1516680"/>
                <a:ext cx="85236" cy="141548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2946" extrusionOk="0">
                    <a:moveTo>
                      <a:pt x="1773" y="1"/>
                    </a:moveTo>
                    <a:cubicBezTo>
                      <a:pt x="1769" y="1"/>
                      <a:pt x="1328" y="144"/>
                      <a:pt x="972" y="274"/>
                    </a:cubicBezTo>
                    <a:cubicBezTo>
                      <a:pt x="799" y="327"/>
                      <a:pt x="461" y="627"/>
                      <a:pt x="448" y="1084"/>
                    </a:cubicBezTo>
                    <a:cubicBezTo>
                      <a:pt x="421" y="1546"/>
                      <a:pt x="719" y="2166"/>
                      <a:pt x="1525" y="2945"/>
                    </a:cubicBezTo>
                    <a:cubicBezTo>
                      <a:pt x="1525" y="2945"/>
                      <a:pt x="1525" y="2946"/>
                      <a:pt x="1525" y="2946"/>
                    </a:cubicBezTo>
                    <a:cubicBezTo>
                      <a:pt x="1555" y="2946"/>
                      <a:pt x="1" y="1000"/>
                      <a:pt x="1773" y="1"/>
                    </a:cubicBezTo>
                    <a:cubicBezTo>
                      <a:pt x="1773" y="1"/>
                      <a:pt x="1773" y="1"/>
                      <a:pt x="17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9" name="Google Shape;5749;p76"/>
              <p:cNvSpPr/>
              <p:nvPr/>
            </p:nvSpPr>
            <p:spPr>
              <a:xfrm>
                <a:off x="3143622" y="1528355"/>
                <a:ext cx="42954" cy="104407"/>
              </a:xfrm>
              <a:custGeom>
                <a:avLst/>
                <a:gdLst/>
                <a:ahLst/>
                <a:cxnLst/>
                <a:rect l="l" t="t" r="r" b="b"/>
                <a:pathLst>
                  <a:path w="894" h="2173" extrusionOk="0">
                    <a:moveTo>
                      <a:pt x="850" y="1"/>
                    </a:moveTo>
                    <a:cubicBezTo>
                      <a:pt x="773" y="1"/>
                      <a:pt x="603" y="214"/>
                      <a:pt x="601" y="216"/>
                    </a:cubicBezTo>
                    <a:cubicBezTo>
                      <a:pt x="396" y="477"/>
                      <a:pt x="0" y="1190"/>
                      <a:pt x="768" y="2157"/>
                    </a:cubicBezTo>
                    <a:cubicBezTo>
                      <a:pt x="776" y="2167"/>
                      <a:pt x="787" y="2172"/>
                      <a:pt x="799" y="2172"/>
                    </a:cubicBezTo>
                    <a:lnTo>
                      <a:pt x="799" y="2171"/>
                    </a:lnTo>
                    <a:cubicBezTo>
                      <a:pt x="808" y="2171"/>
                      <a:pt x="817" y="2169"/>
                      <a:pt x="825" y="2162"/>
                    </a:cubicBezTo>
                    <a:cubicBezTo>
                      <a:pt x="842" y="2149"/>
                      <a:pt x="845" y="2123"/>
                      <a:pt x="831" y="2105"/>
                    </a:cubicBezTo>
                    <a:cubicBezTo>
                      <a:pt x="456" y="1632"/>
                      <a:pt x="321" y="1173"/>
                      <a:pt x="432" y="737"/>
                    </a:cubicBezTo>
                    <a:cubicBezTo>
                      <a:pt x="534" y="330"/>
                      <a:pt x="812" y="104"/>
                      <a:pt x="854" y="81"/>
                    </a:cubicBezTo>
                    <a:cubicBezTo>
                      <a:pt x="866" y="78"/>
                      <a:pt x="879" y="71"/>
                      <a:pt x="884" y="57"/>
                    </a:cubicBezTo>
                    <a:cubicBezTo>
                      <a:pt x="893" y="37"/>
                      <a:pt x="884" y="13"/>
                      <a:pt x="864" y="3"/>
                    </a:cubicBezTo>
                    <a:cubicBezTo>
                      <a:pt x="860" y="1"/>
                      <a:pt x="855" y="1"/>
                      <a:pt x="8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0" name="Google Shape;5750;p76"/>
              <p:cNvSpPr/>
              <p:nvPr/>
            </p:nvSpPr>
            <p:spPr>
              <a:xfrm>
                <a:off x="3289439" y="829052"/>
                <a:ext cx="59915" cy="59915"/>
              </a:xfrm>
              <a:custGeom>
                <a:avLst/>
                <a:gdLst/>
                <a:ahLst/>
                <a:cxnLst/>
                <a:rect l="l" t="t" r="r" b="b"/>
                <a:pathLst>
                  <a:path w="1247" h="1247" fill="none" extrusionOk="0">
                    <a:moveTo>
                      <a:pt x="1246" y="623"/>
                    </a:moveTo>
                    <a:cubicBezTo>
                      <a:pt x="1246" y="967"/>
                      <a:pt x="967" y="1246"/>
                      <a:pt x="623" y="1246"/>
                    </a:cubicBezTo>
                    <a:cubicBezTo>
                      <a:pt x="279" y="1246"/>
                      <a:pt x="0" y="967"/>
                      <a:pt x="0" y="623"/>
                    </a:cubicBezTo>
                    <a:cubicBezTo>
                      <a:pt x="0" y="279"/>
                      <a:pt x="279" y="0"/>
                      <a:pt x="623" y="0"/>
                    </a:cubicBezTo>
                    <a:cubicBezTo>
                      <a:pt x="967" y="0"/>
                      <a:pt x="1246" y="279"/>
                      <a:pt x="1246" y="62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1" name="Google Shape;5751;p76"/>
              <p:cNvSpPr/>
              <p:nvPr/>
            </p:nvSpPr>
            <p:spPr>
              <a:xfrm>
                <a:off x="3319371" y="324574"/>
                <a:ext cx="48" cy="504547"/>
              </a:xfrm>
              <a:custGeom>
                <a:avLst/>
                <a:gdLst/>
                <a:ahLst/>
                <a:cxnLst/>
                <a:rect l="l" t="t" r="r" b="b"/>
                <a:pathLst>
                  <a:path w="1" h="10501" extrusionOk="0">
                    <a:moveTo>
                      <a:pt x="0" y="1050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2" name="Google Shape;5752;p76"/>
              <p:cNvSpPr/>
              <p:nvPr/>
            </p:nvSpPr>
            <p:spPr>
              <a:xfrm>
                <a:off x="3319371" y="324574"/>
                <a:ext cx="48" cy="504547"/>
              </a:xfrm>
              <a:custGeom>
                <a:avLst/>
                <a:gdLst/>
                <a:ahLst/>
                <a:cxnLst/>
                <a:rect l="l" t="t" r="r" b="b"/>
                <a:pathLst>
                  <a:path w="1" h="10501" fill="none" extrusionOk="0">
                    <a:moveTo>
                      <a:pt x="0" y="10500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3" name="Google Shape;5753;p76"/>
              <p:cNvSpPr/>
              <p:nvPr/>
            </p:nvSpPr>
            <p:spPr>
              <a:xfrm>
                <a:off x="3312741" y="1706556"/>
                <a:ext cx="6679" cy="118677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470" extrusionOk="0">
                    <a:moveTo>
                      <a:pt x="138" y="0"/>
                    </a:moveTo>
                    <a:lnTo>
                      <a:pt x="1" y="2470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4" name="Google Shape;5754;p76"/>
              <p:cNvSpPr/>
              <p:nvPr/>
            </p:nvSpPr>
            <p:spPr>
              <a:xfrm>
                <a:off x="3073139" y="888917"/>
                <a:ext cx="476968" cy="707403"/>
              </a:xfrm>
              <a:custGeom>
                <a:avLst/>
                <a:gdLst/>
                <a:ahLst/>
                <a:cxnLst/>
                <a:rect l="l" t="t" r="r" b="b"/>
                <a:pathLst>
                  <a:path w="9927" h="14723" fill="none" extrusionOk="0">
                    <a:moveTo>
                      <a:pt x="1722" y="12547"/>
                    </a:moveTo>
                    <a:lnTo>
                      <a:pt x="1" y="14723"/>
                    </a:lnTo>
                    <a:lnTo>
                      <a:pt x="5125" y="0"/>
                    </a:lnTo>
                    <a:lnTo>
                      <a:pt x="9926" y="14723"/>
                    </a:lnTo>
                    <a:lnTo>
                      <a:pt x="8596" y="12414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5" name="Google Shape;5755;p76"/>
              <p:cNvSpPr/>
              <p:nvPr/>
            </p:nvSpPr>
            <p:spPr>
              <a:xfrm>
                <a:off x="3073139" y="1575104"/>
                <a:ext cx="477160" cy="250135"/>
              </a:xfrm>
              <a:custGeom>
                <a:avLst/>
                <a:gdLst/>
                <a:ahLst/>
                <a:cxnLst/>
                <a:rect l="l" t="t" r="r" b="b"/>
                <a:pathLst>
                  <a:path w="9931" h="5206" extrusionOk="0">
                    <a:moveTo>
                      <a:pt x="4963" y="1"/>
                    </a:moveTo>
                    <a:cubicBezTo>
                      <a:pt x="2222" y="1"/>
                      <a:pt x="1" y="198"/>
                      <a:pt x="1" y="441"/>
                    </a:cubicBezTo>
                    <a:cubicBezTo>
                      <a:pt x="1" y="466"/>
                      <a:pt x="23" y="489"/>
                      <a:pt x="66" y="511"/>
                    </a:cubicBezTo>
                    <a:lnTo>
                      <a:pt x="1510" y="4818"/>
                    </a:lnTo>
                    <a:cubicBezTo>
                      <a:pt x="1510" y="5032"/>
                      <a:pt x="3067" y="5206"/>
                      <a:pt x="4988" y="5206"/>
                    </a:cubicBezTo>
                    <a:cubicBezTo>
                      <a:pt x="6909" y="5206"/>
                      <a:pt x="8466" y="5032"/>
                      <a:pt x="8466" y="4818"/>
                    </a:cubicBezTo>
                    <a:lnTo>
                      <a:pt x="9931" y="451"/>
                    </a:lnTo>
                    <a:lnTo>
                      <a:pt x="9923" y="451"/>
                    </a:lnTo>
                    <a:cubicBezTo>
                      <a:pt x="9924" y="448"/>
                      <a:pt x="9925" y="444"/>
                      <a:pt x="9925" y="441"/>
                    </a:cubicBezTo>
                    <a:cubicBezTo>
                      <a:pt x="9925" y="198"/>
                      <a:pt x="7703" y="1"/>
                      <a:pt x="49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6" name="Google Shape;5756;p76"/>
              <p:cNvSpPr/>
              <p:nvPr/>
            </p:nvSpPr>
            <p:spPr>
              <a:xfrm>
                <a:off x="3128151" y="1663700"/>
                <a:ext cx="399707" cy="161536"/>
              </a:xfrm>
              <a:custGeom>
                <a:avLst/>
                <a:gdLst/>
                <a:ahLst/>
                <a:cxnLst/>
                <a:rect l="l" t="t" r="r" b="b"/>
                <a:pathLst>
                  <a:path w="8319" h="3362" extrusionOk="0">
                    <a:moveTo>
                      <a:pt x="4849" y="1449"/>
                    </a:moveTo>
                    <a:cubicBezTo>
                      <a:pt x="3025" y="1950"/>
                      <a:pt x="1346" y="1993"/>
                      <a:pt x="1" y="1887"/>
                    </a:cubicBezTo>
                    <a:lnTo>
                      <a:pt x="365" y="2974"/>
                    </a:lnTo>
                    <a:cubicBezTo>
                      <a:pt x="365" y="3188"/>
                      <a:pt x="1922" y="3362"/>
                      <a:pt x="3843" y="3362"/>
                    </a:cubicBezTo>
                    <a:cubicBezTo>
                      <a:pt x="5764" y="3362"/>
                      <a:pt x="7321" y="3188"/>
                      <a:pt x="7321" y="2974"/>
                    </a:cubicBezTo>
                    <a:lnTo>
                      <a:pt x="8318" y="1"/>
                    </a:lnTo>
                    <a:cubicBezTo>
                      <a:pt x="7448" y="466"/>
                      <a:pt x="6315" y="1046"/>
                      <a:pt x="4849" y="144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7" name="Google Shape;5757;p76"/>
              <p:cNvSpPr/>
              <p:nvPr/>
            </p:nvSpPr>
            <p:spPr>
              <a:xfrm>
                <a:off x="3073139" y="1575104"/>
                <a:ext cx="477160" cy="250135"/>
              </a:xfrm>
              <a:custGeom>
                <a:avLst/>
                <a:gdLst/>
                <a:ahLst/>
                <a:cxnLst/>
                <a:rect l="l" t="t" r="r" b="b"/>
                <a:pathLst>
                  <a:path w="9931" h="5206" extrusionOk="0">
                    <a:moveTo>
                      <a:pt x="4963" y="1"/>
                    </a:moveTo>
                    <a:cubicBezTo>
                      <a:pt x="2222" y="1"/>
                      <a:pt x="1" y="198"/>
                      <a:pt x="1" y="441"/>
                    </a:cubicBezTo>
                    <a:cubicBezTo>
                      <a:pt x="1" y="466"/>
                      <a:pt x="23" y="489"/>
                      <a:pt x="66" y="511"/>
                    </a:cubicBezTo>
                    <a:lnTo>
                      <a:pt x="1510" y="4818"/>
                    </a:lnTo>
                    <a:cubicBezTo>
                      <a:pt x="1510" y="5032"/>
                      <a:pt x="3067" y="5206"/>
                      <a:pt x="4988" y="5206"/>
                    </a:cubicBezTo>
                    <a:cubicBezTo>
                      <a:pt x="6909" y="5206"/>
                      <a:pt x="8466" y="5032"/>
                      <a:pt x="8466" y="4818"/>
                    </a:cubicBezTo>
                    <a:lnTo>
                      <a:pt x="9931" y="451"/>
                    </a:lnTo>
                    <a:lnTo>
                      <a:pt x="9923" y="451"/>
                    </a:lnTo>
                    <a:cubicBezTo>
                      <a:pt x="9924" y="448"/>
                      <a:pt x="9925" y="444"/>
                      <a:pt x="9925" y="441"/>
                    </a:cubicBezTo>
                    <a:cubicBezTo>
                      <a:pt x="9925" y="198"/>
                      <a:pt x="7703" y="1"/>
                      <a:pt x="4963" y="1"/>
                    </a:cubicBezTo>
                    <a:close/>
                  </a:path>
                </a:pathLst>
              </a:custGeom>
              <a:solidFill>
                <a:schemeClr val="accent1">
                  <a:alpha val="4702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8" name="Google Shape;5758;p76"/>
              <p:cNvSpPr/>
              <p:nvPr/>
            </p:nvSpPr>
            <p:spPr>
              <a:xfrm>
                <a:off x="3312741" y="1706556"/>
                <a:ext cx="6679" cy="118677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470" fill="none" extrusionOk="0">
                    <a:moveTo>
                      <a:pt x="138" y="0"/>
                    </a:moveTo>
                    <a:lnTo>
                      <a:pt x="1" y="247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9" name="Google Shape;5759;p76"/>
              <p:cNvSpPr/>
              <p:nvPr/>
            </p:nvSpPr>
            <p:spPr>
              <a:xfrm>
                <a:off x="3155825" y="888917"/>
                <a:ext cx="330375" cy="817720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7019" fill="none" extrusionOk="0">
                    <a:moveTo>
                      <a:pt x="6875" y="12414"/>
                    </a:moveTo>
                    <a:lnTo>
                      <a:pt x="3404" y="0"/>
                    </a:lnTo>
                    <a:lnTo>
                      <a:pt x="1" y="12547"/>
                    </a:lnTo>
                    <a:lnTo>
                      <a:pt x="3404" y="170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" name="Google Shape;5868;p77">
            <a:extLst>
              <a:ext uri="{FF2B5EF4-FFF2-40B4-BE49-F238E27FC236}">
                <a16:creationId xmlns:a16="http://schemas.microsoft.com/office/drawing/2014/main" id="{D9F3C502-010F-ECBF-0B33-44F5E3B7CE58}"/>
              </a:ext>
            </a:extLst>
          </p:cNvPr>
          <p:cNvGrpSpPr/>
          <p:nvPr/>
        </p:nvGrpSpPr>
        <p:grpSpPr>
          <a:xfrm>
            <a:off x="-297475" y="-96625"/>
            <a:ext cx="1868005" cy="1677810"/>
            <a:chOff x="-211928" y="306216"/>
            <a:chExt cx="1868005" cy="1677810"/>
          </a:xfrm>
        </p:grpSpPr>
        <p:sp>
          <p:nvSpPr>
            <p:cNvPr id="9" name="Google Shape;5869;p77">
              <a:extLst>
                <a:ext uri="{FF2B5EF4-FFF2-40B4-BE49-F238E27FC236}">
                  <a16:creationId xmlns:a16="http://schemas.microsoft.com/office/drawing/2014/main" id="{9D815425-9FA4-67F8-EA8E-B830119FFD3E}"/>
                </a:ext>
              </a:extLst>
            </p:cNvPr>
            <p:cNvSpPr/>
            <p:nvPr/>
          </p:nvSpPr>
          <p:spPr>
            <a:xfrm rot="2415138">
              <a:off x="142686" y="344600"/>
              <a:ext cx="589161" cy="1305163"/>
            </a:xfrm>
            <a:custGeom>
              <a:avLst/>
              <a:gdLst/>
              <a:ahLst/>
              <a:cxnLst/>
              <a:rect l="l" t="t" r="r" b="b"/>
              <a:pathLst>
                <a:path w="10149" h="22483" extrusionOk="0">
                  <a:moveTo>
                    <a:pt x="9829" y="0"/>
                  </a:moveTo>
                  <a:lnTo>
                    <a:pt x="8810" y="1208"/>
                  </a:lnTo>
                  <a:cubicBezTo>
                    <a:pt x="8647" y="1410"/>
                    <a:pt x="8458" y="1603"/>
                    <a:pt x="8311" y="1818"/>
                  </a:cubicBezTo>
                  <a:lnTo>
                    <a:pt x="7851" y="2452"/>
                  </a:lnTo>
                  <a:lnTo>
                    <a:pt x="7390" y="3085"/>
                  </a:lnTo>
                  <a:cubicBezTo>
                    <a:pt x="7237" y="3294"/>
                    <a:pt x="7080" y="3503"/>
                    <a:pt x="6950" y="3725"/>
                  </a:cubicBezTo>
                  <a:lnTo>
                    <a:pt x="6121" y="5040"/>
                  </a:lnTo>
                  <a:cubicBezTo>
                    <a:pt x="5079" y="6819"/>
                    <a:pt x="4136" y="8650"/>
                    <a:pt x="3363" y="10543"/>
                  </a:cubicBezTo>
                  <a:cubicBezTo>
                    <a:pt x="2582" y="12430"/>
                    <a:pt x="1910" y="14359"/>
                    <a:pt x="1345" y="16320"/>
                  </a:cubicBezTo>
                  <a:cubicBezTo>
                    <a:pt x="1068" y="17303"/>
                    <a:pt x="810" y="18289"/>
                    <a:pt x="585" y="19287"/>
                  </a:cubicBezTo>
                  <a:cubicBezTo>
                    <a:pt x="353" y="20283"/>
                    <a:pt x="157" y="21282"/>
                    <a:pt x="1" y="22307"/>
                  </a:cubicBezTo>
                  <a:lnTo>
                    <a:pt x="970" y="22483"/>
                  </a:lnTo>
                  <a:cubicBezTo>
                    <a:pt x="1097" y="21491"/>
                    <a:pt x="1267" y="20485"/>
                    <a:pt x="1473" y="19500"/>
                  </a:cubicBezTo>
                  <a:cubicBezTo>
                    <a:pt x="1675" y="18511"/>
                    <a:pt x="1904" y="17522"/>
                    <a:pt x="2155" y="16546"/>
                  </a:cubicBezTo>
                  <a:cubicBezTo>
                    <a:pt x="2667" y="14587"/>
                    <a:pt x="3284" y="12661"/>
                    <a:pt x="4012" y="10775"/>
                  </a:cubicBezTo>
                  <a:cubicBezTo>
                    <a:pt x="4730" y="8882"/>
                    <a:pt x="5618" y="7051"/>
                    <a:pt x="6607" y="5265"/>
                  </a:cubicBezTo>
                  <a:lnTo>
                    <a:pt x="7394" y="3950"/>
                  </a:lnTo>
                  <a:cubicBezTo>
                    <a:pt x="7518" y="3725"/>
                    <a:pt x="7668" y="3516"/>
                    <a:pt x="7815" y="3304"/>
                  </a:cubicBezTo>
                  <a:lnTo>
                    <a:pt x="8252" y="2667"/>
                  </a:lnTo>
                  <a:lnTo>
                    <a:pt x="8693" y="2034"/>
                  </a:lnTo>
                  <a:cubicBezTo>
                    <a:pt x="8833" y="1818"/>
                    <a:pt x="9013" y="1626"/>
                    <a:pt x="9169" y="1420"/>
                  </a:cubicBezTo>
                  <a:lnTo>
                    <a:pt x="10148" y="206"/>
                  </a:lnTo>
                  <a:lnTo>
                    <a:pt x="98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870;p77">
              <a:extLst>
                <a:ext uri="{FF2B5EF4-FFF2-40B4-BE49-F238E27FC236}">
                  <a16:creationId xmlns:a16="http://schemas.microsoft.com/office/drawing/2014/main" id="{C8258072-FA99-C946-3008-ED0CF7C767E3}"/>
                </a:ext>
              </a:extLst>
            </p:cNvPr>
            <p:cNvSpPr/>
            <p:nvPr/>
          </p:nvSpPr>
          <p:spPr>
            <a:xfrm rot="2415138">
              <a:off x="140693" y="342894"/>
              <a:ext cx="593166" cy="1308821"/>
            </a:xfrm>
            <a:custGeom>
              <a:avLst/>
              <a:gdLst/>
              <a:ahLst/>
              <a:cxnLst/>
              <a:rect l="l" t="t" r="r" b="b"/>
              <a:pathLst>
                <a:path w="10218" h="22546" extrusionOk="0">
                  <a:moveTo>
                    <a:pt x="9868" y="73"/>
                  </a:moveTo>
                  <a:lnTo>
                    <a:pt x="10136" y="246"/>
                  </a:lnTo>
                  <a:lnTo>
                    <a:pt x="9179" y="1434"/>
                  </a:lnTo>
                  <a:cubicBezTo>
                    <a:pt x="9124" y="1506"/>
                    <a:pt x="9062" y="1581"/>
                    <a:pt x="9006" y="1649"/>
                  </a:cubicBezTo>
                  <a:cubicBezTo>
                    <a:pt x="8895" y="1777"/>
                    <a:pt x="8794" y="1910"/>
                    <a:pt x="8700" y="2047"/>
                  </a:cubicBezTo>
                  <a:lnTo>
                    <a:pt x="8259" y="2684"/>
                  </a:lnTo>
                  <a:lnTo>
                    <a:pt x="7815" y="3330"/>
                  </a:lnTo>
                  <a:cubicBezTo>
                    <a:pt x="7671" y="3533"/>
                    <a:pt x="7521" y="3745"/>
                    <a:pt x="7401" y="3967"/>
                  </a:cubicBezTo>
                  <a:lnTo>
                    <a:pt x="6614" y="5282"/>
                  </a:lnTo>
                  <a:cubicBezTo>
                    <a:pt x="5530" y="7237"/>
                    <a:pt x="4682" y="9039"/>
                    <a:pt x="4016" y="10795"/>
                  </a:cubicBezTo>
                  <a:cubicBezTo>
                    <a:pt x="3288" y="12682"/>
                    <a:pt x="2668" y="14611"/>
                    <a:pt x="2158" y="16569"/>
                  </a:cubicBezTo>
                  <a:cubicBezTo>
                    <a:pt x="1881" y="17646"/>
                    <a:pt x="1656" y="18616"/>
                    <a:pt x="1476" y="19523"/>
                  </a:cubicBezTo>
                  <a:cubicBezTo>
                    <a:pt x="1271" y="20512"/>
                    <a:pt x="1104" y="21508"/>
                    <a:pt x="977" y="22477"/>
                  </a:cubicBezTo>
                  <a:lnTo>
                    <a:pt x="66" y="22314"/>
                  </a:lnTo>
                  <a:lnTo>
                    <a:pt x="69" y="22311"/>
                  </a:lnTo>
                  <a:cubicBezTo>
                    <a:pt x="223" y="21318"/>
                    <a:pt x="409" y="20339"/>
                    <a:pt x="647" y="19324"/>
                  </a:cubicBezTo>
                  <a:cubicBezTo>
                    <a:pt x="853" y="18410"/>
                    <a:pt x="1101" y="17441"/>
                    <a:pt x="1408" y="16360"/>
                  </a:cubicBezTo>
                  <a:cubicBezTo>
                    <a:pt x="1972" y="14399"/>
                    <a:pt x="2645" y="12470"/>
                    <a:pt x="3425" y="10583"/>
                  </a:cubicBezTo>
                  <a:cubicBezTo>
                    <a:pt x="4140" y="8830"/>
                    <a:pt x="5041" y="7032"/>
                    <a:pt x="6180" y="5086"/>
                  </a:cubicBezTo>
                  <a:lnTo>
                    <a:pt x="7009" y="3771"/>
                  </a:lnTo>
                  <a:cubicBezTo>
                    <a:pt x="7136" y="3555"/>
                    <a:pt x="7293" y="3343"/>
                    <a:pt x="7440" y="3141"/>
                  </a:cubicBezTo>
                  <a:lnTo>
                    <a:pt x="8367" y="1865"/>
                  </a:lnTo>
                  <a:cubicBezTo>
                    <a:pt x="8465" y="1728"/>
                    <a:pt x="8572" y="1597"/>
                    <a:pt x="8683" y="1473"/>
                  </a:cubicBezTo>
                  <a:cubicBezTo>
                    <a:pt x="8742" y="1401"/>
                    <a:pt x="8807" y="1329"/>
                    <a:pt x="8866" y="1258"/>
                  </a:cubicBezTo>
                  <a:lnTo>
                    <a:pt x="9868" y="73"/>
                  </a:lnTo>
                  <a:close/>
                  <a:moveTo>
                    <a:pt x="9859" y="0"/>
                  </a:moveTo>
                  <a:cubicBezTo>
                    <a:pt x="9851" y="0"/>
                    <a:pt x="9844" y="4"/>
                    <a:pt x="9839" y="11"/>
                  </a:cubicBezTo>
                  <a:lnTo>
                    <a:pt x="8817" y="1218"/>
                  </a:lnTo>
                  <a:cubicBezTo>
                    <a:pt x="8758" y="1290"/>
                    <a:pt x="8696" y="1362"/>
                    <a:pt x="8638" y="1431"/>
                  </a:cubicBezTo>
                  <a:cubicBezTo>
                    <a:pt x="8527" y="1561"/>
                    <a:pt x="8412" y="1692"/>
                    <a:pt x="8318" y="1829"/>
                  </a:cubicBezTo>
                  <a:lnTo>
                    <a:pt x="7397" y="3095"/>
                  </a:lnTo>
                  <a:lnTo>
                    <a:pt x="7391" y="3102"/>
                  </a:lnTo>
                  <a:cubicBezTo>
                    <a:pt x="7241" y="3307"/>
                    <a:pt x="7087" y="3520"/>
                    <a:pt x="6957" y="3738"/>
                  </a:cubicBezTo>
                  <a:lnTo>
                    <a:pt x="6128" y="5054"/>
                  </a:lnTo>
                  <a:cubicBezTo>
                    <a:pt x="4988" y="7002"/>
                    <a:pt x="4084" y="8804"/>
                    <a:pt x="3366" y="10560"/>
                  </a:cubicBezTo>
                  <a:cubicBezTo>
                    <a:pt x="2589" y="12450"/>
                    <a:pt x="1914" y="14379"/>
                    <a:pt x="1349" y="16344"/>
                  </a:cubicBezTo>
                  <a:cubicBezTo>
                    <a:pt x="1042" y="17424"/>
                    <a:pt x="791" y="18397"/>
                    <a:pt x="588" y="19311"/>
                  </a:cubicBezTo>
                  <a:cubicBezTo>
                    <a:pt x="347" y="20339"/>
                    <a:pt x="158" y="21328"/>
                    <a:pt x="1" y="22333"/>
                  </a:cubicBezTo>
                  <a:cubicBezTo>
                    <a:pt x="1" y="22350"/>
                    <a:pt x="11" y="22366"/>
                    <a:pt x="27" y="22369"/>
                  </a:cubicBezTo>
                  <a:lnTo>
                    <a:pt x="996" y="22546"/>
                  </a:lnTo>
                  <a:lnTo>
                    <a:pt x="1003" y="22546"/>
                  </a:lnTo>
                  <a:cubicBezTo>
                    <a:pt x="1010" y="22546"/>
                    <a:pt x="1016" y="22542"/>
                    <a:pt x="1023" y="22539"/>
                  </a:cubicBezTo>
                  <a:cubicBezTo>
                    <a:pt x="1029" y="22533"/>
                    <a:pt x="1032" y="22526"/>
                    <a:pt x="1032" y="22519"/>
                  </a:cubicBezTo>
                  <a:cubicBezTo>
                    <a:pt x="1160" y="21537"/>
                    <a:pt x="1329" y="20535"/>
                    <a:pt x="1535" y="19536"/>
                  </a:cubicBezTo>
                  <a:cubicBezTo>
                    <a:pt x="1718" y="18629"/>
                    <a:pt x="1940" y="17663"/>
                    <a:pt x="2217" y="16585"/>
                  </a:cubicBezTo>
                  <a:cubicBezTo>
                    <a:pt x="2726" y="14627"/>
                    <a:pt x="3347" y="12705"/>
                    <a:pt x="4074" y="10818"/>
                  </a:cubicBezTo>
                  <a:cubicBezTo>
                    <a:pt x="4737" y="9065"/>
                    <a:pt x="5586" y="7267"/>
                    <a:pt x="6666" y="5315"/>
                  </a:cubicBezTo>
                  <a:lnTo>
                    <a:pt x="7453" y="3996"/>
                  </a:lnTo>
                  <a:cubicBezTo>
                    <a:pt x="7577" y="3777"/>
                    <a:pt x="7724" y="3569"/>
                    <a:pt x="7864" y="3363"/>
                  </a:cubicBezTo>
                  <a:lnTo>
                    <a:pt x="8749" y="2083"/>
                  </a:lnTo>
                  <a:cubicBezTo>
                    <a:pt x="8843" y="1946"/>
                    <a:pt x="8944" y="1816"/>
                    <a:pt x="9052" y="1688"/>
                  </a:cubicBezTo>
                  <a:cubicBezTo>
                    <a:pt x="9111" y="1617"/>
                    <a:pt x="9170" y="1545"/>
                    <a:pt x="9225" y="1473"/>
                  </a:cubicBezTo>
                  <a:lnTo>
                    <a:pt x="10204" y="259"/>
                  </a:lnTo>
                  <a:cubicBezTo>
                    <a:pt x="10217" y="246"/>
                    <a:pt x="10214" y="223"/>
                    <a:pt x="10198" y="213"/>
                  </a:cubicBezTo>
                  <a:lnTo>
                    <a:pt x="9878" y="7"/>
                  </a:lnTo>
                  <a:cubicBezTo>
                    <a:pt x="9872" y="3"/>
                    <a:pt x="9865" y="0"/>
                    <a:pt x="9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871;p77">
              <a:extLst>
                <a:ext uri="{FF2B5EF4-FFF2-40B4-BE49-F238E27FC236}">
                  <a16:creationId xmlns:a16="http://schemas.microsoft.com/office/drawing/2014/main" id="{1E2B60CC-3053-AD65-49FE-EBC9F5FF5112}"/>
                </a:ext>
              </a:extLst>
            </p:cNvPr>
            <p:cNvSpPr/>
            <p:nvPr/>
          </p:nvSpPr>
          <p:spPr>
            <a:xfrm rot="2415138">
              <a:off x="700891" y="686707"/>
              <a:ext cx="911461" cy="460229"/>
            </a:xfrm>
            <a:custGeom>
              <a:avLst/>
              <a:gdLst/>
              <a:ahLst/>
              <a:cxnLst/>
              <a:rect l="l" t="t" r="r" b="b"/>
              <a:pathLst>
                <a:path w="15701" h="7928" extrusionOk="0">
                  <a:moveTo>
                    <a:pt x="4509" y="1"/>
                  </a:moveTo>
                  <a:cubicBezTo>
                    <a:pt x="3024" y="1"/>
                    <a:pt x="1799" y="317"/>
                    <a:pt x="1006" y="784"/>
                  </a:cubicBezTo>
                  <a:cubicBezTo>
                    <a:pt x="438" y="1124"/>
                    <a:pt x="79" y="1643"/>
                    <a:pt x="667" y="2204"/>
                  </a:cubicBezTo>
                  <a:cubicBezTo>
                    <a:pt x="1039" y="2557"/>
                    <a:pt x="1603" y="2664"/>
                    <a:pt x="1972" y="2961"/>
                  </a:cubicBezTo>
                  <a:cubicBezTo>
                    <a:pt x="1607" y="3343"/>
                    <a:pt x="1068" y="3601"/>
                    <a:pt x="683" y="3973"/>
                  </a:cubicBezTo>
                  <a:cubicBezTo>
                    <a:pt x="624" y="4029"/>
                    <a:pt x="569" y="4087"/>
                    <a:pt x="520" y="4146"/>
                  </a:cubicBezTo>
                  <a:cubicBezTo>
                    <a:pt x="210" y="4499"/>
                    <a:pt x="1" y="4926"/>
                    <a:pt x="46" y="5390"/>
                  </a:cubicBezTo>
                  <a:cubicBezTo>
                    <a:pt x="197" y="6862"/>
                    <a:pt x="2576" y="7482"/>
                    <a:pt x="3944" y="7733"/>
                  </a:cubicBezTo>
                  <a:cubicBezTo>
                    <a:pt x="4683" y="7869"/>
                    <a:pt x="5413" y="7928"/>
                    <a:pt x="6123" y="7928"/>
                  </a:cubicBezTo>
                  <a:cubicBezTo>
                    <a:pt x="10219" y="7928"/>
                    <a:pt x="13636" y="5983"/>
                    <a:pt x="14075" y="5752"/>
                  </a:cubicBezTo>
                  <a:cubicBezTo>
                    <a:pt x="14281" y="5643"/>
                    <a:pt x="14583" y="5611"/>
                    <a:pt x="14871" y="5611"/>
                  </a:cubicBezTo>
                  <a:cubicBezTo>
                    <a:pt x="15301" y="5611"/>
                    <a:pt x="15701" y="5684"/>
                    <a:pt x="15701" y="5684"/>
                  </a:cubicBezTo>
                  <a:cubicBezTo>
                    <a:pt x="13716" y="3435"/>
                    <a:pt x="11598" y="1982"/>
                    <a:pt x="9584" y="1111"/>
                  </a:cubicBezTo>
                  <a:cubicBezTo>
                    <a:pt x="9193" y="1193"/>
                    <a:pt x="8797" y="1233"/>
                    <a:pt x="8400" y="1233"/>
                  </a:cubicBezTo>
                  <a:cubicBezTo>
                    <a:pt x="8356" y="1233"/>
                    <a:pt x="8312" y="1232"/>
                    <a:pt x="8269" y="1231"/>
                  </a:cubicBezTo>
                  <a:cubicBezTo>
                    <a:pt x="6973" y="1212"/>
                    <a:pt x="5886" y="836"/>
                    <a:pt x="5840" y="393"/>
                  </a:cubicBezTo>
                  <a:cubicBezTo>
                    <a:pt x="5827" y="288"/>
                    <a:pt x="5876" y="187"/>
                    <a:pt x="5974" y="99"/>
                  </a:cubicBezTo>
                  <a:cubicBezTo>
                    <a:pt x="5464" y="32"/>
                    <a:pt x="4973" y="1"/>
                    <a:pt x="450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872;p77">
              <a:extLst>
                <a:ext uri="{FF2B5EF4-FFF2-40B4-BE49-F238E27FC236}">
                  <a16:creationId xmlns:a16="http://schemas.microsoft.com/office/drawing/2014/main" id="{FA7339BB-332A-8E6C-4CC1-C5D0051B97B4}"/>
                </a:ext>
              </a:extLst>
            </p:cNvPr>
            <p:cNvSpPr/>
            <p:nvPr/>
          </p:nvSpPr>
          <p:spPr>
            <a:xfrm rot="2415138">
              <a:off x="699235" y="685310"/>
              <a:ext cx="915408" cy="463712"/>
            </a:xfrm>
            <a:custGeom>
              <a:avLst/>
              <a:gdLst/>
              <a:ahLst/>
              <a:cxnLst/>
              <a:rect l="l" t="t" r="r" b="b"/>
              <a:pathLst>
                <a:path w="15769" h="7988" extrusionOk="0">
                  <a:moveTo>
                    <a:pt x="4552" y="60"/>
                  </a:moveTo>
                  <a:cubicBezTo>
                    <a:pt x="5002" y="60"/>
                    <a:pt x="5467" y="89"/>
                    <a:pt x="5938" y="147"/>
                  </a:cubicBezTo>
                  <a:cubicBezTo>
                    <a:pt x="5866" y="222"/>
                    <a:pt x="5827" y="324"/>
                    <a:pt x="5837" y="425"/>
                  </a:cubicBezTo>
                  <a:cubicBezTo>
                    <a:pt x="5889" y="888"/>
                    <a:pt x="6966" y="1270"/>
                    <a:pt x="8295" y="1290"/>
                  </a:cubicBezTo>
                  <a:cubicBezTo>
                    <a:pt x="8347" y="1291"/>
                    <a:pt x="8399" y="1292"/>
                    <a:pt x="8452" y="1292"/>
                  </a:cubicBezTo>
                  <a:cubicBezTo>
                    <a:pt x="8840" y="1292"/>
                    <a:pt x="9227" y="1250"/>
                    <a:pt x="9610" y="1172"/>
                  </a:cubicBezTo>
                  <a:cubicBezTo>
                    <a:pt x="11813" y="2129"/>
                    <a:pt x="13843" y="3640"/>
                    <a:pt x="15648" y="5670"/>
                  </a:cubicBezTo>
                  <a:cubicBezTo>
                    <a:pt x="15507" y="5648"/>
                    <a:pt x="15211" y="5610"/>
                    <a:pt x="14898" y="5610"/>
                  </a:cubicBezTo>
                  <a:cubicBezTo>
                    <a:pt x="14605" y="5610"/>
                    <a:pt x="14298" y="5643"/>
                    <a:pt x="14085" y="5755"/>
                  </a:cubicBezTo>
                  <a:lnTo>
                    <a:pt x="14010" y="5794"/>
                  </a:lnTo>
                  <a:cubicBezTo>
                    <a:pt x="12698" y="6500"/>
                    <a:pt x="9620" y="7925"/>
                    <a:pt x="6129" y="7925"/>
                  </a:cubicBezTo>
                  <a:cubicBezTo>
                    <a:pt x="5425" y="7925"/>
                    <a:pt x="4703" y="7867"/>
                    <a:pt x="3976" y="7733"/>
                  </a:cubicBezTo>
                  <a:cubicBezTo>
                    <a:pt x="2285" y="7423"/>
                    <a:pt x="239" y="6770"/>
                    <a:pt x="102" y="5416"/>
                  </a:cubicBezTo>
                  <a:cubicBezTo>
                    <a:pt x="50" y="4906"/>
                    <a:pt x="327" y="4469"/>
                    <a:pt x="565" y="4195"/>
                  </a:cubicBezTo>
                  <a:cubicBezTo>
                    <a:pt x="618" y="4139"/>
                    <a:pt x="673" y="4081"/>
                    <a:pt x="728" y="4025"/>
                  </a:cubicBezTo>
                  <a:cubicBezTo>
                    <a:pt x="911" y="3849"/>
                    <a:pt x="1133" y="3695"/>
                    <a:pt x="1345" y="3549"/>
                  </a:cubicBezTo>
                  <a:cubicBezTo>
                    <a:pt x="1584" y="3385"/>
                    <a:pt x="1828" y="3216"/>
                    <a:pt x="2021" y="3013"/>
                  </a:cubicBezTo>
                  <a:cubicBezTo>
                    <a:pt x="2028" y="3007"/>
                    <a:pt x="2031" y="2997"/>
                    <a:pt x="2031" y="2990"/>
                  </a:cubicBezTo>
                  <a:cubicBezTo>
                    <a:pt x="2031" y="2981"/>
                    <a:pt x="2024" y="2974"/>
                    <a:pt x="2018" y="2968"/>
                  </a:cubicBezTo>
                  <a:cubicBezTo>
                    <a:pt x="1848" y="2830"/>
                    <a:pt x="1642" y="2736"/>
                    <a:pt x="1424" y="2635"/>
                  </a:cubicBezTo>
                  <a:cubicBezTo>
                    <a:pt x="1172" y="2520"/>
                    <a:pt x="915" y="2400"/>
                    <a:pt x="715" y="2210"/>
                  </a:cubicBezTo>
                  <a:cubicBezTo>
                    <a:pt x="500" y="2008"/>
                    <a:pt x="405" y="1796"/>
                    <a:pt x="428" y="1587"/>
                  </a:cubicBezTo>
                  <a:cubicBezTo>
                    <a:pt x="458" y="1326"/>
                    <a:pt x="680" y="1061"/>
                    <a:pt x="1052" y="843"/>
                  </a:cubicBezTo>
                  <a:cubicBezTo>
                    <a:pt x="1912" y="332"/>
                    <a:pt x="3163" y="60"/>
                    <a:pt x="4552" y="60"/>
                  </a:cubicBezTo>
                  <a:close/>
                  <a:moveTo>
                    <a:pt x="4554" y="1"/>
                  </a:moveTo>
                  <a:cubicBezTo>
                    <a:pt x="3151" y="1"/>
                    <a:pt x="1889" y="275"/>
                    <a:pt x="1019" y="790"/>
                  </a:cubicBezTo>
                  <a:cubicBezTo>
                    <a:pt x="631" y="1019"/>
                    <a:pt x="399" y="1300"/>
                    <a:pt x="366" y="1580"/>
                  </a:cubicBezTo>
                  <a:cubicBezTo>
                    <a:pt x="340" y="1809"/>
                    <a:pt x="441" y="2037"/>
                    <a:pt x="673" y="2256"/>
                  </a:cubicBezTo>
                  <a:cubicBezTo>
                    <a:pt x="879" y="2452"/>
                    <a:pt x="1143" y="2573"/>
                    <a:pt x="1398" y="2690"/>
                  </a:cubicBezTo>
                  <a:cubicBezTo>
                    <a:pt x="1600" y="2781"/>
                    <a:pt x="1793" y="2873"/>
                    <a:pt x="1953" y="2994"/>
                  </a:cubicBezTo>
                  <a:cubicBezTo>
                    <a:pt x="1766" y="3180"/>
                    <a:pt x="1535" y="3343"/>
                    <a:pt x="1309" y="3496"/>
                  </a:cubicBezTo>
                  <a:cubicBezTo>
                    <a:pt x="1094" y="3646"/>
                    <a:pt x="872" y="3800"/>
                    <a:pt x="686" y="3979"/>
                  </a:cubicBezTo>
                  <a:cubicBezTo>
                    <a:pt x="627" y="4038"/>
                    <a:pt x="572" y="4097"/>
                    <a:pt x="520" y="4156"/>
                  </a:cubicBezTo>
                  <a:cubicBezTo>
                    <a:pt x="164" y="4560"/>
                    <a:pt x="1" y="4998"/>
                    <a:pt x="40" y="5419"/>
                  </a:cubicBezTo>
                  <a:cubicBezTo>
                    <a:pt x="183" y="6809"/>
                    <a:pt x="2250" y="7478"/>
                    <a:pt x="3963" y="7792"/>
                  </a:cubicBezTo>
                  <a:cubicBezTo>
                    <a:pt x="4671" y="7922"/>
                    <a:pt x="5387" y="7988"/>
                    <a:pt x="6104" y="7988"/>
                  </a:cubicBezTo>
                  <a:cubicBezTo>
                    <a:pt x="6122" y="7988"/>
                    <a:pt x="6139" y="7988"/>
                    <a:pt x="6157" y="7988"/>
                  </a:cubicBezTo>
                  <a:cubicBezTo>
                    <a:pt x="7550" y="7988"/>
                    <a:pt x="9006" y="7762"/>
                    <a:pt x="10511" y="7312"/>
                  </a:cubicBezTo>
                  <a:cubicBezTo>
                    <a:pt x="11732" y="6943"/>
                    <a:pt x="12913" y="6454"/>
                    <a:pt x="14039" y="5846"/>
                  </a:cubicBezTo>
                  <a:lnTo>
                    <a:pt x="14114" y="5804"/>
                  </a:lnTo>
                  <a:cubicBezTo>
                    <a:pt x="14313" y="5700"/>
                    <a:pt x="14607" y="5668"/>
                    <a:pt x="14890" y="5668"/>
                  </a:cubicBezTo>
                  <a:cubicBezTo>
                    <a:pt x="15316" y="5668"/>
                    <a:pt x="15716" y="5740"/>
                    <a:pt x="15723" y="5742"/>
                  </a:cubicBezTo>
                  <a:cubicBezTo>
                    <a:pt x="15725" y="5742"/>
                    <a:pt x="15726" y="5742"/>
                    <a:pt x="15727" y="5742"/>
                  </a:cubicBezTo>
                  <a:cubicBezTo>
                    <a:pt x="15751" y="5742"/>
                    <a:pt x="15768" y="5711"/>
                    <a:pt x="15750" y="5690"/>
                  </a:cubicBezTo>
                  <a:cubicBezTo>
                    <a:pt x="13925" y="3620"/>
                    <a:pt x="11862" y="2076"/>
                    <a:pt x="9623" y="1107"/>
                  </a:cubicBezTo>
                  <a:cubicBezTo>
                    <a:pt x="9620" y="1105"/>
                    <a:pt x="9616" y="1105"/>
                    <a:pt x="9613" y="1105"/>
                  </a:cubicBezTo>
                  <a:cubicBezTo>
                    <a:pt x="9610" y="1105"/>
                    <a:pt x="9607" y="1105"/>
                    <a:pt x="9603" y="1107"/>
                  </a:cubicBezTo>
                  <a:cubicBezTo>
                    <a:pt x="9213" y="1190"/>
                    <a:pt x="8817" y="1232"/>
                    <a:pt x="8419" y="1232"/>
                  </a:cubicBezTo>
                  <a:cubicBezTo>
                    <a:pt x="8377" y="1232"/>
                    <a:pt x="8336" y="1232"/>
                    <a:pt x="8295" y="1231"/>
                  </a:cubicBezTo>
                  <a:cubicBezTo>
                    <a:pt x="7018" y="1208"/>
                    <a:pt x="5941" y="846"/>
                    <a:pt x="5895" y="418"/>
                  </a:cubicBezTo>
                  <a:cubicBezTo>
                    <a:pt x="5886" y="327"/>
                    <a:pt x="5928" y="236"/>
                    <a:pt x="6023" y="147"/>
                  </a:cubicBezTo>
                  <a:cubicBezTo>
                    <a:pt x="6042" y="131"/>
                    <a:pt x="6033" y="98"/>
                    <a:pt x="6006" y="95"/>
                  </a:cubicBezTo>
                  <a:cubicBezTo>
                    <a:pt x="5513" y="32"/>
                    <a:pt x="5025" y="1"/>
                    <a:pt x="4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873;p77">
              <a:extLst>
                <a:ext uri="{FF2B5EF4-FFF2-40B4-BE49-F238E27FC236}">
                  <a16:creationId xmlns:a16="http://schemas.microsoft.com/office/drawing/2014/main" id="{7805788D-9F90-5C16-946C-0D9B403CC600}"/>
                </a:ext>
              </a:extLst>
            </p:cNvPr>
            <p:cNvSpPr/>
            <p:nvPr/>
          </p:nvSpPr>
          <p:spPr>
            <a:xfrm rot="2415138">
              <a:off x="517636" y="1587744"/>
              <a:ext cx="267790" cy="283289"/>
            </a:xfrm>
            <a:custGeom>
              <a:avLst/>
              <a:gdLst/>
              <a:ahLst/>
              <a:cxnLst/>
              <a:rect l="l" t="t" r="r" b="b"/>
              <a:pathLst>
                <a:path w="4613" h="4880" extrusionOk="0">
                  <a:moveTo>
                    <a:pt x="2491" y="3724"/>
                  </a:moveTo>
                  <a:cubicBezTo>
                    <a:pt x="3115" y="3966"/>
                    <a:pt x="3673" y="4880"/>
                    <a:pt x="3673" y="4880"/>
                  </a:cubicBezTo>
                  <a:cubicBezTo>
                    <a:pt x="4077" y="3731"/>
                    <a:pt x="4613" y="1518"/>
                    <a:pt x="4355" y="0"/>
                  </a:cubicBezTo>
                  <a:cubicBezTo>
                    <a:pt x="3053" y="1120"/>
                    <a:pt x="1202" y="2774"/>
                    <a:pt x="1" y="2644"/>
                  </a:cubicBezTo>
                  <a:cubicBezTo>
                    <a:pt x="810" y="3045"/>
                    <a:pt x="1642" y="3408"/>
                    <a:pt x="2491" y="3724"/>
                  </a:cubicBezTo>
                  <a:close/>
                </a:path>
              </a:pathLst>
            </a:custGeom>
            <a:solidFill>
              <a:srgbClr val="FAD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874;p77">
              <a:extLst>
                <a:ext uri="{FF2B5EF4-FFF2-40B4-BE49-F238E27FC236}">
                  <a16:creationId xmlns:a16="http://schemas.microsoft.com/office/drawing/2014/main" id="{12E4A248-8946-A96B-4286-DBC541A63511}"/>
                </a:ext>
              </a:extLst>
            </p:cNvPr>
            <p:cNvSpPr/>
            <p:nvPr/>
          </p:nvSpPr>
          <p:spPr>
            <a:xfrm rot="2415138">
              <a:off x="491745" y="1180461"/>
              <a:ext cx="390046" cy="661899"/>
            </a:xfrm>
            <a:custGeom>
              <a:avLst/>
              <a:gdLst/>
              <a:ahLst/>
              <a:cxnLst/>
              <a:rect l="l" t="t" r="r" b="b"/>
              <a:pathLst>
                <a:path w="6719" h="11402" extrusionOk="0">
                  <a:moveTo>
                    <a:pt x="43" y="1"/>
                  </a:moveTo>
                  <a:lnTo>
                    <a:pt x="1" y="46"/>
                  </a:lnTo>
                  <a:cubicBezTo>
                    <a:pt x="14" y="56"/>
                    <a:pt x="1424" y="1310"/>
                    <a:pt x="2942" y="3327"/>
                  </a:cubicBezTo>
                  <a:cubicBezTo>
                    <a:pt x="4342" y="5187"/>
                    <a:pt x="6121" y="8099"/>
                    <a:pt x="6659" y="11402"/>
                  </a:cubicBezTo>
                  <a:lnTo>
                    <a:pt x="6718" y="11392"/>
                  </a:lnTo>
                  <a:cubicBezTo>
                    <a:pt x="6180" y="8076"/>
                    <a:pt x="4394" y="5155"/>
                    <a:pt x="2991" y="3288"/>
                  </a:cubicBezTo>
                  <a:cubicBezTo>
                    <a:pt x="1470" y="1267"/>
                    <a:pt x="56" y="1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875;p77">
              <a:extLst>
                <a:ext uri="{FF2B5EF4-FFF2-40B4-BE49-F238E27FC236}">
                  <a16:creationId xmlns:a16="http://schemas.microsoft.com/office/drawing/2014/main" id="{CDBE8F02-A3EA-6DD4-2806-F328ED25356D}"/>
                </a:ext>
              </a:extLst>
            </p:cNvPr>
            <p:cNvSpPr/>
            <p:nvPr/>
          </p:nvSpPr>
          <p:spPr>
            <a:xfrm rot="2415138">
              <a:off x="861359" y="912510"/>
              <a:ext cx="707585" cy="151920"/>
            </a:xfrm>
            <a:custGeom>
              <a:avLst/>
              <a:gdLst/>
              <a:ahLst/>
              <a:cxnLst/>
              <a:rect l="l" t="t" r="r" b="b"/>
              <a:pathLst>
                <a:path w="12189" h="2617" extrusionOk="0">
                  <a:moveTo>
                    <a:pt x="4950" y="0"/>
                  </a:moveTo>
                  <a:cubicBezTo>
                    <a:pt x="3458" y="0"/>
                    <a:pt x="1790" y="305"/>
                    <a:pt x="1" y="1122"/>
                  </a:cubicBezTo>
                  <a:lnTo>
                    <a:pt x="12188" y="2617"/>
                  </a:lnTo>
                  <a:cubicBezTo>
                    <a:pt x="12188" y="2617"/>
                    <a:pt x="9323" y="0"/>
                    <a:pt x="4950" y="0"/>
                  </a:cubicBezTo>
                  <a:close/>
                </a:path>
              </a:pathLst>
            </a:custGeom>
            <a:solidFill>
              <a:schemeClr val="dk1">
                <a:alpha val="83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876;p77">
              <a:extLst>
                <a:ext uri="{FF2B5EF4-FFF2-40B4-BE49-F238E27FC236}">
                  <a16:creationId xmlns:a16="http://schemas.microsoft.com/office/drawing/2014/main" id="{6EE9455F-87A4-1D8E-0B66-5A4E40761E14}"/>
                </a:ext>
              </a:extLst>
            </p:cNvPr>
            <p:cNvSpPr/>
            <p:nvPr/>
          </p:nvSpPr>
          <p:spPr>
            <a:xfrm rot="2415138">
              <a:off x="36575" y="956703"/>
              <a:ext cx="523795" cy="698297"/>
            </a:xfrm>
            <a:custGeom>
              <a:avLst/>
              <a:gdLst/>
              <a:ahLst/>
              <a:cxnLst/>
              <a:rect l="l" t="t" r="r" b="b"/>
              <a:pathLst>
                <a:path w="9023" h="12029" extrusionOk="0">
                  <a:moveTo>
                    <a:pt x="8774" y="0"/>
                  </a:moveTo>
                  <a:cubicBezTo>
                    <a:pt x="7635" y="692"/>
                    <a:pt x="6515" y="1423"/>
                    <a:pt x="5579" y="2305"/>
                  </a:cubicBezTo>
                  <a:lnTo>
                    <a:pt x="5216" y="2625"/>
                  </a:lnTo>
                  <a:cubicBezTo>
                    <a:pt x="5096" y="2736"/>
                    <a:pt x="4991" y="2853"/>
                    <a:pt x="4880" y="2967"/>
                  </a:cubicBezTo>
                  <a:lnTo>
                    <a:pt x="4214" y="3653"/>
                  </a:lnTo>
                  <a:cubicBezTo>
                    <a:pt x="3813" y="4139"/>
                    <a:pt x="3385" y="4612"/>
                    <a:pt x="3036" y="5125"/>
                  </a:cubicBezTo>
                  <a:cubicBezTo>
                    <a:pt x="2302" y="6127"/>
                    <a:pt x="1675" y="7201"/>
                    <a:pt x="1162" y="8330"/>
                  </a:cubicBezTo>
                  <a:lnTo>
                    <a:pt x="800" y="9179"/>
                  </a:lnTo>
                  <a:cubicBezTo>
                    <a:pt x="692" y="9466"/>
                    <a:pt x="581" y="9753"/>
                    <a:pt x="484" y="10044"/>
                  </a:cubicBezTo>
                  <a:cubicBezTo>
                    <a:pt x="281" y="10631"/>
                    <a:pt x="121" y="11232"/>
                    <a:pt x="0" y="11842"/>
                  </a:cubicBezTo>
                  <a:lnTo>
                    <a:pt x="970" y="12028"/>
                  </a:lnTo>
                  <a:cubicBezTo>
                    <a:pt x="1061" y="11447"/>
                    <a:pt x="1192" y="10873"/>
                    <a:pt x="1358" y="10311"/>
                  </a:cubicBezTo>
                  <a:cubicBezTo>
                    <a:pt x="1440" y="10024"/>
                    <a:pt x="1538" y="9743"/>
                    <a:pt x="1629" y="9460"/>
                  </a:cubicBezTo>
                  <a:lnTo>
                    <a:pt x="1946" y="8624"/>
                  </a:lnTo>
                  <a:cubicBezTo>
                    <a:pt x="2400" y="7511"/>
                    <a:pt x="2964" y="6447"/>
                    <a:pt x="3637" y="5448"/>
                  </a:cubicBezTo>
                  <a:cubicBezTo>
                    <a:pt x="3956" y="4936"/>
                    <a:pt x="4351" y="4462"/>
                    <a:pt x="4720" y="3976"/>
                  </a:cubicBezTo>
                  <a:lnTo>
                    <a:pt x="5340" y="3284"/>
                  </a:lnTo>
                  <a:cubicBezTo>
                    <a:pt x="5448" y="3170"/>
                    <a:pt x="5546" y="3052"/>
                    <a:pt x="5657" y="2941"/>
                  </a:cubicBezTo>
                  <a:lnTo>
                    <a:pt x="5996" y="2618"/>
                  </a:lnTo>
                  <a:cubicBezTo>
                    <a:pt x="6874" y="1727"/>
                    <a:pt x="7935" y="980"/>
                    <a:pt x="9022" y="265"/>
                  </a:cubicBezTo>
                  <a:lnTo>
                    <a:pt x="8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877;p77">
              <a:extLst>
                <a:ext uri="{FF2B5EF4-FFF2-40B4-BE49-F238E27FC236}">
                  <a16:creationId xmlns:a16="http://schemas.microsoft.com/office/drawing/2014/main" id="{D2AD0AB5-A420-6A56-BDFF-11B64B09BF62}"/>
                </a:ext>
              </a:extLst>
            </p:cNvPr>
            <p:cNvSpPr/>
            <p:nvPr/>
          </p:nvSpPr>
          <p:spPr>
            <a:xfrm rot="2415138">
              <a:off x="34760" y="954745"/>
              <a:ext cx="527569" cy="701954"/>
            </a:xfrm>
            <a:custGeom>
              <a:avLst/>
              <a:gdLst/>
              <a:ahLst/>
              <a:cxnLst/>
              <a:rect l="l" t="t" r="r" b="b"/>
              <a:pathLst>
                <a:path w="9088" h="12092" extrusionOk="0">
                  <a:moveTo>
                    <a:pt x="8801" y="67"/>
                  </a:moveTo>
                  <a:lnTo>
                    <a:pt x="9006" y="289"/>
                  </a:lnTo>
                  <a:cubicBezTo>
                    <a:pt x="7968" y="971"/>
                    <a:pt x="6891" y="1725"/>
                    <a:pt x="6007" y="2623"/>
                  </a:cubicBezTo>
                  <a:lnTo>
                    <a:pt x="5667" y="2949"/>
                  </a:lnTo>
                  <a:cubicBezTo>
                    <a:pt x="5595" y="3021"/>
                    <a:pt x="5527" y="3099"/>
                    <a:pt x="5462" y="3171"/>
                  </a:cubicBezTo>
                  <a:cubicBezTo>
                    <a:pt x="5426" y="3214"/>
                    <a:pt x="5390" y="3253"/>
                    <a:pt x="5351" y="3295"/>
                  </a:cubicBezTo>
                  <a:lnTo>
                    <a:pt x="4730" y="3987"/>
                  </a:lnTo>
                  <a:cubicBezTo>
                    <a:pt x="4636" y="4114"/>
                    <a:pt x="4538" y="4242"/>
                    <a:pt x="4440" y="4362"/>
                  </a:cubicBezTo>
                  <a:cubicBezTo>
                    <a:pt x="4166" y="4718"/>
                    <a:pt x="3882" y="5081"/>
                    <a:pt x="3643" y="5466"/>
                  </a:cubicBezTo>
                  <a:cubicBezTo>
                    <a:pt x="2971" y="6464"/>
                    <a:pt x="2403" y="7532"/>
                    <a:pt x="1949" y="8648"/>
                  </a:cubicBezTo>
                  <a:lnTo>
                    <a:pt x="1633" y="9484"/>
                  </a:lnTo>
                  <a:lnTo>
                    <a:pt x="1558" y="9719"/>
                  </a:lnTo>
                  <a:cubicBezTo>
                    <a:pt x="1489" y="9921"/>
                    <a:pt x="1421" y="10127"/>
                    <a:pt x="1362" y="10332"/>
                  </a:cubicBezTo>
                  <a:cubicBezTo>
                    <a:pt x="1195" y="10887"/>
                    <a:pt x="1068" y="11452"/>
                    <a:pt x="977" y="12023"/>
                  </a:cubicBezTo>
                  <a:lnTo>
                    <a:pt x="69" y="11850"/>
                  </a:lnTo>
                  <a:cubicBezTo>
                    <a:pt x="187" y="11250"/>
                    <a:pt x="347" y="10659"/>
                    <a:pt x="543" y="10081"/>
                  </a:cubicBezTo>
                  <a:cubicBezTo>
                    <a:pt x="614" y="9869"/>
                    <a:pt x="696" y="9653"/>
                    <a:pt x="774" y="9445"/>
                  </a:cubicBezTo>
                  <a:cubicBezTo>
                    <a:pt x="804" y="9369"/>
                    <a:pt x="833" y="9294"/>
                    <a:pt x="859" y="9219"/>
                  </a:cubicBezTo>
                  <a:lnTo>
                    <a:pt x="1222" y="8371"/>
                  </a:lnTo>
                  <a:cubicBezTo>
                    <a:pt x="1734" y="7245"/>
                    <a:pt x="2361" y="6171"/>
                    <a:pt x="3092" y="5172"/>
                  </a:cubicBezTo>
                  <a:cubicBezTo>
                    <a:pt x="3353" y="4787"/>
                    <a:pt x="3663" y="4421"/>
                    <a:pt x="3963" y="4065"/>
                  </a:cubicBezTo>
                  <a:cubicBezTo>
                    <a:pt x="4061" y="3948"/>
                    <a:pt x="4169" y="3824"/>
                    <a:pt x="4267" y="3703"/>
                  </a:cubicBezTo>
                  <a:lnTo>
                    <a:pt x="4933" y="3018"/>
                  </a:lnTo>
                  <a:cubicBezTo>
                    <a:pt x="4972" y="2975"/>
                    <a:pt x="5008" y="2936"/>
                    <a:pt x="5050" y="2894"/>
                  </a:cubicBezTo>
                  <a:cubicBezTo>
                    <a:pt x="5119" y="2822"/>
                    <a:pt x="5191" y="2747"/>
                    <a:pt x="5266" y="2678"/>
                  </a:cubicBezTo>
                  <a:lnTo>
                    <a:pt x="5631" y="2355"/>
                  </a:lnTo>
                  <a:cubicBezTo>
                    <a:pt x="6581" y="1461"/>
                    <a:pt x="7714" y="726"/>
                    <a:pt x="8801" y="67"/>
                  </a:cubicBezTo>
                  <a:close/>
                  <a:moveTo>
                    <a:pt x="8808" y="1"/>
                  </a:moveTo>
                  <a:cubicBezTo>
                    <a:pt x="8802" y="1"/>
                    <a:pt x="8796" y="2"/>
                    <a:pt x="8791" y="5"/>
                  </a:cubicBezTo>
                  <a:cubicBezTo>
                    <a:pt x="7697" y="671"/>
                    <a:pt x="6548" y="1412"/>
                    <a:pt x="5592" y="2316"/>
                  </a:cubicBezTo>
                  <a:lnTo>
                    <a:pt x="5227" y="2636"/>
                  </a:lnTo>
                  <a:cubicBezTo>
                    <a:pt x="5151" y="2708"/>
                    <a:pt x="5076" y="2783"/>
                    <a:pt x="5008" y="2854"/>
                  </a:cubicBezTo>
                  <a:cubicBezTo>
                    <a:pt x="4969" y="2897"/>
                    <a:pt x="4929" y="2936"/>
                    <a:pt x="4890" y="2979"/>
                  </a:cubicBezTo>
                  <a:lnTo>
                    <a:pt x="4221" y="3667"/>
                  </a:lnTo>
                  <a:cubicBezTo>
                    <a:pt x="4123" y="3788"/>
                    <a:pt x="4019" y="3912"/>
                    <a:pt x="3918" y="4030"/>
                  </a:cubicBezTo>
                  <a:cubicBezTo>
                    <a:pt x="3617" y="4385"/>
                    <a:pt x="3307" y="4754"/>
                    <a:pt x="3043" y="5143"/>
                  </a:cubicBezTo>
                  <a:cubicBezTo>
                    <a:pt x="2308" y="6145"/>
                    <a:pt x="1682" y="7218"/>
                    <a:pt x="1166" y="8351"/>
                  </a:cubicBezTo>
                  <a:lnTo>
                    <a:pt x="804" y="9200"/>
                  </a:lnTo>
                  <a:cubicBezTo>
                    <a:pt x="774" y="9278"/>
                    <a:pt x="748" y="9353"/>
                    <a:pt x="719" y="9428"/>
                  </a:cubicBezTo>
                  <a:cubicBezTo>
                    <a:pt x="641" y="9637"/>
                    <a:pt x="559" y="9853"/>
                    <a:pt x="487" y="10068"/>
                  </a:cubicBezTo>
                  <a:cubicBezTo>
                    <a:pt x="285" y="10655"/>
                    <a:pt x="122" y="11256"/>
                    <a:pt x="4" y="11870"/>
                  </a:cubicBezTo>
                  <a:cubicBezTo>
                    <a:pt x="1" y="11886"/>
                    <a:pt x="11" y="11902"/>
                    <a:pt x="27" y="11906"/>
                  </a:cubicBezTo>
                  <a:lnTo>
                    <a:pt x="996" y="12092"/>
                  </a:lnTo>
                  <a:lnTo>
                    <a:pt x="1003" y="12092"/>
                  </a:lnTo>
                  <a:cubicBezTo>
                    <a:pt x="1009" y="12092"/>
                    <a:pt x="1016" y="12088"/>
                    <a:pt x="1019" y="12085"/>
                  </a:cubicBezTo>
                  <a:cubicBezTo>
                    <a:pt x="1026" y="12079"/>
                    <a:pt x="1029" y="12072"/>
                    <a:pt x="1032" y="12066"/>
                  </a:cubicBezTo>
                  <a:cubicBezTo>
                    <a:pt x="1124" y="11485"/>
                    <a:pt x="1251" y="10913"/>
                    <a:pt x="1421" y="10352"/>
                  </a:cubicBezTo>
                  <a:cubicBezTo>
                    <a:pt x="1479" y="10146"/>
                    <a:pt x="1548" y="9937"/>
                    <a:pt x="1613" y="9738"/>
                  </a:cubicBezTo>
                  <a:cubicBezTo>
                    <a:pt x="1639" y="9660"/>
                    <a:pt x="1665" y="9582"/>
                    <a:pt x="1692" y="9503"/>
                  </a:cubicBezTo>
                  <a:lnTo>
                    <a:pt x="2008" y="8671"/>
                  </a:lnTo>
                  <a:cubicBezTo>
                    <a:pt x="2459" y="7558"/>
                    <a:pt x="3023" y="6494"/>
                    <a:pt x="3696" y="5498"/>
                  </a:cubicBezTo>
                  <a:cubicBezTo>
                    <a:pt x="3931" y="5116"/>
                    <a:pt x="4215" y="4754"/>
                    <a:pt x="4489" y="4402"/>
                  </a:cubicBezTo>
                  <a:cubicBezTo>
                    <a:pt x="4584" y="4281"/>
                    <a:pt x="4685" y="4150"/>
                    <a:pt x="4776" y="4030"/>
                  </a:cubicBezTo>
                  <a:lnTo>
                    <a:pt x="5396" y="3338"/>
                  </a:lnTo>
                  <a:cubicBezTo>
                    <a:pt x="5435" y="3298"/>
                    <a:pt x="5471" y="3256"/>
                    <a:pt x="5507" y="3217"/>
                  </a:cubicBezTo>
                  <a:cubicBezTo>
                    <a:pt x="5573" y="3142"/>
                    <a:pt x="5641" y="3067"/>
                    <a:pt x="5710" y="2998"/>
                  </a:cubicBezTo>
                  <a:lnTo>
                    <a:pt x="6052" y="2672"/>
                  </a:lnTo>
                  <a:cubicBezTo>
                    <a:pt x="6940" y="1768"/>
                    <a:pt x="8027" y="1010"/>
                    <a:pt x="9072" y="325"/>
                  </a:cubicBezTo>
                  <a:cubicBezTo>
                    <a:pt x="9078" y="318"/>
                    <a:pt x="9085" y="312"/>
                    <a:pt x="9085" y="302"/>
                  </a:cubicBezTo>
                  <a:cubicBezTo>
                    <a:pt x="9088" y="292"/>
                    <a:pt x="9085" y="282"/>
                    <a:pt x="9078" y="276"/>
                  </a:cubicBezTo>
                  <a:lnTo>
                    <a:pt x="8830" y="12"/>
                  </a:lnTo>
                  <a:cubicBezTo>
                    <a:pt x="8824" y="4"/>
                    <a:pt x="8816" y="1"/>
                    <a:pt x="8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878;p77">
              <a:extLst>
                <a:ext uri="{FF2B5EF4-FFF2-40B4-BE49-F238E27FC236}">
                  <a16:creationId xmlns:a16="http://schemas.microsoft.com/office/drawing/2014/main" id="{74CB6C4C-222B-BECD-3EFA-5EDB160FCBE4}"/>
                </a:ext>
              </a:extLst>
            </p:cNvPr>
            <p:cNvSpPr/>
            <p:nvPr/>
          </p:nvSpPr>
          <p:spPr>
            <a:xfrm rot="2415138">
              <a:off x="248596" y="1033875"/>
              <a:ext cx="832685" cy="772602"/>
            </a:xfrm>
            <a:custGeom>
              <a:avLst/>
              <a:gdLst/>
              <a:ahLst/>
              <a:cxnLst/>
              <a:rect l="l" t="t" r="r" b="b"/>
              <a:pathLst>
                <a:path w="14344" h="13309" extrusionOk="0">
                  <a:moveTo>
                    <a:pt x="5860" y="1"/>
                  </a:moveTo>
                  <a:cubicBezTo>
                    <a:pt x="5444" y="1"/>
                    <a:pt x="5108" y="165"/>
                    <a:pt x="5008" y="605"/>
                  </a:cubicBezTo>
                  <a:cubicBezTo>
                    <a:pt x="4907" y="1052"/>
                    <a:pt x="5184" y="1516"/>
                    <a:pt x="5139" y="1934"/>
                  </a:cubicBezTo>
                  <a:cubicBezTo>
                    <a:pt x="4505" y="1852"/>
                    <a:pt x="3875" y="1588"/>
                    <a:pt x="3236" y="1490"/>
                  </a:cubicBezTo>
                  <a:cubicBezTo>
                    <a:pt x="3141" y="1473"/>
                    <a:pt x="3046" y="1464"/>
                    <a:pt x="2952" y="1454"/>
                  </a:cubicBezTo>
                  <a:cubicBezTo>
                    <a:pt x="2829" y="1443"/>
                    <a:pt x="2705" y="1436"/>
                    <a:pt x="2584" y="1436"/>
                  </a:cubicBezTo>
                  <a:cubicBezTo>
                    <a:pt x="2141" y="1436"/>
                    <a:pt x="1716" y="1517"/>
                    <a:pt x="1375" y="1725"/>
                  </a:cubicBezTo>
                  <a:cubicBezTo>
                    <a:pt x="1" y="2560"/>
                    <a:pt x="1006" y="4607"/>
                    <a:pt x="1688" y="5730"/>
                  </a:cubicBezTo>
                  <a:cubicBezTo>
                    <a:pt x="4192" y="9839"/>
                    <a:pt x="9995" y="11912"/>
                    <a:pt x="10622" y="12153"/>
                  </a:cubicBezTo>
                  <a:cubicBezTo>
                    <a:pt x="11246" y="12395"/>
                    <a:pt x="11804" y="13309"/>
                    <a:pt x="11804" y="13309"/>
                  </a:cubicBezTo>
                  <a:cubicBezTo>
                    <a:pt x="14343" y="6092"/>
                    <a:pt x="9806" y="1232"/>
                    <a:pt x="6663" y="155"/>
                  </a:cubicBezTo>
                  <a:cubicBezTo>
                    <a:pt x="6389" y="60"/>
                    <a:pt x="6110" y="1"/>
                    <a:pt x="586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879;p77">
              <a:extLst>
                <a:ext uri="{FF2B5EF4-FFF2-40B4-BE49-F238E27FC236}">
                  <a16:creationId xmlns:a16="http://schemas.microsoft.com/office/drawing/2014/main" id="{3E75D8A9-D843-574B-931D-999EBA0E4FFC}"/>
                </a:ext>
              </a:extLst>
            </p:cNvPr>
            <p:cNvSpPr/>
            <p:nvPr/>
          </p:nvSpPr>
          <p:spPr>
            <a:xfrm rot="2415138">
              <a:off x="281148" y="1019343"/>
              <a:ext cx="737365" cy="776085"/>
            </a:xfrm>
            <a:custGeom>
              <a:avLst/>
              <a:gdLst/>
              <a:ahLst/>
              <a:cxnLst/>
              <a:rect l="l" t="t" r="r" b="b"/>
              <a:pathLst>
                <a:path w="12702" h="13369" extrusionOk="0">
                  <a:moveTo>
                    <a:pt x="5377" y="62"/>
                  </a:moveTo>
                  <a:cubicBezTo>
                    <a:pt x="5607" y="62"/>
                    <a:pt x="5876" y="113"/>
                    <a:pt x="6170" y="214"/>
                  </a:cubicBezTo>
                  <a:cubicBezTo>
                    <a:pt x="7626" y="710"/>
                    <a:pt x="9773" y="2221"/>
                    <a:pt x="11043" y="4842"/>
                  </a:cubicBezTo>
                  <a:cubicBezTo>
                    <a:pt x="11895" y="6599"/>
                    <a:pt x="12629" y="9484"/>
                    <a:pt x="11314" y="13267"/>
                  </a:cubicBezTo>
                  <a:cubicBezTo>
                    <a:pt x="11183" y="13065"/>
                    <a:pt x="10700" y="12366"/>
                    <a:pt x="10152" y="12154"/>
                  </a:cubicBezTo>
                  <a:lnTo>
                    <a:pt x="10057" y="12118"/>
                  </a:lnTo>
                  <a:cubicBezTo>
                    <a:pt x="8125" y="11387"/>
                    <a:pt x="3402" y="9301"/>
                    <a:pt x="1235" y="5743"/>
                  </a:cubicBezTo>
                  <a:cubicBezTo>
                    <a:pt x="438" y="4431"/>
                    <a:pt x="108" y="3354"/>
                    <a:pt x="288" y="2620"/>
                  </a:cubicBezTo>
                  <a:cubicBezTo>
                    <a:pt x="373" y="2264"/>
                    <a:pt x="598" y="1960"/>
                    <a:pt x="911" y="1781"/>
                  </a:cubicBezTo>
                  <a:cubicBezTo>
                    <a:pt x="1218" y="1595"/>
                    <a:pt x="1624" y="1499"/>
                    <a:pt x="2101" y="1499"/>
                  </a:cubicBezTo>
                  <a:cubicBezTo>
                    <a:pt x="2218" y="1499"/>
                    <a:pt x="2340" y="1505"/>
                    <a:pt x="2465" y="1516"/>
                  </a:cubicBezTo>
                  <a:cubicBezTo>
                    <a:pt x="2560" y="1523"/>
                    <a:pt x="2654" y="1536"/>
                    <a:pt x="2749" y="1549"/>
                  </a:cubicBezTo>
                  <a:cubicBezTo>
                    <a:pt x="3056" y="1605"/>
                    <a:pt x="3356" y="1676"/>
                    <a:pt x="3653" y="1764"/>
                  </a:cubicBezTo>
                  <a:cubicBezTo>
                    <a:pt x="3980" y="1856"/>
                    <a:pt x="4316" y="1954"/>
                    <a:pt x="4652" y="1993"/>
                  </a:cubicBezTo>
                  <a:cubicBezTo>
                    <a:pt x="4662" y="1993"/>
                    <a:pt x="4668" y="1993"/>
                    <a:pt x="4675" y="1986"/>
                  </a:cubicBezTo>
                  <a:cubicBezTo>
                    <a:pt x="4681" y="1983"/>
                    <a:pt x="4685" y="1973"/>
                    <a:pt x="4685" y="1967"/>
                  </a:cubicBezTo>
                  <a:cubicBezTo>
                    <a:pt x="4707" y="1771"/>
                    <a:pt x="4659" y="1565"/>
                    <a:pt x="4613" y="1363"/>
                  </a:cubicBezTo>
                  <a:cubicBezTo>
                    <a:pt x="4557" y="1125"/>
                    <a:pt x="4499" y="880"/>
                    <a:pt x="4554" y="642"/>
                  </a:cubicBezTo>
                  <a:cubicBezTo>
                    <a:pt x="4603" y="426"/>
                    <a:pt x="4714" y="266"/>
                    <a:pt x="4887" y="172"/>
                  </a:cubicBezTo>
                  <a:cubicBezTo>
                    <a:pt x="5017" y="98"/>
                    <a:pt x="5183" y="62"/>
                    <a:pt x="5377" y="62"/>
                  </a:cubicBezTo>
                  <a:close/>
                  <a:moveTo>
                    <a:pt x="5381" y="1"/>
                  </a:moveTo>
                  <a:cubicBezTo>
                    <a:pt x="5174" y="1"/>
                    <a:pt x="4996" y="40"/>
                    <a:pt x="4854" y="119"/>
                  </a:cubicBezTo>
                  <a:cubicBezTo>
                    <a:pt x="4668" y="221"/>
                    <a:pt x="4548" y="394"/>
                    <a:pt x="4495" y="629"/>
                  </a:cubicBezTo>
                  <a:cubicBezTo>
                    <a:pt x="4437" y="880"/>
                    <a:pt x="4495" y="1131"/>
                    <a:pt x="4554" y="1376"/>
                  </a:cubicBezTo>
                  <a:cubicBezTo>
                    <a:pt x="4600" y="1569"/>
                    <a:pt x="4642" y="1751"/>
                    <a:pt x="4629" y="1928"/>
                  </a:cubicBezTo>
                  <a:cubicBezTo>
                    <a:pt x="4309" y="1885"/>
                    <a:pt x="3983" y="1794"/>
                    <a:pt x="3670" y="1706"/>
                  </a:cubicBezTo>
                  <a:cubicBezTo>
                    <a:pt x="3369" y="1614"/>
                    <a:pt x="3066" y="1543"/>
                    <a:pt x="2759" y="1487"/>
                  </a:cubicBezTo>
                  <a:cubicBezTo>
                    <a:pt x="2664" y="1474"/>
                    <a:pt x="2566" y="1461"/>
                    <a:pt x="2472" y="1454"/>
                  </a:cubicBezTo>
                  <a:cubicBezTo>
                    <a:pt x="2346" y="1443"/>
                    <a:pt x="2225" y="1437"/>
                    <a:pt x="2108" y="1437"/>
                  </a:cubicBezTo>
                  <a:cubicBezTo>
                    <a:pt x="1617" y="1437"/>
                    <a:pt x="1198" y="1536"/>
                    <a:pt x="882" y="1729"/>
                  </a:cubicBezTo>
                  <a:cubicBezTo>
                    <a:pt x="552" y="1918"/>
                    <a:pt x="317" y="2235"/>
                    <a:pt x="229" y="2607"/>
                  </a:cubicBezTo>
                  <a:cubicBezTo>
                    <a:pt x="1" y="3550"/>
                    <a:pt x="621" y="4852"/>
                    <a:pt x="1182" y="5776"/>
                  </a:cubicBezTo>
                  <a:cubicBezTo>
                    <a:pt x="2201" y="7444"/>
                    <a:pt x="3872" y="8975"/>
                    <a:pt x="6150" y="10323"/>
                  </a:cubicBezTo>
                  <a:cubicBezTo>
                    <a:pt x="7391" y="11051"/>
                    <a:pt x="8690" y="11671"/>
                    <a:pt x="10034" y="12177"/>
                  </a:cubicBezTo>
                  <a:lnTo>
                    <a:pt x="10129" y="12213"/>
                  </a:lnTo>
                  <a:cubicBezTo>
                    <a:pt x="10739" y="12448"/>
                    <a:pt x="11291" y="13345"/>
                    <a:pt x="11298" y="13355"/>
                  </a:cubicBezTo>
                  <a:cubicBezTo>
                    <a:pt x="11301" y="13362"/>
                    <a:pt x="11311" y="13368"/>
                    <a:pt x="11324" y="13368"/>
                  </a:cubicBezTo>
                  <a:lnTo>
                    <a:pt x="11327" y="13368"/>
                  </a:lnTo>
                  <a:cubicBezTo>
                    <a:pt x="11337" y="13368"/>
                    <a:pt x="11347" y="13358"/>
                    <a:pt x="11350" y="13349"/>
                  </a:cubicBezTo>
                  <a:cubicBezTo>
                    <a:pt x="12701" y="9513"/>
                    <a:pt x="11957" y="6592"/>
                    <a:pt x="11098" y="4816"/>
                  </a:cubicBezTo>
                  <a:cubicBezTo>
                    <a:pt x="10540" y="3664"/>
                    <a:pt x="9767" y="2633"/>
                    <a:pt x="8820" y="1774"/>
                  </a:cubicBezTo>
                  <a:cubicBezTo>
                    <a:pt x="7994" y="1027"/>
                    <a:pt x="7061" y="452"/>
                    <a:pt x="6189" y="155"/>
                  </a:cubicBezTo>
                  <a:cubicBezTo>
                    <a:pt x="5891" y="53"/>
                    <a:pt x="5618" y="1"/>
                    <a:pt x="5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880;p77">
              <a:extLst>
                <a:ext uri="{FF2B5EF4-FFF2-40B4-BE49-F238E27FC236}">
                  <a16:creationId xmlns:a16="http://schemas.microsoft.com/office/drawing/2014/main" id="{75864841-D86A-665E-E8B6-2362415D56AD}"/>
                </a:ext>
              </a:extLst>
            </p:cNvPr>
            <p:cNvSpPr/>
            <p:nvPr/>
          </p:nvSpPr>
          <p:spPr>
            <a:xfrm rot="2415138">
              <a:off x="860685" y="910953"/>
              <a:ext cx="709675" cy="155055"/>
            </a:xfrm>
            <a:custGeom>
              <a:avLst/>
              <a:gdLst/>
              <a:ahLst/>
              <a:cxnLst/>
              <a:rect l="l" t="t" r="r" b="b"/>
              <a:pathLst>
                <a:path w="12225" h="2671" extrusionOk="0">
                  <a:moveTo>
                    <a:pt x="4887" y="1"/>
                  </a:moveTo>
                  <a:cubicBezTo>
                    <a:pt x="3251" y="14"/>
                    <a:pt x="1610" y="392"/>
                    <a:pt x="0" y="1127"/>
                  </a:cubicBezTo>
                  <a:lnTo>
                    <a:pt x="27" y="1182"/>
                  </a:lnTo>
                  <a:cubicBezTo>
                    <a:pt x="1824" y="361"/>
                    <a:pt x="3496" y="69"/>
                    <a:pt x="4965" y="69"/>
                  </a:cubicBezTo>
                  <a:cubicBezTo>
                    <a:pt x="6456" y="69"/>
                    <a:pt x="7739" y="370"/>
                    <a:pt x="8732" y="725"/>
                  </a:cubicBezTo>
                  <a:cubicBezTo>
                    <a:pt x="10870" y="1489"/>
                    <a:pt x="12169" y="2661"/>
                    <a:pt x="12182" y="2671"/>
                  </a:cubicBezTo>
                  <a:lnTo>
                    <a:pt x="12224" y="2628"/>
                  </a:lnTo>
                  <a:cubicBezTo>
                    <a:pt x="12211" y="2615"/>
                    <a:pt x="10906" y="1437"/>
                    <a:pt x="8758" y="670"/>
                  </a:cubicBezTo>
                  <a:cubicBezTo>
                    <a:pt x="7540" y="229"/>
                    <a:pt x="6258" y="4"/>
                    <a:pt x="4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881;p77">
              <a:extLst>
                <a:ext uri="{FF2B5EF4-FFF2-40B4-BE49-F238E27FC236}">
                  <a16:creationId xmlns:a16="http://schemas.microsoft.com/office/drawing/2014/main" id="{C6BD3BE8-30C9-41AA-CA05-E78E02D6B14F}"/>
                </a:ext>
              </a:extLst>
            </p:cNvPr>
            <p:cNvSpPr/>
            <p:nvPr/>
          </p:nvSpPr>
          <p:spPr>
            <a:xfrm rot="5400000">
              <a:off x="435357" y="1397981"/>
              <a:ext cx="626990" cy="136982"/>
            </a:xfrm>
            <a:custGeom>
              <a:avLst/>
              <a:gdLst/>
              <a:ahLst/>
              <a:cxnLst/>
              <a:rect l="l" t="t" r="r" b="b"/>
              <a:pathLst>
                <a:path w="12225" h="2671" extrusionOk="0">
                  <a:moveTo>
                    <a:pt x="4887" y="1"/>
                  </a:moveTo>
                  <a:cubicBezTo>
                    <a:pt x="3251" y="14"/>
                    <a:pt x="1610" y="392"/>
                    <a:pt x="0" y="1127"/>
                  </a:cubicBezTo>
                  <a:lnTo>
                    <a:pt x="27" y="1182"/>
                  </a:lnTo>
                  <a:cubicBezTo>
                    <a:pt x="1824" y="361"/>
                    <a:pt x="3496" y="69"/>
                    <a:pt x="4965" y="69"/>
                  </a:cubicBezTo>
                  <a:cubicBezTo>
                    <a:pt x="6456" y="69"/>
                    <a:pt x="7739" y="370"/>
                    <a:pt x="8732" y="725"/>
                  </a:cubicBezTo>
                  <a:cubicBezTo>
                    <a:pt x="10870" y="1489"/>
                    <a:pt x="12169" y="2661"/>
                    <a:pt x="12182" y="2671"/>
                  </a:cubicBezTo>
                  <a:lnTo>
                    <a:pt x="12224" y="2628"/>
                  </a:lnTo>
                  <a:cubicBezTo>
                    <a:pt x="12211" y="2615"/>
                    <a:pt x="10906" y="1437"/>
                    <a:pt x="8758" y="670"/>
                  </a:cubicBezTo>
                  <a:cubicBezTo>
                    <a:pt x="7540" y="229"/>
                    <a:pt x="6258" y="4"/>
                    <a:pt x="4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5140;p74">
            <a:extLst>
              <a:ext uri="{FF2B5EF4-FFF2-40B4-BE49-F238E27FC236}">
                <a16:creationId xmlns:a16="http://schemas.microsoft.com/office/drawing/2014/main" id="{AC91206D-F17B-0219-4767-8C490846BCB8}"/>
              </a:ext>
            </a:extLst>
          </p:cNvPr>
          <p:cNvSpPr/>
          <p:nvPr/>
        </p:nvSpPr>
        <p:spPr>
          <a:xfrm flipH="1">
            <a:off x="2436750" y="2327536"/>
            <a:ext cx="4497450" cy="520984"/>
          </a:xfrm>
          <a:prstGeom prst="roundRect">
            <a:avLst>
              <a:gd name="adj" fmla="val 24284"/>
            </a:avLst>
          </a:prstGeom>
          <a:gradFill>
            <a:gsLst>
              <a:gs pos="0">
                <a:schemeClr val="accent2"/>
              </a:gs>
              <a:gs pos="50000">
                <a:schemeClr val="accent3"/>
              </a:gs>
              <a:gs pos="100000">
                <a:schemeClr val="accent1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5143;p74">
            <a:extLst>
              <a:ext uri="{FF2B5EF4-FFF2-40B4-BE49-F238E27FC236}">
                <a16:creationId xmlns:a16="http://schemas.microsoft.com/office/drawing/2014/main" id="{0A25BD92-1C15-CC90-7854-C7D8F06265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63439" y="2377520"/>
            <a:ext cx="35838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Simulation de l’application WAVVE</a:t>
            </a: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1000" fill="hold"/>
                                        <p:tgtEl>
                                          <p:spTgt spid="56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1000" fill="hold"/>
                                        <p:tgtEl>
                                          <p:spTgt spid="56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7" name="Google Shape;4377;p72"/>
          <p:cNvSpPr txBox="1">
            <a:spLocks noGrp="1"/>
          </p:cNvSpPr>
          <p:nvPr>
            <p:ph type="title"/>
          </p:nvPr>
        </p:nvSpPr>
        <p:spPr>
          <a:xfrm>
            <a:off x="4264504" y="-133718"/>
            <a:ext cx="396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4378" name="Google Shape;4378;p72"/>
          <p:cNvSpPr txBox="1">
            <a:spLocks noGrp="1"/>
          </p:cNvSpPr>
          <p:nvPr>
            <p:ph type="subTitle" idx="1"/>
          </p:nvPr>
        </p:nvSpPr>
        <p:spPr>
          <a:xfrm>
            <a:off x="3661725" y="488164"/>
            <a:ext cx="2773799" cy="26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None/>
            </a:pP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Apprentissages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Maîtrise de l'intégration des API.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Développement d'un système de visualisation audio avec Web Audio API.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Gestion des données utilisateur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 dirty="0">
              <a:solidFill>
                <a:schemeClr val="tx1"/>
              </a:solidFill>
              <a:effectLst/>
              <a:latin typeface="Segoe WP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200" dirty="0">
              <a:solidFill>
                <a:schemeClr val="tx1"/>
              </a:solidFill>
            </a:endParaRPr>
          </a:p>
        </p:txBody>
      </p:sp>
      <p:grpSp>
        <p:nvGrpSpPr>
          <p:cNvPr id="4379" name="Google Shape;4379;p72"/>
          <p:cNvGrpSpPr/>
          <p:nvPr/>
        </p:nvGrpSpPr>
        <p:grpSpPr>
          <a:xfrm flipH="1">
            <a:off x="1207425" y="-8"/>
            <a:ext cx="929451" cy="1827513"/>
            <a:chOff x="2880023" y="324448"/>
            <a:chExt cx="763284" cy="1500790"/>
          </a:xfrm>
        </p:grpSpPr>
        <p:sp>
          <p:nvSpPr>
            <p:cNvPr id="4380" name="Google Shape;4380;p72"/>
            <p:cNvSpPr/>
            <p:nvPr/>
          </p:nvSpPr>
          <p:spPr>
            <a:xfrm>
              <a:off x="2880023" y="324448"/>
              <a:ext cx="642016" cy="1486239"/>
            </a:xfrm>
            <a:custGeom>
              <a:avLst/>
              <a:gdLst/>
              <a:ahLst/>
              <a:cxnLst/>
              <a:rect l="l" t="t" r="r" b="b"/>
              <a:pathLst>
                <a:path w="13514" h="31281" extrusionOk="0">
                  <a:moveTo>
                    <a:pt x="6726" y="10547"/>
                  </a:moveTo>
                  <a:cubicBezTo>
                    <a:pt x="7044" y="10547"/>
                    <a:pt x="7302" y="10806"/>
                    <a:pt x="7302" y="11124"/>
                  </a:cubicBezTo>
                  <a:cubicBezTo>
                    <a:pt x="7302" y="11441"/>
                    <a:pt x="7044" y="11700"/>
                    <a:pt x="6726" y="11700"/>
                  </a:cubicBezTo>
                  <a:cubicBezTo>
                    <a:pt x="6408" y="11700"/>
                    <a:pt x="6149" y="11441"/>
                    <a:pt x="6149" y="11124"/>
                  </a:cubicBezTo>
                  <a:cubicBezTo>
                    <a:pt x="6149" y="10806"/>
                    <a:pt x="6408" y="10547"/>
                    <a:pt x="6726" y="10547"/>
                  </a:cubicBezTo>
                  <a:close/>
                  <a:moveTo>
                    <a:pt x="6335" y="13010"/>
                  </a:moveTo>
                  <a:lnTo>
                    <a:pt x="4221" y="20801"/>
                  </a:lnTo>
                  <a:cubicBezTo>
                    <a:pt x="4044" y="20700"/>
                    <a:pt x="3875" y="20612"/>
                    <a:pt x="3717" y="20532"/>
                  </a:cubicBezTo>
                  <a:lnTo>
                    <a:pt x="6335" y="13010"/>
                  </a:lnTo>
                  <a:close/>
                  <a:moveTo>
                    <a:pt x="7357" y="13832"/>
                  </a:moveTo>
                  <a:lnTo>
                    <a:pt x="9788" y="21288"/>
                  </a:lnTo>
                  <a:cubicBezTo>
                    <a:pt x="9689" y="21335"/>
                    <a:pt x="9587" y="21386"/>
                    <a:pt x="9484" y="21437"/>
                  </a:cubicBezTo>
                  <a:lnTo>
                    <a:pt x="7357" y="13832"/>
                  </a:lnTo>
                  <a:close/>
                  <a:moveTo>
                    <a:pt x="9865" y="21522"/>
                  </a:moveTo>
                  <a:lnTo>
                    <a:pt x="9992" y="21917"/>
                  </a:lnTo>
                  <a:cubicBezTo>
                    <a:pt x="9909" y="21946"/>
                    <a:pt x="9824" y="21976"/>
                    <a:pt x="9736" y="22010"/>
                  </a:cubicBezTo>
                  <a:cubicBezTo>
                    <a:pt x="9709" y="22020"/>
                    <a:pt x="9681" y="22034"/>
                    <a:pt x="9654" y="22048"/>
                  </a:cubicBezTo>
                  <a:lnTo>
                    <a:pt x="9562" y="21721"/>
                  </a:lnTo>
                  <a:cubicBezTo>
                    <a:pt x="9641" y="21658"/>
                    <a:pt x="9744" y="21591"/>
                    <a:pt x="9865" y="21522"/>
                  </a:cubicBezTo>
                  <a:close/>
                  <a:moveTo>
                    <a:pt x="9485" y="21789"/>
                  </a:moveTo>
                  <a:lnTo>
                    <a:pt x="9570" y="22090"/>
                  </a:lnTo>
                  <a:cubicBezTo>
                    <a:pt x="9400" y="22187"/>
                    <a:pt x="9220" y="22335"/>
                    <a:pt x="9036" y="22521"/>
                  </a:cubicBezTo>
                  <a:cubicBezTo>
                    <a:pt x="9200" y="22218"/>
                    <a:pt x="9339" y="21992"/>
                    <a:pt x="9429" y="21855"/>
                  </a:cubicBezTo>
                  <a:cubicBezTo>
                    <a:pt x="9443" y="21834"/>
                    <a:pt x="9464" y="21811"/>
                    <a:pt x="9485" y="21789"/>
                  </a:cubicBezTo>
                  <a:close/>
                  <a:moveTo>
                    <a:pt x="3642" y="20747"/>
                  </a:moveTo>
                  <a:cubicBezTo>
                    <a:pt x="3831" y="20849"/>
                    <a:pt x="4010" y="20953"/>
                    <a:pt x="4153" y="21054"/>
                  </a:cubicBezTo>
                  <a:lnTo>
                    <a:pt x="3650" y="22907"/>
                  </a:lnTo>
                  <a:cubicBezTo>
                    <a:pt x="3455" y="22713"/>
                    <a:pt x="3260" y="22540"/>
                    <a:pt x="3068" y="22394"/>
                  </a:cubicBezTo>
                  <a:lnTo>
                    <a:pt x="3642" y="20747"/>
                  </a:lnTo>
                  <a:close/>
                  <a:moveTo>
                    <a:pt x="6726" y="11921"/>
                  </a:moveTo>
                  <a:lnTo>
                    <a:pt x="9399" y="21479"/>
                  </a:lnTo>
                  <a:cubicBezTo>
                    <a:pt x="9395" y="21481"/>
                    <a:pt x="9392" y="21482"/>
                    <a:pt x="9388" y="21484"/>
                  </a:cubicBezTo>
                  <a:cubicBezTo>
                    <a:pt x="9014" y="21675"/>
                    <a:pt x="8665" y="22081"/>
                    <a:pt x="8345" y="22606"/>
                  </a:cubicBezTo>
                  <a:cubicBezTo>
                    <a:pt x="8327" y="22603"/>
                    <a:pt x="8310" y="22602"/>
                    <a:pt x="8294" y="22602"/>
                  </a:cubicBezTo>
                  <a:cubicBezTo>
                    <a:pt x="8288" y="22602"/>
                    <a:pt x="8283" y="22602"/>
                    <a:pt x="8278" y="22602"/>
                  </a:cubicBezTo>
                  <a:cubicBezTo>
                    <a:pt x="8122" y="22616"/>
                    <a:pt x="7947" y="22620"/>
                    <a:pt x="7813" y="22620"/>
                  </a:cubicBezTo>
                  <a:cubicBezTo>
                    <a:pt x="7744" y="22620"/>
                    <a:pt x="7685" y="22619"/>
                    <a:pt x="7646" y="22618"/>
                  </a:cubicBezTo>
                  <a:cubicBezTo>
                    <a:pt x="7646" y="22618"/>
                    <a:pt x="7645" y="22617"/>
                    <a:pt x="7644" y="22617"/>
                  </a:cubicBezTo>
                  <a:lnTo>
                    <a:pt x="7626" y="22617"/>
                  </a:lnTo>
                  <a:cubicBezTo>
                    <a:pt x="7607" y="22617"/>
                    <a:pt x="7595" y="22616"/>
                    <a:pt x="7594" y="22616"/>
                  </a:cubicBezTo>
                  <a:cubicBezTo>
                    <a:pt x="7593" y="22616"/>
                    <a:pt x="7591" y="22617"/>
                    <a:pt x="7590" y="22617"/>
                  </a:cubicBezTo>
                  <a:cubicBezTo>
                    <a:pt x="7400" y="22623"/>
                    <a:pt x="7195" y="22722"/>
                    <a:pt x="6975" y="22918"/>
                  </a:cubicBezTo>
                  <a:cubicBezTo>
                    <a:pt x="6938" y="22952"/>
                    <a:pt x="6904" y="23004"/>
                    <a:pt x="6871" y="23071"/>
                  </a:cubicBezTo>
                  <a:cubicBezTo>
                    <a:pt x="6802" y="23067"/>
                    <a:pt x="6703" y="23065"/>
                    <a:pt x="6565" y="23064"/>
                  </a:cubicBezTo>
                  <a:cubicBezTo>
                    <a:pt x="7087" y="20715"/>
                    <a:pt x="8325" y="19004"/>
                    <a:pt x="8345" y="18977"/>
                  </a:cubicBezTo>
                  <a:cubicBezTo>
                    <a:pt x="8360" y="18958"/>
                    <a:pt x="8358" y="18932"/>
                    <a:pt x="8341" y="18916"/>
                  </a:cubicBezTo>
                  <a:cubicBezTo>
                    <a:pt x="8332" y="18907"/>
                    <a:pt x="8320" y="18903"/>
                    <a:pt x="8308" y="18903"/>
                  </a:cubicBezTo>
                  <a:cubicBezTo>
                    <a:pt x="8299" y="18903"/>
                    <a:pt x="8289" y="18906"/>
                    <a:pt x="8280" y="18912"/>
                  </a:cubicBezTo>
                  <a:cubicBezTo>
                    <a:pt x="6822" y="20022"/>
                    <a:pt x="6172" y="21796"/>
                    <a:pt x="5883" y="23098"/>
                  </a:cubicBezTo>
                  <a:cubicBezTo>
                    <a:pt x="5481" y="22096"/>
                    <a:pt x="5018" y="21268"/>
                    <a:pt x="4523" y="20973"/>
                  </a:cubicBezTo>
                  <a:cubicBezTo>
                    <a:pt x="4448" y="20929"/>
                    <a:pt x="4376" y="20888"/>
                    <a:pt x="4304" y="20848"/>
                  </a:cubicBezTo>
                  <a:lnTo>
                    <a:pt x="6726" y="11921"/>
                  </a:lnTo>
                  <a:close/>
                  <a:moveTo>
                    <a:pt x="4234" y="21112"/>
                  </a:moveTo>
                  <a:cubicBezTo>
                    <a:pt x="4351" y="21202"/>
                    <a:pt x="4441" y="21287"/>
                    <a:pt x="4484" y="21366"/>
                  </a:cubicBezTo>
                  <a:cubicBezTo>
                    <a:pt x="4629" y="21624"/>
                    <a:pt x="4911" y="22172"/>
                    <a:pt x="5233" y="22990"/>
                  </a:cubicBezTo>
                  <a:cubicBezTo>
                    <a:pt x="5224" y="22987"/>
                    <a:pt x="5215" y="22982"/>
                    <a:pt x="5205" y="22980"/>
                  </a:cubicBezTo>
                  <a:cubicBezTo>
                    <a:pt x="5032" y="22940"/>
                    <a:pt x="4882" y="22923"/>
                    <a:pt x="4754" y="22923"/>
                  </a:cubicBezTo>
                  <a:cubicBezTo>
                    <a:pt x="4593" y="22923"/>
                    <a:pt x="4465" y="22949"/>
                    <a:pt x="4365" y="22983"/>
                  </a:cubicBezTo>
                  <a:cubicBezTo>
                    <a:pt x="4287" y="23002"/>
                    <a:pt x="4143" y="23049"/>
                    <a:pt x="3879" y="23145"/>
                  </a:cubicBezTo>
                  <a:cubicBezTo>
                    <a:pt x="3828" y="23090"/>
                    <a:pt x="3777" y="23036"/>
                    <a:pt x="3725" y="22984"/>
                  </a:cubicBezTo>
                  <a:lnTo>
                    <a:pt x="4234" y="21112"/>
                  </a:lnTo>
                  <a:close/>
                  <a:moveTo>
                    <a:pt x="10063" y="22131"/>
                  </a:moveTo>
                  <a:lnTo>
                    <a:pt x="10331" y="22953"/>
                  </a:lnTo>
                  <a:cubicBezTo>
                    <a:pt x="10220" y="23054"/>
                    <a:pt x="10109" y="23163"/>
                    <a:pt x="9998" y="23279"/>
                  </a:cubicBezTo>
                  <a:lnTo>
                    <a:pt x="9730" y="22322"/>
                  </a:lnTo>
                  <a:cubicBezTo>
                    <a:pt x="9804" y="22257"/>
                    <a:pt x="9921" y="22194"/>
                    <a:pt x="10063" y="22131"/>
                  </a:cubicBezTo>
                  <a:close/>
                  <a:moveTo>
                    <a:pt x="2922" y="22814"/>
                  </a:moveTo>
                  <a:cubicBezTo>
                    <a:pt x="3072" y="22965"/>
                    <a:pt x="3238" y="23147"/>
                    <a:pt x="3415" y="23361"/>
                  </a:cubicBezTo>
                  <a:cubicBezTo>
                    <a:pt x="3401" y="23371"/>
                    <a:pt x="3388" y="23382"/>
                    <a:pt x="3375" y="23395"/>
                  </a:cubicBezTo>
                  <a:cubicBezTo>
                    <a:pt x="3193" y="23305"/>
                    <a:pt x="3005" y="23220"/>
                    <a:pt x="2807" y="23144"/>
                  </a:cubicBezTo>
                  <a:lnTo>
                    <a:pt x="2922" y="22814"/>
                  </a:lnTo>
                  <a:close/>
                  <a:moveTo>
                    <a:pt x="7804" y="22874"/>
                  </a:moveTo>
                  <a:cubicBezTo>
                    <a:pt x="7895" y="22949"/>
                    <a:pt x="7980" y="23030"/>
                    <a:pt x="8060" y="23119"/>
                  </a:cubicBezTo>
                  <a:cubicBezTo>
                    <a:pt x="7995" y="23246"/>
                    <a:pt x="7931" y="23377"/>
                    <a:pt x="7869" y="23511"/>
                  </a:cubicBezTo>
                  <a:cubicBezTo>
                    <a:pt x="7833" y="23447"/>
                    <a:pt x="7791" y="23393"/>
                    <a:pt x="7738" y="23358"/>
                  </a:cubicBezTo>
                  <a:cubicBezTo>
                    <a:pt x="7629" y="23285"/>
                    <a:pt x="7528" y="23231"/>
                    <a:pt x="7432" y="23188"/>
                  </a:cubicBezTo>
                  <a:cubicBezTo>
                    <a:pt x="7560" y="23018"/>
                    <a:pt x="7706" y="22923"/>
                    <a:pt x="7804" y="22874"/>
                  </a:cubicBezTo>
                  <a:close/>
                  <a:moveTo>
                    <a:pt x="10486" y="23429"/>
                  </a:moveTo>
                  <a:lnTo>
                    <a:pt x="10614" y="23823"/>
                  </a:lnTo>
                  <a:cubicBezTo>
                    <a:pt x="10508" y="23829"/>
                    <a:pt x="10396" y="23842"/>
                    <a:pt x="10269" y="23864"/>
                  </a:cubicBezTo>
                  <a:cubicBezTo>
                    <a:pt x="10237" y="23871"/>
                    <a:pt x="10204" y="23881"/>
                    <a:pt x="10170" y="23894"/>
                  </a:cubicBezTo>
                  <a:lnTo>
                    <a:pt x="10155" y="23842"/>
                  </a:lnTo>
                  <a:cubicBezTo>
                    <a:pt x="10270" y="23690"/>
                    <a:pt x="10381" y="23554"/>
                    <a:pt x="10486" y="23429"/>
                  </a:cubicBezTo>
                  <a:close/>
                  <a:moveTo>
                    <a:pt x="9656" y="22402"/>
                  </a:moveTo>
                  <a:lnTo>
                    <a:pt x="9924" y="23360"/>
                  </a:lnTo>
                  <a:cubicBezTo>
                    <a:pt x="9713" y="23589"/>
                    <a:pt x="9502" y="23842"/>
                    <a:pt x="9294" y="24112"/>
                  </a:cubicBezTo>
                  <a:lnTo>
                    <a:pt x="9294" y="24112"/>
                  </a:lnTo>
                  <a:cubicBezTo>
                    <a:pt x="9227" y="23723"/>
                    <a:pt x="9123" y="23434"/>
                    <a:pt x="9011" y="23221"/>
                  </a:cubicBezTo>
                  <a:cubicBezTo>
                    <a:pt x="9293" y="22832"/>
                    <a:pt x="9516" y="22562"/>
                    <a:pt x="9656" y="22402"/>
                  </a:cubicBezTo>
                  <a:close/>
                  <a:moveTo>
                    <a:pt x="4294" y="23237"/>
                  </a:moveTo>
                  <a:cubicBezTo>
                    <a:pt x="4544" y="23237"/>
                    <a:pt x="4992" y="23295"/>
                    <a:pt x="5217" y="23674"/>
                  </a:cubicBezTo>
                  <a:lnTo>
                    <a:pt x="5217" y="23675"/>
                  </a:lnTo>
                  <a:cubicBezTo>
                    <a:pt x="5216" y="23677"/>
                    <a:pt x="5214" y="23678"/>
                    <a:pt x="5213" y="23680"/>
                  </a:cubicBezTo>
                  <a:cubicBezTo>
                    <a:pt x="5085" y="23914"/>
                    <a:pt x="5035" y="24206"/>
                    <a:pt x="5055" y="24546"/>
                  </a:cubicBezTo>
                  <a:cubicBezTo>
                    <a:pt x="5012" y="24507"/>
                    <a:pt x="4969" y="24469"/>
                    <a:pt x="4924" y="24430"/>
                  </a:cubicBezTo>
                  <a:cubicBezTo>
                    <a:pt x="4644" y="24047"/>
                    <a:pt x="4352" y="23676"/>
                    <a:pt x="4057" y="23341"/>
                  </a:cubicBezTo>
                  <a:cubicBezTo>
                    <a:pt x="4091" y="23307"/>
                    <a:pt x="4128" y="23274"/>
                    <a:pt x="4168" y="23242"/>
                  </a:cubicBezTo>
                  <a:cubicBezTo>
                    <a:pt x="4199" y="23239"/>
                    <a:pt x="4242" y="23237"/>
                    <a:pt x="4294" y="23237"/>
                  </a:cubicBezTo>
                  <a:close/>
                  <a:moveTo>
                    <a:pt x="2675" y="23525"/>
                  </a:moveTo>
                  <a:cubicBezTo>
                    <a:pt x="2816" y="23609"/>
                    <a:pt x="2964" y="23699"/>
                    <a:pt x="3114" y="23797"/>
                  </a:cubicBezTo>
                  <a:cubicBezTo>
                    <a:pt x="3084" y="23886"/>
                    <a:pt x="3062" y="23984"/>
                    <a:pt x="3058" y="24093"/>
                  </a:cubicBezTo>
                  <a:cubicBezTo>
                    <a:pt x="3052" y="24219"/>
                    <a:pt x="3068" y="24352"/>
                    <a:pt x="3107" y="24491"/>
                  </a:cubicBezTo>
                  <a:lnTo>
                    <a:pt x="2899" y="24754"/>
                  </a:lnTo>
                  <a:cubicBezTo>
                    <a:pt x="2702" y="24703"/>
                    <a:pt x="2498" y="24662"/>
                    <a:pt x="2289" y="24633"/>
                  </a:cubicBezTo>
                  <a:lnTo>
                    <a:pt x="2675" y="23525"/>
                  </a:lnTo>
                  <a:close/>
                  <a:moveTo>
                    <a:pt x="3142" y="24596"/>
                  </a:moveTo>
                  <a:cubicBezTo>
                    <a:pt x="3172" y="24681"/>
                    <a:pt x="3209" y="24767"/>
                    <a:pt x="3254" y="24857"/>
                  </a:cubicBezTo>
                  <a:cubicBezTo>
                    <a:pt x="3170" y="24829"/>
                    <a:pt x="3084" y="24804"/>
                    <a:pt x="2997" y="24779"/>
                  </a:cubicBezTo>
                  <a:lnTo>
                    <a:pt x="3142" y="24596"/>
                  </a:lnTo>
                  <a:close/>
                  <a:moveTo>
                    <a:pt x="3638" y="24160"/>
                  </a:moveTo>
                  <a:cubicBezTo>
                    <a:pt x="3901" y="24354"/>
                    <a:pt x="4163" y="24568"/>
                    <a:pt x="4413" y="24802"/>
                  </a:cubicBezTo>
                  <a:cubicBezTo>
                    <a:pt x="4317" y="24831"/>
                    <a:pt x="4160" y="24884"/>
                    <a:pt x="3901" y="24978"/>
                  </a:cubicBezTo>
                  <a:lnTo>
                    <a:pt x="3658" y="24657"/>
                  </a:lnTo>
                  <a:cubicBezTo>
                    <a:pt x="3623" y="24464"/>
                    <a:pt x="3622" y="24299"/>
                    <a:pt x="3638" y="24160"/>
                  </a:cubicBezTo>
                  <a:close/>
                  <a:moveTo>
                    <a:pt x="5530" y="24401"/>
                  </a:moveTo>
                  <a:cubicBezTo>
                    <a:pt x="5568" y="24506"/>
                    <a:pt x="5608" y="24618"/>
                    <a:pt x="5649" y="24734"/>
                  </a:cubicBezTo>
                  <a:cubicBezTo>
                    <a:pt x="5643" y="24831"/>
                    <a:pt x="5639" y="24925"/>
                    <a:pt x="5635" y="25017"/>
                  </a:cubicBezTo>
                  <a:cubicBezTo>
                    <a:pt x="5574" y="24942"/>
                    <a:pt x="5509" y="24882"/>
                    <a:pt x="5443" y="24841"/>
                  </a:cubicBezTo>
                  <a:cubicBezTo>
                    <a:pt x="5458" y="24693"/>
                    <a:pt x="5486" y="24545"/>
                    <a:pt x="5530" y="24401"/>
                  </a:cubicBezTo>
                  <a:close/>
                  <a:moveTo>
                    <a:pt x="3708" y="24877"/>
                  </a:moveTo>
                  <a:lnTo>
                    <a:pt x="3810" y="25011"/>
                  </a:lnTo>
                  <a:cubicBezTo>
                    <a:pt x="3792" y="25017"/>
                    <a:pt x="3775" y="25024"/>
                    <a:pt x="3756" y="25030"/>
                  </a:cubicBezTo>
                  <a:cubicBezTo>
                    <a:pt x="3738" y="24978"/>
                    <a:pt x="3722" y="24926"/>
                    <a:pt x="3708" y="24877"/>
                  </a:cubicBezTo>
                  <a:close/>
                  <a:moveTo>
                    <a:pt x="6654" y="23256"/>
                  </a:moveTo>
                  <a:cubicBezTo>
                    <a:pt x="6687" y="23263"/>
                    <a:pt x="6734" y="23278"/>
                    <a:pt x="6788" y="23298"/>
                  </a:cubicBezTo>
                  <a:cubicBezTo>
                    <a:pt x="6669" y="23708"/>
                    <a:pt x="6600" y="24371"/>
                    <a:pt x="6562" y="25095"/>
                  </a:cubicBezTo>
                  <a:cubicBezTo>
                    <a:pt x="6498" y="24878"/>
                    <a:pt x="6431" y="24658"/>
                    <a:pt x="6361" y="24440"/>
                  </a:cubicBezTo>
                  <a:cubicBezTo>
                    <a:pt x="6389" y="24050"/>
                    <a:pt x="6443" y="23670"/>
                    <a:pt x="6515" y="23305"/>
                  </a:cubicBezTo>
                  <a:cubicBezTo>
                    <a:pt x="6560" y="23287"/>
                    <a:pt x="6605" y="23270"/>
                    <a:pt x="6654" y="23256"/>
                  </a:cubicBezTo>
                  <a:close/>
                  <a:moveTo>
                    <a:pt x="7237" y="23575"/>
                  </a:moveTo>
                  <a:cubicBezTo>
                    <a:pt x="7358" y="23699"/>
                    <a:pt x="7448" y="23864"/>
                    <a:pt x="7449" y="24085"/>
                  </a:cubicBezTo>
                  <a:cubicBezTo>
                    <a:pt x="7454" y="24193"/>
                    <a:pt x="7447" y="24365"/>
                    <a:pt x="7430" y="24572"/>
                  </a:cubicBezTo>
                  <a:cubicBezTo>
                    <a:pt x="7371" y="24733"/>
                    <a:pt x="7314" y="24894"/>
                    <a:pt x="7258" y="25055"/>
                  </a:cubicBezTo>
                  <a:cubicBezTo>
                    <a:pt x="7204" y="25148"/>
                    <a:pt x="7151" y="25240"/>
                    <a:pt x="7100" y="25333"/>
                  </a:cubicBezTo>
                  <a:cubicBezTo>
                    <a:pt x="7114" y="24731"/>
                    <a:pt x="7135" y="24218"/>
                    <a:pt x="7160" y="23958"/>
                  </a:cubicBezTo>
                  <a:cubicBezTo>
                    <a:pt x="7174" y="23812"/>
                    <a:pt x="7202" y="23687"/>
                    <a:pt x="7237" y="23575"/>
                  </a:cubicBezTo>
                  <a:close/>
                  <a:moveTo>
                    <a:pt x="4402" y="25040"/>
                  </a:moveTo>
                  <a:cubicBezTo>
                    <a:pt x="4467" y="25040"/>
                    <a:pt x="4545" y="25044"/>
                    <a:pt x="4630" y="25056"/>
                  </a:cubicBezTo>
                  <a:cubicBezTo>
                    <a:pt x="4758" y="25259"/>
                    <a:pt x="4887" y="25472"/>
                    <a:pt x="5017" y="25695"/>
                  </a:cubicBezTo>
                  <a:cubicBezTo>
                    <a:pt x="4745" y="25520"/>
                    <a:pt x="4440" y="25350"/>
                    <a:pt x="4112" y="25195"/>
                  </a:cubicBezTo>
                  <a:cubicBezTo>
                    <a:pt x="4162" y="25143"/>
                    <a:pt x="4215" y="25093"/>
                    <a:pt x="4274" y="25045"/>
                  </a:cubicBezTo>
                  <a:cubicBezTo>
                    <a:pt x="4306" y="25042"/>
                    <a:pt x="4349" y="25040"/>
                    <a:pt x="4402" y="25040"/>
                  </a:cubicBezTo>
                  <a:close/>
                  <a:moveTo>
                    <a:pt x="8561" y="23875"/>
                  </a:moveTo>
                  <a:cubicBezTo>
                    <a:pt x="8690" y="24140"/>
                    <a:pt x="8794" y="24416"/>
                    <a:pt x="8874" y="24685"/>
                  </a:cubicBezTo>
                  <a:cubicBezTo>
                    <a:pt x="8572" y="25118"/>
                    <a:pt x="8284" y="25569"/>
                    <a:pt x="8021" y="26003"/>
                  </a:cubicBezTo>
                  <a:cubicBezTo>
                    <a:pt x="7936" y="26001"/>
                    <a:pt x="7852" y="25998"/>
                    <a:pt x="7770" y="25997"/>
                  </a:cubicBezTo>
                  <a:cubicBezTo>
                    <a:pt x="7822" y="25746"/>
                    <a:pt x="7871" y="25484"/>
                    <a:pt x="7911" y="25225"/>
                  </a:cubicBezTo>
                  <a:cubicBezTo>
                    <a:pt x="7987" y="24985"/>
                    <a:pt x="8063" y="24756"/>
                    <a:pt x="8142" y="24538"/>
                  </a:cubicBezTo>
                  <a:cubicBezTo>
                    <a:pt x="8287" y="24298"/>
                    <a:pt x="8426" y="24078"/>
                    <a:pt x="8561" y="23875"/>
                  </a:cubicBezTo>
                  <a:close/>
                  <a:moveTo>
                    <a:pt x="9140" y="26006"/>
                  </a:moveTo>
                  <a:cubicBezTo>
                    <a:pt x="9142" y="26021"/>
                    <a:pt x="9143" y="26034"/>
                    <a:pt x="9144" y="26048"/>
                  </a:cubicBezTo>
                  <a:cubicBezTo>
                    <a:pt x="9134" y="26048"/>
                    <a:pt x="9124" y="26046"/>
                    <a:pt x="9114" y="26046"/>
                  </a:cubicBezTo>
                  <a:cubicBezTo>
                    <a:pt x="9123" y="26033"/>
                    <a:pt x="9131" y="26020"/>
                    <a:pt x="9140" y="26007"/>
                  </a:cubicBezTo>
                  <a:lnTo>
                    <a:pt x="9140" y="26006"/>
                  </a:lnTo>
                  <a:close/>
                  <a:moveTo>
                    <a:pt x="10791" y="24365"/>
                  </a:moveTo>
                  <a:lnTo>
                    <a:pt x="11343" y="26060"/>
                  </a:lnTo>
                  <a:lnTo>
                    <a:pt x="11343" y="26060"/>
                  </a:lnTo>
                  <a:lnTo>
                    <a:pt x="10445" y="24499"/>
                  </a:lnTo>
                  <a:cubicBezTo>
                    <a:pt x="10561" y="24440"/>
                    <a:pt x="10678" y="24395"/>
                    <a:pt x="10791" y="24365"/>
                  </a:cubicBezTo>
                  <a:close/>
                  <a:moveTo>
                    <a:pt x="3793" y="25736"/>
                  </a:moveTo>
                  <a:cubicBezTo>
                    <a:pt x="3862" y="25769"/>
                    <a:pt x="3931" y="25802"/>
                    <a:pt x="4002" y="25837"/>
                  </a:cubicBezTo>
                  <a:cubicBezTo>
                    <a:pt x="4050" y="25887"/>
                    <a:pt x="4097" y="25937"/>
                    <a:pt x="4150" y="25988"/>
                  </a:cubicBezTo>
                  <a:cubicBezTo>
                    <a:pt x="4152" y="25992"/>
                    <a:pt x="4155" y="25994"/>
                    <a:pt x="4160" y="25995"/>
                  </a:cubicBezTo>
                  <a:cubicBezTo>
                    <a:pt x="4166" y="25999"/>
                    <a:pt x="4174" y="26002"/>
                    <a:pt x="4182" y="26002"/>
                  </a:cubicBezTo>
                  <a:cubicBezTo>
                    <a:pt x="4194" y="26002"/>
                    <a:pt x="4208" y="25996"/>
                    <a:pt x="4217" y="25986"/>
                  </a:cubicBezTo>
                  <a:cubicBezTo>
                    <a:pt x="4226" y="25977"/>
                    <a:pt x="4228" y="25967"/>
                    <a:pt x="4229" y="25958"/>
                  </a:cubicBezTo>
                  <a:cubicBezTo>
                    <a:pt x="4271" y="25980"/>
                    <a:pt x="4312" y="26005"/>
                    <a:pt x="4354" y="26030"/>
                  </a:cubicBezTo>
                  <a:cubicBezTo>
                    <a:pt x="4144" y="26039"/>
                    <a:pt x="3937" y="26050"/>
                    <a:pt x="3736" y="26062"/>
                  </a:cubicBezTo>
                  <a:cubicBezTo>
                    <a:pt x="3742" y="25965"/>
                    <a:pt x="3754" y="25877"/>
                    <a:pt x="3773" y="25802"/>
                  </a:cubicBezTo>
                  <a:cubicBezTo>
                    <a:pt x="3778" y="25780"/>
                    <a:pt x="3787" y="25759"/>
                    <a:pt x="3793" y="25736"/>
                  </a:cubicBezTo>
                  <a:close/>
                  <a:moveTo>
                    <a:pt x="2097" y="25184"/>
                  </a:moveTo>
                  <a:cubicBezTo>
                    <a:pt x="2224" y="25210"/>
                    <a:pt x="2355" y="25239"/>
                    <a:pt x="2488" y="25272"/>
                  </a:cubicBezTo>
                  <a:lnTo>
                    <a:pt x="1735" y="26226"/>
                  </a:lnTo>
                  <a:lnTo>
                    <a:pt x="1735" y="26226"/>
                  </a:lnTo>
                  <a:lnTo>
                    <a:pt x="2097" y="25184"/>
                  </a:lnTo>
                  <a:close/>
                  <a:moveTo>
                    <a:pt x="2587" y="25298"/>
                  </a:moveTo>
                  <a:cubicBezTo>
                    <a:pt x="2804" y="25356"/>
                    <a:pt x="3029" y="25427"/>
                    <a:pt x="3258" y="25512"/>
                  </a:cubicBezTo>
                  <a:lnTo>
                    <a:pt x="3257" y="25512"/>
                  </a:lnTo>
                  <a:cubicBezTo>
                    <a:pt x="3206" y="25623"/>
                    <a:pt x="3169" y="25750"/>
                    <a:pt x="3165" y="25894"/>
                  </a:cubicBezTo>
                  <a:cubicBezTo>
                    <a:pt x="3161" y="25962"/>
                    <a:pt x="3165" y="26032"/>
                    <a:pt x="3174" y="26102"/>
                  </a:cubicBezTo>
                  <a:cubicBezTo>
                    <a:pt x="2564" y="26153"/>
                    <a:pt x="2062" y="26221"/>
                    <a:pt x="1787" y="26310"/>
                  </a:cubicBezTo>
                  <a:lnTo>
                    <a:pt x="2587" y="25298"/>
                  </a:lnTo>
                  <a:close/>
                  <a:moveTo>
                    <a:pt x="10363" y="24543"/>
                  </a:moveTo>
                  <a:lnTo>
                    <a:pt x="11391" y="26327"/>
                  </a:lnTo>
                  <a:lnTo>
                    <a:pt x="11389" y="26327"/>
                  </a:lnTo>
                  <a:cubicBezTo>
                    <a:pt x="11044" y="26199"/>
                    <a:pt x="10239" y="26111"/>
                    <a:pt x="9304" y="26057"/>
                  </a:cubicBezTo>
                  <a:cubicBezTo>
                    <a:pt x="9318" y="25937"/>
                    <a:pt x="9328" y="25821"/>
                    <a:pt x="9337" y="25709"/>
                  </a:cubicBezTo>
                  <a:cubicBezTo>
                    <a:pt x="9540" y="25407"/>
                    <a:pt x="9713" y="25162"/>
                    <a:pt x="9834" y="25013"/>
                  </a:cubicBezTo>
                  <a:cubicBezTo>
                    <a:pt x="9996" y="24803"/>
                    <a:pt x="10178" y="24652"/>
                    <a:pt x="10363" y="24543"/>
                  </a:cubicBezTo>
                  <a:close/>
                  <a:moveTo>
                    <a:pt x="11305" y="24296"/>
                  </a:moveTo>
                  <a:cubicBezTo>
                    <a:pt x="11428" y="24296"/>
                    <a:pt x="11528" y="24308"/>
                    <a:pt x="11594" y="24321"/>
                  </a:cubicBezTo>
                  <a:cubicBezTo>
                    <a:pt x="11796" y="24601"/>
                    <a:pt x="11908" y="24917"/>
                    <a:pt x="11923" y="25267"/>
                  </a:cubicBezTo>
                  <a:cubicBezTo>
                    <a:pt x="11940" y="25660"/>
                    <a:pt x="11841" y="26227"/>
                    <a:pt x="11414" y="26973"/>
                  </a:cubicBezTo>
                  <a:lnTo>
                    <a:pt x="11574" y="26493"/>
                  </a:lnTo>
                  <a:cubicBezTo>
                    <a:pt x="11580" y="26480"/>
                    <a:pt x="11578" y="26465"/>
                    <a:pt x="11570" y="26453"/>
                  </a:cubicBezTo>
                  <a:cubicBezTo>
                    <a:pt x="11570" y="26452"/>
                    <a:pt x="11569" y="26451"/>
                    <a:pt x="11568" y="26450"/>
                  </a:cubicBezTo>
                  <a:lnTo>
                    <a:pt x="10881" y="24342"/>
                  </a:lnTo>
                  <a:cubicBezTo>
                    <a:pt x="11037" y="24308"/>
                    <a:pt x="11182" y="24296"/>
                    <a:pt x="11305" y="24296"/>
                  </a:cubicBezTo>
                  <a:close/>
                  <a:moveTo>
                    <a:pt x="6679" y="0"/>
                  </a:moveTo>
                  <a:lnTo>
                    <a:pt x="6679" y="10459"/>
                  </a:lnTo>
                  <a:cubicBezTo>
                    <a:pt x="6332" y="10483"/>
                    <a:pt x="6057" y="10770"/>
                    <a:pt x="6057" y="11123"/>
                  </a:cubicBezTo>
                  <a:cubicBezTo>
                    <a:pt x="6057" y="11477"/>
                    <a:pt x="6323" y="11754"/>
                    <a:pt x="6663" y="11786"/>
                  </a:cubicBezTo>
                  <a:lnTo>
                    <a:pt x="3632" y="20491"/>
                  </a:lnTo>
                  <a:cubicBezTo>
                    <a:pt x="2627" y="20000"/>
                    <a:pt x="2053" y="19914"/>
                    <a:pt x="2023" y="19909"/>
                  </a:cubicBezTo>
                  <a:cubicBezTo>
                    <a:pt x="2021" y="19909"/>
                    <a:pt x="2018" y="19909"/>
                    <a:pt x="2016" y="19909"/>
                  </a:cubicBezTo>
                  <a:cubicBezTo>
                    <a:pt x="1995" y="19909"/>
                    <a:pt x="1977" y="19922"/>
                    <a:pt x="1972" y="19943"/>
                  </a:cubicBezTo>
                  <a:cubicBezTo>
                    <a:pt x="1966" y="19966"/>
                    <a:pt x="1977" y="19990"/>
                    <a:pt x="2000" y="19998"/>
                  </a:cubicBezTo>
                  <a:cubicBezTo>
                    <a:pt x="2013" y="20003"/>
                    <a:pt x="2853" y="20333"/>
                    <a:pt x="3558" y="20702"/>
                  </a:cubicBezTo>
                  <a:lnTo>
                    <a:pt x="2990" y="22335"/>
                  </a:lnTo>
                  <a:cubicBezTo>
                    <a:pt x="2726" y="22143"/>
                    <a:pt x="2467" y="22006"/>
                    <a:pt x="2222" y="21946"/>
                  </a:cubicBezTo>
                  <a:cubicBezTo>
                    <a:pt x="1990" y="21889"/>
                    <a:pt x="1776" y="21860"/>
                    <a:pt x="1579" y="21860"/>
                  </a:cubicBezTo>
                  <a:cubicBezTo>
                    <a:pt x="1232" y="21860"/>
                    <a:pt x="939" y="21949"/>
                    <a:pt x="705" y="22127"/>
                  </a:cubicBezTo>
                  <a:cubicBezTo>
                    <a:pt x="158" y="22542"/>
                    <a:pt x="130" y="23280"/>
                    <a:pt x="129" y="23312"/>
                  </a:cubicBezTo>
                  <a:cubicBezTo>
                    <a:pt x="129" y="23335"/>
                    <a:pt x="145" y="23355"/>
                    <a:pt x="168" y="23359"/>
                  </a:cubicBezTo>
                  <a:cubicBezTo>
                    <a:pt x="171" y="23359"/>
                    <a:pt x="174" y="23359"/>
                    <a:pt x="176" y="23359"/>
                  </a:cubicBezTo>
                  <a:cubicBezTo>
                    <a:pt x="196" y="23359"/>
                    <a:pt x="214" y="23346"/>
                    <a:pt x="219" y="23326"/>
                  </a:cubicBezTo>
                  <a:cubicBezTo>
                    <a:pt x="222" y="23319"/>
                    <a:pt x="448" y="22597"/>
                    <a:pt x="1056" y="22303"/>
                  </a:cubicBezTo>
                  <a:cubicBezTo>
                    <a:pt x="1227" y="22221"/>
                    <a:pt x="1412" y="22180"/>
                    <a:pt x="1610" y="22180"/>
                  </a:cubicBezTo>
                  <a:cubicBezTo>
                    <a:pt x="1824" y="22180"/>
                    <a:pt x="2054" y="22228"/>
                    <a:pt x="2297" y="22325"/>
                  </a:cubicBezTo>
                  <a:cubicBezTo>
                    <a:pt x="2429" y="22377"/>
                    <a:pt x="2618" y="22520"/>
                    <a:pt x="2849" y="22741"/>
                  </a:cubicBezTo>
                  <a:lnTo>
                    <a:pt x="2720" y="23112"/>
                  </a:lnTo>
                  <a:cubicBezTo>
                    <a:pt x="2286" y="22950"/>
                    <a:pt x="1820" y="22819"/>
                    <a:pt x="1313" y="22737"/>
                  </a:cubicBezTo>
                  <a:cubicBezTo>
                    <a:pt x="1311" y="22737"/>
                    <a:pt x="1309" y="22736"/>
                    <a:pt x="1306" y="22736"/>
                  </a:cubicBezTo>
                  <a:cubicBezTo>
                    <a:pt x="1286" y="22736"/>
                    <a:pt x="1267" y="22750"/>
                    <a:pt x="1261" y="22770"/>
                  </a:cubicBezTo>
                  <a:cubicBezTo>
                    <a:pt x="1255" y="22794"/>
                    <a:pt x="1267" y="22818"/>
                    <a:pt x="1289" y="22827"/>
                  </a:cubicBezTo>
                  <a:cubicBezTo>
                    <a:pt x="1306" y="22833"/>
                    <a:pt x="1865" y="23057"/>
                    <a:pt x="2592" y="23477"/>
                  </a:cubicBezTo>
                  <a:lnTo>
                    <a:pt x="2195" y="24621"/>
                  </a:lnTo>
                  <a:cubicBezTo>
                    <a:pt x="2018" y="24600"/>
                    <a:pt x="1839" y="24589"/>
                    <a:pt x="1657" y="24589"/>
                  </a:cubicBezTo>
                  <a:cubicBezTo>
                    <a:pt x="1119" y="24589"/>
                    <a:pt x="564" y="24691"/>
                    <a:pt x="30" y="24960"/>
                  </a:cubicBezTo>
                  <a:cubicBezTo>
                    <a:pt x="11" y="24970"/>
                    <a:pt x="1" y="24993"/>
                    <a:pt x="7" y="25015"/>
                  </a:cubicBezTo>
                  <a:cubicBezTo>
                    <a:pt x="13" y="25034"/>
                    <a:pt x="30" y="25048"/>
                    <a:pt x="50" y="25048"/>
                  </a:cubicBezTo>
                  <a:cubicBezTo>
                    <a:pt x="52" y="25048"/>
                    <a:pt x="55" y="25047"/>
                    <a:pt x="57" y="25047"/>
                  </a:cubicBezTo>
                  <a:cubicBezTo>
                    <a:pt x="66" y="25046"/>
                    <a:pt x="245" y="25027"/>
                    <a:pt x="545" y="25027"/>
                  </a:cubicBezTo>
                  <a:cubicBezTo>
                    <a:pt x="894" y="25027"/>
                    <a:pt x="1407" y="25053"/>
                    <a:pt x="2004" y="25166"/>
                  </a:cubicBezTo>
                  <a:lnTo>
                    <a:pt x="1563" y="26436"/>
                  </a:lnTo>
                  <a:lnTo>
                    <a:pt x="1556" y="26454"/>
                  </a:lnTo>
                  <a:cubicBezTo>
                    <a:pt x="1556" y="26455"/>
                    <a:pt x="1557" y="26458"/>
                    <a:pt x="1556" y="26459"/>
                  </a:cubicBezTo>
                  <a:cubicBezTo>
                    <a:pt x="1556" y="26462"/>
                    <a:pt x="1554" y="26465"/>
                    <a:pt x="1554" y="26469"/>
                  </a:cubicBezTo>
                  <a:cubicBezTo>
                    <a:pt x="1554" y="26474"/>
                    <a:pt x="1556" y="26479"/>
                    <a:pt x="1557" y="26483"/>
                  </a:cubicBezTo>
                  <a:cubicBezTo>
                    <a:pt x="1557" y="26485"/>
                    <a:pt x="1557" y="26486"/>
                    <a:pt x="1557" y="26487"/>
                  </a:cubicBezTo>
                  <a:cubicBezTo>
                    <a:pt x="1566" y="26527"/>
                    <a:pt x="1602" y="26556"/>
                    <a:pt x="1627" y="26572"/>
                  </a:cubicBezTo>
                  <a:lnTo>
                    <a:pt x="3064" y="30856"/>
                  </a:lnTo>
                  <a:cubicBezTo>
                    <a:pt x="3104" y="31191"/>
                    <a:pt x="5380" y="31281"/>
                    <a:pt x="6588" y="31281"/>
                  </a:cubicBezTo>
                  <a:cubicBezTo>
                    <a:pt x="7795" y="31281"/>
                    <a:pt x="10070" y="31192"/>
                    <a:pt x="10111" y="30856"/>
                  </a:cubicBezTo>
                  <a:lnTo>
                    <a:pt x="11082" y="27960"/>
                  </a:lnTo>
                  <a:cubicBezTo>
                    <a:pt x="11951" y="27174"/>
                    <a:pt x="12492" y="26442"/>
                    <a:pt x="12659" y="25815"/>
                  </a:cubicBezTo>
                  <a:cubicBezTo>
                    <a:pt x="12881" y="25054"/>
                    <a:pt x="12547" y="24538"/>
                    <a:pt x="12323" y="24433"/>
                  </a:cubicBezTo>
                  <a:cubicBezTo>
                    <a:pt x="11850" y="24164"/>
                    <a:pt x="11600" y="24037"/>
                    <a:pt x="11466" y="23976"/>
                  </a:cubicBezTo>
                  <a:cubicBezTo>
                    <a:pt x="11319" y="23888"/>
                    <a:pt x="11100" y="23815"/>
                    <a:pt x="10773" y="23815"/>
                  </a:cubicBezTo>
                  <a:cubicBezTo>
                    <a:pt x="10752" y="23815"/>
                    <a:pt x="10731" y="23815"/>
                    <a:pt x="10709" y="23816"/>
                  </a:cubicBezTo>
                  <a:lnTo>
                    <a:pt x="10556" y="23347"/>
                  </a:lnTo>
                  <a:cubicBezTo>
                    <a:pt x="10879" y="22978"/>
                    <a:pt x="11144" y="22748"/>
                    <a:pt x="11315" y="22674"/>
                  </a:cubicBezTo>
                  <a:cubicBezTo>
                    <a:pt x="11571" y="22563"/>
                    <a:pt x="11813" y="22508"/>
                    <a:pt x="12040" y="22508"/>
                  </a:cubicBezTo>
                  <a:cubicBezTo>
                    <a:pt x="12222" y="22508"/>
                    <a:pt x="12393" y="22544"/>
                    <a:pt x="12553" y="22615"/>
                  </a:cubicBezTo>
                  <a:cubicBezTo>
                    <a:pt x="13171" y="22888"/>
                    <a:pt x="13420" y="23604"/>
                    <a:pt x="13422" y="23612"/>
                  </a:cubicBezTo>
                  <a:cubicBezTo>
                    <a:pt x="13429" y="23630"/>
                    <a:pt x="13446" y="23643"/>
                    <a:pt x="13465" y="23643"/>
                  </a:cubicBezTo>
                  <a:cubicBezTo>
                    <a:pt x="13468" y="23643"/>
                    <a:pt x="13471" y="23643"/>
                    <a:pt x="13474" y="23642"/>
                  </a:cubicBezTo>
                  <a:cubicBezTo>
                    <a:pt x="13498" y="23638"/>
                    <a:pt x="13514" y="23617"/>
                    <a:pt x="13513" y="23594"/>
                  </a:cubicBezTo>
                  <a:cubicBezTo>
                    <a:pt x="13510" y="23563"/>
                    <a:pt x="13460" y="22825"/>
                    <a:pt x="12901" y="22428"/>
                  </a:cubicBezTo>
                  <a:cubicBezTo>
                    <a:pt x="12675" y="22267"/>
                    <a:pt x="12400" y="22187"/>
                    <a:pt x="12079" y="22187"/>
                  </a:cubicBezTo>
                  <a:cubicBezTo>
                    <a:pt x="11866" y="22187"/>
                    <a:pt x="11632" y="22222"/>
                    <a:pt x="11379" y="22293"/>
                  </a:cubicBezTo>
                  <a:cubicBezTo>
                    <a:pt x="11068" y="22381"/>
                    <a:pt x="10740" y="22591"/>
                    <a:pt x="10406" y="22885"/>
                  </a:cubicBezTo>
                  <a:lnTo>
                    <a:pt x="10148" y="22094"/>
                  </a:lnTo>
                  <a:cubicBezTo>
                    <a:pt x="10836" y="21813"/>
                    <a:pt x="11991" y="21578"/>
                    <a:pt x="12006" y="21575"/>
                  </a:cubicBezTo>
                  <a:cubicBezTo>
                    <a:pt x="12029" y="21571"/>
                    <a:pt x="12045" y="21549"/>
                    <a:pt x="12043" y="21526"/>
                  </a:cubicBezTo>
                  <a:cubicBezTo>
                    <a:pt x="12040" y="21502"/>
                    <a:pt x="12021" y="21484"/>
                    <a:pt x="11999" y="21483"/>
                  </a:cubicBezTo>
                  <a:cubicBezTo>
                    <a:pt x="11997" y="21483"/>
                    <a:pt x="11991" y="21483"/>
                    <a:pt x="11981" y="21483"/>
                  </a:cubicBezTo>
                  <a:cubicBezTo>
                    <a:pt x="11864" y="21483"/>
                    <a:pt x="11221" y="21498"/>
                    <a:pt x="10081" y="21887"/>
                  </a:cubicBezTo>
                  <a:lnTo>
                    <a:pt x="9946" y="21476"/>
                  </a:lnTo>
                  <a:cubicBezTo>
                    <a:pt x="10774" y="21027"/>
                    <a:pt x="12248" y="20521"/>
                    <a:pt x="12267" y="20514"/>
                  </a:cubicBezTo>
                  <a:cubicBezTo>
                    <a:pt x="12289" y="20506"/>
                    <a:pt x="12303" y="20483"/>
                    <a:pt x="12297" y="20460"/>
                  </a:cubicBezTo>
                  <a:cubicBezTo>
                    <a:pt x="12292" y="20438"/>
                    <a:pt x="12273" y="20424"/>
                    <a:pt x="12250" y="20424"/>
                  </a:cubicBezTo>
                  <a:cubicBezTo>
                    <a:pt x="12249" y="20424"/>
                    <a:pt x="12247" y="20424"/>
                    <a:pt x="12245" y="20424"/>
                  </a:cubicBezTo>
                  <a:cubicBezTo>
                    <a:pt x="12235" y="20426"/>
                    <a:pt x="11350" y="20558"/>
                    <a:pt x="9872" y="21249"/>
                  </a:cubicBezTo>
                  <a:lnTo>
                    <a:pt x="6788" y="11786"/>
                  </a:lnTo>
                  <a:cubicBezTo>
                    <a:pt x="7128" y="11755"/>
                    <a:pt x="7395" y="11472"/>
                    <a:pt x="7395" y="11123"/>
                  </a:cubicBezTo>
                  <a:cubicBezTo>
                    <a:pt x="7395" y="10776"/>
                    <a:pt x="7120" y="10483"/>
                    <a:pt x="6772" y="10459"/>
                  </a:cubicBezTo>
                  <a:lnTo>
                    <a:pt x="6772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81" name="Google Shape;4381;p72"/>
            <p:cNvGrpSpPr/>
            <p:nvPr/>
          </p:nvGrpSpPr>
          <p:grpSpPr>
            <a:xfrm>
              <a:off x="2998717" y="324574"/>
              <a:ext cx="644590" cy="1500665"/>
              <a:chOff x="2998717" y="324574"/>
              <a:chExt cx="644590" cy="1500665"/>
            </a:xfrm>
          </p:grpSpPr>
          <p:sp>
            <p:nvSpPr>
              <p:cNvPr id="4382" name="Google Shape;4382;p72"/>
              <p:cNvSpPr/>
              <p:nvPr/>
            </p:nvSpPr>
            <p:spPr>
              <a:xfrm>
                <a:off x="3232649" y="1234941"/>
                <a:ext cx="162833" cy="440355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9165" extrusionOk="0">
                    <a:moveTo>
                      <a:pt x="3388" y="1"/>
                    </a:moveTo>
                    <a:cubicBezTo>
                      <a:pt x="450" y="2238"/>
                      <a:pt x="536" y="7372"/>
                      <a:pt x="1000" y="7913"/>
                    </a:cubicBezTo>
                    <a:cubicBezTo>
                      <a:pt x="1463" y="8455"/>
                      <a:pt x="1994" y="9164"/>
                      <a:pt x="1994" y="9164"/>
                    </a:cubicBezTo>
                    <a:cubicBezTo>
                      <a:pt x="1" y="4585"/>
                      <a:pt x="3388" y="1"/>
                      <a:pt x="33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72"/>
              <p:cNvSpPr/>
              <p:nvPr/>
            </p:nvSpPr>
            <p:spPr>
              <a:xfrm>
                <a:off x="2998717" y="1508176"/>
                <a:ext cx="323840" cy="180707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3761" extrusionOk="0">
                    <a:moveTo>
                      <a:pt x="1611" y="0"/>
                    </a:moveTo>
                    <a:cubicBezTo>
                      <a:pt x="1063" y="0"/>
                      <a:pt x="516" y="107"/>
                      <a:pt x="0" y="366"/>
                    </a:cubicBezTo>
                    <a:cubicBezTo>
                      <a:pt x="0" y="366"/>
                      <a:pt x="196" y="343"/>
                      <a:pt x="528" y="343"/>
                    </a:cubicBezTo>
                    <a:cubicBezTo>
                      <a:pt x="1764" y="343"/>
                      <a:pt x="4883" y="669"/>
                      <a:pt x="6738" y="3761"/>
                    </a:cubicBezTo>
                    <a:lnTo>
                      <a:pt x="6739" y="3761"/>
                    </a:lnTo>
                    <a:cubicBezTo>
                      <a:pt x="6739" y="3761"/>
                      <a:pt x="6458" y="2970"/>
                      <a:pt x="6265" y="2319"/>
                    </a:cubicBezTo>
                    <a:cubicBezTo>
                      <a:pt x="6111" y="1795"/>
                      <a:pt x="3854" y="0"/>
                      <a:pt x="16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72"/>
              <p:cNvSpPr/>
              <p:nvPr/>
            </p:nvSpPr>
            <p:spPr>
              <a:xfrm>
                <a:off x="3059014" y="1419148"/>
                <a:ext cx="268489" cy="267432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66" extrusionOk="0">
                    <a:moveTo>
                      <a:pt x="0" y="1"/>
                    </a:moveTo>
                    <a:cubicBezTo>
                      <a:pt x="0" y="1"/>
                      <a:pt x="5156" y="2020"/>
                      <a:pt x="4705" y="5566"/>
                    </a:cubicBezTo>
                    <a:cubicBezTo>
                      <a:pt x="4705" y="5566"/>
                      <a:pt x="5006" y="4954"/>
                      <a:pt x="5296" y="4469"/>
                    </a:cubicBezTo>
                    <a:cubicBezTo>
                      <a:pt x="5587" y="3985"/>
                      <a:pt x="3856" y="620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72"/>
              <p:cNvSpPr/>
              <p:nvPr/>
            </p:nvSpPr>
            <p:spPr>
              <a:xfrm>
                <a:off x="3304621" y="1470941"/>
                <a:ext cx="253931" cy="285642"/>
              </a:xfrm>
              <a:custGeom>
                <a:avLst/>
                <a:gdLst/>
                <a:ahLst/>
                <a:cxnLst/>
                <a:rect l="l" t="t" r="r" b="b"/>
                <a:pathLst>
                  <a:path w="5285" h="5945" extrusionOk="0">
                    <a:moveTo>
                      <a:pt x="4357" y="0"/>
                    </a:moveTo>
                    <a:cubicBezTo>
                      <a:pt x="4214" y="0"/>
                      <a:pt x="4049" y="15"/>
                      <a:pt x="3860" y="49"/>
                    </a:cubicBezTo>
                    <a:cubicBezTo>
                      <a:pt x="2584" y="305"/>
                      <a:pt x="40" y="5831"/>
                      <a:pt x="1" y="5834"/>
                    </a:cubicBezTo>
                    <a:lnTo>
                      <a:pt x="1" y="5834"/>
                    </a:lnTo>
                    <a:cubicBezTo>
                      <a:pt x="1" y="5834"/>
                      <a:pt x="0" y="5834"/>
                      <a:pt x="0" y="5834"/>
                    </a:cubicBezTo>
                    <a:lnTo>
                      <a:pt x="0" y="5834"/>
                    </a:lnTo>
                    <a:cubicBezTo>
                      <a:pt x="0" y="5834"/>
                      <a:pt x="0" y="5834"/>
                      <a:pt x="1" y="5834"/>
                    </a:cubicBezTo>
                    <a:cubicBezTo>
                      <a:pt x="1" y="5834"/>
                      <a:pt x="1" y="5834"/>
                      <a:pt x="1" y="5834"/>
                    </a:cubicBezTo>
                    <a:lnTo>
                      <a:pt x="1" y="5834"/>
                    </a:lnTo>
                    <a:cubicBezTo>
                      <a:pt x="137" y="5865"/>
                      <a:pt x="270" y="5902"/>
                      <a:pt x="401" y="5944"/>
                    </a:cubicBezTo>
                    <a:cubicBezTo>
                      <a:pt x="861" y="4999"/>
                      <a:pt x="2779" y="1865"/>
                      <a:pt x="3379" y="1125"/>
                    </a:cubicBezTo>
                    <a:cubicBezTo>
                      <a:pt x="3846" y="513"/>
                      <a:pt x="4469" y="390"/>
                      <a:pt x="4872" y="390"/>
                    </a:cubicBezTo>
                    <a:cubicBezTo>
                      <a:pt x="5119" y="390"/>
                      <a:pt x="5284" y="436"/>
                      <a:pt x="5280" y="443"/>
                    </a:cubicBezTo>
                    <a:cubicBezTo>
                      <a:pt x="5280" y="443"/>
                      <a:pt x="5280" y="443"/>
                      <a:pt x="5280" y="443"/>
                    </a:cubicBezTo>
                    <a:cubicBezTo>
                      <a:pt x="5283" y="443"/>
                      <a:pt x="5150" y="0"/>
                      <a:pt x="43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72"/>
              <p:cNvSpPr/>
              <p:nvPr/>
            </p:nvSpPr>
            <p:spPr>
              <a:xfrm>
                <a:off x="3484310" y="1475793"/>
                <a:ext cx="149668" cy="224382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4670" extrusionOk="0">
                    <a:moveTo>
                      <a:pt x="1179" y="0"/>
                    </a:moveTo>
                    <a:cubicBezTo>
                      <a:pt x="1179" y="0"/>
                      <a:pt x="1179" y="0"/>
                      <a:pt x="1179" y="0"/>
                    </a:cubicBezTo>
                    <a:cubicBezTo>
                      <a:pt x="3115" y="1752"/>
                      <a:pt x="0" y="4669"/>
                      <a:pt x="45" y="4669"/>
                    </a:cubicBezTo>
                    <a:cubicBezTo>
                      <a:pt x="45" y="4669"/>
                      <a:pt x="45" y="4669"/>
                      <a:pt x="46" y="4669"/>
                    </a:cubicBezTo>
                    <a:cubicBezTo>
                      <a:pt x="1543" y="3518"/>
                      <a:pt x="2262" y="2571"/>
                      <a:pt x="2457" y="1840"/>
                    </a:cubicBezTo>
                    <a:cubicBezTo>
                      <a:pt x="2668" y="1117"/>
                      <a:pt x="2354" y="611"/>
                      <a:pt x="2142" y="511"/>
                    </a:cubicBezTo>
                    <a:cubicBezTo>
                      <a:pt x="1717" y="270"/>
                      <a:pt x="1182" y="0"/>
                      <a:pt x="11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72"/>
              <p:cNvSpPr/>
              <p:nvPr/>
            </p:nvSpPr>
            <p:spPr>
              <a:xfrm>
                <a:off x="3312885" y="1435387"/>
                <a:ext cx="87879" cy="207902"/>
              </a:xfrm>
              <a:custGeom>
                <a:avLst/>
                <a:gdLst/>
                <a:ahLst/>
                <a:cxnLst/>
                <a:rect l="l" t="t" r="r" b="b"/>
                <a:pathLst>
                  <a:path w="1829" h="4327" extrusionOk="0">
                    <a:moveTo>
                      <a:pt x="338" y="0"/>
                    </a:moveTo>
                    <a:cubicBezTo>
                      <a:pt x="120" y="0"/>
                      <a:pt x="0" y="75"/>
                      <a:pt x="2" y="75"/>
                    </a:cubicBezTo>
                    <a:cubicBezTo>
                      <a:pt x="2" y="75"/>
                      <a:pt x="2" y="75"/>
                      <a:pt x="2" y="75"/>
                    </a:cubicBezTo>
                    <a:cubicBezTo>
                      <a:pt x="2" y="75"/>
                      <a:pt x="3" y="75"/>
                      <a:pt x="5" y="75"/>
                    </a:cubicBezTo>
                    <a:cubicBezTo>
                      <a:pt x="58" y="75"/>
                      <a:pt x="902" y="266"/>
                      <a:pt x="905" y="962"/>
                    </a:cubicBezTo>
                    <a:cubicBezTo>
                      <a:pt x="932" y="1510"/>
                      <a:pt x="636" y="3656"/>
                      <a:pt x="469" y="4270"/>
                    </a:cubicBezTo>
                    <a:cubicBezTo>
                      <a:pt x="576" y="4285"/>
                      <a:pt x="681" y="4305"/>
                      <a:pt x="785" y="4327"/>
                    </a:cubicBezTo>
                    <a:lnTo>
                      <a:pt x="785" y="4327"/>
                    </a:lnTo>
                    <a:cubicBezTo>
                      <a:pt x="762" y="4314"/>
                      <a:pt x="1829" y="768"/>
                      <a:pt x="1122" y="276"/>
                    </a:cubicBezTo>
                    <a:cubicBezTo>
                      <a:pt x="797" y="58"/>
                      <a:pt x="530" y="0"/>
                      <a:pt x="338" y="0"/>
                    </a:cubicBezTo>
                    <a:close/>
                    <a:moveTo>
                      <a:pt x="785" y="4327"/>
                    </a:moveTo>
                    <a:cubicBezTo>
                      <a:pt x="785" y="4327"/>
                      <a:pt x="785" y="4327"/>
                      <a:pt x="785" y="4327"/>
                    </a:cubicBezTo>
                    <a:cubicBezTo>
                      <a:pt x="785" y="4327"/>
                      <a:pt x="785" y="4327"/>
                      <a:pt x="785" y="4327"/>
                    </a:cubicBezTo>
                    <a:cubicBezTo>
                      <a:pt x="785" y="4327"/>
                      <a:pt x="785" y="4327"/>
                      <a:pt x="785" y="4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72"/>
              <p:cNvSpPr/>
              <p:nvPr/>
            </p:nvSpPr>
            <p:spPr>
              <a:xfrm>
                <a:off x="3230487" y="1434907"/>
                <a:ext cx="101957" cy="130833"/>
              </a:xfrm>
              <a:custGeom>
                <a:avLst/>
                <a:gdLst/>
                <a:ahLst/>
                <a:cxnLst/>
                <a:rect l="l" t="t" r="r" b="b"/>
                <a:pathLst>
                  <a:path w="2122" h="2723" extrusionOk="0">
                    <a:moveTo>
                      <a:pt x="1341" y="1"/>
                    </a:moveTo>
                    <a:cubicBezTo>
                      <a:pt x="1307" y="1"/>
                      <a:pt x="1274" y="1"/>
                      <a:pt x="1241" y="1"/>
                    </a:cubicBezTo>
                    <a:cubicBezTo>
                      <a:pt x="1237" y="1"/>
                      <a:pt x="1232" y="1"/>
                      <a:pt x="1228" y="1"/>
                    </a:cubicBezTo>
                    <a:cubicBezTo>
                      <a:pt x="1033" y="1"/>
                      <a:pt x="594" y="172"/>
                      <a:pt x="379" y="593"/>
                    </a:cubicBezTo>
                    <a:cubicBezTo>
                      <a:pt x="146" y="1021"/>
                      <a:pt x="147" y="1710"/>
                      <a:pt x="555" y="2721"/>
                    </a:cubicBezTo>
                    <a:cubicBezTo>
                      <a:pt x="556" y="2722"/>
                      <a:pt x="556" y="2722"/>
                      <a:pt x="556" y="2722"/>
                    </a:cubicBezTo>
                    <a:cubicBezTo>
                      <a:pt x="582" y="2722"/>
                      <a:pt x="0" y="360"/>
                      <a:pt x="2121" y="13"/>
                    </a:cubicBezTo>
                    <a:cubicBezTo>
                      <a:pt x="2121" y="11"/>
                      <a:pt x="1714" y="1"/>
                      <a:pt x="13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72"/>
              <p:cNvSpPr/>
              <p:nvPr/>
            </p:nvSpPr>
            <p:spPr>
              <a:xfrm>
                <a:off x="3234427" y="1436396"/>
                <a:ext cx="65777" cy="98401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048" extrusionOk="0">
                    <a:moveTo>
                      <a:pt x="1317" y="0"/>
                    </a:moveTo>
                    <a:cubicBezTo>
                      <a:pt x="1237" y="0"/>
                      <a:pt x="1074" y="86"/>
                      <a:pt x="1037" y="107"/>
                    </a:cubicBezTo>
                    <a:cubicBezTo>
                      <a:pt x="715" y="282"/>
                      <a:pt x="0" y="818"/>
                      <a:pt x="293" y="2016"/>
                    </a:cubicBezTo>
                    <a:cubicBezTo>
                      <a:pt x="297" y="2035"/>
                      <a:pt x="314" y="2047"/>
                      <a:pt x="333" y="2047"/>
                    </a:cubicBezTo>
                    <a:cubicBezTo>
                      <a:pt x="337" y="2047"/>
                      <a:pt x="339" y="2046"/>
                      <a:pt x="342" y="2046"/>
                    </a:cubicBezTo>
                    <a:cubicBezTo>
                      <a:pt x="365" y="2041"/>
                      <a:pt x="378" y="2018"/>
                      <a:pt x="372" y="1997"/>
                    </a:cubicBezTo>
                    <a:cubicBezTo>
                      <a:pt x="237" y="1441"/>
                      <a:pt x="307" y="971"/>
                      <a:pt x="584" y="600"/>
                    </a:cubicBezTo>
                    <a:cubicBezTo>
                      <a:pt x="866" y="222"/>
                      <a:pt x="1264" y="88"/>
                      <a:pt x="1316" y="80"/>
                    </a:cubicBezTo>
                    <a:cubicBezTo>
                      <a:pt x="1318" y="80"/>
                      <a:pt x="1319" y="80"/>
                      <a:pt x="1321" y="80"/>
                    </a:cubicBezTo>
                    <a:cubicBezTo>
                      <a:pt x="1332" y="80"/>
                      <a:pt x="1343" y="77"/>
                      <a:pt x="1352" y="69"/>
                    </a:cubicBezTo>
                    <a:cubicBezTo>
                      <a:pt x="1367" y="53"/>
                      <a:pt x="1368" y="27"/>
                      <a:pt x="1353" y="12"/>
                    </a:cubicBezTo>
                    <a:cubicBezTo>
                      <a:pt x="1345" y="4"/>
                      <a:pt x="1333" y="0"/>
                      <a:pt x="13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72"/>
              <p:cNvSpPr/>
              <p:nvPr/>
            </p:nvSpPr>
            <p:spPr>
              <a:xfrm>
                <a:off x="3192916" y="1428132"/>
                <a:ext cx="122185" cy="185656"/>
              </a:xfrm>
              <a:custGeom>
                <a:avLst/>
                <a:gdLst/>
                <a:ahLst/>
                <a:cxnLst/>
                <a:rect l="l" t="t" r="r" b="b"/>
                <a:pathLst>
                  <a:path w="2543" h="3864" extrusionOk="0">
                    <a:moveTo>
                      <a:pt x="2543" y="3812"/>
                    </a:moveTo>
                    <a:lnTo>
                      <a:pt x="2543" y="3812"/>
                    </a:lnTo>
                    <a:cubicBezTo>
                      <a:pt x="2543" y="3812"/>
                      <a:pt x="2543" y="3812"/>
                      <a:pt x="2543" y="3812"/>
                    </a:cubicBezTo>
                    <a:lnTo>
                      <a:pt x="2543" y="3812"/>
                    </a:lnTo>
                    <a:cubicBezTo>
                      <a:pt x="2543" y="3812"/>
                      <a:pt x="2543" y="3812"/>
                      <a:pt x="2543" y="3812"/>
                    </a:cubicBezTo>
                    <a:cubicBezTo>
                      <a:pt x="2543" y="3812"/>
                      <a:pt x="2543" y="3812"/>
                      <a:pt x="2543" y="3812"/>
                    </a:cubicBezTo>
                    <a:close/>
                    <a:moveTo>
                      <a:pt x="659" y="1"/>
                    </a:moveTo>
                    <a:cubicBezTo>
                      <a:pt x="171" y="1"/>
                      <a:pt x="0" y="237"/>
                      <a:pt x="3" y="237"/>
                    </a:cubicBezTo>
                    <a:cubicBezTo>
                      <a:pt x="3" y="237"/>
                      <a:pt x="3" y="237"/>
                      <a:pt x="3" y="237"/>
                    </a:cubicBezTo>
                    <a:cubicBezTo>
                      <a:pt x="1" y="234"/>
                      <a:pt x="83" y="219"/>
                      <a:pt x="206" y="219"/>
                    </a:cubicBezTo>
                    <a:cubicBezTo>
                      <a:pt x="487" y="219"/>
                      <a:pt x="983" y="294"/>
                      <a:pt x="1201" y="744"/>
                    </a:cubicBezTo>
                    <a:cubicBezTo>
                      <a:pt x="1462" y="1229"/>
                      <a:pt x="2119" y="3257"/>
                      <a:pt x="2231" y="3864"/>
                    </a:cubicBezTo>
                    <a:cubicBezTo>
                      <a:pt x="2334" y="3843"/>
                      <a:pt x="2437" y="3826"/>
                      <a:pt x="2543" y="3812"/>
                    </a:cubicBezTo>
                    <a:lnTo>
                      <a:pt x="2543" y="3812"/>
                    </a:lnTo>
                    <a:cubicBezTo>
                      <a:pt x="2514" y="3808"/>
                      <a:pt x="1952" y="270"/>
                      <a:pt x="1102" y="56"/>
                    </a:cubicBezTo>
                    <a:cubicBezTo>
                      <a:pt x="932" y="16"/>
                      <a:pt x="785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72"/>
              <p:cNvSpPr/>
              <p:nvPr/>
            </p:nvSpPr>
            <p:spPr>
              <a:xfrm>
                <a:off x="3123971" y="1430102"/>
                <a:ext cx="85140" cy="141500"/>
              </a:xfrm>
              <a:custGeom>
                <a:avLst/>
                <a:gdLst/>
                <a:ahLst/>
                <a:cxnLst/>
                <a:rect l="l" t="t" r="r" b="b"/>
                <a:pathLst>
                  <a:path w="1772" h="2945" extrusionOk="0">
                    <a:moveTo>
                      <a:pt x="1772" y="0"/>
                    </a:moveTo>
                    <a:cubicBezTo>
                      <a:pt x="1767" y="0"/>
                      <a:pt x="1327" y="144"/>
                      <a:pt x="971" y="275"/>
                    </a:cubicBezTo>
                    <a:cubicBezTo>
                      <a:pt x="797" y="327"/>
                      <a:pt x="460" y="627"/>
                      <a:pt x="446" y="1085"/>
                    </a:cubicBezTo>
                    <a:cubicBezTo>
                      <a:pt x="421" y="1545"/>
                      <a:pt x="719" y="2166"/>
                      <a:pt x="1523" y="2945"/>
                    </a:cubicBezTo>
                    <a:cubicBezTo>
                      <a:pt x="1523" y="2945"/>
                      <a:pt x="1524" y="2945"/>
                      <a:pt x="1524" y="2945"/>
                    </a:cubicBezTo>
                    <a:cubicBezTo>
                      <a:pt x="1554" y="2945"/>
                      <a:pt x="1" y="1000"/>
                      <a:pt x="1772" y="0"/>
                    </a:cubicBezTo>
                    <a:cubicBezTo>
                      <a:pt x="1772" y="0"/>
                      <a:pt x="1772" y="0"/>
                      <a:pt x="17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72"/>
              <p:cNvSpPr/>
              <p:nvPr/>
            </p:nvSpPr>
            <p:spPr>
              <a:xfrm>
                <a:off x="3138433" y="1441777"/>
                <a:ext cx="43003" cy="104359"/>
              </a:xfrm>
              <a:custGeom>
                <a:avLst/>
                <a:gdLst/>
                <a:ahLst/>
                <a:cxnLst/>
                <a:rect l="l" t="t" r="r" b="b"/>
                <a:pathLst>
                  <a:path w="895" h="2172" extrusionOk="0">
                    <a:moveTo>
                      <a:pt x="852" y="1"/>
                    </a:moveTo>
                    <a:cubicBezTo>
                      <a:pt x="773" y="1"/>
                      <a:pt x="603" y="213"/>
                      <a:pt x="601" y="216"/>
                    </a:cubicBezTo>
                    <a:cubicBezTo>
                      <a:pt x="396" y="478"/>
                      <a:pt x="1" y="1189"/>
                      <a:pt x="768" y="2156"/>
                    </a:cubicBezTo>
                    <a:cubicBezTo>
                      <a:pt x="776" y="2166"/>
                      <a:pt x="788" y="2172"/>
                      <a:pt x="801" y="2172"/>
                    </a:cubicBezTo>
                    <a:cubicBezTo>
                      <a:pt x="810" y="2172"/>
                      <a:pt x="819" y="2168"/>
                      <a:pt x="825" y="2163"/>
                    </a:cubicBezTo>
                    <a:cubicBezTo>
                      <a:pt x="843" y="2148"/>
                      <a:pt x="847" y="2122"/>
                      <a:pt x="832" y="2106"/>
                    </a:cubicBezTo>
                    <a:cubicBezTo>
                      <a:pt x="457" y="1633"/>
                      <a:pt x="322" y="1172"/>
                      <a:pt x="432" y="738"/>
                    </a:cubicBezTo>
                    <a:cubicBezTo>
                      <a:pt x="535" y="331"/>
                      <a:pt x="813" y="103"/>
                      <a:pt x="855" y="80"/>
                    </a:cubicBezTo>
                    <a:cubicBezTo>
                      <a:pt x="868" y="79"/>
                      <a:pt x="879" y="70"/>
                      <a:pt x="885" y="58"/>
                    </a:cubicBezTo>
                    <a:cubicBezTo>
                      <a:pt x="895" y="37"/>
                      <a:pt x="886" y="13"/>
                      <a:pt x="866" y="4"/>
                    </a:cubicBezTo>
                    <a:cubicBezTo>
                      <a:pt x="861" y="2"/>
                      <a:pt x="857" y="1"/>
                      <a:pt x="8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72"/>
              <p:cNvSpPr/>
              <p:nvPr/>
            </p:nvSpPr>
            <p:spPr>
              <a:xfrm>
                <a:off x="3302267" y="1308066"/>
                <a:ext cx="282711" cy="387215"/>
              </a:xfrm>
              <a:custGeom>
                <a:avLst/>
                <a:gdLst/>
                <a:ahLst/>
                <a:cxnLst/>
                <a:rect l="l" t="t" r="r" b="b"/>
                <a:pathLst>
                  <a:path w="5884" h="8059" extrusionOk="0">
                    <a:moveTo>
                      <a:pt x="5883" y="0"/>
                    </a:moveTo>
                    <a:cubicBezTo>
                      <a:pt x="5883" y="0"/>
                      <a:pt x="4822" y="148"/>
                      <a:pt x="3041" y="1056"/>
                    </a:cubicBezTo>
                    <a:cubicBezTo>
                      <a:pt x="1259" y="1962"/>
                      <a:pt x="0" y="7958"/>
                      <a:pt x="0" y="7958"/>
                    </a:cubicBezTo>
                    <a:lnTo>
                      <a:pt x="768" y="8058"/>
                    </a:lnTo>
                    <a:cubicBezTo>
                      <a:pt x="1281" y="4182"/>
                      <a:pt x="2699" y="1852"/>
                      <a:pt x="3022" y="1359"/>
                    </a:cubicBezTo>
                    <a:cubicBezTo>
                      <a:pt x="3344" y="868"/>
                      <a:pt x="5883" y="0"/>
                      <a:pt x="58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72"/>
              <p:cNvSpPr/>
              <p:nvPr/>
            </p:nvSpPr>
            <p:spPr>
              <a:xfrm>
                <a:off x="3277283" y="1358899"/>
                <a:ext cx="295396" cy="314807"/>
              </a:xfrm>
              <a:custGeom>
                <a:avLst/>
                <a:gdLst/>
                <a:ahLst/>
                <a:cxnLst/>
                <a:rect l="l" t="t" r="r" b="b"/>
                <a:pathLst>
                  <a:path w="6148" h="6552" extrusionOk="0">
                    <a:moveTo>
                      <a:pt x="6128" y="1"/>
                    </a:moveTo>
                    <a:cubicBezTo>
                      <a:pt x="5999" y="1"/>
                      <a:pt x="5238" y="24"/>
                      <a:pt x="3904" y="524"/>
                    </a:cubicBezTo>
                    <a:cubicBezTo>
                      <a:pt x="2433" y="1076"/>
                      <a:pt x="0" y="6342"/>
                      <a:pt x="0" y="6342"/>
                    </a:cubicBezTo>
                    <a:lnTo>
                      <a:pt x="507" y="6552"/>
                    </a:lnTo>
                    <a:cubicBezTo>
                      <a:pt x="1870" y="3100"/>
                      <a:pt x="3459" y="1197"/>
                      <a:pt x="3811" y="799"/>
                    </a:cubicBezTo>
                    <a:cubicBezTo>
                      <a:pt x="4163" y="400"/>
                      <a:pt x="6148" y="1"/>
                      <a:pt x="6148" y="1"/>
                    </a:cubicBezTo>
                    <a:cubicBezTo>
                      <a:pt x="6148" y="1"/>
                      <a:pt x="6141" y="1"/>
                      <a:pt x="6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72"/>
              <p:cNvSpPr/>
              <p:nvPr/>
            </p:nvSpPr>
            <p:spPr>
              <a:xfrm>
                <a:off x="3318026" y="1392771"/>
                <a:ext cx="325282" cy="313366"/>
              </a:xfrm>
              <a:custGeom>
                <a:avLst/>
                <a:gdLst/>
                <a:ahLst/>
                <a:cxnLst/>
                <a:rect l="l" t="t" r="r" b="b"/>
                <a:pathLst>
                  <a:path w="6770" h="6522" extrusionOk="0">
                    <a:moveTo>
                      <a:pt x="5382" y="0"/>
                    </a:moveTo>
                    <a:cubicBezTo>
                      <a:pt x="5183" y="0"/>
                      <a:pt x="4956" y="32"/>
                      <a:pt x="4696" y="105"/>
                    </a:cubicBezTo>
                    <a:cubicBezTo>
                      <a:pt x="2731" y="656"/>
                      <a:pt x="0" y="6279"/>
                      <a:pt x="0" y="6279"/>
                    </a:cubicBezTo>
                    <a:lnTo>
                      <a:pt x="723" y="6521"/>
                    </a:lnTo>
                    <a:cubicBezTo>
                      <a:pt x="2195" y="2830"/>
                      <a:pt x="4016" y="652"/>
                      <a:pt x="4601" y="399"/>
                    </a:cubicBezTo>
                    <a:cubicBezTo>
                      <a:pt x="4879" y="278"/>
                      <a:pt x="5126" y="228"/>
                      <a:pt x="5344" y="228"/>
                    </a:cubicBezTo>
                    <a:cubicBezTo>
                      <a:pt x="6385" y="228"/>
                      <a:pt x="6770" y="1363"/>
                      <a:pt x="6770" y="1363"/>
                    </a:cubicBezTo>
                    <a:cubicBezTo>
                      <a:pt x="6770" y="1363"/>
                      <a:pt x="6687" y="0"/>
                      <a:pt x="53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72"/>
              <p:cNvSpPr/>
              <p:nvPr/>
            </p:nvSpPr>
            <p:spPr>
              <a:xfrm>
                <a:off x="3004675" y="1377060"/>
                <a:ext cx="332393" cy="306399"/>
              </a:xfrm>
              <a:custGeom>
                <a:avLst/>
                <a:gdLst/>
                <a:ahLst/>
                <a:cxnLst/>
                <a:rect l="l" t="t" r="r" b="b"/>
                <a:pathLst>
                  <a:path w="6918" h="6377" extrusionOk="0">
                    <a:moveTo>
                      <a:pt x="1406" y="0"/>
                    </a:moveTo>
                    <a:cubicBezTo>
                      <a:pt x="42" y="0"/>
                      <a:pt x="1" y="1407"/>
                      <a:pt x="1" y="1407"/>
                    </a:cubicBezTo>
                    <a:cubicBezTo>
                      <a:pt x="1" y="1407"/>
                      <a:pt x="360" y="228"/>
                      <a:pt x="1435" y="228"/>
                    </a:cubicBezTo>
                    <a:cubicBezTo>
                      <a:pt x="1643" y="228"/>
                      <a:pt x="1876" y="272"/>
                      <a:pt x="2139" y="376"/>
                    </a:cubicBezTo>
                    <a:cubicBezTo>
                      <a:pt x="2731" y="611"/>
                      <a:pt x="4618" y="2731"/>
                      <a:pt x="6203" y="6377"/>
                    </a:cubicBezTo>
                    <a:lnTo>
                      <a:pt x="6918" y="6112"/>
                    </a:lnTo>
                    <a:cubicBezTo>
                      <a:pt x="6918" y="6112"/>
                      <a:pt x="4016" y="575"/>
                      <a:pt x="2035" y="85"/>
                    </a:cubicBezTo>
                    <a:cubicBezTo>
                      <a:pt x="1799" y="26"/>
                      <a:pt x="1590" y="0"/>
                      <a:pt x="14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72"/>
              <p:cNvSpPr/>
              <p:nvPr/>
            </p:nvSpPr>
            <p:spPr>
              <a:xfrm>
                <a:off x="3093126" y="1283323"/>
                <a:ext cx="255180" cy="412248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8580" extrusionOk="0">
                    <a:moveTo>
                      <a:pt x="0" y="0"/>
                    </a:moveTo>
                    <a:cubicBezTo>
                      <a:pt x="1" y="0"/>
                      <a:pt x="2215" y="863"/>
                      <a:pt x="2508" y="1387"/>
                    </a:cubicBezTo>
                    <a:cubicBezTo>
                      <a:pt x="2801" y="1911"/>
                      <a:pt x="4094" y="4394"/>
                      <a:pt x="4652" y="8580"/>
                    </a:cubicBezTo>
                    <a:lnTo>
                      <a:pt x="5311" y="8449"/>
                    </a:lnTo>
                    <a:cubicBezTo>
                      <a:pt x="5311" y="8449"/>
                      <a:pt x="4046" y="1988"/>
                      <a:pt x="2483" y="1058"/>
                    </a:cubicBezTo>
                    <a:cubicBezTo>
                      <a:pt x="920" y="129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72"/>
              <p:cNvSpPr/>
              <p:nvPr/>
            </p:nvSpPr>
            <p:spPr>
              <a:xfrm>
                <a:off x="3304285" y="1413382"/>
                <a:ext cx="72023" cy="288958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014" extrusionOk="0">
                    <a:moveTo>
                      <a:pt x="1197" y="0"/>
                    </a:moveTo>
                    <a:cubicBezTo>
                      <a:pt x="1049" y="0"/>
                      <a:pt x="849" y="65"/>
                      <a:pt x="596" y="291"/>
                    </a:cubicBezTo>
                    <a:cubicBezTo>
                      <a:pt x="1" y="822"/>
                      <a:pt x="179" y="6014"/>
                      <a:pt x="179" y="6014"/>
                    </a:cubicBezTo>
                    <a:lnTo>
                      <a:pt x="684" y="6006"/>
                    </a:lnTo>
                    <a:cubicBezTo>
                      <a:pt x="579" y="5115"/>
                      <a:pt x="633" y="2056"/>
                      <a:pt x="703" y="1292"/>
                    </a:cubicBezTo>
                    <a:cubicBezTo>
                      <a:pt x="793" y="306"/>
                      <a:pt x="1499" y="120"/>
                      <a:pt x="1499" y="120"/>
                    </a:cubicBezTo>
                    <a:cubicBezTo>
                      <a:pt x="1499" y="120"/>
                      <a:pt x="1397" y="0"/>
                      <a:pt x="11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72"/>
              <p:cNvSpPr/>
              <p:nvPr/>
            </p:nvSpPr>
            <p:spPr>
              <a:xfrm>
                <a:off x="3361026" y="1412710"/>
                <a:ext cx="98353" cy="179313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3732" extrusionOk="0">
                    <a:moveTo>
                      <a:pt x="709" y="1"/>
                    </a:moveTo>
                    <a:cubicBezTo>
                      <a:pt x="702" y="1"/>
                      <a:pt x="696" y="1"/>
                      <a:pt x="691" y="2"/>
                    </a:cubicBezTo>
                    <a:cubicBezTo>
                      <a:pt x="535" y="15"/>
                      <a:pt x="363" y="18"/>
                      <a:pt x="229" y="18"/>
                    </a:cubicBezTo>
                    <a:cubicBezTo>
                      <a:pt x="95" y="18"/>
                      <a:pt x="1" y="15"/>
                      <a:pt x="1" y="15"/>
                    </a:cubicBezTo>
                    <a:lnTo>
                      <a:pt x="1" y="15"/>
                    </a:lnTo>
                    <a:cubicBezTo>
                      <a:pt x="1533" y="963"/>
                      <a:pt x="1626" y="3731"/>
                      <a:pt x="1626" y="3731"/>
                    </a:cubicBezTo>
                    <a:cubicBezTo>
                      <a:pt x="2046" y="743"/>
                      <a:pt x="1040" y="1"/>
                      <a:pt x="7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72"/>
              <p:cNvSpPr/>
              <p:nvPr/>
            </p:nvSpPr>
            <p:spPr>
              <a:xfrm>
                <a:off x="3198009" y="1514710"/>
                <a:ext cx="122233" cy="185656"/>
              </a:xfrm>
              <a:custGeom>
                <a:avLst/>
                <a:gdLst/>
                <a:ahLst/>
                <a:cxnLst/>
                <a:rect l="l" t="t" r="r" b="b"/>
                <a:pathLst>
                  <a:path w="2544" h="3864" extrusionOk="0">
                    <a:moveTo>
                      <a:pt x="2543" y="3813"/>
                    </a:moveTo>
                    <a:cubicBezTo>
                      <a:pt x="2543" y="3813"/>
                      <a:pt x="2543" y="3813"/>
                      <a:pt x="2543" y="3813"/>
                    </a:cubicBezTo>
                    <a:lnTo>
                      <a:pt x="2543" y="3813"/>
                    </a:lnTo>
                    <a:cubicBezTo>
                      <a:pt x="2543" y="3813"/>
                      <a:pt x="2543" y="3813"/>
                      <a:pt x="2543" y="3813"/>
                    </a:cubicBezTo>
                    <a:cubicBezTo>
                      <a:pt x="2543" y="3813"/>
                      <a:pt x="2543" y="3813"/>
                      <a:pt x="2543" y="3813"/>
                    </a:cubicBezTo>
                    <a:close/>
                    <a:moveTo>
                      <a:pt x="659" y="1"/>
                    </a:moveTo>
                    <a:cubicBezTo>
                      <a:pt x="172" y="1"/>
                      <a:pt x="1" y="238"/>
                      <a:pt x="3" y="238"/>
                    </a:cubicBezTo>
                    <a:cubicBezTo>
                      <a:pt x="3" y="238"/>
                      <a:pt x="3" y="238"/>
                      <a:pt x="3" y="238"/>
                    </a:cubicBezTo>
                    <a:cubicBezTo>
                      <a:pt x="2" y="234"/>
                      <a:pt x="84" y="220"/>
                      <a:pt x="207" y="220"/>
                    </a:cubicBezTo>
                    <a:cubicBezTo>
                      <a:pt x="488" y="220"/>
                      <a:pt x="984" y="295"/>
                      <a:pt x="1201" y="744"/>
                    </a:cubicBezTo>
                    <a:cubicBezTo>
                      <a:pt x="1462" y="1230"/>
                      <a:pt x="2120" y="3257"/>
                      <a:pt x="2233" y="3864"/>
                    </a:cubicBezTo>
                    <a:cubicBezTo>
                      <a:pt x="2335" y="3843"/>
                      <a:pt x="2439" y="3827"/>
                      <a:pt x="2543" y="3813"/>
                    </a:cubicBezTo>
                    <a:lnTo>
                      <a:pt x="2543" y="3813"/>
                    </a:lnTo>
                    <a:cubicBezTo>
                      <a:pt x="2516" y="3809"/>
                      <a:pt x="1952" y="271"/>
                      <a:pt x="1102" y="57"/>
                    </a:cubicBezTo>
                    <a:cubicBezTo>
                      <a:pt x="932" y="17"/>
                      <a:pt x="785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72"/>
              <p:cNvSpPr/>
              <p:nvPr/>
            </p:nvSpPr>
            <p:spPr>
              <a:xfrm>
                <a:off x="3129064" y="1516680"/>
                <a:ext cx="85236" cy="141548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2946" extrusionOk="0">
                    <a:moveTo>
                      <a:pt x="1773" y="1"/>
                    </a:moveTo>
                    <a:cubicBezTo>
                      <a:pt x="1769" y="1"/>
                      <a:pt x="1328" y="144"/>
                      <a:pt x="972" y="274"/>
                    </a:cubicBezTo>
                    <a:cubicBezTo>
                      <a:pt x="799" y="327"/>
                      <a:pt x="461" y="627"/>
                      <a:pt x="448" y="1084"/>
                    </a:cubicBezTo>
                    <a:cubicBezTo>
                      <a:pt x="421" y="1546"/>
                      <a:pt x="719" y="2166"/>
                      <a:pt x="1525" y="2945"/>
                    </a:cubicBezTo>
                    <a:cubicBezTo>
                      <a:pt x="1525" y="2945"/>
                      <a:pt x="1525" y="2946"/>
                      <a:pt x="1525" y="2946"/>
                    </a:cubicBezTo>
                    <a:cubicBezTo>
                      <a:pt x="1555" y="2946"/>
                      <a:pt x="1" y="1000"/>
                      <a:pt x="1773" y="1"/>
                    </a:cubicBezTo>
                    <a:cubicBezTo>
                      <a:pt x="1773" y="1"/>
                      <a:pt x="1773" y="1"/>
                      <a:pt x="17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72"/>
              <p:cNvSpPr/>
              <p:nvPr/>
            </p:nvSpPr>
            <p:spPr>
              <a:xfrm>
                <a:off x="3143622" y="1528355"/>
                <a:ext cx="42954" cy="104407"/>
              </a:xfrm>
              <a:custGeom>
                <a:avLst/>
                <a:gdLst/>
                <a:ahLst/>
                <a:cxnLst/>
                <a:rect l="l" t="t" r="r" b="b"/>
                <a:pathLst>
                  <a:path w="894" h="2173" extrusionOk="0">
                    <a:moveTo>
                      <a:pt x="850" y="1"/>
                    </a:moveTo>
                    <a:cubicBezTo>
                      <a:pt x="773" y="1"/>
                      <a:pt x="603" y="214"/>
                      <a:pt x="601" y="216"/>
                    </a:cubicBezTo>
                    <a:cubicBezTo>
                      <a:pt x="396" y="477"/>
                      <a:pt x="0" y="1190"/>
                      <a:pt x="768" y="2157"/>
                    </a:cubicBezTo>
                    <a:cubicBezTo>
                      <a:pt x="776" y="2167"/>
                      <a:pt x="787" y="2172"/>
                      <a:pt x="799" y="2172"/>
                    </a:cubicBezTo>
                    <a:lnTo>
                      <a:pt x="799" y="2171"/>
                    </a:lnTo>
                    <a:cubicBezTo>
                      <a:pt x="808" y="2171"/>
                      <a:pt x="817" y="2169"/>
                      <a:pt x="825" y="2162"/>
                    </a:cubicBezTo>
                    <a:cubicBezTo>
                      <a:pt x="842" y="2149"/>
                      <a:pt x="845" y="2123"/>
                      <a:pt x="831" y="2105"/>
                    </a:cubicBezTo>
                    <a:cubicBezTo>
                      <a:pt x="456" y="1632"/>
                      <a:pt x="321" y="1173"/>
                      <a:pt x="432" y="737"/>
                    </a:cubicBezTo>
                    <a:cubicBezTo>
                      <a:pt x="534" y="330"/>
                      <a:pt x="812" y="104"/>
                      <a:pt x="854" y="81"/>
                    </a:cubicBezTo>
                    <a:cubicBezTo>
                      <a:pt x="866" y="78"/>
                      <a:pt x="879" y="71"/>
                      <a:pt x="884" y="57"/>
                    </a:cubicBezTo>
                    <a:cubicBezTo>
                      <a:pt x="893" y="37"/>
                      <a:pt x="884" y="13"/>
                      <a:pt x="864" y="3"/>
                    </a:cubicBezTo>
                    <a:cubicBezTo>
                      <a:pt x="860" y="1"/>
                      <a:pt x="855" y="1"/>
                      <a:pt x="8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72"/>
              <p:cNvSpPr/>
              <p:nvPr/>
            </p:nvSpPr>
            <p:spPr>
              <a:xfrm>
                <a:off x="3289439" y="829052"/>
                <a:ext cx="59915" cy="59915"/>
              </a:xfrm>
              <a:custGeom>
                <a:avLst/>
                <a:gdLst/>
                <a:ahLst/>
                <a:cxnLst/>
                <a:rect l="l" t="t" r="r" b="b"/>
                <a:pathLst>
                  <a:path w="1247" h="1247" fill="none" extrusionOk="0">
                    <a:moveTo>
                      <a:pt x="1246" y="623"/>
                    </a:moveTo>
                    <a:cubicBezTo>
                      <a:pt x="1246" y="967"/>
                      <a:pt x="967" y="1246"/>
                      <a:pt x="623" y="1246"/>
                    </a:cubicBezTo>
                    <a:cubicBezTo>
                      <a:pt x="279" y="1246"/>
                      <a:pt x="0" y="967"/>
                      <a:pt x="0" y="623"/>
                    </a:cubicBezTo>
                    <a:cubicBezTo>
                      <a:pt x="0" y="279"/>
                      <a:pt x="279" y="0"/>
                      <a:pt x="623" y="0"/>
                    </a:cubicBezTo>
                    <a:cubicBezTo>
                      <a:pt x="967" y="0"/>
                      <a:pt x="1246" y="279"/>
                      <a:pt x="1246" y="62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72"/>
              <p:cNvSpPr/>
              <p:nvPr/>
            </p:nvSpPr>
            <p:spPr>
              <a:xfrm>
                <a:off x="3319371" y="324574"/>
                <a:ext cx="48" cy="504547"/>
              </a:xfrm>
              <a:custGeom>
                <a:avLst/>
                <a:gdLst/>
                <a:ahLst/>
                <a:cxnLst/>
                <a:rect l="l" t="t" r="r" b="b"/>
                <a:pathLst>
                  <a:path w="1" h="10501" extrusionOk="0">
                    <a:moveTo>
                      <a:pt x="0" y="1050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72"/>
              <p:cNvSpPr/>
              <p:nvPr/>
            </p:nvSpPr>
            <p:spPr>
              <a:xfrm>
                <a:off x="3319371" y="324574"/>
                <a:ext cx="48" cy="504547"/>
              </a:xfrm>
              <a:custGeom>
                <a:avLst/>
                <a:gdLst/>
                <a:ahLst/>
                <a:cxnLst/>
                <a:rect l="l" t="t" r="r" b="b"/>
                <a:pathLst>
                  <a:path w="1" h="10501" fill="none" extrusionOk="0">
                    <a:moveTo>
                      <a:pt x="0" y="10500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72"/>
              <p:cNvSpPr/>
              <p:nvPr/>
            </p:nvSpPr>
            <p:spPr>
              <a:xfrm>
                <a:off x="3312741" y="1706556"/>
                <a:ext cx="6679" cy="118677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470" extrusionOk="0">
                    <a:moveTo>
                      <a:pt x="138" y="0"/>
                    </a:moveTo>
                    <a:lnTo>
                      <a:pt x="1" y="2470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72"/>
              <p:cNvSpPr/>
              <p:nvPr/>
            </p:nvSpPr>
            <p:spPr>
              <a:xfrm>
                <a:off x="3073139" y="888917"/>
                <a:ext cx="476968" cy="707403"/>
              </a:xfrm>
              <a:custGeom>
                <a:avLst/>
                <a:gdLst/>
                <a:ahLst/>
                <a:cxnLst/>
                <a:rect l="l" t="t" r="r" b="b"/>
                <a:pathLst>
                  <a:path w="9927" h="14723" fill="none" extrusionOk="0">
                    <a:moveTo>
                      <a:pt x="1722" y="12547"/>
                    </a:moveTo>
                    <a:lnTo>
                      <a:pt x="1" y="14723"/>
                    </a:lnTo>
                    <a:lnTo>
                      <a:pt x="5125" y="0"/>
                    </a:lnTo>
                    <a:lnTo>
                      <a:pt x="9926" y="14723"/>
                    </a:lnTo>
                    <a:lnTo>
                      <a:pt x="8596" y="12414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72"/>
              <p:cNvSpPr/>
              <p:nvPr/>
            </p:nvSpPr>
            <p:spPr>
              <a:xfrm>
                <a:off x="3073139" y="1575104"/>
                <a:ext cx="477160" cy="250135"/>
              </a:xfrm>
              <a:custGeom>
                <a:avLst/>
                <a:gdLst/>
                <a:ahLst/>
                <a:cxnLst/>
                <a:rect l="l" t="t" r="r" b="b"/>
                <a:pathLst>
                  <a:path w="9931" h="5206" extrusionOk="0">
                    <a:moveTo>
                      <a:pt x="4963" y="1"/>
                    </a:moveTo>
                    <a:cubicBezTo>
                      <a:pt x="2222" y="1"/>
                      <a:pt x="1" y="198"/>
                      <a:pt x="1" y="441"/>
                    </a:cubicBezTo>
                    <a:cubicBezTo>
                      <a:pt x="1" y="466"/>
                      <a:pt x="23" y="489"/>
                      <a:pt x="66" y="511"/>
                    </a:cubicBezTo>
                    <a:lnTo>
                      <a:pt x="1510" y="4818"/>
                    </a:lnTo>
                    <a:cubicBezTo>
                      <a:pt x="1510" y="5032"/>
                      <a:pt x="3067" y="5206"/>
                      <a:pt x="4988" y="5206"/>
                    </a:cubicBezTo>
                    <a:cubicBezTo>
                      <a:pt x="6909" y="5206"/>
                      <a:pt x="8466" y="5032"/>
                      <a:pt x="8466" y="4818"/>
                    </a:cubicBezTo>
                    <a:lnTo>
                      <a:pt x="9931" y="451"/>
                    </a:lnTo>
                    <a:lnTo>
                      <a:pt x="9923" y="451"/>
                    </a:lnTo>
                    <a:cubicBezTo>
                      <a:pt x="9924" y="448"/>
                      <a:pt x="9925" y="444"/>
                      <a:pt x="9925" y="441"/>
                    </a:cubicBezTo>
                    <a:cubicBezTo>
                      <a:pt x="9925" y="198"/>
                      <a:pt x="7703" y="1"/>
                      <a:pt x="49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72"/>
              <p:cNvSpPr/>
              <p:nvPr/>
            </p:nvSpPr>
            <p:spPr>
              <a:xfrm>
                <a:off x="3128151" y="1663700"/>
                <a:ext cx="399707" cy="161536"/>
              </a:xfrm>
              <a:custGeom>
                <a:avLst/>
                <a:gdLst/>
                <a:ahLst/>
                <a:cxnLst/>
                <a:rect l="l" t="t" r="r" b="b"/>
                <a:pathLst>
                  <a:path w="8319" h="3362" extrusionOk="0">
                    <a:moveTo>
                      <a:pt x="4849" y="1449"/>
                    </a:moveTo>
                    <a:cubicBezTo>
                      <a:pt x="3025" y="1950"/>
                      <a:pt x="1346" y="1993"/>
                      <a:pt x="1" y="1887"/>
                    </a:cubicBezTo>
                    <a:lnTo>
                      <a:pt x="365" y="2974"/>
                    </a:lnTo>
                    <a:cubicBezTo>
                      <a:pt x="365" y="3188"/>
                      <a:pt x="1922" y="3362"/>
                      <a:pt x="3843" y="3362"/>
                    </a:cubicBezTo>
                    <a:cubicBezTo>
                      <a:pt x="5764" y="3362"/>
                      <a:pt x="7321" y="3188"/>
                      <a:pt x="7321" y="2974"/>
                    </a:cubicBezTo>
                    <a:lnTo>
                      <a:pt x="8318" y="1"/>
                    </a:lnTo>
                    <a:cubicBezTo>
                      <a:pt x="7448" y="466"/>
                      <a:pt x="6315" y="1046"/>
                      <a:pt x="4849" y="144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72"/>
              <p:cNvSpPr/>
              <p:nvPr/>
            </p:nvSpPr>
            <p:spPr>
              <a:xfrm>
                <a:off x="3073139" y="1575104"/>
                <a:ext cx="477160" cy="250135"/>
              </a:xfrm>
              <a:custGeom>
                <a:avLst/>
                <a:gdLst/>
                <a:ahLst/>
                <a:cxnLst/>
                <a:rect l="l" t="t" r="r" b="b"/>
                <a:pathLst>
                  <a:path w="9931" h="5206" extrusionOk="0">
                    <a:moveTo>
                      <a:pt x="4963" y="1"/>
                    </a:moveTo>
                    <a:cubicBezTo>
                      <a:pt x="2222" y="1"/>
                      <a:pt x="1" y="198"/>
                      <a:pt x="1" y="441"/>
                    </a:cubicBezTo>
                    <a:cubicBezTo>
                      <a:pt x="1" y="466"/>
                      <a:pt x="23" y="489"/>
                      <a:pt x="66" y="511"/>
                    </a:cubicBezTo>
                    <a:lnTo>
                      <a:pt x="1510" y="4818"/>
                    </a:lnTo>
                    <a:cubicBezTo>
                      <a:pt x="1510" y="5032"/>
                      <a:pt x="3067" y="5206"/>
                      <a:pt x="4988" y="5206"/>
                    </a:cubicBezTo>
                    <a:cubicBezTo>
                      <a:pt x="6909" y="5206"/>
                      <a:pt x="8466" y="5032"/>
                      <a:pt x="8466" y="4818"/>
                    </a:cubicBezTo>
                    <a:lnTo>
                      <a:pt x="9931" y="451"/>
                    </a:lnTo>
                    <a:lnTo>
                      <a:pt x="9923" y="451"/>
                    </a:lnTo>
                    <a:cubicBezTo>
                      <a:pt x="9924" y="448"/>
                      <a:pt x="9925" y="444"/>
                      <a:pt x="9925" y="441"/>
                    </a:cubicBezTo>
                    <a:cubicBezTo>
                      <a:pt x="9925" y="198"/>
                      <a:pt x="7703" y="1"/>
                      <a:pt x="4963" y="1"/>
                    </a:cubicBezTo>
                    <a:close/>
                  </a:path>
                </a:pathLst>
              </a:custGeom>
              <a:solidFill>
                <a:schemeClr val="accent1">
                  <a:alpha val="4702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72"/>
              <p:cNvSpPr/>
              <p:nvPr/>
            </p:nvSpPr>
            <p:spPr>
              <a:xfrm>
                <a:off x="3312741" y="1706556"/>
                <a:ext cx="6679" cy="118677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470" fill="none" extrusionOk="0">
                    <a:moveTo>
                      <a:pt x="138" y="0"/>
                    </a:moveTo>
                    <a:lnTo>
                      <a:pt x="1" y="247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72"/>
              <p:cNvSpPr/>
              <p:nvPr/>
            </p:nvSpPr>
            <p:spPr>
              <a:xfrm>
                <a:off x="3155825" y="888917"/>
                <a:ext cx="330375" cy="817720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7019" fill="none" extrusionOk="0">
                    <a:moveTo>
                      <a:pt x="6875" y="12414"/>
                    </a:moveTo>
                    <a:lnTo>
                      <a:pt x="3404" y="0"/>
                    </a:lnTo>
                    <a:lnTo>
                      <a:pt x="1" y="12547"/>
                    </a:lnTo>
                    <a:lnTo>
                      <a:pt x="3404" y="170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13" name="Google Shape;4413;p72"/>
          <p:cNvGrpSpPr/>
          <p:nvPr/>
        </p:nvGrpSpPr>
        <p:grpSpPr>
          <a:xfrm flipH="1">
            <a:off x="2001186" y="2649049"/>
            <a:ext cx="609921" cy="865573"/>
            <a:chOff x="1011226" y="736400"/>
            <a:chExt cx="1351475" cy="1917956"/>
          </a:xfrm>
        </p:grpSpPr>
        <p:sp>
          <p:nvSpPr>
            <p:cNvPr id="4414" name="Google Shape;4414;p72"/>
            <p:cNvSpPr/>
            <p:nvPr/>
          </p:nvSpPr>
          <p:spPr>
            <a:xfrm>
              <a:off x="1011226" y="739481"/>
              <a:ext cx="1055984" cy="1914875"/>
            </a:xfrm>
            <a:custGeom>
              <a:avLst/>
              <a:gdLst/>
              <a:ahLst/>
              <a:cxnLst/>
              <a:rect l="l" t="t" r="r" b="b"/>
              <a:pathLst>
                <a:path w="4799" h="8702" extrusionOk="0">
                  <a:moveTo>
                    <a:pt x="3766" y="2415"/>
                  </a:moveTo>
                  <a:cubicBezTo>
                    <a:pt x="3803" y="2415"/>
                    <a:pt x="3838" y="2427"/>
                    <a:pt x="3867" y="2449"/>
                  </a:cubicBezTo>
                  <a:cubicBezTo>
                    <a:pt x="3902" y="2476"/>
                    <a:pt x="3924" y="2516"/>
                    <a:pt x="3929" y="2559"/>
                  </a:cubicBezTo>
                  <a:cubicBezTo>
                    <a:pt x="3934" y="2603"/>
                    <a:pt x="3923" y="2646"/>
                    <a:pt x="3896" y="2680"/>
                  </a:cubicBezTo>
                  <a:cubicBezTo>
                    <a:pt x="3894" y="2683"/>
                    <a:pt x="3891" y="2684"/>
                    <a:pt x="3888" y="2687"/>
                  </a:cubicBezTo>
                  <a:cubicBezTo>
                    <a:pt x="3822" y="2691"/>
                    <a:pt x="3755" y="2704"/>
                    <a:pt x="3687" y="2723"/>
                  </a:cubicBezTo>
                  <a:cubicBezTo>
                    <a:pt x="3643" y="2698"/>
                    <a:pt x="3609" y="2655"/>
                    <a:pt x="3603" y="2600"/>
                  </a:cubicBezTo>
                  <a:cubicBezTo>
                    <a:pt x="3591" y="2510"/>
                    <a:pt x="3656" y="2428"/>
                    <a:pt x="3746" y="2417"/>
                  </a:cubicBezTo>
                  <a:cubicBezTo>
                    <a:pt x="3753" y="2416"/>
                    <a:pt x="3759" y="2415"/>
                    <a:pt x="3766" y="2415"/>
                  </a:cubicBezTo>
                  <a:close/>
                  <a:moveTo>
                    <a:pt x="2256" y="3552"/>
                  </a:moveTo>
                  <a:cubicBezTo>
                    <a:pt x="2137" y="3907"/>
                    <a:pt x="2142" y="4202"/>
                    <a:pt x="2163" y="4375"/>
                  </a:cubicBezTo>
                  <a:lnTo>
                    <a:pt x="2138" y="4375"/>
                  </a:lnTo>
                  <a:cubicBezTo>
                    <a:pt x="2068" y="4178"/>
                    <a:pt x="1998" y="3950"/>
                    <a:pt x="1943" y="3698"/>
                  </a:cubicBezTo>
                  <a:cubicBezTo>
                    <a:pt x="2057" y="3676"/>
                    <a:pt x="2163" y="3625"/>
                    <a:pt x="2256" y="3552"/>
                  </a:cubicBezTo>
                  <a:close/>
                  <a:moveTo>
                    <a:pt x="2761" y="2786"/>
                  </a:moveTo>
                  <a:cubicBezTo>
                    <a:pt x="2779" y="2811"/>
                    <a:pt x="2798" y="2837"/>
                    <a:pt x="2819" y="2861"/>
                  </a:cubicBezTo>
                  <a:cubicBezTo>
                    <a:pt x="2909" y="2964"/>
                    <a:pt x="3025" y="3038"/>
                    <a:pt x="3153" y="3081"/>
                  </a:cubicBezTo>
                  <a:cubicBezTo>
                    <a:pt x="3002" y="3283"/>
                    <a:pt x="2946" y="3533"/>
                    <a:pt x="3026" y="3764"/>
                  </a:cubicBezTo>
                  <a:cubicBezTo>
                    <a:pt x="3041" y="3806"/>
                    <a:pt x="3061" y="3847"/>
                    <a:pt x="3084" y="3885"/>
                  </a:cubicBezTo>
                  <a:cubicBezTo>
                    <a:pt x="2862" y="4049"/>
                    <a:pt x="2670" y="4220"/>
                    <a:pt x="2513" y="4375"/>
                  </a:cubicBezTo>
                  <a:lnTo>
                    <a:pt x="2218" y="4375"/>
                  </a:lnTo>
                  <a:cubicBezTo>
                    <a:pt x="2195" y="4196"/>
                    <a:pt x="2189" y="3868"/>
                    <a:pt x="2343" y="3474"/>
                  </a:cubicBezTo>
                  <a:cubicBezTo>
                    <a:pt x="2456" y="3356"/>
                    <a:pt x="2541" y="3200"/>
                    <a:pt x="2582" y="3022"/>
                  </a:cubicBezTo>
                  <a:cubicBezTo>
                    <a:pt x="2635" y="2945"/>
                    <a:pt x="2694" y="2865"/>
                    <a:pt x="2761" y="2786"/>
                  </a:cubicBezTo>
                  <a:close/>
                  <a:moveTo>
                    <a:pt x="1320" y="3493"/>
                  </a:moveTo>
                  <a:cubicBezTo>
                    <a:pt x="1437" y="3612"/>
                    <a:pt x="1587" y="3692"/>
                    <a:pt x="1755" y="3708"/>
                  </a:cubicBezTo>
                  <a:cubicBezTo>
                    <a:pt x="1776" y="3710"/>
                    <a:pt x="1797" y="3711"/>
                    <a:pt x="1817" y="3711"/>
                  </a:cubicBezTo>
                  <a:cubicBezTo>
                    <a:pt x="1841" y="3711"/>
                    <a:pt x="1866" y="3710"/>
                    <a:pt x="1890" y="3707"/>
                  </a:cubicBezTo>
                  <a:cubicBezTo>
                    <a:pt x="1943" y="3954"/>
                    <a:pt x="2011" y="4179"/>
                    <a:pt x="2080" y="4375"/>
                  </a:cubicBezTo>
                  <a:lnTo>
                    <a:pt x="1092" y="4375"/>
                  </a:lnTo>
                  <a:cubicBezTo>
                    <a:pt x="1057" y="4375"/>
                    <a:pt x="1026" y="4381"/>
                    <a:pt x="994" y="4390"/>
                  </a:cubicBezTo>
                  <a:cubicBezTo>
                    <a:pt x="896" y="4177"/>
                    <a:pt x="817" y="3916"/>
                    <a:pt x="785" y="3596"/>
                  </a:cubicBezTo>
                  <a:lnTo>
                    <a:pt x="785" y="3596"/>
                  </a:lnTo>
                  <a:cubicBezTo>
                    <a:pt x="816" y="3601"/>
                    <a:pt x="848" y="3605"/>
                    <a:pt x="880" y="3607"/>
                  </a:cubicBezTo>
                  <a:cubicBezTo>
                    <a:pt x="891" y="3607"/>
                    <a:pt x="904" y="3608"/>
                    <a:pt x="916" y="3608"/>
                  </a:cubicBezTo>
                  <a:cubicBezTo>
                    <a:pt x="1062" y="3608"/>
                    <a:pt x="1199" y="3565"/>
                    <a:pt x="1320" y="3493"/>
                  </a:cubicBezTo>
                  <a:close/>
                  <a:moveTo>
                    <a:pt x="3957" y="1"/>
                  </a:moveTo>
                  <a:cubicBezTo>
                    <a:pt x="3670" y="1"/>
                    <a:pt x="3370" y="168"/>
                    <a:pt x="3187" y="462"/>
                  </a:cubicBezTo>
                  <a:cubicBezTo>
                    <a:pt x="3060" y="666"/>
                    <a:pt x="3009" y="899"/>
                    <a:pt x="3041" y="1120"/>
                  </a:cubicBezTo>
                  <a:cubicBezTo>
                    <a:pt x="3059" y="1243"/>
                    <a:pt x="3104" y="1353"/>
                    <a:pt x="3168" y="1446"/>
                  </a:cubicBezTo>
                  <a:cubicBezTo>
                    <a:pt x="3102" y="1483"/>
                    <a:pt x="3037" y="1527"/>
                    <a:pt x="2976" y="1580"/>
                  </a:cubicBezTo>
                  <a:cubicBezTo>
                    <a:pt x="2784" y="1752"/>
                    <a:pt x="2660" y="1978"/>
                    <a:pt x="2630" y="2219"/>
                  </a:cubicBezTo>
                  <a:cubicBezTo>
                    <a:pt x="2607" y="2407"/>
                    <a:pt x="2642" y="2586"/>
                    <a:pt x="2730" y="2736"/>
                  </a:cubicBezTo>
                  <a:cubicBezTo>
                    <a:pt x="2684" y="2790"/>
                    <a:pt x="2642" y="2844"/>
                    <a:pt x="2603" y="2898"/>
                  </a:cubicBezTo>
                  <a:cubicBezTo>
                    <a:pt x="2604" y="2892"/>
                    <a:pt x="2604" y="2888"/>
                    <a:pt x="2605" y="2882"/>
                  </a:cubicBezTo>
                  <a:cubicBezTo>
                    <a:pt x="2646" y="2454"/>
                    <a:pt x="2423" y="2072"/>
                    <a:pt x="2089" y="1951"/>
                  </a:cubicBezTo>
                  <a:cubicBezTo>
                    <a:pt x="2227" y="1950"/>
                    <a:pt x="2366" y="1908"/>
                    <a:pt x="2493" y="1825"/>
                  </a:cubicBezTo>
                  <a:cubicBezTo>
                    <a:pt x="2681" y="1704"/>
                    <a:pt x="2823" y="1512"/>
                    <a:pt x="2892" y="1281"/>
                  </a:cubicBezTo>
                  <a:cubicBezTo>
                    <a:pt x="3036" y="805"/>
                    <a:pt x="2823" y="317"/>
                    <a:pt x="2417" y="195"/>
                  </a:cubicBezTo>
                  <a:cubicBezTo>
                    <a:pt x="2353" y="176"/>
                    <a:pt x="2289" y="167"/>
                    <a:pt x="2224" y="167"/>
                  </a:cubicBezTo>
                  <a:cubicBezTo>
                    <a:pt x="1878" y="167"/>
                    <a:pt x="1541" y="434"/>
                    <a:pt x="1419" y="835"/>
                  </a:cubicBezTo>
                  <a:cubicBezTo>
                    <a:pt x="1350" y="1065"/>
                    <a:pt x="1360" y="1304"/>
                    <a:pt x="1449" y="1510"/>
                  </a:cubicBezTo>
                  <a:cubicBezTo>
                    <a:pt x="1533" y="1704"/>
                    <a:pt x="1680" y="1844"/>
                    <a:pt x="1863" y="1909"/>
                  </a:cubicBezTo>
                  <a:cubicBezTo>
                    <a:pt x="1755" y="1909"/>
                    <a:pt x="1652" y="1935"/>
                    <a:pt x="1557" y="1982"/>
                  </a:cubicBezTo>
                  <a:cubicBezTo>
                    <a:pt x="1404" y="1796"/>
                    <a:pt x="1197" y="1688"/>
                    <a:pt x="971" y="1676"/>
                  </a:cubicBezTo>
                  <a:cubicBezTo>
                    <a:pt x="960" y="1676"/>
                    <a:pt x="950" y="1676"/>
                    <a:pt x="939" y="1676"/>
                  </a:cubicBezTo>
                  <a:cubicBezTo>
                    <a:pt x="722" y="1676"/>
                    <a:pt x="514" y="1764"/>
                    <a:pt x="351" y="1932"/>
                  </a:cubicBezTo>
                  <a:cubicBezTo>
                    <a:pt x="182" y="2107"/>
                    <a:pt x="82" y="2344"/>
                    <a:pt x="70" y="2601"/>
                  </a:cubicBezTo>
                  <a:cubicBezTo>
                    <a:pt x="48" y="3075"/>
                    <a:pt x="333" y="3482"/>
                    <a:pt x="728" y="3583"/>
                  </a:cubicBezTo>
                  <a:cubicBezTo>
                    <a:pt x="759" y="3915"/>
                    <a:pt x="840" y="4186"/>
                    <a:pt x="942" y="4407"/>
                  </a:cubicBezTo>
                  <a:cubicBezTo>
                    <a:pt x="897" y="4428"/>
                    <a:pt x="859" y="4457"/>
                    <a:pt x="833" y="4494"/>
                  </a:cubicBezTo>
                  <a:cubicBezTo>
                    <a:pt x="797" y="4547"/>
                    <a:pt x="789" y="4606"/>
                    <a:pt x="811" y="4663"/>
                  </a:cubicBezTo>
                  <a:lnTo>
                    <a:pt x="999" y="5160"/>
                  </a:lnTo>
                  <a:cubicBezTo>
                    <a:pt x="1004" y="5174"/>
                    <a:pt x="1007" y="5189"/>
                    <a:pt x="1007" y="5203"/>
                  </a:cubicBezTo>
                  <a:lnTo>
                    <a:pt x="1007" y="5470"/>
                  </a:lnTo>
                  <a:cubicBezTo>
                    <a:pt x="1007" y="5483"/>
                    <a:pt x="1004" y="5497"/>
                    <a:pt x="1000" y="5510"/>
                  </a:cubicBezTo>
                  <a:lnTo>
                    <a:pt x="21" y="8345"/>
                  </a:lnTo>
                  <a:cubicBezTo>
                    <a:pt x="1" y="8401"/>
                    <a:pt x="10" y="8460"/>
                    <a:pt x="47" y="8511"/>
                  </a:cubicBezTo>
                  <a:cubicBezTo>
                    <a:pt x="98" y="8582"/>
                    <a:pt x="231" y="8694"/>
                    <a:pt x="859" y="8694"/>
                  </a:cubicBezTo>
                  <a:cubicBezTo>
                    <a:pt x="865" y="8694"/>
                    <a:pt x="872" y="8694"/>
                    <a:pt x="878" y="8694"/>
                  </a:cubicBezTo>
                  <a:lnTo>
                    <a:pt x="3747" y="8701"/>
                  </a:lnTo>
                  <a:cubicBezTo>
                    <a:pt x="3854" y="8701"/>
                    <a:pt x="4558" y="8650"/>
                    <a:pt x="4610" y="8578"/>
                  </a:cubicBezTo>
                  <a:cubicBezTo>
                    <a:pt x="4646" y="8526"/>
                    <a:pt x="4004" y="8401"/>
                    <a:pt x="3985" y="8344"/>
                  </a:cubicBezTo>
                  <a:lnTo>
                    <a:pt x="2961" y="5381"/>
                  </a:lnTo>
                  <a:cubicBezTo>
                    <a:pt x="2961" y="5381"/>
                    <a:pt x="2960" y="5380"/>
                    <a:pt x="2960" y="5379"/>
                  </a:cubicBezTo>
                  <a:lnTo>
                    <a:pt x="2960" y="5217"/>
                  </a:lnTo>
                  <a:cubicBezTo>
                    <a:pt x="2960" y="5203"/>
                    <a:pt x="2962" y="5189"/>
                    <a:pt x="2967" y="5174"/>
                  </a:cubicBezTo>
                  <a:lnTo>
                    <a:pt x="3158" y="4662"/>
                  </a:lnTo>
                  <a:cubicBezTo>
                    <a:pt x="3179" y="4605"/>
                    <a:pt x="3171" y="4546"/>
                    <a:pt x="3135" y="4494"/>
                  </a:cubicBezTo>
                  <a:cubicBezTo>
                    <a:pt x="3084" y="4420"/>
                    <a:pt x="2985" y="4374"/>
                    <a:pt x="2877" y="4374"/>
                  </a:cubicBezTo>
                  <a:lnTo>
                    <a:pt x="2591" y="4374"/>
                  </a:lnTo>
                  <a:cubicBezTo>
                    <a:pt x="2739" y="4232"/>
                    <a:pt x="2914" y="4079"/>
                    <a:pt x="3114" y="3929"/>
                  </a:cubicBezTo>
                  <a:cubicBezTo>
                    <a:pt x="3259" y="4132"/>
                    <a:pt x="3512" y="4252"/>
                    <a:pt x="3792" y="4252"/>
                  </a:cubicBezTo>
                  <a:cubicBezTo>
                    <a:pt x="3903" y="4252"/>
                    <a:pt x="4017" y="4234"/>
                    <a:pt x="4130" y="4195"/>
                  </a:cubicBezTo>
                  <a:cubicBezTo>
                    <a:pt x="4358" y="4117"/>
                    <a:pt x="4545" y="3968"/>
                    <a:pt x="4658" y="3775"/>
                  </a:cubicBezTo>
                  <a:cubicBezTo>
                    <a:pt x="4772" y="3581"/>
                    <a:pt x="4798" y="3367"/>
                    <a:pt x="4731" y="3172"/>
                  </a:cubicBezTo>
                  <a:lnTo>
                    <a:pt x="4731" y="3172"/>
                  </a:lnTo>
                  <a:lnTo>
                    <a:pt x="4731" y="3173"/>
                  </a:lnTo>
                  <a:cubicBezTo>
                    <a:pt x="4655" y="2953"/>
                    <a:pt x="4470" y="2795"/>
                    <a:pt x="4241" y="2725"/>
                  </a:cubicBezTo>
                  <a:cubicBezTo>
                    <a:pt x="4358" y="2578"/>
                    <a:pt x="4433" y="2406"/>
                    <a:pt x="4455" y="2224"/>
                  </a:cubicBezTo>
                  <a:cubicBezTo>
                    <a:pt x="4485" y="1982"/>
                    <a:pt x="4419" y="1754"/>
                    <a:pt x="4267" y="1582"/>
                  </a:cubicBezTo>
                  <a:cubicBezTo>
                    <a:pt x="4258" y="1572"/>
                    <a:pt x="4248" y="1563"/>
                    <a:pt x="4239" y="1553"/>
                  </a:cubicBezTo>
                  <a:cubicBezTo>
                    <a:pt x="4336" y="1480"/>
                    <a:pt x="4424" y="1386"/>
                    <a:pt x="4494" y="1274"/>
                  </a:cubicBezTo>
                  <a:cubicBezTo>
                    <a:pt x="4757" y="852"/>
                    <a:pt x="4677" y="325"/>
                    <a:pt x="4316" y="101"/>
                  </a:cubicBezTo>
                  <a:cubicBezTo>
                    <a:pt x="4207" y="33"/>
                    <a:pt x="4083" y="1"/>
                    <a:pt x="3957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72"/>
            <p:cNvSpPr/>
            <p:nvPr/>
          </p:nvSpPr>
          <p:spPr>
            <a:xfrm>
              <a:off x="1939560" y="1353185"/>
              <a:ext cx="423142" cy="333816"/>
            </a:xfrm>
            <a:custGeom>
              <a:avLst/>
              <a:gdLst/>
              <a:ahLst/>
              <a:cxnLst/>
              <a:rect l="l" t="t" r="r" b="b"/>
              <a:pathLst>
                <a:path w="1923" h="1517" extrusionOk="0">
                  <a:moveTo>
                    <a:pt x="1050" y="1"/>
                  </a:moveTo>
                  <a:cubicBezTo>
                    <a:pt x="942" y="1"/>
                    <a:pt x="830" y="19"/>
                    <a:pt x="719" y="57"/>
                  </a:cubicBezTo>
                  <a:cubicBezTo>
                    <a:pt x="262" y="215"/>
                    <a:pt x="1" y="658"/>
                    <a:pt x="135" y="1045"/>
                  </a:cubicBezTo>
                  <a:cubicBezTo>
                    <a:pt x="237" y="1338"/>
                    <a:pt x="537" y="1516"/>
                    <a:pt x="875" y="1516"/>
                  </a:cubicBezTo>
                  <a:cubicBezTo>
                    <a:pt x="983" y="1516"/>
                    <a:pt x="1095" y="1498"/>
                    <a:pt x="1205" y="1460"/>
                  </a:cubicBezTo>
                  <a:cubicBezTo>
                    <a:pt x="1661" y="1301"/>
                    <a:pt x="1922" y="859"/>
                    <a:pt x="1788" y="472"/>
                  </a:cubicBezTo>
                  <a:cubicBezTo>
                    <a:pt x="1687" y="178"/>
                    <a:pt x="1387" y="1"/>
                    <a:pt x="105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72"/>
            <p:cNvSpPr/>
            <p:nvPr/>
          </p:nvSpPr>
          <p:spPr>
            <a:xfrm>
              <a:off x="2053319" y="1330960"/>
              <a:ext cx="309380" cy="352740"/>
            </a:xfrm>
            <a:custGeom>
              <a:avLst/>
              <a:gdLst/>
              <a:ahLst/>
              <a:cxnLst/>
              <a:rect l="l" t="t" r="r" b="b"/>
              <a:pathLst>
                <a:path w="1406" h="1603" extrusionOk="0">
                  <a:moveTo>
                    <a:pt x="1271" y="573"/>
                  </a:moveTo>
                  <a:cubicBezTo>
                    <a:pt x="1136" y="186"/>
                    <a:pt x="658" y="0"/>
                    <a:pt x="202" y="158"/>
                  </a:cubicBezTo>
                  <a:cubicBezTo>
                    <a:pt x="129" y="183"/>
                    <a:pt x="62" y="216"/>
                    <a:pt x="0" y="254"/>
                  </a:cubicBezTo>
                  <a:cubicBezTo>
                    <a:pt x="403" y="186"/>
                    <a:pt x="788" y="370"/>
                    <a:pt x="906" y="710"/>
                  </a:cubicBezTo>
                  <a:cubicBezTo>
                    <a:pt x="1019" y="1036"/>
                    <a:pt x="852" y="1401"/>
                    <a:pt x="525" y="1602"/>
                  </a:cubicBezTo>
                  <a:cubicBezTo>
                    <a:pt x="579" y="1593"/>
                    <a:pt x="633" y="1580"/>
                    <a:pt x="688" y="1561"/>
                  </a:cubicBezTo>
                  <a:cubicBezTo>
                    <a:pt x="1144" y="1402"/>
                    <a:pt x="1405" y="960"/>
                    <a:pt x="1271" y="573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72"/>
            <p:cNvSpPr/>
            <p:nvPr/>
          </p:nvSpPr>
          <p:spPr>
            <a:xfrm>
              <a:off x="1959143" y="1356485"/>
              <a:ext cx="180655" cy="185942"/>
            </a:xfrm>
            <a:custGeom>
              <a:avLst/>
              <a:gdLst/>
              <a:ahLst/>
              <a:cxnLst/>
              <a:rect l="l" t="t" r="r" b="b"/>
              <a:pathLst>
                <a:path w="821" h="845" extrusionOk="0">
                  <a:moveTo>
                    <a:pt x="793" y="1"/>
                  </a:moveTo>
                  <a:cubicBezTo>
                    <a:pt x="739" y="10"/>
                    <a:pt x="684" y="23"/>
                    <a:pt x="630" y="42"/>
                  </a:cubicBezTo>
                  <a:cubicBezTo>
                    <a:pt x="246" y="175"/>
                    <a:pt x="0" y="510"/>
                    <a:pt x="13" y="844"/>
                  </a:cubicBezTo>
                  <a:cubicBezTo>
                    <a:pt x="461" y="833"/>
                    <a:pt x="821" y="535"/>
                    <a:pt x="821" y="170"/>
                  </a:cubicBezTo>
                  <a:cubicBezTo>
                    <a:pt x="821" y="110"/>
                    <a:pt x="810" y="54"/>
                    <a:pt x="793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72"/>
            <p:cNvSpPr/>
            <p:nvPr/>
          </p:nvSpPr>
          <p:spPr>
            <a:xfrm>
              <a:off x="1939560" y="1330960"/>
              <a:ext cx="423142" cy="378266"/>
            </a:xfrm>
            <a:custGeom>
              <a:avLst/>
              <a:gdLst/>
              <a:ahLst/>
              <a:cxnLst/>
              <a:rect l="l" t="t" r="r" b="b"/>
              <a:pathLst>
                <a:path w="1923" h="1719" fill="none" extrusionOk="0">
                  <a:moveTo>
                    <a:pt x="1205" y="1561"/>
                  </a:moveTo>
                  <a:cubicBezTo>
                    <a:pt x="748" y="1719"/>
                    <a:pt x="270" y="1533"/>
                    <a:pt x="135" y="1146"/>
                  </a:cubicBezTo>
                  <a:cubicBezTo>
                    <a:pt x="1" y="759"/>
                    <a:pt x="262" y="316"/>
                    <a:pt x="719" y="158"/>
                  </a:cubicBezTo>
                  <a:cubicBezTo>
                    <a:pt x="1175" y="0"/>
                    <a:pt x="1655" y="185"/>
                    <a:pt x="1788" y="573"/>
                  </a:cubicBezTo>
                  <a:cubicBezTo>
                    <a:pt x="1922" y="960"/>
                    <a:pt x="1661" y="1402"/>
                    <a:pt x="1205" y="156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72"/>
            <p:cNvSpPr/>
            <p:nvPr/>
          </p:nvSpPr>
          <p:spPr>
            <a:xfrm>
              <a:off x="1736246" y="1447584"/>
              <a:ext cx="594775" cy="412814"/>
            </a:xfrm>
            <a:custGeom>
              <a:avLst/>
              <a:gdLst/>
              <a:ahLst/>
              <a:cxnLst/>
              <a:rect l="l" t="t" r="r" b="b"/>
              <a:pathLst>
                <a:path w="2703" h="1876" fill="none" extrusionOk="0">
                  <a:moveTo>
                    <a:pt x="1" y="1876"/>
                  </a:moveTo>
                  <a:cubicBezTo>
                    <a:pt x="1" y="1876"/>
                    <a:pt x="994" y="408"/>
                    <a:pt x="270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72"/>
            <p:cNvSpPr/>
            <p:nvPr/>
          </p:nvSpPr>
          <p:spPr>
            <a:xfrm>
              <a:off x="1529852" y="1182870"/>
              <a:ext cx="345247" cy="384867"/>
            </a:xfrm>
            <a:custGeom>
              <a:avLst/>
              <a:gdLst/>
              <a:ahLst/>
              <a:cxnLst/>
              <a:rect l="l" t="t" r="r" b="b"/>
              <a:pathLst>
                <a:path w="1569" h="1749" extrusionOk="0">
                  <a:moveTo>
                    <a:pt x="806" y="0"/>
                  </a:moveTo>
                  <a:cubicBezTo>
                    <a:pt x="423" y="0"/>
                    <a:pt x="88" y="347"/>
                    <a:pt x="46" y="805"/>
                  </a:cubicBezTo>
                  <a:cubicBezTo>
                    <a:pt x="1" y="1286"/>
                    <a:pt x="296" y="1707"/>
                    <a:pt x="703" y="1745"/>
                  </a:cubicBezTo>
                  <a:cubicBezTo>
                    <a:pt x="723" y="1747"/>
                    <a:pt x="743" y="1748"/>
                    <a:pt x="763" y="1748"/>
                  </a:cubicBezTo>
                  <a:cubicBezTo>
                    <a:pt x="1146" y="1748"/>
                    <a:pt x="1481" y="1400"/>
                    <a:pt x="1523" y="943"/>
                  </a:cubicBezTo>
                  <a:cubicBezTo>
                    <a:pt x="1568" y="463"/>
                    <a:pt x="1274" y="41"/>
                    <a:pt x="866" y="3"/>
                  </a:cubicBezTo>
                  <a:cubicBezTo>
                    <a:pt x="846" y="1"/>
                    <a:pt x="826" y="0"/>
                    <a:pt x="806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72"/>
            <p:cNvSpPr/>
            <p:nvPr/>
          </p:nvSpPr>
          <p:spPr>
            <a:xfrm>
              <a:off x="1637230" y="1181550"/>
              <a:ext cx="203319" cy="712082"/>
            </a:xfrm>
            <a:custGeom>
              <a:avLst/>
              <a:gdLst/>
              <a:ahLst/>
              <a:cxnLst/>
              <a:rect l="l" t="t" r="r" b="b"/>
              <a:pathLst>
                <a:path w="924" h="3236" fill="none" extrusionOk="0">
                  <a:moveTo>
                    <a:pt x="923" y="3236"/>
                  </a:moveTo>
                  <a:cubicBezTo>
                    <a:pt x="923" y="3236"/>
                    <a:pt x="0" y="1724"/>
                    <a:pt x="336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72"/>
            <p:cNvSpPr/>
            <p:nvPr/>
          </p:nvSpPr>
          <p:spPr>
            <a:xfrm>
              <a:off x="1948141" y="762805"/>
              <a:ext cx="389695" cy="369904"/>
            </a:xfrm>
            <a:custGeom>
              <a:avLst/>
              <a:gdLst/>
              <a:ahLst/>
              <a:cxnLst/>
              <a:rect l="l" t="t" r="r" b="b"/>
              <a:pathLst>
                <a:path w="1771" h="1681" extrusionOk="0">
                  <a:moveTo>
                    <a:pt x="1000" y="1"/>
                  </a:moveTo>
                  <a:cubicBezTo>
                    <a:pt x="723" y="1"/>
                    <a:pt x="432" y="164"/>
                    <a:pt x="255" y="449"/>
                  </a:cubicBezTo>
                  <a:cubicBezTo>
                    <a:pt x="0" y="859"/>
                    <a:pt x="75" y="1367"/>
                    <a:pt x="424" y="1583"/>
                  </a:cubicBezTo>
                  <a:cubicBezTo>
                    <a:pt x="530" y="1649"/>
                    <a:pt x="649" y="1680"/>
                    <a:pt x="771" y="1680"/>
                  </a:cubicBezTo>
                  <a:cubicBezTo>
                    <a:pt x="1048" y="1680"/>
                    <a:pt x="1338" y="1517"/>
                    <a:pt x="1516" y="1232"/>
                  </a:cubicBezTo>
                  <a:cubicBezTo>
                    <a:pt x="1770" y="822"/>
                    <a:pt x="1695" y="315"/>
                    <a:pt x="1347" y="98"/>
                  </a:cubicBezTo>
                  <a:cubicBezTo>
                    <a:pt x="1241" y="32"/>
                    <a:pt x="1122" y="1"/>
                    <a:pt x="10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72"/>
            <p:cNvSpPr/>
            <p:nvPr/>
          </p:nvSpPr>
          <p:spPr>
            <a:xfrm>
              <a:off x="2109648" y="757744"/>
              <a:ext cx="228184" cy="377826"/>
            </a:xfrm>
            <a:custGeom>
              <a:avLst/>
              <a:gdLst/>
              <a:ahLst/>
              <a:cxnLst/>
              <a:rect l="l" t="t" r="r" b="b"/>
              <a:pathLst>
                <a:path w="1037" h="1717" extrusionOk="0">
                  <a:moveTo>
                    <a:pt x="613" y="121"/>
                  </a:moveTo>
                  <a:cubicBezTo>
                    <a:pt x="446" y="17"/>
                    <a:pt x="246" y="0"/>
                    <a:pt x="55" y="55"/>
                  </a:cubicBezTo>
                  <a:cubicBezTo>
                    <a:pt x="165" y="61"/>
                    <a:pt x="271" y="91"/>
                    <a:pt x="366" y="150"/>
                  </a:cubicBezTo>
                  <a:cubicBezTo>
                    <a:pt x="715" y="367"/>
                    <a:pt x="790" y="874"/>
                    <a:pt x="535" y="1285"/>
                  </a:cubicBezTo>
                  <a:cubicBezTo>
                    <a:pt x="402" y="1498"/>
                    <a:pt x="207" y="1642"/>
                    <a:pt x="1" y="1702"/>
                  </a:cubicBezTo>
                  <a:cubicBezTo>
                    <a:pt x="289" y="1717"/>
                    <a:pt x="597" y="1553"/>
                    <a:pt x="782" y="1255"/>
                  </a:cubicBezTo>
                  <a:cubicBezTo>
                    <a:pt x="1036" y="845"/>
                    <a:pt x="961" y="338"/>
                    <a:pt x="613" y="121"/>
                  </a:cubicBez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72"/>
            <p:cNvSpPr/>
            <p:nvPr/>
          </p:nvSpPr>
          <p:spPr>
            <a:xfrm>
              <a:off x="1948141" y="736400"/>
              <a:ext cx="389695" cy="422716"/>
            </a:xfrm>
            <a:custGeom>
              <a:avLst/>
              <a:gdLst/>
              <a:ahLst/>
              <a:cxnLst/>
              <a:rect l="l" t="t" r="r" b="b"/>
              <a:pathLst>
                <a:path w="1771" h="1921" fill="none" extrusionOk="0">
                  <a:moveTo>
                    <a:pt x="1516" y="1352"/>
                  </a:moveTo>
                  <a:cubicBezTo>
                    <a:pt x="1260" y="1762"/>
                    <a:pt x="772" y="1920"/>
                    <a:pt x="424" y="1703"/>
                  </a:cubicBezTo>
                  <a:cubicBezTo>
                    <a:pt x="75" y="1487"/>
                    <a:pt x="0" y="979"/>
                    <a:pt x="255" y="569"/>
                  </a:cubicBezTo>
                  <a:cubicBezTo>
                    <a:pt x="510" y="159"/>
                    <a:pt x="999" y="1"/>
                    <a:pt x="1347" y="218"/>
                  </a:cubicBezTo>
                  <a:cubicBezTo>
                    <a:pt x="1695" y="435"/>
                    <a:pt x="1770" y="942"/>
                    <a:pt x="1516" y="13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72"/>
            <p:cNvSpPr/>
            <p:nvPr/>
          </p:nvSpPr>
          <p:spPr>
            <a:xfrm>
              <a:off x="2001390" y="778208"/>
              <a:ext cx="235886" cy="647827"/>
            </a:xfrm>
            <a:custGeom>
              <a:avLst/>
              <a:gdLst/>
              <a:ahLst/>
              <a:cxnLst/>
              <a:rect l="l" t="t" r="r" b="b"/>
              <a:pathLst>
                <a:path w="1072" h="2944" fill="none" extrusionOk="0">
                  <a:moveTo>
                    <a:pt x="56" y="2943"/>
                  </a:moveTo>
                  <a:cubicBezTo>
                    <a:pt x="56" y="2943"/>
                    <a:pt x="0" y="1393"/>
                    <a:pt x="1071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72"/>
            <p:cNvSpPr/>
            <p:nvPr/>
          </p:nvSpPr>
          <p:spPr>
            <a:xfrm>
              <a:off x="1855946" y="1052384"/>
              <a:ext cx="443166" cy="386628"/>
            </a:xfrm>
            <a:custGeom>
              <a:avLst/>
              <a:gdLst/>
              <a:ahLst/>
              <a:cxnLst/>
              <a:rect l="l" t="t" r="r" b="b"/>
              <a:pathLst>
                <a:path w="2014" h="1757" extrusionOk="0">
                  <a:moveTo>
                    <a:pt x="1230" y="1045"/>
                  </a:moveTo>
                  <a:cubicBezTo>
                    <a:pt x="1325" y="1045"/>
                    <a:pt x="1407" y="1115"/>
                    <a:pt x="1420" y="1212"/>
                  </a:cubicBezTo>
                  <a:cubicBezTo>
                    <a:pt x="1433" y="1318"/>
                    <a:pt x="1358" y="1414"/>
                    <a:pt x="1254" y="1426"/>
                  </a:cubicBezTo>
                  <a:cubicBezTo>
                    <a:pt x="1245" y="1427"/>
                    <a:pt x="1237" y="1428"/>
                    <a:pt x="1229" y="1428"/>
                  </a:cubicBezTo>
                  <a:cubicBezTo>
                    <a:pt x="1134" y="1428"/>
                    <a:pt x="1051" y="1358"/>
                    <a:pt x="1040" y="1261"/>
                  </a:cubicBezTo>
                  <a:cubicBezTo>
                    <a:pt x="1026" y="1155"/>
                    <a:pt x="1100" y="1060"/>
                    <a:pt x="1206" y="1047"/>
                  </a:cubicBezTo>
                  <a:cubicBezTo>
                    <a:pt x="1214" y="1045"/>
                    <a:pt x="1222" y="1045"/>
                    <a:pt x="1230" y="1045"/>
                  </a:cubicBezTo>
                  <a:close/>
                  <a:moveTo>
                    <a:pt x="1117" y="0"/>
                  </a:moveTo>
                  <a:cubicBezTo>
                    <a:pt x="891" y="0"/>
                    <a:pt x="653" y="86"/>
                    <a:pt x="458" y="258"/>
                  </a:cubicBezTo>
                  <a:cubicBezTo>
                    <a:pt x="69" y="601"/>
                    <a:pt x="0" y="1157"/>
                    <a:pt x="304" y="1500"/>
                  </a:cubicBezTo>
                  <a:cubicBezTo>
                    <a:pt x="455" y="1671"/>
                    <a:pt x="670" y="1757"/>
                    <a:pt x="896" y="1757"/>
                  </a:cubicBezTo>
                  <a:cubicBezTo>
                    <a:pt x="1123" y="1757"/>
                    <a:pt x="1360" y="1671"/>
                    <a:pt x="1555" y="1499"/>
                  </a:cubicBezTo>
                  <a:cubicBezTo>
                    <a:pt x="1944" y="1156"/>
                    <a:pt x="2013" y="600"/>
                    <a:pt x="1711" y="257"/>
                  </a:cubicBezTo>
                  <a:lnTo>
                    <a:pt x="1710" y="257"/>
                  </a:lnTo>
                  <a:cubicBezTo>
                    <a:pt x="1559" y="86"/>
                    <a:pt x="1343" y="0"/>
                    <a:pt x="111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72"/>
            <p:cNvSpPr/>
            <p:nvPr/>
          </p:nvSpPr>
          <p:spPr>
            <a:xfrm>
              <a:off x="1668695" y="1120818"/>
              <a:ext cx="568810" cy="633524"/>
            </a:xfrm>
            <a:custGeom>
              <a:avLst/>
              <a:gdLst/>
              <a:ahLst/>
              <a:cxnLst/>
              <a:rect l="l" t="t" r="r" b="b"/>
              <a:pathLst>
                <a:path w="2585" h="2879" fill="none" extrusionOk="0">
                  <a:moveTo>
                    <a:pt x="535" y="2879"/>
                  </a:moveTo>
                  <a:cubicBezTo>
                    <a:pt x="535" y="2879"/>
                    <a:pt x="1" y="1244"/>
                    <a:pt x="2584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72"/>
            <p:cNvSpPr/>
            <p:nvPr/>
          </p:nvSpPr>
          <p:spPr>
            <a:xfrm>
              <a:off x="1313776" y="1131600"/>
              <a:ext cx="375172" cy="413254"/>
            </a:xfrm>
            <a:custGeom>
              <a:avLst/>
              <a:gdLst/>
              <a:ahLst/>
              <a:cxnLst/>
              <a:rect l="l" t="t" r="r" b="b"/>
              <a:pathLst>
                <a:path w="1705" h="1878" extrusionOk="0">
                  <a:moveTo>
                    <a:pt x="1265" y="836"/>
                  </a:moveTo>
                  <a:cubicBezTo>
                    <a:pt x="1305" y="836"/>
                    <a:pt x="1346" y="849"/>
                    <a:pt x="1381" y="875"/>
                  </a:cubicBezTo>
                  <a:cubicBezTo>
                    <a:pt x="1465" y="939"/>
                    <a:pt x="1481" y="1059"/>
                    <a:pt x="1418" y="1144"/>
                  </a:cubicBezTo>
                  <a:cubicBezTo>
                    <a:pt x="1380" y="1193"/>
                    <a:pt x="1323" y="1219"/>
                    <a:pt x="1265" y="1219"/>
                  </a:cubicBezTo>
                  <a:cubicBezTo>
                    <a:pt x="1225" y="1219"/>
                    <a:pt x="1184" y="1207"/>
                    <a:pt x="1150" y="1181"/>
                  </a:cubicBezTo>
                  <a:cubicBezTo>
                    <a:pt x="1065" y="1117"/>
                    <a:pt x="1048" y="997"/>
                    <a:pt x="1112" y="913"/>
                  </a:cubicBezTo>
                  <a:cubicBezTo>
                    <a:pt x="1150" y="862"/>
                    <a:pt x="1207" y="836"/>
                    <a:pt x="1265" y="836"/>
                  </a:cubicBezTo>
                  <a:close/>
                  <a:moveTo>
                    <a:pt x="863" y="0"/>
                  </a:moveTo>
                  <a:cubicBezTo>
                    <a:pt x="421" y="0"/>
                    <a:pt x="49" y="395"/>
                    <a:pt x="25" y="899"/>
                  </a:cubicBezTo>
                  <a:cubicBezTo>
                    <a:pt x="0" y="1417"/>
                    <a:pt x="351" y="1854"/>
                    <a:pt x="808" y="1876"/>
                  </a:cubicBezTo>
                  <a:cubicBezTo>
                    <a:pt x="820" y="1877"/>
                    <a:pt x="831" y="1877"/>
                    <a:pt x="843" y="1877"/>
                  </a:cubicBezTo>
                  <a:cubicBezTo>
                    <a:pt x="1285" y="1877"/>
                    <a:pt x="1656" y="1482"/>
                    <a:pt x="1680" y="978"/>
                  </a:cubicBezTo>
                  <a:cubicBezTo>
                    <a:pt x="1704" y="460"/>
                    <a:pt x="1354" y="22"/>
                    <a:pt x="898" y="1"/>
                  </a:cubicBezTo>
                  <a:cubicBezTo>
                    <a:pt x="886" y="0"/>
                    <a:pt x="875" y="0"/>
                    <a:pt x="86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72"/>
            <p:cNvSpPr/>
            <p:nvPr/>
          </p:nvSpPr>
          <p:spPr>
            <a:xfrm>
              <a:off x="1323458" y="1136441"/>
              <a:ext cx="339966" cy="764674"/>
            </a:xfrm>
            <a:custGeom>
              <a:avLst/>
              <a:gdLst/>
              <a:ahLst/>
              <a:cxnLst/>
              <a:rect l="l" t="t" r="r" b="b"/>
              <a:pathLst>
                <a:path w="1545" h="3475" fill="none" extrusionOk="0">
                  <a:moveTo>
                    <a:pt x="1545" y="3474"/>
                  </a:moveTo>
                  <a:cubicBezTo>
                    <a:pt x="1545" y="3474"/>
                    <a:pt x="0" y="2719"/>
                    <a:pt x="909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72"/>
            <p:cNvSpPr/>
            <p:nvPr/>
          </p:nvSpPr>
          <p:spPr>
            <a:xfrm>
              <a:off x="1584861" y="799333"/>
              <a:ext cx="374512" cy="380687"/>
            </a:xfrm>
            <a:custGeom>
              <a:avLst/>
              <a:gdLst/>
              <a:ahLst/>
              <a:cxnLst/>
              <a:rect l="l" t="t" r="r" b="b"/>
              <a:pathLst>
                <a:path w="1702" h="1730" extrusionOk="0">
                  <a:moveTo>
                    <a:pt x="919" y="0"/>
                  </a:moveTo>
                  <a:cubicBezTo>
                    <a:pt x="585" y="0"/>
                    <a:pt x="259" y="260"/>
                    <a:pt x="141" y="650"/>
                  </a:cubicBezTo>
                  <a:cubicBezTo>
                    <a:pt x="1" y="1112"/>
                    <a:pt x="206" y="1584"/>
                    <a:pt x="598" y="1702"/>
                  </a:cubicBezTo>
                  <a:cubicBezTo>
                    <a:pt x="659" y="1721"/>
                    <a:pt x="721" y="1730"/>
                    <a:pt x="783" y="1730"/>
                  </a:cubicBezTo>
                  <a:cubicBezTo>
                    <a:pt x="1117" y="1730"/>
                    <a:pt x="1443" y="1470"/>
                    <a:pt x="1561" y="1081"/>
                  </a:cubicBezTo>
                  <a:cubicBezTo>
                    <a:pt x="1701" y="618"/>
                    <a:pt x="1498" y="146"/>
                    <a:pt x="1104" y="28"/>
                  </a:cubicBezTo>
                  <a:cubicBezTo>
                    <a:pt x="1043" y="9"/>
                    <a:pt x="981" y="0"/>
                    <a:pt x="919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72"/>
            <p:cNvSpPr/>
            <p:nvPr/>
          </p:nvSpPr>
          <p:spPr>
            <a:xfrm>
              <a:off x="1670895" y="801533"/>
              <a:ext cx="148529" cy="723744"/>
            </a:xfrm>
            <a:custGeom>
              <a:avLst/>
              <a:gdLst/>
              <a:ahLst/>
              <a:cxnLst/>
              <a:rect l="l" t="t" r="r" b="b"/>
              <a:pathLst>
                <a:path w="675" h="3289" fill="none" extrusionOk="0">
                  <a:moveTo>
                    <a:pt x="605" y="3289"/>
                  </a:moveTo>
                  <a:cubicBezTo>
                    <a:pt x="605" y="3289"/>
                    <a:pt x="1" y="1623"/>
                    <a:pt x="674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72"/>
            <p:cNvSpPr/>
            <p:nvPr/>
          </p:nvSpPr>
          <p:spPr>
            <a:xfrm>
              <a:off x="1298374" y="1725500"/>
              <a:ext cx="880170" cy="923990"/>
            </a:xfrm>
            <a:custGeom>
              <a:avLst/>
              <a:gdLst/>
              <a:ahLst/>
              <a:cxnLst/>
              <a:rect l="l" t="t" r="r" b="b"/>
              <a:pathLst>
                <a:path w="4000" h="4199" extrusionOk="0">
                  <a:moveTo>
                    <a:pt x="1090" y="1"/>
                  </a:moveTo>
                  <a:cubicBezTo>
                    <a:pt x="914" y="1"/>
                    <a:pt x="786" y="126"/>
                    <a:pt x="834" y="252"/>
                  </a:cubicBezTo>
                  <a:lnTo>
                    <a:pt x="1023" y="748"/>
                  </a:lnTo>
                  <a:cubicBezTo>
                    <a:pt x="1029" y="766"/>
                    <a:pt x="1033" y="784"/>
                    <a:pt x="1033" y="802"/>
                  </a:cubicBezTo>
                  <a:lnTo>
                    <a:pt x="1033" y="1069"/>
                  </a:lnTo>
                  <a:cubicBezTo>
                    <a:pt x="1033" y="1085"/>
                    <a:pt x="1029" y="1101"/>
                    <a:pt x="1024" y="1118"/>
                  </a:cubicBezTo>
                  <a:lnTo>
                    <a:pt x="45" y="3951"/>
                  </a:lnTo>
                  <a:cubicBezTo>
                    <a:pt x="1" y="4077"/>
                    <a:pt x="127" y="4199"/>
                    <a:pt x="301" y="4199"/>
                  </a:cubicBezTo>
                  <a:lnTo>
                    <a:pt x="3699" y="4199"/>
                  </a:lnTo>
                  <a:cubicBezTo>
                    <a:pt x="3873" y="4199"/>
                    <a:pt x="3999" y="4077"/>
                    <a:pt x="3957" y="3951"/>
                  </a:cubicBezTo>
                  <a:lnTo>
                    <a:pt x="2932" y="989"/>
                  </a:lnTo>
                  <a:lnTo>
                    <a:pt x="2929" y="989"/>
                  </a:lnTo>
                  <a:lnTo>
                    <a:pt x="2929" y="815"/>
                  </a:lnTo>
                  <a:cubicBezTo>
                    <a:pt x="2929" y="797"/>
                    <a:pt x="2933" y="781"/>
                    <a:pt x="2940" y="763"/>
                  </a:cubicBezTo>
                  <a:lnTo>
                    <a:pt x="3130" y="251"/>
                  </a:lnTo>
                  <a:cubicBezTo>
                    <a:pt x="3177" y="125"/>
                    <a:pt x="3049" y="1"/>
                    <a:pt x="2875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72"/>
            <p:cNvSpPr/>
            <p:nvPr/>
          </p:nvSpPr>
          <p:spPr>
            <a:xfrm>
              <a:off x="1659673" y="1725500"/>
              <a:ext cx="435024" cy="923990"/>
            </a:xfrm>
            <a:custGeom>
              <a:avLst/>
              <a:gdLst/>
              <a:ahLst/>
              <a:cxnLst/>
              <a:rect l="l" t="t" r="r" b="b"/>
              <a:pathLst>
                <a:path w="1977" h="4199" extrusionOk="0">
                  <a:moveTo>
                    <a:pt x="899" y="806"/>
                  </a:moveTo>
                  <a:lnTo>
                    <a:pt x="1109" y="1"/>
                  </a:lnTo>
                  <a:lnTo>
                    <a:pt x="0" y="1"/>
                  </a:lnTo>
                  <a:lnTo>
                    <a:pt x="365" y="806"/>
                  </a:lnTo>
                  <a:cubicBezTo>
                    <a:pt x="365" y="806"/>
                    <a:pt x="430" y="3261"/>
                    <a:pt x="498" y="4199"/>
                  </a:cubicBezTo>
                  <a:lnTo>
                    <a:pt x="1977" y="4199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72"/>
            <p:cNvSpPr/>
            <p:nvPr/>
          </p:nvSpPr>
          <p:spPr>
            <a:xfrm>
              <a:off x="1298374" y="1725500"/>
              <a:ext cx="880170" cy="923990"/>
            </a:xfrm>
            <a:custGeom>
              <a:avLst/>
              <a:gdLst/>
              <a:ahLst/>
              <a:cxnLst/>
              <a:rect l="l" t="t" r="r" b="b"/>
              <a:pathLst>
                <a:path w="4000" h="4199" fill="none" extrusionOk="0">
                  <a:moveTo>
                    <a:pt x="301" y="4199"/>
                  </a:moveTo>
                  <a:lnTo>
                    <a:pt x="3699" y="4199"/>
                  </a:lnTo>
                  <a:cubicBezTo>
                    <a:pt x="3873" y="4199"/>
                    <a:pt x="3999" y="4077"/>
                    <a:pt x="3957" y="3951"/>
                  </a:cubicBezTo>
                  <a:lnTo>
                    <a:pt x="2932" y="989"/>
                  </a:lnTo>
                  <a:lnTo>
                    <a:pt x="2929" y="989"/>
                  </a:lnTo>
                  <a:lnTo>
                    <a:pt x="2929" y="815"/>
                  </a:lnTo>
                  <a:cubicBezTo>
                    <a:pt x="2929" y="797"/>
                    <a:pt x="2933" y="781"/>
                    <a:pt x="2940" y="763"/>
                  </a:cubicBezTo>
                  <a:lnTo>
                    <a:pt x="3130" y="251"/>
                  </a:lnTo>
                  <a:cubicBezTo>
                    <a:pt x="3177" y="125"/>
                    <a:pt x="3049" y="1"/>
                    <a:pt x="2875" y="1"/>
                  </a:cubicBezTo>
                  <a:lnTo>
                    <a:pt x="1090" y="1"/>
                  </a:lnTo>
                  <a:cubicBezTo>
                    <a:pt x="914" y="1"/>
                    <a:pt x="786" y="126"/>
                    <a:pt x="834" y="252"/>
                  </a:cubicBezTo>
                  <a:lnTo>
                    <a:pt x="1023" y="748"/>
                  </a:lnTo>
                  <a:cubicBezTo>
                    <a:pt x="1029" y="766"/>
                    <a:pt x="1033" y="784"/>
                    <a:pt x="1033" y="802"/>
                  </a:cubicBezTo>
                  <a:lnTo>
                    <a:pt x="1033" y="1069"/>
                  </a:lnTo>
                  <a:cubicBezTo>
                    <a:pt x="1033" y="1085"/>
                    <a:pt x="1029" y="1101"/>
                    <a:pt x="1024" y="1118"/>
                  </a:cubicBezTo>
                  <a:lnTo>
                    <a:pt x="45" y="3951"/>
                  </a:lnTo>
                  <a:cubicBezTo>
                    <a:pt x="1" y="4077"/>
                    <a:pt x="127" y="4199"/>
                    <a:pt x="301" y="4199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72"/>
            <p:cNvSpPr/>
            <p:nvPr/>
          </p:nvSpPr>
          <p:spPr>
            <a:xfrm>
              <a:off x="1525231" y="1901755"/>
              <a:ext cx="417861" cy="220"/>
            </a:xfrm>
            <a:custGeom>
              <a:avLst/>
              <a:gdLst/>
              <a:ahLst/>
              <a:cxnLst/>
              <a:rect l="l" t="t" r="r" b="b"/>
              <a:pathLst>
                <a:path w="1899" h="1" extrusionOk="0">
                  <a:moveTo>
                    <a:pt x="1" y="1"/>
                  </a:moveTo>
                  <a:lnTo>
                    <a:pt x="1898" y="1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72"/>
            <p:cNvSpPr/>
            <p:nvPr/>
          </p:nvSpPr>
          <p:spPr>
            <a:xfrm>
              <a:off x="1525231" y="1901755"/>
              <a:ext cx="417861" cy="220"/>
            </a:xfrm>
            <a:custGeom>
              <a:avLst/>
              <a:gdLst/>
              <a:ahLst/>
              <a:cxnLst/>
              <a:rect l="l" t="t" r="r" b="b"/>
              <a:pathLst>
                <a:path w="1899" h="1" fill="none" extrusionOk="0">
                  <a:moveTo>
                    <a:pt x="1" y="1"/>
                  </a:moveTo>
                  <a:lnTo>
                    <a:pt x="1898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7" name="Google Shape;4437;p72"/>
          <p:cNvGrpSpPr/>
          <p:nvPr/>
        </p:nvGrpSpPr>
        <p:grpSpPr>
          <a:xfrm flipH="1">
            <a:off x="1761350" y="3361006"/>
            <a:ext cx="1655548" cy="1337197"/>
            <a:chOff x="4107250" y="1993256"/>
            <a:chExt cx="1655548" cy="1337197"/>
          </a:xfrm>
        </p:grpSpPr>
        <p:sp>
          <p:nvSpPr>
            <p:cNvPr id="4438" name="Google Shape;4438;p72"/>
            <p:cNvSpPr/>
            <p:nvPr/>
          </p:nvSpPr>
          <p:spPr>
            <a:xfrm>
              <a:off x="4107250" y="2048817"/>
              <a:ext cx="1585748" cy="1281636"/>
            </a:xfrm>
            <a:custGeom>
              <a:avLst/>
              <a:gdLst/>
              <a:ahLst/>
              <a:cxnLst/>
              <a:rect l="l" t="t" r="r" b="b"/>
              <a:pathLst>
                <a:path w="19692" h="15916" extrusionOk="0">
                  <a:moveTo>
                    <a:pt x="6421" y="0"/>
                  </a:moveTo>
                  <a:lnTo>
                    <a:pt x="0" y="13533"/>
                  </a:lnTo>
                  <a:lnTo>
                    <a:pt x="7305" y="15915"/>
                  </a:lnTo>
                  <a:lnTo>
                    <a:pt x="19692" y="15915"/>
                  </a:lnTo>
                  <a:lnTo>
                    <a:pt x="18262" y="13691"/>
                  </a:lnTo>
                  <a:lnTo>
                    <a:pt x="6421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72"/>
            <p:cNvSpPr/>
            <p:nvPr/>
          </p:nvSpPr>
          <p:spPr>
            <a:xfrm>
              <a:off x="4621808" y="3081685"/>
              <a:ext cx="90593" cy="110963"/>
            </a:xfrm>
            <a:custGeom>
              <a:avLst/>
              <a:gdLst/>
              <a:ahLst/>
              <a:cxnLst/>
              <a:rect l="l" t="t" r="r" b="b"/>
              <a:pathLst>
                <a:path w="1125" h="1378" extrusionOk="0">
                  <a:moveTo>
                    <a:pt x="1" y="0"/>
                  </a:moveTo>
                  <a:lnTo>
                    <a:pt x="1" y="1377"/>
                  </a:lnTo>
                  <a:lnTo>
                    <a:pt x="712" y="1377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72"/>
            <p:cNvSpPr/>
            <p:nvPr/>
          </p:nvSpPr>
          <p:spPr>
            <a:xfrm>
              <a:off x="4621808" y="3132012"/>
              <a:ext cx="79803" cy="125780"/>
            </a:xfrm>
            <a:custGeom>
              <a:avLst/>
              <a:gdLst/>
              <a:ahLst/>
              <a:cxnLst/>
              <a:rect l="l" t="t" r="r" b="b"/>
              <a:pathLst>
                <a:path w="991" h="1562" extrusionOk="0">
                  <a:moveTo>
                    <a:pt x="1" y="0"/>
                  </a:moveTo>
                  <a:lnTo>
                    <a:pt x="1" y="1377"/>
                  </a:lnTo>
                  <a:lnTo>
                    <a:pt x="169" y="1561"/>
                  </a:lnTo>
                  <a:lnTo>
                    <a:pt x="596" y="1561"/>
                  </a:lnTo>
                  <a:lnTo>
                    <a:pt x="991" y="2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72"/>
            <p:cNvSpPr/>
            <p:nvPr/>
          </p:nvSpPr>
          <p:spPr>
            <a:xfrm>
              <a:off x="4621808" y="3132012"/>
              <a:ext cx="79803" cy="125780"/>
            </a:xfrm>
            <a:custGeom>
              <a:avLst/>
              <a:gdLst/>
              <a:ahLst/>
              <a:cxnLst/>
              <a:rect l="l" t="t" r="r" b="b"/>
              <a:pathLst>
                <a:path w="991" h="1562" extrusionOk="0">
                  <a:moveTo>
                    <a:pt x="1" y="0"/>
                  </a:moveTo>
                  <a:lnTo>
                    <a:pt x="1" y="1377"/>
                  </a:lnTo>
                  <a:lnTo>
                    <a:pt x="169" y="1561"/>
                  </a:lnTo>
                  <a:lnTo>
                    <a:pt x="596" y="1561"/>
                  </a:lnTo>
                  <a:lnTo>
                    <a:pt x="991" y="2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72"/>
            <p:cNvSpPr/>
            <p:nvPr/>
          </p:nvSpPr>
          <p:spPr>
            <a:xfrm>
              <a:off x="4635336" y="3153270"/>
              <a:ext cx="5879" cy="104521"/>
            </a:xfrm>
            <a:custGeom>
              <a:avLst/>
              <a:gdLst/>
              <a:ahLst/>
              <a:cxnLst/>
              <a:rect l="l" t="t" r="r" b="b"/>
              <a:pathLst>
                <a:path w="73" h="1298" extrusionOk="0">
                  <a:moveTo>
                    <a:pt x="72" y="1"/>
                  </a:moveTo>
                  <a:cubicBezTo>
                    <a:pt x="60" y="41"/>
                    <a:pt x="1" y="1297"/>
                    <a:pt x="1" y="1297"/>
                  </a:cubicBezTo>
                  <a:lnTo>
                    <a:pt x="72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72"/>
            <p:cNvSpPr/>
            <p:nvPr/>
          </p:nvSpPr>
          <p:spPr>
            <a:xfrm>
              <a:off x="4635336" y="3153270"/>
              <a:ext cx="5879" cy="104521"/>
            </a:xfrm>
            <a:custGeom>
              <a:avLst/>
              <a:gdLst/>
              <a:ahLst/>
              <a:cxnLst/>
              <a:rect l="l" t="t" r="r" b="b"/>
              <a:pathLst>
                <a:path w="73" h="1298" fill="none" extrusionOk="0">
                  <a:moveTo>
                    <a:pt x="72" y="1"/>
                  </a:moveTo>
                  <a:cubicBezTo>
                    <a:pt x="60" y="41"/>
                    <a:pt x="1" y="1297"/>
                    <a:pt x="1" y="129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72"/>
            <p:cNvSpPr/>
            <p:nvPr/>
          </p:nvSpPr>
          <p:spPr>
            <a:xfrm>
              <a:off x="4695408" y="2072732"/>
              <a:ext cx="997655" cy="1163747"/>
            </a:xfrm>
            <a:custGeom>
              <a:avLst/>
              <a:gdLst/>
              <a:ahLst/>
              <a:cxnLst/>
              <a:rect l="l" t="t" r="r" b="b"/>
              <a:pathLst>
                <a:path w="12389" h="14452" extrusionOk="0">
                  <a:moveTo>
                    <a:pt x="1" y="0"/>
                  </a:moveTo>
                  <a:lnTo>
                    <a:pt x="1" y="14452"/>
                  </a:lnTo>
                  <a:lnTo>
                    <a:pt x="12389" y="14452"/>
                  </a:lnTo>
                  <a:lnTo>
                    <a:pt x="1238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72"/>
            <p:cNvSpPr/>
            <p:nvPr/>
          </p:nvSpPr>
          <p:spPr>
            <a:xfrm>
              <a:off x="4749199" y="2236999"/>
              <a:ext cx="943863" cy="607320"/>
            </a:xfrm>
            <a:custGeom>
              <a:avLst/>
              <a:gdLst/>
              <a:ahLst/>
              <a:cxnLst/>
              <a:rect l="l" t="t" r="r" b="b"/>
              <a:pathLst>
                <a:path w="11721" h="7542" extrusionOk="0">
                  <a:moveTo>
                    <a:pt x="11721" y="984"/>
                  </a:moveTo>
                  <a:lnTo>
                    <a:pt x="1502" y="984"/>
                  </a:lnTo>
                  <a:lnTo>
                    <a:pt x="6" y="0"/>
                  </a:lnTo>
                  <a:lnTo>
                    <a:pt x="6" y="6558"/>
                  </a:lnTo>
                  <a:lnTo>
                    <a:pt x="1" y="7542"/>
                  </a:lnTo>
                  <a:lnTo>
                    <a:pt x="11721" y="7542"/>
                  </a:lnTo>
                  <a:close/>
                </a:path>
              </a:pathLst>
            </a:custGeom>
            <a:gradFill>
              <a:gsLst>
                <a:gs pos="0">
                  <a:srgbClr val="3C4173">
                    <a:alpha val="95294"/>
                  </a:srgbClr>
                </a:gs>
                <a:gs pos="100000">
                  <a:srgbClr val="3C4173">
                    <a:alpha val="26666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72"/>
            <p:cNvSpPr/>
            <p:nvPr/>
          </p:nvSpPr>
          <p:spPr>
            <a:xfrm>
              <a:off x="4749360" y="2654511"/>
              <a:ext cx="889829" cy="528083"/>
            </a:xfrm>
            <a:custGeom>
              <a:avLst/>
              <a:gdLst/>
              <a:ahLst/>
              <a:cxnLst/>
              <a:rect l="l" t="t" r="r" b="b"/>
              <a:pathLst>
                <a:path w="11050" h="6558" extrusionOk="0">
                  <a:moveTo>
                    <a:pt x="1" y="0"/>
                  </a:moveTo>
                  <a:lnTo>
                    <a:pt x="1" y="6558"/>
                  </a:lnTo>
                  <a:lnTo>
                    <a:pt x="11050" y="6558"/>
                  </a:lnTo>
                  <a:lnTo>
                    <a:pt x="11050" y="0"/>
                  </a:lnTo>
                  <a:close/>
                </a:path>
              </a:pathLst>
            </a:custGeom>
            <a:gradFill>
              <a:gsLst>
                <a:gs pos="0">
                  <a:srgbClr val="3C4173">
                    <a:alpha val="95294"/>
                  </a:srgbClr>
                </a:gs>
                <a:gs pos="100000">
                  <a:srgbClr val="3C4173">
                    <a:alpha val="26666"/>
                  </a:srgbClr>
                </a:gs>
              </a:gsLst>
              <a:lin ang="540070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72"/>
            <p:cNvSpPr/>
            <p:nvPr/>
          </p:nvSpPr>
          <p:spPr>
            <a:xfrm>
              <a:off x="4695408" y="3236450"/>
              <a:ext cx="90674" cy="93973"/>
            </a:xfrm>
            <a:custGeom>
              <a:avLst/>
              <a:gdLst/>
              <a:ahLst/>
              <a:cxnLst/>
              <a:rect l="l" t="t" r="r" b="b"/>
              <a:pathLst>
                <a:path w="1126" h="1167" extrusionOk="0">
                  <a:moveTo>
                    <a:pt x="1" y="1"/>
                  </a:moveTo>
                  <a:lnTo>
                    <a:pt x="1" y="1166"/>
                  </a:lnTo>
                  <a:lnTo>
                    <a:pt x="712" y="116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72"/>
            <p:cNvSpPr/>
            <p:nvPr/>
          </p:nvSpPr>
          <p:spPr>
            <a:xfrm>
              <a:off x="5602366" y="3236450"/>
              <a:ext cx="90593" cy="93973"/>
            </a:xfrm>
            <a:custGeom>
              <a:avLst/>
              <a:gdLst/>
              <a:ahLst/>
              <a:cxnLst/>
              <a:rect l="l" t="t" r="r" b="b"/>
              <a:pathLst>
                <a:path w="1125" h="1167" extrusionOk="0">
                  <a:moveTo>
                    <a:pt x="1" y="1"/>
                  </a:moveTo>
                  <a:lnTo>
                    <a:pt x="414" y="1166"/>
                  </a:lnTo>
                  <a:lnTo>
                    <a:pt x="1125" y="1166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72"/>
            <p:cNvSpPr/>
            <p:nvPr/>
          </p:nvSpPr>
          <p:spPr>
            <a:xfrm>
              <a:off x="5576678" y="3236450"/>
              <a:ext cx="59107" cy="93973"/>
            </a:xfrm>
            <a:custGeom>
              <a:avLst/>
              <a:gdLst/>
              <a:ahLst/>
              <a:cxnLst/>
              <a:rect l="l" t="t" r="r" b="b"/>
              <a:pathLst>
                <a:path w="734" h="1167" extrusionOk="0">
                  <a:moveTo>
                    <a:pt x="1" y="1"/>
                  </a:moveTo>
                  <a:lnTo>
                    <a:pt x="310" y="889"/>
                  </a:lnTo>
                  <a:lnTo>
                    <a:pt x="733" y="1166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72"/>
            <p:cNvSpPr/>
            <p:nvPr/>
          </p:nvSpPr>
          <p:spPr>
            <a:xfrm>
              <a:off x="5576678" y="3236450"/>
              <a:ext cx="59107" cy="93973"/>
            </a:xfrm>
            <a:custGeom>
              <a:avLst/>
              <a:gdLst/>
              <a:ahLst/>
              <a:cxnLst/>
              <a:rect l="l" t="t" r="r" b="b"/>
              <a:pathLst>
                <a:path w="734" h="1167" extrusionOk="0">
                  <a:moveTo>
                    <a:pt x="1" y="1"/>
                  </a:moveTo>
                  <a:lnTo>
                    <a:pt x="310" y="889"/>
                  </a:lnTo>
                  <a:lnTo>
                    <a:pt x="733" y="1166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72"/>
            <p:cNvSpPr/>
            <p:nvPr/>
          </p:nvSpPr>
          <p:spPr>
            <a:xfrm>
              <a:off x="4621727" y="2048817"/>
              <a:ext cx="73763" cy="1187663"/>
            </a:xfrm>
            <a:custGeom>
              <a:avLst/>
              <a:gdLst/>
              <a:ahLst/>
              <a:cxnLst/>
              <a:rect l="l" t="t" r="r" b="b"/>
              <a:pathLst>
                <a:path w="916" h="14749" extrusionOk="0">
                  <a:moveTo>
                    <a:pt x="32" y="0"/>
                  </a:moveTo>
                  <a:lnTo>
                    <a:pt x="0" y="13783"/>
                  </a:lnTo>
                  <a:lnTo>
                    <a:pt x="916" y="14749"/>
                  </a:lnTo>
                  <a:lnTo>
                    <a:pt x="916" y="297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72"/>
            <p:cNvSpPr/>
            <p:nvPr/>
          </p:nvSpPr>
          <p:spPr>
            <a:xfrm>
              <a:off x="4621727" y="2048817"/>
              <a:ext cx="73763" cy="1187663"/>
            </a:xfrm>
            <a:custGeom>
              <a:avLst/>
              <a:gdLst/>
              <a:ahLst/>
              <a:cxnLst/>
              <a:rect l="l" t="t" r="r" b="b"/>
              <a:pathLst>
                <a:path w="916" h="14749" extrusionOk="0">
                  <a:moveTo>
                    <a:pt x="32" y="0"/>
                  </a:moveTo>
                  <a:lnTo>
                    <a:pt x="0" y="13783"/>
                  </a:lnTo>
                  <a:lnTo>
                    <a:pt x="916" y="14749"/>
                  </a:lnTo>
                  <a:lnTo>
                    <a:pt x="916" y="297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72"/>
            <p:cNvSpPr/>
            <p:nvPr/>
          </p:nvSpPr>
          <p:spPr>
            <a:xfrm>
              <a:off x="4624223" y="2048817"/>
              <a:ext cx="1068842" cy="23996"/>
            </a:xfrm>
            <a:custGeom>
              <a:avLst/>
              <a:gdLst/>
              <a:ahLst/>
              <a:cxnLst/>
              <a:rect l="l" t="t" r="r" b="b"/>
              <a:pathLst>
                <a:path w="13273" h="298" extrusionOk="0">
                  <a:moveTo>
                    <a:pt x="1" y="0"/>
                  </a:moveTo>
                  <a:lnTo>
                    <a:pt x="885" y="297"/>
                  </a:lnTo>
                  <a:lnTo>
                    <a:pt x="13273" y="297"/>
                  </a:lnTo>
                  <a:lnTo>
                    <a:pt x="1238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72"/>
            <p:cNvSpPr/>
            <p:nvPr/>
          </p:nvSpPr>
          <p:spPr>
            <a:xfrm>
              <a:off x="4624223" y="2048656"/>
              <a:ext cx="847149" cy="24158"/>
            </a:xfrm>
            <a:custGeom>
              <a:avLst/>
              <a:gdLst/>
              <a:ahLst/>
              <a:cxnLst/>
              <a:rect l="l" t="t" r="r" b="b"/>
              <a:pathLst>
                <a:path w="10520" h="300" extrusionOk="0">
                  <a:moveTo>
                    <a:pt x="7447" y="220"/>
                  </a:moveTo>
                  <a:cubicBezTo>
                    <a:pt x="6803" y="222"/>
                    <a:pt x="6667" y="109"/>
                    <a:pt x="6615" y="36"/>
                  </a:cubicBezTo>
                  <a:cubicBezTo>
                    <a:pt x="6607" y="25"/>
                    <a:pt x="6601" y="12"/>
                    <a:pt x="6595" y="0"/>
                  </a:cubicBezTo>
                  <a:lnTo>
                    <a:pt x="6585" y="0"/>
                  </a:lnTo>
                  <a:lnTo>
                    <a:pt x="1" y="2"/>
                  </a:lnTo>
                  <a:lnTo>
                    <a:pt x="885" y="299"/>
                  </a:lnTo>
                  <a:lnTo>
                    <a:pt x="10520" y="299"/>
                  </a:lnTo>
                  <a:lnTo>
                    <a:pt x="10316" y="226"/>
                  </a:lnTo>
                  <a:lnTo>
                    <a:pt x="7448" y="220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72"/>
            <p:cNvSpPr/>
            <p:nvPr/>
          </p:nvSpPr>
          <p:spPr>
            <a:xfrm>
              <a:off x="4624223" y="2048817"/>
              <a:ext cx="1068842" cy="23996"/>
            </a:xfrm>
            <a:custGeom>
              <a:avLst/>
              <a:gdLst/>
              <a:ahLst/>
              <a:cxnLst/>
              <a:rect l="l" t="t" r="r" b="b"/>
              <a:pathLst>
                <a:path w="13273" h="298" fill="none" extrusionOk="0">
                  <a:moveTo>
                    <a:pt x="12388" y="0"/>
                  </a:moveTo>
                  <a:lnTo>
                    <a:pt x="1" y="0"/>
                  </a:lnTo>
                  <a:lnTo>
                    <a:pt x="885" y="297"/>
                  </a:lnTo>
                  <a:lnTo>
                    <a:pt x="13273" y="29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72"/>
            <p:cNvSpPr/>
            <p:nvPr/>
          </p:nvSpPr>
          <p:spPr>
            <a:xfrm>
              <a:off x="5178238" y="2917096"/>
              <a:ext cx="50974" cy="50892"/>
            </a:xfrm>
            <a:custGeom>
              <a:avLst/>
              <a:gdLst/>
              <a:ahLst/>
              <a:cxnLst/>
              <a:rect l="l" t="t" r="r" b="b"/>
              <a:pathLst>
                <a:path w="633" h="632" extrusionOk="0">
                  <a:moveTo>
                    <a:pt x="317" y="1"/>
                  </a:moveTo>
                  <a:cubicBezTo>
                    <a:pt x="143" y="1"/>
                    <a:pt x="1" y="142"/>
                    <a:pt x="1" y="316"/>
                  </a:cubicBezTo>
                  <a:cubicBezTo>
                    <a:pt x="1" y="490"/>
                    <a:pt x="143" y="632"/>
                    <a:pt x="317" y="632"/>
                  </a:cubicBezTo>
                  <a:cubicBezTo>
                    <a:pt x="492" y="632"/>
                    <a:pt x="633" y="490"/>
                    <a:pt x="633" y="316"/>
                  </a:cubicBezTo>
                  <a:cubicBezTo>
                    <a:pt x="633" y="142"/>
                    <a:pt x="492" y="1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72"/>
            <p:cNvSpPr/>
            <p:nvPr/>
          </p:nvSpPr>
          <p:spPr>
            <a:xfrm>
              <a:off x="5190961" y="2908560"/>
              <a:ext cx="50974" cy="50972"/>
            </a:xfrm>
            <a:custGeom>
              <a:avLst/>
              <a:gdLst/>
              <a:ahLst/>
              <a:cxnLst/>
              <a:rect l="l" t="t" r="r" b="b"/>
              <a:pathLst>
                <a:path w="633" h="633" extrusionOk="0">
                  <a:moveTo>
                    <a:pt x="317" y="0"/>
                  </a:moveTo>
                  <a:cubicBezTo>
                    <a:pt x="142" y="0"/>
                    <a:pt x="1" y="143"/>
                    <a:pt x="1" y="316"/>
                  </a:cubicBezTo>
                  <a:cubicBezTo>
                    <a:pt x="1" y="491"/>
                    <a:pt x="142" y="632"/>
                    <a:pt x="317" y="632"/>
                  </a:cubicBezTo>
                  <a:cubicBezTo>
                    <a:pt x="492" y="632"/>
                    <a:pt x="633" y="491"/>
                    <a:pt x="633" y="316"/>
                  </a:cubicBezTo>
                  <a:cubicBezTo>
                    <a:pt x="633" y="143"/>
                    <a:pt x="492" y="0"/>
                    <a:pt x="31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72"/>
            <p:cNvSpPr/>
            <p:nvPr/>
          </p:nvSpPr>
          <p:spPr>
            <a:xfrm>
              <a:off x="4749360" y="2114041"/>
              <a:ext cx="889829" cy="12562"/>
            </a:xfrm>
            <a:custGeom>
              <a:avLst/>
              <a:gdLst/>
              <a:ahLst/>
              <a:cxnLst/>
              <a:rect l="l" t="t" r="r" b="b"/>
              <a:pathLst>
                <a:path w="11050" h="156" extrusionOk="0">
                  <a:moveTo>
                    <a:pt x="1" y="0"/>
                  </a:moveTo>
                  <a:lnTo>
                    <a:pt x="1" y="156"/>
                  </a:lnTo>
                  <a:lnTo>
                    <a:pt x="11050" y="156"/>
                  </a:lnTo>
                  <a:lnTo>
                    <a:pt x="110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72"/>
            <p:cNvSpPr/>
            <p:nvPr/>
          </p:nvSpPr>
          <p:spPr>
            <a:xfrm>
              <a:off x="4749360" y="2114041"/>
              <a:ext cx="889829" cy="12562"/>
            </a:xfrm>
            <a:custGeom>
              <a:avLst/>
              <a:gdLst/>
              <a:ahLst/>
              <a:cxnLst/>
              <a:rect l="l" t="t" r="r" b="b"/>
              <a:pathLst>
                <a:path w="11050" h="156" extrusionOk="0">
                  <a:moveTo>
                    <a:pt x="1" y="0"/>
                  </a:moveTo>
                  <a:lnTo>
                    <a:pt x="1" y="156"/>
                  </a:lnTo>
                  <a:lnTo>
                    <a:pt x="11050" y="156"/>
                  </a:lnTo>
                  <a:lnTo>
                    <a:pt x="11050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72"/>
            <p:cNvSpPr/>
            <p:nvPr/>
          </p:nvSpPr>
          <p:spPr>
            <a:xfrm>
              <a:off x="5638683" y="2126763"/>
              <a:ext cx="81" cy="15380"/>
            </a:xfrm>
            <a:custGeom>
              <a:avLst/>
              <a:gdLst/>
              <a:ahLst/>
              <a:cxnLst/>
              <a:rect l="l" t="t" r="r" b="b"/>
              <a:pathLst>
                <a:path w="1" h="191" fill="none" extrusionOk="0">
                  <a:moveTo>
                    <a:pt x="0" y="0"/>
                  </a:moveTo>
                  <a:lnTo>
                    <a:pt x="0" y="19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72"/>
            <p:cNvSpPr/>
            <p:nvPr/>
          </p:nvSpPr>
          <p:spPr>
            <a:xfrm>
              <a:off x="4749360" y="2126602"/>
              <a:ext cx="889829" cy="528002"/>
            </a:xfrm>
            <a:custGeom>
              <a:avLst/>
              <a:gdLst/>
              <a:ahLst/>
              <a:cxnLst/>
              <a:rect l="l" t="t" r="r" b="b"/>
              <a:pathLst>
                <a:path w="11050" h="6557" extrusionOk="0">
                  <a:moveTo>
                    <a:pt x="1" y="0"/>
                  </a:moveTo>
                  <a:lnTo>
                    <a:pt x="1" y="6556"/>
                  </a:lnTo>
                  <a:lnTo>
                    <a:pt x="11050" y="6556"/>
                  </a:lnTo>
                  <a:lnTo>
                    <a:pt x="110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72"/>
            <p:cNvSpPr/>
            <p:nvPr/>
          </p:nvSpPr>
          <p:spPr>
            <a:xfrm>
              <a:off x="4749360" y="2126602"/>
              <a:ext cx="889829" cy="528002"/>
            </a:xfrm>
            <a:custGeom>
              <a:avLst/>
              <a:gdLst/>
              <a:ahLst/>
              <a:cxnLst/>
              <a:rect l="l" t="t" r="r" b="b"/>
              <a:pathLst>
                <a:path w="11050" h="6557" extrusionOk="0">
                  <a:moveTo>
                    <a:pt x="1" y="0"/>
                  </a:moveTo>
                  <a:lnTo>
                    <a:pt x="11050" y="0"/>
                  </a:lnTo>
                  <a:lnTo>
                    <a:pt x="1104" y="6556"/>
                  </a:lnTo>
                  <a:lnTo>
                    <a:pt x="1" y="6556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72"/>
            <p:cNvSpPr/>
            <p:nvPr/>
          </p:nvSpPr>
          <p:spPr>
            <a:xfrm>
              <a:off x="4749360" y="2126602"/>
              <a:ext cx="889829" cy="528002"/>
            </a:xfrm>
            <a:custGeom>
              <a:avLst/>
              <a:gdLst/>
              <a:ahLst/>
              <a:cxnLst/>
              <a:rect l="l" t="t" r="r" b="b"/>
              <a:pathLst>
                <a:path w="11050" h="6557" fill="none" extrusionOk="0">
                  <a:moveTo>
                    <a:pt x="1" y="0"/>
                  </a:moveTo>
                  <a:lnTo>
                    <a:pt x="11050" y="0"/>
                  </a:lnTo>
                  <a:lnTo>
                    <a:pt x="11050" y="6556"/>
                  </a:lnTo>
                  <a:lnTo>
                    <a:pt x="1" y="65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72"/>
            <p:cNvSpPr/>
            <p:nvPr/>
          </p:nvSpPr>
          <p:spPr>
            <a:xfrm>
              <a:off x="5190961" y="2387335"/>
              <a:ext cx="50974" cy="50892"/>
            </a:xfrm>
            <a:custGeom>
              <a:avLst/>
              <a:gdLst/>
              <a:ahLst/>
              <a:cxnLst/>
              <a:rect l="l" t="t" r="r" b="b"/>
              <a:pathLst>
                <a:path w="633" h="632" extrusionOk="0">
                  <a:moveTo>
                    <a:pt x="317" y="1"/>
                  </a:moveTo>
                  <a:cubicBezTo>
                    <a:pt x="142" y="1"/>
                    <a:pt x="1" y="142"/>
                    <a:pt x="1" y="317"/>
                  </a:cubicBezTo>
                  <a:cubicBezTo>
                    <a:pt x="1" y="491"/>
                    <a:pt x="142" y="632"/>
                    <a:pt x="317" y="632"/>
                  </a:cubicBezTo>
                  <a:cubicBezTo>
                    <a:pt x="492" y="632"/>
                    <a:pt x="633" y="491"/>
                    <a:pt x="633" y="317"/>
                  </a:cubicBezTo>
                  <a:cubicBezTo>
                    <a:pt x="633" y="142"/>
                    <a:pt x="492" y="1"/>
                    <a:pt x="31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72"/>
            <p:cNvSpPr/>
            <p:nvPr/>
          </p:nvSpPr>
          <p:spPr>
            <a:xfrm>
              <a:off x="4749682" y="2126844"/>
              <a:ext cx="120469" cy="607239"/>
            </a:xfrm>
            <a:custGeom>
              <a:avLst/>
              <a:gdLst/>
              <a:ahLst/>
              <a:cxnLst/>
              <a:rect l="l" t="t" r="r" b="b"/>
              <a:pathLst>
                <a:path w="1496" h="7541" extrusionOk="0">
                  <a:moveTo>
                    <a:pt x="0" y="0"/>
                  </a:moveTo>
                  <a:lnTo>
                    <a:pt x="0" y="6558"/>
                  </a:lnTo>
                  <a:lnTo>
                    <a:pt x="1496" y="7540"/>
                  </a:lnTo>
                  <a:lnTo>
                    <a:pt x="1496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72"/>
            <p:cNvSpPr/>
            <p:nvPr/>
          </p:nvSpPr>
          <p:spPr>
            <a:xfrm>
              <a:off x="4749682" y="2126844"/>
              <a:ext cx="120469" cy="607239"/>
            </a:xfrm>
            <a:custGeom>
              <a:avLst/>
              <a:gdLst/>
              <a:ahLst/>
              <a:cxnLst/>
              <a:rect l="l" t="t" r="r" b="b"/>
              <a:pathLst>
                <a:path w="1496" h="7541" extrusionOk="0">
                  <a:moveTo>
                    <a:pt x="0" y="0"/>
                  </a:moveTo>
                  <a:lnTo>
                    <a:pt x="0" y="6558"/>
                  </a:lnTo>
                  <a:lnTo>
                    <a:pt x="1496" y="7540"/>
                  </a:lnTo>
                  <a:lnTo>
                    <a:pt x="1496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72"/>
            <p:cNvSpPr/>
            <p:nvPr/>
          </p:nvSpPr>
          <p:spPr>
            <a:xfrm>
              <a:off x="4942862" y="1993256"/>
              <a:ext cx="520047" cy="391674"/>
            </a:xfrm>
            <a:custGeom>
              <a:avLst/>
              <a:gdLst/>
              <a:ahLst/>
              <a:cxnLst/>
              <a:rect l="l" t="t" r="r" b="b"/>
              <a:pathLst>
                <a:path w="6458" h="4864" extrusionOk="0">
                  <a:moveTo>
                    <a:pt x="552" y="0"/>
                  </a:moveTo>
                  <a:lnTo>
                    <a:pt x="1" y="4206"/>
                  </a:lnTo>
                  <a:lnTo>
                    <a:pt x="5905" y="4864"/>
                  </a:lnTo>
                  <a:lnTo>
                    <a:pt x="6458" y="658"/>
                  </a:lnTo>
                  <a:lnTo>
                    <a:pt x="55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72"/>
            <p:cNvSpPr/>
            <p:nvPr/>
          </p:nvSpPr>
          <p:spPr>
            <a:xfrm>
              <a:off x="4942862" y="1993256"/>
              <a:ext cx="520047" cy="391674"/>
            </a:xfrm>
            <a:custGeom>
              <a:avLst/>
              <a:gdLst/>
              <a:ahLst/>
              <a:cxnLst/>
              <a:rect l="l" t="t" r="r" b="b"/>
              <a:pathLst>
                <a:path w="6458" h="4864" fill="none" extrusionOk="0">
                  <a:moveTo>
                    <a:pt x="5905" y="4864"/>
                  </a:moveTo>
                  <a:lnTo>
                    <a:pt x="1" y="4206"/>
                  </a:lnTo>
                  <a:lnTo>
                    <a:pt x="552" y="0"/>
                  </a:lnTo>
                  <a:lnTo>
                    <a:pt x="6458" y="65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72"/>
            <p:cNvSpPr/>
            <p:nvPr/>
          </p:nvSpPr>
          <p:spPr>
            <a:xfrm>
              <a:off x="5638683" y="2126602"/>
              <a:ext cx="124093" cy="607481"/>
            </a:xfrm>
            <a:custGeom>
              <a:avLst/>
              <a:gdLst/>
              <a:ahLst/>
              <a:cxnLst/>
              <a:rect l="l" t="t" r="r" b="b"/>
              <a:pathLst>
                <a:path w="1541" h="7544" extrusionOk="0">
                  <a:moveTo>
                    <a:pt x="0" y="0"/>
                  </a:moveTo>
                  <a:lnTo>
                    <a:pt x="0" y="6556"/>
                  </a:lnTo>
                  <a:lnTo>
                    <a:pt x="1541" y="7543"/>
                  </a:lnTo>
                  <a:lnTo>
                    <a:pt x="1541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72"/>
            <p:cNvSpPr/>
            <p:nvPr/>
          </p:nvSpPr>
          <p:spPr>
            <a:xfrm>
              <a:off x="5638683" y="2126602"/>
              <a:ext cx="124093" cy="607481"/>
            </a:xfrm>
            <a:custGeom>
              <a:avLst/>
              <a:gdLst/>
              <a:ahLst/>
              <a:cxnLst/>
              <a:rect l="l" t="t" r="r" b="b"/>
              <a:pathLst>
                <a:path w="1541" h="7544" extrusionOk="0">
                  <a:moveTo>
                    <a:pt x="0" y="0"/>
                  </a:moveTo>
                  <a:lnTo>
                    <a:pt x="0" y="6556"/>
                  </a:lnTo>
                  <a:lnTo>
                    <a:pt x="1541" y="7543"/>
                  </a:lnTo>
                  <a:lnTo>
                    <a:pt x="1541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72"/>
            <p:cNvSpPr/>
            <p:nvPr/>
          </p:nvSpPr>
          <p:spPr>
            <a:xfrm>
              <a:off x="4870067" y="2206078"/>
              <a:ext cx="889829" cy="528002"/>
            </a:xfrm>
            <a:custGeom>
              <a:avLst/>
              <a:gdLst/>
              <a:ahLst/>
              <a:cxnLst/>
              <a:rect l="l" t="t" r="r" b="b"/>
              <a:pathLst>
                <a:path w="11050" h="6557" extrusionOk="0">
                  <a:moveTo>
                    <a:pt x="1" y="0"/>
                  </a:moveTo>
                  <a:lnTo>
                    <a:pt x="1" y="6556"/>
                  </a:lnTo>
                  <a:lnTo>
                    <a:pt x="11050" y="6556"/>
                  </a:lnTo>
                  <a:lnTo>
                    <a:pt x="110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72"/>
            <p:cNvSpPr/>
            <p:nvPr/>
          </p:nvSpPr>
          <p:spPr>
            <a:xfrm>
              <a:off x="4749279" y="2126602"/>
              <a:ext cx="1013519" cy="79559"/>
            </a:xfrm>
            <a:custGeom>
              <a:avLst/>
              <a:gdLst/>
              <a:ahLst/>
              <a:cxnLst/>
              <a:rect l="l" t="t" r="r" b="b"/>
              <a:pathLst>
                <a:path w="12586" h="988" extrusionOk="0">
                  <a:moveTo>
                    <a:pt x="11051" y="3"/>
                  </a:moveTo>
                  <a:lnTo>
                    <a:pt x="11051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1501" y="987"/>
                  </a:lnTo>
                  <a:lnTo>
                    <a:pt x="12586" y="987"/>
                  </a:lnTo>
                  <a:close/>
                  <a:moveTo>
                    <a:pt x="1534" y="877"/>
                  </a:moveTo>
                  <a:lnTo>
                    <a:pt x="366" y="110"/>
                  </a:lnTo>
                  <a:lnTo>
                    <a:pt x="11013" y="110"/>
                  </a:lnTo>
                  <a:lnTo>
                    <a:pt x="12212" y="87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72"/>
            <p:cNvSpPr/>
            <p:nvPr/>
          </p:nvSpPr>
          <p:spPr>
            <a:xfrm>
              <a:off x="4749360" y="2126602"/>
              <a:ext cx="1013439" cy="79559"/>
            </a:xfrm>
            <a:custGeom>
              <a:avLst/>
              <a:gdLst/>
              <a:ahLst/>
              <a:cxnLst/>
              <a:rect l="l" t="t" r="r" b="b"/>
              <a:pathLst>
                <a:path w="12585" h="988" fill="none" extrusionOk="0">
                  <a:moveTo>
                    <a:pt x="11050" y="3"/>
                  </a:moveTo>
                  <a:lnTo>
                    <a:pt x="11050" y="0"/>
                  </a:lnTo>
                  <a:lnTo>
                    <a:pt x="1" y="0"/>
                  </a:lnTo>
                  <a:lnTo>
                    <a:pt x="4" y="3"/>
                  </a:lnTo>
                  <a:lnTo>
                    <a:pt x="1500" y="987"/>
                  </a:lnTo>
                  <a:lnTo>
                    <a:pt x="12549" y="987"/>
                  </a:lnTo>
                  <a:lnTo>
                    <a:pt x="12585" y="98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72"/>
            <p:cNvSpPr/>
            <p:nvPr/>
          </p:nvSpPr>
          <p:spPr>
            <a:xfrm>
              <a:off x="4866846" y="2003241"/>
              <a:ext cx="537441" cy="398277"/>
            </a:xfrm>
            <a:custGeom>
              <a:avLst/>
              <a:gdLst/>
              <a:ahLst/>
              <a:cxnLst/>
              <a:rect l="l" t="t" r="r" b="b"/>
              <a:pathLst>
                <a:path w="6674" h="4946" extrusionOk="0">
                  <a:moveTo>
                    <a:pt x="5839" y="0"/>
                  </a:moveTo>
                  <a:lnTo>
                    <a:pt x="1" y="1008"/>
                  </a:lnTo>
                  <a:lnTo>
                    <a:pt x="834" y="4946"/>
                  </a:lnTo>
                  <a:lnTo>
                    <a:pt x="6673" y="3939"/>
                  </a:lnTo>
                  <a:lnTo>
                    <a:pt x="583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72"/>
            <p:cNvSpPr/>
            <p:nvPr/>
          </p:nvSpPr>
          <p:spPr>
            <a:xfrm>
              <a:off x="4942862" y="1993256"/>
              <a:ext cx="520047" cy="391674"/>
            </a:xfrm>
            <a:custGeom>
              <a:avLst/>
              <a:gdLst/>
              <a:ahLst/>
              <a:cxnLst/>
              <a:rect l="l" t="t" r="r" b="b"/>
              <a:pathLst>
                <a:path w="6458" h="4864" extrusionOk="0">
                  <a:moveTo>
                    <a:pt x="5905" y="4864"/>
                  </a:moveTo>
                  <a:lnTo>
                    <a:pt x="1" y="4206"/>
                  </a:lnTo>
                  <a:lnTo>
                    <a:pt x="552" y="0"/>
                  </a:lnTo>
                  <a:lnTo>
                    <a:pt x="6458" y="658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72"/>
            <p:cNvSpPr/>
            <p:nvPr/>
          </p:nvSpPr>
          <p:spPr>
            <a:xfrm>
              <a:off x="4965087" y="2013226"/>
              <a:ext cx="475515" cy="351653"/>
            </a:xfrm>
            <a:custGeom>
              <a:avLst/>
              <a:gdLst/>
              <a:ahLst/>
              <a:cxnLst/>
              <a:rect l="l" t="t" r="r" b="b"/>
              <a:pathLst>
                <a:path w="5905" h="4367" fill="none" extrusionOk="0">
                  <a:moveTo>
                    <a:pt x="5412" y="4367"/>
                  </a:moveTo>
                  <a:lnTo>
                    <a:pt x="1" y="3762"/>
                  </a:lnTo>
                  <a:lnTo>
                    <a:pt x="495" y="1"/>
                  </a:lnTo>
                  <a:lnTo>
                    <a:pt x="5905" y="60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72"/>
            <p:cNvSpPr/>
            <p:nvPr/>
          </p:nvSpPr>
          <p:spPr>
            <a:xfrm>
              <a:off x="4902197" y="2093910"/>
              <a:ext cx="510303" cy="340138"/>
            </a:xfrm>
            <a:custGeom>
              <a:avLst/>
              <a:gdLst/>
              <a:ahLst/>
              <a:cxnLst/>
              <a:rect l="l" t="t" r="r" b="b"/>
              <a:pathLst>
                <a:path w="6337" h="4224" extrusionOk="0">
                  <a:moveTo>
                    <a:pt x="5927" y="0"/>
                  </a:moveTo>
                  <a:lnTo>
                    <a:pt x="1" y="488"/>
                  </a:lnTo>
                  <a:lnTo>
                    <a:pt x="410" y="4223"/>
                  </a:lnTo>
                  <a:lnTo>
                    <a:pt x="6336" y="3736"/>
                  </a:lnTo>
                  <a:lnTo>
                    <a:pt x="5927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72"/>
            <p:cNvSpPr/>
            <p:nvPr/>
          </p:nvSpPr>
          <p:spPr>
            <a:xfrm>
              <a:off x="4927241" y="2115893"/>
              <a:ext cx="460215" cy="296090"/>
            </a:xfrm>
            <a:custGeom>
              <a:avLst/>
              <a:gdLst/>
              <a:ahLst/>
              <a:cxnLst/>
              <a:rect l="l" t="t" r="r" b="b"/>
              <a:pathLst>
                <a:path w="5715" h="3677" extrusionOk="0">
                  <a:moveTo>
                    <a:pt x="5360" y="1"/>
                  </a:moveTo>
                  <a:lnTo>
                    <a:pt x="0" y="444"/>
                  </a:lnTo>
                  <a:lnTo>
                    <a:pt x="356" y="3677"/>
                  </a:lnTo>
                  <a:lnTo>
                    <a:pt x="5715" y="3233"/>
                  </a:lnTo>
                  <a:lnTo>
                    <a:pt x="536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72"/>
            <p:cNvSpPr/>
            <p:nvPr/>
          </p:nvSpPr>
          <p:spPr>
            <a:xfrm>
              <a:off x="4870067" y="2206078"/>
              <a:ext cx="889829" cy="528002"/>
            </a:xfrm>
            <a:custGeom>
              <a:avLst/>
              <a:gdLst/>
              <a:ahLst/>
              <a:cxnLst/>
              <a:rect l="l" t="t" r="r" b="b"/>
              <a:pathLst>
                <a:path w="11050" h="6557" extrusionOk="0">
                  <a:moveTo>
                    <a:pt x="1" y="0"/>
                  </a:moveTo>
                  <a:lnTo>
                    <a:pt x="11050" y="0"/>
                  </a:lnTo>
                  <a:lnTo>
                    <a:pt x="11050" y="6556"/>
                  </a:lnTo>
                  <a:lnTo>
                    <a:pt x="1" y="6556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72"/>
            <p:cNvSpPr/>
            <p:nvPr/>
          </p:nvSpPr>
          <p:spPr>
            <a:xfrm>
              <a:off x="5299107" y="2475266"/>
              <a:ext cx="50974" cy="50972"/>
            </a:xfrm>
            <a:custGeom>
              <a:avLst/>
              <a:gdLst/>
              <a:ahLst/>
              <a:cxnLst/>
              <a:rect l="l" t="t" r="r" b="b"/>
              <a:pathLst>
                <a:path w="633" h="633" extrusionOk="0">
                  <a:moveTo>
                    <a:pt x="316" y="0"/>
                  </a:moveTo>
                  <a:cubicBezTo>
                    <a:pt x="141" y="0"/>
                    <a:pt x="0" y="141"/>
                    <a:pt x="0" y="316"/>
                  </a:cubicBezTo>
                  <a:cubicBezTo>
                    <a:pt x="0" y="491"/>
                    <a:pt x="141" y="632"/>
                    <a:pt x="316" y="632"/>
                  </a:cubicBezTo>
                  <a:cubicBezTo>
                    <a:pt x="491" y="632"/>
                    <a:pt x="632" y="491"/>
                    <a:pt x="632" y="316"/>
                  </a:cubicBezTo>
                  <a:cubicBezTo>
                    <a:pt x="632" y="141"/>
                    <a:pt x="491" y="0"/>
                    <a:pt x="31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72"/>
            <p:cNvSpPr/>
            <p:nvPr/>
          </p:nvSpPr>
          <p:spPr>
            <a:xfrm>
              <a:off x="5311830" y="2466731"/>
              <a:ext cx="50974" cy="50972"/>
            </a:xfrm>
            <a:custGeom>
              <a:avLst/>
              <a:gdLst/>
              <a:ahLst/>
              <a:cxnLst/>
              <a:rect l="l" t="t" r="r" b="b"/>
              <a:pathLst>
                <a:path w="633" h="633" extrusionOk="0">
                  <a:moveTo>
                    <a:pt x="316" y="1"/>
                  </a:moveTo>
                  <a:cubicBezTo>
                    <a:pt x="141" y="1"/>
                    <a:pt x="0" y="143"/>
                    <a:pt x="0" y="317"/>
                  </a:cubicBezTo>
                  <a:cubicBezTo>
                    <a:pt x="0" y="492"/>
                    <a:pt x="141" y="633"/>
                    <a:pt x="316" y="633"/>
                  </a:cubicBezTo>
                  <a:cubicBezTo>
                    <a:pt x="491" y="633"/>
                    <a:pt x="632" y="492"/>
                    <a:pt x="632" y="317"/>
                  </a:cubicBezTo>
                  <a:cubicBezTo>
                    <a:pt x="632" y="143"/>
                    <a:pt x="491" y="1"/>
                    <a:pt x="31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2" name="Google Shape;4482;p72"/>
          <p:cNvGrpSpPr/>
          <p:nvPr/>
        </p:nvGrpSpPr>
        <p:grpSpPr>
          <a:xfrm flipH="1">
            <a:off x="-300895" y="3137652"/>
            <a:ext cx="1438629" cy="2005849"/>
            <a:chOff x="572677" y="714325"/>
            <a:chExt cx="1167813" cy="1628256"/>
          </a:xfrm>
        </p:grpSpPr>
        <p:sp>
          <p:nvSpPr>
            <p:cNvPr id="4483" name="Google Shape;4483;p72"/>
            <p:cNvSpPr/>
            <p:nvPr/>
          </p:nvSpPr>
          <p:spPr>
            <a:xfrm>
              <a:off x="572677" y="730248"/>
              <a:ext cx="1101991" cy="1612333"/>
            </a:xfrm>
            <a:custGeom>
              <a:avLst/>
              <a:gdLst/>
              <a:ahLst/>
              <a:cxnLst/>
              <a:rect l="l" t="t" r="r" b="b"/>
              <a:pathLst>
                <a:path w="23841" h="34882" extrusionOk="0">
                  <a:moveTo>
                    <a:pt x="6582" y="3958"/>
                  </a:moveTo>
                  <a:cubicBezTo>
                    <a:pt x="6695" y="3958"/>
                    <a:pt x="6787" y="3996"/>
                    <a:pt x="6833" y="4073"/>
                  </a:cubicBezTo>
                  <a:cubicBezTo>
                    <a:pt x="6928" y="4236"/>
                    <a:pt x="6784" y="4507"/>
                    <a:pt x="6512" y="4679"/>
                  </a:cubicBezTo>
                  <a:cubicBezTo>
                    <a:pt x="6370" y="4769"/>
                    <a:pt x="6222" y="4815"/>
                    <a:pt x="6098" y="4815"/>
                  </a:cubicBezTo>
                  <a:cubicBezTo>
                    <a:pt x="5984" y="4815"/>
                    <a:pt x="5892" y="4776"/>
                    <a:pt x="5847" y="4698"/>
                  </a:cubicBezTo>
                  <a:cubicBezTo>
                    <a:pt x="5751" y="4537"/>
                    <a:pt x="5896" y="4266"/>
                    <a:pt x="6168" y="4093"/>
                  </a:cubicBezTo>
                  <a:cubicBezTo>
                    <a:pt x="6310" y="4003"/>
                    <a:pt x="6459" y="3958"/>
                    <a:pt x="6582" y="3958"/>
                  </a:cubicBezTo>
                  <a:close/>
                  <a:moveTo>
                    <a:pt x="19444" y="11266"/>
                  </a:moveTo>
                  <a:cubicBezTo>
                    <a:pt x="19618" y="11266"/>
                    <a:pt x="19838" y="11289"/>
                    <a:pt x="20066" y="11335"/>
                  </a:cubicBezTo>
                  <a:cubicBezTo>
                    <a:pt x="20527" y="11428"/>
                    <a:pt x="20844" y="11582"/>
                    <a:pt x="20773" y="11677"/>
                  </a:cubicBezTo>
                  <a:cubicBezTo>
                    <a:pt x="20738" y="11725"/>
                    <a:pt x="20610" y="11749"/>
                    <a:pt x="20432" y="11749"/>
                  </a:cubicBezTo>
                  <a:cubicBezTo>
                    <a:pt x="20258" y="11749"/>
                    <a:pt x="20038" y="11726"/>
                    <a:pt x="19810" y="11680"/>
                  </a:cubicBezTo>
                  <a:cubicBezTo>
                    <a:pt x="19349" y="11587"/>
                    <a:pt x="19032" y="11434"/>
                    <a:pt x="19103" y="11339"/>
                  </a:cubicBezTo>
                  <a:cubicBezTo>
                    <a:pt x="19139" y="11291"/>
                    <a:pt x="19267" y="11266"/>
                    <a:pt x="19444" y="11266"/>
                  </a:cubicBezTo>
                  <a:close/>
                  <a:moveTo>
                    <a:pt x="20764" y="11858"/>
                  </a:moveTo>
                  <a:cubicBezTo>
                    <a:pt x="20780" y="11858"/>
                    <a:pt x="20795" y="11858"/>
                    <a:pt x="20811" y="11859"/>
                  </a:cubicBezTo>
                  <a:cubicBezTo>
                    <a:pt x="21052" y="11865"/>
                    <a:pt x="21243" y="11930"/>
                    <a:pt x="21236" y="12002"/>
                  </a:cubicBezTo>
                  <a:cubicBezTo>
                    <a:pt x="21229" y="12070"/>
                    <a:pt x="21050" y="12120"/>
                    <a:pt x="20828" y="12120"/>
                  </a:cubicBezTo>
                  <a:cubicBezTo>
                    <a:pt x="20814" y="12120"/>
                    <a:pt x="20801" y="12120"/>
                    <a:pt x="20787" y="12120"/>
                  </a:cubicBezTo>
                  <a:cubicBezTo>
                    <a:pt x="20546" y="12112"/>
                    <a:pt x="20355" y="12048"/>
                    <a:pt x="20362" y="11976"/>
                  </a:cubicBezTo>
                  <a:cubicBezTo>
                    <a:pt x="20369" y="11908"/>
                    <a:pt x="20545" y="11858"/>
                    <a:pt x="20764" y="11858"/>
                  </a:cubicBezTo>
                  <a:close/>
                  <a:moveTo>
                    <a:pt x="16946" y="12382"/>
                  </a:moveTo>
                  <a:cubicBezTo>
                    <a:pt x="17095" y="12382"/>
                    <a:pt x="17266" y="12470"/>
                    <a:pt x="17351" y="12596"/>
                  </a:cubicBezTo>
                  <a:cubicBezTo>
                    <a:pt x="17446" y="12739"/>
                    <a:pt x="17395" y="12878"/>
                    <a:pt x="17236" y="12906"/>
                  </a:cubicBezTo>
                  <a:cubicBezTo>
                    <a:pt x="17217" y="12909"/>
                    <a:pt x="17197" y="12911"/>
                    <a:pt x="17177" y="12911"/>
                  </a:cubicBezTo>
                  <a:cubicBezTo>
                    <a:pt x="17028" y="12911"/>
                    <a:pt x="16858" y="12824"/>
                    <a:pt x="16774" y="12698"/>
                  </a:cubicBezTo>
                  <a:cubicBezTo>
                    <a:pt x="16677" y="12554"/>
                    <a:pt x="16728" y="12415"/>
                    <a:pt x="16887" y="12387"/>
                  </a:cubicBezTo>
                  <a:cubicBezTo>
                    <a:pt x="16906" y="12384"/>
                    <a:pt x="16926" y="12382"/>
                    <a:pt x="16946" y="12382"/>
                  </a:cubicBezTo>
                  <a:close/>
                  <a:moveTo>
                    <a:pt x="4022" y="12030"/>
                  </a:moveTo>
                  <a:cubicBezTo>
                    <a:pt x="4122" y="12030"/>
                    <a:pt x="4200" y="12058"/>
                    <a:pt x="4243" y="12118"/>
                  </a:cubicBezTo>
                  <a:cubicBezTo>
                    <a:pt x="4387" y="12317"/>
                    <a:pt x="4112" y="12783"/>
                    <a:pt x="3628" y="13159"/>
                  </a:cubicBezTo>
                  <a:cubicBezTo>
                    <a:pt x="3293" y="13421"/>
                    <a:pt x="2945" y="13570"/>
                    <a:pt x="2715" y="13570"/>
                  </a:cubicBezTo>
                  <a:cubicBezTo>
                    <a:pt x="2615" y="13570"/>
                    <a:pt x="2537" y="13541"/>
                    <a:pt x="2493" y="13481"/>
                  </a:cubicBezTo>
                  <a:cubicBezTo>
                    <a:pt x="2350" y="13283"/>
                    <a:pt x="2626" y="12816"/>
                    <a:pt x="3109" y="12440"/>
                  </a:cubicBezTo>
                  <a:cubicBezTo>
                    <a:pt x="3444" y="12179"/>
                    <a:pt x="3793" y="12030"/>
                    <a:pt x="4022" y="12030"/>
                  </a:cubicBezTo>
                  <a:close/>
                  <a:moveTo>
                    <a:pt x="2837" y="13868"/>
                  </a:moveTo>
                  <a:cubicBezTo>
                    <a:pt x="3002" y="13868"/>
                    <a:pt x="3132" y="13929"/>
                    <a:pt x="3168" y="14039"/>
                  </a:cubicBezTo>
                  <a:cubicBezTo>
                    <a:pt x="3222" y="14205"/>
                    <a:pt x="3039" y="14420"/>
                    <a:pt x="2760" y="14519"/>
                  </a:cubicBezTo>
                  <a:cubicBezTo>
                    <a:pt x="2665" y="14553"/>
                    <a:pt x="2571" y="14570"/>
                    <a:pt x="2487" y="14570"/>
                  </a:cubicBezTo>
                  <a:cubicBezTo>
                    <a:pt x="2323" y="14570"/>
                    <a:pt x="2194" y="14509"/>
                    <a:pt x="2157" y="14400"/>
                  </a:cubicBezTo>
                  <a:cubicBezTo>
                    <a:pt x="2104" y="14233"/>
                    <a:pt x="2285" y="14018"/>
                    <a:pt x="2564" y="13918"/>
                  </a:cubicBezTo>
                  <a:cubicBezTo>
                    <a:pt x="2659" y="13884"/>
                    <a:pt x="2753" y="13868"/>
                    <a:pt x="2837" y="13868"/>
                  </a:cubicBezTo>
                  <a:close/>
                  <a:moveTo>
                    <a:pt x="7506" y="13809"/>
                  </a:moveTo>
                  <a:cubicBezTo>
                    <a:pt x="7509" y="13809"/>
                    <a:pt x="7513" y="13809"/>
                    <a:pt x="7517" y="13809"/>
                  </a:cubicBezTo>
                  <a:cubicBezTo>
                    <a:pt x="7722" y="13820"/>
                    <a:pt x="7871" y="14127"/>
                    <a:pt x="7849" y="14495"/>
                  </a:cubicBezTo>
                  <a:cubicBezTo>
                    <a:pt x="7828" y="14854"/>
                    <a:pt x="7650" y="15139"/>
                    <a:pt x="7449" y="15139"/>
                  </a:cubicBezTo>
                  <a:cubicBezTo>
                    <a:pt x="7445" y="15139"/>
                    <a:pt x="7441" y="15139"/>
                    <a:pt x="7438" y="15139"/>
                  </a:cubicBezTo>
                  <a:cubicBezTo>
                    <a:pt x="7233" y="15128"/>
                    <a:pt x="7084" y="14821"/>
                    <a:pt x="7106" y="14454"/>
                  </a:cubicBezTo>
                  <a:cubicBezTo>
                    <a:pt x="7127" y="14094"/>
                    <a:pt x="7305" y="13809"/>
                    <a:pt x="7506" y="13809"/>
                  </a:cubicBezTo>
                  <a:close/>
                  <a:moveTo>
                    <a:pt x="13677" y="20669"/>
                  </a:moveTo>
                  <a:cubicBezTo>
                    <a:pt x="13705" y="20966"/>
                    <a:pt x="13737" y="21262"/>
                    <a:pt x="13774" y="21558"/>
                  </a:cubicBezTo>
                  <a:cubicBezTo>
                    <a:pt x="13662" y="21553"/>
                    <a:pt x="13550" y="21550"/>
                    <a:pt x="13435" y="21547"/>
                  </a:cubicBezTo>
                  <a:cubicBezTo>
                    <a:pt x="13439" y="21358"/>
                    <a:pt x="13443" y="21169"/>
                    <a:pt x="13446" y="20979"/>
                  </a:cubicBezTo>
                  <a:cubicBezTo>
                    <a:pt x="13521" y="20875"/>
                    <a:pt x="13598" y="20771"/>
                    <a:pt x="13677" y="20669"/>
                  </a:cubicBezTo>
                  <a:close/>
                  <a:moveTo>
                    <a:pt x="12707" y="14919"/>
                  </a:moveTo>
                  <a:cubicBezTo>
                    <a:pt x="12797" y="16581"/>
                    <a:pt x="12831" y="18247"/>
                    <a:pt x="12797" y="19911"/>
                  </a:cubicBezTo>
                  <a:cubicBezTo>
                    <a:pt x="12791" y="20253"/>
                    <a:pt x="12779" y="20597"/>
                    <a:pt x="12767" y="20941"/>
                  </a:cubicBezTo>
                  <a:cubicBezTo>
                    <a:pt x="12623" y="21137"/>
                    <a:pt x="12483" y="21337"/>
                    <a:pt x="12347" y="21540"/>
                  </a:cubicBezTo>
                  <a:cubicBezTo>
                    <a:pt x="11980" y="21542"/>
                    <a:pt x="11621" y="21552"/>
                    <a:pt x="11278" y="21567"/>
                  </a:cubicBezTo>
                  <a:cubicBezTo>
                    <a:pt x="11273" y="21534"/>
                    <a:pt x="11268" y="21502"/>
                    <a:pt x="11264" y="21469"/>
                  </a:cubicBezTo>
                  <a:cubicBezTo>
                    <a:pt x="11319" y="21103"/>
                    <a:pt x="11378" y="20737"/>
                    <a:pt x="11440" y="20372"/>
                  </a:cubicBezTo>
                  <a:cubicBezTo>
                    <a:pt x="11736" y="18657"/>
                    <a:pt x="12125" y="16956"/>
                    <a:pt x="12599" y="15280"/>
                  </a:cubicBezTo>
                  <a:lnTo>
                    <a:pt x="12707" y="14919"/>
                  </a:lnTo>
                  <a:close/>
                  <a:moveTo>
                    <a:pt x="6567" y="1"/>
                  </a:moveTo>
                  <a:cubicBezTo>
                    <a:pt x="4859" y="278"/>
                    <a:pt x="2947" y="1077"/>
                    <a:pt x="963" y="2667"/>
                  </a:cubicBezTo>
                  <a:cubicBezTo>
                    <a:pt x="963" y="2667"/>
                    <a:pt x="1846" y="2777"/>
                    <a:pt x="2175" y="3173"/>
                  </a:cubicBezTo>
                  <a:cubicBezTo>
                    <a:pt x="2505" y="3571"/>
                    <a:pt x="5413" y="7319"/>
                    <a:pt x="9384" y="7810"/>
                  </a:cubicBezTo>
                  <a:cubicBezTo>
                    <a:pt x="9672" y="7845"/>
                    <a:pt x="10019" y="7875"/>
                    <a:pt x="10381" y="7875"/>
                  </a:cubicBezTo>
                  <a:cubicBezTo>
                    <a:pt x="10864" y="7875"/>
                    <a:pt x="11375" y="7822"/>
                    <a:pt x="11810" y="7656"/>
                  </a:cubicBezTo>
                  <a:lnTo>
                    <a:pt x="11887" y="8017"/>
                  </a:lnTo>
                  <a:cubicBezTo>
                    <a:pt x="12218" y="9833"/>
                    <a:pt x="12476" y="11664"/>
                    <a:pt x="12616" y="13507"/>
                  </a:cubicBezTo>
                  <a:lnTo>
                    <a:pt x="12484" y="13867"/>
                  </a:lnTo>
                  <a:lnTo>
                    <a:pt x="12080" y="15126"/>
                  </a:lnTo>
                  <a:cubicBezTo>
                    <a:pt x="11623" y="16615"/>
                    <a:pt x="11237" y="18126"/>
                    <a:pt x="10917" y="19651"/>
                  </a:cubicBezTo>
                  <a:cubicBezTo>
                    <a:pt x="10829" y="19271"/>
                    <a:pt x="10730" y="18892"/>
                    <a:pt x="10623" y="18518"/>
                  </a:cubicBezTo>
                  <a:cubicBezTo>
                    <a:pt x="10469" y="17934"/>
                    <a:pt x="10251" y="17372"/>
                    <a:pt x="10054" y="16803"/>
                  </a:cubicBezTo>
                  <a:lnTo>
                    <a:pt x="9701" y="15970"/>
                  </a:lnTo>
                  <a:cubicBezTo>
                    <a:pt x="9644" y="15839"/>
                    <a:pt x="9591" y="15705"/>
                    <a:pt x="9529" y="15575"/>
                  </a:cubicBezTo>
                  <a:cubicBezTo>
                    <a:pt x="9558" y="15542"/>
                    <a:pt x="9589" y="15511"/>
                    <a:pt x="9617" y="15477"/>
                  </a:cubicBezTo>
                  <a:cubicBezTo>
                    <a:pt x="10376" y="14600"/>
                    <a:pt x="11578" y="12936"/>
                    <a:pt x="10721" y="11769"/>
                  </a:cubicBezTo>
                  <a:cubicBezTo>
                    <a:pt x="10453" y="11403"/>
                    <a:pt x="10033" y="11192"/>
                    <a:pt x="9594" y="11086"/>
                  </a:cubicBezTo>
                  <a:cubicBezTo>
                    <a:pt x="9520" y="11068"/>
                    <a:pt x="9446" y="11053"/>
                    <a:pt x="9372" y="11041"/>
                  </a:cubicBezTo>
                  <a:cubicBezTo>
                    <a:pt x="8869" y="10959"/>
                    <a:pt x="8337" y="11042"/>
                    <a:pt x="7842" y="10943"/>
                  </a:cubicBezTo>
                  <a:cubicBezTo>
                    <a:pt x="7897" y="10537"/>
                    <a:pt x="8208" y="10174"/>
                    <a:pt x="8230" y="9723"/>
                  </a:cubicBezTo>
                  <a:cubicBezTo>
                    <a:pt x="8260" y="9064"/>
                    <a:pt x="7765" y="8839"/>
                    <a:pt x="7213" y="8839"/>
                  </a:cubicBezTo>
                  <a:cubicBezTo>
                    <a:pt x="7169" y="8839"/>
                    <a:pt x="7123" y="8841"/>
                    <a:pt x="7078" y="8844"/>
                  </a:cubicBezTo>
                  <a:cubicBezTo>
                    <a:pt x="4475" y="9008"/>
                    <a:pt x="1" y="12377"/>
                    <a:pt x="350" y="19902"/>
                  </a:cubicBezTo>
                  <a:cubicBezTo>
                    <a:pt x="350" y="19902"/>
                    <a:pt x="968" y="19188"/>
                    <a:pt x="1491" y="19130"/>
                  </a:cubicBezTo>
                  <a:cubicBezTo>
                    <a:pt x="1980" y="19074"/>
                    <a:pt x="6205" y="18736"/>
                    <a:pt x="9025" y="16090"/>
                  </a:cubicBezTo>
                  <a:cubicBezTo>
                    <a:pt x="9136" y="16115"/>
                    <a:pt x="9172" y="16123"/>
                    <a:pt x="9283" y="16146"/>
                  </a:cubicBezTo>
                  <a:lnTo>
                    <a:pt x="9601" y="16970"/>
                  </a:lnTo>
                  <a:cubicBezTo>
                    <a:pt x="9774" y="17532"/>
                    <a:pt x="9970" y="18086"/>
                    <a:pt x="10100" y="18660"/>
                  </a:cubicBezTo>
                  <a:cubicBezTo>
                    <a:pt x="10321" y="19534"/>
                    <a:pt x="10492" y="20423"/>
                    <a:pt x="10602" y="21317"/>
                  </a:cubicBezTo>
                  <a:cubicBezTo>
                    <a:pt x="10504" y="21437"/>
                    <a:pt x="10450" y="21502"/>
                    <a:pt x="10353" y="21620"/>
                  </a:cubicBezTo>
                  <a:cubicBezTo>
                    <a:pt x="8595" y="21754"/>
                    <a:pt x="7382" y="22035"/>
                    <a:pt x="7382" y="22361"/>
                  </a:cubicBezTo>
                  <a:lnTo>
                    <a:pt x="7247" y="23544"/>
                  </a:lnTo>
                  <a:cubicBezTo>
                    <a:pt x="7247" y="23544"/>
                    <a:pt x="7149" y="23858"/>
                    <a:pt x="7187" y="24078"/>
                  </a:cubicBezTo>
                  <a:lnTo>
                    <a:pt x="6848" y="27053"/>
                  </a:lnTo>
                  <a:lnTo>
                    <a:pt x="6847" y="27053"/>
                  </a:lnTo>
                  <a:cubicBezTo>
                    <a:pt x="6847" y="27053"/>
                    <a:pt x="6848" y="27054"/>
                    <a:pt x="6848" y="27054"/>
                  </a:cubicBezTo>
                  <a:lnTo>
                    <a:pt x="6495" y="30109"/>
                  </a:lnTo>
                  <a:cubicBezTo>
                    <a:pt x="2101" y="31670"/>
                    <a:pt x="3950" y="34306"/>
                    <a:pt x="12787" y="34832"/>
                  </a:cubicBezTo>
                  <a:cubicBezTo>
                    <a:pt x="13347" y="34865"/>
                    <a:pt x="13908" y="34882"/>
                    <a:pt x="14468" y="34882"/>
                  </a:cubicBezTo>
                  <a:cubicBezTo>
                    <a:pt x="15521" y="34882"/>
                    <a:pt x="16574" y="34824"/>
                    <a:pt x="17621" y="34712"/>
                  </a:cubicBezTo>
                  <a:cubicBezTo>
                    <a:pt x="18414" y="34627"/>
                    <a:pt x="19190" y="34418"/>
                    <a:pt x="19909" y="34074"/>
                  </a:cubicBezTo>
                  <a:cubicBezTo>
                    <a:pt x="20499" y="33792"/>
                    <a:pt x="20771" y="33532"/>
                    <a:pt x="20009" y="33304"/>
                  </a:cubicBezTo>
                  <a:cubicBezTo>
                    <a:pt x="20069" y="33237"/>
                    <a:pt x="18924" y="30550"/>
                    <a:pt x="18995" y="30523"/>
                  </a:cubicBezTo>
                  <a:lnTo>
                    <a:pt x="18805" y="30523"/>
                  </a:lnTo>
                  <a:cubicBezTo>
                    <a:pt x="18807" y="30352"/>
                    <a:pt x="18799" y="30179"/>
                    <a:pt x="18779" y="30004"/>
                  </a:cubicBezTo>
                  <a:lnTo>
                    <a:pt x="18460" y="27186"/>
                  </a:lnTo>
                  <a:cubicBezTo>
                    <a:pt x="18518" y="27109"/>
                    <a:pt x="18583" y="27048"/>
                    <a:pt x="18660" y="27018"/>
                  </a:cubicBezTo>
                  <a:lnTo>
                    <a:pt x="18660" y="27018"/>
                  </a:lnTo>
                  <a:lnTo>
                    <a:pt x="18441" y="27019"/>
                  </a:lnTo>
                  <a:lnTo>
                    <a:pt x="18140" y="24380"/>
                  </a:lnTo>
                  <a:cubicBezTo>
                    <a:pt x="18274" y="23990"/>
                    <a:pt x="18415" y="23608"/>
                    <a:pt x="18660" y="23510"/>
                  </a:cubicBezTo>
                  <a:lnTo>
                    <a:pt x="18660" y="23510"/>
                  </a:lnTo>
                  <a:lnTo>
                    <a:pt x="18042" y="23513"/>
                  </a:lnTo>
                  <a:lnTo>
                    <a:pt x="17911" y="22361"/>
                  </a:lnTo>
                  <a:cubicBezTo>
                    <a:pt x="17911" y="22003"/>
                    <a:pt x="16445" y="21699"/>
                    <a:pt x="14401" y="21586"/>
                  </a:cubicBezTo>
                  <a:cubicBezTo>
                    <a:pt x="14318" y="21067"/>
                    <a:pt x="14248" y="20546"/>
                    <a:pt x="14195" y="20024"/>
                  </a:cubicBezTo>
                  <a:cubicBezTo>
                    <a:pt x="14683" y="19458"/>
                    <a:pt x="15222" y="18936"/>
                    <a:pt x="15815" y="18482"/>
                  </a:cubicBezTo>
                  <a:cubicBezTo>
                    <a:pt x="16192" y="18190"/>
                    <a:pt x="16593" y="17928"/>
                    <a:pt x="17013" y="17698"/>
                  </a:cubicBezTo>
                  <a:cubicBezTo>
                    <a:pt x="17014" y="17717"/>
                    <a:pt x="17014" y="17735"/>
                    <a:pt x="17016" y="17754"/>
                  </a:cubicBezTo>
                  <a:cubicBezTo>
                    <a:pt x="17034" y="17938"/>
                    <a:pt x="17113" y="18157"/>
                    <a:pt x="17295" y="18387"/>
                  </a:cubicBezTo>
                  <a:cubicBezTo>
                    <a:pt x="17874" y="19122"/>
                    <a:pt x="18931" y="19383"/>
                    <a:pt x="19501" y="19480"/>
                  </a:cubicBezTo>
                  <a:cubicBezTo>
                    <a:pt x="19732" y="19520"/>
                    <a:pt x="19946" y="19537"/>
                    <a:pt x="20143" y="19537"/>
                  </a:cubicBezTo>
                  <a:cubicBezTo>
                    <a:pt x="21728" y="19537"/>
                    <a:pt x="22272" y="18405"/>
                    <a:pt x="22346" y="18275"/>
                  </a:cubicBezTo>
                  <a:cubicBezTo>
                    <a:pt x="22386" y="18204"/>
                    <a:pt x="22515" y="18186"/>
                    <a:pt x="22638" y="18186"/>
                  </a:cubicBezTo>
                  <a:cubicBezTo>
                    <a:pt x="22768" y="18186"/>
                    <a:pt x="22892" y="18207"/>
                    <a:pt x="22892" y="18207"/>
                  </a:cubicBezTo>
                  <a:cubicBezTo>
                    <a:pt x="22788" y="18131"/>
                    <a:pt x="22686" y="18059"/>
                    <a:pt x="22584" y="17988"/>
                  </a:cubicBezTo>
                  <a:cubicBezTo>
                    <a:pt x="20018" y="16187"/>
                    <a:pt x="18182" y="15590"/>
                    <a:pt x="17099" y="15590"/>
                  </a:cubicBezTo>
                  <a:cubicBezTo>
                    <a:pt x="16481" y="15590"/>
                    <a:pt x="16109" y="15785"/>
                    <a:pt x="15987" y="16061"/>
                  </a:cubicBezTo>
                  <a:cubicBezTo>
                    <a:pt x="15909" y="16241"/>
                    <a:pt x="15968" y="16510"/>
                    <a:pt x="16375" y="16778"/>
                  </a:cubicBezTo>
                  <a:cubicBezTo>
                    <a:pt x="16632" y="16948"/>
                    <a:pt x="16868" y="16989"/>
                    <a:pt x="17103" y="17130"/>
                  </a:cubicBezTo>
                  <a:cubicBezTo>
                    <a:pt x="17105" y="17175"/>
                    <a:pt x="17101" y="17216"/>
                    <a:pt x="17095" y="17255"/>
                  </a:cubicBezTo>
                  <a:cubicBezTo>
                    <a:pt x="16558" y="17502"/>
                    <a:pt x="16044" y="17798"/>
                    <a:pt x="15564" y="18140"/>
                  </a:cubicBezTo>
                  <a:cubicBezTo>
                    <a:pt x="15054" y="18500"/>
                    <a:pt x="14578" y="18906"/>
                    <a:pt x="14135" y="19345"/>
                  </a:cubicBezTo>
                  <a:cubicBezTo>
                    <a:pt x="14125" y="19212"/>
                    <a:pt x="14115" y="19079"/>
                    <a:pt x="14107" y="18947"/>
                  </a:cubicBezTo>
                  <a:cubicBezTo>
                    <a:pt x="14039" y="17587"/>
                    <a:pt x="14071" y="16206"/>
                    <a:pt x="14424" y="14903"/>
                  </a:cubicBezTo>
                  <a:cubicBezTo>
                    <a:pt x="14593" y="14281"/>
                    <a:pt x="14842" y="13679"/>
                    <a:pt x="15207" y="13157"/>
                  </a:cubicBezTo>
                  <a:cubicBezTo>
                    <a:pt x="15342" y="13207"/>
                    <a:pt x="15473" y="13252"/>
                    <a:pt x="15592" y="13292"/>
                  </a:cubicBezTo>
                  <a:cubicBezTo>
                    <a:pt x="17107" y="13793"/>
                    <a:pt x="18903" y="13918"/>
                    <a:pt x="20325" y="13918"/>
                  </a:cubicBezTo>
                  <a:cubicBezTo>
                    <a:pt x="21600" y="13918"/>
                    <a:pt x="22575" y="13818"/>
                    <a:pt x="22776" y="13800"/>
                  </a:cubicBezTo>
                  <a:cubicBezTo>
                    <a:pt x="22811" y="13797"/>
                    <a:pt x="22847" y="13796"/>
                    <a:pt x="22883" y="13796"/>
                  </a:cubicBezTo>
                  <a:cubicBezTo>
                    <a:pt x="23301" y="13796"/>
                    <a:pt x="23841" y="13974"/>
                    <a:pt x="23841" y="13974"/>
                  </a:cubicBezTo>
                  <a:cubicBezTo>
                    <a:pt x="22641" y="11270"/>
                    <a:pt x="19115" y="10331"/>
                    <a:pt x="16893" y="10331"/>
                  </a:cubicBezTo>
                  <a:cubicBezTo>
                    <a:pt x="16631" y="10331"/>
                    <a:pt x="16386" y="10344"/>
                    <a:pt x="16166" y="10368"/>
                  </a:cubicBezTo>
                  <a:cubicBezTo>
                    <a:pt x="15683" y="10422"/>
                    <a:pt x="15269" y="10571"/>
                    <a:pt x="15448" y="10850"/>
                  </a:cubicBezTo>
                  <a:cubicBezTo>
                    <a:pt x="15560" y="11026"/>
                    <a:pt x="15884" y="11134"/>
                    <a:pt x="16015" y="11289"/>
                  </a:cubicBezTo>
                  <a:cubicBezTo>
                    <a:pt x="15645" y="11385"/>
                    <a:pt x="15210" y="11414"/>
                    <a:pt x="14831" y="11505"/>
                  </a:cubicBezTo>
                  <a:cubicBezTo>
                    <a:pt x="14775" y="11518"/>
                    <a:pt x="14720" y="11533"/>
                    <a:pt x="14665" y="11548"/>
                  </a:cubicBezTo>
                  <a:cubicBezTo>
                    <a:pt x="14342" y="11640"/>
                    <a:pt x="14057" y="11773"/>
                    <a:pt x="13925" y="11949"/>
                  </a:cubicBezTo>
                  <a:cubicBezTo>
                    <a:pt x="13620" y="12354"/>
                    <a:pt x="14208" y="12736"/>
                    <a:pt x="14856" y="13016"/>
                  </a:cubicBezTo>
                  <a:cubicBezTo>
                    <a:pt x="14472" y="13554"/>
                    <a:pt x="14206" y="14163"/>
                    <a:pt x="14017" y="14785"/>
                  </a:cubicBezTo>
                  <a:cubicBezTo>
                    <a:pt x="13606" y="16150"/>
                    <a:pt x="13536" y="17572"/>
                    <a:pt x="13566" y="18970"/>
                  </a:cubicBezTo>
                  <a:cubicBezTo>
                    <a:pt x="13575" y="19279"/>
                    <a:pt x="13592" y="19587"/>
                    <a:pt x="13613" y="19895"/>
                  </a:cubicBezTo>
                  <a:cubicBezTo>
                    <a:pt x="13559" y="19954"/>
                    <a:pt x="13508" y="20015"/>
                    <a:pt x="13455" y="20075"/>
                  </a:cubicBezTo>
                  <a:cubicBezTo>
                    <a:pt x="13455" y="20023"/>
                    <a:pt x="13456" y="19970"/>
                    <a:pt x="13456" y="19917"/>
                  </a:cubicBezTo>
                  <a:cubicBezTo>
                    <a:pt x="13457" y="17906"/>
                    <a:pt x="13367" y="15896"/>
                    <a:pt x="13188" y="13895"/>
                  </a:cubicBezTo>
                  <a:cubicBezTo>
                    <a:pt x="13177" y="13763"/>
                    <a:pt x="13164" y="13631"/>
                    <a:pt x="13151" y="13499"/>
                  </a:cubicBezTo>
                  <a:lnTo>
                    <a:pt x="13392" y="12792"/>
                  </a:lnTo>
                  <a:cubicBezTo>
                    <a:pt x="13526" y="12376"/>
                    <a:pt x="13694" y="11975"/>
                    <a:pt x="13852" y="11570"/>
                  </a:cubicBezTo>
                  <a:lnTo>
                    <a:pt x="14091" y="10961"/>
                  </a:lnTo>
                  <a:lnTo>
                    <a:pt x="14211" y="10658"/>
                  </a:lnTo>
                  <a:lnTo>
                    <a:pt x="14347" y="10361"/>
                  </a:lnTo>
                  <a:lnTo>
                    <a:pt x="14889" y="9173"/>
                  </a:lnTo>
                  <a:cubicBezTo>
                    <a:pt x="15067" y="8791"/>
                    <a:pt x="15277" y="8425"/>
                    <a:pt x="15471" y="8052"/>
                  </a:cubicBezTo>
                  <a:cubicBezTo>
                    <a:pt x="15475" y="8073"/>
                    <a:pt x="15478" y="8094"/>
                    <a:pt x="15484" y="8114"/>
                  </a:cubicBezTo>
                  <a:cubicBezTo>
                    <a:pt x="15547" y="8357"/>
                    <a:pt x="15687" y="8586"/>
                    <a:pt x="15943" y="8726"/>
                  </a:cubicBezTo>
                  <a:cubicBezTo>
                    <a:pt x="16044" y="8781"/>
                    <a:pt x="16152" y="8818"/>
                    <a:pt x="16263" y="8840"/>
                  </a:cubicBezTo>
                  <a:cubicBezTo>
                    <a:pt x="16280" y="8844"/>
                    <a:pt x="16297" y="8845"/>
                    <a:pt x="16315" y="8847"/>
                  </a:cubicBezTo>
                  <a:cubicBezTo>
                    <a:pt x="16351" y="8853"/>
                    <a:pt x="16388" y="8858"/>
                    <a:pt x="16425" y="8862"/>
                  </a:cubicBezTo>
                  <a:cubicBezTo>
                    <a:pt x="16450" y="8863"/>
                    <a:pt x="16474" y="8863"/>
                    <a:pt x="16499" y="8864"/>
                  </a:cubicBezTo>
                  <a:cubicBezTo>
                    <a:pt x="16520" y="8864"/>
                    <a:pt x="16541" y="8864"/>
                    <a:pt x="16562" y="8864"/>
                  </a:cubicBezTo>
                  <a:cubicBezTo>
                    <a:pt x="16572" y="8864"/>
                    <a:pt x="16583" y="8864"/>
                    <a:pt x="16593" y="8864"/>
                  </a:cubicBezTo>
                  <a:cubicBezTo>
                    <a:pt x="16619" y="8863"/>
                    <a:pt x="16646" y="8860"/>
                    <a:pt x="16672" y="8858"/>
                  </a:cubicBezTo>
                  <a:cubicBezTo>
                    <a:pt x="16703" y="8856"/>
                    <a:pt x="16733" y="8853"/>
                    <a:pt x="16765" y="8849"/>
                  </a:cubicBezTo>
                  <a:cubicBezTo>
                    <a:pt x="16792" y="8846"/>
                    <a:pt x="16818" y="8841"/>
                    <a:pt x="16846" y="8837"/>
                  </a:cubicBezTo>
                  <a:cubicBezTo>
                    <a:pt x="16877" y="8831"/>
                    <a:pt x="16908" y="8826"/>
                    <a:pt x="16939" y="8819"/>
                  </a:cubicBezTo>
                  <a:cubicBezTo>
                    <a:pt x="16966" y="8813"/>
                    <a:pt x="16993" y="8808"/>
                    <a:pt x="17020" y="8801"/>
                  </a:cubicBezTo>
                  <a:cubicBezTo>
                    <a:pt x="17053" y="8793"/>
                    <a:pt x="17084" y="8784"/>
                    <a:pt x="17116" y="8775"/>
                  </a:cubicBezTo>
                  <a:cubicBezTo>
                    <a:pt x="17142" y="8769"/>
                    <a:pt x="17169" y="8761"/>
                    <a:pt x="17195" y="8753"/>
                  </a:cubicBezTo>
                  <a:cubicBezTo>
                    <a:pt x="17230" y="8742"/>
                    <a:pt x="17263" y="8730"/>
                    <a:pt x="17298" y="8718"/>
                  </a:cubicBezTo>
                  <a:cubicBezTo>
                    <a:pt x="17321" y="8710"/>
                    <a:pt x="17345" y="8702"/>
                    <a:pt x="17370" y="8694"/>
                  </a:cubicBezTo>
                  <a:cubicBezTo>
                    <a:pt x="17418" y="8676"/>
                    <a:pt x="17467" y="8655"/>
                    <a:pt x="17515" y="8635"/>
                  </a:cubicBezTo>
                  <a:cubicBezTo>
                    <a:pt x="17539" y="8625"/>
                    <a:pt x="17561" y="8615"/>
                    <a:pt x="17585" y="8605"/>
                  </a:cubicBezTo>
                  <a:cubicBezTo>
                    <a:pt x="17625" y="8587"/>
                    <a:pt x="17667" y="8569"/>
                    <a:pt x="17707" y="8550"/>
                  </a:cubicBezTo>
                  <a:cubicBezTo>
                    <a:pt x="17730" y="8539"/>
                    <a:pt x="17753" y="8528"/>
                    <a:pt x="17776" y="8517"/>
                  </a:cubicBezTo>
                  <a:cubicBezTo>
                    <a:pt x="17809" y="8500"/>
                    <a:pt x="17841" y="8484"/>
                    <a:pt x="17873" y="8467"/>
                  </a:cubicBezTo>
                  <a:cubicBezTo>
                    <a:pt x="17897" y="8455"/>
                    <a:pt x="17921" y="8443"/>
                    <a:pt x="17944" y="8430"/>
                  </a:cubicBezTo>
                  <a:cubicBezTo>
                    <a:pt x="17975" y="8413"/>
                    <a:pt x="18005" y="8398"/>
                    <a:pt x="18034" y="8381"/>
                  </a:cubicBezTo>
                  <a:cubicBezTo>
                    <a:pt x="18058" y="8367"/>
                    <a:pt x="18080" y="8355"/>
                    <a:pt x="18102" y="8342"/>
                  </a:cubicBezTo>
                  <a:cubicBezTo>
                    <a:pt x="18133" y="8325"/>
                    <a:pt x="18162" y="8308"/>
                    <a:pt x="18191" y="8291"/>
                  </a:cubicBezTo>
                  <a:cubicBezTo>
                    <a:pt x="18212" y="8278"/>
                    <a:pt x="18232" y="8266"/>
                    <a:pt x="18254" y="8253"/>
                  </a:cubicBezTo>
                  <a:cubicBezTo>
                    <a:pt x="18283" y="8235"/>
                    <a:pt x="18311" y="8218"/>
                    <a:pt x="18339" y="8201"/>
                  </a:cubicBezTo>
                  <a:cubicBezTo>
                    <a:pt x="18358" y="8188"/>
                    <a:pt x="18377" y="8177"/>
                    <a:pt x="18396" y="8165"/>
                  </a:cubicBezTo>
                  <a:cubicBezTo>
                    <a:pt x="18426" y="8146"/>
                    <a:pt x="18456" y="8125"/>
                    <a:pt x="18486" y="8106"/>
                  </a:cubicBezTo>
                  <a:cubicBezTo>
                    <a:pt x="18499" y="8097"/>
                    <a:pt x="18514" y="8089"/>
                    <a:pt x="18527" y="8080"/>
                  </a:cubicBezTo>
                  <a:cubicBezTo>
                    <a:pt x="18570" y="8052"/>
                    <a:pt x="18610" y="8024"/>
                    <a:pt x="18648" y="7998"/>
                  </a:cubicBezTo>
                  <a:cubicBezTo>
                    <a:pt x="21042" y="6346"/>
                    <a:pt x="21458" y="3631"/>
                    <a:pt x="21516" y="3336"/>
                  </a:cubicBezTo>
                  <a:cubicBezTo>
                    <a:pt x="21574" y="3040"/>
                    <a:pt x="22105" y="2673"/>
                    <a:pt x="22105" y="2673"/>
                  </a:cubicBezTo>
                  <a:cubicBezTo>
                    <a:pt x="22074" y="2672"/>
                    <a:pt x="22043" y="2671"/>
                    <a:pt x="22011" y="2671"/>
                  </a:cubicBezTo>
                  <a:cubicBezTo>
                    <a:pt x="21923" y="2671"/>
                    <a:pt x="21834" y="2675"/>
                    <a:pt x="21746" y="2681"/>
                  </a:cubicBezTo>
                  <a:cubicBezTo>
                    <a:pt x="21694" y="2682"/>
                    <a:pt x="21640" y="2682"/>
                    <a:pt x="21589" y="2684"/>
                  </a:cubicBezTo>
                  <a:cubicBezTo>
                    <a:pt x="21565" y="2685"/>
                    <a:pt x="21542" y="2686"/>
                    <a:pt x="21518" y="2687"/>
                  </a:cubicBezTo>
                  <a:cubicBezTo>
                    <a:pt x="21370" y="2693"/>
                    <a:pt x="21225" y="2701"/>
                    <a:pt x="21081" y="2711"/>
                  </a:cubicBezTo>
                  <a:cubicBezTo>
                    <a:pt x="21070" y="2712"/>
                    <a:pt x="21060" y="2713"/>
                    <a:pt x="21050" y="2713"/>
                  </a:cubicBezTo>
                  <a:cubicBezTo>
                    <a:pt x="16359" y="3047"/>
                    <a:pt x="14122" y="5406"/>
                    <a:pt x="13940" y="6771"/>
                  </a:cubicBezTo>
                  <a:cubicBezTo>
                    <a:pt x="13898" y="7090"/>
                    <a:pt x="14012" y="7393"/>
                    <a:pt x="14456" y="7393"/>
                  </a:cubicBezTo>
                  <a:cubicBezTo>
                    <a:pt x="14483" y="7393"/>
                    <a:pt x="14511" y="7392"/>
                    <a:pt x="14541" y="7389"/>
                  </a:cubicBezTo>
                  <a:cubicBezTo>
                    <a:pt x="14866" y="7365"/>
                    <a:pt x="15137" y="7180"/>
                    <a:pt x="15431" y="7137"/>
                  </a:cubicBezTo>
                  <a:cubicBezTo>
                    <a:pt x="15445" y="7200"/>
                    <a:pt x="15450" y="7266"/>
                    <a:pt x="15452" y="7331"/>
                  </a:cubicBezTo>
                  <a:lnTo>
                    <a:pt x="15170" y="7836"/>
                  </a:lnTo>
                  <a:cubicBezTo>
                    <a:pt x="14960" y="8224"/>
                    <a:pt x="14730" y="8602"/>
                    <a:pt x="14535" y="8997"/>
                  </a:cubicBezTo>
                  <a:lnTo>
                    <a:pt x="13960" y="10187"/>
                  </a:lnTo>
                  <a:lnTo>
                    <a:pt x="13816" y="10485"/>
                  </a:lnTo>
                  <a:lnTo>
                    <a:pt x="13687" y="10790"/>
                  </a:lnTo>
                  <a:lnTo>
                    <a:pt x="13432" y="11398"/>
                  </a:lnTo>
                  <a:cubicBezTo>
                    <a:pt x="13296" y="11723"/>
                    <a:pt x="13155" y="12046"/>
                    <a:pt x="13030" y="12375"/>
                  </a:cubicBezTo>
                  <a:cubicBezTo>
                    <a:pt x="12851" y="10885"/>
                    <a:pt x="12600" y="9403"/>
                    <a:pt x="12302" y="7933"/>
                  </a:cubicBezTo>
                  <a:lnTo>
                    <a:pt x="12194" y="7463"/>
                  </a:lnTo>
                  <a:cubicBezTo>
                    <a:pt x="12484" y="7277"/>
                    <a:pt x="12713" y="7017"/>
                    <a:pt x="12831" y="6650"/>
                  </a:cubicBezTo>
                  <a:cubicBezTo>
                    <a:pt x="12967" y="6225"/>
                    <a:pt x="12902" y="5763"/>
                    <a:pt x="12745" y="5344"/>
                  </a:cubicBezTo>
                  <a:cubicBezTo>
                    <a:pt x="12719" y="5273"/>
                    <a:pt x="12690" y="5205"/>
                    <a:pt x="12658" y="5136"/>
                  </a:cubicBezTo>
                  <a:cubicBezTo>
                    <a:pt x="12449" y="4678"/>
                    <a:pt x="12098" y="4287"/>
                    <a:pt x="11904" y="3827"/>
                  </a:cubicBezTo>
                  <a:cubicBezTo>
                    <a:pt x="12247" y="3644"/>
                    <a:pt x="12694" y="3698"/>
                    <a:pt x="13052" y="3464"/>
                  </a:cubicBezTo>
                  <a:cubicBezTo>
                    <a:pt x="13618" y="3094"/>
                    <a:pt x="13458" y="2502"/>
                    <a:pt x="13103" y="2028"/>
                  </a:cubicBezTo>
                  <a:cubicBezTo>
                    <a:pt x="12453" y="1164"/>
                    <a:pt x="11182" y="343"/>
                    <a:pt x="9507" y="24"/>
                  </a:cubicBezTo>
                  <a:lnTo>
                    <a:pt x="9507" y="24"/>
                  </a:lnTo>
                  <a:cubicBezTo>
                    <a:pt x="9562" y="136"/>
                    <a:pt x="9578" y="244"/>
                    <a:pt x="9546" y="340"/>
                  </a:cubicBezTo>
                  <a:cubicBezTo>
                    <a:pt x="9471" y="570"/>
                    <a:pt x="9151" y="689"/>
                    <a:pt x="8709" y="689"/>
                  </a:cubicBezTo>
                  <a:cubicBezTo>
                    <a:pt x="8370" y="689"/>
                    <a:pt x="7959" y="619"/>
                    <a:pt x="7534" y="475"/>
                  </a:cubicBezTo>
                  <a:cubicBezTo>
                    <a:pt x="7159" y="347"/>
                    <a:pt x="6827" y="180"/>
                    <a:pt x="6567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72"/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72"/>
            <p:cNvSpPr/>
            <p:nvPr/>
          </p:nvSpPr>
          <p:spPr>
            <a:xfrm>
              <a:off x="979718" y="1709853"/>
              <a:ext cx="486723" cy="76128"/>
            </a:xfrm>
            <a:custGeom>
              <a:avLst/>
              <a:gdLst/>
              <a:ahLst/>
              <a:cxnLst/>
              <a:rect l="l" t="t" r="r" b="b"/>
              <a:pathLst>
                <a:path w="10530" h="1647" extrusionOk="0">
                  <a:moveTo>
                    <a:pt x="5265" y="0"/>
                  </a:moveTo>
                  <a:cubicBezTo>
                    <a:pt x="2357" y="0"/>
                    <a:pt x="1" y="369"/>
                    <a:pt x="1" y="823"/>
                  </a:cubicBezTo>
                  <a:cubicBezTo>
                    <a:pt x="1" y="1278"/>
                    <a:pt x="2357" y="1646"/>
                    <a:pt x="5265" y="1646"/>
                  </a:cubicBezTo>
                  <a:cubicBezTo>
                    <a:pt x="8172" y="1646"/>
                    <a:pt x="10530" y="1278"/>
                    <a:pt x="10530" y="823"/>
                  </a:cubicBezTo>
                  <a:cubicBezTo>
                    <a:pt x="10530" y="369"/>
                    <a:pt x="8172" y="0"/>
                    <a:pt x="52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72"/>
            <p:cNvSpPr/>
            <p:nvPr/>
          </p:nvSpPr>
          <p:spPr>
            <a:xfrm>
              <a:off x="969549" y="1273610"/>
              <a:ext cx="200652" cy="628811"/>
            </a:xfrm>
            <a:custGeom>
              <a:avLst/>
              <a:gdLst/>
              <a:ahLst/>
              <a:cxnLst/>
              <a:rect l="l" t="t" r="r" b="b"/>
              <a:pathLst>
                <a:path w="4341" h="13604" extrusionOk="0">
                  <a:moveTo>
                    <a:pt x="245" y="0"/>
                  </a:moveTo>
                  <a:lnTo>
                    <a:pt x="1" y="185"/>
                  </a:lnTo>
                  <a:cubicBezTo>
                    <a:pt x="666" y="1158"/>
                    <a:pt x="1304" y="2154"/>
                    <a:pt x="1772" y="3237"/>
                  </a:cubicBezTo>
                  <a:lnTo>
                    <a:pt x="1958" y="3637"/>
                  </a:lnTo>
                  <a:cubicBezTo>
                    <a:pt x="2019" y="3770"/>
                    <a:pt x="2067" y="3911"/>
                    <a:pt x="2122" y="4047"/>
                  </a:cubicBezTo>
                  <a:lnTo>
                    <a:pt x="2439" y="4870"/>
                  </a:lnTo>
                  <a:cubicBezTo>
                    <a:pt x="2613" y="5432"/>
                    <a:pt x="2809" y="5987"/>
                    <a:pt x="2939" y="6560"/>
                  </a:cubicBezTo>
                  <a:cubicBezTo>
                    <a:pt x="3226" y="7698"/>
                    <a:pt x="3428" y="8859"/>
                    <a:pt x="3523" y="10029"/>
                  </a:cubicBezTo>
                  <a:lnTo>
                    <a:pt x="3582" y="10906"/>
                  </a:lnTo>
                  <a:cubicBezTo>
                    <a:pt x="3588" y="11200"/>
                    <a:pt x="3601" y="11492"/>
                    <a:pt x="3602" y="11784"/>
                  </a:cubicBezTo>
                  <a:cubicBezTo>
                    <a:pt x="3603" y="12366"/>
                    <a:pt x="3582" y="12962"/>
                    <a:pt x="3522" y="13518"/>
                  </a:cubicBezTo>
                  <a:lnTo>
                    <a:pt x="4293" y="13604"/>
                  </a:lnTo>
                  <a:cubicBezTo>
                    <a:pt x="4340" y="12974"/>
                    <a:pt x="4339" y="12379"/>
                    <a:pt x="4319" y="11770"/>
                  </a:cubicBezTo>
                  <a:cubicBezTo>
                    <a:pt x="4308" y="11467"/>
                    <a:pt x="4286" y="11166"/>
                    <a:pt x="4268" y="10865"/>
                  </a:cubicBezTo>
                  <a:lnTo>
                    <a:pt x="4179" y="9963"/>
                  </a:lnTo>
                  <a:cubicBezTo>
                    <a:pt x="4041" y="8762"/>
                    <a:pt x="3796" y="7576"/>
                    <a:pt x="3461" y="6418"/>
                  </a:cubicBezTo>
                  <a:cubicBezTo>
                    <a:pt x="3308" y="5835"/>
                    <a:pt x="3089" y="5272"/>
                    <a:pt x="2891" y="4703"/>
                  </a:cubicBezTo>
                  <a:lnTo>
                    <a:pt x="2540" y="3870"/>
                  </a:lnTo>
                  <a:cubicBezTo>
                    <a:pt x="2479" y="3732"/>
                    <a:pt x="2425" y="3592"/>
                    <a:pt x="2359" y="3457"/>
                  </a:cubicBezTo>
                  <a:lnTo>
                    <a:pt x="2154" y="3055"/>
                  </a:lnTo>
                  <a:cubicBezTo>
                    <a:pt x="1640" y="1963"/>
                    <a:pt x="954" y="966"/>
                    <a:pt x="24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72"/>
            <p:cNvSpPr/>
            <p:nvPr/>
          </p:nvSpPr>
          <p:spPr>
            <a:xfrm>
              <a:off x="1103084" y="972844"/>
              <a:ext cx="312973" cy="922139"/>
            </a:xfrm>
            <a:custGeom>
              <a:avLst/>
              <a:gdLst/>
              <a:ahLst/>
              <a:cxnLst/>
              <a:rect l="l" t="t" r="r" b="b"/>
              <a:pathLst>
                <a:path w="6771" h="19950" extrusionOk="0">
                  <a:moveTo>
                    <a:pt x="6517" y="0"/>
                  </a:moveTo>
                  <a:lnTo>
                    <a:pt x="5797" y="1108"/>
                  </a:lnTo>
                  <a:cubicBezTo>
                    <a:pt x="5679" y="1296"/>
                    <a:pt x="5552" y="1476"/>
                    <a:pt x="5442" y="1666"/>
                  </a:cubicBezTo>
                  <a:lnTo>
                    <a:pt x="5119" y="2243"/>
                  </a:lnTo>
                  <a:cubicBezTo>
                    <a:pt x="4909" y="2631"/>
                    <a:pt x="4679" y="3009"/>
                    <a:pt x="4485" y="3404"/>
                  </a:cubicBezTo>
                  <a:lnTo>
                    <a:pt x="3909" y="4595"/>
                  </a:lnTo>
                  <a:lnTo>
                    <a:pt x="3766" y="4893"/>
                  </a:lnTo>
                  <a:lnTo>
                    <a:pt x="3637" y="5197"/>
                  </a:lnTo>
                  <a:lnTo>
                    <a:pt x="3380" y="5806"/>
                  </a:lnTo>
                  <a:cubicBezTo>
                    <a:pt x="3211" y="6213"/>
                    <a:pt x="3032" y="6616"/>
                    <a:pt x="2889" y="7033"/>
                  </a:cubicBezTo>
                  <a:lnTo>
                    <a:pt x="2433" y="8274"/>
                  </a:lnTo>
                  <a:lnTo>
                    <a:pt x="2029" y="9534"/>
                  </a:lnTo>
                  <a:cubicBezTo>
                    <a:pt x="1512" y="11219"/>
                    <a:pt x="1080" y="12929"/>
                    <a:pt x="740" y="14660"/>
                  </a:cubicBezTo>
                  <a:cubicBezTo>
                    <a:pt x="573" y="15526"/>
                    <a:pt x="420" y="16395"/>
                    <a:pt x="297" y="17269"/>
                  </a:cubicBezTo>
                  <a:cubicBezTo>
                    <a:pt x="169" y="18145"/>
                    <a:pt x="69" y="19014"/>
                    <a:pt x="0" y="19910"/>
                  </a:cubicBezTo>
                  <a:lnTo>
                    <a:pt x="774" y="19950"/>
                  </a:lnTo>
                  <a:cubicBezTo>
                    <a:pt x="821" y="19097"/>
                    <a:pt x="901" y="18223"/>
                    <a:pt x="1009" y="17363"/>
                  </a:cubicBezTo>
                  <a:cubicBezTo>
                    <a:pt x="1112" y="16499"/>
                    <a:pt x="1243" y="15638"/>
                    <a:pt x="1387" y="14780"/>
                  </a:cubicBezTo>
                  <a:cubicBezTo>
                    <a:pt x="1685" y="13064"/>
                    <a:pt x="2074" y="11364"/>
                    <a:pt x="2548" y="9688"/>
                  </a:cubicBezTo>
                  <a:lnTo>
                    <a:pt x="2919" y="8436"/>
                  </a:lnTo>
                  <a:lnTo>
                    <a:pt x="3341" y="7199"/>
                  </a:lnTo>
                  <a:cubicBezTo>
                    <a:pt x="3474" y="6784"/>
                    <a:pt x="3643" y="6382"/>
                    <a:pt x="3801" y="5976"/>
                  </a:cubicBezTo>
                  <a:lnTo>
                    <a:pt x="4040" y="5369"/>
                  </a:lnTo>
                  <a:lnTo>
                    <a:pt x="4160" y="5066"/>
                  </a:lnTo>
                  <a:lnTo>
                    <a:pt x="4296" y="4769"/>
                  </a:lnTo>
                  <a:lnTo>
                    <a:pt x="4838" y="3580"/>
                  </a:lnTo>
                  <a:cubicBezTo>
                    <a:pt x="5022" y="3184"/>
                    <a:pt x="5240" y="2808"/>
                    <a:pt x="5440" y="2420"/>
                  </a:cubicBezTo>
                  <a:lnTo>
                    <a:pt x="5745" y="1843"/>
                  </a:lnTo>
                  <a:cubicBezTo>
                    <a:pt x="5849" y="1652"/>
                    <a:pt x="5971" y="1471"/>
                    <a:pt x="6083" y="1285"/>
                  </a:cubicBezTo>
                  <a:lnTo>
                    <a:pt x="6771" y="174"/>
                  </a:lnTo>
                  <a:lnTo>
                    <a:pt x="6769" y="174"/>
                  </a:lnTo>
                  <a:lnTo>
                    <a:pt x="65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72"/>
            <p:cNvSpPr/>
            <p:nvPr/>
          </p:nvSpPr>
          <p:spPr>
            <a:xfrm>
              <a:off x="1115194" y="813748"/>
              <a:ext cx="145370" cy="1100234"/>
            </a:xfrm>
            <a:custGeom>
              <a:avLst/>
              <a:gdLst/>
              <a:ahLst/>
              <a:cxnLst/>
              <a:rect l="l" t="t" r="r" b="b"/>
              <a:pathLst>
                <a:path w="3145" h="23803" extrusionOk="0">
                  <a:moveTo>
                    <a:pt x="286" y="1"/>
                  </a:moveTo>
                  <a:lnTo>
                    <a:pt x="286" y="1"/>
                  </a:lnTo>
                  <a:lnTo>
                    <a:pt x="286" y="1"/>
                  </a:lnTo>
                  <a:lnTo>
                    <a:pt x="287" y="1"/>
                  </a:lnTo>
                  <a:close/>
                  <a:moveTo>
                    <a:pt x="286" y="1"/>
                  </a:moveTo>
                  <a:lnTo>
                    <a:pt x="0" y="112"/>
                  </a:lnTo>
                  <a:lnTo>
                    <a:pt x="474" y="1528"/>
                  </a:lnTo>
                  <a:cubicBezTo>
                    <a:pt x="549" y="1764"/>
                    <a:pt x="642" y="1996"/>
                    <a:pt x="703" y="2238"/>
                  </a:cubicBezTo>
                  <a:lnTo>
                    <a:pt x="896" y="2959"/>
                  </a:lnTo>
                  <a:lnTo>
                    <a:pt x="1088" y="3680"/>
                  </a:lnTo>
                  <a:cubicBezTo>
                    <a:pt x="1154" y="3920"/>
                    <a:pt x="1219" y="4161"/>
                    <a:pt x="1266" y="4405"/>
                  </a:cubicBezTo>
                  <a:lnTo>
                    <a:pt x="1573" y="5867"/>
                  </a:lnTo>
                  <a:cubicBezTo>
                    <a:pt x="1931" y="7825"/>
                    <a:pt x="2205" y="9800"/>
                    <a:pt x="2336" y="11789"/>
                  </a:cubicBezTo>
                  <a:cubicBezTo>
                    <a:pt x="2474" y="13775"/>
                    <a:pt x="2525" y="15769"/>
                    <a:pt x="2485" y="17760"/>
                  </a:cubicBezTo>
                  <a:cubicBezTo>
                    <a:pt x="2462" y="18756"/>
                    <a:pt x="2425" y="19750"/>
                    <a:pt x="2359" y="20743"/>
                  </a:cubicBezTo>
                  <a:cubicBezTo>
                    <a:pt x="2298" y="21735"/>
                    <a:pt x="2209" y="22732"/>
                    <a:pt x="2091" y="23706"/>
                  </a:cubicBezTo>
                  <a:lnTo>
                    <a:pt x="2861" y="23803"/>
                  </a:lnTo>
                  <a:cubicBezTo>
                    <a:pt x="2964" y="22788"/>
                    <a:pt x="3033" y="21789"/>
                    <a:pt x="3075" y="20782"/>
                  </a:cubicBezTo>
                  <a:cubicBezTo>
                    <a:pt x="3122" y="19777"/>
                    <a:pt x="3141" y="18772"/>
                    <a:pt x="3143" y="17767"/>
                  </a:cubicBezTo>
                  <a:cubicBezTo>
                    <a:pt x="3144" y="15756"/>
                    <a:pt x="3055" y="13746"/>
                    <a:pt x="2875" y="11744"/>
                  </a:cubicBezTo>
                  <a:cubicBezTo>
                    <a:pt x="2704" y="9741"/>
                    <a:pt x="2389" y="7751"/>
                    <a:pt x="1989" y="5783"/>
                  </a:cubicBezTo>
                  <a:lnTo>
                    <a:pt x="1650" y="4313"/>
                  </a:lnTo>
                  <a:cubicBezTo>
                    <a:pt x="1598" y="4066"/>
                    <a:pt x="1527" y="3826"/>
                    <a:pt x="1457" y="3585"/>
                  </a:cubicBezTo>
                  <a:lnTo>
                    <a:pt x="1247" y="2860"/>
                  </a:lnTo>
                  <a:lnTo>
                    <a:pt x="1038" y="2135"/>
                  </a:lnTo>
                  <a:cubicBezTo>
                    <a:pt x="972" y="1893"/>
                    <a:pt x="874" y="1660"/>
                    <a:pt x="794" y="142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72"/>
            <p:cNvSpPr/>
            <p:nvPr/>
          </p:nvSpPr>
          <p:spPr>
            <a:xfrm>
              <a:off x="683019" y="714325"/>
              <a:ext cx="584946" cy="364095"/>
            </a:xfrm>
            <a:custGeom>
              <a:avLst/>
              <a:gdLst/>
              <a:ahLst/>
              <a:cxnLst/>
              <a:rect l="l" t="t" r="r" b="b"/>
              <a:pathLst>
                <a:path w="12655" h="7877" extrusionOk="0">
                  <a:moveTo>
                    <a:pt x="5619" y="3958"/>
                  </a:moveTo>
                  <a:cubicBezTo>
                    <a:pt x="5732" y="3958"/>
                    <a:pt x="5824" y="3996"/>
                    <a:pt x="5869" y="4074"/>
                  </a:cubicBezTo>
                  <a:cubicBezTo>
                    <a:pt x="5965" y="4235"/>
                    <a:pt x="5821" y="4507"/>
                    <a:pt x="5549" y="4679"/>
                  </a:cubicBezTo>
                  <a:cubicBezTo>
                    <a:pt x="5407" y="4769"/>
                    <a:pt x="5258" y="4815"/>
                    <a:pt x="5134" y="4815"/>
                  </a:cubicBezTo>
                  <a:cubicBezTo>
                    <a:pt x="5021" y="4815"/>
                    <a:pt x="4929" y="4776"/>
                    <a:pt x="4884" y="4699"/>
                  </a:cubicBezTo>
                  <a:cubicBezTo>
                    <a:pt x="4788" y="4537"/>
                    <a:pt x="4933" y="4266"/>
                    <a:pt x="5205" y="4093"/>
                  </a:cubicBezTo>
                  <a:cubicBezTo>
                    <a:pt x="5347" y="4003"/>
                    <a:pt x="5495" y="3958"/>
                    <a:pt x="5619" y="3958"/>
                  </a:cubicBezTo>
                  <a:close/>
                  <a:moveTo>
                    <a:pt x="5604" y="0"/>
                  </a:moveTo>
                  <a:cubicBezTo>
                    <a:pt x="3895" y="279"/>
                    <a:pt x="1984" y="1078"/>
                    <a:pt x="1" y="2668"/>
                  </a:cubicBezTo>
                  <a:cubicBezTo>
                    <a:pt x="1" y="2668"/>
                    <a:pt x="883" y="2777"/>
                    <a:pt x="1212" y="3174"/>
                  </a:cubicBezTo>
                  <a:cubicBezTo>
                    <a:pt x="1541" y="3571"/>
                    <a:pt x="4450" y="7320"/>
                    <a:pt x="8421" y="7811"/>
                  </a:cubicBezTo>
                  <a:cubicBezTo>
                    <a:pt x="8709" y="7846"/>
                    <a:pt x="9057" y="7877"/>
                    <a:pt x="9421" y="7877"/>
                  </a:cubicBezTo>
                  <a:cubicBezTo>
                    <a:pt x="10427" y="7877"/>
                    <a:pt x="11551" y="7645"/>
                    <a:pt x="11868" y="6651"/>
                  </a:cubicBezTo>
                  <a:cubicBezTo>
                    <a:pt x="12003" y="6226"/>
                    <a:pt x="11938" y="5764"/>
                    <a:pt x="11782" y="5345"/>
                  </a:cubicBezTo>
                  <a:cubicBezTo>
                    <a:pt x="11756" y="5274"/>
                    <a:pt x="11727" y="5205"/>
                    <a:pt x="11695" y="5137"/>
                  </a:cubicBezTo>
                  <a:cubicBezTo>
                    <a:pt x="11486" y="4678"/>
                    <a:pt x="11135" y="4288"/>
                    <a:pt x="10941" y="3827"/>
                  </a:cubicBezTo>
                  <a:cubicBezTo>
                    <a:pt x="11284" y="3645"/>
                    <a:pt x="11732" y="3699"/>
                    <a:pt x="12090" y="3465"/>
                  </a:cubicBezTo>
                  <a:cubicBezTo>
                    <a:pt x="12654" y="3094"/>
                    <a:pt x="12496" y="2502"/>
                    <a:pt x="12140" y="2029"/>
                  </a:cubicBezTo>
                  <a:cubicBezTo>
                    <a:pt x="11490" y="1165"/>
                    <a:pt x="10219" y="344"/>
                    <a:pt x="8545" y="24"/>
                  </a:cubicBezTo>
                  <a:lnTo>
                    <a:pt x="8545" y="24"/>
                  </a:lnTo>
                  <a:cubicBezTo>
                    <a:pt x="8599" y="136"/>
                    <a:pt x="8614" y="244"/>
                    <a:pt x="8583" y="341"/>
                  </a:cubicBezTo>
                  <a:cubicBezTo>
                    <a:pt x="8508" y="570"/>
                    <a:pt x="8188" y="689"/>
                    <a:pt x="7746" y="689"/>
                  </a:cubicBezTo>
                  <a:cubicBezTo>
                    <a:pt x="7407" y="689"/>
                    <a:pt x="6996" y="619"/>
                    <a:pt x="6571" y="474"/>
                  </a:cubicBezTo>
                  <a:cubicBezTo>
                    <a:pt x="6195" y="347"/>
                    <a:pt x="5864" y="181"/>
                    <a:pt x="56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72"/>
            <p:cNvSpPr/>
            <p:nvPr/>
          </p:nvSpPr>
          <p:spPr>
            <a:xfrm>
              <a:off x="638508" y="1122927"/>
              <a:ext cx="535257" cy="511313"/>
            </a:xfrm>
            <a:custGeom>
              <a:avLst/>
              <a:gdLst/>
              <a:ahLst/>
              <a:cxnLst/>
              <a:rect l="l" t="t" r="r" b="b"/>
              <a:pathLst>
                <a:path w="11580" h="11062" extrusionOk="0">
                  <a:moveTo>
                    <a:pt x="4022" y="3189"/>
                  </a:moveTo>
                  <a:cubicBezTo>
                    <a:pt x="4122" y="3189"/>
                    <a:pt x="4200" y="3218"/>
                    <a:pt x="4243" y="3278"/>
                  </a:cubicBezTo>
                  <a:cubicBezTo>
                    <a:pt x="4387" y="3477"/>
                    <a:pt x="4112" y="3943"/>
                    <a:pt x="3628" y="4319"/>
                  </a:cubicBezTo>
                  <a:cubicBezTo>
                    <a:pt x="3292" y="4581"/>
                    <a:pt x="2944" y="4731"/>
                    <a:pt x="2715" y="4731"/>
                  </a:cubicBezTo>
                  <a:cubicBezTo>
                    <a:pt x="2614" y="4731"/>
                    <a:pt x="2537" y="4702"/>
                    <a:pt x="2493" y="4642"/>
                  </a:cubicBezTo>
                  <a:cubicBezTo>
                    <a:pt x="2350" y="4442"/>
                    <a:pt x="2625" y="3977"/>
                    <a:pt x="3108" y="3601"/>
                  </a:cubicBezTo>
                  <a:cubicBezTo>
                    <a:pt x="3444" y="3339"/>
                    <a:pt x="3793" y="3189"/>
                    <a:pt x="4022" y="3189"/>
                  </a:cubicBezTo>
                  <a:close/>
                  <a:moveTo>
                    <a:pt x="2838" y="5029"/>
                  </a:moveTo>
                  <a:cubicBezTo>
                    <a:pt x="3002" y="5029"/>
                    <a:pt x="3132" y="5089"/>
                    <a:pt x="3168" y="5199"/>
                  </a:cubicBezTo>
                  <a:cubicBezTo>
                    <a:pt x="3222" y="5364"/>
                    <a:pt x="3040" y="5581"/>
                    <a:pt x="2761" y="5680"/>
                  </a:cubicBezTo>
                  <a:cubicBezTo>
                    <a:pt x="2666" y="5714"/>
                    <a:pt x="2572" y="5731"/>
                    <a:pt x="2488" y="5731"/>
                  </a:cubicBezTo>
                  <a:cubicBezTo>
                    <a:pt x="2323" y="5731"/>
                    <a:pt x="2193" y="5670"/>
                    <a:pt x="2157" y="5559"/>
                  </a:cubicBezTo>
                  <a:cubicBezTo>
                    <a:pt x="2103" y="5394"/>
                    <a:pt x="2285" y="5177"/>
                    <a:pt x="2564" y="5079"/>
                  </a:cubicBezTo>
                  <a:cubicBezTo>
                    <a:pt x="2659" y="5045"/>
                    <a:pt x="2753" y="5029"/>
                    <a:pt x="2838" y="5029"/>
                  </a:cubicBezTo>
                  <a:close/>
                  <a:moveTo>
                    <a:pt x="7505" y="4970"/>
                  </a:moveTo>
                  <a:cubicBezTo>
                    <a:pt x="7509" y="4970"/>
                    <a:pt x="7513" y="4970"/>
                    <a:pt x="7517" y="4970"/>
                  </a:cubicBezTo>
                  <a:cubicBezTo>
                    <a:pt x="7722" y="4981"/>
                    <a:pt x="7871" y="5288"/>
                    <a:pt x="7849" y="5655"/>
                  </a:cubicBezTo>
                  <a:cubicBezTo>
                    <a:pt x="7828" y="6016"/>
                    <a:pt x="7649" y="6300"/>
                    <a:pt x="7448" y="6300"/>
                  </a:cubicBezTo>
                  <a:cubicBezTo>
                    <a:pt x="7444" y="6300"/>
                    <a:pt x="7441" y="6300"/>
                    <a:pt x="7437" y="6300"/>
                  </a:cubicBezTo>
                  <a:cubicBezTo>
                    <a:pt x="7232" y="6289"/>
                    <a:pt x="7083" y="5982"/>
                    <a:pt x="7106" y="5614"/>
                  </a:cubicBezTo>
                  <a:cubicBezTo>
                    <a:pt x="7127" y="5254"/>
                    <a:pt x="7305" y="4970"/>
                    <a:pt x="7505" y="4970"/>
                  </a:cubicBezTo>
                  <a:close/>
                  <a:moveTo>
                    <a:pt x="7214" y="0"/>
                  </a:moveTo>
                  <a:cubicBezTo>
                    <a:pt x="7169" y="0"/>
                    <a:pt x="7123" y="2"/>
                    <a:pt x="7078" y="5"/>
                  </a:cubicBezTo>
                  <a:cubicBezTo>
                    <a:pt x="4476" y="168"/>
                    <a:pt x="0" y="3537"/>
                    <a:pt x="350" y="11062"/>
                  </a:cubicBezTo>
                  <a:cubicBezTo>
                    <a:pt x="350" y="11062"/>
                    <a:pt x="967" y="10349"/>
                    <a:pt x="1492" y="10290"/>
                  </a:cubicBezTo>
                  <a:cubicBezTo>
                    <a:pt x="2016" y="10230"/>
                    <a:pt x="6840" y="9848"/>
                    <a:pt x="9618" y="6638"/>
                  </a:cubicBezTo>
                  <a:cubicBezTo>
                    <a:pt x="10376" y="5760"/>
                    <a:pt x="11579" y="4097"/>
                    <a:pt x="10722" y="2930"/>
                  </a:cubicBezTo>
                  <a:cubicBezTo>
                    <a:pt x="10453" y="2564"/>
                    <a:pt x="10033" y="2352"/>
                    <a:pt x="9595" y="2247"/>
                  </a:cubicBezTo>
                  <a:cubicBezTo>
                    <a:pt x="9521" y="2229"/>
                    <a:pt x="9446" y="2213"/>
                    <a:pt x="9372" y="2202"/>
                  </a:cubicBezTo>
                  <a:cubicBezTo>
                    <a:pt x="8869" y="2120"/>
                    <a:pt x="8338" y="2202"/>
                    <a:pt x="7843" y="2104"/>
                  </a:cubicBezTo>
                  <a:cubicBezTo>
                    <a:pt x="7898" y="1696"/>
                    <a:pt x="8209" y="1333"/>
                    <a:pt x="8230" y="883"/>
                  </a:cubicBezTo>
                  <a:cubicBezTo>
                    <a:pt x="8260" y="224"/>
                    <a:pt x="7765" y="0"/>
                    <a:pt x="721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72"/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extrusionOk="0">
                  <a:moveTo>
                    <a:pt x="3129" y="0"/>
                  </a:moveTo>
                  <a:cubicBezTo>
                    <a:pt x="2459" y="265"/>
                    <a:pt x="1863" y="722"/>
                    <a:pt x="1426" y="1294"/>
                  </a:cubicBezTo>
                  <a:cubicBezTo>
                    <a:pt x="983" y="1866"/>
                    <a:pt x="687" y="2530"/>
                    <a:pt x="482" y="3208"/>
                  </a:cubicBezTo>
                  <a:cubicBezTo>
                    <a:pt x="71" y="4573"/>
                    <a:pt x="1" y="5994"/>
                    <a:pt x="31" y="7393"/>
                  </a:cubicBezTo>
                  <a:cubicBezTo>
                    <a:pt x="75" y="8793"/>
                    <a:pt x="238" y="10183"/>
                    <a:pt x="478" y="11558"/>
                  </a:cubicBezTo>
                  <a:cubicBezTo>
                    <a:pt x="719" y="12935"/>
                    <a:pt x="1023" y="14290"/>
                    <a:pt x="1416" y="15644"/>
                  </a:cubicBezTo>
                  <a:lnTo>
                    <a:pt x="2155" y="15409"/>
                  </a:lnTo>
                  <a:cubicBezTo>
                    <a:pt x="1742" y="14117"/>
                    <a:pt x="1399" y="12777"/>
                    <a:pt x="1125" y="11436"/>
                  </a:cubicBezTo>
                  <a:cubicBezTo>
                    <a:pt x="852" y="10093"/>
                    <a:pt x="653" y="8734"/>
                    <a:pt x="572" y="7369"/>
                  </a:cubicBezTo>
                  <a:cubicBezTo>
                    <a:pt x="504" y="6010"/>
                    <a:pt x="536" y="4629"/>
                    <a:pt x="889" y="3326"/>
                  </a:cubicBezTo>
                  <a:cubicBezTo>
                    <a:pt x="1066" y="2678"/>
                    <a:pt x="1326" y="2051"/>
                    <a:pt x="1717" y="1514"/>
                  </a:cubicBezTo>
                  <a:cubicBezTo>
                    <a:pt x="2105" y="976"/>
                    <a:pt x="2633" y="547"/>
                    <a:pt x="3245" y="284"/>
                  </a:cubicBezTo>
                  <a:lnTo>
                    <a:pt x="312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72"/>
            <p:cNvSpPr/>
            <p:nvPr/>
          </p:nvSpPr>
          <p:spPr>
            <a:xfrm>
              <a:off x="1236296" y="1370861"/>
              <a:ext cx="106959" cy="520928"/>
            </a:xfrm>
            <a:custGeom>
              <a:avLst/>
              <a:gdLst/>
              <a:ahLst/>
              <a:cxnLst/>
              <a:rect l="l" t="t" r="r" b="b"/>
              <a:pathLst>
                <a:path w="2314" h="11270" extrusionOk="0">
                  <a:moveTo>
                    <a:pt x="1722" y="0"/>
                  </a:moveTo>
                  <a:cubicBezTo>
                    <a:pt x="1656" y="5"/>
                    <a:pt x="1578" y="8"/>
                    <a:pt x="1489" y="8"/>
                  </a:cubicBezTo>
                  <a:cubicBezTo>
                    <a:pt x="1489" y="8"/>
                    <a:pt x="1" y="3390"/>
                    <a:pt x="1519" y="9393"/>
                  </a:cubicBezTo>
                  <a:cubicBezTo>
                    <a:pt x="1828" y="10614"/>
                    <a:pt x="2081" y="11163"/>
                    <a:pt x="2313" y="11269"/>
                  </a:cubicBezTo>
                  <a:cubicBezTo>
                    <a:pt x="2093" y="10457"/>
                    <a:pt x="1895" y="9633"/>
                    <a:pt x="1727" y="8810"/>
                  </a:cubicBezTo>
                  <a:cubicBezTo>
                    <a:pt x="1454" y="7467"/>
                    <a:pt x="1256" y="6108"/>
                    <a:pt x="1174" y="4743"/>
                  </a:cubicBezTo>
                  <a:cubicBezTo>
                    <a:pt x="1106" y="3384"/>
                    <a:pt x="1138" y="2003"/>
                    <a:pt x="1491" y="700"/>
                  </a:cubicBezTo>
                  <a:cubicBezTo>
                    <a:pt x="1556" y="462"/>
                    <a:pt x="1632" y="228"/>
                    <a:pt x="17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72"/>
            <p:cNvSpPr/>
            <p:nvPr/>
          </p:nvSpPr>
          <p:spPr>
            <a:xfrm>
              <a:off x="1264121" y="1249482"/>
              <a:ext cx="150038" cy="723151"/>
            </a:xfrm>
            <a:custGeom>
              <a:avLst/>
              <a:gdLst/>
              <a:ahLst/>
              <a:cxnLst/>
              <a:rect l="l" t="t" r="r" b="b"/>
              <a:pathLst>
                <a:path w="3246" h="15645" fill="none" extrusionOk="0">
                  <a:moveTo>
                    <a:pt x="3245" y="284"/>
                  </a:moveTo>
                  <a:cubicBezTo>
                    <a:pt x="2633" y="547"/>
                    <a:pt x="2105" y="976"/>
                    <a:pt x="1717" y="1514"/>
                  </a:cubicBezTo>
                  <a:cubicBezTo>
                    <a:pt x="1326" y="2051"/>
                    <a:pt x="1066" y="2678"/>
                    <a:pt x="889" y="3326"/>
                  </a:cubicBezTo>
                  <a:cubicBezTo>
                    <a:pt x="536" y="4629"/>
                    <a:pt x="504" y="6010"/>
                    <a:pt x="572" y="7369"/>
                  </a:cubicBezTo>
                  <a:cubicBezTo>
                    <a:pt x="653" y="8734"/>
                    <a:pt x="852" y="10093"/>
                    <a:pt x="1125" y="11436"/>
                  </a:cubicBezTo>
                  <a:cubicBezTo>
                    <a:pt x="1399" y="12777"/>
                    <a:pt x="1742" y="14117"/>
                    <a:pt x="2155" y="15409"/>
                  </a:cubicBezTo>
                  <a:lnTo>
                    <a:pt x="1416" y="15644"/>
                  </a:lnTo>
                  <a:cubicBezTo>
                    <a:pt x="1023" y="14290"/>
                    <a:pt x="719" y="12935"/>
                    <a:pt x="478" y="11558"/>
                  </a:cubicBezTo>
                  <a:cubicBezTo>
                    <a:pt x="238" y="10183"/>
                    <a:pt x="75" y="8793"/>
                    <a:pt x="31" y="7393"/>
                  </a:cubicBezTo>
                  <a:cubicBezTo>
                    <a:pt x="1" y="5994"/>
                    <a:pt x="71" y="4573"/>
                    <a:pt x="482" y="3208"/>
                  </a:cubicBezTo>
                  <a:cubicBezTo>
                    <a:pt x="687" y="2530"/>
                    <a:pt x="983" y="1866"/>
                    <a:pt x="1426" y="1294"/>
                  </a:cubicBezTo>
                  <a:cubicBezTo>
                    <a:pt x="1863" y="722"/>
                    <a:pt x="2459" y="265"/>
                    <a:pt x="3129" y="0"/>
                  </a:cubicBezTo>
                  <a:lnTo>
                    <a:pt x="3245" y="28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72"/>
            <p:cNvSpPr/>
            <p:nvPr/>
          </p:nvSpPr>
          <p:spPr>
            <a:xfrm>
              <a:off x="1262457" y="1191798"/>
              <a:ext cx="478033" cy="168481"/>
            </a:xfrm>
            <a:custGeom>
              <a:avLst/>
              <a:gdLst/>
              <a:ahLst/>
              <a:cxnLst/>
              <a:rect l="l" t="t" r="r" b="b"/>
              <a:pathLst>
                <a:path w="10342" h="3645" extrusionOk="0">
                  <a:moveTo>
                    <a:pt x="5948" y="937"/>
                  </a:moveTo>
                  <a:cubicBezTo>
                    <a:pt x="6121" y="937"/>
                    <a:pt x="6340" y="960"/>
                    <a:pt x="6566" y="1005"/>
                  </a:cubicBezTo>
                  <a:cubicBezTo>
                    <a:pt x="7028" y="1099"/>
                    <a:pt x="7345" y="1252"/>
                    <a:pt x="7274" y="1347"/>
                  </a:cubicBezTo>
                  <a:cubicBezTo>
                    <a:pt x="7238" y="1395"/>
                    <a:pt x="7110" y="1420"/>
                    <a:pt x="6931" y="1420"/>
                  </a:cubicBezTo>
                  <a:cubicBezTo>
                    <a:pt x="6758" y="1420"/>
                    <a:pt x="6538" y="1397"/>
                    <a:pt x="6311" y="1350"/>
                  </a:cubicBezTo>
                  <a:cubicBezTo>
                    <a:pt x="5849" y="1257"/>
                    <a:pt x="5533" y="1105"/>
                    <a:pt x="5604" y="1010"/>
                  </a:cubicBezTo>
                  <a:cubicBezTo>
                    <a:pt x="5640" y="961"/>
                    <a:pt x="5769" y="937"/>
                    <a:pt x="5948" y="937"/>
                  </a:cubicBezTo>
                  <a:close/>
                  <a:moveTo>
                    <a:pt x="7271" y="1528"/>
                  </a:moveTo>
                  <a:cubicBezTo>
                    <a:pt x="7285" y="1528"/>
                    <a:pt x="7298" y="1528"/>
                    <a:pt x="7312" y="1528"/>
                  </a:cubicBezTo>
                  <a:cubicBezTo>
                    <a:pt x="7554" y="1536"/>
                    <a:pt x="7744" y="1600"/>
                    <a:pt x="7737" y="1673"/>
                  </a:cubicBezTo>
                  <a:cubicBezTo>
                    <a:pt x="7729" y="1740"/>
                    <a:pt x="7554" y="1790"/>
                    <a:pt x="7335" y="1790"/>
                  </a:cubicBezTo>
                  <a:cubicBezTo>
                    <a:pt x="7319" y="1790"/>
                    <a:pt x="7304" y="1790"/>
                    <a:pt x="7288" y="1789"/>
                  </a:cubicBezTo>
                  <a:cubicBezTo>
                    <a:pt x="7047" y="1783"/>
                    <a:pt x="6856" y="1718"/>
                    <a:pt x="6863" y="1646"/>
                  </a:cubicBezTo>
                  <a:cubicBezTo>
                    <a:pt x="6870" y="1579"/>
                    <a:pt x="7049" y="1528"/>
                    <a:pt x="7271" y="1528"/>
                  </a:cubicBezTo>
                  <a:close/>
                  <a:moveTo>
                    <a:pt x="3447" y="2053"/>
                  </a:moveTo>
                  <a:cubicBezTo>
                    <a:pt x="3596" y="2053"/>
                    <a:pt x="3765" y="2140"/>
                    <a:pt x="3850" y="2266"/>
                  </a:cubicBezTo>
                  <a:cubicBezTo>
                    <a:pt x="3947" y="2409"/>
                    <a:pt x="3896" y="2548"/>
                    <a:pt x="3737" y="2576"/>
                  </a:cubicBezTo>
                  <a:cubicBezTo>
                    <a:pt x="3718" y="2579"/>
                    <a:pt x="3698" y="2581"/>
                    <a:pt x="3678" y="2581"/>
                  </a:cubicBezTo>
                  <a:cubicBezTo>
                    <a:pt x="3529" y="2581"/>
                    <a:pt x="3358" y="2494"/>
                    <a:pt x="3273" y="2368"/>
                  </a:cubicBezTo>
                  <a:cubicBezTo>
                    <a:pt x="3177" y="2225"/>
                    <a:pt x="3228" y="2086"/>
                    <a:pt x="3388" y="2058"/>
                  </a:cubicBezTo>
                  <a:cubicBezTo>
                    <a:pt x="3407" y="2055"/>
                    <a:pt x="3427" y="2053"/>
                    <a:pt x="3447" y="2053"/>
                  </a:cubicBezTo>
                  <a:close/>
                  <a:moveTo>
                    <a:pt x="3394" y="0"/>
                  </a:moveTo>
                  <a:cubicBezTo>
                    <a:pt x="3131" y="0"/>
                    <a:pt x="2887" y="14"/>
                    <a:pt x="2667" y="38"/>
                  </a:cubicBezTo>
                  <a:cubicBezTo>
                    <a:pt x="2184" y="93"/>
                    <a:pt x="1770" y="241"/>
                    <a:pt x="1949" y="520"/>
                  </a:cubicBezTo>
                  <a:cubicBezTo>
                    <a:pt x="2061" y="696"/>
                    <a:pt x="2385" y="805"/>
                    <a:pt x="2516" y="959"/>
                  </a:cubicBezTo>
                  <a:cubicBezTo>
                    <a:pt x="2146" y="1056"/>
                    <a:pt x="1710" y="1085"/>
                    <a:pt x="1332" y="1176"/>
                  </a:cubicBezTo>
                  <a:cubicBezTo>
                    <a:pt x="1276" y="1189"/>
                    <a:pt x="1221" y="1202"/>
                    <a:pt x="1166" y="1218"/>
                  </a:cubicBezTo>
                  <a:cubicBezTo>
                    <a:pt x="843" y="1311"/>
                    <a:pt x="558" y="1443"/>
                    <a:pt x="425" y="1619"/>
                  </a:cubicBezTo>
                  <a:cubicBezTo>
                    <a:pt x="1" y="2182"/>
                    <a:pt x="1306" y="2703"/>
                    <a:pt x="2092" y="2963"/>
                  </a:cubicBezTo>
                  <a:cubicBezTo>
                    <a:pt x="3608" y="3464"/>
                    <a:pt x="5404" y="3588"/>
                    <a:pt x="6825" y="3588"/>
                  </a:cubicBezTo>
                  <a:cubicBezTo>
                    <a:pt x="8101" y="3588"/>
                    <a:pt x="9076" y="3488"/>
                    <a:pt x="9277" y="3470"/>
                  </a:cubicBezTo>
                  <a:cubicBezTo>
                    <a:pt x="9312" y="3467"/>
                    <a:pt x="9347" y="3466"/>
                    <a:pt x="9384" y="3466"/>
                  </a:cubicBezTo>
                  <a:cubicBezTo>
                    <a:pt x="9801" y="3466"/>
                    <a:pt x="10342" y="3645"/>
                    <a:pt x="10342" y="3645"/>
                  </a:cubicBezTo>
                  <a:cubicBezTo>
                    <a:pt x="9142" y="940"/>
                    <a:pt x="5616" y="0"/>
                    <a:pt x="339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72"/>
            <p:cNvSpPr/>
            <p:nvPr/>
          </p:nvSpPr>
          <p:spPr>
            <a:xfrm>
              <a:off x="1280854" y="837876"/>
              <a:ext cx="379487" cy="286302"/>
            </a:xfrm>
            <a:custGeom>
              <a:avLst/>
              <a:gdLst/>
              <a:ahLst/>
              <a:cxnLst/>
              <a:rect l="l" t="t" r="r" b="b"/>
              <a:pathLst>
                <a:path w="8210" h="6194" extrusionOk="0">
                  <a:moveTo>
                    <a:pt x="8209" y="1"/>
                  </a:moveTo>
                  <a:lnTo>
                    <a:pt x="8209" y="1"/>
                  </a:lnTo>
                  <a:cubicBezTo>
                    <a:pt x="2796" y="26"/>
                    <a:pt x="238" y="2635"/>
                    <a:pt x="44" y="4098"/>
                  </a:cubicBezTo>
                  <a:cubicBezTo>
                    <a:pt x="1" y="4417"/>
                    <a:pt x="115" y="4721"/>
                    <a:pt x="561" y="4721"/>
                  </a:cubicBezTo>
                  <a:cubicBezTo>
                    <a:pt x="587" y="4721"/>
                    <a:pt x="615" y="4720"/>
                    <a:pt x="644" y="4717"/>
                  </a:cubicBezTo>
                  <a:cubicBezTo>
                    <a:pt x="970" y="4693"/>
                    <a:pt x="1240" y="4507"/>
                    <a:pt x="1534" y="4464"/>
                  </a:cubicBezTo>
                  <a:lnTo>
                    <a:pt x="1534" y="4464"/>
                  </a:lnTo>
                  <a:cubicBezTo>
                    <a:pt x="1591" y="4739"/>
                    <a:pt x="1516" y="5039"/>
                    <a:pt x="1561" y="5319"/>
                  </a:cubicBezTo>
                  <a:cubicBezTo>
                    <a:pt x="1568" y="5361"/>
                    <a:pt x="1576" y="5401"/>
                    <a:pt x="1587" y="5442"/>
                  </a:cubicBezTo>
                  <a:cubicBezTo>
                    <a:pt x="1650" y="5684"/>
                    <a:pt x="1790" y="5914"/>
                    <a:pt x="2046" y="6054"/>
                  </a:cubicBezTo>
                  <a:cubicBezTo>
                    <a:pt x="2226" y="6152"/>
                    <a:pt x="2427" y="6193"/>
                    <a:pt x="2636" y="6193"/>
                  </a:cubicBezTo>
                  <a:cubicBezTo>
                    <a:pt x="3379" y="6193"/>
                    <a:pt x="4241" y="5677"/>
                    <a:pt x="4752" y="5325"/>
                  </a:cubicBezTo>
                  <a:cubicBezTo>
                    <a:pt x="7146" y="3673"/>
                    <a:pt x="7562" y="959"/>
                    <a:pt x="7620" y="663"/>
                  </a:cubicBezTo>
                  <a:cubicBezTo>
                    <a:pt x="7677" y="367"/>
                    <a:pt x="8209" y="1"/>
                    <a:pt x="82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72"/>
            <p:cNvSpPr/>
            <p:nvPr/>
          </p:nvSpPr>
          <p:spPr>
            <a:xfrm>
              <a:off x="1390169" y="837876"/>
              <a:ext cx="270171" cy="292357"/>
            </a:xfrm>
            <a:custGeom>
              <a:avLst/>
              <a:gdLst/>
              <a:ahLst/>
              <a:cxnLst/>
              <a:rect l="l" t="t" r="r" b="b"/>
              <a:pathLst>
                <a:path w="5845" h="6325" extrusionOk="0">
                  <a:moveTo>
                    <a:pt x="5255" y="663"/>
                  </a:moveTo>
                  <a:cubicBezTo>
                    <a:pt x="5312" y="367"/>
                    <a:pt x="5844" y="1"/>
                    <a:pt x="5844" y="1"/>
                  </a:cubicBezTo>
                  <a:cubicBezTo>
                    <a:pt x="5133" y="4"/>
                    <a:pt x="4472" y="53"/>
                    <a:pt x="3859" y="137"/>
                  </a:cubicBezTo>
                  <a:cubicBezTo>
                    <a:pt x="4304" y="486"/>
                    <a:pt x="4322" y="1015"/>
                    <a:pt x="4284" y="1539"/>
                  </a:cubicBezTo>
                  <a:cubicBezTo>
                    <a:pt x="4223" y="2359"/>
                    <a:pt x="2815" y="4945"/>
                    <a:pt x="1469" y="5648"/>
                  </a:cubicBezTo>
                  <a:cubicBezTo>
                    <a:pt x="579" y="6113"/>
                    <a:pt x="558" y="6033"/>
                    <a:pt x="1" y="6167"/>
                  </a:cubicBezTo>
                  <a:cubicBezTo>
                    <a:pt x="794" y="6324"/>
                    <a:pt x="1812" y="5720"/>
                    <a:pt x="2387" y="5325"/>
                  </a:cubicBezTo>
                  <a:cubicBezTo>
                    <a:pt x="4781" y="3673"/>
                    <a:pt x="5197" y="959"/>
                    <a:pt x="5254" y="6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72"/>
            <p:cNvSpPr/>
            <p:nvPr/>
          </p:nvSpPr>
          <p:spPr>
            <a:xfrm>
              <a:off x="1121065" y="1491593"/>
              <a:ext cx="364557" cy="405140"/>
            </a:xfrm>
            <a:custGeom>
              <a:avLst/>
              <a:gdLst/>
              <a:ahLst/>
              <a:cxnLst/>
              <a:rect l="l" t="t" r="r" b="b"/>
              <a:pathLst>
                <a:path w="7887" h="8765" extrusionOk="0">
                  <a:moveTo>
                    <a:pt x="7790" y="0"/>
                  </a:moveTo>
                  <a:cubicBezTo>
                    <a:pt x="6842" y="298"/>
                    <a:pt x="5936" y="745"/>
                    <a:pt x="5123" y="1325"/>
                  </a:cubicBezTo>
                  <a:cubicBezTo>
                    <a:pt x="4307" y="1899"/>
                    <a:pt x="3578" y="2594"/>
                    <a:pt x="2933" y="3353"/>
                  </a:cubicBezTo>
                  <a:cubicBezTo>
                    <a:pt x="2288" y="4114"/>
                    <a:pt x="1725" y="4942"/>
                    <a:pt x="1238" y="5810"/>
                  </a:cubicBezTo>
                  <a:cubicBezTo>
                    <a:pt x="751" y="6684"/>
                    <a:pt x="329" y="7575"/>
                    <a:pt x="0" y="8548"/>
                  </a:cubicBezTo>
                  <a:lnTo>
                    <a:pt x="745" y="8765"/>
                  </a:lnTo>
                  <a:cubicBezTo>
                    <a:pt x="1007" y="7875"/>
                    <a:pt x="1386" y="6971"/>
                    <a:pt x="1818" y="6122"/>
                  </a:cubicBezTo>
                  <a:cubicBezTo>
                    <a:pt x="2254" y="5268"/>
                    <a:pt x="2763" y="4450"/>
                    <a:pt x="3353" y="3695"/>
                  </a:cubicBezTo>
                  <a:cubicBezTo>
                    <a:pt x="3943" y="2941"/>
                    <a:pt x="4615" y="2249"/>
                    <a:pt x="5376" y="1667"/>
                  </a:cubicBezTo>
                  <a:cubicBezTo>
                    <a:pt x="6132" y="1079"/>
                    <a:pt x="6982" y="616"/>
                    <a:pt x="7886" y="291"/>
                  </a:cubicBezTo>
                  <a:lnTo>
                    <a:pt x="779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72"/>
            <p:cNvSpPr/>
            <p:nvPr/>
          </p:nvSpPr>
          <p:spPr>
            <a:xfrm>
              <a:off x="1373806" y="1434879"/>
              <a:ext cx="322864" cy="182533"/>
            </a:xfrm>
            <a:custGeom>
              <a:avLst/>
              <a:gdLst/>
              <a:ahLst/>
              <a:cxnLst/>
              <a:rect l="l" t="t" r="r" b="b"/>
              <a:pathLst>
                <a:path w="6985" h="3949" extrusionOk="0">
                  <a:moveTo>
                    <a:pt x="1192" y="1"/>
                  </a:moveTo>
                  <a:cubicBezTo>
                    <a:pt x="573" y="1"/>
                    <a:pt x="200" y="196"/>
                    <a:pt x="79" y="472"/>
                  </a:cubicBezTo>
                  <a:cubicBezTo>
                    <a:pt x="0" y="652"/>
                    <a:pt x="60" y="921"/>
                    <a:pt x="467" y="1190"/>
                  </a:cubicBezTo>
                  <a:cubicBezTo>
                    <a:pt x="724" y="1359"/>
                    <a:pt x="960" y="1401"/>
                    <a:pt x="1195" y="1542"/>
                  </a:cubicBezTo>
                  <a:cubicBezTo>
                    <a:pt x="1203" y="1740"/>
                    <a:pt x="1106" y="1880"/>
                    <a:pt x="1104" y="2076"/>
                  </a:cubicBezTo>
                  <a:cubicBezTo>
                    <a:pt x="1104" y="2104"/>
                    <a:pt x="1105" y="2135"/>
                    <a:pt x="1109" y="2166"/>
                  </a:cubicBezTo>
                  <a:cubicBezTo>
                    <a:pt x="1126" y="2349"/>
                    <a:pt x="1206" y="2568"/>
                    <a:pt x="1388" y="2798"/>
                  </a:cubicBezTo>
                  <a:cubicBezTo>
                    <a:pt x="1967" y="3533"/>
                    <a:pt x="3023" y="3794"/>
                    <a:pt x="3593" y="3891"/>
                  </a:cubicBezTo>
                  <a:cubicBezTo>
                    <a:pt x="3825" y="3931"/>
                    <a:pt x="4039" y="3949"/>
                    <a:pt x="4237" y="3949"/>
                  </a:cubicBezTo>
                  <a:cubicBezTo>
                    <a:pt x="5820" y="3949"/>
                    <a:pt x="6363" y="2816"/>
                    <a:pt x="6438" y="2686"/>
                  </a:cubicBezTo>
                  <a:cubicBezTo>
                    <a:pt x="6479" y="2615"/>
                    <a:pt x="6608" y="2597"/>
                    <a:pt x="6730" y="2597"/>
                  </a:cubicBezTo>
                  <a:cubicBezTo>
                    <a:pt x="6861" y="2597"/>
                    <a:pt x="6985" y="2617"/>
                    <a:pt x="6985" y="2617"/>
                  </a:cubicBezTo>
                  <a:cubicBezTo>
                    <a:pt x="4257" y="645"/>
                    <a:pt x="2317" y="1"/>
                    <a:pt x="119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72"/>
            <p:cNvSpPr/>
            <p:nvPr/>
          </p:nvSpPr>
          <p:spPr>
            <a:xfrm>
              <a:off x="1476789" y="1469499"/>
              <a:ext cx="219880" cy="161733"/>
            </a:xfrm>
            <a:custGeom>
              <a:avLst/>
              <a:gdLst/>
              <a:ahLst/>
              <a:cxnLst/>
              <a:rect l="l" t="t" r="r" b="b"/>
              <a:pathLst>
                <a:path w="4757" h="3499" extrusionOk="0">
                  <a:moveTo>
                    <a:pt x="1782" y="972"/>
                  </a:moveTo>
                  <a:cubicBezTo>
                    <a:pt x="1782" y="972"/>
                    <a:pt x="1" y="1482"/>
                    <a:pt x="232" y="2820"/>
                  </a:cubicBezTo>
                  <a:cubicBezTo>
                    <a:pt x="651" y="2998"/>
                    <a:pt x="1072" y="3092"/>
                    <a:pt x="1365" y="3142"/>
                  </a:cubicBezTo>
                  <a:cubicBezTo>
                    <a:pt x="3448" y="3499"/>
                    <a:pt x="4126" y="2084"/>
                    <a:pt x="4210" y="1937"/>
                  </a:cubicBezTo>
                  <a:cubicBezTo>
                    <a:pt x="4294" y="1790"/>
                    <a:pt x="4757" y="1868"/>
                    <a:pt x="4757" y="1868"/>
                  </a:cubicBezTo>
                  <a:cubicBezTo>
                    <a:pt x="4563" y="1730"/>
                    <a:pt x="4376" y="1598"/>
                    <a:pt x="4190" y="1472"/>
                  </a:cubicBezTo>
                  <a:cubicBezTo>
                    <a:pt x="3216" y="884"/>
                    <a:pt x="2207" y="304"/>
                    <a:pt x="2207" y="304"/>
                  </a:cubicBezTo>
                  <a:cubicBezTo>
                    <a:pt x="2207" y="304"/>
                    <a:pt x="1357" y="1"/>
                    <a:pt x="1782" y="9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72"/>
            <p:cNvSpPr/>
            <p:nvPr/>
          </p:nvSpPr>
          <p:spPr>
            <a:xfrm>
              <a:off x="1373806" y="1414495"/>
              <a:ext cx="322864" cy="216737"/>
            </a:xfrm>
            <a:custGeom>
              <a:avLst/>
              <a:gdLst/>
              <a:ahLst/>
              <a:cxnLst/>
              <a:rect l="l" t="t" r="r" b="b"/>
              <a:pathLst>
                <a:path w="6985" h="4689" fill="none" extrusionOk="0">
                  <a:moveTo>
                    <a:pt x="1388" y="3239"/>
                  </a:moveTo>
                  <a:cubicBezTo>
                    <a:pt x="1967" y="3974"/>
                    <a:pt x="3023" y="4235"/>
                    <a:pt x="3593" y="4332"/>
                  </a:cubicBezTo>
                  <a:cubicBezTo>
                    <a:pt x="5676" y="4689"/>
                    <a:pt x="6354" y="3274"/>
                    <a:pt x="6438" y="3127"/>
                  </a:cubicBezTo>
                  <a:cubicBezTo>
                    <a:pt x="6522" y="2980"/>
                    <a:pt x="6985" y="3058"/>
                    <a:pt x="6985" y="3058"/>
                  </a:cubicBezTo>
                  <a:cubicBezTo>
                    <a:pt x="2757" y="1"/>
                    <a:pt x="421" y="134"/>
                    <a:pt x="79" y="913"/>
                  </a:cubicBezTo>
                  <a:cubicBezTo>
                    <a:pt x="0" y="1093"/>
                    <a:pt x="60" y="1362"/>
                    <a:pt x="467" y="1631"/>
                  </a:cubicBezTo>
                  <a:cubicBezTo>
                    <a:pt x="724" y="1800"/>
                    <a:pt x="960" y="1842"/>
                    <a:pt x="1195" y="1983"/>
                  </a:cubicBezTo>
                  <a:cubicBezTo>
                    <a:pt x="1203" y="2181"/>
                    <a:pt x="1106" y="2321"/>
                    <a:pt x="1104" y="2517"/>
                  </a:cubicBezTo>
                  <a:cubicBezTo>
                    <a:pt x="1104" y="2545"/>
                    <a:pt x="1105" y="2576"/>
                    <a:pt x="1109" y="2607"/>
                  </a:cubicBezTo>
                  <a:cubicBezTo>
                    <a:pt x="1126" y="2790"/>
                    <a:pt x="1206" y="3009"/>
                    <a:pt x="1388" y="32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72"/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extrusionOk="0">
                  <a:moveTo>
                    <a:pt x="1143" y="1"/>
                  </a:move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72"/>
            <p:cNvSpPr/>
            <p:nvPr/>
          </p:nvSpPr>
          <p:spPr>
            <a:xfrm>
              <a:off x="989240" y="2205028"/>
              <a:ext cx="342555" cy="101089"/>
            </a:xfrm>
            <a:custGeom>
              <a:avLst/>
              <a:gdLst/>
              <a:ahLst/>
              <a:cxnLst/>
              <a:rect l="l" t="t" r="r" b="b"/>
              <a:pathLst>
                <a:path w="7411" h="2187" extrusionOk="0">
                  <a:moveTo>
                    <a:pt x="700" y="0"/>
                  </a:moveTo>
                  <a:cubicBezTo>
                    <a:pt x="700" y="0"/>
                    <a:pt x="3432" y="274"/>
                    <a:pt x="6530" y="121"/>
                  </a:cubicBezTo>
                  <a:lnTo>
                    <a:pt x="7411" y="1579"/>
                  </a:lnTo>
                  <a:cubicBezTo>
                    <a:pt x="7411" y="1579"/>
                    <a:pt x="3766" y="2186"/>
                    <a:pt x="1884" y="1458"/>
                  </a:cubicBezTo>
                  <a:cubicBezTo>
                    <a:pt x="1" y="729"/>
                    <a:pt x="700" y="0"/>
                    <a:pt x="700" y="0"/>
                  </a:cubicBezTo>
                  <a:close/>
                </a:path>
              </a:pathLst>
            </a:custGeom>
            <a:gradFill>
              <a:gsLst>
                <a:gs pos="0">
                  <a:srgbClr val="F59A93">
                    <a:alpha val="38823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72"/>
            <p:cNvSpPr/>
            <p:nvPr/>
          </p:nvSpPr>
          <p:spPr>
            <a:xfrm>
              <a:off x="728733" y="1121309"/>
              <a:ext cx="445030" cy="474890"/>
            </a:xfrm>
            <a:custGeom>
              <a:avLst/>
              <a:gdLst/>
              <a:ahLst/>
              <a:cxnLst/>
              <a:rect l="l" t="t" r="r" b="b"/>
              <a:pathLst>
                <a:path w="9628" h="10274" extrusionOk="0">
                  <a:moveTo>
                    <a:pt x="8770" y="2964"/>
                  </a:moveTo>
                  <a:cubicBezTo>
                    <a:pt x="8501" y="2599"/>
                    <a:pt x="8081" y="2387"/>
                    <a:pt x="7643" y="2282"/>
                  </a:cubicBezTo>
                  <a:cubicBezTo>
                    <a:pt x="7569" y="2264"/>
                    <a:pt x="7494" y="2248"/>
                    <a:pt x="7420" y="2237"/>
                  </a:cubicBezTo>
                  <a:cubicBezTo>
                    <a:pt x="6917" y="2155"/>
                    <a:pt x="6386" y="2237"/>
                    <a:pt x="5891" y="2138"/>
                  </a:cubicBezTo>
                  <a:cubicBezTo>
                    <a:pt x="5946" y="1731"/>
                    <a:pt x="6257" y="1368"/>
                    <a:pt x="6278" y="918"/>
                  </a:cubicBezTo>
                  <a:cubicBezTo>
                    <a:pt x="6310" y="205"/>
                    <a:pt x="5729" y="0"/>
                    <a:pt x="5126" y="39"/>
                  </a:cubicBezTo>
                  <a:cubicBezTo>
                    <a:pt x="4948" y="50"/>
                    <a:pt x="4761" y="78"/>
                    <a:pt x="4567" y="119"/>
                  </a:cubicBezTo>
                  <a:cubicBezTo>
                    <a:pt x="5166" y="83"/>
                    <a:pt x="5743" y="290"/>
                    <a:pt x="5711" y="999"/>
                  </a:cubicBezTo>
                  <a:cubicBezTo>
                    <a:pt x="5690" y="1450"/>
                    <a:pt x="5379" y="1812"/>
                    <a:pt x="5324" y="2220"/>
                  </a:cubicBezTo>
                  <a:cubicBezTo>
                    <a:pt x="5819" y="2317"/>
                    <a:pt x="6350" y="2236"/>
                    <a:pt x="6853" y="2317"/>
                  </a:cubicBezTo>
                  <a:cubicBezTo>
                    <a:pt x="6927" y="2330"/>
                    <a:pt x="7002" y="2344"/>
                    <a:pt x="7076" y="2362"/>
                  </a:cubicBezTo>
                  <a:cubicBezTo>
                    <a:pt x="7514" y="2467"/>
                    <a:pt x="7935" y="2679"/>
                    <a:pt x="8203" y="3046"/>
                  </a:cubicBezTo>
                  <a:cubicBezTo>
                    <a:pt x="9061" y="4213"/>
                    <a:pt x="7858" y="5877"/>
                    <a:pt x="7099" y="6754"/>
                  </a:cubicBezTo>
                  <a:cubicBezTo>
                    <a:pt x="4986" y="9196"/>
                    <a:pt x="1687" y="10001"/>
                    <a:pt x="0" y="10273"/>
                  </a:cubicBezTo>
                  <a:cubicBezTo>
                    <a:pt x="1382" y="10102"/>
                    <a:pt x="5279" y="9432"/>
                    <a:pt x="7666" y="6673"/>
                  </a:cubicBezTo>
                  <a:cubicBezTo>
                    <a:pt x="8424" y="5795"/>
                    <a:pt x="9627" y="4131"/>
                    <a:pt x="8770" y="29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72"/>
            <p:cNvSpPr/>
            <p:nvPr/>
          </p:nvSpPr>
          <p:spPr>
            <a:xfrm>
              <a:off x="638508" y="1121355"/>
              <a:ext cx="535257" cy="512885"/>
            </a:xfrm>
            <a:custGeom>
              <a:avLst/>
              <a:gdLst/>
              <a:ahLst/>
              <a:cxnLst/>
              <a:rect l="l" t="t" r="r" b="b"/>
              <a:pathLst>
                <a:path w="11580" h="11096" fill="none" extrusionOk="0">
                  <a:moveTo>
                    <a:pt x="9595" y="2281"/>
                  </a:moveTo>
                  <a:cubicBezTo>
                    <a:pt x="9521" y="2263"/>
                    <a:pt x="9446" y="2247"/>
                    <a:pt x="9372" y="2236"/>
                  </a:cubicBezTo>
                  <a:cubicBezTo>
                    <a:pt x="8869" y="2154"/>
                    <a:pt x="8338" y="2236"/>
                    <a:pt x="7843" y="2138"/>
                  </a:cubicBezTo>
                  <a:cubicBezTo>
                    <a:pt x="7898" y="1730"/>
                    <a:pt x="8209" y="1367"/>
                    <a:pt x="8230" y="917"/>
                  </a:cubicBezTo>
                  <a:cubicBezTo>
                    <a:pt x="8262" y="204"/>
                    <a:pt x="7681" y="1"/>
                    <a:pt x="7078" y="39"/>
                  </a:cubicBezTo>
                  <a:cubicBezTo>
                    <a:pt x="4476" y="202"/>
                    <a:pt x="0" y="3571"/>
                    <a:pt x="350" y="11096"/>
                  </a:cubicBezTo>
                  <a:cubicBezTo>
                    <a:pt x="350" y="11096"/>
                    <a:pt x="967" y="10383"/>
                    <a:pt x="1492" y="10324"/>
                  </a:cubicBezTo>
                  <a:cubicBezTo>
                    <a:pt x="2016" y="10264"/>
                    <a:pt x="6840" y="9882"/>
                    <a:pt x="9618" y="6672"/>
                  </a:cubicBezTo>
                  <a:cubicBezTo>
                    <a:pt x="10376" y="5794"/>
                    <a:pt x="11579" y="4131"/>
                    <a:pt x="10722" y="2964"/>
                  </a:cubicBezTo>
                  <a:cubicBezTo>
                    <a:pt x="10453" y="2598"/>
                    <a:pt x="10033" y="2386"/>
                    <a:pt x="9595" y="2281"/>
                  </a:cubicBezTo>
                  <a:close/>
                  <a:moveTo>
                    <a:pt x="2761" y="5714"/>
                  </a:moveTo>
                  <a:cubicBezTo>
                    <a:pt x="2482" y="5814"/>
                    <a:pt x="2212" y="5760"/>
                    <a:pt x="2157" y="5593"/>
                  </a:cubicBezTo>
                  <a:cubicBezTo>
                    <a:pt x="2103" y="5428"/>
                    <a:pt x="2285" y="5211"/>
                    <a:pt x="2564" y="5113"/>
                  </a:cubicBezTo>
                  <a:cubicBezTo>
                    <a:pt x="2843" y="5013"/>
                    <a:pt x="3113" y="5067"/>
                    <a:pt x="3168" y="5233"/>
                  </a:cubicBezTo>
                  <a:cubicBezTo>
                    <a:pt x="3222" y="5398"/>
                    <a:pt x="3040" y="5615"/>
                    <a:pt x="2761" y="5714"/>
                  </a:cubicBezTo>
                  <a:close/>
                  <a:moveTo>
                    <a:pt x="3628" y="4353"/>
                  </a:moveTo>
                  <a:cubicBezTo>
                    <a:pt x="3145" y="4730"/>
                    <a:pt x="2637" y="4874"/>
                    <a:pt x="2493" y="4676"/>
                  </a:cubicBezTo>
                  <a:cubicBezTo>
                    <a:pt x="2350" y="4476"/>
                    <a:pt x="2625" y="4011"/>
                    <a:pt x="3108" y="3635"/>
                  </a:cubicBezTo>
                  <a:cubicBezTo>
                    <a:pt x="3591" y="3259"/>
                    <a:pt x="4100" y="3114"/>
                    <a:pt x="4243" y="3312"/>
                  </a:cubicBezTo>
                  <a:cubicBezTo>
                    <a:pt x="4387" y="3511"/>
                    <a:pt x="4112" y="3977"/>
                    <a:pt x="3628" y="4353"/>
                  </a:cubicBezTo>
                  <a:close/>
                  <a:moveTo>
                    <a:pt x="7437" y="6334"/>
                  </a:moveTo>
                  <a:cubicBezTo>
                    <a:pt x="7232" y="6323"/>
                    <a:pt x="7083" y="6016"/>
                    <a:pt x="7106" y="5648"/>
                  </a:cubicBezTo>
                  <a:cubicBezTo>
                    <a:pt x="7127" y="5281"/>
                    <a:pt x="7312" y="4993"/>
                    <a:pt x="7517" y="5004"/>
                  </a:cubicBezTo>
                  <a:cubicBezTo>
                    <a:pt x="7722" y="5015"/>
                    <a:pt x="7871" y="5322"/>
                    <a:pt x="7849" y="5689"/>
                  </a:cubicBezTo>
                  <a:cubicBezTo>
                    <a:pt x="7827" y="6056"/>
                    <a:pt x="7642" y="6344"/>
                    <a:pt x="7437" y="63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72"/>
            <p:cNvSpPr/>
            <p:nvPr/>
          </p:nvSpPr>
          <p:spPr>
            <a:xfrm>
              <a:off x="670108" y="1248894"/>
              <a:ext cx="295547" cy="328503"/>
            </a:xfrm>
            <a:custGeom>
              <a:avLst/>
              <a:gdLst/>
              <a:ahLst/>
              <a:cxnLst/>
              <a:rect l="l" t="t" r="r" b="b"/>
              <a:pathLst>
                <a:path w="6394" h="7107" fill="none" extrusionOk="0">
                  <a:moveTo>
                    <a:pt x="6394" y="0"/>
                  </a:moveTo>
                  <a:cubicBezTo>
                    <a:pt x="6394" y="0"/>
                    <a:pt x="2030" y="3290"/>
                    <a:pt x="0" y="710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72"/>
            <p:cNvSpPr/>
            <p:nvPr/>
          </p:nvSpPr>
          <p:spPr>
            <a:xfrm>
              <a:off x="1351804" y="832792"/>
              <a:ext cx="308535" cy="211468"/>
            </a:xfrm>
            <a:custGeom>
              <a:avLst/>
              <a:gdLst/>
              <a:ahLst/>
              <a:cxnLst/>
              <a:rect l="l" t="t" r="r" b="b"/>
              <a:pathLst>
                <a:path w="6675" h="4575" fill="none" extrusionOk="0">
                  <a:moveTo>
                    <a:pt x="0" y="4574"/>
                  </a:moveTo>
                  <a:cubicBezTo>
                    <a:pt x="0" y="4574"/>
                    <a:pt x="3294" y="1"/>
                    <a:pt x="6674" y="11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72"/>
            <p:cNvSpPr/>
            <p:nvPr/>
          </p:nvSpPr>
          <p:spPr>
            <a:xfrm>
              <a:off x="1428995" y="1491778"/>
              <a:ext cx="267674" cy="64111"/>
            </a:xfrm>
            <a:custGeom>
              <a:avLst/>
              <a:gdLst/>
              <a:ahLst/>
              <a:cxnLst/>
              <a:rect l="l" t="t" r="r" b="b"/>
              <a:pathLst>
                <a:path w="5791" h="1387" fill="none" extrusionOk="0">
                  <a:moveTo>
                    <a:pt x="1" y="311"/>
                  </a:moveTo>
                  <a:cubicBezTo>
                    <a:pt x="1" y="311"/>
                    <a:pt x="2628" y="1"/>
                    <a:pt x="5791" y="13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72"/>
            <p:cNvSpPr/>
            <p:nvPr/>
          </p:nvSpPr>
          <p:spPr>
            <a:xfrm>
              <a:off x="683019" y="759206"/>
              <a:ext cx="505813" cy="132011"/>
            </a:xfrm>
            <a:custGeom>
              <a:avLst/>
              <a:gdLst/>
              <a:ahLst/>
              <a:cxnLst/>
              <a:rect l="l" t="t" r="r" b="b"/>
              <a:pathLst>
                <a:path w="10943" h="2856" fill="none" extrusionOk="0">
                  <a:moveTo>
                    <a:pt x="1" y="1697"/>
                  </a:moveTo>
                  <a:cubicBezTo>
                    <a:pt x="1" y="1697"/>
                    <a:pt x="5156" y="1"/>
                    <a:pt x="10942" y="285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72"/>
            <p:cNvSpPr/>
            <p:nvPr/>
          </p:nvSpPr>
          <p:spPr>
            <a:xfrm>
              <a:off x="1254369" y="1767353"/>
              <a:ext cx="228385" cy="543299"/>
            </a:xfrm>
            <a:custGeom>
              <a:avLst/>
              <a:gdLst/>
              <a:ahLst/>
              <a:cxnLst/>
              <a:rect l="l" t="t" r="r" b="b"/>
              <a:pathLst>
                <a:path w="4941" h="11754" extrusionOk="0">
                  <a:moveTo>
                    <a:pt x="4666" y="7222"/>
                  </a:moveTo>
                  <a:lnTo>
                    <a:pt x="3846" y="0"/>
                  </a:lnTo>
                  <a:cubicBezTo>
                    <a:pt x="3272" y="150"/>
                    <a:pt x="2403" y="269"/>
                    <a:pt x="1361" y="337"/>
                  </a:cubicBezTo>
                  <a:lnTo>
                    <a:pt x="2193" y="7667"/>
                  </a:lnTo>
                  <a:cubicBezTo>
                    <a:pt x="2393" y="9417"/>
                    <a:pt x="1456" y="11009"/>
                    <a:pt x="1" y="11754"/>
                  </a:cubicBezTo>
                  <a:lnTo>
                    <a:pt x="620" y="11754"/>
                  </a:lnTo>
                  <a:cubicBezTo>
                    <a:pt x="3052" y="11754"/>
                    <a:pt x="4941" y="9637"/>
                    <a:pt x="4666" y="722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72"/>
            <p:cNvSpPr/>
            <p:nvPr/>
          </p:nvSpPr>
          <p:spPr>
            <a:xfrm>
              <a:off x="969550" y="1801000"/>
              <a:ext cx="502213" cy="117624"/>
            </a:xfrm>
            <a:custGeom>
              <a:avLst/>
              <a:gdLst/>
              <a:ahLst/>
              <a:cxnLst/>
              <a:rect l="l" t="t" r="r" b="b"/>
              <a:pathLst>
                <a:path w="11814" h="2545" fill="none" extrusionOk="0">
                  <a:moveTo>
                    <a:pt x="0" y="35"/>
                  </a:moveTo>
                  <a:cubicBezTo>
                    <a:pt x="700" y="414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1"/>
                    <a:pt x="4210" y="2501"/>
                  </a:cubicBezTo>
                  <a:cubicBezTo>
                    <a:pt x="4707" y="2545"/>
                    <a:pt x="5289" y="1217"/>
                    <a:pt x="5851" y="1210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2"/>
                    <a:pt x="8880" y="881"/>
                  </a:cubicBezTo>
                  <a:cubicBezTo>
                    <a:pt x="9381" y="778"/>
                    <a:pt x="10227" y="1960"/>
                    <a:pt x="10754" y="1801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72"/>
            <p:cNvSpPr/>
            <p:nvPr/>
          </p:nvSpPr>
          <p:spPr>
            <a:xfrm>
              <a:off x="959925" y="1963150"/>
              <a:ext cx="525693" cy="117676"/>
            </a:xfrm>
            <a:custGeom>
              <a:avLst/>
              <a:gdLst/>
              <a:ahLst/>
              <a:cxnLst/>
              <a:rect l="l" t="t" r="r" b="b"/>
              <a:pathLst>
                <a:path w="11814" h="2546" fill="none" extrusionOk="0">
                  <a:moveTo>
                    <a:pt x="0" y="35"/>
                  </a:moveTo>
                  <a:cubicBezTo>
                    <a:pt x="700" y="415"/>
                    <a:pt x="2" y="1561"/>
                    <a:pt x="951" y="1860"/>
                  </a:cubicBezTo>
                  <a:cubicBezTo>
                    <a:pt x="1381" y="1996"/>
                    <a:pt x="2231" y="825"/>
                    <a:pt x="2824" y="940"/>
                  </a:cubicBezTo>
                  <a:cubicBezTo>
                    <a:pt x="3302" y="1033"/>
                    <a:pt x="3639" y="2450"/>
                    <a:pt x="4210" y="2501"/>
                  </a:cubicBezTo>
                  <a:cubicBezTo>
                    <a:pt x="4707" y="2546"/>
                    <a:pt x="5289" y="1218"/>
                    <a:pt x="5851" y="1211"/>
                  </a:cubicBezTo>
                  <a:cubicBezTo>
                    <a:pt x="6355" y="1205"/>
                    <a:pt x="6966" y="2524"/>
                    <a:pt x="7519" y="2464"/>
                  </a:cubicBezTo>
                  <a:cubicBezTo>
                    <a:pt x="8024" y="2409"/>
                    <a:pt x="8339" y="993"/>
                    <a:pt x="8880" y="881"/>
                  </a:cubicBezTo>
                  <a:cubicBezTo>
                    <a:pt x="9381" y="778"/>
                    <a:pt x="10227" y="1960"/>
                    <a:pt x="10754" y="1802"/>
                  </a:cubicBezTo>
                  <a:cubicBezTo>
                    <a:pt x="11244" y="1654"/>
                    <a:pt x="11302" y="203"/>
                    <a:pt x="1181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72"/>
            <p:cNvSpPr/>
            <p:nvPr/>
          </p:nvSpPr>
          <p:spPr>
            <a:xfrm>
              <a:off x="940225" y="2125100"/>
              <a:ext cx="569515" cy="117874"/>
            </a:xfrm>
            <a:custGeom>
              <a:avLst/>
              <a:gdLst/>
              <a:ahLst/>
              <a:cxnLst/>
              <a:rect l="l" t="t" r="r" b="b"/>
              <a:pathLst>
                <a:path w="12488" h="2550" fill="none" extrusionOk="0">
                  <a:moveTo>
                    <a:pt x="1" y="33"/>
                  </a:moveTo>
                  <a:cubicBezTo>
                    <a:pt x="744" y="415"/>
                    <a:pt x="55" y="1569"/>
                    <a:pt x="1057" y="1869"/>
                  </a:cubicBezTo>
                  <a:cubicBezTo>
                    <a:pt x="1511" y="2005"/>
                    <a:pt x="2371" y="830"/>
                    <a:pt x="2997" y="945"/>
                  </a:cubicBezTo>
                  <a:cubicBezTo>
                    <a:pt x="3499" y="1038"/>
                    <a:pt x="3872" y="2455"/>
                    <a:pt x="4472" y="2506"/>
                  </a:cubicBezTo>
                  <a:cubicBezTo>
                    <a:pt x="4994" y="2549"/>
                    <a:pt x="5600" y="1222"/>
                    <a:pt x="6189" y="1215"/>
                  </a:cubicBezTo>
                  <a:cubicBezTo>
                    <a:pt x="6720" y="1210"/>
                    <a:pt x="7353" y="2529"/>
                    <a:pt x="7932" y="2469"/>
                  </a:cubicBezTo>
                  <a:cubicBezTo>
                    <a:pt x="8464" y="2414"/>
                    <a:pt x="8816" y="996"/>
                    <a:pt x="9385" y="885"/>
                  </a:cubicBezTo>
                  <a:cubicBezTo>
                    <a:pt x="9911" y="783"/>
                    <a:pt x="10769" y="1968"/>
                    <a:pt x="11324" y="1810"/>
                  </a:cubicBezTo>
                  <a:cubicBezTo>
                    <a:pt x="11842" y="1662"/>
                    <a:pt x="11947" y="203"/>
                    <a:pt x="12487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72"/>
            <p:cNvSpPr/>
            <p:nvPr/>
          </p:nvSpPr>
          <p:spPr>
            <a:xfrm>
              <a:off x="926840" y="1747847"/>
              <a:ext cx="592434" cy="562805"/>
            </a:xfrm>
            <a:custGeom>
              <a:avLst/>
              <a:gdLst/>
              <a:ahLst/>
              <a:cxnLst/>
              <a:rect l="l" t="t" r="r" b="b"/>
              <a:pathLst>
                <a:path w="12817" h="12176" fill="none" extrusionOk="0">
                  <a:moveTo>
                    <a:pt x="12542" y="7644"/>
                  </a:moveTo>
                  <a:lnTo>
                    <a:pt x="11674" y="1"/>
                  </a:lnTo>
                  <a:cubicBezTo>
                    <a:pt x="11674" y="456"/>
                    <a:pt x="9316" y="824"/>
                    <a:pt x="6408" y="824"/>
                  </a:cubicBezTo>
                  <a:cubicBezTo>
                    <a:pt x="3501" y="824"/>
                    <a:pt x="1143" y="456"/>
                    <a:pt x="1143" y="1"/>
                  </a:cubicBezTo>
                  <a:lnTo>
                    <a:pt x="275" y="7644"/>
                  </a:lnTo>
                  <a:cubicBezTo>
                    <a:pt x="1" y="10059"/>
                    <a:pt x="1890" y="12176"/>
                    <a:pt x="4321" y="12176"/>
                  </a:cubicBezTo>
                  <a:lnTo>
                    <a:pt x="8496" y="12176"/>
                  </a:lnTo>
                  <a:cubicBezTo>
                    <a:pt x="10926" y="12176"/>
                    <a:pt x="12816" y="10059"/>
                    <a:pt x="12542" y="76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72"/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72"/>
            <p:cNvSpPr/>
            <p:nvPr/>
          </p:nvSpPr>
          <p:spPr>
            <a:xfrm>
              <a:off x="1262457" y="1182692"/>
              <a:ext cx="478033" cy="190021"/>
            </a:xfrm>
            <a:custGeom>
              <a:avLst/>
              <a:gdLst/>
              <a:ahLst/>
              <a:cxnLst/>
              <a:rect l="l" t="t" r="r" b="b"/>
              <a:pathLst>
                <a:path w="10342" h="4111" fill="none" extrusionOk="0">
                  <a:moveTo>
                    <a:pt x="425" y="1816"/>
                  </a:moveTo>
                  <a:cubicBezTo>
                    <a:pt x="1" y="2379"/>
                    <a:pt x="1306" y="2900"/>
                    <a:pt x="2092" y="3160"/>
                  </a:cubicBezTo>
                  <a:cubicBezTo>
                    <a:pt x="4968" y="4111"/>
                    <a:pt x="8852" y="3705"/>
                    <a:pt x="9277" y="3667"/>
                  </a:cubicBezTo>
                  <a:cubicBezTo>
                    <a:pt x="9703" y="3630"/>
                    <a:pt x="10342" y="3842"/>
                    <a:pt x="10342" y="3842"/>
                  </a:cubicBezTo>
                  <a:cubicBezTo>
                    <a:pt x="9001" y="818"/>
                    <a:pt x="4751" y="0"/>
                    <a:pt x="2667" y="235"/>
                  </a:cubicBezTo>
                  <a:cubicBezTo>
                    <a:pt x="2184" y="290"/>
                    <a:pt x="1770" y="438"/>
                    <a:pt x="1949" y="717"/>
                  </a:cubicBezTo>
                  <a:cubicBezTo>
                    <a:pt x="2061" y="893"/>
                    <a:pt x="2385" y="1002"/>
                    <a:pt x="2516" y="1156"/>
                  </a:cubicBezTo>
                  <a:cubicBezTo>
                    <a:pt x="2146" y="1253"/>
                    <a:pt x="1710" y="1282"/>
                    <a:pt x="1332" y="1373"/>
                  </a:cubicBezTo>
                  <a:cubicBezTo>
                    <a:pt x="1276" y="1386"/>
                    <a:pt x="1221" y="1399"/>
                    <a:pt x="1166" y="1415"/>
                  </a:cubicBezTo>
                  <a:cubicBezTo>
                    <a:pt x="843" y="1508"/>
                    <a:pt x="558" y="1640"/>
                    <a:pt x="425" y="1816"/>
                  </a:cubicBezTo>
                  <a:close/>
                  <a:moveTo>
                    <a:pt x="6863" y="1843"/>
                  </a:moveTo>
                  <a:cubicBezTo>
                    <a:pt x="6871" y="1771"/>
                    <a:pt x="7071" y="1719"/>
                    <a:pt x="7312" y="1725"/>
                  </a:cubicBezTo>
                  <a:cubicBezTo>
                    <a:pt x="7554" y="1733"/>
                    <a:pt x="7744" y="1797"/>
                    <a:pt x="7737" y="1870"/>
                  </a:cubicBezTo>
                  <a:cubicBezTo>
                    <a:pt x="7729" y="1942"/>
                    <a:pt x="7528" y="1994"/>
                    <a:pt x="7288" y="1986"/>
                  </a:cubicBezTo>
                  <a:cubicBezTo>
                    <a:pt x="7047" y="1980"/>
                    <a:pt x="6856" y="1915"/>
                    <a:pt x="6863" y="1843"/>
                  </a:cubicBezTo>
                  <a:close/>
                  <a:moveTo>
                    <a:pt x="5604" y="1207"/>
                  </a:moveTo>
                  <a:cubicBezTo>
                    <a:pt x="5674" y="1111"/>
                    <a:pt x="6106" y="1109"/>
                    <a:pt x="6566" y="1202"/>
                  </a:cubicBezTo>
                  <a:cubicBezTo>
                    <a:pt x="7028" y="1296"/>
                    <a:pt x="7345" y="1449"/>
                    <a:pt x="7274" y="1544"/>
                  </a:cubicBezTo>
                  <a:cubicBezTo>
                    <a:pt x="7204" y="1639"/>
                    <a:pt x="6772" y="1641"/>
                    <a:pt x="6311" y="1547"/>
                  </a:cubicBezTo>
                  <a:cubicBezTo>
                    <a:pt x="5849" y="1454"/>
                    <a:pt x="5533" y="1302"/>
                    <a:pt x="5604" y="1207"/>
                  </a:cubicBezTo>
                  <a:close/>
                  <a:moveTo>
                    <a:pt x="3273" y="2565"/>
                  </a:moveTo>
                  <a:cubicBezTo>
                    <a:pt x="3177" y="2422"/>
                    <a:pt x="3228" y="2283"/>
                    <a:pt x="3388" y="2255"/>
                  </a:cubicBezTo>
                  <a:cubicBezTo>
                    <a:pt x="3548" y="2227"/>
                    <a:pt x="3754" y="2320"/>
                    <a:pt x="3850" y="2463"/>
                  </a:cubicBezTo>
                  <a:cubicBezTo>
                    <a:pt x="3947" y="2606"/>
                    <a:pt x="3896" y="2745"/>
                    <a:pt x="3737" y="2773"/>
                  </a:cubicBezTo>
                  <a:cubicBezTo>
                    <a:pt x="3577" y="2801"/>
                    <a:pt x="3370" y="2708"/>
                    <a:pt x="3273" y="25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72"/>
            <p:cNvSpPr/>
            <p:nvPr/>
          </p:nvSpPr>
          <p:spPr>
            <a:xfrm>
              <a:off x="1378706" y="1236124"/>
              <a:ext cx="361784" cy="124154"/>
            </a:xfrm>
            <a:custGeom>
              <a:avLst/>
              <a:gdLst/>
              <a:ahLst/>
              <a:cxnLst/>
              <a:rect l="l" t="t" r="r" b="b"/>
              <a:pathLst>
                <a:path w="7827" h="2686" fill="none" extrusionOk="0">
                  <a:moveTo>
                    <a:pt x="1" y="0"/>
                  </a:moveTo>
                  <a:cubicBezTo>
                    <a:pt x="1" y="0"/>
                    <a:pt x="7236" y="1616"/>
                    <a:pt x="7827" y="26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72"/>
            <p:cNvSpPr/>
            <p:nvPr/>
          </p:nvSpPr>
          <p:spPr>
            <a:xfrm>
              <a:off x="1280761" y="837876"/>
              <a:ext cx="379579" cy="300400"/>
            </a:xfrm>
            <a:custGeom>
              <a:avLst/>
              <a:gdLst/>
              <a:ahLst/>
              <a:cxnLst/>
              <a:rect l="l" t="t" r="r" b="b"/>
              <a:pathLst>
                <a:path w="8212" h="6499" fill="none" extrusionOk="0">
                  <a:moveTo>
                    <a:pt x="2048" y="6054"/>
                  </a:moveTo>
                  <a:cubicBezTo>
                    <a:pt x="2865" y="6499"/>
                    <a:pt x="4098" y="5776"/>
                    <a:pt x="4754" y="5325"/>
                  </a:cubicBezTo>
                  <a:cubicBezTo>
                    <a:pt x="7148" y="3673"/>
                    <a:pt x="7564" y="959"/>
                    <a:pt x="7622" y="663"/>
                  </a:cubicBezTo>
                  <a:cubicBezTo>
                    <a:pt x="7679" y="367"/>
                    <a:pt x="8211" y="1"/>
                    <a:pt x="8211" y="1"/>
                  </a:cubicBezTo>
                  <a:cubicBezTo>
                    <a:pt x="2798" y="26"/>
                    <a:pt x="240" y="2635"/>
                    <a:pt x="46" y="4098"/>
                  </a:cubicBezTo>
                  <a:cubicBezTo>
                    <a:pt x="0" y="4436"/>
                    <a:pt x="131" y="4757"/>
                    <a:pt x="646" y="4717"/>
                  </a:cubicBezTo>
                  <a:cubicBezTo>
                    <a:pt x="972" y="4693"/>
                    <a:pt x="1242" y="4507"/>
                    <a:pt x="1536" y="4464"/>
                  </a:cubicBezTo>
                  <a:cubicBezTo>
                    <a:pt x="1593" y="4739"/>
                    <a:pt x="1518" y="5039"/>
                    <a:pt x="1563" y="5319"/>
                  </a:cubicBezTo>
                  <a:cubicBezTo>
                    <a:pt x="1570" y="5361"/>
                    <a:pt x="1578" y="5401"/>
                    <a:pt x="1589" y="5442"/>
                  </a:cubicBezTo>
                  <a:cubicBezTo>
                    <a:pt x="1652" y="5684"/>
                    <a:pt x="1792" y="5914"/>
                    <a:pt x="2048" y="60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8" name="Google Shape;4518;p72"/>
          <p:cNvGrpSpPr/>
          <p:nvPr/>
        </p:nvGrpSpPr>
        <p:grpSpPr>
          <a:xfrm flipH="1">
            <a:off x="2261011" y="0"/>
            <a:ext cx="1326576" cy="2005859"/>
            <a:chOff x="2868213" y="570728"/>
            <a:chExt cx="1143502" cy="1729040"/>
          </a:xfrm>
        </p:grpSpPr>
        <p:sp>
          <p:nvSpPr>
            <p:cNvPr id="4519" name="Google Shape;4519;p72"/>
            <p:cNvSpPr/>
            <p:nvPr/>
          </p:nvSpPr>
          <p:spPr>
            <a:xfrm>
              <a:off x="3857646" y="2164558"/>
              <a:ext cx="103304" cy="135209"/>
            </a:xfrm>
            <a:custGeom>
              <a:avLst/>
              <a:gdLst/>
              <a:ahLst/>
              <a:cxnLst/>
              <a:rect l="l" t="t" r="r" b="b"/>
              <a:pathLst>
                <a:path w="1282" h="1678" extrusionOk="0">
                  <a:moveTo>
                    <a:pt x="728" y="0"/>
                  </a:moveTo>
                  <a:lnTo>
                    <a:pt x="0" y="705"/>
                  </a:lnTo>
                  <a:lnTo>
                    <a:pt x="1137" y="1678"/>
                  </a:lnTo>
                  <a:lnTo>
                    <a:pt x="1282" y="1618"/>
                  </a:lnTo>
                  <a:lnTo>
                    <a:pt x="145" y="646"/>
                  </a:lnTo>
                  <a:lnTo>
                    <a:pt x="776" y="41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20" name="Google Shape;4520;p72"/>
            <p:cNvGrpSpPr/>
            <p:nvPr/>
          </p:nvGrpSpPr>
          <p:grpSpPr>
            <a:xfrm>
              <a:off x="2918172" y="1891399"/>
              <a:ext cx="591296" cy="369369"/>
              <a:chOff x="2918172" y="1891399"/>
              <a:chExt cx="591296" cy="369369"/>
            </a:xfrm>
          </p:grpSpPr>
          <p:sp>
            <p:nvSpPr>
              <p:cNvPr id="4521" name="Google Shape;4521;p72"/>
              <p:cNvSpPr/>
              <p:nvPr/>
            </p:nvSpPr>
            <p:spPr>
              <a:xfrm>
                <a:off x="2963780" y="2242719"/>
                <a:ext cx="545688" cy="18049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224" extrusionOk="0">
                    <a:moveTo>
                      <a:pt x="175" y="1"/>
                    </a:moveTo>
                    <a:lnTo>
                      <a:pt x="1" y="224"/>
                    </a:lnTo>
                    <a:lnTo>
                      <a:pt x="6751" y="224"/>
                    </a:lnTo>
                    <a:cubicBezTo>
                      <a:pt x="6757" y="156"/>
                      <a:pt x="6764" y="81"/>
                      <a:pt x="6772" y="1"/>
                    </a:cubicBez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2" name="Google Shape;4522;p72"/>
              <p:cNvSpPr/>
              <p:nvPr/>
            </p:nvSpPr>
            <p:spPr>
              <a:xfrm>
                <a:off x="2918172" y="1891399"/>
                <a:ext cx="21273" cy="30248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754" extrusionOk="0">
                    <a:moveTo>
                      <a:pt x="264" y="0"/>
                    </a:moveTo>
                    <a:lnTo>
                      <a:pt x="1" y="188"/>
                    </a:lnTo>
                    <a:lnTo>
                      <a:pt x="1" y="3753"/>
                    </a:lnTo>
                    <a:lnTo>
                      <a:pt x="228" y="3574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23" name="Google Shape;4523;p72"/>
            <p:cNvSpPr/>
            <p:nvPr/>
          </p:nvSpPr>
          <p:spPr>
            <a:xfrm>
              <a:off x="3590848" y="2153439"/>
              <a:ext cx="307332" cy="99916"/>
            </a:xfrm>
            <a:custGeom>
              <a:avLst/>
              <a:gdLst/>
              <a:ahLst/>
              <a:cxnLst/>
              <a:rect l="l" t="t" r="r" b="b"/>
              <a:pathLst>
                <a:path w="3814" h="1240" extrusionOk="0">
                  <a:moveTo>
                    <a:pt x="85" y="1"/>
                  </a:moveTo>
                  <a:cubicBezTo>
                    <a:pt x="59" y="90"/>
                    <a:pt x="31" y="184"/>
                    <a:pt x="1" y="266"/>
                  </a:cubicBezTo>
                  <a:cubicBezTo>
                    <a:pt x="83" y="557"/>
                    <a:pt x="211" y="1006"/>
                    <a:pt x="211" y="1006"/>
                  </a:cubicBezTo>
                  <a:lnTo>
                    <a:pt x="211" y="1007"/>
                  </a:lnTo>
                  <a:lnTo>
                    <a:pt x="765" y="1085"/>
                  </a:lnTo>
                  <a:lnTo>
                    <a:pt x="1198" y="691"/>
                  </a:lnTo>
                  <a:lnTo>
                    <a:pt x="1826" y="1240"/>
                  </a:lnTo>
                  <a:lnTo>
                    <a:pt x="3813" y="1240"/>
                  </a:lnTo>
                  <a:lnTo>
                    <a:pt x="3311" y="843"/>
                  </a:lnTo>
                  <a:lnTo>
                    <a:pt x="3311" y="843"/>
                  </a:lnTo>
                  <a:lnTo>
                    <a:pt x="3418" y="1108"/>
                  </a:lnTo>
                  <a:lnTo>
                    <a:pt x="1961" y="1108"/>
                  </a:lnTo>
                  <a:lnTo>
                    <a:pt x="1333" y="559"/>
                  </a:lnTo>
                  <a:lnTo>
                    <a:pt x="899" y="954"/>
                  </a:lnTo>
                  <a:lnTo>
                    <a:pt x="347" y="875"/>
                  </a:lnTo>
                  <a:lnTo>
                    <a:pt x="109" y="45"/>
                  </a:lnTo>
                  <a:cubicBezTo>
                    <a:pt x="101" y="19"/>
                    <a:pt x="94" y="5"/>
                    <a:pt x="85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72"/>
            <p:cNvSpPr/>
            <p:nvPr/>
          </p:nvSpPr>
          <p:spPr>
            <a:xfrm>
              <a:off x="3540647" y="2127331"/>
              <a:ext cx="25222" cy="100883"/>
            </a:xfrm>
            <a:custGeom>
              <a:avLst/>
              <a:gdLst/>
              <a:ahLst/>
              <a:cxnLst/>
              <a:rect l="l" t="t" r="r" b="b"/>
              <a:pathLst>
                <a:path w="313" h="1252" extrusionOk="0">
                  <a:moveTo>
                    <a:pt x="22" y="1"/>
                  </a:moveTo>
                  <a:cubicBezTo>
                    <a:pt x="1" y="248"/>
                    <a:pt x="36" y="334"/>
                    <a:pt x="15" y="560"/>
                  </a:cubicBezTo>
                  <a:cubicBezTo>
                    <a:pt x="66" y="935"/>
                    <a:pt x="128" y="1251"/>
                    <a:pt x="203" y="1251"/>
                  </a:cubicBezTo>
                  <a:cubicBezTo>
                    <a:pt x="234" y="1251"/>
                    <a:pt x="262" y="1225"/>
                    <a:pt x="287" y="1186"/>
                  </a:cubicBezTo>
                  <a:cubicBezTo>
                    <a:pt x="296" y="1159"/>
                    <a:pt x="304" y="1132"/>
                    <a:pt x="312" y="1106"/>
                  </a:cubicBezTo>
                  <a:cubicBezTo>
                    <a:pt x="211" y="1005"/>
                    <a:pt x="71" y="518"/>
                    <a:pt x="22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72"/>
            <p:cNvSpPr/>
            <p:nvPr/>
          </p:nvSpPr>
          <p:spPr>
            <a:xfrm>
              <a:off x="2868213" y="2174550"/>
              <a:ext cx="71555" cy="120141"/>
            </a:xfrm>
            <a:custGeom>
              <a:avLst/>
              <a:gdLst/>
              <a:ahLst/>
              <a:cxnLst/>
              <a:rect l="l" t="t" r="r" b="b"/>
              <a:pathLst>
                <a:path w="888" h="1491" extrusionOk="0">
                  <a:moveTo>
                    <a:pt x="809" y="1"/>
                  </a:moveTo>
                  <a:lnTo>
                    <a:pt x="0" y="951"/>
                  </a:lnTo>
                  <a:lnTo>
                    <a:pt x="709" y="1491"/>
                  </a:lnTo>
                  <a:lnTo>
                    <a:pt x="828" y="1474"/>
                  </a:lnTo>
                  <a:lnTo>
                    <a:pt x="138" y="944"/>
                  </a:lnTo>
                  <a:lnTo>
                    <a:pt x="887" y="61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72"/>
            <p:cNvSpPr/>
            <p:nvPr/>
          </p:nvSpPr>
          <p:spPr>
            <a:xfrm>
              <a:off x="2936463" y="637043"/>
              <a:ext cx="1006202" cy="1605748"/>
            </a:xfrm>
            <a:custGeom>
              <a:avLst/>
              <a:gdLst/>
              <a:ahLst/>
              <a:cxnLst/>
              <a:rect l="l" t="t" r="r" b="b"/>
              <a:pathLst>
                <a:path w="12487" h="19928" fill="none" extrusionOk="0">
                  <a:moveTo>
                    <a:pt x="11585" y="19609"/>
                  </a:moveTo>
                  <a:lnTo>
                    <a:pt x="12176" y="19007"/>
                  </a:lnTo>
                  <a:lnTo>
                    <a:pt x="12486" y="19260"/>
                  </a:lnTo>
                  <a:lnTo>
                    <a:pt x="12486" y="1"/>
                  </a:lnTo>
                  <a:lnTo>
                    <a:pt x="37" y="1"/>
                  </a:lnTo>
                  <a:lnTo>
                    <a:pt x="0" y="19223"/>
                  </a:lnTo>
                  <a:lnTo>
                    <a:pt x="273" y="18910"/>
                  </a:lnTo>
                  <a:lnTo>
                    <a:pt x="951" y="19427"/>
                  </a:lnTo>
                  <a:lnTo>
                    <a:pt x="514" y="19928"/>
                  </a:lnTo>
                  <a:lnTo>
                    <a:pt x="7331" y="19928"/>
                  </a:lnTo>
                  <a:cubicBezTo>
                    <a:pt x="7369" y="19551"/>
                    <a:pt x="7520" y="18774"/>
                    <a:pt x="7520" y="18497"/>
                  </a:cubicBezTo>
                  <a:cubicBezTo>
                    <a:pt x="7520" y="18181"/>
                    <a:pt x="7639" y="19615"/>
                    <a:pt x="7836" y="19615"/>
                  </a:cubicBezTo>
                  <a:cubicBezTo>
                    <a:pt x="8033" y="19615"/>
                    <a:pt x="8152" y="18589"/>
                    <a:pt x="8231" y="18864"/>
                  </a:cubicBezTo>
                  <a:cubicBezTo>
                    <a:pt x="8275" y="19020"/>
                    <a:pt x="8344" y="19263"/>
                    <a:pt x="8397" y="19446"/>
                  </a:cubicBezTo>
                  <a:cubicBezTo>
                    <a:pt x="8440" y="19597"/>
                    <a:pt x="8567" y="19708"/>
                    <a:pt x="8723" y="19730"/>
                  </a:cubicBezTo>
                  <a:lnTo>
                    <a:pt x="8835" y="19746"/>
                  </a:lnTo>
                  <a:cubicBezTo>
                    <a:pt x="8952" y="19763"/>
                    <a:pt x="9070" y="19726"/>
                    <a:pt x="9159" y="19646"/>
                  </a:cubicBezTo>
                  <a:lnTo>
                    <a:pt x="9357" y="19466"/>
                  </a:lnTo>
                  <a:cubicBezTo>
                    <a:pt x="9412" y="19416"/>
                    <a:pt x="9497" y="19416"/>
                    <a:pt x="9553" y="19465"/>
                  </a:cubicBezTo>
                  <a:lnTo>
                    <a:pt x="10082" y="19928"/>
                  </a:lnTo>
                  <a:lnTo>
                    <a:pt x="11941" y="19928"/>
                  </a:lnTo>
                  <a:lnTo>
                    <a:pt x="11585" y="19609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72"/>
            <p:cNvSpPr/>
            <p:nvPr/>
          </p:nvSpPr>
          <p:spPr>
            <a:xfrm>
              <a:off x="2874659" y="570728"/>
              <a:ext cx="122885" cy="132792"/>
            </a:xfrm>
            <a:custGeom>
              <a:avLst/>
              <a:gdLst/>
              <a:ahLst/>
              <a:cxnLst/>
              <a:rect l="l" t="t" r="r" b="b"/>
              <a:pathLst>
                <a:path w="1525" h="1648" extrusionOk="0">
                  <a:moveTo>
                    <a:pt x="759" y="0"/>
                  </a:moveTo>
                  <a:lnTo>
                    <a:pt x="1" y="408"/>
                  </a:lnTo>
                  <a:lnTo>
                    <a:pt x="767" y="1647"/>
                  </a:lnTo>
                  <a:lnTo>
                    <a:pt x="1524" y="1238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72"/>
            <p:cNvSpPr/>
            <p:nvPr/>
          </p:nvSpPr>
          <p:spPr>
            <a:xfrm>
              <a:off x="3884559" y="576932"/>
              <a:ext cx="127155" cy="132711"/>
            </a:xfrm>
            <a:custGeom>
              <a:avLst/>
              <a:gdLst/>
              <a:ahLst/>
              <a:cxnLst/>
              <a:rect l="l" t="t" r="r" b="b"/>
              <a:pathLst>
                <a:path w="1578" h="1647" extrusionOk="0">
                  <a:moveTo>
                    <a:pt x="855" y="1"/>
                  </a:moveTo>
                  <a:lnTo>
                    <a:pt x="0" y="1161"/>
                  </a:lnTo>
                  <a:lnTo>
                    <a:pt x="723" y="1646"/>
                  </a:lnTo>
                  <a:lnTo>
                    <a:pt x="1578" y="485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72"/>
            <p:cNvSpPr/>
            <p:nvPr/>
          </p:nvSpPr>
          <p:spPr>
            <a:xfrm>
              <a:off x="2880380" y="2160771"/>
              <a:ext cx="132796" cy="130938"/>
            </a:xfrm>
            <a:custGeom>
              <a:avLst/>
              <a:gdLst/>
              <a:ahLst/>
              <a:cxnLst/>
              <a:rect l="l" t="t" r="r" b="b"/>
              <a:pathLst>
                <a:path w="1648" h="1625" fill="none" extrusionOk="0">
                  <a:moveTo>
                    <a:pt x="678" y="1625"/>
                  </a:moveTo>
                  <a:lnTo>
                    <a:pt x="0" y="1108"/>
                  </a:lnTo>
                  <a:lnTo>
                    <a:pt x="969" y="0"/>
                  </a:lnTo>
                  <a:lnTo>
                    <a:pt x="1647" y="517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72"/>
            <p:cNvSpPr/>
            <p:nvPr/>
          </p:nvSpPr>
          <p:spPr>
            <a:xfrm>
              <a:off x="3869894" y="2168507"/>
              <a:ext cx="138759" cy="126507"/>
            </a:xfrm>
            <a:custGeom>
              <a:avLst/>
              <a:gdLst/>
              <a:ahLst/>
              <a:cxnLst/>
              <a:rect l="l" t="t" r="r" b="b"/>
              <a:pathLst>
                <a:path w="1722" h="1570" fill="none" extrusionOk="0">
                  <a:moveTo>
                    <a:pt x="1721" y="966"/>
                  </a:moveTo>
                  <a:lnTo>
                    <a:pt x="1130" y="1569"/>
                  </a:lnTo>
                  <a:lnTo>
                    <a:pt x="1" y="603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72"/>
            <p:cNvSpPr/>
            <p:nvPr/>
          </p:nvSpPr>
          <p:spPr>
            <a:xfrm>
              <a:off x="3031386" y="771850"/>
              <a:ext cx="803624" cy="1394877"/>
            </a:xfrm>
            <a:custGeom>
              <a:avLst/>
              <a:gdLst/>
              <a:ahLst/>
              <a:cxnLst/>
              <a:rect l="l" t="t" r="r" b="b"/>
              <a:pathLst>
                <a:path w="9973" h="17311" extrusionOk="0">
                  <a:moveTo>
                    <a:pt x="6816" y="100"/>
                  </a:moveTo>
                  <a:cubicBezTo>
                    <a:pt x="6685" y="100"/>
                    <a:pt x="6579" y="207"/>
                    <a:pt x="6579" y="337"/>
                  </a:cubicBezTo>
                  <a:cubicBezTo>
                    <a:pt x="6579" y="468"/>
                    <a:pt x="6685" y="574"/>
                    <a:pt x="6816" y="574"/>
                  </a:cubicBezTo>
                  <a:cubicBezTo>
                    <a:pt x="6947" y="574"/>
                    <a:pt x="7052" y="468"/>
                    <a:pt x="7052" y="337"/>
                  </a:cubicBezTo>
                  <a:cubicBezTo>
                    <a:pt x="7052" y="207"/>
                    <a:pt x="6947" y="100"/>
                    <a:pt x="6816" y="100"/>
                  </a:cubicBezTo>
                  <a:close/>
                  <a:moveTo>
                    <a:pt x="9737" y="3415"/>
                  </a:moveTo>
                  <a:cubicBezTo>
                    <a:pt x="9606" y="3415"/>
                    <a:pt x="9500" y="3522"/>
                    <a:pt x="9500" y="3653"/>
                  </a:cubicBezTo>
                  <a:cubicBezTo>
                    <a:pt x="9500" y="3784"/>
                    <a:pt x="9606" y="3889"/>
                    <a:pt x="9737" y="3889"/>
                  </a:cubicBezTo>
                  <a:cubicBezTo>
                    <a:pt x="9868" y="3889"/>
                    <a:pt x="9973" y="3784"/>
                    <a:pt x="9973" y="3653"/>
                  </a:cubicBezTo>
                  <a:cubicBezTo>
                    <a:pt x="9973" y="3522"/>
                    <a:pt x="9868" y="3415"/>
                    <a:pt x="9737" y="3415"/>
                  </a:cubicBezTo>
                  <a:close/>
                  <a:moveTo>
                    <a:pt x="3264" y="1"/>
                  </a:moveTo>
                  <a:lnTo>
                    <a:pt x="3003" y="1812"/>
                  </a:lnTo>
                  <a:lnTo>
                    <a:pt x="1856" y="385"/>
                  </a:lnTo>
                  <a:lnTo>
                    <a:pt x="2355" y="2147"/>
                  </a:lnTo>
                  <a:lnTo>
                    <a:pt x="726" y="1310"/>
                  </a:lnTo>
                  <a:lnTo>
                    <a:pt x="1897" y="2717"/>
                  </a:lnTo>
                  <a:lnTo>
                    <a:pt x="69" y="2614"/>
                  </a:lnTo>
                  <a:lnTo>
                    <a:pt x="69" y="2614"/>
                  </a:lnTo>
                  <a:lnTo>
                    <a:pt x="1713" y="3423"/>
                  </a:lnTo>
                  <a:lnTo>
                    <a:pt x="1" y="4073"/>
                  </a:lnTo>
                  <a:lnTo>
                    <a:pt x="1830" y="4144"/>
                  </a:lnTo>
                  <a:lnTo>
                    <a:pt x="531" y="5434"/>
                  </a:lnTo>
                  <a:lnTo>
                    <a:pt x="2231" y="4754"/>
                  </a:lnTo>
                  <a:lnTo>
                    <a:pt x="1568" y="6462"/>
                  </a:lnTo>
                  <a:lnTo>
                    <a:pt x="2845" y="5149"/>
                  </a:lnTo>
                  <a:lnTo>
                    <a:pt x="2934" y="6978"/>
                  </a:lnTo>
                  <a:lnTo>
                    <a:pt x="3567" y="5260"/>
                  </a:lnTo>
                  <a:lnTo>
                    <a:pt x="4392" y="6894"/>
                  </a:lnTo>
                  <a:lnTo>
                    <a:pt x="4271" y="5067"/>
                  </a:lnTo>
                  <a:lnTo>
                    <a:pt x="5690" y="6224"/>
                  </a:lnTo>
                  <a:lnTo>
                    <a:pt x="4836" y="4604"/>
                  </a:lnTo>
                  <a:lnTo>
                    <a:pt x="6603" y="5085"/>
                  </a:lnTo>
                  <a:lnTo>
                    <a:pt x="6603" y="5085"/>
                  </a:lnTo>
                  <a:lnTo>
                    <a:pt x="5164" y="3952"/>
                  </a:lnTo>
                  <a:lnTo>
                    <a:pt x="6974" y="3672"/>
                  </a:lnTo>
                  <a:lnTo>
                    <a:pt x="5199" y="3223"/>
                  </a:lnTo>
                  <a:lnTo>
                    <a:pt x="6739" y="2231"/>
                  </a:lnTo>
                  <a:lnTo>
                    <a:pt x="4934" y="2543"/>
                  </a:lnTo>
                  <a:lnTo>
                    <a:pt x="5937" y="1010"/>
                  </a:lnTo>
                  <a:lnTo>
                    <a:pt x="4415" y="2028"/>
                  </a:lnTo>
                  <a:lnTo>
                    <a:pt x="4415" y="2028"/>
                  </a:lnTo>
                  <a:lnTo>
                    <a:pt x="4708" y="221"/>
                  </a:lnTo>
                  <a:lnTo>
                    <a:pt x="3733" y="1771"/>
                  </a:lnTo>
                  <a:lnTo>
                    <a:pt x="3264" y="1"/>
                  </a:lnTo>
                  <a:close/>
                  <a:moveTo>
                    <a:pt x="1447" y="8468"/>
                  </a:moveTo>
                  <a:cubicBezTo>
                    <a:pt x="1317" y="8468"/>
                    <a:pt x="1211" y="8575"/>
                    <a:pt x="1211" y="8705"/>
                  </a:cubicBezTo>
                  <a:cubicBezTo>
                    <a:pt x="1211" y="8836"/>
                    <a:pt x="1317" y="8942"/>
                    <a:pt x="1447" y="8942"/>
                  </a:cubicBezTo>
                  <a:cubicBezTo>
                    <a:pt x="1578" y="8942"/>
                    <a:pt x="1685" y="8836"/>
                    <a:pt x="1685" y="8705"/>
                  </a:cubicBezTo>
                  <a:cubicBezTo>
                    <a:pt x="1685" y="8575"/>
                    <a:pt x="1578" y="8468"/>
                    <a:pt x="1447" y="8468"/>
                  </a:cubicBezTo>
                  <a:close/>
                  <a:moveTo>
                    <a:pt x="8100" y="6504"/>
                  </a:moveTo>
                  <a:lnTo>
                    <a:pt x="7980" y="7333"/>
                  </a:lnTo>
                  <a:lnTo>
                    <a:pt x="7454" y="6680"/>
                  </a:lnTo>
                  <a:lnTo>
                    <a:pt x="7683" y="7487"/>
                  </a:lnTo>
                  <a:lnTo>
                    <a:pt x="7683" y="7487"/>
                  </a:lnTo>
                  <a:lnTo>
                    <a:pt x="6937" y="7104"/>
                  </a:lnTo>
                  <a:lnTo>
                    <a:pt x="7473" y="7748"/>
                  </a:lnTo>
                  <a:lnTo>
                    <a:pt x="6637" y="7701"/>
                  </a:lnTo>
                  <a:lnTo>
                    <a:pt x="7388" y="8071"/>
                  </a:lnTo>
                  <a:lnTo>
                    <a:pt x="6605" y="8369"/>
                  </a:lnTo>
                  <a:lnTo>
                    <a:pt x="7442" y="8400"/>
                  </a:lnTo>
                  <a:lnTo>
                    <a:pt x="6847" y="8990"/>
                  </a:lnTo>
                  <a:lnTo>
                    <a:pt x="7626" y="8680"/>
                  </a:lnTo>
                  <a:lnTo>
                    <a:pt x="7322" y="9461"/>
                  </a:lnTo>
                  <a:lnTo>
                    <a:pt x="7907" y="8860"/>
                  </a:lnTo>
                  <a:lnTo>
                    <a:pt x="7947" y="9697"/>
                  </a:lnTo>
                  <a:lnTo>
                    <a:pt x="8238" y="8911"/>
                  </a:lnTo>
                  <a:lnTo>
                    <a:pt x="8615" y="9659"/>
                  </a:lnTo>
                  <a:lnTo>
                    <a:pt x="8559" y="8822"/>
                  </a:lnTo>
                  <a:lnTo>
                    <a:pt x="9209" y="9352"/>
                  </a:lnTo>
                  <a:lnTo>
                    <a:pt x="8818" y="8612"/>
                  </a:lnTo>
                  <a:lnTo>
                    <a:pt x="8819" y="8612"/>
                  </a:lnTo>
                  <a:lnTo>
                    <a:pt x="9628" y="8831"/>
                  </a:lnTo>
                  <a:lnTo>
                    <a:pt x="8969" y="8313"/>
                  </a:lnTo>
                  <a:lnTo>
                    <a:pt x="9797" y="8185"/>
                  </a:lnTo>
                  <a:lnTo>
                    <a:pt x="8985" y="7979"/>
                  </a:lnTo>
                  <a:lnTo>
                    <a:pt x="9688" y="7525"/>
                  </a:lnTo>
                  <a:lnTo>
                    <a:pt x="8863" y="7667"/>
                  </a:lnTo>
                  <a:lnTo>
                    <a:pt x="9322" y="6967"/>
                  </a:lnTo>
                  <a:lnTo>
                    <a:pt x="8625" y="7433"/>
                  </a:lnTo>
                  <a:lnTo>
                    <a:pt x="8760" y="6605"/>
                  </a:lnTo>
                  <a:lnTo>
                    <a:pt x="8313" y="7314"/>
                  </a:lnTo>
                  <a:lnTo>
                    <a:pt x="8100" y="6504"/>
                  </a:lnTo>
                  <a:close/>
                  <a:moveTo>
                    <a:pt x="8947" y="12021"/>
                  </a:moveTo>
                  <a:cubicBezTo>
                    <a:pt x="8817" y="12021"/>
                    <a:pt x="8710" y="12127"/>
                    <a:pt x="8710" y="12257"/>
                  </a:cubicBezTo>
                  <a:cubicBezTo>
                    <a:pt x="8710" y="12388"/>
                    <a:pt x="8817" y="12495"/>
                    <a:pt x="8947" y="12495"/>
                  </a:cubicBezTo>
                  <a:cubicBezTo>
                    <a:pt x="9078" y="12495"/>
                    <a:pt x="9184" y="12388"/>
                    <a:pt x="9184" y="12257"/>
                  </a:cubicBezTo>
                  <a:cubicBezTo>
                    <a:pt x="9184" y="12127"/>
                    <a:pt x="9078" y="12021"/>
                    <a:pt x="8947" y="12021"/>
                  </a:cubicBezTo>
                  <a:close/>
                  <a:moveTo>
                    <a:pt x="9711" y="13336"/>
                  </a:moveTo>
                  <a:cubicBezTo>
                    <a:pt x="9580" y="13336"/>
                    <a:pt x="9473" y="13443"/>
                    <a:pt x="9473" y="13574"/>
                  </a:cubicBezTo>
                  <a:cubicBezTo>
                    <a:pt x="9473" y="13704"/>
                    <a:pt x="9580" y="13810"/>
                    <a:pt x="9711" y="13810"/>
                  </a:cubicBezTo>
                  <a:cubicBezTo>
                    <a:pt x="9841" y="13810"/>
                    <a:pt x="9947" y="13704"/>
                    <a:pt x="9947" y="13574"/>
                  </a:cubicBezTo>
                  <a:cubicBezTo>
                    <a:pt x="9947" y="13443"/>
                    <a:pt x="9841" y="13336"/>
                    <a:pt x="9711" y="13336"/>
                  </a:cubicBezTo>
                  <a:close/>
                  <a:moveTo>
                    <a:pt x="3659" y="9948"/>
                  </a:moveTo>
                  <a:lnTo>
                    <a:pt x="3441" y="11454"/>
                  </a:lnTo>
                  <a:lnTo>
                    <a:pt x="2489" y="10269"/>
                  </a:lnTo>
                  <a:lnTo>
                    <a:pt x="2902" y="11732"/>
                  </a:lnTo>
                  <a:lnTo>
                    <a:pt x="1550" y="11036"/>
                  </a:lnTo>
                  <a:lnTo>
                    <a:pt x="2524" y="12205"/>
                  </a:lnTo>
                  <a:lnTo>
                    <a:pt x="1006" y="12120"/>
                  </a:lnTo>
                  <a:lnTo>
                    <a:pt x="2369" y="12791"/>
                  </a:lnTo>
                  <a:lnTo>
                    <a:pt x="948" y="13331"/>
                  </a:lnTo>
                  <a:lnTo>
                    <a:pt x="2468" y="13389"/>
                  </a:lnTo>
                  <a:lnTo>
                    <a:pt x="1389" y="14461"/>
                  </a:lnTo>
                  <a:lnTo>
                    <a:pt x="2800" y="13896"/>
                  </a:lnTo>
                  <a:lnTo>
                    <a:pt x="2250" y="15314"/>
                  </a:lnTo>
                  <a:lnTo>
                    <a:pt x="3310" y="14224"/>
                  </a:lnTo>
                  <a:lnTo>
                    <a:pt x="3384" y="15743"/>
                  </a:lnTo>
                  <a:lnTo>
                    <a:pt x="3910" y="14315"/>
                  </a:lnTo>
                  <a:lnTo>
                    <a:pt x="4594" y="15673"/>
                  </a:lnTo>
                  <a:lnTo>
                    <a:pt x="4494" y="14155"/>
                  </a:lnTo>
                  <a:lnTo>
                    <a:pt x="5672" y="15117"/>
                  </a:lnTo>
                  <a:lnTo>
                    <a:pt x="5672" y="15117"/>
                  </a:lnTo>
                  <a:lnTo>
                    <a:pt x="4964" y="13772"/>
                  </a:lnTo>
                  <a:lnTo>
                    <a:pt x="6430" y="14171"/>
                  </a:lnTo>
                  <a:lnTo>
                    <a:pt x="5236" y="13230"/>
                  </a:lnTo>
                  <a:lnTo>
                    <a:pt x="6739" y="12998"/>
                  </a:lnTo>
                  <a:lnTo>
                    <a:pt x="5265" y="12625"/>
                  </a:lnTo>
                  <a:lnTo>
                    <a:pt x="6542" y="11801"/>
                  </a:lnTo>
                  <a:lnTo>
                    <a:pt x="6542" y="11801"/>
                  </a:lnTo>
                  <a:lnTo>
                    <a:pt x="5045" y="12060"/>
                  </a:lnTo>
                  <a:lnTo>
                    <a:pt x="5877" y="10787"/>
                  </a:lnTo>
                  <a:lnTo>
                    <a:pt x="5877" y="10787"/>
                  </a:lnTo>
                  <a:lnTo>
                    <a:pt x="4613" y="11633"/>
                  </a:lnTo>
                  <a:lnTo>
                    <a:pt x="4857" y="10132"/>
                  </a:lnTo>
                  <a:lnTo>
                    <a:pt x="4046" y="11419"/>
                  </a:lnTo>
                  <a:lnTo>
                    <a:pt x="3659" y="9948"/>
                  </a:lnTo>
                  <a:close/>
                  <a:moveTo>
                    <a:pt x="1290" y="16836"/>
                  </a:moveTo>
                  <a:cubicBezTo>
                    <a:pt x="1159" y="16836"/>
                    <a:pt x="1053" y="16943"/>
                    <a:pt x="1053" y="17073"/>
                  </a:cubicBezTo>
                  <a:cubicBezTo>
                    <a:pt x="1053" y="17204"/>
                    <a:pt x="1159" y="17310"/>
                    <a:pt x="1290" y="17310"/>
                  </a:cubicBezTo>
                  <a:cubicBezTo>
                    <a:pt x="1420" y="17310"/>
                    <a:pt x="1527" y="17204"/>
                    <a:pt x="1527" y="17073"/>
                  </a:cubicBezTo>
                  <a:cubicBezTo>
                    <a:pt x="1527" y="16943"/>
                    <a:pt x="1420" y="16836"/>
                    <a:pt x="1290" y="16836"/>
                  </a:cubicBezTo>
                  <a:close/>
                </a:path>
              </a:pathLst>
            </a:custGeom>
            <a:solidFill>
              <a:schemeClr val="dk2">
                <a:alpha val="62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532" name="Google Shape;4532;p72"/>
          <p:cNvGrpSpPr/>
          <p:nvPr/>
        </p:nvGrpSpPr>
        <p:grpSpPr>
          <a:xfrm flipH="1">
            <a:off x="2988481" y="4224153"/>
            <a:ext cx="821777" cy="862365"/>
            <a:chOff x="4061475" y="1125825"/>
            <a:chExt cx="1168624" cy="1226343"/>
          </a:xfrm>
        </p:grpSpPr>
        <p:grpSp>
          <p:nvGrpSpPr>
            <p:cNvPr id="4533" name="Google Shape;4533;p72"/>
            <p:cNvGrpSpPr/>
            <p:nvPr/>
          </p:nvGrpSpPr>
          <p:grpSpPr>
            <a:xfrm>
              <a:off x="4061475" y="1631354"/>
              <a:ext cx="1168624" cy="720815"/>
              <a:chOff x="4061475" y="1631354"/>
              <a:chExt cx="1168624" cy="720815"/>
            </a:xfrm>
          </p:grpSpPr>
          <p:sp>
            <p:nvSpPr>
              <p:cNvPr id="4534" name="Google Shape;4534;p72"/>
              <p:cNvSpPr/>
              <p:nvPr/>
            </p:nvSpPr>
            <p:spPr>
              <a:xfrm>
                <a:off x="4061475" y="2008525"/>
                <a:ext cx="851654" cy="343644"/>
              </a:xfrm>
              <a:custGeom>
                <a:avLst/>
                <a:gdLst/>
                <a:ahLst/>
                <a:cxnLst/>
                <a:rect l="l" t="t" r="r" b="b"/>
                <a:pathLst>
                  <a:path w="12394" h="5001" extrusionOk="0">
                    <a:moveTo>
                      <a:pt x="10569" y="3260"/>
                    </a:moveTo>
                    <a:cubicBezTo>
                      <a:pt x="10746" y="3323"/>
                      <a:pt x="10982" y="3288"/>
                      <a:pt x="11055" y="3520"/>
                    </a:cubicBezTo>
                    <a:cubicBezTo>
                      <a:pt x="11197" y="3973"/>
                      <a:pt x="10545" y="4392"/>
                      <a:pt x="9842" y="4392"/>
                    </a:cubicBezTo>
                    <a:cubicBezTo>
                      <a:pt x="9691" y="4392"/>
                      <a:pt x="9538" y="4373"/>
                      <a:pt x="9389" y="4330"/>
                    </a:cubicBezTo>
                    <a:cubicBezTo>
                      <a:pt x="9216" y="4280"/>
                      <a:pt x="8773" y="4013"/>
                      <a:pt x="8786" y="4013"/>
                    </a:cubicBezTo>
                    <a:cubicBezTo>
                      <a:pt x="8786" y="4013"/>
                      <a:pt x="8786" y="4013"/>
                      <a:pt x="8786" y="4013"/>
                    </a:cubicBezTo>
                    <a:cubicBezTo>
                      <a:pt x="9080" y="3932"/>
                      <a:pt x="9469" y="3826"/>
                      <a:pt x="9729" y="3708"/>
                    </a:cubicBezTo>
                    <a:cubicBezTo>
                      <a:pt x="10074" y="3551"/>
                      <a:pt x="10346" y="3404"/>
                      <a:pt x="10569" y="3260"/>
                    </a:cubicBezTo>
                    <a:close/>
                    <a:moveTo>
                      <a:pt x="5044" y="1"/>
                    </a:moveTo>
                    <a:cubicBezTo>
                      <a:pt x="4259" y="1"/>
                      <a:pt x="3516" y="58"/>
                      <a:pt x="2905" y="190"/>
                    </a:cubicBezTo>
                    <a:cubicBezTo>
                      <a:pt x="368" y="737"/>
                      <a:pt x="1" y="1642"/>
                      <a:pt x="393" y="2487"/>
                    </a:cubicBezTo>
                    <a:cubicBezTo>
                      <a:pt x="842" y="3457"/>
                      <a:pt x="3657" y="4313"/>
                      <a:pt x="6351" y="4313"/>
                    </a:cubicBezTo>
                    <a:cubicBezTo>
                      <a:pt x="6815" y="4313"/>
                      <a:pt x="7276" y="4287"/>
                      <a:pt x="7721" y="4233"/>
                    </a:cubicBezTo>
                    <a:cubicBezTo>
                      <a:pt x="8288" y="4449"/>
                      <a:pt x="9158" y="4886"/>
                      <a:pt x="9877" y="4976"/>
                    </a:cubicBezTo>
                    <a:cubicBezTo>
                      <a:pt x="10008" y="4993"/>
                      <a:pt x="10134" y="5001"/>
                      <a:pt x="10254" y="5001"/>
                    </a:cubicBezTo>
                    <a:cubicBezTo>
                      <a:pt x="11924" y="5001"/>
                      <a:pt x="12394" y="3479"/>
                      <a:pt x="10964" y="2963"/>
                    </a:cubicBezTo>
                    <a:cubicBezTo>
                      <a:pt x="11646" y="2338"/>
                      <a:pt x="11292" y="1809"/>
                      <a:pt x="10851" y="1203"/>
                    </a:cubicBezTo>
                    <a:cubicBezTo>
                      <a:pt x="10394" y="572"/>
                      <a:pt x="7514" y="1"/>
                      <a:pt x="5044" y="1"/>
                    </a:cubicBezTo>
                    <a:close/>
                  </a:path>
                </a:pathLst>
              </a:custGeom>
              <a:solidFill>
                <a:schemeClr val="dk1">
                  <a:alpha val="392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5" name="Google Shape;4535;p72"/>
              <p:cNvSpPr/>
              <p:nvPr/>
            </p:nvSpPr>
            <p:spPr>
              <a:xfrm>
                <a:off x="4138229" y="1736417"/>
                <a:ext cx="863404" cy="472965"/>
              </a:xfrm>
              <a:custGeom>
                <a:avLst/>
                <a:gdLst/>
                <a:ahLst/>
                <a:cxnLst/>
                <a:rect l="l" t="t" r="r" b="b"/>
                <a:pathLst>
                  <a:path w="12565" h="6883" extrusionOk="0">
                    <a:moveTo>
                      <a:pt x="551" y="0"/>
                    </a:moveTo>
                    <a:cubicBezTo>
                      <a:pt x="551" y="0"/>
                      <a:pt x="1" y="4868"/>
                      <a:pt x="4703" y="6735"/>
                    </a:cubicBezTo>
                    <a:cubicBezTo>
                      <a:pt x="4703" y="6735"/>
                      <a:pt x="5548" y="6882"/>
                      <a:pt x="6516" y="6882"/>
                    </a:cubicBezTo>
                    <a:cubicBezTo>
                      <a:pt x="7132" y="6882"/>
                      <a:pt x="7798" y="6823"/>
                      <a:pt x="8328" y="6627"/>
                    </a:cubicBezTo>
                    <a:cubicBezTo>
                      <a:pt x="8328" y="6627"/>
                      <a:pt x="12564" y="5442"/>
                      <a:pt x="125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6" name="Google Shape;4536;p72"/>
              <p:cNvSpPr/>
              <p:nvPr/>
            </p:nvSpPr>
            <p:spPr>
              <a:xfrm>
                <a:off x="4176021" y="1736417"/>
                <a:ext cx="825611" cy="470904"/>
              </a:xfrm>
              <a:custGeom>
                <a:avLst/>
                <a:gdLst/>
                <a:ahLst/>
                <a:cxnLst/>
                <a:rect l="l" t="t" r="r" b="b"/>
                <a:pathLst>
                  <a:path w="12015" h="6853" extrusionOk="0">
                    <a:moveTo>
                      <a:pt x="9286" y="1054"/>
                    </a:moveTo>
                    <a:cubicBezTo>
                      <a:pt x="9314" y="4243"/>
                      <a:pt x="7871" y="5969"/>
                      <a:pt x="6671" y="6853"/>
                    </a:cubicBezTo>
                    <a:cubicBezTo>
                      <a:pt x="7063" y="6818"/>
                      <a:pt x="7448" y="6750"/>
                      <a:pt x="7778" y="6627"/>
                    </a:cubicBezTo>
                    <a:cubicBezTo>
                      <a:pt x="7778" y="6627"/>
                      <a:pt x="12014" y="5442"/>
                      <a:pt x="11966" y="0"/>
                    </a:cubicBezTo>
                    <a:lnTo>
                      <a:pt x="1" y="0"/>
                    </a:lnTo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7" name="Google Shape;4537;p72"/>
              <p:cNvSpPr/>
              <p:nvPr/>
            </p:nvSpPr>
            <p:spPr>
              <a:xfrm>
                <a:off x="4138229" y="1736417"/>
                <a:ext cx="863404" cy="489938"/>
              </a:xfrm>
              <a:custGeom>
                <a:avLst/>
                <a:gdLst/>
                <a:ahLst/>
                <a:cxnLst/>
                <a:rect l="l" t="t" r="r" b="b"/>
                <a:pathLst>
                  <a:path w="12565" h="7130" fill="none" extrusionOk="0">
                    <a:moveTo>
                      <a:pt x="4703" y="6735"/>
                    </a:moveTo>
                    <a:cubicBezTo>
                      <a:pt x="4703" y="6735"/>
                      <a:pt x="6965" y="7129"/>
                      <a:pt x="8328" y="6627"/>
                    </a:cubicBezTo>
                    <a:cubicBezTo>
                      <a:pt x="8328" y="6627"/>
                      <a:pt x="12564" y="5442"/>
                      <a:pt x="12516" y="0"/>
                    </a:cubicBezTo>
                    <a:lnTo>
                      <a:pt x="551" y="0"/>
                    </a:lnTo>
                    <a:cubicBezTo>
                      <a:pt x="551" y="0"/>
                      <a:pt x="1" y="4868"/>
                      <a:pt x="4703" y="673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8" name="Google Shape;4538;p72"/>
              <p:cNvSpPr/>
              <p:nvPr/>
            </p:nvSpPr>
            <p:spPr>
              <a:xfrm>
                <a:off x="4176021" y="1631354"/>
                <a:ext cx="822312" cy="210199"/>
              </a:xfrm>
              <a:custGeom>
                <a:avLst/>
                <a:gdLst/>
                <a:ahLst/>
                <a:cxnLst/>
                <a:rect l="l" t="t" r="r" b="b"/>
                <a:pathLst>
                  <a:path w="11967" h="3059" extrusionOk="0">
                    <a:moveTo>
                      <a:pt x="5983" y="0"/>
                    </a:moveTo>
                    <a:cubicBezTo>
                      <a:pt x="4397" y="0"/>
                      <a:pt x="2876" y="161"/>
                      <a:pt x="1753" y="448"/>
                    </a:cubicBezTo>
                    <a:cubicBezTo>
                      <a:pt x="631" y="735"/>
                      <a:pt x="1" y="1124"/>
                      <a:pt x="1" y="1529"/>
                    </a:cubicBezTo>
                    <a:cubicBezTo>
                      <a:pt x="1" y="1935"/>
                      <a:pt x="631" y="2324"/>
                      <a:pt x="1753" y="2611"/>
                    </a:cubicBezTo>
                    <a:cubicBezTo>
                      <a:pt x="2876" y="2897"/>
                      <a:pt x="4397" y="3059"/>
                      <a:pt x="5983" y="3059"/>
                    </a:cubicBezTo>
                    <a:cubicBezTo>
                      <a:pt x="7571" y="3059"/>
                      <a:pt x="9092" y="2897"/>
                      <a:pt x="10214" y="2611"/>
                    </a:cubicBezTo>
                    <a:cubicBezTo>
                      <a:pt x="11337" y="2324"/>
                      <a:pt x="11966" y="1935"/>
                      <a:pt x="11966" y="1529"/>
                    </a:cubicBezTo>
                    <a:cubicBezTo>
                      <a:pt x="11966" y="1124"/>
                      <a:pt x="11337" y="735"/>
                      <a:pt x="10214" y="448"/>
                    </a:cubicBezTo>
                    <a:cubicBezTo>
                      <a:pt x="9092" y="161"/>
                      <a:pt x="7571" y="0"/>
                      <a:pt x="59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9" name="Google Shape;4539;p72"/>
              <p:cNvSpPr/>
              <p:nvPr/>
            </p:nvSpPr>
            <p:spPr>
              <a:xfrm>
                <a:off x="4217318" y="1722537"/>
                <a:ext cx="739786" cy="119014"/>
              </a:xfrm>
              <a:custGeom>
                <a:avLst/>
                <a:gdLst/>
                <a:ahLst/>
                <a:cxnLst/>
                <a:rect l="l" t="t" r="r" b="b"/>
                <a:pathLst>
                  <a:path w="10766" h="1732" extrusionOk="0">
                    <a:moveTo>
                      <a:pt x="5382" y="1"/>
                    </a:moveTo>
                    <a:cubicBezTo>
                      <a:pt x="3011" y="1"/>
                      <a:pt x="967" y="355"/>
                      <a:pt x="0" y="867"/>
                    </a:cubicBezTo>
                    <a:cubicBezTo>
                      <a:pt x="968" y="1378"/>
                      <a:pt x="3011" y="1732"/>
                      <a:pt x="5382" y="1732"/>
                    </a:cubicBezTo>
                    <a:cubicBezTo>
                      <a:pt x="7754" y="1732"/>
                      <a:pt x="9798" y="1378"/>
                      <a:pt x="10766" y="867"/>
                    </a:cubicBezTo>
                    <a:cubicBezTo>
                      <a:pt x="9798" y="355"/>
                      <a:pt x="7754" y="1"/>
                      <a:pt x="53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0" name="Google Shape;4540;p72"/>
              <p:cNvSpPr/>
              <p:nvPr/>
            </p:nvSpPr>
            <p:spPr>
              <a:xfrm>
                <a:off x="4217318" y="1743358"/>
                <a:ext cx="633277" cy="98194"/>
              </a:xfrm>
              <a:custGeom>
                <a:avLst/>
                <a:gdLst/>
                <a:ahLst/>
                <a:cxnLst/>
                <a:rect l="l" t="t" r="r" b="b"/>
                <a:pathLst>
                  <a:path w="9216" h="1429" extrusionOk="0">
                    <a:moveTo>
                      <a:pt x="9215" y="1071"/>
                    </a:moveTo>
                    <a:cubicBezTo>
                      <a:pt x="8172" y="681"/>
                      <a:pt x="6716" y="350"/>
                      <a:pt x="5082" y="171"/>
                    </a:cubicBezTo>
                    <a:cubicBezTo>
                      <a:pt x="3702" y="18"/>
                      <a:pt x="2421" y="0"/>
                      <a:pt x="1392" y="91"/>
                    </a:cubicBezTo>
                    <a:cubicBezTo>
                      <a:pt x="817" y="223"/>
                      <a:pt x="341" y="383"/>
                      <a:pt x="0" y="564"/>
                    </a:cubicBezTo>
                    <a:cubicBezTo>
                      <a:pt x="968" y="1075"/>
                      <a:pt x="3011" y="1429"/>
                      <a:pt x="5382" y="1429"/>
                    </a:cubicBezTo>
                    <a:cubicBezTo>
                      <a:pt x="6843" y="1429"/>
                      <a:pt x="8178" y="1294"/>
                      <a:pt x="9215" y="107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1" name="Google Shape;4541;p72"/>
              <p:cNvSpPr/>
              <p:nvPr/>
            </p:nvSpPr>
            <p:spPr>
              <a:xfrm>
                <a:off x="4217318" y="1722537"/>
                <a:ext cx="739786" cy="119014"/>
              </a:xfrm>
              <a:custGeom>
                <a:avLst/>
                <a:gdLst/>
                <a:ahLst/>
                <a:cxnLst/>
                <a:rect l="l" t="t" r="r" b="b"/>
                <a:pathLst>
                  <a:path w="10766" h="1732" fill="none" extrusionOk="0">
                    <a:moveTo>
                      <a:pt x="0" y="867"/>
                    </a:moveTo>
                    <a:cubicBezTo>
                      <a:pt x="968" y="1378"/>
                      <a:pt x="3011" y="1732"/>
                      <a:pt x="5382" y="1732"/>
                    </a:cubicBezTo>
                    <a:cubicBezTo>
                      <a:pt x="7754" y="1732"/>
                      <a:pt x="9798" y="1378"/>
                      <a:pt x="10766" y="867"/>
                    </a:cubicBezTo>
                    <a:cubicBezTo>
                      <a:pt x="9798" y="355"/>
                      <a:pt x="7754" y="1"/>
                      <a:pt x="5382" y="1"/>
                    </a:cubicBezTo>
                    <a:cubicBezTo>
                      <a:pt x="3011" y="1"/>
                      <a:pt x="967" y="355"/>
                      <a:pt x="0" y="86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2" name="Google Shape;4542;p72"/>
              <p:cNvSpPr/>
              <p:nvPr/>
            </p:nvSpPr>
            <p:spPr>
              <a:xfrm>
                <a:off x="4853610" y="1827876"/>
                <a:ext cx="363777" cy="257887"/>
              </a:xfrm>
              <a:custGeom>
                <a:avLst/>
                <a:gdLst/>
                <a:ahLst/>
                <a:cxnLst/>
                <a:rect l="l" t="t" r="r" b="b"/>
                <a:pathLst>
                  <a:path w="5294" h="3753" extrusionOk="0">
                    <a:moveTo>
                      <a:pt x="3298" y="1"/>
                    </a:moveTo>
                    <a:cubicBezTo>
                      <a:pt x="2372" y="1"/>
                      <a:pt x="1627" y="402"/>
                      <a:pt x="1627" y="402"/>
                    </a:cubicBezTo>
                    <a:lnTo>
                      <a:pt x="933" y="1359"/>
                    </a:lnTo>
                    <a:cubicBezTo>
                      <a:pt x="933" y="1359"/>
                      <a:pt x="1491" y="1207"/>
                      <a:pt x="2368" y="953"/>
                    </a:cubicBezTo>
                    <a:cubicBezTo>
                      <a:pt x="2433" y="934"/>
                      <a:pt x="2489" y="925"/>
                      <a:pt x="2538" y="925"/>
                    </a:cubicBezTo>
                    <a:cubicBezTo>
                      <a:pt x="3043" y="925"/>
                      <a:pt x="2678" y="1886"/>
                      <a:pt x="2153" y="2388"/>
                    </a:cubicBezTo>
                    <a:cubicBezTo>
                      <a:pt x="1686" y="2836"/>
                      <a:pt x="1236" y="2938"/>
                      <a:pt x="925" y="2938"/>
                    </a:cubicBezTo>
                    <a:cubicBezTo>
                      <a:pt x="666" y="2938"/>
                      <a:pt x="502" y="2867"/>
                      <a:pt x="502" y="2867"/>
                    </a:cubicBezTo>
                    <a:lnTo>
                      <a:pt x="0" y="3609"/>
                    </a:lnTo>
                    <a:cubicBezTo>
                      <a:pt x="214" y="3708"/>
                      <a:pt x="441" y="3752"/>
                      <a:pt x="674" y="3752"/>
                    </a:cubicBezTo>
                    <a:cubicBezTo>
                      <a:pt x="2752" y="3752"/>
                      <a:pt x="5293" y="203"/>
                      <a:pt x="3637" y="19"/>
                    </a:cubicBezTo>
                    <a:cubicBezTo>
                      <a:pt x="3522" y="7"/>
                      <a:pt x="3409" y="1"/>
                      <a:pt x="32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3" name="Google Shape;4543;p72"/>
              <p:cNvSpPr/>
              <p:nvPr/>
            </p:nvSpPr>
            <p:spPr>
              <a:xfrm>
                <a:off x="4863436" y="1878449"/>
                <a:ext cx="212604" cy="201816"/>
              </a:xfrm>
              <a:custGeom>
                <a:avLst/>
                <a:gdLst/>
                <a:ahLst/>
                <a:cxnLst/>
                <a:rect l="l" t="t" r="r" b="b"/>
                <a:pathLst>
                  <a:path w="3094" h="2937" extrusionOk="0">
                    <a:moveTo>
                      <a:pt x="2351" y="1293"/>
                    </a:moveTo>
                    <a:cubicBezTo>
                      <a:pt x="3094" y="61"/>
                      <a:pt x="2225" y="217"/>
                      <a:pt x="2225" y="217"/>
                    </a:cubicBezTo>
                    <a:cubicBezTo>
                      <a:pt x="2967" y="1"/>
                      <a:pt x="2585" y="1102"/>
                      <a:pt x="2010" y="1652"/>
                    </a:cubicBezTo>
                    <a:cubicBezTo>
                      <a:pt x="1154" y="2472"/>
                      <a:pt x="359" y="2131"/>
                      <a:pt x="359" y="2131"/>
                    </a:cubicBezTo>
                    <a:lnTo>
                      <a:pt x="0" y="2705"/>
                    </a:lnTo>
                    <a:cubicBezTo>
                      <a:pt x="0" y="2705"/>
                      <a:pt x="1362" y="2937"/>
                      <a:pt x="2351" y="129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4" name="Google Shape;4544;p72"/>
              <p:cNvSpPr/>
              <p:nvPr/>
            </p:nvSpPr>
            <p:spPr>
              <a:xfrm>
                <a:off x="4917720" y="1820936"/>
                <a:ext cx="230608" cy="101011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1470" extrusionOk="0">
                    <a:moveTo>
                      <a:pt x="2704" y="120"/>
                    </a:moveTo>
                    <a:cubicBezTo>
                      <a:pt x="1627" y="1"/>
                      <a:pt x="694" y="503"/>
                      <a:pt x="694" y="503"/>
                    </a:cubicBezTo>
                    <a:lnTo>
                      <a:pt x="0" y="1460"/>
                    </a:lnTo>
                    <a:cubicBezTo>
                      <a:pt x="0" y="1460"/>
                      <a:pt x="558" y="1308"/>
                      <a:pt x="1435" y="1054"/>
                    </a:cubicBezTo>
                    <a:cubicBezTo>
                      <a:pt x="1624" y="999"/>
                      <a:pt x="1739" y="1029"/>
                      <a:pt x="1798" y="1114"/>
                    </a:cubicBezTo>
                    <a:cubicBezTo>
                      <a:pt x="2201" y="765"/>
                      <a:pt x="2709" y="385"/>
                      <a:pt x="2848" y="551"/>
                    </a:cubicBezTo>
                    <a:cubicBezTo>
                      <a:pt x="2971" y="699"/>
                      <a:pt x="2999" y="1108"/>
                      <a:pt x="2997" y="1469"/>
                    </a:cubicBezTo>
                    <a:cubicBezTo>
                      <a:pt x="3356" y="780"/>
                      <a:pt x="3352" y="192"/>
                      <a:pt x="2705" y="12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5" name="Google Shape;4545;p72"/>
              <p:cNvSpPr/>
              <p:nvPr/>
            </p:nvSpPr>
            <p:spPr>
              <a:xfrm>
                <a:off x="4853610" y="1820936"/>
                <a:ext cx="376489" cy="322342"/>
              </a:xfrm>
              <a:custGeom>
                <a:avLst/>
                <a:gdLst/>
                <a:ahLst/>
                <a:cxnLst/>
                <a:rect l="l" t="t" r="r" b="b"/>
                <a:pathLst>
                  <a:path w="5479" h="4691" fill="none" extrusionOk="0">
                    <a:moveTo>
                      <a:pt x="1627" y="503"/>
                    </a:moveTo>
                    <a:cubicBezTo>
                      <a:pt x="1627" y="503"/>
                      <a:pt x="2560" y="1"/>
                      <a:pt x="3637" y="120"/>
                    </a:cubicBezTo>
                    <a:cubicBezTo>
                      <a:pt x="5479" y="324"/>
                      <a:pt x="2130" y="4690"/>
                      <a:pt x="0" y="3710"/>
                    </a:cubicBezTo>
                    <a:lnTo>
                      <a:pt x="502" y="2968"/>
                    </a:lnTo>
                    <a:cubicBezTo>
                      <a:pt x="502" y="2968"/>
                      <a:pt x="1297" y="3309"/>
                      <a:pt x="2153" y="2489"/>
                    </a:cubicBezTo>
                    <a:cubicBezTo>
                      <a:pt x="2728" y="1939"/>
                      <a:pt x="3111" y="839"/>
                      <a:pt x="2368" y="1054"/>
                    </a:cubicBezTo>
                    <a:cubicBezTo>
                      <a:pt x="1491" y="1308"/>
                      <a:pt x="933" y="1460"/>
                      <a:pt x="933" y="1460"/>
                    </a:cubicBezTo>
                    <a:lnTo>
                      <a:pt x="1627" y="50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46" name="Google Shape;4546;p72"/>
            <p:cNvSpPr/>
            <p:nvPr/>
          </p:nvSpPr>
          <p:spPr>
            <a:xfrm>
              <a:off x="4316060" y="1125825"/>
              <a:ext cx="472003" cy="356700"/>
            </a:xfrm>
            <a:custGeom>
              <a:avLst/>
              <a:gdLst/>
              <a:ahLst/>
              <a:cxnLst/>
              <a:rect l="l" t="t" r="r" b="b"/>
              <a:pathLst>
                <a:path w="6869" h="5191" extrusionOk="0">
                  <a:moveTo>
                    <a:pt x="4493" y="1"/>
                  </a:moveTo>
                  <a:cubicBezTo>
                    <a:pt x="4033" y="1"/>
                    <a:pt x="3659" y="179"/>
                    <a:pt x="3659" y="400"/>
                  </a:cubicBezTo>
                  <a:cubicBezTo>
                    <a:pt x="3659" y="619"/>
                    <a:pt x="4033" y="799"/>
                    <a:pt x="4493" y="799"/>
                  </a:cubicBezTo>
                  <a:cubicBezTo>
                    <a:pt x="4955" y="799"/>
                    <a:pt x="5328" y="619"/>
                    <a:pt x="5328" y="400"/>
                  </a:cubicBezTo>
                  <a:cubicBezTo>
                    <a:pt x="5328" y="179"/>
                    <a:pt x="4955" y="1"/>
                    <a:pt x="4493" y="1"/>
                  </a:cubicBezTo>
                  <a:close/>
                  <a:moveTo>
                    <a:pt x="5379" y="1166"/>
                  </a:moveTo>
                  <a:cubicBezTo>
                    <a:pt x="4557" y="1166"/>
                    <a:pt x="3891" y="1485"/>
                    <a:pt x="3891" y="1877"/>
                  </a:cubicBezTo>
                  <a:cubicBezTo>
                    <a:pt x="3891" y="2271"/>
                    <a:pt x="4557" y="2589"/>
                    <a:pt x="5379" y="2589"/>
                  </a:cubicBezTo>
                  <a:cubicBezTo>
                    <a:pt x="6202" y="2589"/>
                    <a:pt x="6868" y="2271"/>
                    <a:pt x="6868" y="1877"/>
                  </a:cubicBezTo>
                  <a:cubicBezTo>
                    <a:pt x="6868" y="1485"/>
                    <a:pt x="6202" y="1166"/>
                    <a:pt x="5379" y="1166"/>
                  </a:cubicBezTo>
                  <a:close/>
                  <a:moveTo>
                    <a:pt x="2144" y="2425"/>
                  </a:moveTo>
                  <a:cubicBezTo>
                    <a:pt x="960" y="2425"/>
                    <a:pt x="1" y="2745"/>
                    <a:pt x="1" y="3137"/>
                  </a:cubicBezTo>
                  <a:cubicBezTo>
                    <a:pt x="1" y="3363"/>
                    <a:pt x="319" y="3564"/>
                    <a:pt x="813" y="3694"/>
                  </a:cubicBezTo>
                  <a:cubicBezTo>
                    <a:pt x="540" y="3843"/>
                    <a:pt x="379" y="4017"/>
                    <a:pt x="379" y="4204"/>
                  </a:cubicBezTo>
                  <a:cubicBezTo>
                    <a:pt x="379" y="4749"/>
                    <a:pt x="1709" y="5190"/>
                    <a:pt x="3348" y="5190"/>
                  </a:cubicBezTo>
                  <a:cubicBezTo>
                    <a:pt x="4988" y="5190"/>
                    <a:pt x="6318" y="4749"/>
                    <a:pt x="6318" y="4204"/>
                  </a:cubicBezTo>
                  <a:cubicBezTo>
                    <a:pt x="6318" y="3765"/>
                    <a:pt x="5449" y="3392"/>
                    <a:pt x="4250" y="3266"/>
                  </a:cubicBezTo>
                  <a:cubicBezTo>
                    <a:pt x="4274" y="3224"/>
                    <a:pt x="4287" y="3182"/>
                    <a:pt x="4287" y="3137"/>
                  </a:cubicBezTo>
                  <a:cubicBezTo>
                    <a:pt x="4287" y="2745"/>
                    <a:pt x="3327" y="2425"/>
                    <a:pt x="2144" y="2425"/>
                  </a:cubicBezTo>
                  <a:close/>
                </a:path>
              </a:pathLst>
            </a:custGeom>
            <a:solidFill>
              <a:srgbClr val="FFFFFF">
                <a:alpha val="4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7" name="Google Shape;4547;p72"/>
          <p:cNvGrpSpPr/>
          <p:nvPr/>
        </p:nvGrpSpPr>
        <p:grpSpPr>
          <a:xfrm flipH="1">
            <a:off x="2580258" y="2322824"/>
            <a:ext cx="312895" cy="497851"/>
            <a:chOff x="3494042" y="3543475"/>
            <a:chExt cx="567661" cy="903376"/>
          </a:xfrm>
        </p:grpSpPr>
        <p:sp>
          <p:nvSpPr>
            <p:cNvPr id="4548" name="Google Shape;4548;p72"/>
            <p:cNvSpPr/>
            <p:nvPr/>
          </p:nvSpPr>
          <p:spPr>
            <a:xfrm>
              <a:off x="3494042" y="3974711"/>
              <a:ext cx="521244" cy="472140"/>
            </a:xfrm>
            <a:custGeom>
              <a:avLst/>
              <a:gdLst/>
              <a:ahLst/>
              <a:cxnLst/>
              <a:rect l="l" t="t" r="r" b="b"/>
              <a:pathLst>
                <a:path w="10870" h="9846" extrusionOk="0">
                  <a:moveTo>
                    <a:pt x="970" y="1"/>
                  </a:moveTo>
                  <a:lnTo>
                    <a:pt x="0" y="692"/>
                  </a:lnTo>
                  <a:lnTo>
                    <a:pt x="0" y="9845"/>
                  </a:lnTo>
                  <a:lnTo>
                    <a:pt x="10869" y="9845"/>
                  </a:lnTo>
                  <a:lnTo>
                    <a:pt x="10869" y="8876"/>
                  </a:lnTo>
                  <a:lnTo>
                    <a:pt x="970" y="8876"/>
                  </a:lnTo>
                  <a:lnTo>
                    <a:pt x="970" y="1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72"/>
            <p:cNvSpPr/>
            <p:nvPr/>
          </p:nvSpPr>
          <p:spPr>
            <a:xfrm>
              <a:off x="3540508" y="3543475"/>
              <a:ext cx="521196" cy="856911"/>
            </a:xfrm>
            <a:custGeom>
              <a:avLst/>
              <a:gdLst/>
              <a:ahLst/>
              <a:cxnLst/>
              <a:rect l="l" t="t" r="r" b="b"/>
              <a:pathLst>
                <a:path w="10869" h="17870" fill="none" extrusionOk="0">
                  <a:moveTo>
                    <a:pt x="1" y="1"/>
                  </a:moveTo>
                  <a:lnTo>
                    <a:pt x="10868" y="1"/>
                  </a:lnTo>
                  <a:lnTo>
                    <a:pt x="10868" y="17869"/>
                  </a:lnTo>
                  <a:lnTo>
                    <a:pt x="1" y="17869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72"/>
            <p:cNvSpPr/>
            <p:nvPr/>
          </p:nvSpPr>
          <p:spPr>
            <a:xfrm>
              <a:off x="3606586" y="3611280"/>
              <a:ext cx="389039" cy="721254"/>
            </a:xfrm>
            <a:custGeom>
              <a:avLst/>
              <a:gdLst/>
              <a:ahLst/>
              <a:cxnLst/>
              <a:rect l="l" t="t" r="r" b="b"/>
              <a:pathLst>
                <a:path w="8113" h="15041" fill="none" extrusionOk="0">
                  <a:moveTo>
                    <a:pt x="1" y="0"/>
                  </a:moveTo>
                  <a:lnTo>
                    <a:pt x="8112" y="0"/>
                  </a:lnTo>
                  <a:lnTo>
                    <a:pt x="8112" y="15040"/>
                  </a:lnTo>
                  <a:lnTo>
                    <a:pt x="1" y="1504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72"/>
            <p:cNvSpPr/>
            <p:nvPr/>
          </p:nvSpPr>
          <p:spPr>
            <a:xfrm>
              <a:off x="3606586" y="3974471"/>
              <a:ext cx="386737" cy="48"/>
            </a:xfrm>
            <a:custGeom>
              <a:avLst/>
              <a:gdLst/>
              <a:ahLst/>
              <a:cxnLst/>
              <a:rect l="l" t="t" r="r" b="b"/>
              <a:pathLst>
                <a:path w="8065" h="1" extrusionOk="0">
                  <a:moveTo>
                    <a:pt x="1" y="0"/>
                  </a:moveTo>
                  <a:lnTo>
                    <a:pt x="8065" y="0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72"/>
            <p:cNvSpPr/>
            <p:nvPr/>
          </p:nvSpPr>
          <p:spPr>
            <a:xfrm>
              <a:off x="3606586" y="3974471"/>
              <a:ext cx="386737" cy="48"/>
            </a:xfrm>
            <a:custGeom>
              <a:avLst/>
              <a:gdLst/>
              <a:ahLst/>
              <a:cxnLst/>
              <a:rect l="l" t="t" r="r" b="b"/>
              <a:pathLst>
                <a:path w="8065" h="1" fill="none" extrusionOk="0">
                  <a:moveTo>
                    <a:pt x="1" y="0"/>
                  </a:moveTo>
                  <a:lnTo>
                    <a:pt x="8065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72"/>
            <p:cNvSpPr/>
            <p:nvPr/>
          </p:nvSpPr>
          <p:spPr>
            <a:xfrm>
              <a:off x="3717404" y="3707856"/>
              <a:ext cx="46658" cy="87322"/>
            </a:xfrm>
            <a:custGeom>
              <a:avLst/>
              <a:gdLst/>
              <a:ahLst/>
              <a:cxnLst/>
              <a:rect l="l" t="t" r="r" b="b"/>
              <a:pathLst>
                <a:path w="973" h="1821" extrusionOk="0">
                  <a:moveTo>
                    <a:pt x="972" y="1"/>
                  </a:moveTo>
                  <a:lnTo>
                    <a:pt x="1" y="1820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72"/>
            <p:cNvSpPr/>
            <p:nvPr/>
          </p:nvSpPr>
          <p:spPr>
            <a:xfrm>
              <a:off x="3717404" y="3707856"/>
              <a:ext cx="46658" cy="87322"/>
            </a:xfrm>
            <a:custGeom>
              <a:avLst/>
              <a:gdLst/>
              <a:ahLst/>
              <a:cxnLst/>
              <a:rect l="l" t="t" r="r" b="b"/>
              <a:pathLst>
                <a:path w="973" h="1821" fill="none" extrusionOk="0">
                  <a:moveTo>
                    <a:pt x="972" y="1"/>
                  </a:moveTo>
                  <a:lnTo>
                    <a:pt x="1" y="182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72"/>
            <p:cNvSpPr/>
            <p:nvPr/>
          </p:nvSpPr>
          <p:spPr>
            <a:xfrm>
              <a:off x="3846251" y="3707856"/>
              <a:ext cx="46610" cy="87322"/>
            </a:xfrm>
            <a:custGeom>
              <a:avLst/>
              <a:gdLst/>
              <a:ahLst/>
              <a:cxnLst/>
              <a:rect l="l" t="t" r="r" b="b"/>
              <a:pathLst>
                <a:path w="972" h="1821" extrusionOk="0">
                  <a:moveTo>
                    <a:pt x="1" y="1"/>
                  </a:moveTo>
                  <a:lnTo>
                    <a:pt x="972" y="1820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72"/>
            <p:cNvSpPr/>
            <p:nvPr/>
          </p:nvSpPr>
          <p:spPr>
            <a:xfrm>
              <a:off x="3846251" y="3707856"/>
              <a:ext cx="46610" cy="87322"/>
            </a:xfrm>
            <a:custGeom>
              <a:avLst/>
              <a:gdLst/>
              <a:ahLst/>
              <a:cxnLst/>
              <a:rect l="l" t="t" r="r" b="b"/>
              <a:pathLst>
                <a:path w="972" h="1821" fill="none" extrusionOk="0">
                  <a:moveTo>
                    <a:pt x="1" y="1"/>
                  </a:moveTo>
                  <a:lnTo>
                    <a:pt x="972" y="182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72"/>
            <p:cNvSpPr/>
            <p:nvPr/>
          </p:nvSpPr>
          <p:spPr>
            <a:xfrm>
              <a:off x="3805923" y="3808987"/>
              <a:ext cx="48" cy="85931"/>
            </a:xfrm>
            <a:custGeom>
              <a:avLst/>
              <a:gdLst/>
              <a:ahLst/>
              <a:cxnLst/>
              <a:rect l="l" t="t" r="r" b="b"/>
              <a:pathLst>
                <a:path w="1" h="1792" extrusionOk="0">
                  <a:moveTo>
                    <a:pt x="0" y="0"/>
                  </a:moveTo>
                  <a:lnTo>
                    <a:pt x="0" y="1792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72"/>
            <p:cNvSpPr/>
            <p:nvPr/>
          </p:nvSpPr>
          <p:spPr>
            <a:xfrm>
              <a:off x="3805923" y="3808987"/>
              <a:ext cx="48" cy="85931"/>
            </a:xfrm>
            <a:custGeom>
              <a:avLst/>
              <a:gdLst/>
              <a:ahLst/>
              <a:cxnLst/>
              <a:rect l="l" t="t" r="r" b="b"/>
              <a:pathLst>
                <a:path w="1" h="1792" fill="none" extrusionOk="0">
                  <a:moveTo>
                    <a:pt x="0" y="0"/>
                  </a:moveTo>
                  <a:lnTo>
                    <a:pt x="0" y="179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9" name="Google Shape;4559;p72"/>
            <p:cNvSpPr/>
            <p:nvPr/>
          </p:nvSpPr>
          <p:spPr>
            <a:xfrm>
              <a:off x="3855745" y="4146093"/>
              <a:ext cx="97296" cy="48"/>
            </a:xfrm>
            <a:custGeom>
              <a:avLst/>
              <a:gdLst/>
              <a:ahLst/>
              <a:cxnLst/>
              <a:rect l="l" t="t" r="r" b="b"/>
              <a:pathLst>
                <a:path w="2029" h="1" extrusionOk="0">
                  <a:moveTo>
                    <a:pt x="2029" y="1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72"/>
            <p:cNvSpPr/>
            <p:nvPr/>
          </p:nvSpPr>
          <p:spPr>
            <a:xfrm>
              <a:off x="3855745" y="4146093"/>
              <a:ext cx="97296" cy="48"/>
            </a:xfrm>
            <a:custGeom>
              <a:avLst/>
              <a:gdLst/>
              <a:ahLst/>
              <a:cxnLst/>
              <a:rect l="l" t="t" r="r" b="b"/>
              <a:pathLst>
                <a:path w="2029" h="1" fill="none" extrusionOk="0">
                  <a:moveTo>
                    <a:pt x="20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1" name="Google Shape;4561;p72"/>
          <p:cNvGrpSpPr/>
          <p:nvPr/>
        </p:nvGrpSpPr>
        <p:grpSpPr>
          <a:xfrm flipH="1">
            <a:off x="6834408" y="4629698"/>
            <a:ext cx="1394296" cy="354567"/>
            <a:chOff x="7017600" y="1769013"/>
            <a:chExt cx="863662" cy="219628"/>
          </a:xfrm>
        </p:grpSpPr>
        <p:sp>
          <p:nvSpPr>
            <p:cNvPr id="4562" name="Google Shape;4562;p72"/>
            <p:cNvSpPr/>
            <p:nvPr/>
          </p:nvSpPr>
          <p:spPr>
            <a:xfrm>
              <a:off x="7017600" y="1798091"/>
              <a:ext cx="644576" cy="185780"/>
            </a:xfrm>
            <a:custGeom>
              <a:avLst/>
              <a:gdLst/>
              <a:ahLst/>
              <a:cxnLst/>
              <a:rect l="l" t="t" r="r" b="b"/>
              <a:pathLst>
                <a:path w="8379" h="2415" extrusionOk="0">
                  <a:moveTo>
                    <a:pt x="5927" y="0"/>
                  </a:moveTo>
                  <a:lnTo>
                    <a:pt x="0" y="488"/>
                  </a:lnTo>
                  <a:lnTo>
                    <a:pt x="2451" y="2415"/>
                  </a:lnTo>
                  <a:lnTo>
                    <a:pt x="8378" y="1927"/>
                  </a:lnTo>
                  <a:lnTo>
                    <a:pt x="592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70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72"/>
            <p:cNvSpPr/>
            <p:nvPr/>
          </p:nvSpPr>
          <p:spPr>
            <a:xfrm>
              <a:off x="7158991" y="1798091"/>
              <a:ext cx="503183" cy="162625"/>
            </a:xfrm>
            <a:custGeom>
              <a:avLst/>
              <a:gdLst/>
              <a:ahLst/>
              <a:cxnLst/>
              <a:rect l="l" t="t" r="r" b="b"/>
              <a:pathLst>
                <a:path w="6541" h="2114" extrusionOk="0">
                  <a:moveTo>
                    <a:pt x="4089" y="0"/>
                  </a:moveTo>
                  <a:lnTo>
                    <a:pt x="2537" y="127"/>
                  </a:lnTo>
                  <a:lnTo>
                    <a:pt x="1" y="1301"/>
                  </a:lnTo>
                  <a:lnTo>
                    <a:pt x="4276" y="2113"/>
                  </a:lnTo>
                  <a:lnTo>
                    <a:pt x="6540" y="1927"/>
                  </a:lnTo>
                  <a:lnTo>
                    <a:pt x="4089" y="0"/>
                  </a:ln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72"/>
            <p:cNvSpPr/>
            <p:nvPr/>
          </p:nvSpPr>
          <p:spPr>
            <a:xfrm>
              <a:off x="7227609" y="1769013"/>
              <a:ext cx="653653" cy="219628"/>
            </a:xfrm>
            <a:custGeom>
              <a:avLst/>
              <a:gdLst/>
              <a:ahLst/>
              <a:cxnLst/>
              <a:rect l="l" t="t" r="r" b="b"/>
              <a:pathLst>
                <a:path w="8497" h="2855" extrusionOk="0">
                  <a:moveTo>
                    <a:pt x="2685" y="1"/>
                  </a:moveTo>
                  <a:lnTo>
                    <a:pt x="0" y="1587"/>
                  </a:lnTo>
                  <a:lnTo>
                    <a:pt x="5811" y="2854"/>
                  </a:lnTo>
                  <a:lnTo>
                    <a:pt x="8496" y="1268"/>
                  </a:lnTo>
                  <a:lnTo>
                    <a:pt x="26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72"/>
            <p:cNvSpPr/>
            <p:nvPr/>
          </p:nvSpPr>
          <p:spPr>
            <a:xfrm>
              <a:off x="7227609" y="1769013"/>
              <a:ext cx="653653" cy="219628"/>
            </a:xfrm>
            <a:custGeom>
              <a:avLst/>
              <a:gdLst/>
              <a:ahLst/>
              <a:cxnLst/>
              <a:rect l="l" t="t" r="r" b="b"/>
              <a:pathLst>
                <a:path w="8497" h="2855" extrusionOk="0">
                  <a:moveTo>
                    <a:pt x="0" y="1587"/>
                  </a:moveTo>
                  <a:lnTo>
                    <a:pt x="5811" y="2854"/>
                  </a:lnTo>
                  <a:lnTo>
                    <a:pt x="8496" y="1268"/>
                  </a:lnTo>
                  <a:lnTo>
                    <a:pt x="2685" y="1"/>
                  </a:lnTo>
                  <a:close/>
                </a:path>
              </a:pathLst>
            </a:custGeom>
            <a:gradFill>
              <a:gsLst>
                <a:gs pos="0">
                  <a:srgbClr val="545791"/>
                </a:gs>
                <a:gs pos="100000">
                  <a:srgbClr val="D88794"/>
                </a:gs>
              </a:gsLst>
              <a:lin ang="1350003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72"/>
            <p:cNvSpPr/>
            <p:nvPr/>
          </p:nvSpPr>
          <p:spPr>
            <a:xfrm>
              <a:off x="7227609" y="1769013"/>
              <a:ext cx="653653" cy="219628"/>
            </a:xfrm>
            <a:custGeom>
              <a:avLst/>
              <a:gdLst/>
              <a:ahLst/>
              <a:cxnLst/>
              <a:rect l="l" t="t" r="r" b="b"/>
              <a:pathLst>
                <a:path w="8497" h="2855" fill="none" extrusionOk="0">
                  <a:moveTo>
                    <a:pt x="0" y="1587"/>
                  </a:moveTo>
                  <a:lnTo>
                    <a:pt x="5811" y="2854"/>
                  </a:lnTo>
                  <a:lnTo>
                    <a:pt x="8496" y="1268"/>
                  </a:lnTo>
                  <a:lnTo>
                    <a:pt x="2685" y="1"/>
                  </a:lnTo>
                  <a:close/>
                </a:path>
              </a:pathLst>
            </a:custGeom>
            <a:noFill/>
            <a:ln w="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7" name="Google Shape;4567;p72"/>
          <p:cNvGrpSpPr/>
          <p:nvPr/>
        </p:nvGrpSpPr>
        <p:grpSpPr>
          <a:xfrm flipH="1">
            <a:off x="7920875" y="3536508"/>
            <a:ext cx="509899" cy="986196"/>
            <a:chOff x="3098350" y="1329946"/>
            <a:chExt cx="509899" cy="986196"/>
          </a:xfrm>
        </p:grpSpPr>
        <p:sp>
          <p:nvSpPr>
            <p:cNvPr id="4568" name="Google Shape;4568;p72"/>
            <p:cNvSpPr/>
            <p:nvPr/>
          </p:nvSpPr>
          <p:spPr>
            <a:xfrm>
              <a:off x="3098350" y="2198547"/>
              <a:ext cx="373760" cy="117594"/>
            </a:xfrm>
            <a:custGeom>
              <a:avLst/>
              <a:gdLst/>
              <a:ahLst/>
              <a:cxnLst/>
              <a:rect l="l" t="t" r="r" b="b"/>
              <a:pathLst>
                <a:path w="8766" h="2758" extrusionOk="0">
                  <a:moveTo>
                    <a:pt x="5762" y="1"/>
                  </a:moveTo>
                  <a:cubicBezTo>
                    <a:pt x="5184" y="1"/>
                    <a:pt x="4582" y="49"/>
                    <a:pt x="4022" y="157"/>
                  </a:cubicBezTo>
                  <a:cubicBezTo>
                    <a:pt x="2030" y="542"/>
                    <a:pt x="83" y="1097"/>
                    <a:pt x="43" y="1692"/>
                  </a:cubicBezTo>
                  <a:cubicBezTo>
                    <a:pt x="0" y="2318"/>
                    <a:pt x="1475" y="2757"/>
                    <a:pt x="3229" y="2757"/>
                  </a:cubicBezTo>
                  <a:cubicBezTo>
                    <a:pt x="4262" y="2757"/>
                    <a:pt x="5392" y="2605"/>
                    <a:pt x="6367" y="2249"/>
                  </a:cubicBezTo>
                  <a:cubicBezTo>
                    <a:pt x="8272" y="1552"/>
                    <a:pt x="8766" y="1323"/>
                    <a:pt x="8653" y="736"/>
                  </a:cubicBezTo>
                  <a:cubicBezTo>
                    <a:pt x="8571" y="315"/>
                    <a:pt x="7243" y="1"/>
                    <a:pt x="5762" y="1"/>
                  </a:cubicBezTo>
                  <a:close/>
                </a:path>
              </a:pathLst>
            </a:custGeom>
            <a:solidFill>
              <a:schemeClr val="dk1">
                <a:alpha val="39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72"/>
            <p:cNvSpPr/>
            <p:nvPr/>
          </p:nvSpPr>
          <p:spPr>
            <a:xfrm>
              <a:off x="3115959" y="1817713"/>
              <a:ext cx="413967" cy="76705"/>
            </a:xfrm>
            <a:custGeom>
              <a:avLst/>
              <a:gdLst/>
              <a:ahLst/>
              <a:cxnLst/>
              <a:rect l="l" t="t" r="r" b="b"/>
              <a:pathLst>
                <a:path w="9709" h="1799" extrusionOk="0">
                  <a:moveTo>
                    <a:pt x="4855" y="0"/>
                  </a:moveTo>
                  <a:cubicBezTo>
                    <a:pt x="2174" y="0"/>
                    <a:pt x="1" y="403"/>
                    <a:pt x="1" y="899"/>
                  </a:cubicBezTo>
                  <a:cubicBezTo>
                    <a:pt x="1" y="1395"/>
                    <a:pt x="2174" y="1799"/>
                    <a:pt x="4855" y="1799"/>
                  </a:cubicBezTo>
                  <a:cubicBezTo>
                    <a:pt x="7535" y="1799"/>
                    <a:pt x="9709" y="1395"/>
                    <a:pt x="9709" y="899"/>
                  </a:cubicBezTo>
                  <a:cubicBezTo>
                    <a:pt x="9709" y="403"/>
                    <a:pt x="7535" y="0"/>
                    <a:pt x="485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72"/>
            <p:cNvSpPr/>
            <p:nvPr/>
          </p:nvSpPr>
          <p:spPr>
            <a:xfrm>
              <a:off x="3147937" y="1344655"/>
              <a:ext cx="294327" cy="337177"/>
            </a:xfrm>
            <a:custGeom>
              <a:avLst/>
              <a:gdLst/>
              <a:ahLst/>
              <a:cxnLst/>
              <a:rect l="l" t="t" r="r" b="b"/>
              <a:pathLst>
                <a:path w="6903" h="7908" extrusionOk="0">
                  <a:moveTo>
                    <a:pt x="4120" y="1"/>
                  </a:moveTo>
                  <a:cubicBezTo>
                    <a:pt x="3233" y="1"/>
                    <a:pt x="2167" y="415"/>
                    <a:pt x="1608" y="1152"/>
                  </a:cubicBezTo>
                  <a:cubicBezTo>
                    <a:pt x="0" y="3277"/>
                    <a:pt x="2764" y="7870"/>
                    <a:pt x="3859" y="7906"/>
                  </a:cubicBezTo>
                  <a:lnTo>
                    <a:pt x="3859" y="7907"/>
                  </a:lnTo>
                  <a:cubicBezTo>
                    <a:pt x="3863" y="7907"/>
                    <a:pt x="3868" y="7907"/>
                    <a:pt x="3872" y="7907"/>
                  </a:cubicBezTo>
                  <a:cubicBezTo>
                    <a:pt x="4380" y="7907"/>
                    <a:pt x="5941" y="7044"/>
                    <a:pt x="6461" y="4499"/>
                  </a:cubicBezTo>
                  <a:cubicBezTo>
                    <a:pt x="6903" y="2341"/>
                    <a:pt x="5790" y="824"/>
                    <a:pt x="5267" y="354"/>
                  </a:cubicBezTo>
                  <a:cubicBezTo>
                    <a:pt x="5000" y="114"/>
                    <a:pt x="4584" y="1"/>
                    <a:pt x="4120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72"/>
            <p:cNvSpPr/>
            <p:nvPr/>
          </p:nvSpPr>
          <p:spPr>
            <a:xfrm>
              <a:off x="3205284" y="1329946"/>
              <a:ext cx="236979" cy="300168"/>
            </a:xfrm>
            <a:custGeom>
              <a:avLst/>
              <a:gdLst/>
              <a:ahLst/>
              <a:cxnLst/>
              <a:rect l="l" t="t" r="r" b="b"/>
              <a:pathLst>
                <a:path w="5558" h="7040" extrusionOk="0">
                  <a:moveTo>
                    <a:pt x="3922" y="699"/>
                  </a:moveTo>
                  <a:cubicBezTo>
                    <a:pt x="3144" y="0"/>
                    <a:pt x="1114" y="372"/>
                    <a:pt x="263" y="1497"/>
                  </a:cubicBezTo>
                  <a:cubicBezTo>
                    <a:pt x="156" y="1638"/>
                    <a:pt x="70" y="1791"/>
                    <a:pt x="1" y="1952"/>
                  </a:cubicBezTo>
                  <a:cubicBezTo>
                    <a:pt x="885" y="889"/>
                    <a:pt x="2834" y="548"/>
                    <a:pt x="3594" y="1230"/>
                  </a:cubicBezTo>
                  <a:cubicBezTo>
                    <a:pt x="4117" y="1700"/>
                    <a:pt x="5228" y="3217"/>
                    <a:pt x="4787" y="5376"/>
                  </a:cubicBezTo>
                  <a:cubicBezTo>
                    <a:pt x="4651" y="6041"/>
                    <a:pt x="4443" y="6589"/>
                    <a:pt x="4202" y="7040"/>
                  </a:cubicBezTo>
                  <a:cubicBezTo>
                    <a:pt x="4580" y="6515"/>
                    <a:pt x="4921" y="5798"/>
                    <a:pt x="5116" y="4844"/>
                  </a:cubicBezTo>
                  <a:cubicBezTo>
                    <a:pt x="5558" y="2686"/>
                    <a:pt x="4445" y="1169"/>
                    <a:pt x="3923" y="69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72"/>
            <p:cNvSpPr/>
            <p:nvPr/>
          </p:nvSpPr>
          <p:spPr>
            <a:xfrm>
              <a:off x="3147937" y="1329946"/>
              <a:ext cx="294327" cy="352527"/>
            </a:xfrm>
            <a:custGeom>
              <a:avLst/>
              <a:gdLst/>
              <a:ahLst/>
              <a:cxnLst/>
              <a:rect l="l" t="t" r="r" b="b"/>
              <a:pathLst>
                <a:path w="6903" h="8268" fill="none" extrusionOk="0">
                  <a:moveTo>
                    <a:pt x="3859" y="8251"/>
                  </a:moveTo>
                  <a:cubicBezTo>
                    <a:pt x="2764" y="8215"/>
                    <a:pt x="0" y="3622"/>
                    <a:pt x="1608" y="1497"/>
                  </a:cubicBezTo>
                  <a:cubicBezTo>
                    <a:pt x="2459" y="373"/>
                    <a:pt x="4489" y="0"/>
                    <a:pt x="5267" y="699"/>
                  </a:cubicBezTo>
                  <a:cubicBezTo>
                    <a:pt x="5790" y="1169"/>
                    <a:pt x="6903" y="2686"/>
                    <a:pt x="6461" y="4844"/>
                  </a:cubicBezTo>
                  <a:cubicBezTo>
                    <a:pt x="5936" y="7412"/>
                    <a:pt x="4352" y="8268"/>
                    <a:pt x="3859" y="82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72"/>
            <p:cNvSpPr/>
            <p:nvPr/>
          </p:nvSpPr>
          <p:spPr>
            <a:xfrm>
              <a:off x="3238498" y="1565600"/>
              <a:ext cx="12109" cy="10105"/>
            </a:xfrm>
            <a:custGeom>
              <a:avLst/>
              <a:gdLst/>
              <a:ahLst/>
              <a:cxnLst/>
              <a:rect l="l" t="t" r="r" b="b"/>
              <a:pathLst>
                <a:path w="284" h="237" extrusionOk="0">
                  <a:moveTo>
                    <a:pt x="119" y="1"/>
                  </a:moveTo>
                  <a:cubicBezTo>
                    <a:pt x="83" y="1"/>
                    <a:pt x="49" y="17"/>
                    <a:pt x="31" y="48"/>
                  </a:cubicBezTo>
                  <a:cubicBezTo>
                    <a:pt x="0" y="100"/>
                    <a:pt x="25" y="174"/>
                    <a:pt x="87" y="213"/>
                  </a:cubicBezTo>
                  <a:cubicBezTo>
                    <a:pt x="112" y="229"/>
                    <a:pt x="139" y="237"/>
                    <a:pt x="165" y="237"/>
                  </a:cubicBezTo>
                  <a:cubicBezTo>
                    <a:pt x="202" y="237"/>
                    <a:pt x="235" y="221"/>
                    <a:pt x="252" y="191"/>
                  </a:cubicBezTo>
                  <a:cubicBezTo>
                    <a:pt x="284" y="138"/>
                    <a:pt x="258" y="64"/>
                    <a:pt x="198" y="25"/>
                  </a:cubicBezTo>
                  <a:cubicBezTo>
                    <a:pt x="172" y="9"/>
                    <a:pt x="145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72"/>
            <p:cNvSpPr/>
            <p:nvPr/>
          </p:nvSpPr>
          <p:spPr>
            <a:xfrm>
              <a:off x="3260030" y="1542065"/>
              <a:ext cx="12152" cy="10105"/>
            </a:xfrm>
            <a:custGeom>
              <a:avLst/>
              <a:gdLst/>
              <a:ahLst/>
              <a:cxnLst/>
              <a:rect l="l" t="t" r="r" b="b"/>
              <a:pathLst>
                <a:path w="285" h="237" extrusionOk="0">
                  <a:moveTo>
                    <a:pt x="119" y="0"/>
                  </a:moveTo>
                  <a:cubicBezTo>
                    <a:pt x="83" y="0"/>
                    <a:pt x="49" y="16"/>
                    <a:pt x="31" y="47"/>
                  </a:cubicBezTo>
                  <a:cubicBezTo>
                    <a:pt x="1" y="99"/>
                    <a:pt x="25" y="173"/>
                    <a:pt x="87" y="213"/>
                  </a:cubicBezTo>
                  <a:cubicBezTo>
                    <a:pt x="111" y="229"/>
                    <a:pt x="138" y="236"/>
                    <a:pt x="164" y="236"/>
                  </a:cubicBezTo>
                  <a:cubicBezTo>
                    <a:pt x="201" y="236"/>
                    <a:pt x="235" y="220"/>
                    <a:pt x="253" y="189"/>
                  </a:cubicBezTo>
                  <a:cubicBezTo>
                    <a:pt x="284" y="138"/>
                    <a:pt x="258" y="64"/>
                    <a:pt x="198" y="24"/>
                  </a:cubicBezTo>
                  <a:cubicBezTo>
                    <a:pt x="172" y="8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72"/>
            <p:cNvSpPr/>
            <p:nvPr/>
          </p:nvSpPr>
          <p:spPr>
            <a:xfrm>
              <a:off x="3310128" y="1603846"/>
              <a:ext cx="12152" cy="10105"/>
            </a:xfrm>
            <a:custGeom>
              <a:avLst/>
              <a:gdLst/>
              <a:ahLst/>
              <a:cxnLst/>
              <a:rect l="l" t="t" r="r" b="b"/>
              <a:pathLst>
                <a:path w="285" h="237" extrusionOk="0">
                  <a:moveTo>
                    <a:pt x="120" y="0"/>
                  </a:moveTo>
                  <a:cubicBezTo>
                    <a:pt x="83" y="0"/>
                    <a:pt x="50" y="16"/>
                    <a:pt x="31" y="48"/>
                  </a:cubicBezTo>
                  <a:cubicBezTo>
                    <a:pt x="1" y="99"/>
                    <a:pt x="26" y="173"/>
                    <a:pt x="87" y="212"/>
                  </a:cubicBezTo>
                  <a:cubicBezTo>
                    <a:pt x="112" y="228"/>
                    <a:pt x="139" y="236"/>
                    <a:pt x="165" y="236"/>
                  </a:cubicBezTo>
                  <a:cubicBezTo>
                    <a:pt x="202" y="236"/>
                    <a:pt x="235" y="220"/>
                    <a:pt x="253" y="189"/>
                  </a:cubicBezTo>
                  <a:cubicBezTo>
                    <a:pt x="284" y="137"/>
                    <a:pt x="259" y="63"/>
                    <a:pt x="198" y="24"/>
                  </a:cubicBezTo>
                  <a:cubicBezTo>
                    <a:pt x="173" y="8"/>
                    <a:pt x="146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72"/>
            <p:cNvSpPr/>
            <p:nvPr/>
          </p:nvSpPr>
          <p:spPr>
            <a:xfrm>
              <a:off x="3315287" y="1546584"/>
              <a:ext cx="12152" cy="10105"/>
            </a:xfrm>
            <a:custGeom>
              <a:avLst/>
              <a:gdLst/>
              <a:ahLst/>
              <a:cxnLst/>
              <a:rect l="l" t="t" r="r" b="b"/>
              <a:pathLst>
                <a:path w="285" h="237" extrusionOk="0">
                  <a:moveTo>
                    <a:pt x="120" y="1"/>
                  </a:moveTo>
                  <a:cubicBezTo>
                    <a:pt x="83" y="1"/>
                    <a:pt x="50" y="17"/>
                    <a:pt x="31" y="47"/>
                  </a:cubicBezTo>
                  <a:cubicBezTo>
                    <a:pt x="1" y="100"/>
                    <a:pt x="26" y="174"/>
                    <a:pt x="87" y="213"/>
                  </a:cubicBezTo>
                  <a:cubicBezTo>
                    <a:pt x="112" y="229"/>
                    <a:pt x="139" y="237"/>
                    <a:pt x="164" y="237"/>
                  </a:cubicBezTo>
                  <a:cubicBezTo>
                    <a:pt x="202" y="237"/>
                    <a:pt x="235" y="220"/>
                    <a:pt x="254" y="190"/>
                  </a:cubicBezTo>
                  <a:cubicBezTo>
                    <a:pt x="284" y="138"/>
                    <a:pt x="260" y="64"/>
                    <a:pt x="198" y="25"/>
                  </a:cubicBezTo>
                  <a:cubicBezTo>
                    <a:pt x="173" y="9"/>
                    <a:pt x="145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72"/>
            <p:cNvSpPr/>
            <p:nvPr/>
          </p:nvSpPr>
          <p:spPr>
            <a:xfrm>
              <a:off x="3336606" y="1480071"/>
              <a:ext cx="12066" cy="10105"/>
            </a:xfrm>
            <a:custGeom>
              <a:avLst/>
              <a:gdLst/>
              <a:ahLst/>
              <a:cxnLst/>
              <a:rect l="l" t="t" r="r" b="b"/>
              <a:pathLst>
                <a:path w="283" h="237" extrusionOk="0">
                  <a:moveTo>
                    <a:pt x="120" y="1"/>
                  </a:moveTo>
                  <a:cubicBezTo>
                    <a:pt x="83" y="1"/>
                    <a:pt x="49" y="17"/>
                    <a:pt x="31" y="48"/>
                  </a:cubicBezTo>
                  <a:cubicBezTo>
                    <a:pt x="1" y="99"/>
                    <a:pt x="25" y="173"/>
                    <a:pt x="87" y="212"/>
                  </a:cubicBezTo>
                  <a:cubicBezTo>
                    <a:pt x="112" y="229"/>
                    <a:pt x="139" y="236"/>
                    <a:pt x="165" y="236"/>
                  </a:cubicBezTo>
                  <a:cubicBezTo>
                    <a:pt x="201" y="236"/>
                    <a:pt x="235" y="220"/>
                    <a:pt x="253" y="190"/>
                  </a:cubicBezTo>
                  <a:cubicBezTo>
                    <a:pt x="283" y="137"/>
                    <a:pt x="258" y="63"/>
                    <a:pt x="197" y="24"/>
                  </a:cubicBezTo>
                  <a:cubicBezTo>
                    <a:pt x="172" y="8"/>
                    <a:pt x="145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72"/>
            <p:cNvSpPr/>
            <p:nvPr/>
          </p:nvSpPr>
          <p:spPr>
            <a:xfrm>
              <a:off x="3354769" y="1532898"/>
              <a:ext cx="12109" cy="10105"/>
            </a:xfrm>
            <a:custGeom>
              <a:avLst/>
              <a:gdLst/>
              <a:ahLst/>
              <a:cxnLst/>
              <a:rect l="l" t="t" r="r" b="b"/>
              <a:pathLst>
                <a:path w="284" h="237" extrusionOk="0">
                  <a:moveTo>
                    <a:pt x="120" y="1"/>
                  </a:moveTo>
                  <a:cubicBezTo>
                    <a:pt x="83" y="1"/>
                    <a:pt x="49" y="17"/>
                    <a:pt x="31" y="48"/>
                  </a:cubicBezTo>
                  <a:cubicBezTo>
                    <a:pt x="0" y="99"/>
                    <a:pt x="25" y="173"/>
                    <a:pt x="87" y="213"/>
                  </a:cubicBezTo>
                  <a:cubicBezTo>
                    <a:pt x="112" y="229"/>
                    <a:pt x="139" y="236"/>
                    <a:pt x="165" y="236"/>
                  </a:cubicBezTo>
                  <a:cubicBezTo>
                    <a:pt x="202" y="236"/>
                    <a:pt x="235" y="220"/>
                    <a:pt x="254" y="190"/>
                  </a:cubicBezTo>
                  <a:cubicBezTo>
                    <a:pt x="284" y="137"/>
                    <a:pt x="259" y="64"/>
                    <a:pt x="197" y="24"/>
                  </a:cubicBezTo>
                  <a:cubicBezTo>
                    <a:pt x="173" y="8"/>
                    <a:pt x="146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72"/>
            <p:cNvSpPr/>
            <p:nvPr/>
          </p:nvSpPr>
          <p:spPr>
            <a:xfrm>
              <a:off x="3348715" y="1423832"/>
              <a:ext cx="12066" cy="10105"/>
            </a:xfrm>
            <a:custGeom>
              <a:avLst/>
              <a:gdLst/>
              <a:ahLst/>
              <a:cxnLst/>
              <a:rect l="l" t="t" r="r" b="b"/>
              <a:pathLst>
                <a:path w="283" h="237" extrusionOk="0">
                  <a:moveTo>
                    <a:pt x="119" y="1"/>
                  </a:moveTo>
                  <a:cubicBezTo>
                    <a:pt x="82" y="1"/>
                    <a:pt x="48" y="17"/>
                    <a:pt x="30" y="48"/>
                  </a:cubicBezTo>
                  <a:cubicBezTo>
                    <a:pt x="0" y="100"/>
                    <a:pt x="25" y="174"/>
                    <a:pt x="86" y="213"/>
                  </a:cubicBezTo>
                  <a:cubicBezTo>
                    <a:pt x="111" y="229"/>
                    <a:pt x="138" y="237"/>
                    <a:pt x="164" y="237"/>
                  </a:cubicBezTo>
                  <a:cubicBezTo>
                    <a:pt x="201" y="237"/>
                    <a:pt x="234" y="221"/>
                    <a:pt x="252" y="190"/>
                  </a:cubicBezTo>
                  <a:cubicBezTo>
                    <a:pt x="282" y="138"/>
                    <a:pt x="258" y="64"/>
                    <a:pt x="196" y="24"/>
                  </a:cubicBezTo>
                  <a:cubicBezTo>
                    <a:pt x="171" y="8"/>
                    <a:pt x="144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72"/>
            <p:cNvSpPr/>
            <p:nvPr/>
          </p:nvSpPr>
          <p:spPr>
            <a:xfrm>
              <a:off x="3284717" y="1512730"/>
              <a:ext cx="12152" cy="10105"/>
            </a:xfrm>
            <a:custGeom>
              <a:avLst/>
              <a:gdLst/>
              <a:ahLst/>
              <a:cxnLst/>
              <a:rect l="l" t="t" r="r" b="b"/>
              <a:pathLst>
                <a:path w="285" h="237" extrusionOk="0">
                  <a:moveTo>
                    <a:pt x="120" y="1"/>
                  </a:moveTo>
                  <a:cubicBezTo>
                    <a:pt x="83" y="1"/>
                    <a:pt x="50" y="17"/>
                    <a:pt x="31" y="47"/>
                  </a:cubicBezTo>
                  <a:cubicBezTo>
                    <a:pt x="1" y="100"/>
                    <a:pt x="25" y="174"/>
                    <a:pt x="87" y="213"/>
                  </a:cubicBezTo>
                  <a:cubicBezTo>
                    <a:pt x="112" y="229"/>
                    <a:pt x="139" y="236"/>
                    <a:pt x="164" y="236"/>
                  </a:cubicBezTo>
                  <a:cubicBezTo>
                    <a:pt x="201" y="236"/>
                    <a:pt x="235" y="220"/>
                    <a:pt x="253" y="189"/>
                  </a:cubicBezTo>
                  <a:cubicBezTo>
                    <a:pt x="284" y="138"/>
                    <a:pt x="259" y="64"/>
                    <a:pt x="198" y="24"/>
                  </a:cubicBezTo>
                  <a:cubicBezTo>
                    <a:pt x="173" y="8"/>
                    <a:pt x="145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72"/>
            <p:cNvSpPr/>
            <p:nvPr/>
          </p:nvSpPr>
          <p:spPr>
            <a:xfrm>
              <a:off x="3376599" y="1474016"/>
              <a:ext cx="12066" cy="10062"/>
            </a:xfrm>
            <a:custGeom>
              <a:avLst/>
              <a:gdLst/>
              <a:ahLst/>
              <a:cxnLst/>
              <a:rect l="l" t="t" r="r" b="b"/>
              <a:pathLst>
                <a:path w="283" h="236" extrusionOk="0">
                  <a:moveTo>
                    <a:pt x="119" y="0"/>
                  </a:moveTo>
                  <a:cubicBezTo>
                    <a:pt x="82" y="0"/>
                    <a:pt x="48" y="16"/>
                    <a:pt x="31" y="47"/>
                  </a:cubicBezTo>
                  <a:cubicBezTo>
                    <a:pt x="0" y="99"/>
                    <a:pt x="25" y="173"/>
                    <a:pt x="85" y="212"/>
                  </a:cubicBezTo>
                  <a:cubicBezTo>
                    <a:pt x="111" y="228"/>
                    <a:pt x="138" y="236"/>
                    <a:pt x="164" y="236"/>
                  </a:cubicBezTo>
                  <a:cubicBezTo>
                    <a:pt x="201" y="236"/>
                    <a:pt x="235" y="220"/>
                    <a:pt x="252" y="190"/>
                  </a:cubicBezTo>
                  <a:cubicBezTo>
                    <a:pt x="283" y="137"/>
                    <a:pt x="258" y="63"/>
                    <a:pt x="196" y="24"/>
                  </a:cubicBezTo>
                  <a:cubicBezTo>
                    <a:pt x="172" y="8"/>
                    <a:pt x="144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72"/>
            <p:cNvSpPr/>
            <p:nvPr/>
          </p:nvSpPr>
          <p:spPr>
            <a:xfrm>
              <a:off x="3249200" y="1406777"/>
              <a:ext cx="12109" cy="10105"/>
            </a:xfrm>
            <a:custGeom>
              <a:avLst/>
              <a:gdLst/>
              <a:ahLst/>
              <a:cxnLst/>
              <a:rect l="l" t="t" r="r" b="b"/>
              <a:pathLst>
                <a:path w="284" h="237" extrusionOk="0">
                  <a:moveTo>
                    <a:pt x="119" y="1"/>
                  </a:moveTo>
                  <a:cubicBezTo>
                    <a:pt x="82" y="1"/>
                    <a:pt x="49" y="17"/>
                    <a:pt x="31" y="47"/>
                  </a:cubicBezTo>
                  <a:cubicBezTo>
                    <a:pt x="0" y="100"/>
                    <a:pt x="25" y="174"/>
                    <a:pt x="87" y="213"/>
                  </a:cubicBezTo>
                  <a:cubicBezTo>
                    <a:pt x="111" y="229"/>
                    <a:pt x="139" y="237"/>
                    <a:pt x="164" y="237"/>
                  </a:cubicBezTo>
                  <a:cubicBezTo>
                    <a:pt x="201" y="237"/>
                    <a:pt x="235" y="220"/>
                    <a:pt x="252" y="189"/>
                  </a:cubicBezTo>
                  <a:cubicBezTo>
                    <a:pt x="284" y="138"/>
                    <a:pt x="258" y="64"/>
                    <a:pt x="197" y="25"/>
                  </a:cubicBezTo>
                  <a:cubicBezTo>
                    <a:pt x="172" y="8"/>
                    <a:pt x="145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72"/>
            <p:cNvSpPr/>
            <p:nvPr/>
          </p:nvSpPr>
          <p:spPr>
            <a:xfrm>
              <a:off x="3229758" y="1447581"/>
              <a:ext cx="12109" cy="10105"/>
            </a:xfrm>
            <a:custGeom>
              <a:avLst/>
              <a:gdLst/>
              <a:ahLst/>
              <a:cxnLst/>
              <a:rect l="l" t="t" r="r" b="b"/>
              <a:pathLst>
                <a:path w="284" h="237" extrusionOk="0">
                  <a:moveTo>
                    <a:pt x="120" y="0"/>
                  </a:moveTo>
                  <a:cubicBezTo>
                    <a:pt x="83" y="0"/>
                    <a:pt x="49" y="16"/>
                    <a:pt x="32" y="47"/>
                  </a:cubicBezTo>
                  <a:cubicBezTo>
                    <a:pt x="0" y="99"/>
                    <a:pt x="26" y="173"/>
                    <a:pt x="87" y="213"/>
                  </a:cubicBezTo>
                  <a:cubicBezTo>
                    <a:pt x="112" y="229"/>
                    <a:pt x="139" y="236"/>
                    <a:pt x="165" y="236"/>
                  </a:cubicBezTo>
                  <a:cubicBezTo>
                    <a:pt x="202" y="236"/>
                    <a:pt x="236" y="220"/>
                    <a:pt x="254" y="189"/>
                  </a:cubicBezTo>
                  <a:cubicBezTo>
                    <a:pt x="284" y="137"/>
                    <a:pt x="259" y="64"/>
                    <a:pt x="197" y="24"/>
                  </a:cubicBezTo>
                  <a:cubicBezTo>
                    <a:pt x="173" y="8"/>
                    <a:pt x="145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72"/>
            <p:cNvSpPr/>
            <p:nvPr/>
          </p:nvSpPr>
          <p:spPr>
            <a:xfrm>
              <a:off x="3295205" y="1463741"/>
              <a:ext cx="12109" cy="10105"/>
            </a:xfrm>
            <a:custGeom>
              <a:avLst/>
              <a:gdLst/>
              <a:ahLst/>
              <a:cxnLst/>
              <a:rect l="l" t="t" r="r" b="b"/>
              <a:pathLst>
                <a:path w="284" h="237" extrusionOk="0">
                  <a:moveTo>
                    <a:pt x="120" y="0"/>
                  </a:moveTo>
                  <a:cubicBezTo>
                    <a:pt x="83" y="0"/>
                    <a:pt x="50" y="17"/>
                    <a:pt x="32" y="48"/>
                  </a:cubicBezTo>
                  <a:cubicBezTo>
                    <a:pt x="0" y="99"/>
                    <a:pt x="25" y="173"/>
                    <a:pt x="86" y="212"/>
                  </a:cubicBezTo>
                  <a:cubicBezTo>
                    <a:pt x="112" y="228"/>
                    <a:pt x="139" y="236"/>
                    <a:pt x="165" y="236"/>
                  </a:cubicBezTo>
                  <a:cubicBezTo>
                    <a:pt x="202" y="236"/>
                    <a:pt x="235" y="220"/>
                    <a:pt x="253" y="190"/>
                  </a:cubicBezTo>
                  <a:cubicBezTo>
                    <a:pt x="284" y="137"/>
                    <a:pt x="259" y="63"/>
                    <a:pt x="197" y="24"/>
                  </a:cubicBezTo>
                  <a:cubicBezTo>
                    <a:pt x="172" y="8"/>
                    <a:pt x="145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72"/>
            <p:cNvSpPr/>
            <p:nvPr/>
          </p:nvSpPr>
          <p:spPr>
            <a:xfrm>
              <a:off x="3357285" y="1568500"/>
              <a:ext cx="12152" cy="10062"/>
            </a:xfrm>
            <a:custGeom>
              <a:avLst/>
              <a:gdLst/>
              <a:ahLst/>
              <a:cxnLst/>
              <a:rect l="l" t="t" r="r" b="b"/>
              <a:pathLst>
                <a:path w="285" h="236" extrusionOk="0">
                  <a:moveTo>
                    <a:pt x="119" y="0"/>
                  </a:moveTo>
                  <a:cubicBezTo>
                    <a:pt x="83" y="0"/>
                    <a:pt x="49" y="16"/>
                    <a:pt x="31" y="46"/>
                  </a:cubicBezTo>
                  <a:cubicBezTo>
                    <a:pt x="1" y="99"/>
                    <a:pt x="25" y="173"/>
                    <a:pt x="87" y="212"/>
                  </a:cubicBezTo>
                  <a:cubicBezTo>
                    <a:pt x="112" y="228"/>
                    <a:pt x="139" y="236"/>
                    <a:pt x="164" y="236"/>
                  </a:cubicBezTo>
                  <a:cubicBezTo>
                    <a:pt x="201" y="236"/>
                    <a:pt x="235" y="219"/>
                    <a:pt x="253" y="189"/>
                  </a:cubicBezTo>
                  <a:cubicBezTo>
                    <a:pt x="284" y="137"/>
                    <a:pt x="258" y="63"/>
                    <a:pt x="198" y="24"/>
                  </a:cubicBezTo>
                  <a:cubicBezTo>
                    <a:pt x="173" y="8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72"/>
            <p:cNvSpPr/>
            <p:nvPr/>
          </p:nvSpPr>
          <p:spPr>
            <a:xfrm>
              <a:off x="3249285" y="1460799"/>
              <a:ext cx="12109" cy="10105"/>
            </a:xfrm>
            <a:custGeom>
              <a:avLst/>
              <a:gdLst/>
              <a:ahLst/>
              <a:cxnLst/>
              <a:rect l="l" t="t" r="r" b="b"/>
              <a:pathLst>
                <a:path w="284" h="237" extrusionOk="0">
                  <a:moveTo>
                    <a:pt x="120" y="1"/>
                  </a:moveTo>
                  <a:cubicBezTo>
                    <a:pt x="83" y="1"/>
                    <a:pt x="49" y="17"/>
                    <a:pt x="31" y="48"/>
                  </a:cubicBezTo>
                  <a:cubicBezTo>
                    <a:pt x="1" y="100"/>
                    <a:pt x="25" y="174"/>
                    <a:pt x="87" y="213"/>
                  </a:cubicBezTo>
                  <a:cubicBezTo>
                    <a:pt x="112" y="229"/>
                    <a:pt x="139" y="237"/>
                    <a:pt x="165" y="237"/>
                  </a:cubicBezTo>
                  <a:cubicBezTo>
                    <a:pt x="202" y="237"/>
                    <a:pt x="235" y="220"/>
                    <a:pt x="253" y="189"/>
                  </a:cubicBezTo>
                  <a:cubicBezTo>
                    <a:pt x="284" y="138"/>
                    <a:pt x="259" y="64"/>
                    <a:pt x="198" y="25"/>
                  </a:cubicBezTo>
                  <a:cubicBezTo>
                    <a:pt x="173" y="9"/>
                    <a:pt x="145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72"/>
            <p:cNvSpPr/>
            <p:nvPr/>
          </p:nvSpPr>
          <p:spPr>
            <a:xfrm>
              <a:off x="3271585" y="1372071"/>
              <a:ext cx="12152" cy="10105"/>
            </a:xfrm>
            <a:custGeom>
              <a:avLst/>
              <a:gdLst/>
              <a:ahLst/>
              <a:cxnLst/>
              <a:rect l="l" t="t" r="r" b="b"/>
              <a:pathLst>
                <a:path w="285" h="237" extrusionOk="0">
                  <a:moveTo>
                    <a:pt x="120" y="0"/>
                  </a:moveTo>
                  <a:cubicBezTo>
                    <a:pt x="83" y="0"/>
                    <a:pt x="50" y="16"/>
                    <a:pt x="32" y="48"/>
                  </a:cubicBezTo>
                  <a:cubicBezTo>
                    <a:pt x="1" y="99"/>
                    <a:pt x="25" y="173"/>
                    <a:pt x="87" y="212"/>
                  </a:cubicBezTo>
                  <a:cubicBezTo>
                    <a:pt x="112" y="228"/>
                    <a:pt x="140" y="236"/>
                    <a:pt x="165" y="236"/>
                  </a:cubicBezTo>
                  <a:cubicBezTo>
                    <a:pt x="202" y="236"/>
                    <a:pt x="235" y="220"/>
                    <a:pt x="254" y="190"/>
                  </a:cubicBezTo>
                  <a:cubicBezTo>
                    <a:pt x="284" y="137"/>
                    <a:pt x="260" y="63"/>
                    <a:pt x="198" y="24"/>
                  </a:cubicBezTo>
                  <a:cubicBezTo>
                    <a:pt x="173" y="8"/>
                    <a:pt x="145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72"/>
            <p:cNvSpPr/>
            <p:nvPr/>
          </p:nvSpPr>
          <p:spPr>
            <a:xfrm>
              <a:off x="3304500" y="1423022"/>
              <a:ext cx="12152" cy="10105"/>
            </a:xfrm>
            <a:custGeom>
              <a:avLst/>
              <a:gdLst/>
              <a:ahLst/>
              <a:cxnLst/>
              <a:rect l="l" t="t" r="r" b="b"/>
              <a:pathLst>
                <a:path w="285" h="237" extrusionOk="0">
                  <a:moveTo>
                    <a:pt x="120" y="1"/>
                  </a:moveTo>
                  <a:cubicBezTo>
                    <a:pt x="83" y="1"/>
                    <a:pt x="49" y="17"/>
                    <a:pt x="31" y="48"/>
                  </a:cubicBezTo>
                  <a:cubicBezTo>
                    <a:pt x="1" y="100"/>
                    <a:pt x="25" y="173"/>
                    <a:pt x="87" y="213"/>
                  </a:cubicBezTo>
                  <a:cubicBezTo>
                    <a:pt x="112" y="229"/>
                    <a:pt x="139" y="237"/>
                    <a:pt x="165" y="237"/>
                  </a:cubicBezTo>
                  <a:cubicBezTo>
                    <a:pt x="202" y="237"/>
                    <a:pt x="235" y="221"/>
                    <a:pt x="253" y="190"/>
                  </a:cubicBezTo>
                  <a:cubicBezTo>
                    <a:pt x="284" y="138"/>
                    <a:pt x="258" y="64"/>
                    <a:pt x="198" y="24"/>
                  </a:cubicBezTo>
                  <a:cubicBezTo>
                    <a:pt x="173" y="9"/>
                    <a:pt x="146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72"/>
            <p:cNvSpPr/>
            <p:nvPr/>
          </p:nvSpPr>
          <p:spPr>
            <a:xfrm>
              <a:off x="3353874" y="1376292"/>
              <a:ext cx="12109" cy="10105"/>
            </a:xfrm>
            <a:custGeom>
              <a:avLst/>
              <a:gdLst/>
              <a:ahLst/>
              <a:cxnLst/>
              <a:rect l="l" t="t" r="r" b="b"/>
              <a:pathLst>
                <a:path w="284" h="237" extrusionOk="0">
                  <a:moveTo>
                    <a:pt x="119" y="1"/>
                  </a:moveTo>
                  <a:cubicBezTo>
                    <a:pt x="83" y="1"/>
                    <a:pt x="49" y="17"/>
                    <a:pt x="31" y="47"/>
                  </a:cubicBezTo>
                  <a:cubicBezTo>
                    <a:pt x="0" y="100"/>
                    <a:pt x="26" y="174"/>
                    <a:pt x="86" y="213"/>
                  </a:cubicBezTo>
                  <a:cubicBezTo>
                    <a:pt x="111" y="229"/>
                    <a:pt x="138" y="236"/>
                    <a:pt x="164" y="236"/>
                  </a:cubicBezTo>
                  <a:cubicBezTo>
                    <a:pt x="201" y="236"/>
                    <a:pt x="235" y="220"/>
                    <a:pt x="253" y="189"/>
                  </a:cubicBezTo>
                  <a:cubicBezTo>
                    <a:pt x="283" y="138"/>
                    <a:pt x="259" y="64"/>
                    <a:pt x="197" y="25"/>
                  </a:cubicBezTo>
                  <a:cubicBezTo>
                    <a:pt x="172" y="9"/>
                    <a:pt x="145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72"/>
            <p:cNvSpPr/>
            <p:nvPr/>
          </p:nvSpPr>
          <p:spPr>
            <a:xfrm>
              <a:off x="3270732" y="1609303"/>
              <a:ext cx="12152" cy="10062"/>
            </a:xfrm>
            <a:custGeom>
              <a:avLst/>
              <a:gdLst/>
              <a:ahLst/>
              <a:cxnLst/>
              <a:rect l="l" t="t" r="r" b="b"/>
              <a:pathLst>
                <a:path w="285" h="236" extrusionOk="0">
                  <a:moveTo>
                    <a:pt x="120" y="0"/>
                  </a:moveTo>
                  <a:cubicBezTo>
                    <a:pt x="83" y="0"/>
                    <a:pt x="49" y="17"/>
                    <a:pt x="31" y="47"/>
                  </a:cubicBezTo>
                  <a:cubicBezTo>
                    <a:pt x="1" y="99"/>
                    <a:pt x="25" y="173"/>
                    <a:pt x="87" y="212"/>
                  </a:cubicBezTo>
                  <a:cubicBezTo>
                    <a:pt x="112" y="228"/>
                    <a:pt x="140" y="236"/>
                    <a:pt x="165" y="236"/>
                  </a:cubicBezTo>
                  <a:cubicBezTo>
                    <a:pt x="202" y="236"/>
                    <a:pt x="235" y="220"/>
                    <a:pt x="253" y="190"/>
                  </a:cubicBezTo>
                  <a:cubicBezTo>
                    <a:pt x="284" y="137"/>
                    <a:pt x="259" y="63"/>
                    <a:pt x="198" y="24"/>
                  </a:cubicBezTo>
                  <a:cubicBezTo>
                    <a:pt x="173" y="8"/>
                    <a:pt x="146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72"/>
            <p:cNvSpPr/>
            <p:nvPr/>
          </p:nvSpPr>
          <p:spPr>
            <a:xfrm>
              <a:off x="3232486" y="1515587"/>
              <a:ext cx="12109" cy="10062"/>
            </a:xfrm>
            <a:custGeom>
              <a:avLst/>
              <a:gdLst/>
              <a:ahLst/>
              <a:cxnLst/>
              <a:rect l="l" t="t" r="r" b="b"/>
              <a:pathLst>
                <a:path w="284" h="236" extrusionOk="0">
                  <a:moveTo>
                    <a:pt x="120" y="0"/>
                  </a:moveTo>
                  <a:cubicBezTo>
                    <a:pt x="83" y="0"/>
                    <a:pt x="49" y="16"/>
                    <a:pt x="30" y="47"/>
                  </a:cubicBezTo>
                  <a:cubicBezTo>
                    <a:pt x="0" y="99"/>
                    <a:pt x="25" y="173"/>
                    <a:pt x="86" y="212"/>
                  </a:cubicBezTo>
                  <a:cubicBezTo>
                    <a:pt x="112" y="228"/>
                    <a:pt x="139" y="236"/>
                    <a:pt x="165" y="236"/>
                  </a:cubicBezTo>
                  <a:cubicBezTo>
                    <a:pt x="201" y="236"/>
                    <a:pt x="234" y="220"/>
                    <a:pt x="252" y="189"/>
                  </a:cubicBezTo>
                  <a:cubicBezTo>
                    <a:pt x="284" y="137"/>
                    <a:pt x="259" y="63"/>
                    <a:pt x="197" y="24"/>
                  </a:cubicBezTo>
                  <a:cubicBezTo>
                    <a:pt x="172" y="8"/>
                    <a:pt x="145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72"/>
            <p:cNvSpPr/>
            <p:nvPr/>
          </p:nvSpPr>
          <p:spPr>
            <a:xfrm>
              <a:off x="3335071" y="1542107"/>
              <a:ext cx="273178" cy="310060"/>
            </a:xfrm>
            <a:custGeom>
              <a:avLst/>
              <a:gdLst/>
              <a:ahLst/>
              <a:cxnLst/>
              <a:rect l="l" t="t" r="r" b="b"/>
              <a:pathLst>
                <a:path w="6407" h="7272" extrusionOk="0">
                  <a:moveTo>
                    <a:pt x="3457" y="1"/>
                  </a:moveTo>
                  <a:cubicBezTo>
                    <a:pt x="3113" y="1"/>
                    <a:pt x="2775" y="56"/>
                    <a:pt x="2471" y="179"/>
                  </a:cubicBezTo>
                  <a:cubicBezTo>
                    <a:pt x="1" y="1180"/>
                    <a:pt x="20" y="6539"/>
                    <a:pt x="941" y="7132"/>
                  </a:cubicBezTo>
                  <a:lnTo>
                    <a:pt x="942" y="7132"/>
                  </a:lnTo>
                  <a:cubicBezTo>
                    <a:pt x="1063" y="7210"/>
                    <a:pt x="1303" y="7272"/>
                    <a:pt x="1625" y="7272"/>
                  </a:cubicBezTo>
                  <a:cubicBezTo>
                    <a:pt x="2406" y="7272"/>
                    <a:pt x="3672" y="6910"/>
                    <a:pt x="4922" y="5540"/>
                  </a:cubicBezTo>
                  <a:cubicBezTo>
                    <a:pt x="6407" y="3913"/>
                    <a:pt x="6230" y="2041"/>
                    <a:pt x="6022" y="1370"/>
                  </a:cubicBezTo>
                  <a:cubicBezTo>
                    <a:pt x="5784" y="603"/>
                    <a:pt x="4591" y="1"/>
                    <a:pt x="3457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72"/>
            <p:cNvSpPr/>
            <p:nvPr/>
          </p:nvSpPr>
          <p:spPr>
            <a:xfrm>
              <a:off x="3410240" y="1527184"/>
              <a:ext cx="198009" cy="293943"/>
            </a:xfrm>
            <a:custGeom>
              <a:avLst/>
              <a:gdLst/>
              <a:ahLst/>
              <a:cxnLst/>
              <a:rect l="l" t="t" r="r" b="b"/>
              <a:pathLst>
                <a:path w="4644" h="6894" extrusionOk="0">
                  <a:moveTo>
                    <a:pt x="4259" y="1720"/>
                  </a:moveTo>
                  <a:cubicBezTo>
                    <a:pt x="3949" y="721"/>
                    <a:pt x="2016" y="0"/>
                    <a:pt x="708" y="529"/>
                  </a:cubicBezTo>
                  <a:cubicBezTo>
                    <a:pt x="444" y="636"/>
                    <a:pt x="210" y="796"/>
                    <a:pt x="0" y="992"/>
                  </a:cubicBezTo>
                  <a:cubicBezTo>
                    <a:pt x="73" y="952"/>
                    <a:pt x="149" y="915"/>
                    <a:pt x="227" y="883"/>
                  </a:cubicBezTo>
                  <a:cubicBezTo>
                    <a:pt x="1535" y="354"/>
                    <a:pt x="3469" y="1075"/>
                    <a:pt x="3778" y="2074"/>
                  </a:cubicBezTo>
                  <a:cubicBezTo>
                    <a:pt x="3986" y="2745"/>
                    <a:pt x="4163" y="4617"/>
                    <a:pt x="2679" y="6244"/>
                  </a:cubicBezTo>
                  <a:cubicBezTo>
                    <a:pt x="2451" y="6493"/>
                    <a:pt x="2224" y="6708"/>
                    <a:pt x="1999" y="6894"/>
                  </a:cubicBezTo>
                  <a:cubicBezTo>
                    <a:pt x="2377" y="6643"/>
                    <a:pt x="2768" y="6318"/>
                    <a:pt x="3159" y="5890"/>
                  </a:cubicBezTo>
                  <a:cubicBezTo>
                    <a:pt x="4644" y="4263"/>
                    <a:pt x="4467" y="2391"/>
                    <a:pt x="4259" y="172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72"/>
            <p:cNvSpPr/>
            <p:nvPr/>
          </p:nvSpPr>
          <p:spPr>
            <a:xfrm>
              <a:off x="3335071" y="1527184"/>
              <a:ext cx="273178" cy="333724"/>
            </a:xfrm>
            <a:custGeom>
              <a:avLst/>
              <a:gdLst/>
              <a:ahLst/>
              <a:cxnLst/>
              <a:rect l="l" t="t" r="r" b="b"/>
              <a:pathLst>
                <a:path w="6407" h="7827" fill="none" extrusionOk="0">
                  <a:moveTo>
                    <a:pt x="941" y="7482"/>
                  </a:moveTo>
                  <a:cubicBezTo>
                    <a:pt x="20" y="6889"/>
                    <a:pt x="1" y="1530"/>
                    <a:pt x="2471" y="529"/>
                  </a:cubicBezTo>
                  <a:cubicBezTo>
                    <a:pt x="3779" y="0"/>
                    <a:pt x="5712" y="721"/>
                    <a:pt x="6022" y="1720"/>
                  </a:cubicBezTo>
                  <a:cubicBezTo>
                    <a:pt x="6230" y="2391"/>
                    <a:pt x="6407" y="4263"/>
                    <a:pt x="4922" y="5890"/>
                  </a:cubicBezTo>
                  <a:cubicBezTo>
                    <a:pt x="3156" y="7826"/>
                    <a:pt x="1356" y="7749"/>
                    <a:pt x="942" y="748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72"/>
            <p:cNvSpPr/>
            <p:nvPr/>
          </p:nvSpPr>
          <p:spPr>
            <a:xfrm>
              <a:off x="3368328" y="1710481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3" y="0"/>
                  </a:moveTo>
                  <a:cubicBezTo>
                    <a:pt x="98" y="0"/>
                    <a:pt x="84" y="4"/>
                    <a:pt x="70" y="11"/>
                  </a:cubicBezTo>
                  <a:cubicBezTo>
                    <a:pt x="17" y="40"/>
                    <a:pt x="0" y="117"/>
                    <a:pt x="33" y="182"/>
                  </a:cubicBezTo>
                  <a:cubicBezTo>
                    <a:pt x="57" y="230"/>
                    <a:pt x="102" y="258"/>
                    <a:pt x="144" y="258"/>
                  </a:cubicBezTo>
                  <a:cubicBezTo>
                    <a:pt x="159" y="258"/>
                    <a:pt x="174" y="255"/>
                    <a:pt x="188" y="248"/>
                  </a:cubicBezTo>
                  <a:cubicBezTo>
                    <a:pt x="240" y="219"/>
                    <a:pt x="257" y="142"/>
                    <a:pt x="225" y="77"/>
                  </a:cubicBezTo>
                  <a:cubicBezTo>
                    <a:pt x="200" y="29"/>
                    <a:pt x="156" y="0"/>
                    <a:pt x="1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72"/>
            <p:cNvSpPr/>
            <p:nvPr/>
          </p:nvSpPr>
          <p:spPr>
            <a:xfrm>
              <a:off x="3398899" y="1701271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5" y="1"/>
                  </a:moveTo>
                  <a:cubicBezTo>
                    <a:pt x="99" y="1"/>
                    <a:pt x="84" y="5"/>
                    <a:pt x="70" y="12"/>
                  </a:cubicBezTo>
                  <a:cubicBezTo>
                    <a:pt x="17" y="41"/>
                    <a:pt x="1" y="118"/>
                    <a:pt x="33" y="183"/>
                  </a:cubicBezTo>
                  <a:cubicBezTo>
                    <a:pt x="57" y="230"/>
                    <a:pt x="101" y="259"/>
                    <a:pt x="144" y="259"/>
                  </a:cubicBezTo>
                  <a:cubicBezTo>
                    <a:pt x="159" y="259"/>
                    <a:pt x="175" y="255"/>
                    <a:pt x="189" y="248"/>
                  </a:cubicBezTo>
                  <a:cubicBezTo>
                    <a:pt x="241" y="218"/>
                    <a:pt x="257" y="142"/>
                    <a:pt x="226" y="77"/>
                  </a:cubicBezTo>
                  <a:cubicBezTo>
                    <a:pt x="201" y="29"/>
                    <a:pt x="157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72"/>
            <p:cNvSpPr/>
            <p:nvPr/>
          </p:nvSpPr>
          <p:spPr>
            <a:xfrm>
              <a:off x="3410283" y="1780022"/>
              <a:ext cx="10958" cy="11043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4" y="0"/>
                  </a:moveTo>
                  <a:cubicBezTo>
                    <a:pt x="99" y="0"/>
                    <a:pt x="83" y="4"/>
                    <a:pt x="70" y="12"/>
                  </a:cubicBezTo>
                  <a:cubicBezTo>
                    <a:pt x="17" y="41"/>
                    <a:pt x="0" y="117"/>
                    <a:pt x="33" y="182"/>
                  </a:cubicBezTo>
                  <a:cubicBezTo>
                    <a:pt x="57" y="230"/>
                    <a:pt x="101" y="258"/>
                    <a:pt x="143" y="258"/>
                  </a:cubicBezTo>
                  <a:cubicBezTo>
                    <a:pt x="158" y="258"/>
                    <a:pt x="173" y="255"/>
                    <a:pt x="187" y="247"/>
                  </a:cubicBezTo>
                  <a:cubicBezTo>
                    <a:pt x="240" y="218"/>
                    <a:pt x="257" y="142"/>
                    <a:pt x="224" y="77"/>
                  </a:cubicBezTo>
                  <a:cubicBezTo>
                    <a:pt x="200" y="29"/>
                    <a:pt x="156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72"/>
            <p:cNvSpPr/>
            <p:nvPr/>
          </p:nvSpPr>
          <p:spPr>
            <a:xfrm>
              <a:off x="3444051" y="1733548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5" y="0"/>
                  </a:moveTo>
                  <a:cubicBezTo>
                    <a:pt x="99" y="0"/>
                    <a:pt x="84" y="4"/>
                    <a:pt x="70" y="12"/>
                  </a:cubicBezTo>
                  <a:cubicBezTo>
                    <a:pt x="17" y="40"/>
                    <a:pt x="0" y="116"/>
                    <a:pt x="33" y="182"/>
                  </a:cubicBezTo>
                  <a:cubicBezTo>
                    <a:pt x="57" y="230"/>
                    <a:pt x="101" y="258"/>
                    <a:pt x="144" y="258"/>
                  </a:cubicBezTo>
                  <a:cubicBezTo>
                    <a:pt x="159" y="258"/>
                    <a:pt x="174" y="254"/>
                    <a:pt x="188" y="247"/>
                  </a:cubicBezTo>
                  <a:cubicBezTo>
                    <a:pt x="241" y="218"/>
                    <a:pt x="258" y="141"/>
                    <a:pt x="225" y="76"/>
                  </a:cubicBezTo>
                  <a:cubicBezTo>
                    <a:pt x="202" y="29"/>
                    <a:pt x="158" y="0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72"/>
            <p:cNvSpPr/>
            <p:nvPr/>
          </p:nvSpPr>
          <p:spPr>
            <a:xfrm>
              <a:off x="3496410" y="1687329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3" y="0"/>
                  </a:moveTo>
                  <a:cubicBezTo>
                    <a:pt x="98" y="0"/>
                    <a:pt x="83" y="4"/>
                    <a:pt x="70" y="11"/>
                  </a:cubicBezTo>
                  <a:lnTo>
                    <a:pt x="70" y="12"/>
                  </a:lnTo>
                  <a:cubicBezTo>
                    <a:pt x="17" y="40"/>
                    <a:pt x="0" y="116"/>
                    <a:pt x="33" y="182"/>
                  </a:cubicBezTo>
                  <a:cubicBezTo>
                    <a:pt x="57" y="230"/>
                    <a:pt x="101" y="259"/>
                    <a:pt x="144" y="259"/>
                  </a:cubicBezTo>
                  <a:cubicBezTo>
                    <a:pt x="159" y="259"/>
                    <a:pt x="174" y="255"/>
                    <a:pt x="188" y="247"/>
                  </a:cubicBezTo>
                  <a:cubicBezTo>
                    <a:pt x="241" y="218"/>
                    <a:pt x="258" y="142"/>
                    <a:pt x="225" y="77"/>
                  </a:cubicBezTo>
                  <a:cubicBezTo>
                    <a:pt x="200" y="29"/>
                    <a:pt x="156" y="0"/>
                    <a:pt x="1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72"/>
            <p:cNvSpPr/>
            <p:nvPr/>
          </p:nvSpPr>
          <p:spPr>
            <a:xfrm>
              <a:off x="3484940" y="1741990"/>
              <a:ext cx="10958" cy="11043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5" y="1"/>
                  </a:moveTo>
                  <a:cubicBezTo>
                    <a:pt x="99" y="1"/>
                    <a:pt x="84" y="4"/>
                    <a:pt x="70" y="12"/>
                  </a:cubicBezTo>
                  <a:cubicBezTo>
                    <a:pt x="17" y="41"/>
                    <a:pt x="0" y="117"/>
                    <a:pt x="33" y="182"/>
                  </a:cubicBezTo>
                  <a:cubicBezTo>
                    <a:pt x="58" y="230"/>
                    <a:pt x="101" y="258"/>
                    <a:pt x="144" y="258"/>
                  </a:cubicBezTo>
                  <a:cubicBezTo>
                    <a:pt x="159" y="258"/>
                    <a:pt x="174" y="255"/>
                    <a:pt x="189" y="247"/>
                  </a:cubicBezTo>
                  <a:cubicBezTo>
                    <a:pt x="241" y="219"/>
                    <a:pt x="257" y="143"/>
                    <a:pt x="225" y="77"/>
                  </a:cubicBezTo>
                  <a:cubicBezTo>
                    <a:pt x="202" y="29"/>
                    <a:pt x="158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72"/>
            <p:cNvSpPr/>
            <p:nvPr/>
          </p:nvSpPr>
          <p:spPr>
            <a:xfrm>
              <a:off x="3535593" y="1645204"/>
              <a:ext cx="11000" cy="11086"/>
            </a:xfrm>
            <a:custGeom>
              <a:avLst/>
              <a:gdLst/>
              <a:ahLst/>
              <a:cxnLst/>
              <a:rect l="l" t="t" r="r" b="b"/>
              <a:pathLst>
                <a:path w="258" h="260" extrusionOk="0">
                  <a:moveTo>
                    <a:pt x="114" y="1"/>
                  </a:moveTo>
                  <a:cubicBezTo>
                    <a:pt x="99" y="1"/>
                    <a:pt x="84" y="4"/>
                    <a:pt x="70" y="12"/>
                  </a:cubicBezTo>
                  <a:cubicBezTo>
                    <a:pt x="18" y="41"/>
                    <a:pt x="1" y="117"/>
                    <a:pt x="33" y="182"/>
                  </a:cubicBezTo>
                  <a:cubicBezTo>
                    <a:pt x="58" y="230"/>
                    <a:pt x="102" y="259"/>
                    <a:pt x="145" y="259"/>
                  </a:cubicBezTo>
                  <a:cubicBezTo>
                    <a:pt x="160" y="259"/>
                    <a:pt x="174" y="256"/>
                    <a:pt x="188" y="248"/>
                  </a:cubicBezTo>
                  <a:cubicBezTo>
                    <a:pt x="242" y="219"/>
                    <a:pt x="258" y="143"/>
                    <a:pt x="225" y="78"/>
                  </a:cubicBezTo>
                  <a:cubicBezTo>
                    <a:pt x="201" y="30"/>
                    <a:pt x="15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72"/>
            <p:cNvSpPr/>
            <p:nvPr/>
          </p:nvSpPr>
          <p:spPr>
            <a:xfrm>
              <a:off x="3435140" y="1688736"/>
              <a:ext cx="11000" cy="11086"/>
            </a:xfrm>
            <a:custGeom>
              <a:avLst/>
              <a:gdLst/>
              <a:ahLst/>
              <a:cxnLst/>
              <a:rect l="l" t="t" r="r" b="b"/>
              <a:pathLst>
                <a:path w="258" h="260" extrusionOk="0">
                  <a:moveTo>
                    <a:pt x="113" y="1"/>
                  </a:moveTo>
                  <a:cubicBezTo>
                    <a:pt x="99" y="1"/>
                    <a:pt x="84" y="4"/>
                    <a:pt x="70" y="12"/>
                  </a:cubicBezTo>
                  <a:cubicBezTo>
                    <a:pt x="18" y="41"/>
                    <a:pt x="1" y="117"/>
                    <a:pt x="33" y="182"/>
                  </a:cubicBezTo>
                  <a:cubicBezTo>
                    <a:pt x="57" y="231"/>
                    <a:pt x="101" y="259"/>
                    <a:pt x="144" y="259"/>
                  </a:cubicBezTo>
                  <a:cubicBezTo>
                    <a:pt x="159" y="259"/>
                    <a:pt x="174" y="256"/>
                    <a:pt x="188" y="248"/>
                  </a:cubicBezTo>
                  <a:cubicBezTo>
                    <a:pt x="241" y="219"/>
                    <a:pt x="257" y="143"/>
                    <a:pt x="225" y="78"/>
                  </a:cubicBezTo>
                  <a:cubicBezTo>
                    <a:pt x="201" y="29"/>
                    <a:pt x="156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72"/>
            <p:cNvSpPr/>
            <p:nvPr/>
          </p:nvSpPr>
          <p:spPr>
            <a:xfrm>
              <a:off x="3533845" y="1702593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4" y="0"/>
                  </a:moveTo>
                  <a:cubicBezTo>
                    <a:pt x="99" y="0"/>
                    <a:pt x="84" y="4"/>
                    <a:pt x="70" y="12"/>
                  </a:cubicBezTo>
                  <a:cubicBezTo>
                    <a:pt x="17" y="41"/>
                    <a:pt x="1" y="117"/>
                    <a:pt x="33" y="182"/>
                  </a:cubicBezTo>
                  <a:cubicBezTo>
                    <a:pt x="57" y="230"/>
                    <a:pt x="102" y="259"/>
                    <a:pt x="145" y="259"/>
                  </a:cubicBezTo>
                  <a:cubicBezTo>
                    <a:pt x="159" y="259"/>
                    <a:pt x="174" y="255"/>
                    <a:pt x="188" y="248"/>
                  </a:cubicBezTo>
                  <a:cubicBezTo>
                    <a:pt x="241" y="219"/>
                    <a:pt x="257" y="143"/>
                    <a:pt x="225" y="78"/>
                  </a:cubicBezTo>
                  <a:cubicBezTo>
                    <a:pt x="201" y="29"/>
                    <a:pt x="157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72"/>
            <p:cNvSpPr/>
            <p:nvPr/>
          </p:nvSpPr>
          <p:spPr>
            <a:xfrm>
              <a:off x="3458932" y="1579585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4" y="0"/>
                  </a:moveTo>
                  <a:cubicBezTo>
                    <a:pt x="99" y="0"/>
                    <a:pt x="84" y="4"/>
                    <a:pt x="70" y="12"/>
                  </a:cubicBezTo>
                  <a:cubicBezTo>
                    <a:pt x="18" y="41"/>
                    <a:pt x="1" y="117"/>
                    <a:pt x="33" y="182"/>
                  </a:cubicBezTo>
                  <a:cubicBezTo>
                    <a:pt x="57" y="230"/>
                    <a:pt x="101" y="258"/>
                    <a:pt x="144" y="258"/>
                  </a:cubicBezTo>
                  <a:cubicBezTo>
                    <a:pt x="159" y="258"/>
                    <a:pt x="174" y="255"/>
                    <a:pt x="188" y="247"/>
                  </a:cubicBezTo>
                  <a:cubicBezTo>
                    <a:pt x="241" y="218"/>
                    <a:pt x="257" y="142"/>
                    <a:pt x="225" y="77"/>
                  </a:cubicBezTo>
                  <a:cubicBezTo>
                    <a:pt x="201" y="29"/>
                    <a:pt x="157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72"/>
            <p:cNvSpPr/>
            <p:nvPr/>
          </p:nvSpPr>
          <p:spPr>
            <a:xfrm>
              <a:off x="3421368" y="1604656"/>
              <a:ext cx="10958" cy="11043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4" y="0"/>
                  </a:moveTo>
                  <a:cubicBezTo>
                    <a:pt x="99" y="0"/>
                    <a:pt x="84" y="4"/>
                    <a:pt x="70" y="12"/>
                  </a:cubicBezTo>
                  <a:cubicBezTo>
                    <a:pt x="17" y="41"/>
                    <a:pt x="0" y="117"/>
                    <a:pt x="33" y="182"/>
                  </a:cubicBezTo>
                  <a:cubicBezTo>
                    <a:pt x="57" y="230"/>
                    <a:pt x="101" y="258"/>
                    <a:pt x="143" y="258"/>
                  </a:cubicBezTo>
                  <a:cubicBezTo>
                    <a:pt x="158" y="258"/>
                    <a:pt x="173" y="255"/>
                    <a:pt x="187" y="247"/>
                  </a:cubicBezTo>
                  <a:cubicBezTo>
                    <a:pt x="241" y="218"/>
                    <a:pt x="257" y="142"/>
                    <a:pt x="224" y="77"/>
                  </a:cubicBezTo>
                  <a:cubicBezTo>
                    <a:pt x="200" y="29"/>
                    <a:pt x="157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72"/>
            <p:cNvSpPr/>
            <p:nvPr/>
          </p:nvSpPr>
          <p:spPr>
            <a:xfrm>
              <a:off x="3469250" y="1652068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4" y="1"/>
                  </a:moveTo>
                  <a:cubicBezTo>
                    <a:pt x="99" y="1"/>
                    <a:pt x="84" y="5"/>
                    <a:pt x="70" y="12"/>
                  </a:cubicBezTo>
                  <a:cubicBezTo>
                    <a:pt x="18" y="40"/>
                    <a:pt x="1" y="116"/>
                    <a:pt x="33" y="183"/>
                  </a:cubicBezTo>
                  <a:cubicBezTo>
                    <a:pt x="57" y="230"/>
                    <a:pt x="102" y="259"/>
                    <a:pt x="144" y="259"/>
                  </a:cubicBezTo>
                  <a:cubicBezTo>
                    <a:pt x="159" y="259"/>
                    <a:pt x="174" y="255"/>
                    <a:pt x="188" y="248"/>
                  </a:cubicBezTo>
                  <a:cubicBezTo>
                    <a:pt x="241" y="218"/>
                    <a:pt x="257" y="142"/>
                    <a:pt x="225" y="77"/>
                  </a:cubicBezTo>
                  <a:cubicBezTo>
                    <a:pt x="201" y="29"/>
                    <a:pt x="15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72"/>
            <p:cNvSpPr/>
            <p:nvPr/>
          </p:nvSpPr>
          <p:spPr>
            <a:xfrm>
              <a:off x="3468866" y="1773797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4" y="1"/>
                  </a:moveTo>
                  <a:cubicBezTo>
                    <a:pt x="99" y="1"/>
                    <a:pt x="84" y="4"/>
                    <a:pt x="70" y="12"/>
                  </a:cubicBezTo>
                  <a:cubicBezTo>
                    <a:pt x="18" y="41"/>
                    <a:pt x="1" y="117"/>
                    <a:pt x="33" y="182"/>
                  </a:cubicBezTo>
                  <a:cubicBezTo>
                    <a:pt x="57" y="230"/>
                    <a:pt x="101" y="259"/>
                    <a:pt x="144" y="259"/>
                  </a:cubicBezTo>
                  <a:cubicBezTo>
                    <a:pt x="159" y="259"/>
                    <a:pt x="174" y="255"/>
                    <a:pt x="188" y="247"/>
                  </a:cubicBezTo>
                  <a:cubicBezTo>
                    <a:pt x="241" y="219"/>
                    <a:pt x="257" y="143"/>
                    <a:pt x="225" y="78"/>
                  </a:cubicBezTo>
                  <a:cubicBezTo>
                    <a:pt x="201" y="30"/>
                    <a:pt x="156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72"/>
            <p:cNvSpPr/>
            <p:nvPr/>
          </p:nvSpPr>
          <p:spPr>
            <a:xfrm>
              <a:off x="3431345" y="1626017"/>
              <a:ext cx="10958" cy="11043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3" y="0"/>
                  </a:moveTo>
                  <a:cubicBezTo>
                    <a:pt x="98" y="0"/>
                    <a:pt x="83" y="4"/>
                    <a:pt x="70" y="12"/>
                  </a:cubicBezTo>
                  <a:cubicBezTo>
                    <a:pt x="17" y="41"/>
                    <a:pt x="0" y="117"/>
                    <a:pt x="33" y="182"/>
                  </a:cubicBezTo>
                  <a:cubicBezTo>
                    <a:pt x="57" y="230"/>
                    <a:pt x="101" y="259"/>
                    <a:pt x="144" y="259"/>
                  </a:cubicBezTo>
                  <a:cubicBezTo>
                    <a:pt x="159" y="259"/>
                    <a:pt x="174" y="255"/>
                    <a:pt x="187" y="248"/>
                  </a:cubicBezTo>
                  <a:cubicBezTo>
                    <a:pt x="240" y="219"/>
                    <a:pt x="257" y="143"/>
                    <a:pt x="224" y="78"/>
                  </a:cubicBezTo>
                  <a:cubicBezTo>
                    <a:pt x="200" y="30"/>
                    <a:pt x="156" y="0"/>
                    <a:pt x="1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72"/>
            <p:cNvSpPr/>
            <p:nvPr/>
          </p:nvSpPr>
          <p:spPr>
            <a:xfrm>
              <a:off x="3496026" y="1561251"/>
              <a:ext cx="10958" cy="11043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3" y="1"/>
                  </a:moveTo>
                  <a:cubicBezTo>
                    <a:pt x="98" y="1"/>
                    <a:pt x="83" y="4"/>
                    <a:pt x="70" y="11"/>
                  </a:cubicBezTo>
                  <a:cubicBezTo>
                    <a:pt x="16" y="40"/>
                    <a:pt x="0" y="117"/>
                    <a:pt x="33" y="182"/>
                  </a:cubicBezTo>
                  <a:cubicBezTo>
                    <a:pt x="57" y="230"/>
                    <a:pt x="101" y="259"/>
                    <a:pt x="143" y="259"/>
                  </a:cubicBezTo>
                  <a:cubicBezTo>
                    <a:pt x="158" y="259"/>
                    <a:pt x="173" y="255"/>
                    <a:pt x="187" y="248"/>
                  </a:cubicBezTo>
                  <a:cubicBezTo>
                    <a:pt x="240" y="219"/>
                    <a:pt x="257" y="142"/>
                    <a:pt x="224" y="77"/>
                  </a:cubicBezTo>
                  <a:cubicBezTo>
                    <a:pt x="200" y="29"/>
                    <a:pt x="156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72"/>
            <p:cNvSpPr/>
            <p:nvPr/>
          </p:nvSpPr>
          <p:spPr>
            <a:xfrm>
              <a:off x="3498115" y="1621881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4" y="1"/>
                  </a:moveTo>
                  <a:cubicBezTo>
                    <a:pt x="99" y="1"/>
                    <a:pt x="84" y="5"/>
                    <a:pt x="70" y="12"/>
                  </a:cubicBezTo>
                  <a:cubicBezTo>
                    <a:pt x="16" y="41"/>
                    <a:pt x="1" y="118"/>
                    <a:pt x="33" y="183"/>
                  </a:cubicBezTo>
                  <a:cubicBezTo>
                    <a:pt x="57" y="230"/>
                    <a:pt x="101" y="259"/>
                    <a:pt x="143" y="259"/>
                  </a:cubicBezTo>
                  <a:cubicBezTo>
                    <a:pt x="159" y="259"/>
                    <a:pt x="174" y="255"/>
                    <a:pt x="188" y="247"/>
                  </a:cubicBezTo>
                  <a:cubicBezTo>
                    <a:pt x="240" y="218"/>
                    <a:pt x="257" y="142"/>
                    <a:pt x="225" y="77"/>
                  </a:cubicBezTo>
                  <a:cubicBezTo>
                    <a:pt x="201" y="29"/>
                    <a:pt x="15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72"/>
            <p:cNvSpPr/>
            <p:nvPr/>
          </p:nvSpPr>
          <p:spPr>
            <a:xfrm>
              <a:off x="3564458" y="1607044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4" y="1"/>
                  </a:moveTo>
                  <a:cubicBezTo>
                    <a:pt x="99" y="1"/>
                    <a:pt x="84" y="4"/>
                    <a:pt x="70" y="12"/>
                  </a:cubicBezTo>
                  <a:cubicBezTo>
                    <a:pt x="17" y="41"/>
                    <a:pt x="1" y="117"/>
                    <a:pt x="33" y="182"/>
                  </a:cubicBezTo>
                  <a:cubicBezTo>
                    <a:pt x="57" y="230"/>
                    <a:pt x="102" y="259"/>
                    <a:pt x="145" y="259"/>
                  </a:cubicBezTo>
                  <a:cubicBezTo>
                    <a:pt x="160" y="259"/>
                    <a:pt x="174" y="255"/>
                    <a:pt x="188" y="248"/>
                  </a:cubicBezTo>
                  <a:cubicBezTo>
                    <a:pt x="240" y="219"/>
                    <a:pt x="257" y="143"/>
                    <a:pt x="225" y="78"/>
                  </a:cubicBezTo>
                  <a:cubicBezTo>
                    <a:pt x="201" y="30"/>
                    <a:pt x="156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72"/>
            <p:cNvSpPr/>
            <p:nvPr/>
          </p:nvSpPr>
          <p:spPr>
            <a:xfrm>
              <a:off x="3373615" y="1764502"/>
              <a:ext cx="11000" cy="11043"/>
            </a:xfrm>
            <a:custGeom>
              <a:avLst/>
              <a:gdLst/>
              <a:ahLst/>
              <a:cxnLst/>
              <a:rect l="l" t="t" r="r" b="b"/>
              <a:pathLst>
                <a:path w="258" h="259" extrusionOk="0">
                  <a:moveTo>
                    <a:pt x="114" y="0"/>
                  </a:moveTo>
                  <a:cubicBezTo>
                    <a:pt x="99" y="0"/>
                    <a:pt x="84" y="4"/>
                    <a:pt x="70" y="12"/>
                  </a:cubicBezTo>
                  <a:cubicBezTo>
                    <a:pt x="18" y="41"/>
                    <a:pt x="1" y="117"/>
                    <a:pt x="33" y="182"/>
                  </a:cubicBezTo>
                  <a:cubicBezTo>
                    <a:pt x="57" y="230"/>
                    <a:pt x="102" y="259"/>
                    <a:pt x="145" y="259"/>
                  </a:cubicBezTo>
                  <a:cubicBezTo>
                    <a:pt x="160" y="259"/>
                    <a:pt x="174" y="255"/>
                    <a:pt x="188" y="248"/>
                  </a:cubicBezTo>
                  <a:cubicBezTo>
                    <a:pt x="242" y="219"/>
                    <a:pt x="257" y="143"/>
                    <a:pt x="225" y="78"/>
                  </a:cubicBezTo>
                  <a:cubicBezTo>
                    <a:pt x="201" y="29"/>
                    <a:pt x="157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72"/>
            <p:cNvSpPr/>
            <p:nvPr/>
          </p:nvSpPr>
          <p:spPr>
            <a:xfrm>
              <a:off x="3388836" y="1664433"/>
              <a:ext cx="10958" cy="11000"/>
            </a:xfrm>
            <a:custGeom>
              <a:avLst/>
              <a:gdLst/>
              <a:ahLst/>
              <a:cxnLst/>
              <a:rect l="l" t="t" r="r" b="b"/>
              <a:pathLst>
                <a:path w="257" h="258" extrusionOk="0">
                  <a:moveTo>
                    <a:pt x="114" y="0"/>
                  </a:moveTo>
                  <a:cubicBezTo>
                    <a:pt x="98" y="0"/>
                    <a:pt x="83" y="4"/>
                    <a:pt x="70" y="11"/>
                  </a:cubicBezTo>
                  <a:cubicBezTo>
                    <a:pt x="17" y="40"/>
                    <a:pt x="0" y="117"/>
                    <a:pt x="33" y="182"/>
                  </a:cubicBezTo>
                  <a:cubicBezTo>
                    <a:pt x="57" y="230"/>
                    <a:pt x="101" y="258"/>
                    <a:pt x="143" y="258"/>
                  </a:cubicBezTo>
                  <a:cubicBezTo>
                    <a:pt x="158" y="258"/>
                    <a:pt x="173" y="254"/>
                    <a:pt x="187" y="247"/>
                  </a:cubicBezTo>
                  <a:cubicBezTo>
                    <a:pt x="240" y="219"/>
                    <a:pt x="257" y="142"/>
                    <a:pt x="224" y="76"/>
                  </a:cubicBezTo>
                  <a:cubicBezTo>
                    <a:pt x="200" y="28"/>
                    <a:pt x="156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72"/>
            <p:cNvSpPr/>
            <p:nvPr/>
          </p:nvSpPr>
          <p:spPr>
            <a:xfrm>
              <a:off x="3128793" y="1577283"/>
              <a:ext cx="326731" cy="377427"/>
            </a:xfrm>
            <a:custGeom>
              <a:avLst/>
              <a:gdLst/>
              <a:ahLst/>
              <a:cxnLst/>
              <a:rect l="l" t="t" r="r" b="b"/>
              <a:pathLst>
                <a:path w="7663" h="8852" extrusionOk="0">
                  <a:moveTo>
                    <a:pt x="2525" y="1"/>
                  </a:moveTo>
                  <a:cubicBezTo>
                    <a:pt x="2023" y="1"/>
                    <a:pt x="1598" y="128"/>
                    <a:pt x="1359" y="396"/>
                  </a:cubicBezTo>
                  <a:cubicBezTo>
                    <a:pt x="891" y="922"/>
                    <a:pt x="1" y="2619"/>
                    <a:pt x="925" y="5036"/>
                  </a:cubicBezTo>
                  <a:cubicBezTo>
                    <a:pt x="2015" y="7886"/>
                    <a:pt x="3883" y="8852"/>
                    <a:pt x="4432" y="8852"/>
                  </a:cubicBezTo>
                  <a:cubicBezTo>
                    <a:pt x="4436" y="8852"/>
                    <a:pt x="4441" y="8852"/>
                    <a:pt x="4445" y="8851"/>
                  </a:cubicBezTo>
                  <a:cubicBezTo>
                    <a:pt x="5623" y="8811"/>
                    <a:pt x="7662" y="3671"/>
                    <a:pt x="5482" y="1291"/>
                  </a:cubicBezTo>
                  <a:cubicBezTo>
                    <a:pt x="4724" y="465"/>
                    <a:pt x="3485" y="1"/>
                    <a:pt x="252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72"/>
            <p:cNvSpPr/>
            <p:nvPr/>
          </p:nvSpPr>
          <p:spPr>
            <a:xfrm>
              <a:off x="3128793" y="1580054"/>
              <a:ext cx="204703" cy="374656"/>
            </a:xfrm>
            <a:custGeom>
              <a:avLst/>
              <a:gdLst/>
              <a:ahLst/>
              <a:cxnLst/>
              <a:rect l="l" t="t" r="r" b="b"/>
              <a:pathLst>
                <a:path w="4801" h="8787" extrusionOk="0">
                  <a:moveTo>
                    <a:pt x="1959" y="1"/>
                  </a:moveTo>
                  <a:lnTo>
                    <a:pt x="1959" y="1"/>
                  </a:lnTo>
                  <a:cubicBezTo>
                    <a:pt x="1708" y="63"/>
                    <a:pt x="1500" y="172"/>
                    <a:pt x="1359" y="331"/>
                  </a:cubicBezTo>
                  <a:cubicBezTo>
                    <a:pt x="891" y="857"/>
                    <a:pt x="1" y="2554"/>
                    <a:pt x="925" y="4971"/>
                  </a:cubicBezTo>
                  <a:cubicBezTo>
                    <a:pt x="2014" y="7819"/>
                    <a:pt x="3881" y="8787"/>
                    <a:pt x="4431" y="8787"/>
                  </a:cubicBezTo>
                  <a:cubicBezTo>
                    <a:pt x="4436" y="8787"/>
                    <a:pt x="4441" y="8787"/>
                    <a:pt x="4445" y="8786"/>
                  </a:cubicBezTo>
                  <a:cubicBezTo>
                    <a:pt x="4557" y="8782"/>
                    <a:pt x="4677" y="8732"/>
                    <a:pt x="4801" y="8642"/>
                  </a:cubicBezTo>
                  <a:lnTo>
                    <a:pt x="4801" y="8642"/>
                  </a:lnTo>
                  <a:cubicBezTo>
                    <a:pt x="4799" y="8642"/>
                    <a:pt x="4798" y="8642"/>
                    <a:pt x="4797" y="8642"/>
                  </a:cubicBezTo>
                  <a:cubicBezTo>
                    <a:pt x="4246" y="8642"/>
                    <a:pt x="2381" y="7675"/>
                    <a:pt x="1292" y="4827"/>
                  </a:cubicBezTo>
                  <a:cubicBezTo>
                    <a:pt x="367" y="2412"/>
                    <a:pt x="1257" y="713"/>
                    <a:pt x="1725" y="189"/>
                  </a:cubicBezTo>
                  <a:cubicBezTo>
                    <a:pt x="1790" y="116"/>
                    <a:pt x="1869" y="53"/>
                    <a:pt x="195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72"/>
            <p:cNvSpPr/>
            <p:nvPr/>
          </p:nvSpPr>
          <p:spPr>
            <a:xfrm>
              <a:off x="3362444" y="1824706"/>
              <a:ext cx="12749" cy="11299"/>
            </a:xfrm>
            <a:custGeom>
              <a:avLst/>
              <a:gdLst/>
              <a:ahLst/>
              <a:cxnLst/>
              <a:rect l="l" t="t" r="r" b="b"/>
              <a:pathLst>
                <a:path w="299" h="265" extrusionOk="0">
                  <a:moveTo>
                    <a:pt x="150" y="0"/>
                  </a:moveTo>
                  <a:cubicBezTo>
                    <a:pt x="122" y="0"/>
                    <a:pt x="94" y="9"/>
                    <a:pt x="70" y="27"/>
                  </a:cubicBezTo>
                  <a:cubicBezTo>
                    <a:pt x="12" y="71"/>
                    <a:pt x="1" y="153"/>
                    <a:pt x="44" y="212"/>
                  </a:cubicBezTo>
                  <a:cubicBezTo>
                    <a:pt x="70" y="246"/>
                    <a:pt x="110" y="265"/>
                    <a:pt x="150" y="265"/>
                  </a:cubicBezTo>
                  <a:cubicBezTo>
                    <a:pt x="178" y="265"/>
                    <a:pt x="205" y="256"/>
                    <a:pt x="229" y="237"/>
                  </a:cubicBezTo>
                  <a:cubicBezTo>
                    <a:pt x="287" y="194"/>
                    <a:pt x="299" y="111"/>
                    <a:pt x="255" y="53"/>
                  </a:cubicBezTo>
                  <a:cubicBezTo>
                    <a:pt x="229" y="18"/>
                    <a:pt x="190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72"/>
            <p:cNvSpPr/>
            <p:nvPr/>
          </p:nvSpPr>
          <p:spPr>
            <a:xfrm>
              <a:off x="3334218" y="1798313"/>
              <a:ext cx="12791" cy="1129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51" y="0"/>
                  </a:moveTo>
                  <a:cubicBezTo>
                    <a:pt x="123" y="0"/>
                    <a:pt x="95" y="9"/>
                    <a:pt x="71" y="27"/>
                  </a:cubicBezTo>
                  <a:cubicBezTo>
                    <a:pt x="13" y="71"/>
                    <a:pt x="1" y="154"/>
                    <a:pt x="45" y="212"/>
                  </a:cubicBezTo>
                  <a:cubicBezTo>
                    <a:pt x="71" y="246"/>
                    <a:pt x="111" y="264"/>
                    <a:pt x="151" y="264"/>
                  </a:cubicBezTo>
                  <a:cubicBezTo>
                    <a:pt x="179" y="264"/>
                    <a:pt x="207" y="256"/>
                    <a:pt x="230" y="238"/>
                  </a:cubicBezTo>
                  <a:cubicBezTo>
                    <a:pt x="288" y="194"/>
                    <a:pt x="300" y="111"/>
                    <a:pt x="256" y="53"/>
                  </a:cubicBezTo>
                  <a:cubicBezTo>
                    <a:pt x="230" y="19"/>
                    <a:pt x="191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72"/>
            <p:cNvSpPr/>
            <p:nvPr/>
          </p:nvSpPr>
          <p:spPr>
            <a:xfrm>
              <a:off x="3292818" y="1867428"/>
              <a:ext cx="12791" cy="1129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50" y="1"/>
                  </a:moveTo>
                  <a:cubicBezTo>
                    <a:pt x="123" y="1"/>
                    <a:pt x="95" y="10"/>
                    <a:pt x="71" y="28"/>
                  </a:cubicBezTo>
                  <a:cubicBezTo>
                    <a:pt x="13" y="71"/>
                    <a:pt x="0" y="154"/>
                    <a:pt x="45" y="212"/>
                  </a:cubicBezTo>
                  <a:cubicBezTo>
                    <a:pt x="71" y="247"/>
                    <a:pt x="110" y="265"/>
                    <a:pt x="150" y="265"/>
                  </a:cubicBezTo>
                  <a:cubicBezTo>
                    <a:pt x="178" y="265"/>
                    <a:pt x="206" y="256"/>
                    <a:pt x="230" y="238"/>
                  </a:cubicBezTo>
                  <a:cubicBezTo>
                    <a:pt x="288" y="195"/>
                    <a:pt x="299" y="112"/>
                    <a:pt x="256" y="53"/>
                  </a:cubicBezTo>
                  <a:cubicBezTo>
                    <a:pt x="230" y="19"/>
                    <a:pt x="190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72"/>
            <p:cNvSpPr/>
            <p:nvPr/>
          </p:nvSpPr>
          <p:spPr>
            <a:xfrm>
              <a:off x="3275379" y="1803344"/>
              <a:ext cx="12791" cy="1129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9" y="0"/>
                  </a:moveTo>
                  <a:cubicBezTo>
                    <a:pt x="122" y="0"/>
                    <a:pt x="94" y="9"/>
                    <a:pt x="70" y="27"/>
                  </a:cubicBezTo>
                  <a:cubicBezTo>
                    <a:pt x="11" y="71"/>
                    <a:pt x="0" y="154"/>
                    <a:pt x="44" y="212"/>
                  </a:cubicBezTo>
                  <a:cubicBezTo>
                    <a:pt x="70" y="246"/>
                    <a:pt x="109" y="265"/>
                    <a:pt x="149" y="265"/>
                  </a:cubicBezTo>
                  <a:cubicBezTo>
                    <a:pt x="177" y="265"/>
                    <a:pt x="205" y="256"/>
                    <a:pt x="229" y="238"/>
                  </a:cubicBezTo>
                  <a:cubicBezTo>
                    <a:pt x="287" y="194"/>
                    <a:pt x="299" y="111"/>
                    <a:pt x="256" y="53"/>
                  </a:cubicBezTo>
                  <a:lnTo>
                    <a:pt x="255" y="53"/>
                  </a:lnTo>
                  <a:cubicBezTo>
                    <a:pt x="229" y="18"/>
                    <a:pt x="189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72"/>
            <p:cNvSpPr/>
            <p:nvPr/>
          </p:nvSpPr>
          <p:spPr>
            <a:xfrm>
              <a:off x="3238583" y="1728900"/>
              <a:ext cx="12791" cy="1129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9" y="0"/>
                  </a:moveTo>
                  <a:cubicBezTo>
                    <a:pt x="122" y="0"/>
                    <a:pt x="94" y="9"/>
                    <a:pt x="70" y="28"/>
                  </a:cubicBezTo>
                  <a:cubicBezTo>
                    <a:pt x="12" y="71"/>
                    <a:pt x="1" y="154"/>
                    <a:pt x="44" y="212"/>
                  </a:cubicBezTo>
                  <a:cubicBezTo>
                    <a:pt x="70" y="247"/>
                    <a:pt x="109" y="265"/>
                    <a:pt x="149" y="265"/>
                  </a:cubicBezTo>
                  <a:cubicBezTo>
                    <a:pt x="177" y="265"/>
                    <a:pt x="205" y="256"/>
                    <a:pt x="229" y="238"/>
                  </a:cubicBezTo>
                  <a:cubicBezTo>
                    <a:pt x="287" y="194"/>
                    <a:pt x="300" y="112"/>
                    <a:pt x="255" y="53"/>
                  </a:cubicBezTo>
                  <a:cubicBezTo>
                    <a:pt x="229" y="19"/>
                    <a:pt x="189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72"/>
            <p:cNvSpPr/>
            <p:nvPr/>
          </p:nvSpPr>
          <p:spPr>
            <a:xfrm>
              <a:off x="3229843" y="1787995"/>
              <a:ext cx="12791" cy="11342"/>
            </a:xfrm>
            <a:custGeom>
              <a:avLst/>
              <a:gdLst/>
              <a:ahLst/>
              <a:cxnLst/>
              <a:rect l="l" t="t" r="r" b="b"/>
              <a:pathLst>
                <a:path w="300" h="266" extrusionOk="0">
                  <a:moveTo>
                    <a:pt x="151" y="1"/>
                  </a:moveTo>
                  <a:cubicBezTo>
                    <a:pt x="123" y="1"/>
                    <a:pt x="95" y="9"/>
                    <a:pt x="71" y="27"/>
                  </a:cubicBezTo>
                  <a:cubicBezTo>
                    <a:pt x="13" y="71"/>
                    <a:pt x="1" y="154"/>
                    <a:pt x="45" y="212"/>
                  </a:cubicBezTo>
                  <a:cubicBezTo>
                    <a:pt x="71" y="247"/>
                    <a:pt x="111" y="265"/>
                    <a:pt x="151" y="265"/>
                  </a:cubicBezTo>
                  <a:cubicBezTo>
                    <a:pt x="178" y="265"/>
                    <a:pt x="206" y="256"/>
                    <a:pt x="229" y="238"/>
                  </a:cubicBezTo>
                  <a:cubicBezTo>
                    <a:pt x="287" y="194"/>
                    <a:pt x="300" y="111"/>
                    <a:pt x="256" y="53"/>
                  </a:cubicBezTo>
                  <a:cubicBezTo>
                    <a:pt x="230" y="19"/>
                    <a:pt x="191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72"/>
            <p:cNvSpPr/>
            <p:nvPr/>
          </p:nvSpPr>
          <p:spPr>
            <a:xfrm>
              <a:off x="3213897" y="1665925"/>
              <a:ext cx="12749" cy="11342"/>
            </a:xfrm>
            <a:custGeom>
              <a:avLst/>
              <a:gdLst/>
              <a:ahLst/>
              <a:cxnLst/>
              <a:rect l="l" t="t" r="r" b="b"/>
              <a:pathLst>
                <a:path w="299" h="266" extrusionOk="0">
                  <a:moveTo>
                    <a:pt x="149" y="1"/>
                  </a:moveTo>
                  <a:cubicBezTo>
                    <a:pt x="122" y="1"/>
                    <a:pt x="94" y="10"/>
                    <a:pt x="70" y="28"/>
                  </a:cubicBezTo>
                  <a:cubicBezTo>
                    <a:pt x="12" y="72"/>
                    <a:pt x="0" y="154"/>
                    <a:pt x="44" y="213"/>
                  </a:cubicBezTo>
                  <a:cubicBezTo>
                    <a:pt x="70" y="247"/>
                    <a:pt x="109" y="265"/>
                    <a:pt x="149" y="265"/>
                  </a:cubicBezTo>
                  <a:cubicBezTo>
                    <a:pt x="177" y="265"/>
                    <a:pt x="205" y="256"/>
                    <a:pt x="229" y="239"/>
                  </a:cubicBezTo>
                  <a:cubicBezTo>
                    <a:pt x="287" y="195"/>
                    <a:pt x="298" y="112"/>
                    <a:pt x="255" y="54"/>
                  </a:cubicBezTo>
                  <a:cubicBezTo>
                    <a:pt x="229" y="19"/>
                    <a:pt x="189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72"/>
            <p:cNvSpPr/>
            <p:nvPr/>
          </p:nvSpPr>
          <p:spPr>
            <a:xfrm>
              <a:off x="3301430" y="1765440"/>
              <a:ext cx="12834" cy="11299"/>
            </a:xfrm>
            <a:custGeom>
              <a:avLst/>
              <a:gdLst/>
              <a:ahLst/>
              <a:cxnLst/>
              <a:rect l="l" t="t" r="r" b="b"/>
              <a:pathLst>
                <a:path w="301" h="265" extrusionOk="0">
                  <a:moveTo>
                    <a:pt x="151" y="1"/>
                  </a:moveTo>
                  <a:cubicBezTo>
                    <a:pt x="123" y="1"/>
                    <a:pt x="95" y="10"/>
                    <a:pt x="72" y="28"/>
                  </a:cubicBezTo>
                  <a:cubicBezTo>
                    <a:pt x="13" y="71"/>
                    <a:pt x="1" y="154"/>
                    <a:pt x="45" y="212"/>
                  </a:cubicBezTo>
                  <a:cubicBezTo>
                    <a:pt x="70" y="247"/>
                    <a:pt x="110" y="265"/>
                    <a:pt x="150" y="265"/>
                  </a:cubicBezTo>
                  <a:cubicBezTo>
                    <a:pt x="178" y="265"/>
                    <a:pt x="206" y="256"/>
                    <a:pt x="230" y="238"/>
                  </a:cubicBezTo>
                  <a:cubicBezTo>
                    <a:pt x="288" y="195"/>
                    <a:pt x="300" y="112"/>
                    <a:pt x="256" y="53"/>
                  </a:cubicBezTo>
                  <a:cubicBezTo>
                    <a:pt x="230" y="19"/>
                    <a:pt x="191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72"/>
            <p:cNvSpPr/>
            <p:nvPr/>
          </p:nvSpPr>
          <p:spPr>
            <a:xfrm>
              <a:off x="3194070" y="1722078"/>
              <a:ext cx="12791" cy="1129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50" y="0"/>
                  </a:moveTo>
                  <a:cubicBezTo>
                    <a:pt x="123" y="0"/>
                    <a:pt x="95" y="9"/>
                    <a:pt x="71" y="27"/>
                  </a:cubicBezTo>
                  <a:cubicBezTo>
                    <a:pt x="13" y="71"/>
                    <a:pt x="0" y="154"/>
                    <a:pt x="45" y="212"/>
                  </a:cubicBezTo>
                  <a:cubicBezTo>
                    <a:pt x="71" y="247"/>
                    <a:pt x="110" y="265"/>
                    <a:pt x="150" y="265"/>
                  </a:cubicBezTo>
                  <a:cubicBezTo>
                    <a:pt x="177" y="265"/>
                    <a:pt x="205" y="256"/>
                    <a:pt x="229" y="238"/>
                  </a:cubicBezTo>
                  <a:cubicBezTo>
                    <a:pt x="287" y="194"/>
                    <a:pt x="300" y="111"/>
                    <a:pt x="256" y="53"/>
                  </a:cubicBezTo>
                  <a:cubicBezTo>
                    <a:pt x="230" y="19"/>
                    <a:pt x="190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72"/>
            <p:cNvSpPr/>
            <p:nvPr/>
          </p:nvSpPr>
          <p:spPr>
            <a:xfrm>
              <a:off x="3317974" y="1646909"/>
              <a:ext cx="12791" cy="1129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50" y="0"/>
                  </a:moveTo>
                  <a:cubicBezTo>
                    <a:pt x="122" y="0"/>
                    <a:pt x="94" y="9"/>
                    <a:pt x="70" y="27"/>
                  </a:cubicBezTo>
                  <a:cubicBezTo>
                    <a:pt x="12" y="71"/>
                    <a:pt x="1" y="153"/>
                    <a:pt x="44" y="212"/>
                  </a:cubicBezTo>
                  <a:cubicBezTo>
                    <a:pt x="70" y="246"/>
                    <a:pt x="110" y="264"/>
                    <a:pt x="149" y="264"/>
                  </a:cubicBezTo>
                  <a:cubicBezTo>
                    <a:pt x="177" y="264"/>
                    <a:pt x="205" y="255"/>
                    <a:pt x="229" y="237"/>
                  </a:cubicBezTo>
                  <a:cubicBezTo>
                    <a:pt x="287" y="194"/>
                    <a:pt x="300" y="111"/>
                    <a:pt x="255" y="53"/>
                  </a:cubicBezTo>
                  <a:cubicBezTo>
                    <a:pt x="229" y="18"/>
                    <a:pt x="190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72"/>
            <p:cNvSpPr/>
            <p:nvPr/>
          </p:nvSpPr>
          <p:spPr>
            <a:xfrm>
              <a:off x="3347393" y="1692573"/>
              <a:ext cx="12791" cy="1129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51" y="0"/>
                  </a:moveTo>
                  <a:cubicBezTo>
                    <a:pt x="123" y="0"/>
                    <a:pt x="95" y="9"/>
                    <a:pt x="71" y="27"/>
                  </a:cubicBezTo>
                  <a:cubicBezTo>
                    <a:pt x="13" y="71"/>
                    <a:pt x="1" y="154"/>
                    <a:pt x="46" y="212"/>
                  </a:cubicBezTo>
                  <a:cubicBezTo>
                    <a:pt x="71" y="246"/>
                    <a:pt x="111" y="264"/>
                    <a:pt x="151" y="264"/>
                  </a:cubicBezTo>
                  <a:cubicBezTo>
                    <a:pt x="179" y="264"/>
                    <a:pt x="207" y="255"/>
                    <a:pt x="230" y="238"/>
                  </a:cubicBezTo>
                  <a:cubicBezTo>
                    <a:pt x="289" y="194"/>
                    <a:pt x="300" y="111"/>
                    <a:pt x="256" y="53"/>
                  </a:cubicBezTo>
                  <a:cubicBezTo>
                    <a:pt x="230" y="18"/>
                    <a:pt x="191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72"/>
            <p:cNvSpPr/>
            <p:nvPr/>
          </p:nvSpPr>
          <p:spPr>
            <a:xfrm>
              <a:off x="3279941" y="1710609"/>
              <a:ext cx="12791" cy="11342"/>
            </a:xfrm>
            <a:custGeom>
              <a:avLst/>
              <a:gdLst/>
              <a:ahLst/>
              <a:cxnLst/>
              <a:rect l="l" t="t" r="r" b="b"/>
              <a:pathLst>
                <a:path w="300" h="266" extrusionOk="0">
                  <a:moveTo>
                    <a:pt x="151" y="1"/>
                  </a:moveTo>
                  <a:cubicBezTo>
                    <a:pt x="123" y="1"/>
                    <a:pt x="95" y="10"/>
                    <a:pt x="71" y="27"/>
                  </a:cubicBezTo>
                  <a:cubicBezTo>
                    <a:pt x="13" y="71"/>
                    <a:pt x="1" y="154"/>
                    <a:pt x="46" y="212"/>
                  </a:cubicBezTo>
                  <a:cubicBezTo>
                    <a:pt x="71" y="247"/>
                    <a:pt x="111" y="265"/>
                    <a:pt x="151" y="265"/>
                  </a:cubicBezTo>
                  <a:cubicBezTo>
                    <a:pt x="179" y="265"/>
                    <a:pt x="207" y="256"/>
                    <a:pt x="230" y="238"/>
                  </a:cubicBezTo>
                  <a:cubicBezTo>
                    <a:pt x="289" y="194"/>
                    <a:pt x="300" y="111"/>
                    <a:pt x="256" y="53"/>
                  </a:cubicBezTo>
                  <a:cubicBezTo>
                    <a:pt x="230" y="19"/>
                    <a:pt x="191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72"/>
            <p:cNvSpPr/>
            <p:nvPr/>
          </p:nvSpPr>
          <p:spPr>
            <a:xfrm>
              <a:off x="3234490" y="1827818"/>
              <a:ext cx="12791" cy="11342"/>
            </a:xfrm>
            <a:custGeom>
              <a:avLst/>
              <a:gdLst/>
              <a:ahLst/>
              <a:cxnLst/>
              <a:rect l="l" t="t" r="r" b="b"/>
              <a:pathLst>
                <a:path w="300" h="266" extrusionOk="0">
                  <a:moveTo>
                    <a:pt x="150" y="1"/>
                  </a:moveTo>
                  <a:cubicBezTo>
                    <a:pt x="122" y="1"/>
                    <a:pt x="95" y="9"/>
                    <a:pt x="71" y="28"/>
                  </a:cubicBezTo>
                  <a:cubicBezTo>
                    <a:pt x="13" y="71"/>
                    <a:pt x="0" y="154"/>
                    <a:pt x="44" y="213"/>
                  </a:cubicBezTo>
                  <a:cubicBezTo>
                    <a:pt x="70" y="247"/>
                    <a:pt x="110" y="265"/>
                    <a:pt x="149" y="265"/>
                  </a:cubicBezTo>
                  <a:cubicBezTo>
                    <a:pt x="177" y="265"/>
                    <a:pt x="205" y="256"/>
                    <a:pt x="229" y="238"/>
                  </a:cubicBezTo>
                  <a:cubicBezTo>
                    <a:pt x="287" y="195"/>
                    <a:pt x="299" y="112"/>
                    <a:pt x="256" y="54"/>
                  </a:cubicBezTo>
                  <a:cubicBezTo>
                    <a:pt x="229" y="19"/>
                    <a:pt x="190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72"/>
            <p:cNvSpPr/>
            <p:nvPr/>
          </p:nvSpPr>
          <p:spPr>
            <a:xfrm>
              <a:off x="3329059" y="1707368"/>
              <a:ext cx="12749" cy="11299"/>
            </a:xfrm>
            <a:custGeom>
              <a:avLst/>
              <a:gdLst/>
              <a:ahLst/>
              <a:cxnLst/>
              <a:rect l="l" t="t" r="r" b="b"/>
              <a:pathLst>
                <a:path w="299" h="265" extrusionOk="0">
                  <a:moveTo>
                    <a:pt x="150" y="1"/>
                  </a:moveTo>
                  <a:cubicBezTo>
                    <a:pt x="122" y="1"/>
                    <a:pt x="94" y="9"/>
                    <a:pt x="70" y="27"/>
                  </a:cubicBezTo>
                  <a:cubicBezTo>
                    <a:pt x="12" y="71"/>
                    <a:pt x="1" y="154"/>
                    <a:pt x="44" y="212"/>
                  </a:cubicBezTo>
                  <a:cubicBezTo>
                    <a:pt x="70" y="246"/>
                    <a:pt x="109" y="264"/>
                    <a:pt x="149" y="264"/>
                  </a:cubicBezTo>
                  <a:cubicBezTo>
                    <a:pt x="177" y="264"/>
                    <a:pt x="205" y="256"/>
                    <a:pt x="229" y="238"/>
                  </a:cubicBezTo>
                  <a:cubicBezTo>
                    <a:pt x="287" y="194"/>
                    <a:pt x="299" y="111"/>
                    <a:pt x="255" y="53"/>
                  </a:cubicBezTo>
                  <a:cubicBezTo>
                    <a:pt x="229" y="19"/>
                    <a:pt x="190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72"/>
            <p:cNvSpPr/>
            <p:nvPr/>
          </p:nvSpPr>
          <p:spPr>
            <a:xfrm>
              <a:off x="3286550" y="1608024"/>
              <a:ext cx="12749" cy="11299"/>
            </a:xfrm>
            <a:custGeom>
              <a:avLst/>
              <a:gdLst/>
              <a:ahLst/>
              <a:cxnLst/>
              <a:rect l="l" t="t" r="r" b="b"/>
              <a:pathLst>
                <a:path w="299" h="265" extrusionOk="0">
                  <a:moveTo>
                    <a:pt x="150" y="0"/>
                  </a:moveTo>
                  <a:cubicBezTo>
                    <a:pt x="122" y="0"/>
                    <a:pt x="94" y="9"/>
                    <a:pt x="70" y="27"/>
                  </a:cubicBezTo>
                  <a:cubicBezTo>
                    <a:pt x="12" y="71"/>
                    <a:pt x="0" y="153"/>
                    <a:pt x="44" y="212"/>
                  </a:cubicBezTo>
                  <a:cubicBezTo>
                    <a:pt x="70" y="246"/>
                    <a:pt x="109" y="264"/>
                    <a:pt x="149" y="264"/>
                  </a:cubicBezTo>
                  <a:cubicBezTo>
                    <a:pt x="177" y="264"/>
                    <a:pt x="205" y="255"/>
                    <a:pt x="229" y="237"/>
                  </a:cubicBezTo>
                  <a:cubicBezTo>
                    <a:pt x="287" y="194"/>
                    <a:pt x="298" y="111"/>
                    <a:pt x="255" y="53"/>
                  </a:cubicBezTo>
                  <a:cubicBezTo>
                    <a:pt x="229" y="18"/>
                    <a:pt x="190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72"/>
            <p:cNvSpPr/>
            <p:nvPr/>
          </p:nvSpPr>
          <p:spPr>
            <a:xfrm>
              <a:off x="3261522" y="1665030"/>
              <a:ext cx="12749" cy="11342"/>
            </a:xfrm>
            <a:custGeom>
              <a:avLst/>
              <a:gdLst/>
              <a:ahLst/>
              <a:cxnLst/>
              <a:rect l="l" t="t" r="r" b="b"/>
              <a:pathLst>
                <a:path w="299" h="266" extrusionOk="0">
                  <a:moveTo>
                    <a:pt x="149" y="1"/>
                  </a:moveTo>
                  <a:cubicBezTo>
                    <a:pt x="122" y="1"/>
                    <a:pt x="94" y="10"/>
                    <a:pt x="70" y="28"/>
                  </a:cubicBezTo>
                  <a:cubicBezTo>
                    <a:pt x="12" y="71"/>
                    <a:pt x="0" y="154"/>
                    <a:pt x="44" y="212"/>
                  </a:cubicBezTo>
                  <a:cubicBezTo>
                    <a:pt x="70" y="247"/>
                    <a:pt x="109" y="265"/>
                    <a:pt x="150" y="265"/>
                  </a:cubicBezTo>
                  <a:cubicBezTo>
                    <a:pt x="177" y="265"/>
                    <a:pt x="205" y="257"/>
                    <a:pt x="229" y="238"/>
                  </a:cubicBezTo>
                  <a:cubicBezTo>
                    <a:pt x="287" y="195"/>
                    <a:pt x="298" y="112"/>
                    <a:pt x="255" y="53"/>
                  </a:cubicBezTo>
                  <a:cubicBezTo>
                    <a:pt x="229" y="19"/>
                    <a:pt x="189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72"/>
            <p:cNvSpPr/>
            <p:nvPr/>
          </p:nvSpPr>
          <p:spPr>
            <a:xfrm>
              <a:off x="3198419" y="1612714"/>
              <a:ext cx="12791" cy="11256"/>
            </a:xfrm>
            <a:custGeom>
              <a:avLst/>
              <a:gdLst/>
              <a:ahLst/>
              <a:cxnLst/>
              <a:rect l="l" t="t" r="r" b="b"/>
              <a:pathLst>
                <a:path w="300" h="264" extrusionOk="0">
                  <a:moveTo>
                    <a:pt x="149" y="0"/>
                  </a:moveTo>
                  <a:cubicBezTo>
                    <a:pt x="122" y="0"/>
                    <a:pt x="94" y="9"/>
                    <a:pt x="70" y="27"/>
                  </a:cubicBezTo>
                  <a:cubicBezTo>
                    <a:pt x="12" y="70"/>
                    <a:pt x="0" y="153"/>
                    <a:pt x="44" y="212"/>
                  </a:cubicBezTo>
                  <a:cubicBezTo>
                    <a:pt x="70" y="246"/>
                    <a:pt x="109" y="264"/>
                    <a:pt x="149" y="264"/>
                  </a:cubicBezTo>
                  <a:cubicBezTo>
                    <a:pt x="177" y="264"/>
                    <a:pt x="205" y="255"/>
                    <a:pt x="229" y="237"/>
                  </a:cubicBezTo>
                  <a:cubicBezTo>
                    <a:pt x="287" y="194"/>
                    <a:pt x="299" y="111"/>
                    <a:pt x="255" y="52"/>
                  </a:cubicBezTo>
                  <a:cubicBezTo>
                    <a:pt x="229" y="18"/>
                    <a:pt x="189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72"/>
            <p:cNvSpPr/>
            <p:nvPr/>
          </p:nvSpPr>
          <p:spPr>
            <a:xfrm>
              <a:off x="3336563" y="1873568"/>
              <a:ext cx="12791" cy="1129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51" y="0"/>
                  </a:moveTo>
                  <a:cubicBezTo>
                    <a:pt x="123" y="0"/>
                    <a:pt x="95" y="9"/>
                    <a:pt x="71" y="27"/>
                  </a:cubicBezTo>
                  <a:cubicBezTo>
                    <a:pt x="13" y="71"/>
                    <a:pt x="0" y="154"/>
                    <a:pt x="44" y="212"/>
                  </a:cubicBezTo>
                  <a:cubicBezTo>
                    <a:pt x="71" y="246"/>
                    <a:pt x="110" y="265"/>
                    <a:pt x="151" y="265"/>
                  </a:cubicBezTo>
                  <a:cubicBezTo>
                    <a:pt x="178" y="265"/>
                    <a:pt x="206" y="256"/>
                    <a:pt x="230" y="238"/>
                  </a:cubicBezTo>
                  <a:cubicBezTo>
                    <a:pt x="288" y="194"/>
                    <a:pt x="300" y="111"/>
                    <a:pt x="256" y="53"/>
                  </a:cubicBezTo>
                  <a:cubicBezTo>
                    <a:pt x="230" y="18"/>
                    <a:pt x="191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72"/>
            <p:cNvSpPr/>
            <p:nvPr/>
          </p:nvSpPr>
          <p:spPr>
            <a:xfrm>
              <a:off x="3358564" y="1768681"/>
              <a:ext cx="12749" cy="11299"/>
            </a:xfrm>
            <a:custGeom>
              <a:avLst/>
              <a:gdLst/>
              <a:ahLst/>
              <a:cxnLst/>
              <a:rect l="l" t="t" r="r" b="b"/>
              <a:pathLst>
                <a:path w="299" h="265" extrusionOk="0">
                  <a:moveTo>
                    <a:pt x="149" y="0"/>
                  </a:moveTo>
                  <a:cubicBezTo>
                    <a:pt x="122" y="0"/>
                    <a:pt x="94" y="9"/>
                    <a:pt x="70" y="27"/>
                  </a:cubicBezTo>
                  <a:cubicBezTo>
                    <a:pt x="12" y="70"/>
                    <a:pt x="1" y="153"/>
                    <a:pt x="45" y="212"/>
                  </a:cubicBezTo>
                  <a:cubicBezTo>
                    <a:pt x="71" y="246"/>
                    <a:pt x="111" y="265"/>
                    <a:pt x="151" y="265"/>
                  </a:cubicBezTo>
                  <a:cubicBezTo>
                    <a:pt x="178" y="265"/>
                    <a:pt x="206" y="256"/>
                    <a:pt x="229" y="238"/>
                  </a:cubicBezTo>
                  <a:cubicBezTo>
                    <a:pt x="288" y="194"/>
                    <a:pt x="299" y="112"/>
                    <a:pt x="255" y="54"/>
                  </a:cubicBezTo>
                  <a:cubicBezTo>
                    <a:pt x="229" y="19"/>
                    <a:pt x="189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5" name="Google Shape;4635;p72"/>
            <p:cNvGrpSpPr/>
            <p:nvPr/>
          </p:nvGrpSpPr>
          <p:grpSpPr>
            <a:xfrm>
              <a:off x="3124738" y="1871596"/>
              <a:ext cx="371675" cy="398748"/>
              <a:chOff x="5238588" y="2001721"/>
              <a:chExt cx="371675" cy="398748"/>
            </a:xfrm>
          </p:grpSpPr>
          <p:sp>
            <p:nvSpPr>
              <p:cNvPr id="4636" name="Google Shape;4636;p72"/>
              <p:cNvSpPr/>
              <p:nvPr/>
            </p:nvSpPr>
            <p:spPr>
              <a:xfrm>
                <a:off x="5289392" y="2318291"/>
                <a:ext cx="296464" cy="82178"/>
              </a:xfrm>
              <a:custGeom>
                <a:avLst/>
                <a:gdLst/>
                <a:ahLst/>
                <a:cxnLst/>
                <a:rect l="l" t="t" r="r" b="b"/>
                <a:pathLst>
                  <a:path w="9709" h="1799" extrusionOk="0">
                    <a:moveTo>
                      <a:pt x="4855" y="0"/>
                    </a:moveTo>
                    <a:cubicBezTo>
                      <a:pt x="2174" y="0"/>
                      <a:pt x="1" y="403"/>
                      <a:pt x="1" y="899"/>
                    </a:cubicBezTo>
                    <a:cubicBezTo>
                      <a:pt x="1" y="1395"/>
                      <a:pt x="2174" y="1799"/>
                      <a:pt x="4855" y="1799"/>
                    </a:cubicBezTo>
                    <a:cubicBezTo>
                      <a:pt x="7535" y="1799"/>
                      <a:pt x="9709" y="1395"/>
                      <a:pt x="9709" y="899"/>
                    </a:cubicBezTo>
                    <a:cubicBezTo>
                      <a:pt x="9709" y="403"/>
                      <a:pt x="7535" y="0"/>
                      <a:pt x="48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72"/>
              <p:cNvSpPr/>
              <p:nvPr/>
            </p:nvSpPr>
            <p:spPr>
              <a:xfrm>
                <a:off x="5245864" y="2001721"/>
                <a:ext cx="351653" cy="123371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7953" extrusionOk="0">
                    <a:moveTo>
                      <a:pt x="0" y="0"/>
                    </a:moveTo>
                    <a:lnTo>
                      <a:pt x="4286" y="1190"/>
                    </a:lnTo>
                    <a:lnTo>
                      <a:pt x="9811" y="1476"/>
                    </a:lnTo>
                    <a:lnTo>
                      <a:pt x="16335" y="1429"/>
                    </a:lnTo>
                    <a:lnTo>
                      <a:pt x="22669" y="667"/>
                    </a:lnTo>
                    <a:lnTo>
                      <a:pt x="20383" y="7953"/>
                    </a:lnTo>
                    <a:lnTo>
                      <a:pt x="3334" y="7715"/>
                    </a:lnTo>
                    <a:lnTo>
                      <a:pt x="810" y="238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38" name="Google Shape;4638;p72"/>
              <p:cNvSpPr/>
              <p:nvPr/>
            </p:nvSpPr>
            <p:spPr>
              <a:xfrm>
                <a:off x="5238588" y="2003075"/>
                <a:ext cx="371675" cy="381600"/>
              </a:xfrm>
              <a:custGeom>
                <a:avLst/>
                <a:gdLst/>
                <a:ahLst/>
                <a:cxnLst/>
                <a:rect l="l" t="t" r="r" b="b"/>
                <a:pathLst>
                  <a:path w="14867" h="15264" extrusionOk="0">
                    <a:moveTo>
                      <a:pt x="0" y="0"/>
                    </a:moveTo>
                    <a:lnTo>
                      <a:pt x="2456" y="15065"/>
                    </a:lnTo>
                    <a:lnTo>
                      <a:pt x="12743" y="15264"/>
                    </a:lnTo>
                    <a:lnTo>
                      <a:pt x="14867" y="66"/>
                    </a:lnTo>
                    <a:lnTo>
                      <a:pt x="7102" y="199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639" name="Google Shape;4639;p72"/>
            <p:cNvSpPr/>
            <p:nvPr/>
          </p:nvSpPr>
          <p:spPr>
            <a:xfrm>
              <a:off x="3425931" y="1856811"/>
              <a:ext cx="104249" cy="404161"/>
            </a:xfrm>
            <a:custGeom>
              <a:avLst/>
              <a:gdLst/>
              <a:ahLst/>
              <a:cxnLst/>
              <a:rect l="l" t="t" r="r" b="b"/>
              <a:pathLst>
                <a:path w="2445" h="9479" extrusionOk="0">
                  <a:moveTo>
                    <a:pt x="2434" y="1"/>
                  </a:moveTo>
                  <a:cubicBezTo>
                    <a:pt x="2412" y="193"/>
                    <a:pt x="2069" y="367"/>
                    <a:pt x="1501" y="512"/>
                  </a:cubicBezTo>
                  <a:lnTo>
                    <a:pt x="168" y="9222"/>
                  </a:lnTo>
                  <a:cubicBezTo>
                    <a:pt x="168" y="9311"/>
                    <a:pt x="108" y="9397"/>
                    <a:pt x="1" y="9478"/>
                  </a:cubicBezTo>
                  <a:cubicBezTo>
                    <a:pt x="624" y="9335"/>
                    <a:pt x="1011" y="9136"/>
                    <a:pt x="1011" y="8916"/>
                  </a:cubicBezTo>
                  <a:lnTo>
                    <a:pt x="2444" y="1"/>
                  </a:lnTo>
                  <a:lnTo>
                    <a:pt x="2434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72"/>
            <p:cNvSpPr/>
            <p:nvPr/>
          </p:nvSpPr>
          <p:spPr>
            <a:xfrm>
              <a:off x="3118646" y="1856811"/>
              <a:ext cx="411537" cy="413882"/>
            </a:xfrm>
            <a:custGeom>
              <a:avLst/>
              <a:gdLst/>
              <a:ahLst/>
              <a:cxnLst/>
              <a:rect l="l" t="t" r="r" b="b"/>
              <a:pathLst>
                <a:path w="9652" h="9707" fill="none" extrusionOk="0">
                  <a:moveTo>
                    <a:pt x="9641" y="1"/>
                  </a:moveTo>
                  <a:cubicBezTo>
                    <a:pt x="9584" y="488"/>
                    <a:pt x="7437" y="880"/>
                    <a:pt x="4792" y="880"/>
                  </a:cubicBezTo>
                  <a:cubicBezTo>
                    <a:pt x="2363" y="880"/>
                    <a:pt x="357" y="550"/>
                    <a:pt x="0" y="119"/>
                  </a:cubicBezTo>
                  <a:lnTo>
                    <a:pt x="1414" y="8916"/>
                  </a:lnTo>
                  <a:cubicBezTo>
                    <a:pt x="1414" y="9353"/>
                    <a:pt x="2938" y="9707"/>
                    <a:pt x="4817" y="9707"/>
                  </a:cubicBezTo>
                  <a:cubicBezTo>
                    <a:pt x="6696" y="9707"/>
                    <a:pt x="8218" y="9353"/>
                    <a:pt x="8218" y="8916"/>
                  </a:cubicBezTo>
                  <a:lnTo>
                    <a:pt x="9651" y="1"/>
                  </a:lnTo>
                  <a:lnTo>
                    <a:pt x="964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7D4357-4F0B-08FD-0084-FEFC27E54EB6}"/>
              </a:ext>
            </a:extLst>
          </p:cNvPr>
          <p:cNvSpPr txBox="1"/>
          <p:nvPr/>
        </p:nvSpPr>
        <p:spPr>
          <a:xfrm>
            <a:off x="6562846" y="488164"/>
            <a:ext cx="25811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Difficultés rencontrées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Optimisation des performances pour le traitement audio en temps réel.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Gestion des limitations de l'API Deezer.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Compatibilité cross-browser des visualisations audio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3FF57-53E3-F557-B546-8B8F781CF2DF}"/>
              </a:ext>
            </a:extLst>
          </p:cNvPr>
          <p:cNvSpPr txBox="1"/>
          <p:nvPr/>
        </p:nvSpPr>
        <p:spPr>
          <a:xfrm>
            <a:off x="4264504" y="2882096"/>
            <a:ext cx="362952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</a:t>
            </a:r>
            <a:r>
              <a:rPr lang="fr-FR" b="1" i="0" dirty="0">
                <a:solidFill>
                  <a:schemeClr val="tx1"/>
                </a:solidFill>
                <a:effectLst/>
                <a:latin typeface="Segoe WPC"/>
              </a:rPr>
              <a:t>Améliorations futures</a:t>
            </a: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 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Fonctionnalités sociales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Version mobile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Recommandations personnalisées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Reconnaissance musicale</a:t>
            </a:r>
          </a:p>
          <a:p>
            <a:pPr algn="l"/>
            <a:r>
              <a:rPr lang="fr-FR" b="0" i="0" dirty="0">
                <a:solidFill>
                  <a:schemeClr val="tx1"/>
                </a:solidFill>
                <a:effectLst/>
                <a:latin typeface="Segoe WPC"/>
              </a:rPr>
              <a:t>Feedback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Segoe WPC"/>
              </a:rPr>
              <a:t>submitted</a:t>
            </a:r>
            <a:endParaRPr lang="fr-FR" b="0" i="0" dirty="0">
              <a:solidFill>
                <a:schemeClr val="tx1"/>
              </a:solidFill>
              <a:effectLst/>
              <a:latin typeface="Segoe WPC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0" name="Google Shape;15960;p130"/>
          <p:cNvSpPr/>
          <p:nvPr/>
        </p:nvSpPr>
        <p:spPr>
          <a:xfrm>
            <a:off x="2864250" y="1455388"/>
            <a:ext cx="3415500" cy="1240200"/>
          </a:xfrm>
          <a:prstGeom prst="roundRect">
            <a:avLst>
              <a:gd name="adj" fmla="val 16218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61" name="Google Shape;15961;p130"/>
          <p:cNvGrpSpPr/>
          <p:nvPr/>
        </p:nvGrpSpPr>
        <p:grpSpPr>
          <a:xfrm rot="-2862677">
            <a:off x="1683717" y="1498277"/>
            <a:ext cx="657927" cy="1080695"/>
            <a:chOff x="660135" y="2741801"/>
            <a:chExt cx="657895" cy="1080642"/>
          </a:xfrm>
        </p:grpSpPr>
        <p:sp>
          <p:nvSpPr>
            <p:cNvPr id="15962" name="Google Shape;15962;p130"/>
            <p:cNvSpPr/>
            <p:nvPr/>
          </p:nvSpPr>
          <p:spPr>
            <a:xfrm rot="-1130306" flipH="1">
              <a:off x="970288" y="3452245"/>
              <a:ext cx="26943" cy="2694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3" name="Google Shape;15963;p130"/>
            <p:cNvSpPr/>
            <p:nvPr/>
          </p:nvSpPr>
          <p:spPr>
            <a:xfrm rot="3364212" flipH="1">
              <a:off x="963858" y="3774957"/>
              <a:ext cx="39772" cy="3977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4" name="Google Shape;15964;p130"/>
            <p:cNvSpPr/>
            <p:nvPr/>
          </p:nvSpPr>
          <p:spPr>
            <a:xfrm rot="3378596" flipH="1">
              <a:off x="1285759" y="3537955"/>
              <a:ext cx="27042" cy="2704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5" name="Google Shape;15965;p130"/>
            <p:cNvSpPr/>
            <p:nvPr/>
          </p:nvSpPr>
          <p:spPr>
            <a:xfrm rot="-1154972" flipH="1">
              <a:off x="824538" y="3635856"/>
              <a:ext cx="40038" cy="3984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6" name="Google Shape;15966;p130"/>
            <p:cNvSpPr/>
            <p:nvPr/>
          </p:nvSpPr>
          <p:spPr>
            <a:xfrm rot="3378596" flipH="1">
              <a:off x="970229" y="3225618"/>
              <a:ext cx="27042" cy="2704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7" name="Google Shape;15967;p130"/>
            <p:cNvSpPr/>
            <p:nvPr/>
          </p:nvSpPr>
          <p:spPr>
            <a:xfrm rot="3378596" flipH="1">
              <a:off x="787084" y="3225630"/>
              <a:ext cx="27042" cy="2704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8" name="Google Shape;15968;p130"/>
            <p:cNvSpPr/>
            <p:nvPr/>
          </p:nvSpPr>
          <p:spPr>
            <a:xfrm rot="-1154972" flipH="1">
              <a:off x="780588" y="2978181"/>
              <a:ext cx="40038" cy="3984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9" name="Google Shape;15969;p130"/>
            <p:cNvSpPr/>
            <p:nvPr/>
          </p:nvSpPr>
          <p:spPr>
            <a:xfrm rot="-1130306" flipH="1">
              <a:off x="663763" y="3493695"/>
              <a:ext cx="26943" cy="2694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0" name="Google Shape;15970;p130"/>
            <p:cNvSpPr/>
            <p:nvPr/>
          </p:nvSpPr>
          <p:spPr>
            <a:xfrm rot="3378596" flipH="1">
              <a:off x="970234" y="2747030"/>
              <a:ext cx="27042" cy="2704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71" name="Google Shape;15971;p130"/>
          <p:cNvSpPr txBox="1">
            <a:spLocks noGrp="1"/>
          </p:cNvSpPr>
          <p:nvPr>
            <p:ph type="ctrTitle"/>
          </p:nvPr>
        </p:nvSpPr>
        <p:spPr>
          <a:xfrm>
            <a:off x="2429950" y="535000"/>
            <a:ext cx="4284000" cy="8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MERCI!</a:t>
            </a:r>
            <a:endParaRPr dirty="0"/>
          </a:p>
        </p:txBody>
      </p:sp>
      <p:sp>
        <p:nvSpPr>
          <p:cNvPr id="15972" name="Google Shape;15972;p130"/>
          <p:cNvSpPr txBox="1">
            <a:spLocks noGrp="1"/>
          </p:cNvSpPr>
          <p:nvPr>
            <p:ph type="subTitle" idx="1"/>
          </p:nvPr>
        </p:nvSpPr>
        <p:spPr>
          <a:xfrm>
            <a:off x="2995175" y="1540813"/>
            <a:ext cx="3153900" cy="10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 dirty="0"/>
              <a:t>Un grand remerciment à nos jury Mme Asmaa Dribi et Mme Amina Ouatiq qui ont assister et évaluer notre projet !</a:t>
            </a:r>
            <a:endParaRPr sz="1600" dirty="0"/>
          </a:p>
        </p:txBody>
      </p:sp>
      <p:sp>
        <p:nvSpPr>
          <p:cNvPr id="15974" name="Google Shape;15974;p130"/>
          <p:cNvSpPr/>
          <p:nvPr/>
        </p:nvSpPr>
        <p:spPr>
          <a:xfrm>
            <a:off x="2864525" y="2854437"/>
            <a:ext cx="683100" cy="683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5" name="Google Shape;15975;p130"/>
          <p:cNvSpPr/>
          <p:nvPr/>
        </p:nvSpPr>
        <p:spPr>
          <a:xfrm>
            <a:off x="3775207" y="2854437"/>
            <a:ext cx="683100" cy="683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6" name="Google Shape;15976;p130"/>
          <p:cNvSpPr/>
          <p:nvPr/>
        </p:nvSpPr>
        <p:spPr>
          <a:xfrm>
            <a:off x="4685890" y="2854437"/>
            <a:ext cx="683100" cy="683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7" name="Google Shape;15977;p130"/>
          <p:cNvSpPr/>
          <p:nvPr/>
        </p:nvSpPr>
        <p:spPr>
          <a:xfrm>
            <a:off x="5596572" y="2854437"/>
            <a:ext cx="683100" cy="683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78" name="Google Shape;15978;p130"/>
          <p:cNvGrpSpPr/>
          <p:nvPr/>
        </p:nvGrpSpPr>
        <p:grpSpPr>
          <a:xfrm>
            <a:off x="6744120" y="1071158"/>
            <a:ext cx="2161549" cy="937286"/>
            <a:chOff x="3134550" y="1326925"/>
            <a:chExt cx="1025500" cy="444675"/>
          </a:xfrm>
        </p:grpSpPr>
        <p:sp>
          <p:nvSpPr>
            <p:cNvPr id="15979" name="Google Shape;15979;p130"/>
            <p:cNvSpPr/>
            <p:nvPr/>
          </p:nvSpPr>
          <p:spPr>
            <a:xfrm>
              <a:off x="3201775" y="1328225"/>
              <a:ext cx="931150" cy="301250"/>
            </a:xfrm>
            <a:custGeom>
              <a:avLst/>
              <a:gdLst/>
              <a:ahLst/>
              <a:cxnLst/>
              <a:rect l="l" t="t" r="r" b="b"/>
              <a:pathLst>
                <a:path w="37246" h="12050" extrusionOk="0">
                  <a:moveTo>
                    <a:pt x="30154" y="1693"/>
                  </a:moveTo>
                  <a:lnTo>
                    <a:pt x="23805" y="12008"/>
                  </a:lnTo>
                  <a:lnTo>
                    <a:pt x="31057" y="12008"/>
                  </a:lnTo>
                  <a:lnTo>
                    <a:pt x="31057" y="2471"/>
                  </a:lnTo>
                  <a:lnTo>
                    <a:pt x="30154" y="1693"/>
                  </a:lnTo>
                  <a:close/>
                  <a:moveTo>
                    <a:pt x="12315" y="0"/>
                  </a:moveTo>
                  <a:lnTo>
                    <a:pt x="8811" y="784"/>
                  </a:lnTo>
                  <a:lnTo>
                    <a:pt x="8811" y="2217"/>
                  </a:lnTo>
                  <a:lnTo>
                    <a:pt x="4409" y="2217"/>
                  </a:lnTo>
                  <a:lnTo>
                    <a:pt x="4409" y="1464"/>
                  </a:lnTo>
                  <a:lnTo>
                    <a:pt x="2207" y="1464"/>
                  </a:lnTo>
                  <a:lnTo>
                    <a:pt x="2207" y="2217"/>
                  </a:lnTo>
                  <a:lnTo>
                    <a:pt x="1" y="2217"/>
                  </a:lnTo>
                  <a:lnTo>
                    <a:pt x="1" y="12050"/>
                  </a:lnTo>
                  <a:lnTo>
                    <a:pt x="15420" y="12050"/>
                  </a:lnTo>
                  <a:lnTo>
                    <a:pt x="15420" y="2217"/>
                  </a:lnTo>
                  <a:lnTo>
                    <a:pt x="13224" y="2217"/>
                  </a:lnTo>
                  <a:lnTo>
                    <a:pt x="13224" y="784"/>
                  </a:lnTo>
                  <a:lnTo>
                    <a:pt x="12315" y="0"/>
                  </a:lnTo>
                  <a:close/>
                  <a:moveTo>
                    <a:pt x="19371" y="1106"/>
                  </a:moveTo>
                  <a:lnTo>
                    <a:pt x="18042" y="2747"/>
                  </a:lnTo>
                  <a:lnTo>
                    <a:pt x="18042" y="2217"/>
                  </a:lnTo>
                  <a:lnTo>
                    <a:pt x="15835" y="2217"/>
                  </a:lnTo>
                  <a:lnTo>
                    <a:pt x="15835" y="12050"/>
                  </a:lnTo>
                  <a:lnTo>
                    <a:pt x="18042" y="12050"/>
                  </a:lnTo>
                  <a:lnTo>
                    <a:pt x="18042" y="4211"/>
                  </a:lnTo>
                  <a:lnTo>
                    <a:pt x="19911" y="11905"/>
                  </a:lnTo>
                  <a:lnTo>
                    <a:pt x="20482" y="11988"/>
                  </a:lnTo>
                  <a:lnTo>
                    <a:pt x="22616" y="11406"/>
                  </a:lnTo>
                  <a:lnTo>
                    <a:pt x="20269" y="1895"/>
                  </a:lnTo>
                  <a:lnTo>
                    <a:pt x="19371" y="1106"/>
                  </a:lnTo>
                  <a:close/>
                  <a:moveTo>
                    <a:pt x="36343" y="1438"/>
                  </a:moveTo>
                  <a:lnTo>
                    <a:pt x="33767" y="2845"/>
                  </a:lnTo>
                  <a:lnTo>
                    <a:pt x="33767" y="12050"/>
                  </a:lnTo>
                  <a:lnTo>
                    <a:pt x="37246" y="12050"/>
                  </a:lnTo>
                  <a:lnTo>
                    <a:pt x="37246" y="2217"/>
                  </a:lnTo>
                  <a:lnTo>
                    <a:pt x="36343" y="14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0" name="Google Shape;15980;p130"/>
            <p:cNvSpPr/>
            <p:nvPr/>
          </p:nvSpPr>
          <p:spPr>
            <a:xfrm>
              <a:off x="3135850" y="1610125"/>
              <a:ext cx="1022525" cy="40900"/>
            </a:xfrm>
            <a:custGeom>
              <a:avLst/>
              <a:gdLst/>
              <a:ahLst/>
              <a:cxnLst/>
              <a:rect l="l" t="t" r="r" b="b"/>
              <a:pathLst>
                <a:path w="40901" h="1636" extrusionOk="0">
                  <a:moveTo>
                    <a:pt x="0" y="0"/>
                  </a:moveTo>
                  <a:lnTo>
                    <a:pt x="0" y="1636"/>
                  </a:lnTo>
                  <a:lnTo>
                    <a:pt x="40900" y="1636"/>
                  </a:lnTo>
                  <a:lnTo>
                    <a:pt x="409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1" name="Google Shape;15981;p130"/>
            <p:cNvSpPr/>
            <p:nvPr/>
          </p:nvSpPr>
          <p:spPr>
            <a:xfrm>
              <a:off x="3134675" y="1608950"/>
              <a:ext cx="1024875" cy="43375"/>
            </a:xfrm>
            <a:custGeom>
              <a:avLst/>
              <a:gdLst/>
              <a:ahLst/>
              <a:cxnLst/>
              <a:rect l="l" t="t" r="r" b="b"/>
              <a:pathLst>
                <a:path w="40995" h="1735" extrusionOk="0">
                  <a:moveTo>
                    <a:pt x="40896" y="99"/>
                  </a:moveTo>
                  <a:lnTo>
                    <a:pt x="40896" y="1636"/>
                  </a:lnTo>
                  <a:lnTo>
                    <a:pt x="94" y="1636"/>
                  </a:lnTo>
                  <a:lnTo>
                    <a:pt x="94" y="99"/>
                  </a:lnTo>
                  <a:close/>
                  <a:moveTo>
                    <a:pt x="47" y="1"/>
                  </a:moveTo>
                  <a:cubicBezTo>
                    <a:pt x="21" y="1"/>
                    <a:pt x="1" y="21"/>
                    <a:pt x="1" y="47"/>
                  </a:cubicBezTo>
                  <a:lnTo>
                    <a:pt x="1" y="1683"/>
                  </a:lnTo>
                  <a:cubicBezTo>
                    <a:pt x="1" y="1709"/>
                    <a:pt x="21" y="1735"/>
                    <a:pt x="47" y="1735"/>
                  </a:cubicBezTo>
                  <a:lnTo>
                    <a:pt x="40947" y="1735"/>
                  </a:lnTo>
                  <a:cubicBezTo>
                    <a:pt x="40973" y="1735"/>
                    <a:pt x="40994" y="1709"/>
                    <a:pt x="40994" y="1683"/>
                  </a:cubicBezTo>
                  <a:lnTo>
                    <a:pt x="40994" y="47"/>
                  </a:lnTo>
                  <a:cubicBezTo>
                    <a:pt x="40994" y="21"/>
                    <a:pt x="40973" y="1"/>
                    <a:pt x="40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2" name="Google Shape;15982;p130"/>
            <p:cNvSpPr/>
            <p:nvPr/>
          </p:nvSpPr>
          <p:spPr>
            <a:xfrm>
              <a:off x="3179325" y="1364175"/>
              <a:ext cx="55200" cy="245725"/>
            </a:xfrm>
            <a:custGeom>
              <a:avLst/>
              <a:gdLst/>
              <a:ahLst/>
              <a:cxnLst/>
              <a:rect l="l" t="t" r="r" b="b"/>
              <a:pathLst>
                <a:path w="2208" h="9829" extrusionOk="0">
                  <a:moveTo>
                    <a:pt x="1" y="0"/>
                  </a:moveTo>
                  <a:lnTo>
                    <a:pt x="1" y="9828"/>
                  </a:lnTo>
                  <a:lnTo>
                    <a:pt x="2207" y="9828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3" name="Google Shape;15983;p130"/>
            <p:cNvSpPr/>
            <p:nvPr/>
          </p:nvSpPr>
          <p:spPr>
            <a:xfrm>
              <a:off x="3178150" y="1362875"/>
              <a:ext cx="57525" cy="248175"/>
            </a:xfrm>
            <a:custGeom>
              <a:avLst/>
              <a:gdLst/>
              <a:ahLst/>
              <a:cxnLst/>
              <a:rect l="l" t="t" r="r" b="b"/>
              <a:pathLst>
                <a:path w="2301" h="9927" extrusionOk="0">
                  <a:moveTo>
                    <a:pt x="2202" y="94"/>
                  </a:moveTo>
                  <a:lnTo>
                    <a:pt x="2202" y="9828"/>
                  </a:lnTo>
                  <a:lnTo>
                    <a:pt x="100" y="9828"/>
                  </a:lnTo>
                  <a:lnTo>
                    <a:pt x="100" y="94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52"/>
                  </a:cubicBezTo>
                  <a:lnTo>
                    <a:pt x="1" y="9880"/>
                  </a:lnTo>
                  <a:cubicBezTo>
                    <a:pt x="1" y="9906"/>
                    <a:pt x="22" y="9927"/>
                    <a:pt x="48" y="9927"/>
                  </a:cubicBezTo>
                  <a:lnTo>
                    <a:pt x="2254" y="9927"/>
                  </a:lnTo>
                  <a:cubicBezTo>
                    <a:pt x="2280" y="9927"/>
                    <a:pt x="2301" y="9906"/>
                    <a:pt x="2301" y="9880"/>
                  </a:cubicBezTo>
                  <a:lnTo>
                    <a:pt x="2301" y="52"/>
                  </a:lnTo>
                  <a:cubicBezTo>
                    <a:pt x="2301" y="21"/>
                    <a:pt x="2280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4" name="Google Shape;15984;p130"/>
            <p:cNvSpPr/>
            <p:nvPr/>
          </p:nvSpPr>
          <p:spPr>
            <a:xfrm>
              <a:off x="3195550" y="1381550"/>
              <a:ext cx="21325" cy="33650"/>
            </a:xfrm>
            <a:custGeom>
              <a:avLst/>
              <a:gdLst/>
              <a:ahLst/>
              <a:cxnLst/>
              <a:rect l="l" t="t" r="r" b="b"/>
              <a:pathLst>
                <a:path w="853" h="1346" extrusionOk="0">
                  <a:moveTo>
                    <a:pt x="426" y="1"/>
                  </a:moveTo>
                  <a:cubicBezTo>
                    <a:pt x="193" y="1"/>
                    <a:pt x="1" y="302"/>
                    <a:pt x="1" y="676"/>
                  </a:cubicBezTo>
                  <a:cubicBezTo>
                    <a:pt x="1" y="1044"/>
                    <a:pt x="193" y="1346"/>
                    <a:pt x="426" y="1346"/>
                  </a:cubicBezTo>
                  <a:cubicBezTo>
                    <a:pt x="660" y="1346"/>
                    <a:pt x="852" y="1044"/>
                    <a:pt x="852" y="676"/>
                  </a:cubicBezTo>
                  <a:cubicBezTo>
                    <a:pt x="852" y="302"/>
                    <a:pt x="660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5" name="Google Shape;15985;p130"/>
            <p:cNvSpPr/>
            <p:nvPr/>
          </p:nvSpPr>
          <p:spPr>
            <a:xfrm>
              <a:off x="3198800" y="1584825"/>
              <a:ext cx="16250" cy="23500"/>
            </a:xfrm>
            <a:custGeom>
              <a:avLst/>
              <a:gdLst/>
              <a:ahLst/>
              <a:cxnLst/>
              <a:rect l="l" t="t" r="r" b="b"/>
              <a:pathLst>
                <a:path w="650" h="940" extrusionOk="0">
                  <a:moveTo>
                    <a:pt x="0" y="0"/>
                  </a:moveTo>
                  <a:lnTo>
                    <a:pt x="0" y="940"/>
                  </a:lnTo>
                  <a:lnTo>
                    <a:pt x="649" y="940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6" name="Google Shape;15986;p130"/>
            <p:cNvSpPr/>
            <p:nvPr/>
          </p:nvSpPr>
          <p:spPr>
            <a:xfrm>
              <a:off x="3234350" y="1345350"/>
              <a:ext cx="55200" cy="264550"/>
            </a:xfrm>
            <a:custGeom>
              <a:avLst/>
              <a:gdLst/>
              <a:ahLst/>
              <a:cxnLst/>
              <a:rect l="l" t="t" r="r" b="b"/>
              <a:pathLst>
                <a:path w="2208" h="10582" extrusionOk="0">
                  <a:moveTo>
                    <a:pt x="1" y="0"/>
                  </a:moveTo>
                  <a:lnTo>
                    <a:pt x="1" y="10581"/>
                  </a:lnTo>
                  <a:lnTo>
                    <a:pt x="2207" y="10581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7" name="Google Shape;15987;p130"/>
            <p:cNvSpPr/>
            <p:nvPr/>
          </p:nvSpPr>
          <p:spPr>
            <a:xfrm>
              <a:off x="3233200" y="1344050"/>
              <a:ext cx="57525" cy="267000"/>
            </a:xfrm>
            <a:custGeom>
              <a:avLst/>
              <a:gdLst/>
              <a:ahLst/>
              <a:cxnLst/>
              <a:rect l="l" t="t" r="r" b="b"/>
              <a:pathLst>
                <a:path w="2301" h="10680" extrusionOk="0">
                  <a:moveTo>
                    <a:pt x="2201" y="99"/>
                  </a:moveTo>
                  <a:lnTo>
                    <a:pt x="2201" y="10581"/>
                  </a:lnTo>
                  <a:lnTo>
                    <a:pt x="99" y="10581"/>
                  </a:lnTo>
                  <a:lnTo>
                    <a:pt x="99" y="99"/>
                  </a:lnTo>
                  <a:close/>
                  <a:moveTo>
                    <a:pt x="52" y="1"/>
                  </a:moveTo>
                  <a:cubicBezTo>
                    <a:pt x="21" y="1"/>
                    <a:pt x="0" y="21"/>
                    <a:pt x="0" y="47"/>
                  </a:cubicBezTo>
                  <a:lnTo>
                    <a:pt x="0" y="10633"/>
                  </a:lnTo>
                  <a:cubicBezTo>
                    <a:pt x="0" y="10659"/>
                    <a:pt x="21" y="10680"/>
                    <a:pt x="52" y="10680"/>
                  </a:cubicBezTo>
                  <a:lnTo>
                    <a:pt x="2253" y="10680"/>
                  </a:lnTo>
                  <a:cubicBezTo>
                    <a:pt x="2279" y="10680"/>
                    <a:pt x="2300" y="10659"/>
                    <a:pt x="2300" y="10633"/>
                  </a:cubicBezTo>
                  <a:lnTo>
                    <a:pt x="2300" y="47"/>
                  </a:lnTo>
                  <a:cubicBezTo>
                    <a:pt x="2300" y="21"/>
                    <a:pt x="2279" y="1"/>
                    <a:pt x="2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8" name="Google Shape;15988;p130"/>
            <p:cNvSpPr/>
            <p:nvPr/>
          </p:nvSpPr>
          <p:spPr>
            <a:xfrm>
              <a:off x="3250575" y="1364175"/>
              <a:ext cx="21325" cy="36225"/>
            </a:xfrm>
            <a:custGeom>
              <a:avLst/>
              <a:gdLst/>
              <a:ahLst/>
              <a:cxnLst/>
              <a:rect l="l" t="t" r="r" b="b"/>
              <a:pathLst>
                <a:path w="853" h="1449" extrusionOk="0">
                  <a:moveTo>
                    <a:pt x="427" y="0"/>
                  </a:moveTo>
                  <a:cubicBezTo>
                    <a:pt x="193" y="0"/>
                    <a:pt x="1" y="322"/>
                    <a:pt x="1" y="722"/>
                  </a:cubicBezTo>
                  <a:cubicBezTo>
                    <a:pt x="1" y="1122"/>
                    <a:pt x="193" y="1449"/>
                    <a:pt x="427" y="1449"/>
                  </a:cubicBezTo>
                  <a:cubicBezTo>
                    <a:pt x="660" y="1449"/>
                    <a:pt x="852" y="1122"/>
                    <a:pt x="852" y="722"/>
                  </a:cubicBezTo>
                  <a:cubicBezTo>
                    <a:pt x="852" y="322"/>
                    <a:pt x="660" y="0"/>
                    <a:pt x="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9" name="Google Shape;15989;p130"/>
            <p:cNvSpPr/>
            <p:nvPr/>
          </p:nvSpPr>
          <p:spPr>
            <a:xfrm>
              <a:off x="3253825" y="1583000"/>
              <a:ext cx="16250" cy="25200"/>
            </a:xfrm>
            <a:custGeom>
              <a:avLst/>
              <a:gdLst/>
              <a:ahLst/>
              <a:cxnLst/>
              <a:rect l="l" t="t" r="r" b="b"/>
              <a:pathLst>
                <a:path w="650" h="1008" extrusionOk="0">
                  <a:moveTo>
                    <a:pt x="1" y="0"/>
                  </a:moveTo>
                  <a:lnTo>
                    <a:pt x="1" y="1008"/>
                  </a:lnTo>
                  <a:lnTo>
                    <a:pt x="650" y="1008"/>
                  </a:lnTo>
                  <a:lnTo>
                    <a:pt x="6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0" name="Google Shape;15990;p130"/>
            <p:cNvSpPr/>
            <p:nvPr/>
          </p:nvSpPr>
          <p:spPr>
            <a:xfrm>
              <a:off x="3289525" y="1364175"/>
              <a:ext cx="55050" cy="245725"/>
            </a:xfrm>
            <a:custGeom>
              <a:avLst/>
              <a:gdLst/>
              <a:ahLst/>
              <a:cxnLst/>
              <a:rect l="l" t="t" r="r" b="b"/>
              <a:pathLst>
                <a:path w="2202" h="9829" extrusionOk="0">
                  <a:moveTo>
                    <a:pt x="0" y="0"/>
                  </a:moveTo>
                  <a:lnTo>
                    <a:pt x="0" y="9828"/>
                  </a:lnTo>
                  <a:lnTo>
                    <a:pt x="2202" y="9828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1" name="Google Shape;15991;p130"/>
            <p:cNvSpPr/>
            <p:nvPr/>
          </p:nvSpPr>
          <p:spPr>
            <a:xfrm>
              <a:off x="3288225" y="1362875"/>
              <a:ext cx="57525" cy="248175"/>
            </a:xfrm>
            <a:custGeom>
              <a:avLst/>
              <a:gdLst/>
              <a:ahLst/>
              <a:cxnLst/>
              <a:rect l="l" t="t" r="r" b="b"/>
              <a:pathLst>
                <a:path w="2301" h="9927" extrusionOk="0">
                  <a:moveTo>
                    <a:pt x="2202" y="94"/>
                  </a:moveTo>
                  <a:lnTo>
                    <a:pt x="2202" y="9828"/>
                  </a:lnTo>
                  <a:lnTo>
                    <a:pt x="99" y="9828"/>
                  </a:lnTo>
                  <a:lnTo>
                    <a:pt x="99" y="94"/>
                  </a:lnTo>
                  <a:close/>
                  <a:moveTo>
                    <a:pt x="52" y="0"/>
                  </a:moveTo>
                  <a:cubicBezTo>
                    <a:pt x="21" y="0"/>
                    <a:pt x="0" y="21"/>
                    <a:pt x="0" y="52"/>
                  </a:cubicBezTo>
                  <a:lnTo>
                    <a:pt x="0" y="9880"/>
                  </a:lnTo>
                  <a:cubicBezTo>
                    <a:pt x="0" y="9906"/>
                    <a:pt x="21" y="9927"/>
                    <a:pt x="52" y="9927"/>
                  </a:cubicBezTo>
                  <a:lnTo>
                    <a:pt x="2254" y="9927"/>
                  </a:lnTo>
                  <a:cubicBezTo>
                    <a:pt x="2280" y="9927"/>
                    <a:pt x="2300" y="9906"/>
                    <a:pt x="2300" y="9880"/>
                  </a:cubicBezTo>
                  <a:lnTo>
                    <a:pt x="2300" y="52"/>
                  </a:lnTo>
                  <a:cubicBezTo>
                    <a:pt x="2300" y="21"/>
                    <a:pt x="2280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2" name="Google Shape;15992;p130"/>
            <p:cNvSpPr/>
            <p:nvPr/>
          </p:nvSpPr>
          <p:spPr>
            <a:xfrm>
              <a:off x="3305750" y="1381550"/>
              <a:ext cx="21175" cy="33650"/>
            </a:xfrm>
            <a:custGeom>
              <a:avLst/>
              <a:gdLst/>
              <a:ahLst/>
              <a:cxnLst/>
              <a:rect l="l" t="t" r="r" b="b"/>
              <a:pathLst>
                <a:path w="847" h="1346" extrusionOk="0">
                  <a:moveTo>
                    <a:pt x="421" y="1"/>
                  </a:moveTo>
                  <a:cubicBezTo>
                    <a:pt x="187" y="1"/>
                    <a:pt x="0" y="302"/>
                    <a:pt x="0" y="676"/>
                  </a:cubicBezTo>
                  <a:cubicBezTo>
                    <a:pt x="0" y="1044"/>
                    <a:pt x="187" y="1346"/>
                    <a:pt x="421" y="1346"/>
                  </a:cubicBezTo>
                  <a:cubicBezTo>
                    <a:pt x="654" y="1346"/>
                    <a:pt x="847" y="1044"/>
                    <a:pt x="847" y="676"/>
                  </a:cubicBezTo>
                  <a:cubicBezTo>
                    <a:pt x="847" y="302"/>
                    <a:pt x="654" y="1"/>
                    <a:pt x="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3" name="Google Shape;15993;p130"/>
            <p:cNvSpPr/>
            <p:nvPr/>
          </p:nvSpPr>
          <p:spPr>
            <a:xfrm>
              <a:off x="3308850" y="1584825"/>
              <a:ext cx="16250" cy="23500"/>
            </a:xfrm>
            <a:custGeom>
              <a:avLst/>
              <a:gdLst/>
              <a:ahLst/>
              <a:cxnLst/>
              <a:rect l="l" t="t" r="r" b="b"/>
              <a:pathLst>
                <a:path w="650" h="940" extrusionOk="0">
                  <a:moveTo>
                    <a:pt x="1" y="0"/>
                  </a:moveTo>
                  <a:lnTo>
                    <a:pt x="1" y="940"/>
                  </a:lnTo>
                  <a:lnTo>
                    <a:pt x="650" y="940"/>
                  </a:lnTo>
                  <a:lnTo>
                    <a:pt x="6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4" name="Google Shape;15994;p130"/>
            <p:cNvSpPr/>
            <p:nvPr/>
          </p:nvSpPr>
          <p:spPr>
            <a:xfrm>
              <a:off x="3344550" y="1364175"/>
              <a:ext cx="55050" cy="245725"/>
            </a:xfrm>
            <a:custGeom>
              <a:avLst/>
              <a:gdLst/>
              <a:ahLst/>
              <a:cxnLst/>
              <a:rect l="l" t="t" r="r" b="b"/>
              <a:pathLst>
                <a:path w="2202" h="9829" extrusionOk="0">
                  <a:moveTo>
                    <a:pt x="1" y="0"/>
                  </a:moveTo>
                  <a:lnTo>
                    <a:pt x="1" y="9828"/>
                  </a:lnTo>
                  <a:lnTo>
                    <a:pt x="2202" y="9828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5" name="Google Shape;15995;p130"/>
            <p:cNvSpPr/>
            <p:nvPr/>
          </p:nvSpPr>
          <p:spPr>
            <a:xfrm>
              <a:off x="3343375" y="1362875"/>
              <a:ext cx="57525" cy="248175"/>
            </a:xfrm>
            <a:custGeom>
              <a:avLst/>
              <a:gdLst/>
              <a:ahLst/>
              <a:cxnLst/>
              <a:rect l="l" t="t" r="r" b="b"/>
              <a:pathLst>
                <a:path w="2301" h="9927" extrusionOk="0">
                  <a:moveTo>
                    <a:pt x="2202" y="94"/>
                  </a:moveTo>
                  <a:lnTo>
                    <a:pt x="2202" y="9828"/>
                  </a:lnTo>
                  <a:lnTo>
                    <a:pt x="100" y="9828"/>
                  </a:lnTo>
                  <a:lnTo>
                    <a:pt x="100" y="94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52"/>
                  </a:cubicBezTo>
                  <a:lnTo>
                    <a:pt x="1" y="9880"/>
                  </a:lnTo>
                  <a:cubicBezTo>
                    <a:pt x="1" y="9906"/>
                    <a:pt x="22" y="9927"/>
                    <a:pt x="48" y="9927"/>
                  </a:cubicBezTo>
                  <a:lnTo>
                    <a:pt x="2249" y="9927"/>
                  </a:lnTo>
                  <a:cubicBezTo>
                    <a:pt x="2275" y="9927"/>
                    <a:pt x="2296" y="9906"/>
                    <a:pt x="2301" y="9880"/>
                  </a:cubicBezTo>
                  <a:lnTo>
                    <a:pt x="2301" y="52"/>
                  </a:lnTo>
                  <a:cubicBezTo>
                    <a:pt x="2296" y="21"/>
                    <a:pt x="2275" y="0"/>
                    <a:pt x="2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6" name="Google Shape;15996;p130"/>
            <p:cNvSpPr/>
            <p:nvPr/>
          </p:nvSpPr>
          <p:spPr>
            <a:xfrm>
              <a:off x="3360775" y="1381550"/>
              <a:ext cx="21175" cy="33650"/>
            </a:xfrm>
            <a:custGeom>
              <a:avLst/>
              <a:gdLst/>
              <a:ahLst/>
              <a:cxnLst/>
              <a:rect l="l" t="t" r="r" b="b"/>
              <a:pathLst>
                <a:path w="847" h="1346" extrusionOk="0">
                  <a:moveTo>
                    <a:pt x="421" y="1"/>
                  </a:moveTo>
                  <a:cubicBezTo>
                    <a:pt x="188" y="1"/>
                    <a:pt x="1" y="302"/>
                    <a:pt x="1" y="676"/>
                  </a:cubicBezTo>
                  <a:cubicBezTo>
                    <a:pt x="1" y="1044"/>
                    <a:pt x="188" y="1346"/>
                    <a:pt x="421" y="1346"/>
                  </a:cubicBezTo>
                  <a:cubicBezTo>
                    <a:pt x="660" y="1346"/>
                    <a:pt x="847" y="1044"/>
                    <a:pt x="847" y="676"/>
                  </a:cubicBezTo>
                  <a:cubicBezTo>
                    <a:pt x="847" y="302"/>
                    <a:pt x="660" y="1"/>
                    <a:pt x="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7" name="Google Shape;15997;p130"/>
            <p:cNvSpPr/>
            <p:nvPr/>
          </p:nvSpPr>
          <p:spPr>
            <a:xfrm>
              <a:off x="3364025" y="1584825"/>
              <a:ext cx="16125" cy="23500"/>
            </a:xfrm>
            <a:custGeom>
              <a:avLst/>
              <a:gdLst/>
              <a:ahLst/>
              <a:cxnLst/>
              <a:rect l="l" t="t" r="r" b="b"/>
              <a:pathLst>
                <a:path w="645" h="940" extrusionOk="0">
                  <a:moveTo>
                    <a:pt x="0" y="0"/>
                  </a:moveTo>
                  <a:lnTo>
                    <a:pt x="0" y="940"/>
                  </a:lnTo>
                  <a:lnTo>
                    <a:pt x="644" y="940"/>
                  </a:lnTo>
                  <a:lnTo>
                    <a:pt x="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8" name="Google Shape;15998;p130"/>
            <p:cNvSpPr/>
            <p:nvPr/>
          </p:nvSpPr>
          <p:spPr>
            <a:xfrm>
              <a:off x="4055300" y="1364175"/>
              <a:ext cx="55050" cy="245725"/>
            </a:xfrm>
            <a:custGeom>
              <a:avLst/>
              <a:gdLst/>
              <a:ahLst/>
              <a:cxnLst/>
              <a:rect l="l" t="t" r="r" b="b"/>
              <a:pathLst>
                <a:path w="2202" h="9829" extrusionOk="0">
                  <a:moveTo>
                    <a:pt x="0" y="0"/>
                  </a:moveTo>
                  <a:lnTo>
                    <a:pt x="0" y="9828"/>
                  </a:lnTo>
                  <a:lnTo>
                    <a:pt x="2202" y="9828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9" name="Google Shape;15999;p130"/>
            <p:cNvSpPr/>
            <p:nvPr/>
          </p:nvSpPr>
          <p:spPr>
            <a:xfrm>
              <a:off x="4054000" y="1362875"/>
              <a:ext cx="57525" cy="248175"/>
            </a:xfrm>
            <a:custGeom>
              <a:avLst/>
              <a:gdLst/>
              <a:ahLst/>
              <a:cxnLst/>
              <a:rect l="l" t="t" r="r" b="b"/>
              <a:pathLst>
                <a:path w="2301" h="9927" extrusionOk="0">
                  <a:moveTo>
                    <a:pt x="2202" y="94"/>
                  </a:moveTo>
                  <a:lnTo>
                    <a:pt x="2202" y="9828"/>
                  </a:lnTo>
                  <a:lnTo>
                    <a:pt x="99" y="9828"/>
                  </a:lnTo>
                  <a:lnTo>
                    <a:pt x="99" y="94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52"/>
                  </a:cubicBezTo>
                  <a:lnTo>
                    <a:pt x="0" y="9880"/>
                  </a:lnTo>
                  <a:cubicBezTo>
                    <a:pt x="0" y="9906"/>
                    <a:pt x="21" y="9927"/>
                    <a:pt x="47" y="9927"/>
                  </a:cubicBezTo>
                  <a:lnTo>
                    <a:pt x="2254" y="9927"/>
                  </a:lnTo>
                  <a:cubicBezTo>
                    <a:pt x="2280" y="9927"/>
                    <a:pt x="2300" y="9906"/>
                    <a:pt x="2300" y="9880"/>
                  </a:cubicBezTo>
                  <a:lnTo>
                    <a:pt x="2300" y="52"/>
                  </a:lnTo>
                  <a:cubicBezTo>
                    <a:pt x="2300" y="21"/>
                    <a:pt x="2280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0" name="Google Shape;16000;p130"/>
            <p:cNvSpPr/>
            <p:nvPr/>
          </p:nvSpPr>
          <p:spPr>
            <a:xfrm>
              <a:off x="4071400" y="1381550"/>
              <a:ext cx="21300" cy="33650"/>
            </a:xfrm>
            <a:custGeom>
              <a:avLst/>
              <a:gdLst/>
              <a:ahLst/>
              <a:cxnLst/>
              <a:rect l="l" t="t" r="r" b="b"/>
              <a:pathLst>
                <a:path w="852" h="1346" extrusionOk="0">
                  <a:moveTo>
                    <a:pt x="426" y="1"/>
                  </a:moveTo>
                  <a:cubicBezTo>
                    <a:pt x="192" y="1"/>
                    <a:pt x="0" y="302"/>
                    <a:pt x="0" y="676"/>
                  </a:cubicBezTo>
                  <a:cubicBezTo>
                    <a:pt x="0" y="1044"/>
                    <a:pt x="192" y="1346"/>
                    <a:pt x="426" y="1346"/>
                  </a:cubicBezTo>
                  <a:cubicBezTo>
                    <a:pt x="659" y="1346"/>
                    <a:pt x="851" y="1044"/>
                    <a:pt x="851" y="676"/>
                  </a:cubicBezTo>
                  <a:cubicBezTo>
                    <a:pt x="851" y="302"/>
                    <a:pt x="659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1" name="Google Shape;16001;p130"/>
            <p:cNvSpPr/>
            <p:nvPr/>
          </p:nvSpPr>
          <p:spPr>
            <a:xfrm>
              <a:off x="4074625" y="1584825"/>
              <a:ext cx="16250" cy="23500"/>
            </a:xfrm>
            <a:custGeom>
              <a:avLst/>
              <a:gdLst/>
              <a:ahLst/>
              <a:cxnLst/>
              <a:rect l="l" t="t" r="r" b="b"/>
              <a:pathLst>
                <a:path w="650" h="940" extrusionOk="0">
                  <a:moveTo>
                    <a:pt x="1" y="0"/>
                  </a:moveTo>
                  <a:lnTo>
                    <a:pt x="1" y="940"/>
                  </a:lnTo>
                  <a:lnTo>
                    <a:pt x="650" y="940"/>
                  </a:lnTo>
                  <a:lnTo>
                    <a:pt x="6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2" name="Google Shape;16002;p130"/>
            <p:cNvSpPr/>
            <p:nvPr/>
          </p:nvSpPr>
          <p:spPr>
            <a:xfrm>
              <a:off x="4023375" y="1364175"/>
              <a:ext cx="31950" cy="245725"/>
            </a:xfrm>
            <a:custGeom>
              <a:avLst/>
              <a:gdLst/>
              <a:ahLst/>
              <a:cxnLst/>
              <a:rect l="l" t="t" r="r" b="b"/>
              <a:pathLst>
                <a:path w="1278" h="9829" extrusionOk="0">
                  <a:moveTo>
                    <a:pt x="1277" y="0"/>
                  </a:moveTo>
                  <a:lnTo>
                    <a:pt x="0" y="623"/>
                  </a:lnTo>
                  <a:lnTo>
                    <a:pt x="0" y="9828"/>
                  </a:lnTo>
                  <a:lnTo>
                    <a:pt x="1277" y="9828"/>
                  </a:lnTo>
                  <a:lnTo>
                    <a:pt x="12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3" name="Google Shape;16003;p130"/>
            <p:cNvSpPr/>
            <p:nvPr/>
          </p:nvSpPr>
          <p:spPr>
            <a:xfrm>
              <a:off x="4022200" y="1362875"/>
              <a:ext cx="34275" cy="248175"/>
            </a:xfrm>
            <a:custGeom>
              <a:avLst/>
              <a:gdLst/>
              <a:ahLst/>
              <a:cxnLst/>
              <a:rect l="l" t="t" r="r" b="b"/>
              <a:pathLst>
                <a:path w="1371" h="9927" extrusionOk="0">
                  <a:moveTo>
                    <a:pt x="1272" y="130"/>
                  </a:moveTo>
                  <a:lnTo>
                    <a:pt x="1272" y="9828"/>
                  </a:lnTo>
                  <a:lnTo>
                    <a:pt x="94" y="9828"/>
                  </a:lnTo>
                  <a:lnTo>
                    <a:pt x="94" y="706"/>
                  </a:lnTo>
                  <a:lnTo>
                    <a:pt x="1272" y="130"/>
                  </a:lnTo>
                  <a:close/>
                  <a:moveTo>
                    <a:pt x="1320" y="1"/>
                  </a:moveTo>
                  <a:cubicBezTo>
                    <a:pt x="1313" y="1"/>
                    <a:pt x="1306" y="2"/>
                    <a:pt x="1298" y="5"/>
                  </a:cubicBezTo>
                  <a:lnTo>
                    <a:pt x="26" y="634"/>
                  </a:lnTo>
                  <a:cubicBezTo>
                    <a:pt x="11" y="644"/>
                    <a:pt x="0" y="660"/>
                    <a:pt x="0" y="675"/>
                  </a:cubicBezTo>
                  <a:lnTo>
                    <a:pt x="0" y="9880"/>
                  </a:lnTo>
                  <a:cubicBezTo>
                    <a:pt x="0" y="9906"/>
                    <a:pt x="21" y="9927"/>
                    <a:pt x="47" y="9927"/>
                  </a:cubicBezTo>
                  <a:lnTo>
                    <a:pt x="1319" y="9927"/>
                  </a:lnTo>
                  <a:cubicBezTo>
                    <a:pt x="1350" y="9927"/>
                    <a:pt x="1371" y="9906"/>
                    <a:pt x="1371" y="9880"/>
                  </a:cubicBezTo>
                  <a:lnTo>
                    <a:pt x="1371" y="52"/>
                  </a:lnTo>
                  <a:cubicBezTo>
                    <a:pt x="1371" y="23"/>
                    <a:pt x="1348" y="1"/>
                    <a:pt x="1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4" name="Google Shape;16004;p130"/>
            <p:cNvSpPr/>
            <p:nvPr/>
          </p:nvSpPr>
          <p:spPr>
            <a:xfrm>
              <a:off x="3399575" y="1328225"/>
              <a:ext cx="55075" cy="281675"/>
            </a:xfrm>
            <a:custGeom>
              <a:avLst/>
              <a:gdLst/>
              <a:ahLst/>
              <a:cxnLst/>
              <a:rect l="l" t="t" r="r" b="b"/>
              <a:pathLst>
                <a:path w="2203" h="11267" extrusionOk="0">
                  <a:moveTo>
                    <a:pt x="1" y="0"/>
                  </a:moveTo>
                  <a:lnTo>
                    <a:pt x="1" y="11266"/>
                  </a:lnTo>
                  <a:lnTo>
                    <a:pt x="2202" y="11266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5" name="Google Shape;16005;p130"/>
            <p:cNvSpPr/>
            <p:nvPr/>
          </p:nvSpPr>
          <p:spPr>
            <a:xfrm>
              <a:off x="3398425" y="1326925"/>
              <a:ext cx="57525" cy="284125"/>
            </a:xfrm>
            <a:custGeom>
              <a:avLst/>
              <a:gdLst/>
              <a:ahLst/>
              <a:cxnLst/>
              <a:rect l="l" t="t" r="r" b="b"/>
              <a:pathLst>
                <a:path w="2301" h="11365" extrusionOk="0">
                  <a:moveTo>
                    <a:pt x="2201" y="99"/>
                  </a:moveTo>
                  <a:lnTo>
                    <a:pt x="2201" y="11266"/>
                  </a:lnTo>
                  <a:lnTo>
                    <a:pt x="99" y="11266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6"/>
                    <a:pt x="0" y="52"/>
                  </a:cubicBezTo>
                  <a:lnTo>
                    <a:pt x="0" y="11318"/>
                  </a:lnTo>
                  <a:cubicBezTo>
                    <a:pt x="0" y="11344"/>
                    <a:pt x="21" y="11365"/>
                    <a:pt x="47" y="11365"/>
                  </a:cubicBezTo>
                  <a:lnTo>
                    <a:pt x="2248" y="11365"/>
                  </a:lnTo>
                  <a:cubicBezTo>
                    <a:pt x="2274" y="11365"/>
                    <a:pt x="2300" y="11344"/>
                    <a:pt x="2300" y="11318"/>
                  </a:cubicBezTo>
                  <a:lnTo>
                    <a:pt x="2300" y="52"/>
                  </a:lnTo>
                  <a:cubicBezTo>
                    <a:pt x="2300" y="26"/>
                    <a:pt x="2274" y="0"/>
                    <a:pt x="2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6" name="Google Shape;16006;p130"/>
            <p:cNvSpPr/>
            <p:nvPr/>
          </p:nvSpPr>
          <p:spPr>
            <a:xfrm>
              <a:off x="3415800" y="1348200"/>
              <a:ext cx="21200" cy="38575"/>
            </a:xfrm>
            <a:custGeom>
              <a:avLst/>
              <a:gdLst/>
              <a:ahLst/>
              <a:cxnLst/>
              <a:rect l="l" t="t" r="r" b="b"/>
              <a:pathLst>
                <a:path w="848" h="1543" extrusionOk="0">
                  <a:moveTo>
                    <a:pt x="427" y="1"/>
                  </a:moveTo>
                  <a:cubicBezTo>
                    <a:pt x="193" y="1"/>
                    <a:pt x="1" y="348"/>
                    <a:pt x="1" y="774"/>
                  </a:cubicBezTo>
                  <a:cubicBezTo>
                    <a:pt x="1" y="1200"/>
                    <a:pt x="193" y="1543"/>
                    <a:pt x="427" y="1543"/>
                  </a:cubicBezTo>
                  <a:cubicBezTo>
                    <a:pt x="660" y="1543"/>
                    <a:pt x="847" y="1200"/>
                    <a:pt x="847" y="774"/>
                  </a:cubicBezTo>
                  <a:cubicBezTo>
                    <a:pt x="847" y="348"/>
                    <a:pt x="660" y="1"/>
                    <a:pt x="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7" name="Google Shape;16007;p130"/>
            <p:cNvSpPr/>
            <p:nvPr/>
          </p:nvSpPr>
          <p:spPr>
            <a:xfrm>
              <a:off x="3419050" y="1581300"/>
              <a:ext cx="16250" cy="26775"/>
            </a:xfrm>
            <a:custGeom>
              <a:avLst/>
              <a:gdLst/>
              <a:ahLst/>
              <a:cxnLst/>
              <a:rect l="l" t="t" r="r" b="b"/>
              <a:pathLst>
                <a:path w="650" h="1071" extrusionOk="0">
                  <a:moveTo>
                    <a:pt x="1" y="1"/>
                  </a:moveTo>
                  <a:lnTo>
                    <a:pt x="1" y="1070"/>
                  </a:lnTo>
                  <a:lnTo>
                    <a:pt x="650" y="1070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8" name="Google Shape;16008;p130"/>
            <p:cNvSpPr/>
            <p:nvPr/>
          </p:nvSpPr>
          <p:spPr>
            <a:xfrm>
              <a:off x="3454625" y="1328225"/>
              <a:ext cx="55050" cy="281675"/>
            </a:xfrm>
            <a:custGeom>
              <a:avLst/>
              <a:gdLst/>
              <a:ahLst/>
              <a:cxnLst/>
              <a:rect l="l" t="t" r="r" b="b"/>
              <a:pathLst>
                <a:path w="2202" h="11267" extrusionOk="0">
                  <a:moveTo>
                    <a:pt x="0" y="0"/>
                  </a:moveTo>
                  <a:lnTo>
                    <a:pt x="0" y="11266"/>
                  </a:lnTo>
                  <a:lnTo>
                    <a:pt x="2201" y="11266"/>
                  </a:lnTo>
                  <a:lnTo>
                    <a:pt x="22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9" name="Google Shape;16009;p130"/>
            <p:cNvSpPr/>
            <p:nvPr/>
          </p:nvSpPr>
          <p:spPr>
            <a:xfrm>
              <a:off x="3453450" y="1326925"/>
              <a:ext cx="57525" cy="284125"/>
            </a:xfrm>
            <a:custGeom>
              <a:avLst/>
              <a:gdLst/>
              <a:ahLst/>
              <a:cxnLst/>
              <a:rect l="l" t="t" r="r" b="b"/>
              <a:pathLst>
                <a:path w="2301" h="11365" extrusionOk="0">
                  <a:moveTo>
                    <a:pt x="2202" y="99"/>
                  </a:moveTo>
                  <a:lnTo>
                    <a:pt x="2202" y="11266"/>
                  </a:lnTo>
                  <a:lnTo>
                    <a:pt x="94" y="11266"/>
                  </a:lnTo>
                  <a:lnTo>
                    <a:pt x="94" y="99"/>
                  </a:lnTo>
                  <a:close/>
                  <a:moveTo>
                    <a:pt x="47" y="0"/>
                  </a:moveTo>
                  <a:cubicBezTo>
                    <a:pt x="21" y="0"/>
                    <a:pt x="0" y="26"/>
                    <a:pt x="0" y="52"/>
                  </a:cubicBezTo>
                  <a:lnTo>
                    <a:pt x="0" y="11318"/>
                  </a:lnTo>
                  <a:cubicBezTo>
                    <a:pt x="0" y="11344"/>
                    <a:pt x="21" y="11365"/>
                    <a:pt x="47" y="11365"/>
                  </a:cubicBezTo>
                  <a:lnTo>
                    <a:pt x="2248" y="11365"/>
                  </a:lnTo>
                  <a:cubicBezTo>
                    <a:pt x="2274" y="11365"/>
                    <a:pt x="2295" y="11344"/>
                    <a:pt x="2300" y="11318"/>
                  </a:cubicBezTo>
                  <a:lnTo>
                    <a:pt x="2300" y="52"/>
                  </a:lnTo>
                  <a:cubicBezTo>
                    <a:pt x="2295" y="26"/>
                    <a:pt x="2274" y="0"/>
                    <a:pt x="2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0" name="Google Shape;16010;p130"/>
            <p:cNvSpPr/>
            <p:nvPr/>
          </p:nvSpPr>
          <p:spPr>
            <a:xfrm>
              <a:off x="3470850" y="1348200"/>
              <a:ext cx="21300" cy="38575"/>
            </a:xfrm>
            <a:custGeom>
              <a:avLst/>
              <a:gdLst/>
              <a:ahLst/>
              <a:cxnLst/>
              <a:rect l="l" t="t" r="r" b="b"/>
              <a:pathLst>
                <a:path w="852" h="1543" extrusionOk="0">
                  <a:moveTo>
                    <a:pt x="426" y="1"/>
                  </a:moveTo>
                  <a:cubicBezTo>
                    <a:pt x="192" y="1"/>
                    <a:pt x="0" y="348"/>
                    <a:pt x="0" y="774"/>
                  </a:cubicBezTo>
                  <a:cubicBezTo>
                    <a:pt x="0" y="1200"/>
                    <a:pt x="192" y="1543"/>
                    <a:pt x="426" y="1543"/>
                  </a:cubicBezTo>
                  <a:cubicBezTo>
                    <a:pt x="659" y="1543"/>
                    <a:pt x="852" y="1200"/>
                    <a:pt x="852" y="774"/>
                  </a:cubicBezTo>
                  <a:cubicBezTo>
                    <a:pt x="852" y="348"/>
                    <a:pt x="659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1" name="Google Shape;16011;p130"/>
            <p:cNvSpPr/>
            <p:nvPr/>
          </p:nvSpPr>
          <p:spPr>
            <a:xfrm>
              <a:off x="3474075" y="1581300"/>
              <a:ext cx="16250" cy="26775"/>
            </a:xfrm>
            <a:custGeom>
              <a:avLst/>
              <a:gdLst/>
              <a:ahLst/>
              <a:cxnLst/>
              <a:rect l="l" t="t" r="r" b="b"/>
              <a:pathLst>
                <a:path w="650" h="1071" extrusionOk="0">
                  <a:moveTo>
                    <a:pt x="1" y="1"/>
                  </a:moveTo>
                  <a:lnTo>
                    <a:pt x="1" y="1070"/>
                  </a:lnTo>
                  <a:lnTo>
                    <a:pt x="650" y="1070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2" name="Google Shape;16012;p130"/>
            <p:cNvSpPr/>
            <p:nvPr/>
          </p:nvSpPr>
          <p:spPr>
            <a:xfrm>
              <a:off x="3509775" y="1364175"/>
              <a:ext cx="55050" cy="245725"/>
            </a:xfrm>
            <a:custGeom>
              <a:avLst/>
              <a:gdLst/>
              <a:ahLst/>
              <a:cxnLst/>
              <a:rect l="l" t="t" r="r" b="b"/>
              <a:pathLst>
                <a:path w="2202" h="9829" extrusionOk="0">
                  <a:moveTo>
                    <a:pt x="1" y="0"/>
                  </a:moveTo>
                  <a:lnTo>
                    <a:pt x="1" y="9828"/>
                  </a:lnTo>
                  <a:lnTo>
                    <a:pt x="2202" y="9828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3" name="Google Shape;16013;p130"/>
            <p:cNvSpPr/>
            <p:nvPr/>
          </p:nvSpPr>
          <p:spPr>
            <a:xfrm>
              <a:off x="3508475" y="1362875"/>
              <a:ext cx="57525" cy="248175"/>
            </a:xfrm>
            <a:custGeom>
              <a:avLst/>
              <a:gdLst/>
              <a:ahLst/>
              <a:cxnLst/>
              <a:rect l="l" t="t" r="r" b="b"/>
              <a:pathLst>
                <a:path w="2301" h="9927" extrusionOk="0">
                  <a:moveTo>
                    <a:pt x="2207" y="94"/>
                  </a:moveTo>
                  <a:lnTo>
                    <a:pt x="2207" y="9828"/>
                  </a:lnTo>
                  <a:lnTo>
                    <a:pt x="99" y="9828"/>
                  </a:lnTo>
                  <a:lnTo>
                    <a:pt x="99" y="94"/>
                  </a:lnTo>
                  <a:close/>
                  <a:moveTo>
                    <a:pt x="47" y="0"/>
                  </a:moveTo>
                  <a:cubicBezTo>
                    <a:pt x="22" y="0"/>
                    <a:pt x="1" y="21"/>
                    <a:pt x="1" y="52"/>
                  </a:cubicBezTo>
                  <a:lnTo>
                    <a:pt x="1" y="9880"/>
                  </a:lnTo>
                  <a:cubicBezTo>
                    <a:pt x="1" y="9906"/>
                    <a:pt x="22" y="9927"/>
                    <a:pt x="47" y="9927"/>
                  </a:cubicBezTo>
                  <a:lnTo>
                    <a:pt x="2254" y="9927"/>
                  </a:lnTo>
                  <a:cubicBezTo>
                    <a:pt x="2280" y="9927"/>
                    <a:pt x="2301" y="9906"/>
                    <a:pt x="2301" y="9880"/>
                  </a:cubicBezTo>
                  <a:lnTo>
                    <a:pt x="2301" y="52"/>
                  </a:lnTo>
                  <a:cubicBezTo>
                    <a:pt x="2301" y="21"/>
                    <a:pt x="2280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4" name="Google Shape;16014;p130"/>
            <p:cNvSpPr/>
            <p:nvPr/>
          </p:nvSpPr>
          <p:spPr>
            <a:xfrm>
              <a:off x="3525875" y="1381550"/>
              <a:ext cx="21300" cy="33650"/>
            </a:xfrm>
            <a:custGeom>
              <a:avLst/>
              <a:gdLst/>
              <a:ahLst/>
              <a:cxnLst/>
              <a:rect l="l" t="t" r="r" b="b"/>
              <a:pathLst>
                <a:path w="852" h="1346" extrusionOk="0">
                  <a:moveTo>
                    <a:pt x="426" y="1"/>
                  </a:moveTo>
                  <a:cubicBezTo>
                    <a:pt x="193" y="1"/>
                    <a:pt x="0" y="302"/>
                    <a:pt x="0" y="676"/>
                  </a:cubicBezTo>
                  <a:cubicBezTo>
                    <a:pt x="0" y="1044"/>
                    <a:pt x="193" y="1346"/>
                    <a:pt x="426" y="1346"/>
                  </a:cubicBezTo>
                  <a:cubicBezTo>
                    <a:pt x="660" y="1346"/>
                    <a:pt x="852" y="1044"/>
                    <a:pt x="852" y="676"/>
                  </a:cubicBezTo>
                  <a:cubicBezTo>
                    <a:pt x="852" y="302"/>
                    <a:pt x="660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5" name="Google Shape;16015;p130"/>
            <p:cNvSpPr/>
            <p:nvPr/>
          </p:nvSpPr>
          <p:spPr>
            <a:xfrm>
              <a:off x="3529125" y="1584825"/>
              <a:ext cx="16250" cy="23500"/>
            </a:xfrm>
            <a:custGeom>
              <a:avLst/>
              <a:gdLst/>
              <a:ahLst/>
              <a:cxnLst/>
              <a:rect l="l" t="t" r="r" b="b"/>
              <a:pathLst>
                <a:path w="650" h="940" extrusionOk="0">
                  <a:moveTo>
                    <a:pt x="0" y="0"/>
                  </a:moveTo>
                  <a:lnTo>
                    <a:pt x="0" y="940"/>
                  </a:lnTo>
                  <a:lnTo>
                    <a:pt x="649" y="940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6" name="Google Shape;16016;p130"/>
            <p:cNvSpPr/>
            <p:nvPr/>
          </p:nvSpPr>
          <p:spPr>
            <a:xfrm>
              <a:off x="3632700" y="1356000"/>
              <a:ext cx="111775" cy="252325"/>
            </a:xfrm>
            <a:custGeom>
              <a:avLst/>
              <a:gdLst/>
              <a:ahLst/>
              <a:cxnLst/>
              <a:rect l="l" t="t" r="r" b="b"/>
              <a:pathLst>
                <a:path w="4471" h="10093" extrusionOk="0">
                  <a:moveTo>
                    <a:pt x="2129" y="0"/>
                  </a:moveTo>
                  <a:lnTo>
                    <a:pt x="0" y="582"/>
                  </a:lnTo>
                  <a:lnTo>
                    <a:pt x="2342" y="10093"/>
                  </a:lnTo>
                  <a:lnTo>
                    <a:pt x="4470" y="9511"/>
                  </a:lnTo>
                  <a:lnTo>
                    <a:pt x="21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7" name="Google Shape;16017;p130"/>
            <p:cNvSpPr/>
            <p:nvPr/>
          </p:nvSpPr>
          <p:spPr>
            <a:xfrm>
              <a:off x="3631275" y="1354725"/>
              <a:ext cx="114625" cy="254900"/>
            </a:xfrm>
            <a:custGeom>
              <a:avLst/>
              <a:gdLst/>
              <a:ahLst/>
              <a:cxnLst/>
              <a:rect l="l" t="t" r="r" b="b"/>
              <a:pathLst>
                <a:path w="4585" h="10196" extrusionOk="0">
                  <a:moveTo>
                    <a:pt x="2149" y="108"/>
                  </a:moveTo>
                  <a:lnTo>
                    <a:pt x="4470" y="9531"/>
                  </a:lnTo>
                  <a:lnTo>
                    <a:pt x="2430" y="10087"/>
                  </a:lnTo>
                  <a:lnTo>
                    <a:pt x="114" y="669"/>
                  </a:lnTo>
                  <a:lnTo>
                    <a:pt x="2149" y="108"/>
                  </a:lnTo>
                  <a:close/>
                  <a:moveTo>
                    <a:pt x="2190" y="1"/>
                  </a:moveTo>
                  <a:cubicBezTo>
                    <a:pt x="2185" y="1"/>
                    <a:pt x="2180" y="2"/>
                    <a:pt x="2175" y="4"/>
                  </a:cubicBezTo>
                  <a:lnTo>
                    <a:pt x="42" y="586"/>
                  </a:lnTo>
                  <a:cubicBezTo>
                    <a:pt x="16" y="596"/>
                    <a:pt x="0" y="622"/>
                    <a:pt x="5" y="643"/>
                  </a:cubicBezTo>
                  <a:lnTo>
                    <a:pt x="2352" y="10159"/>
                  </a:lnTo>
                  <a:cubicBezTo>
                    <a:pt x="2352" y="10170"/>
                    <a:pt x="2362" y="10180"/>
                    <a:pt x="2373" y="10190"/>
                  </a:cubicBezTo>
                  <a:cubicBezTo>
                    <a:pt x="2378" y="10190"/>
                    <a:pt x="2388" y="10196"/>
                    <a:pt x="2399" y="10196"/>
                  </a:cubicBezTo>
                  <a:lnTo>
                    <a:pt x="2409" y="10190"/>
                  </a:lnTo>
                  <a:lnTo>
                    <a:pt x="4543" y="9609"/>
                  </a:lnTo>
                  <a:cubicBezTo>
                    <a:pt x="4569" y="9604"/>
                    <a:pt x="4584" y="9578"/>
                    <a:pt x="4574" y="9552"/>
                  </a:cubicBezTo>
                  <a:lnTo>
                    <a:pt x="2232" y="36"/>
                  </a:lnTo>
                  <a:cubicBezTo>
                    <a:pt x="2232" y="25"/>
                    <a:pt x="2222" y="15"/>
                    <a:pt x="2212" y="10"/>
                  </a:cubicBezTo>
                  <a:cubicBezTo>
                    <a:pt x="2206" y="4"/>
                    <a:pt x="2198" y="1"/>
                    <a:pt x="2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8" name="Google Shape;16018;p130"/>
            <p:cNvSpPr/>
            <p:nvPr/>
          </p:nvSpPr>
          <p:spPr>
            <a:xfrm>
              <a:off x="3654225" y="1380150"/>
              <a:ext cx="25075" cy="33000"/>
            </a:xfrm>
            <a:custGeom>
              <a:avLst/>
              <a:gdLst/>
              <a:ahLst/>
              <a:cxnLst/>
              <a:rect l="l" t="t" r="r" b="b"/>
              <a:pathLst>
                <a:path w="1003" h="1320" extrusionOk="0">
                  <a:moveTo>
                    <a:pt x="416" y="0"/>
                  </a:moveTo>
                  <a:cubicBezTo>
                    <a:pt x="392" y="0"/>
                    <a:pt x="368" y="4"/>
                    <a:pt x="344" y="10"/>
                  </a:cubicBezTo>
                  <a:cubicBezTo>
                    <a:pt x="115" y="72"/>
                    <a:pt x="1" y="415"/>
                    <a:pt x="89" y="773"/>
                  </a:cubicBezTo>
                  <a:cubicBezTo>
                    <a:pt x="168" y="1091"/>
                    <a:pt x="381" y="1319"/>
                    <a:pt x="584" y="1319"/>
                  </a:cubicBezTo>
                  <a:cubicBezTo>
                    <a:pt x="610" y="1319"/>
                    <a:pt x="635" y="1316"/>
                    <a:pt x="660" y="1308"/>
                  </a:cubicBezTo>
                  <a:cubicBezTo>
                    <a:pt x="889" y="1246"/>
                    <a:pt x="1003" y="908"/>
                    <a:pt x="915" y="545"/>
                  </a:cubicBezTo>
                  <a:cubicBezTo>
                    <a:pt x="836" y="225"/>
                    <a:pt x="620" y="0"/>
                    <a:pt x="4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9" name="Google Shape;16019;p130"/>
            <p:cNvSpPr/>
            <p:nvPr/>
          </p:nvSpPr>
          <p:spPr>
            <a:xfrm>
              <a:off x="3704075" y="1574825"/>
              <a:ext cx="21325" cy="26875"/>
            </a:xfrm>
            <a:custGeom>
              <a:avLst/>
              <a:gdLst/>
              <a:ahLst/>
              <a:cxnLst/>
              <a:rect l="l" t="t" r="r" b="b"/>
              <a:pathLst>
                <a:path w="853" h="1075" extrusionOk="0">
                  <a:moveTo>
                    <a:pt x="629" y="0"/>
                  </a:moveTo>
                  <a:lnTo>
                    <a:pt x="1" y="172"/>
                  </a:lnTo>
                  <a:lnTo>
                    <a:pt x="224" y="1075"/>
                  </a:lnTo>
                  <a:lnTo>
                    <a:pt x="852" y="904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0" name="Google Shape;16020;p130"/>
            <p:cNvSpPr/>
            <p:nvPr/>
          </p:nvSpPr>
          <p:spPr>
            <a:xfrm>
              <a:off x="3624775" y="1370525"/>
              <a:ext cx="66475" cy="237800"/>
            </a:xfrm>
            <a:custGeom>
              <a:avLst/>
              <a:gdLst/>
              <a:ahLst/>
              <a:cxnLst/>
              <a:rect l="l" t="t" r="r" b="b"/>
              <a:pathLst>
                <a:path w="2659" h="9512" extrusionOk="0">
                  <a:moveTo>
                    <a:pt x="317" y="1"/>
                  </a:moveTo>
                  <a:lnTo>
                    <a:pt x="0" y="852"/>
                  </a:lnTo>
                  <a:lnTo>
                    <a:pt x="2082" y="9429"/>
                  </a:lnTo>
                  <a:lnTo>
                    <a:pt x="2659" y="9512"/>
                  </a:lnTo>
                  <a:lnTo>
                    <a:pt x="2659" y="951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1" name="Google Shape;16021;p130"/>
            <p:cNvSpPr/>
            <p:nvPr/>
          </p:nvSpPr>
          <p:spPr>
            <a:xfrm>
              <a:off x="3623475" y="1369350"/>
              <a:ext cx="69075" cy="240275"/>
            </a:xfrm>
            <a:custGeom>
              <a:avLst/>
              <a:gdLst/>
              <a:ahLst/>
              <a:cxnLst/>
              <a:rect l="l" t="t" r="r" b="b"/>
              <a:pathLst>
                <a:path w="2763" h="9611" extrusionOk="0">
                  <a:moveTo>
                    <a:pt x="359" y="214"/>
                  </a:moveTo>
                  <a:lnTo>
                    <a:pt x="2643" y="9502"/>
                  </a:lnTo>
                  <a:lnTo>
                    <a:pt x="2176" y="9434"/>
                  </a:lnTo>
                  <a:lnTo>
                    <a:pt x="99" y="899"/>
                  </a:lnTo>
                  <a:lnTo>
                    <a:pt x="359" y="214"/>
                  </a:lnTo>
                  <a:close/>
                  <a:moveTo>
                    <a:pt x="369" y="1"/>
                  </a:moveTo>
                  <a:cubicBezTo>
                    <a:pt x="348" y="1"/>
                    <a:pt x="328" y="11"/>
                    <a:pt x="317" y="32"/>
                  </a:cubicBezTo>
                  <a:lnTo>
                    <a:pt x="6" y="883"/>
                  </a:lnTo>
                  <a:cubicBezTo>
                    <a:pt x="1" y="894"/>
                    <a:pt x="1" y="899"/>
                    <a:pt x="6" y="909"/>
                  </a:cubicBezTo>
                  <a:lnTo>
                    <a:pt x="2088" y="9486"/>
                  </a:lnTo>
                  <a:cubicBezTo>
                    <a:pt x="2093" y="9507"/>
                    <a:pt x="2108" y="9522"/>
                    <a:pt x="2129" y="9522"/>
                  </a:cubicBezTo>
                  <a:lnTo>
                    <a:pt x="2700" y="9611"/>
                  </a:lnTo>
                  <a:lnTo>
                    <a:pt x="2705" y="9611"/>
                  </a:lnTo>
                  <a:cubicBezTo>
                    <a:pt x="2737" y="9611"/>
                    <a:pt x="2763" y="9580"/>
                    <a:pt x="2752" y="9548"/>
                  </a:cubicBezTo>
                  <a:lnTo>
                    <a:pt x="411" y="37"/>
                  </a:lnTo>
                  <a:cubicBezTo>
                    <a:pt x="406" y="16"/>
                    <a:pt x="390" y="1"/>
                    <a:pt x="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2" name="Google Shape;16022;p130"/>
            <p:cNvSpPr/>
            <p:nvPr/>
          </p:nvSpPr>
          <p:spPr>
            <a:xfrm>
              <a:off x="3575075" y="1364175"/>
              <a:ext cx="55050" cy="245725"/>
            </a:xfrm>
            <a:custGeom>
              <a:avLst/>
              <a:gdLst/>
              <a:ahLst/>
              <a:cxnLst/>
              <a:rect l="l" t="t" r="r" b="b"/>
              <a:pathLst>
                <a:path w="2202" h="9829" extrusionOk="0">
                  <a:moveTo>
                    <a:pt x="0" y="0"/>
                  </a:moveTo>
                  <a:lnTo>
                    <a:pt x="0" y="9828"/>
                  </a:lnTo>
                  <a:lnTo>
                    <a:pt x="2201" y="9828"/>
                  </a:lnTo>
                  <a:lnTo>
                    <a:pt x="22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3" name="Google Shape;16023;p130"/>
            <p:cNvSpPr/>
            <p:nvPr/>
          </p:nvSpPr>
          <p:spPr>
            <a:xfrm>
              <a:off x="3573900" y="1362875"/>
              <a:ext cx="57400" cy="248175"/>
            </a:xfrm>
            <a:custGeom>
              <a:avLst/>
              <a:gdLst/>
              <a:ahLst/>
              <a:cxnLst/>
              <a:rect l="l" t="t" r="r" b="b"/>
              <a:pathLst>
                <a:path w="2296" h="9927" extrusionOk="0">
                  <a:moveTo>
                    <a:pt x="2202" y="94"/>
                  </a:moveTo>
                  <a:lnTo>
                    <a:pt x="2202" y="9828"/>
                  </a:lnTo>
                  <a:lnTo>
                    <a:pt x="94" y="9828"/>
                  </a:lnTo>
                  <a:lnTo>
                    <a:pt x="94" y="94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52"/>
                  </a:cubicBezTo>
                  <a:lnTo>
                    <a:pt x="0" y="9880"/>
                  </a:lnTo>
                  <a:cubicBezTo>
                    <a:pt x="0" y="9906"/>
                    <a:pt x="21" y="9927"/>
                    <a:pt x="47" y="9927"/>
                  </a:cubicBezTo>
                  <a:lnTo>
                    <a:pt x="2248" y="9927"/>
                  </a:lnTo>
                  <a:cubicBezTo>
                    <a:pt x="2274" y="9927"/>
                    <a:pt x="2295" y="9906"/>
                    <a:pt x="2295" y="9880"/>
                  </a:cubicBezTo>
                  <a:lnTo>
                    <a:pt x="2295" y="52"/>
                  </a:lnTo>
                  <a:cubicBezTo>
                    <a:pt x="2295" y="21"/>
                    <a:pt x="2274" y="0"/>
                    <a:pt x="2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4" name="Google Shape;16024;p130"/>
            <p:cNvSpPr/>
            <p:nvPr/>
          </p:nvSpPr>
          <p:spPr>
            <a:xfrm>
              <a:off x="3591300" y="1381550"/>
              <a:ext cx="21175" cy="33650"/>
            </a:xfrm>
            <a:custGeom>
              <a:avLst/>
              <a:gdLst/>
              <a:ahLst/>
              <a:cxnLst/>
              <a:rect l="l" t="t" r="r" b="b"/>
              <a:pathLst>
                <a:path w="847" h="1346" extrusionOk="0">
                  <a:moveTo>
                    <a:pt x="421" y="1"/>
                  </a:moveTo>
                  <a:cubicBezTo>
                    <a:pt x="187" y="1"/>
                    <a:pt x="0" y="302"/>
                    <a:pt x="0" y="676"/>
                  </a:cubicBezTo>
                  <a:cubicBezTo>
                    <a:pt x="0" y="1044"/>
                    <a:pt x="187" y="1346"/>
                    <a:pt x="421" y="1346"/>
                  </a:cubicBezTo>
                  <a:cubicBezTo>
                    <a:pt x="659" y="1346"/>
                    <a:pt x="846" y="1044"/>
                    <a:pt x="846" y="676"/>
                  </a:cubicBezTo>
                  <a:cubicBezTo>
                    <a:pt x="846" y="302"/>
                    <a:pt x="659" y="1"/>
                    <a:pt x="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5" name="Google Shape;16025;p130"/>
            <p:cNvSpPr/>
            <p:nvPr/>
          </p:nvSpPr>
          <p:spPr>
            <a:xfrm>
              <a:off x="3594525" y="1584825"/>
              <a:ext cx="16125" cy="23500"/>
            </a:xfrm>
            <a:custGeom>
              <a:avLst/>
              <a:gdLst/>
              <a:ahLst/>
              <a:cxnLst/>
              <a:rect l="l" t="t" r="r" b="b"/>
              <a:pathLst>
                <a:path w="645" h="940" extrusionOk="0">
                  <a:moveTo>
                    <a:pt x="1" y="0"/>
                  </a:moveTo>
                  <a:lnTo>
                    <a:pt x="1" y="940"/>
                  </a:lnTo>
                  <a:lnTo>
                    <a:pt x="645" y="940"/>
                  </a:lnTo>
                  <a:lnTo>
                    <a:pt x="6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6" name="Google Shape;16026;p130"/>
            <p:cNvSpPr/>
            <p:nvPr/>
          </p:nvSpPr>
          <p:spPr>
            <a:xfrm>
              <a:off x="3774300" y="1370400"/>
              <a:ext cx="181200" cy="238450"/>
            </a:xfrm>
            <a:custGeom>
              <a:avLst/>
              <a:gdLst/>
              <a:ahLst/>
              <a:cxnLst/>
              <a:rect l="l" t="t" r="r" b="b"/>
              <a:pathLst>
                <a:path w="7248" h="9538" extrusionOk="0">
                  <a:moveTo>
                    <a:pt x="0" y="0"/>
                  </a:moveTo>
                  <a:lnTo>
                    <a:pt x="0" y="9538"/>
                  </a:lnTo>
                  <a:lnTo>
                    <a:pt x="7248" y="9538"/>
                  </a:lnTo>
                  <a:lnTo>
                    <a:pt x="72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7" name="Google Shape;16027;p130"/>
            <p:cNvSpPr/>
            <p:nvPr/>
          </p:nvSpPr>
          <p:spPr>
            <a:xfrm>
              <a:off x="3773000" y="1369225"/>
              <a:ext cx="183675" cy="240925"/>
            </a:xfrm>
            <a:custGeom>
              <a:avLst/>
              <a:gdLst/>
              <a:ahLst/>
              <a:cxnLst/>
              <a:rect l="l" t="t" r="r" b="b"/>
              <a:pathLst>
                <a:path w="7347" h="9637" extrusionOk="0">
                  <a:moveTo>
                    <a:pt x="7248" y="99"/>
                  </a:moveTo>
                  <a:lnTo>
                    <a:pt x="7248" y="9543"/>
                  </a:lnTo>
                  <a:lnTo>
                    <a:pt x="94" y="9543"/>
                  </a:lnTo>
                  <a:lnTo>
                    <a:pt x="99" y="99"/>
                  </a:lnTo>
                  <a:close/>
                  <a:moveTo>
                    <a:pt x="52" y="1"/>
                  </a:moveTo>
                  <a:cubicBezTo>
                    <a:pt x="21" y="1"/>
                    <a:pt x="0" y="21"/>
                    <a:pt x="0" y="53"/>
                  </a:cubicBezTo>
                  <a:lnTo>
                    <a:pt x="0" y="9590"/>
                  </a:lnTo>
                  <a:cubicBezTo>
                    <a:pt x="0" y="9616"/>
                    <a:pt x="21" y="9636"/>
                    <a:pt x="52" y="9636"/>
                  </a:cubicBezTo>
                  <a:lnTo>
                    <a:pt x="7300" y="9636"/>
                  </a:lnTo>
                  <a:cubicBezTo>
                    <a:pt x="7326" y="9636"/>
                    <a:pt x="7347" y="9616"/>
                    <a:pt x="7347" y="9590"/>
                  </a:cubicBezTo>
                  <a:lnTo>
                    <a:pt x="7347" y="53"/>
                  </a:lnTo>
                  <a:cubicBezTo>
                    <a:pt x="7347" y="21"/>
                    <a:pt x="7326" y="1"/>
                    <a:pt x="7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8" name="Google Shape;16028;p130"/>
            <p:cNvSpPr/>
            <p:nvPr/>
          </p:nvSpPr>
          <p:spPr>
            <a:xfrm>
              <a:off x="3784800" y="1380650"/>
              <a:ext cx="160200" cy="218075"/>
            </a:xfrm>
            <a:custGeom>
              <a:avLst/>
              <a:gdLst/>
              <a:ahLst/>
              <a:cxnLst/>
              <a:rect l="l" t="t" r="r" b="b"/>
              <a:pathLst>
                <a:path w="6408" h="8723" extrusionOk="0">
                  <a:moveTo>
                    <a:pt x="1" y="1"/>
                  </a:moveTo>
                  <a:lnTo>
                    <a:pt x="1" y="8723"/>
                  </a:lnTo>
                  <a:lnTo>
                    <a:pt x="6407" y="8723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9" name="Google Shape;16029;p130"/>
            <p:cNvSpPr/>
            <p:nvPr/>
          </p:nvSpPr>
          <p:spPr>
            <a:xfrm>
              <a:off x="3783500" y="1379475"/>
              <a:ext cx="162675" cy="220425"/>
            </a:xfrm>
            <a:custGeom>
              <a:avLst/>
              <a:gdLst/>
              <a:ahLst/>
              <a:cxnLst/>
              <a:rect l="l" t="t" r="r" b="b"/>
              <a:pathLst>
                <a:path w="6507" h="8817" extrusionOk="0">
                  <a:moveTo>
                    <a:pt x="6413" y="94"/>
                  </a:moveTo>
                  <a:lnTo>
                    <a:pt x="6413" y="8723"/>
                  </a:lnTo>
                  <a:lnTo>
                    <a:pt x="100" y="8723"/>
                  </a:lnTo>
                  <a:lnTo>
                    <a:pt x="100" y="94"/>
                  </a:lnTo>
                  <a:close/>
                  <a:moveTo>
                    <a:pt x="53" y="1"/>
                  </a:moveTo>
                  <a:cubicBezTo>
                    <a:pt x="22" y="1"/>
                    <a:pt x="1" y="22"/>
                    <a:pt x="1" y="48"/>
                  </a:cubicBezTo>
                  <a:lnTo>
                    <a:pt x="1" y="8770"/>
                  </a:lnTo>
                  <a:cubicBezTo>
                    <a:pt x="1" y="8796"/>
                    <a:pt x="22" y="8816"/>
                    <a:pt x="53" y="8816"/>
                  </a:cubicBezTo>
                  <a:lnTo>
                    <a:pt x="6459" y="8816"/>
                  </a:lnTo>
                  <a:cubicBezTo>
                    <a:pt x="6485" y="8816"/>
                    <a:pt x="6506" y="8796"/>
                    <a:pt x="6506" y="8770"/>
                  </a:cubicBezTo>
                  <a:lnTo>
                    <a:pt x="6506" y="48"/>
                  </a:lnTo>
                  <a:cubicBezTo>
                    <a:pt x="6506" y="22"/>
                    <a:pt x="6485" y="1"/>
                    <a:pt x="6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0" name="Google Shape;16030;p130"/>
            <p:cNvSpPr/>
            <p:nvPr/>
          </p:nvSpPr>
          <p:spPr>
            <a:xfrm>
              <a:off x="3135850" y="1651000"/>
              <a:ext cx="1022525" cy="35325"/>
            </a:xfrm>
            <a:custGeom>
              <a:avLst/>
              <a:gdLst/>
              <a:ahLst/>
              <a:cxnLst/>
              <a:rect l="l" t="t" r="r" b="b"/>
              <a:pathLst>
                <a:path w="40901" h="1413" extrusionOk="0">
                  <a:moveTo>
                    <a:pt x="0" y="1"/>
                  </a:moveTo>
                  <a:lnTo>
                    <a:pt x="3100" y="1413"/>
                  </a:lnTo>
                  <a:lnTo>
                    <a:pt x="37801" y="1413"/>
                  </a:lnTo>
                  <a:lnTo>
                    <a:pt x="409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1" name="Google Shape;16031;p130"/>
            <p:cNvSpPr/>
            <p:nvPr/>
          </p:nvSpPr>
          <p:spPr>
            <a:xfrm>
              <a:off x="3135850" y="1651000"/>
              <a:ext cx="1022525" cy="35325"/>
            </a:xfrm>
            <a:custGeom>
              <a:avLst/>
              <a:gdLst/>
              <a:ahLst/>
              <a:cxnLst/>
              <a:rect l="l" t="t" r="r" b="b"/>
              <a:pathLst>
                <a:path w="40901" h="1413" extrusionOk="0">
                  <a:moveTo>
                    <a:pt x="40900" y="1"/>
                  </a:moveTo>
                  <a:lnTo>
                    <a:pt x="0" y="1"/>
                  </a:lnTo>
                  <a:lnTo>
                    <a:pt x="3100" y="1413"/>
                  </a:lnTo>
                  <a:lnTo>
                    <a:pt x="37801" y="14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3"/>
                </a:gs>
                <a:gs pos="100000">
                  <a:schemeClr val="accent1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2" name="Google Shape;16032;p130"/>
            <p:cNvSpPr/>
            <p:nvPr/>
          </p:nvSpPr>
          <p:spPr>
            <a:xfrm>
              <a:off x="3134550" y="1649850"/>
              <a:ext cx="1025500" cy="37775"/>
            </a:xfrm>
            <a:custGeom>
              <a:avLst/>
              <a:gdLst/>
              <a:ahLst/>
              <a:cxnLst/>
              <a:rect l="l" t="t" r="r" b="b"/>
              <a:pathLst>
                <a:path w="41020" h="1511" extrusionOk="0">
                  <a:moveTo>
                    <a:pt x="40729" y="99"/>
                  </a:moveTo>
                  <a:lnTo>
                    <a:pt x="37843" y="1412"/>
                  </a:lnTo>
                  <a:lnTo>
                    <a:pt x="3162" y="1412"/>
                  </a:lnTo>
                  <a:lnTo>
                    <a:pt x="276" y="99"/>
                  </a:lnTo>
                  <a:close/>
                  <a:moveTo>
                    <a:pt x="52" y="0"/>
                  </a:moveTo>
                  <a:cubicBezTo>
                    <a:pt x="32" y="0"/>
                    <a:pt x="11" y="16"/>
                    <a:pt x="6" y="36"/>
                  </a:cubicBezTo>
                  <a:cubicBezTo>
                    <a:pt x="1" y="57"/>
                    <a:pt x="11" y="83"/>
                    <a:pt x="32" y="94"/>
                  </a:cubicBezTo>
                  <a:lnTo>
                    <a:pt x="3131" y="1506"/>
                  </a:lnTo>
                  <a:cubicBezTo>
                    <a:pt x="3136" y="1506"/>
                    <a:pt x="3147" y="1511"/>
                    <a:pt x="3152" y="1511"/>
                  </a:cubicBezTo>
                  <a:lnTo>
                    <a:pt x="37853" y="1511"/>
                  </a:lnTo>
                  <a:cubicBezTo>
                    <a:pt x="37858" y="1511"/>
                    <a:pt x="37863" y="1506"/>
                    <a:pt x="37874" y="1506"/>
                  </a:cubicBezTo>
                  <a:lnTo>
                    <a:pt x="40973" y="94"/>
                  </a:lnTo>
                  <a:cubicBezTo>
                    <a:pt x="41020" y="73"/>
                    <a:pt x="41004" y="0"/>
                    <a:pt x="409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3" name="Google Shape;16033;p130"/>
            <p:cNvSpPr/>
            <p:nvPr/>
          </p:nvSpPr>
          <p:spPr>
            <a:xfrm>
              <a:off x="3284200" y="1686300"/>
              <a:ext cx="55825" cy="84150"/>
            </a:xfrm>
            <a:custGeom>
              <a:avLst/>
              <a:gdLst/>
              <a:ahLst/>
              <a:cxnLst/>
              <a:rect l="l" t="t" r="r" b="b"/>
              <a:pathLst>
                <a:path w="2233" h="3366" extrusionOk="0">
                  <a:moveTo>
                    <a:pt x="1" y="1"/>
                  </a:moveTo>
                  <a:lnTo>
                    <a:pt x="1" y="3365"/>
                  </a:lnTo>
                  <a:lnTo>
                    <a:pt x="2233" y="3365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4" name="Google Shape;16034;p130"/>
            <p:cNvSpPr/>
            <p:nvPr/>
          </p:nvSpPr>
          <p:spPr>
            <a:xfrm>
              <a:off x="3282900" y="1685275"/>
              <a:ext cx="58300" cy="86325"/>
            </a:xfrm>
            <a:custGeom>
              <a:avLst/>
              <a:gdLst/>
              <a:ahLst/>
              <a:cxnLst/>
              <a:rect l="l" t="t" r="r" b="b"/>
              <a:pathLst>
                <a:path w="2332" h="3453" extrusionOk="0">
                  <a:moveTo>
                    <a:pt x="2238" y="94"/>
                  </a:moveTo>
                  <a:lnTo>
                    <a:pt x="2238" y="3359"/>
                  </a:lnTo>
                  <a:lnTo>
                    <a:pt x="99" y="3359"/>
                  </a:lnTo>
                  <a:lnTo>
                    <a:pt x="99" y="94"/>
                  </a:lnTo>
                  <a:close/>
                  <a:moveTo>
                    <a:pt x="53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3406"/>
                  </a:lnTo>
                  <a:cubicBezTo>
                    <a:pt x="1" y="3432"/>
                    <a:pt x="21" y="3453"/>
                    <a:pt x="53" y="3453"/>
                  </a:cubicBezTo>
                  <a:lnTo>
                    <a:pt x="2285" y="3453"/>
                  </a:lnTo>
                  <a:cubicBezTo>
                    <a:pt x="2311" y="3453"/>
                    <a:pt x="2332" y="3432"/>
                    <a:pt x="2332" y="3411"/>
                  </a:cubicBezTo>
                  <a:lnTo>
                    <a:pt x="2332" y="47"/>
                  </a:lnTo>
                  <a:cubicBezTo>
                    <a:pt x="2332" y="21"/>
                    <a:pt x="2311" y="0"/>
                    <a:pt x="2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5" name="Google Shape;16035;p130"/>
            <p:cNvSpPr/>
            <p:nvPr/>
          </p:nvSpPr>
          <p:spPr>
            <a:xfrm>
              <a:off x="3245775" y="1665425"/>
              <a:ext cx="96075" cy="20900"/>
            </a:xfrm>
            <a:custGeom>
              <a:avLst/>
              <a:gdLst/>
              <a:ahLst/>
              <a:cxnLst/>
              <a:rect l="l" t="t" r="r" b="b"/>
              <a:pathLst>
                <a:path w="3843" h="836" extrusionOk="0">
                  <a:moveTo>
                    <a:pt x="1" y="0"/>
                  </a:moveTo>
                  <a:lnTo>
                    <a:pt x="1538" y="836"/>
                  </a:lnTo>
                  <a:lnTo>
                    <a:pt x="3843" y="836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6" name="Google Shape;16036;p130"/>
            <p:cNvSpPr/>
            <p:nvPr/>
          </p:nvSpPr>
          <p:spPr>
            <a:xfrm>
              <a:off x="3244475" y="1664250"/>
              <a:ext cx="99075" cy="23375"/>
            </a:xfrm>
            <a:custGeom>
              <a:avLst/>
              <a:gdLst/>
              <a:ahLst/>
              <a:cxnLst/>
              <a:rect l="l" t="t" r="r" b="b"/>
              <a:pathLst>
                <a:path w="3963" h="935" extrusionOk="0">
                  <a:moveTo>
                    <a:pt x="2342" y="99"/>
                  </a:moveTo>
                  <a:lnTo>
                    <a:pt x="3703" y="836"/>
                  </a:lnTo>
                  <a:lnTo>
                    <a:pt x="1600" y="836"/>
                  </a:lnTo>
                  <a:lnTo>
                    <a:pt x="245" y="99"/>
                  </a:lnTo>
                  <a:close/>
                  <a:moveTo>
                    <a:pt x="53" y="0"/>
                  </a:moveTo>
                  <a:cubicBezTo>
                    <a:pt x="32" y="0"/>
                    <a:pt x="11" y="16"/>
                    <a:pt x="6" y="37"/>
                  </a:cubicBezTo>
                  <a:cubicBezTo>
                    <a:pt x="1" y="57"/>
                    <a:pt x="11" y="78"/>
                    <a:pt x="32" y="89"/>
                  </a:cubicBezTo>
                  <a:lnTo>
                    <a:pt x="1564" y="930"/>
                  </a:lnTo>
                  <a:cubicBezTo>
                    <a:pt x="1574" y="930"/>
                    <a:pt x="1579" y="935"/>
                    <a:pt x="1590" y="935"/>
                  </a:cubicBezTo>
                  <a:lnTo>
                    <a:pt x="3895" y="935"/>
                  </a:lnTo>
                  <a:cubicBezTo>
                    <a:pt x="3941" y="935"/>
                    <a:pt x="3962" y="867"/>
                    <a:pt x="3915" y="841"/>
                  </a:cubicBezTo>
                  <a:lnTo>
                    <a:pt x="2379" y="6"/>
                  </a:lnTo>
                  <a:cubicBezTo>
                    <a:pt x="2373" y="0"/>
                    <a:pt x="2363" y="0"/>
                    <a:pt x="2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7" name="Google Shape;16037;p130"/>
            <p:cNvSpPr/>
            <p:nvPr/>
          </p:nvSpPr>
          <p:spPr>
            <a:xfrm>
              <a:off x="3277050" y="1672825"/>
              <a:ext cx="21200" cy="4825"/>
            </a:xfrm>
            <a:custGeom>
              <a:avLst/>
              <a:gdLst/>
              <a:ahLst/>
              <a:cxnLst/>
              <a:rect l="l" t="t" r="r" b="b"/>
              <a:pathLst>
                <a:path w="848" h="193" extrusionOk="0">
                  <a:moveTo>
                    <a:pt x="427" y="0"/>
                  </a:moveTo>
                  <a:cubicBezTo>
                    <a:pt x="193" y="0"/>
                    <a:pt x="1" y="42"/>
                    <a:pt x="1" y="93"/>
                  </a:cubicBezTo>
                  <a:cubicBezTo>
                    <a:pt x="1" y="145"/>
                    <a:pt x="193" y="192"/>
                    <a:pt x="427" y="192"/>
                  </a:cubicBezTo>
                  <a:cubicBezTo>
                    <a:pt x="660" y="192"/>
                    <a:pt x="847" y="145"/>
                    <a:pt x="847" y="93"/>
                  </a:cubicBezTo>
                  <a:cubicBezTo>
                    <a:pt x="847" y="42"/>
                    <a:pt x="660" y="0"/>
                    <a:pt x="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8" name="Google Shape;16038;p130"/>
            <p:cNvSpPr/>
            <p:nvPr/>
          </p:nvSpPr>
          <p:spPr>
            <a:xfrm>
              <a:off x="3302100" y="1742000"/>
              <a:ext cx="14575" cy="12625"/>
            </a:xfrm>
            <a:custGeom>
              <a:avLst/>
              <a:gdLst/>
              <a:ahLst/>
              <a:cxnLst/>
              <a:rect l="l" t="t" r="r" b="b"/>
              <a:pathLst>
                <a:path w="583" h="505" extrusionOk="0">
                  <a:moveTo>
                    <a:pt x="333" y="0"/>
                  </a:moveTo>
                  <a:cubicBezTo>
                    <a:pt x="110" y="0"/>
                    <a:pt x="1" y="270"/>
                    <a:pt x="157" y="431"/>
                  </a:cubicBezTo>
                  <a:cubicBezTo>
                    <a:pt x="207" y="482"/>
                    <a:pt x="270" y="504"/>
                    <a:pt x="331" y="504"/>
                  </a:cubicBezTo>
                  <a:cubicBezTo>
                    <a:pt x="459" y="504"/>
                    <a:pt x="582" y="405"/>
                    <a:pt x="582" y="255"/>
                  </a:cubicBezTo>
                  <a:cubicBezTo>
                    <a:pt x="582" y="114"/>
                    <a:pt x="473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9" name="Google Shape;16039;p130"/>
            <p:cNvSpPr/>
            <p:nvPr/>
          </p:nvSpPr>
          <p:spPr>
            <a:xfrm>
              <a:off x="3966525" y="1686300"/>
              <a:ext cx="55825" cy="84150"/>
            </a:xfrm>
            <a:custGeom>
              <a:avLst/>
              <a:gdLst/>
              <a:ahLst/>
              <a:cxnLst/>
              <a:rect l="l" t="t" r="r" b="b"/>
              <a:pathLst>
                <a:path w="2233" h="3366" extrusionOk="0">
                  <a:moveTo>
                    <a:pt x="0" y="1"/>
                  </a:moveTo>
                  <a:lnTo>
                    <a:pt x="0" y="3365"/>
                  </a:lnTo>
                  <a:lnTo>
                    <a:pt x="2233" y="3365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0" name="Google Shape;16040;p130"/>
            <p:cNvSpPr/>
            <p:nvPr/>
          </p:nvSpPr>
          <p:spPr>
            <a:xfrm>
              <a:off x="3965225" y="1685275"/>
              <a:ext cx="58300" cy="86325"/>
            </a:xfrm>
            <a:custGeom>
              <a:avLst/>
              <a:gdLst/>
              <a:ahLst/>
              <a:cxnLst/>
              <a:rect l="l" t="t" r="r" b="b"/>
              <a:pathLst>
                <a:path w="2332" h="3453" extrusionOk="0">
                  <a:moveTo>
                    <a:pt x="2238" y="94"/>
                  </a:moveTo>
                  <a:lnTo>
                    <a:pt x="2238" y="3359"/>
                  </a:lnTo>
                  <a:lnTo>
                    <a:pt x="99" y="3359"/>
                  </a:lnTo>
                  <a:lnTo>
                    <a:pt x="99" y="94"/>
                  </a:lnTo>
                  <a:close/>
                  <a:moveTo>
                    <a:pt x="52" y="0"/>
                  </a:moveTo>
                  <a:cubicBezTo>
                    <a:pt x="26" y="0"/>
                    <a:pt x="5" y="21"/>
                    <a:pt x="0" y="47"/>
                  </a:cubicBezTo>
                  <a:lnTo>
                    <a:pt x="0" y="3406"/>
                  </a:lnTo>
                  <a:cubicBezTo>
                    <a:pt x="0" y="3432"/>
                    <a:pt x="26" y="3453"/>
                    <a:pt x="52" y="3453"/>
                  </a:cubicBezTo>
                  <a:lnTo>
                    <a:pt x="2285" y="3453"/>
                  </a:lnTo>
                  <a:cubicBezTo>
                    <a:pt x="2311" y="3453"/>
                    <a:pt x="2331" y="3437"/>
                    <a:pt x="2331" y="3411"/>
                  </a:cubicBezTo>
                  <a:lnTo>
                    <a:pt x="2331" y="47"/>
                  </a:lnTo>
                  <a:cubicBezTo>
                    <a:pt x="2331" y="21"/>
                    <a:pt x="2311" y="0"/>
                    <a:pt x="2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1" name="Google Shape;16041;p130"/>
            <p:cNvSpPr/>
            <p:nvPr/>
          </p:nvSpPr>
          <p:spPr>
            <a:xfrm>
              <a:off x="3964700" y="1665425"/>
              <a:ext cx="96075" cy="20900"/>
            </a:xfrm>
            <a:custGeom>
              <a:avLst/>
              <a:gdLst/>
              <a:ahLst/>
              <a:cxnLst/>
              <a:rect l="l" t="t" r="r" b="b"/>
              <a:pathLst>
                <a:path w="3843" h="836" extrusionOk="0">
                  <a:moveTo>
                    <a:pt x="1537" y="0"/>
                  </a:moveTo>
                  <a:lnTo>
                    <a:pt x="0" y="836"/>
                  </a:lnTo>
                  <a:lnTo>
                    <a:pt x="2306" y="836"/>
                  </a:lnTo>
                  <a:lnTo>
                    <a:pt x="38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2" name="Google Shape;16042;p130"/>
            <p:cNvSpPr/>
            <p:nvPr/>
          </p:nvSpPr>
          <p:spPr>
            <a:xfrm>
              <a:off x="3963000" y="1664250"/>
              <a:ext cx="99075" cy="23375"/>
            </a:xfrm>
            <a:custGeom>
              <a:avLst/>
              <a:gdLst/>
              <a:ahLst/>
              <a:cxnLst/>
              <a:rect l="l" t="t" r="r" b="b"/>
              <a:pathLst>
                <a:path w="3963" h="935" extrusionOk="0">
                  <a:moveTo>
                    <a:pt x="3718" y="99"/>
                  </a:moveTo>
                  <a:lnTo>
                    <a:pt x="2363" y="836"/>
                  </a:lnTo>
                  <a:lnTo>
                    <a:pt x="261" y="836"/>
                  </a:lnTo>
                  <a:lnTo>
                    <a:pt x="1621" y="99"/>
                  </a:lnTo>
                  <a:close/>
                  <a:moveTo>
                    <a:pt x="1605" y="0"/>
                  </a:moveTo>
                  <a:cubicBezTo>
                    <a:pt x="1600" y="0"/>
                    <a:pt x="1590" y="0"/>
                    <a:pt x="1584" y="6"/>
                  </a:cubicBezTo>
                  <a:lnTo>
                    <a:pt x="48" y="841"/>
                  </a:lnTo>
                  <a:cubicBezTo>
                    <a:pt x="1" y="867"/>
                    <a:pt x="22" y="935"/>
                    <a:pt x="74" y="935"/>
                  </a:cubicBezTo>
                  <a:lnTo>
                    <a:pt x="2374" y="935"/>
                  </a:lnTo>
                  <a:cubicBezTo>
                    <a:pt x="2384" y="935"/>
                    <a:pt x="2389" y="930"/>
                    <a:pt x="2400" y="930"/>
                  </a:cubicBezTo>
                  <a:lnTo>
                    <a:pt x="3936" y="89"/>
                  </a:lnTo>
                  <a:cubicBezTo>
                    <a:pt x="3952" y="78"/>
                    <a:pt x="3962" y="57"/>
                    <a:pt x="3957" y="37"/>
                  </a:cubicBezTo>
                  <a:cubicBezTo>
                    <a:pt x="3952" y="16"/>
                    <a:pt x="3931" y="0"/>
                    <a:pt x="3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3" name="Google Shape;16043;p130"/>
            <p:cNvSpPr/>
            <p:nvPr/>
          </p:nvSpPr>
          <p:spPr>
            <a:xfrm>
              <a:off x="4008175" y="1672825"/>
              <a:ext cx="21175" cy="4825"/>
            </a:xfrm>
            <a:custGeom>
              <a:avLst/>
              <a:gdLst/>
              <a:ahLst/>
              <a:cxnLst/>
              <a:rect l="l" t="t" r="r" b="b"/>
              <a:pathLst>
                <a:path w="847" h="193" extrusionOk="0">
                  <a:moveTo>
                    <a:pt x="426" y="0"/>
                  </a:moveTo>
                  <a:cubicBezTo>
                    <a:pt x="193" y="0"/>
                    <a:pt x="1" y="42"/>
                    <a:pt x="1" y="93"/>
                  </a:cubicBezTo>
                  <a:cubicBezTo>
                    <a:pt x="1" y="145"/>
                    <a:pt x="193" y="192"/>
                    <a:pt x="426" y="192"/>
                  </a:cubicBezTo>
                  <a:cubicBezTo>
                    <a:pt x="660" y="192"/>
                    <a:pt x="847" y="145"/>
                    <a:pt x="847" y="93"/>
                  </a:cubicBezTo>
                  <a:cubicBezTo>
                    <a:pt x="847" y="42"/>
                    <a:pt x="660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4" name="Google Shape;16044;p130"/>
            <p:cNvSpPr/>
            <p:nvPr/>
          </p:nvSpPr>
          <p:spPr>
            <a:xfrm>
              <a:off x="3989750" y="1742000"/>
              <a:ext cx="14700" cy="12625"/>
            </a:xfrm>
            <a:custGeom>
              <a:avLst/>
              <a:gdLst/>
              <a:ahLst/>
              <a:cxnLst/>
              <a:rect l="l" t="t" r="r" b="b"/>
              <a:pathLst>
                <a:path w="588" h="505" extrusionOk="0">
                  <a:moveTo>
                    <a:pt x="255" y="0"/>
                  </a:moveTo>
                  <a:cubicBezTo>
                    <a:pt x="115" y="0"/>
                    <a:pt x="0" y="114"/>
                    <a:pt x="0" y="255"/>
                  </a:cubicBezTo>
                  <a:cubicBezTo>
                    <a:pt x="0" y="405"/>
                    <a:pt x="124" y="504"/>
                    <a:pt x="254" y="504"/>
                  </a:cubicBezTo>
                  <a:cubicBezTo>
                    <a:pt x="316" y="504"/>
                    <a:pt x="379" y="482"/>
                    <a:pt x="431" y="431"/>
                  </a:cubicBezTo>
                  <a:cubicBezTo>
                    <a:pt x="587" y="270"/>
                    <a:pt x="478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5" name="Google Shape;16045;p130"/>
            <p:cNvSpPr/>
            <p:nvPr/>
          </p:nvSpPr>
          <p:spPr>
            <a:xfrm>
              <a:off x="3794425" y="1461775"/>
              <a:ext cx="139925" cy="127350"/>
            </a:xfrm>
            <a:custGeom>
              <a:avLst/>
              <a:gdLst/>
              <a:ahLst/>
              <a:cxnLst/>
              <a:rect l="l" t="t" r="r" b="b"/>
              <a:pathLst>
                <a:path w="5597" h="5094" extrusionOk="0">
                  <a:moveTo>
                    <a:pt x="4470" y="0"/>
                  </a:moveTo>
                  <a:lnTo>
                    <a:pt x="3556" y="836"/>
                  </a:lnTo>
                  <a:lnTo>
                    <a:pt x="3255" y="1501"/>
                  </a:lnTo>
                  <a:lnTo>
                    <a:pt x="3255" y="1989"/>
                  </a:lnTo>
                  <a:lnTo>
                    <a:pt x="2487" y="1989"/>
                  </a:lnTo>
                  <a:lnTo>
                    <a:pt x="2352" y="2150"/>
                  </a:lnTo>
                  <a:lnTo>
                    <a:pt x="2352" y="4143"/>
                  </a:lnTo>
                  <a:lnTo>
                    <a:pt x="1692" y="4143"/>
                  </a:lnTo>
                  <a:lnTo>
                    <a:pt x="1692" y="1553"/>
                  </a:lnTo>
                  <a:lnTo>
                    <a:pt x="1137" y="1553"/>
                  </a:lnTo>
                  <a:lnTo>
                    <a:pt x="1002" y="1714"/>
                  </a:lnTo>
                  <a:lnTo>
                    <a:pt x="1002" y="4143"/>
                  </a:lnTo>
                  <a:lnTo>
                    <a:pt x="919" y="4143"/>
                  </a:lnTo>
                  <a:lnTo>
                    <a:pt x="919" y="815"/>
                  </a:lnTo>
                  <a:lnTo>
                    <a:pt x="5" y="815"/>
                  </a:lnTo>
                  <a:lnTo>
                    <a:pt x="5" y="4143"/>
                  </a:lnTo>
                  <a:lnTo>
                    <a:pt x="0" y="4143"/>
                  </a:lnTo>
                  <a:lnTo>
                    <a:pt x="0" y="5093"/>
                  </a:lnTo>
                  <a:lnTo>
                    <a:pt x="5597" y="5093"/>
                  </a:lnTo>
                  <a:lnTo>
                    <a:pt x="5597" y="1008"/>
                  </a:lnTo>
                  <a:lnTo>
                    <a:pt x="5062" y="1008"/>
                  </a:lnTo>
                  <a:lnTo>
                    <a:pt x="4984" y="1246"/>
                  </a:lnTo>
                  <a:lnTo>
                    <a:pt x="4984" y="4143"/>
                  </a:lnTo>
                  <a:lnTo>
                    <a:pt x="4470" y="4143"/>
                  </a:lnTo>
                  <a:lnTo>
                    <a:pt x="44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6" name="Google Shape;16046;p130"/>
            <p:cNvSpPr/>
            <p:nvPr/>
          </p:nvSpPr>
          <p:spPr>
            <a:xfrm>
              <a:off x="3823475" y="1414275"/>
              <a:ext cx="46100" cy="43550"/>
            </a:xfrm>
            <a:custGeom>
              <a:avLst/>
              <a:gdLst/>
              <a:ahLst/>
              <a:cxnLst/>
              <a:rect l="l" t="t" r="r" b="b"/>
              <a:pathLst>
                <a:path w="1844" h="1742" extrusionOk="0">
                  <a:moveTo>
                    <a:pt x="759" y="0"/>
                  </a:moveTo>
                  <a:lnTo>
                    <a:pt x="759" y="0"/>
                  </a:lnTo>
                  <a:cubicBezTo>
                    <a:pt x="188" y="223"/>
                    <a:pt x="1" y="935"/>
                    <a:pt x="385" y="1407"/>
                  </a:cubicBezTo>
                  <a:cubicBezTo>
                    <a:pt x="569" y="1632"/>
                    <a:pt x="828" y="1742"/>
                    <a:pt x="1086" y="1742"/>
                  </a:cubicBezTo>
                  <a:cubicBezTo>
                    <a:pt x="1377" y="1742"/>
                    <a:pt x="1666" y="1604"/>
                    <a:pt x="1844" y="1334"/>
                  </a:cubicBezTo>
                  <a:lnTo>
                    <a:pt x="1844" y="1334"/>
                  </a:lnTo>
                  <a:cubicBezTo>
                    <a:pt x="1740" y="1376"/>
                    <a:pt x="1626" y="1397"/>
                    <a:pt x="1512" y="1397"/>
                  </a:cubicBezTo>
                  <a:cubicBezTo>
                    <a:pt x="795" y="1397"/>
                    <a:pt x="364" y="597"/>
                    <a:pt x="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47" name="Google Shape;16047;p130"/>
          <p:cNvGrpSpPr/>
          <p:nvPr/>
        </p:nvGrpSpPr>
        <p:grpSpPr>
          <a:xfrm>
            <a:off x="7830073" y="2645583"/>
            <a:ext cx="1148607" cy="1675801"/>
            <a:chOff x="-291675" y="2634500"/>
            <a:chExt cx="1154843" cy="1684899"/>
          </a:xfrm>
        </p:grpSpPr>
        <p:sp>
          <p:nvSpPr>
            <p:cNvPr id="16048" name="Google Shape;16048;p130"/>
            <p:cNvSpPr/>
            <p:nvPr/>
          </p:nvSpPr>
          <p:spPr>
            <a:xfrm>
              <a:off x="-290803" y="4242948"/>
              <a:ext cx="1153971" cy="76451"/>
            </a:xfrm>
            <a:custGeom>
              <a:avLst/>
              <a:gdLst/>
              <a:ahLst/>
              <a:cxnLst/>
              <a:rect l="l" t="t" r="r" b="b"/>
              <a:pathLst>
                <a:path w="19849" h="1315" extrusionOk="0">
                  <a:moveTo>
                    <a:pt x="764" y="1"/>
                  </a:moveTo>
                  <a:lnTo>
                    <a:pt x="1" y="1314"/>
                  </a:lnTo>
                  <a:lnTo>
                    <a:pt x="17211" y="1314"/>
                  </a:lnTo>
                  <a:lnTo>
                    <a:pt x="19848" y="1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9" name="Google Shape;16049;p130"/>
            <p:cNvSpPr/>
            <p:nvPr/>
          </p:nvSpPr>
          <p:spPr>
            <a:xfrm>
              <a:off x="-176387" y="4195857"/>
              <a:ext cx="63137" cy="65288"/>
            </a:xfrm>
            <a:custGeom>
              <a:avLst/>
              <a:gdLst/>
              <a:ahLst/>
              <a:cxnLst/>
              <a:rect l="l" t="t" r="r" b="b"/>
              <a:pathLst>
                <a:path w="1086" h="1123" extrusionOk="0">
                  <a:moveTo>
                    <a:pt x="0" y="1"/>
                  </a:moveTo>
                  <a:lnTo>
                    <a:pt x="0" y="1122"/>
                  </a:lnTo>
                  <a:lnTo>
                    <a:pt x="686" y="1122"/>
                  </a:lnTo>
                  <a:lnTo>
                    <a:pt x="10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0" name="Google Shape;16050;p130"/>
            <p:cNvSpPr/>
            <p:nvPr/>
          </p:nvSpPr>
          <p:spPr>
            <a:xfrm>
              <a:off x="-179410" y="4192833"/>
              <a:ext cx="69474" cy="71335"/>
            </a:xfrm>
            <a:custGeom>
              <a:avLst/>
              <a:gdLst/>
              <a:ahLst/>
              <a:cxnLst/>
              <a:rect l="l" t="t" r="r" b="b"/>
              <a:pathLst>
                <a:path w="1195" h="1227" extrusionOk="0">
                  <a:moveTo>
                    <a:pt x="1070" y="100"/>
                  </a:moveTo>
                  <a:lnTo>
                    <a:pt x="706" y="1128"/>
                  </a:lnTo>
                  <a:lnTo>
                    <a:pt x="99" y="1128"/>
                  </a:lnTo>
                  <a:lnTo>
                    <a:pt x="99" y="100"/>
                  </a:lnTo>
                  <a:close/>
                  <a:moveTo>
                    <a:pt x="52" y="1"/>
                  </a:moveTo>
                  <a:cubicBezTo>
                    <a:pt x="26" y="1"/>
                    <a:pt x="0" y="22"/>
                    <a:pt x="0" y="53"/>
                  </a:cubicBezTo>
                  <a:lnTo>
                    <a:pt x="0" y="1174"/>
                  </a:lnTo>
                  <a:cubicBezTo>
                    <a:pt x="0" y="1205"/>
                    <a:pt x="26" y="1226"/>
                    <a:pt x="52" y="1226"/>
                  </a:cubicBezTo>
                  <a:lnTo>
                    <a:pt x="738" y="1226"/>
                  </a:lnTo>
                  <a:cubicBezTo>
                    <a:pt x="758" y="1226"/>
                    <a:pt x="779" y="1211"/>
                    <a:pt x="784" y="1190"/>
                  </a:cubicBezTo>
                  <a:lnTo>
                    <a:pt x="1184" y="68"/>
                  </a:lnTo>
                  <a:cubicBezTo>
                    <a:pt x="1194" y="37"/>
                    <a:pt x="1168" y="1"/>
                    <a:pt x="1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1" name="Google Shape;16051;p130"/>
            <p:cNvSpPr/>
            <p:nvPr/>
          </p:nvSpPr>
          <p:spPr>
            <a:xfrm>
              <a:off x="-176387" y="4195857"/>
              <a:ext cx="63137" cy="65288"/>
            </a:xfrm>
            <a:custGeom>
              <a:avLst/>
              <a:gdLst/>
              <a:ahLst/>
              <a:cxnLst/>
              <a:rect l="l" t="t" r="r" b="b"/>
              <a:pathLst>
                <a:path w="1086" h="1123" extrusionOk="0">
                  <a:moveTo>
                    <a:pt x="0" y="1"/>
                  </a:moveTo>
                  <a:lnTo>
                    <a:pt x="0" y="1122"/>
                  </a:lnTo>
                  <a:lnTo>
                    <a:pt x="686" y="1122"/>
                  </a:lnTo>
                  <a:lnTo>
                    <a:pt x="10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2" name="Google Shape;16052;p130"/>
            <p:cNvSpPr/>
            <p:nvPr/>
          </p:nvSpPr>
          <p:spPr>
            <a:xfrm>
              <a:off x="-136563" y="4195857"/>
              <a:ext cx="50173" cy="65288"/>
            </a:xfrm>
            <a:custGeom>
              <a:avLst/>
              <a:gdLst/>
              <a:ahLst/>
              <a:cxnLst/>
              <a:rect l="l" t="t" r="r" b="b"/>
              <a:pathLst>
                <a:path w="863" h="1123" extrusionOk="0">
                  <a:moveTo>
                    <a:pt x="400" y="1"/>
                  </a:moveTo>
                  <a:lnTo>
                    <a:pt x="1" y="1122"/>
                  </a:lnTo>
                  <a:lnTo>
                    <a:pt x="1" y="1122"/>
                  </a:lnTo>
                  <a:lnTo>
                    <a:pt x="582" y="769"/>
                  </a:lnTo>
                  <a:lnTo>
                    <a:pt x="862" y="6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3" name="Google Shape;16053;p130"/>
            <p:cNvSpPr/>
            <p:nvPr/>
          </p:nvSpPr>
          <p:spPr>
            <a:xfrm>
              <a:off x="-139586" y="4192833"/>
              <a:ext cx="56219" cy="71335"/>
            </a:xfrm>
            <a:custGeom>
              <a:avLst/>
              <a:gdLst/>
              <a:ahLst/>
              <a:cxnLst/>
              <a:rect l="l" t="t" r="r" b="b"/>
              <a:pathLst>
                <a:path w="967" h="1227" extrusionOk="0">
                  <a:moveTo>
                    <a:pt x="489" y="100"/>
                  </a:moveTo>
                  <a:lnTo>
                    <a:pt x="847" y="105"/>
                  </a:lnTo>
                  <a:lnTo>
                    <a:pt x="598" y="785"/>
                  </a:lnTo>
                  <a:lnTo>
                    <a:pt x="146" y="1060"/>
                  </a:lnTo>
                  <a:lnTo>
                    <a:pt x="489" y="100"/>
                  </a:lnTo>
                  <a:close/>
                  <a:moveTo>
                    <a:pt x="452" y="1"/>
                  </a:moveTo>
                  <a:cubicBezTo>
                    <a:pt x="432" y="1"/>
                    <a:pt x="411" y="17"/>
                    <a:pt x="406" y="37"/>
                  </a:cubicBezTo>
                  <a:lnTo>
                    <a:pt x="6" y="1159"/>
                  </a:lnTo>
                  <a:cubicBezTo>
                    <a:pt x="1" y="1179"/>
                    <a:pt x="6" y="1200"/>
                    <a:pt x="21" y="1216"/>
                  </a:cubicBezTo>
                  <a:cubicBezTo>
                    <a:pt x="32" y="1221"/>
                    <a:pt x="42" y="1226"/>
                    <a:pt x="53" y="1226"/>
                  </a:cubicBezTo>
                  <a:cubicBezTo>
                    <a:pt x="63" y="1226"/>
                    <a:pt x="68" y="1221"/>
                    <a:pt x="78" y="1216"/>
                  </a:cubicBezTo>
                  <a:lnTo>
                    <a:pt x="660" y="863"/>
                  </a:lnTo>
                  <a:cubicBezTo>
                    <a:pt x="665" y="852"/>
                    <a:pt x="676" y="847"/>
                    <a:pt x="681" y="837"/>
                  </a:cubicBezTo>
                  <a:lnTo>
                    <a:pt x="961" y="74"/>
                  </a:lnTo>
                  <a:cubicBezTo>
                    <a:pt x="966" y="58"/>
                    <a:pt x="961" y="43"/>
                    <a:pt x="956" y="27"/>
                  </a:cubicBezTo>
                  <a:cubicBezTo>
                    <a:pt x="945" y="17"/>
                    <a:pt x="930" y="6"/>
                    <a:pt x="914" y="6"/>
                  </a:cubicBezTo>
                  <a:lnTo>
                    <a:pt x="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4" name="Google Shape;16054;p130"/>
            <p:cNvSpPr/>
            <p:nvPr/>
          </p:nvSpPr>
          <p:spPr>
            <a:xfrm>
              <a:off x="758997" y="4167194"/>
              <a:ext cx="74590" cy="88834"/>
            </a:xfrm>
            <a:custGeom>
              <a:avLst/>
              <a:gdLst/>
              <a:ahLst/>
              <a:cxnLst/>
              <a:rect l="l" t="t" r="r" b="b"/>
              <a:pathLst>
                <a:path w="1283" h="1528" extrusionOk="0">
                  <a:moveTo>
                    <a:pt x="0" y="1"/>
                  </a:moveTo>
                  <a:lnTo>
                    <a:pt x="369" y="1527"/>
                  </a:lnTo>
                  <a:lnTo>
                    <a:pt x="1132" y="1527"/>
                  </a:lnTo>
                  <a:lnTo>
                    <a:pt x="12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5" name="Google Shape;16055;p130"/>
            <p:cNvSpPr/>
            <p:nvPr/>
          </p:nvSpPr>
          <p:spPr>
            <a:xfrm>
              <a:off x="755973" y="4164462"/>
              <a:ext cx="80637" cy="94532"/>
            </a:xfrm>
            <a:custGeom>
              <a:avLst/>
              <a:gdLst/>
              <a:ahLst/>
              <a:cxnLst/>
              <a:rect l="l" t="t" r="r" b="b"/>
              <a:pathLst>
                <a:path w="1387" h="1626" extrusionOk="0">
                  <a:moveTo>
                    <a:pt x="1283" y="100"/>
                  </a:moveTo>
                  <a:lnTo>
                    <a:pt x="1142" y="1527"/>
                  </a:lnTo>
                  <a:lnTo>
                    <a:pt x="462" y="1527"/>
                  </a:lnTo>
                  <a:lnTo>
                    <a:pt x="115" y="100"/>
                  </a:lnTo>
                  <a:close/>
                  <a:moveTo>
                    <a:pt x="52" y="1"/>
                  </a:moveTo>
                  <a:cubicBezTo>
                    <a:pt x="37" y="1"/>
                    <a:pt x="21" y="6"/>
                    <a:pt x="11" y="22"/>
                  </a:cubicBezTo>
                  <a:cubicBezTo>
                    <a:pt x="6" y="32"/>
                    <a:pt x="0" y="48"/>
                    <a:pt x="0" y="63"/>
                  </a:cubicBezTo>
                  <a:lnTo>
                    <a:pt x="374" y="1590"/>
                  </a:lnTo>
                  <a:cubicBezTo>
                    <a:pt x="379" y="1610"/>
                    <a:pt x="400" y="1626"/>
                    <a:pt x="421" y="1626"/>
                  </a:cubicBezTo>
                  <a:lnTo>
                    <a:pt x="1184" y="1626"/>
                  </a:lnTo>
                  <a:cubicBezTo>
                    <a:pt x="1210" y="1626"/>
                    <a:pt x="1231" y="1605"/>
                    <a:pt x="1236" y="1579"/>
                  </a:cubicBezTo>
                  <a:lnTo>
                    <a:pt x="1386" y="53"/>
                  </a:lnTo>
                  <a:cubicBezTo>
                    <a:pt x="1386" y="42"/>
                    <a:pt x="1381" y="27"/>
                    <a:pt x="1371" y="17"/>
                  </a:cubicBezTo>
                  <a:cubicBezTo>
                    <a:pt x="1366" y="6"/>
                    <a:pt x="1350" y="1"/>
                    <a:pt x="1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6" name="Google Shape;16056;p130"/>
            <p:cNvSpPr/>
            <p:nvPr/>
          </p:nvSpPr>
          <p:spPr>
            <a:xfrm>
              <a:off x="758997" y="4167194"/>
              <a:ext cx="74590" cy="88834"/>
            </a:xfrm>
            <a:custGeom>
              <a:avLst/>
              <a:gdLst/>
              <a:ahLst/>
              <a:cxnLst/>
              <a:rect l="l" t="t" r="r" b="b"/>
              <a:pathLst>
                <a:path w="1283" h="1528" extrusionOk="0">
                  <a:moveTo>
                    <a:pt x="0" y="1"/>
                  </a:moveTo>
                  <a:lnTo>
                    <a:pt x="369" y="1527"/>
                  </a:lnTo>
                  <a:lnTo>
                    <a:pt x="1132" y="1527"/>
                  </a:lnTo>
                  <a:lnTo>
                    <a:pt x="12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7" name="Google Shape;16057;p130"/>
            <p:cNvSpPr/>
            <p:nvPr/>
          </p:nvSpPr>
          <p:spPr>
            <a:xfrm>
              <a:off x="822658" y="4153009"/>
              <a:ext cx="36568" cy="102671"/>
            </a:xfrm>
            <a:custGeom>
              <a:avLst/>
              <a:gdLst/>
              <a:ahLst/>
              <a:cxnLst/>
              <a:rect l="l" t="t" r="r" b="b"/>
              <a:pathLst>
                <a:path w="629" h="1766" extrusionOk="0">
                  <a:moveTo>
                    <a:pt x="629" y="1"/>
                  </a:moveTo>
                  <a:lnTo>
                    <a:pt x="1" y="281"/>
                  </a:lnTo>
                  <a:lnTo>
                    <a:pt x="37" y="1766"/>
                  </a:lnTo>
                  <a:lnTo>
                    <a:pt x="629" y="1506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8" name="Google Shape;16058;p130"/>
            <p:cNvSpPr/>
            <p:nvPr/>
          </p:nvSpPr>
          <p:spPr>
            <a:xfrm>
              <a:off x="819925" y="4150102"/>
              <a:ext cx="42033" cy="108310"/>
            </a:xfrm>
            <a:custGeom>
              <a:avLst/>
              <a:gdLst/>
              <a:ahLst/>
              <a:cxnLst/>
              <a:rect l="l" t="t" r="r" b="b"/>
              <a:pathLst>
                <a:path w="723" h="1863" extrusionOk="0">
                  <a:moveTo>
                    <a:pt x="629" y="123"/>
                  </a:moveTo>
                  <a:lnTo>
                    <a:pt x="629" y="1525"/>
                  </a:lnTo>
                  <a:lnTo>
                    <a:pt x="131" y="1738"/>
                  </a:lnTo>
                  <a:lnTo>
                    <a:pt x="100" y="362"/>
                  </a:lnTo>
                  <a:lnTo>
                    <a:pt x="629" y="123"/>
                  </a:lnTo>
                  <a:close/>
                  <a:moveTo>
                    <a:pt x="674" y="1"/>
                  </a:moveTo>
                  <a:cubicBezTo>
                    <a:pt x="668" y="1"/>
                    <a:pt x="662" y="2"/>
                    <a:pt x="655" y="4"/>
                  </a:cubicBezTo>
                  <a:lnTo>
                    <a:pt x="27" y="289"/>
                  </a:lnTo>
                  <a:cubicBezTo>
                    <a:pt x="11" y="295"/>
                    <a:pt x="1" y="315"/>
                    <a:pt x="1" y="336"/>
                  </a:cubicBezTo>
                  <a:lnTo>
                    <a:pt x="37" y="1816"/>
                  </a:lnTo>
                  <a:cubicBezTo>
                    <a:pt x="37" y="1831"/>
                    <a:pt x="48" y="1847"/>
                    <a:pt x="58" y="1857"/>
                  </a:cubicBezTo>
                  <a:cubicBezTo>
                    <a:pt x="68" y="1857"/>
                    <a:pt x="79" y="1863"/>
                    <a:pt x="84" y="1863"/>
                  </a:cubicBezTo>
                  <a:cubicBezTo>
                    <a:pt x="94" y="1863"/>
                    <a:pt x="100" y="1863"/>
                    <a:pt x="105" y="1857"/>
                  </a:cubicBezTo>
                  <a:lnTo>
                    <a:pt x="697" y="1603"/>
                  </a:lnTo>
                  <a:cubicBezTo>
                    <a:pt x="712" y="1593"/>
                    <a:pt x="723" y="1577"/>
                    <a:pt x="723" y="1556"/>
                  </a:cubicBezTo>
                  <a:lnTo>
                    <a:pt x="723" y="51"/>
                  </a:lnTo>
                  <a:cubicBezTo>
                    <a:pt x="723" y="35"/>
                    <a:pt x="717" y="20"/>
                    <a:pt x="702" y="9"/>
                  </a:cubicBezTo>
                  <a:cubicBezTo>
                    <a:pt x="693" y="3"/>
                    <a:pt x="684" y="1"/>
                    <a:pt x="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9" name="Google Shape;16059;p130"/>
            <p:cNvSpPr/>
            <p:nvPr/>
          </p:nvSpPr>
          <p:spPr>
            <a:xfrm>
              <a:off x="-289001" y="3046525"/>
              <a:ext cx="1004267" cy="1171412"/>
            </a:xfrm>
            <a:custGeom>
              <a:avLst/>
              <a:gdLst/>
              <a:ahLst/>
              <a:cxnLst/>
              <a:rect l="l" t="t" r="r" b="b"/>
              <a:pathLst>
                <a:path w="17274" h="20149" extrusionOk="0">
                  <a:moveTo>
                    <a:pt x="1" y="0"/>
                  </a:moveTo>
                  <a:lnTo>
                    <a:pt x="1" y="20149"/>
                  </a:lnTo>
                  <a:lnTo>
                    <a:pt x="17273" y="20149"/>
                  </a:lnTo>
                  <a:lnTo>
                    <a:pt x="172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0" name="Google Shape;16060;p130"/>
            <p:cNvSpPr/>
            <p:nvPr/>
          </p:nvSpPr>
          <p:spPr>
            <a:xfrm>
              <a:off x="-291675" y="3043792"/>
              <a:ext cx="1009674" cy="1176877"/>
            </a:xfrm>
            <a:custGeom>
              <a:avLst/>
              <a:gdLst/>
              <a:ahLst/>
              <a:cxnLst/>
              <a:rect l="l" t="t" r="r" b="b"/>
              <a:pathLst>
                <a:path w="17367" h="20243" extrusionOk="0">
                  <a:moveTo>
                    <a:pt x="17273" y="94"/>
                  </a:moveTo>
                  <a:lnTo>
                    <a:pt x="17273" y="20144"/>
                  </a:lnTo>
                  <a:lnTo>
                    <a:pt x="99" y="20144"/>
                  </a:lnTo>
                  <a:lnTo>
                    <a:pt x="99" y="94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20196"/>
                  </a:lnTo>
                  <a:cubicBezTo>
                    <a:pt x="0" y="20222"/>
                    <a:pt x="21" y="20243"/>
                    <a:pt x="47" y="20243"/>
                  </a:cubicBezTo>
                  <a:lnTo>
                    <a:pt x="17319" y="20243"/>
                  </a:lnTo>
                  <a:cubicBezTo>
                    <a:pt x="17345" y="20243"/>
                    <a:pt x="17366" y="20222"/>
                    <a:pt x="17366" y="20196"/>
                  </a:cubicBezTo>
                  <a:lnTo>
                    <a:pt x="17366" y="47"/>
                  </a:lnTo>
                  <a:cubicBezTo>
                    <a:pt x="17366" y="21"/>
                    <a:pt x="17345" y="0"/>
                    <a:pt x="17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1" name="Google Shape;16061;p130"/>
            <p:cNvSpPr/>
            <p:nvPr/>
          </p:nvSpPr>
          <p:spPr>
            <a:xfrm>
              <a:off x="-234642" y="3632033"/>
              <a:ext cx="895550" cy="531609"/>
            </a:xfrm>
            <a:custGeom>
              <a:avLst/>
              <a:gdLst/>
              <a:ahLst/>
              <a:cxnLst/>
              <a:rect l="l" t="t" r="r" b="b"/>
              <a:pathLst>
                <a:path w="15404" h="9144" extrusionOk="0">
                  <a:moveTo>
                    <a:pt x="0" y="1"/>
                  </a:moveTo>
                  <a:lnTo>
                    <a:pt x="0" y="9143"/>
                  </a:lnTo>
                  <a:lnTo>
                    <a:pt x="15404" y="9143"/>
                  </a:lnTo>
                  <a:lnTo>
                    <a:pt x="154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2" name="Google Shape;16062;p130"/>
            <p:cNvSpPr/>
            <p:nvPr/>
          </p:nvSpPr>
          <p:spPr>
            <a:xfrm>
              <a:off x="-237374" y="3629359"/>
              <a:ext cx="901306" cy="537307"/>
            </a:xfrm>
            <a:custGeom>
              <a:avLst/>
              <a:gdLst/>
              <a:ahLst/>
              <a:cxnLst/>
              <a:rect l="l" t="t" r="r" b="b"/>
              <a:pathLst>
                <a:path w="15503" h="9242" extrusionOk="0">
                  <a:moveTo>
                    <a:pt x="15404" y="99"/>
                  </a:moveTo>
                  <a:lnTo>
                    <a:pt x="15404" y="9143"/>
                  </a:lnTo>
                  <a:lnTo>
                    <a:pt x="94" y="9143"/>
                  </a:lnTo>
                  <a:lnTo>
                    <a:pt x="94" y="99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9189"/>
                  </a:lnTo>
                  <a:cubicBezTo>
                    <a:pt x="1" y="9215"/>
                    <a:pt x="21" y="9236"/>
                    <a:pt x="47" y="9241"/>
                  </a:cubicBezTo>
                  <a:lnTo>
                    <a:pt x="15451" y="9241"/>
                  </a:lnTo>
                  <a:cubicBezTo>
                    <a:pt x="15477" y="9236"/>
                    <a:pt x="15498" y="9215"/>
                    <a:pt x="15503" y="9189"/>
                  </a:cubicBezTo>
                  <a:lnTo>
                    <a:pt x="15503" y="47"/>
                  </a:lnTo>
                  <a:cubicBezTo>
                    <a:pt x="15498" y="21"/>
                    <a:pt x="15477" y="0"/>
                    <a:pt x="15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3" name="Google Shape;16063;p130"/>
            <p:cNvSpPr/>
            <p:nvPr/>
          </p:nvSpPr>
          <p:spPr>
            <a:xfrm>
              <a:off x="-289001" y="4217891"/>
              <a:ext cx="91218" cy="94532"/>
            </a:xfrm>
            <a:custGeom>
              <a:avLst/>
              <a:gdLst/>
              <a:ahLst/>
              <a:cxnLst/>
              <a:rect l="l" t="t" r="r" b="b"/>
              <a:pathLst>
                <a:path w="1569" h="1626" extrusionOk="0">
                  <a:moveTo>
                    <a:pt x="1" y="1"/>
                  </a:moveTo>
                  <a:lnTo>
                    <a:pt x="1" y="1626"/>
                  </a:lnTo>
                  <a:lnTo>
                    <a:pt x="992" y="1626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4" name="Google Shape;16064;p130"/>
            <p:cNvSpPr/>
            <p:nvPr/>
          </p:nvSpPr>
          <p:spPr>
            <a:xfrm>
              <a:off x="-291675" y="4215217"/>
              <a:ext cx="97206" cy="99938"/>
            </a:xfrm>
            <a:custGeom>
              <a:avLst/>
              <a:gdLst/>
              <a:ahLst/>
              <a:cxnLst/>
              <a:rect l="l" t="t" r="r" b="b"/>
              <a:pathLst>
                <a:path w="1672" h="1719" extrusionOk="0">
                  <a:moveTo>
                    <a:pt x="1547" y="99"/>
                  </a:moveTo>
                  <a:lnTo>
                    <a:pt x="1007" y="1625"/>
                  </a:lnTo>
                  <a:lnTo>
                    <a:pt x="99" y="1625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lnTo>
                    <a:pt x="0" y="1672"/>
                  </a:lnTo>
                  <a:cubicBezTo>
                    <a:pt x="0" y="1698"/>
                    <a:pt x="21" y="1719"/>
                    <a:pt x="47" y="1719"/>
                  </a:cubicBezTo>
                  <a:lnTo>
                    <a:pt x="1038" y="1719"/>
                  </a:lnTo>
                  <a:cubicBezTo>
                    <a:pt x="1059" y="1719"/>
                    <a:pt x="1080" y="1708"/>
                    <a:pt x="1085" y="1687"/>
                  </a:cubicBezTo>
                  <a:lnTo>
                    <a:pt x="1661" y="68"/>
                  </a:lnTo>
                  <a:cubicBezTo>
                    <a:pt x="1672" y="31"/>
                    <a:pt x="1651" y="0"/>
                    <a:pt x="1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5" name="Google Shape;16065;p130"/>
            <p:cNvSpPr/>
            <p:nvPr/>
          </p:nvSpPr>
          <p:spPr>
            <a:xfrm>
              <a:off x="624058" y="4217891"/>
              <a:ext cx="91218" cy="94532"/>
            </a:xfrm>
            <a:custGeom>
              <a:avLst/>
              <a:gdLst/>
              <a:ahLst/>
              <a:cxnLst/>
              <a:rect l="l" t="t" r="r" b="b"/>
              <a:pathLst>
                <a:path w="1569" h="1626" extrusionOk="0">
                  <a:moveTo>
                    <a:pt x="1" y="1"/>
                  </a:moveTo>
                  <a:lnTo>
                    <a:pt x="577" y="1626"/>
                  </a:lnTo>
                  <a:lnTo>
                    <a:pt x="1568" y="1626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6" name="Google Shape;16066;p130"/>
            <p:cNvSpPr/>
            <p:nvPr/>
          </p:nvSpPr>
          <p:spPr>
            <a:xfrm>
              <a:off x="621035" y="4215217"/>
              <a:ext cx="96973" cy="99938"/>
            </a:xfrm>
            <a:custGeom>
              <a:avLst/>
              <a:gdLst/>
              <a:ahLst/>
              <a:cxnLst/>
              <a:rect l="l" t="t" r="r" b="b"/>
              <a:pathLst>
                <a:path w="1668" h="1719" extrusionOk="0">
                  <a:moveTo>
                    <a:pt x="1569" y="99"/>
                  </a:moveTo>
                  <a:lnTo>
                    <a:pt x="1569" y="1625"/>
                  </a:lnTo>
                  <a:lnTo>
                    <a:pt x="660" y="1625"/>
                  </a:lnTo>
                  <a:lnTo>
                    <a:pt x="120" y="99"/>
                  </a:lnTo>
                  <a:close/>
                  <a:moveTo>
                    <a:pt x="53" y="0"/>
                  </a:moveTo>
                  <a:cubicBezTo>
                    <a:pt x="37" y="0"/>
                    <a:pt x="21" y="11"/>
                    <a:pt x="11" y="21"/>
                  </a:cubicBezTo>
                  <a:cubicBezTo>
                    <a:pt x="1" y="31"/>
                    <a:pt x="1" y="52"/>
                    <a:pt x="6" y="68"/>
                  </a:cubicBezTo>
                  <a:lnTo>
                    <a:pt x="582" y="1687"/>
                  </a:lnTo>
                  <a:cubicBezTo>
                    <a:pt x="587" y="1708"/>
                    <a:pt x="608" y="1719"/>
                    <a:pt x="629" y="1719"/>
                  </a:cubicBezTo>
                  <a:lnTo>
                    <a:pt x="1620" y="1719"/>
                  </a:lnTo>
                  <a:cubicBezTo>
                    <a:pt x="1646" y="1719"/>
                    <a:pt x="1667" y="1698"/>
                    <a:pt x="1667" y="1672"/>
                  </a:cubicBezTo>
                  <a:lnTo>
                    <a:pt x="1667" y="47"/>
                  </a:lnTo>
                  <a:cubicBezTo>
                    <a:pt x="1667" y="21"/>
                    <a:pt x="1646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7" name="Google Shape;16067;p130"/>
            <p:cNvSpPr/>
            <p:nvPr/>
          </p:nvSpPr>
          <p:spPr>
            <a:xfrm>
              <a:off x="715219" y="4197717"/>
              <a:ext cx="42615" cy="114705"/>
            </a:xfrm>
            <a:custGeom>
              <a:avLst/>
              <a:gdLst/>
              <a:ahLst/>
              <a:cxnLst/>
              <a:rect l="l" t="t" r="r" b="b"/>
              <a:pathLst>
                <a:path w="733" h="1973" extrusionOk="0">
                  <a:moveTo>
                    <a:pt x="732" y="0"/>
                  </a:moveTo>
                  <a:lnTo>
                    <a:pt x="0" y="348"/>
                  </a:lnTo>
                  <a:lnTo>
                    <a:pt x="0" y="1973"/>
                  </a:lnTo>
                  <a:lnTo>
                    <a:pt x="447" y="1656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8" name="Google Shape;16068;p130"/>
            <p:cNvSpPr/>
            <p:nvPr/>
          </p:nvSpPr>
          <p:spPr>
            <a:xfrm>
              <a:off x="712195" y="4194926"/>
              <a:ext cx="48661" cy="120228"/>
            </a:xfrm>
            <a:custGeom>
              <a:avLst/>
              <a:gdLst/>
              <a:ahLst/>
              <a:cxnLst/>
              <a:rect l="l" t="t" r="r" b="b"/>
              <a:pathLst>
                <a:path w="837" h="2068" extrusionOk="0">
                  <a:moveTo>
                    <a:pt x="722" y="131"/>
                  </a:moveTo>
                  <a:lnTo>
                    <a:pt x="457" y="1673"/>
                  </a:lnTo>
                  <a:lnTo>
                    <a:pt x="99" y="1922"/>
                  </a:lnTo>
                  <a:lnTo>
                    <a:pt x="99" y="427"/>
                  </a:lnTo>
                  <a:lnTo>
                    <a:pt x="722" y="131"/>
                  </a:lnTo>
                  <a:close/>
                  <a:moveTo>
                    <a:pt x="783" y="1"/>
                  </a:moveTo>
                  <a:cubicBezTo>
                    <a:pt x="776" y="1"/>
                    <a:pt x="770" y="3"/>
                    <a:pt x="764" y="7"/>
                  </a:cubicBezTo>
                  <a:lnTo>
                    <a:pt x="32" y="349"/>
                  </a:lnTo>
                  <a:cubicBezTo>
                    <a:pt x="11" y="360"/>
                    <a:pt x="1" y="375"/>
                    <a:pt x="1" y="396"/>
                  </a:cubicBezTo>
                  <a:lnTo>
                    <a:pt x="1" y="2021"/>
                  </a:lnTo>
                  <a:cubicBezTo>
                    <a:pt x="1" y="2036"/>
                    <a:pt x="11" y="2057"/>
                    <a:pt x="32" y="2062"/>
                  </a:cubicBezTo>
                  <a:cubicBezTo>
                    <a:pt x="37" y="2068"/>
                    <a:pt x="42" y="2068"/>
                    <a:pt x="52" y="2068"/>
                  </a:cubicBezTo>
                  <a:cubicBezTo>
                    <a:pt x="63" y="2068"/>
                    <a:pt x="73" y="2068"/>
                    <a:pt x="78" y="2062"/>
                  </a:cubicBezTo>
                  <a:lnTo>
                    <a:pt x="525" y="1741"/>
                  </a:lnTo>
                  <a:cubicBezTo>
                    <a:pt x="535" y="1735"/>
                    <a:pt x="546" y="1725"/>
                    <a:pt x="546" y="1709"/>
                  </a:cubicBezTo>
                  <a:lnTo>
                    <a:pt x="836" y="58"/>
                  </a:lnTo>
                  <a:cubicBezTo>
                    <a:pt x="836" y="38"/>
                    <a:pt x="831" y="22"/>
                    <a:pt x="816" y="12"/>
                  </a:cubicBezTo>
                  <a:cubicBezTo>
                    <a:pt x="806" y="5"/>
                    <a:pt x="794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9" name="Google Shape;16069;p130"/>
            <p:cNvSpPr/>
            <p:nvPr/>
          </p:nvSpPr>
          <p:spPr>
            <a:xfrm>
              <a:off x="195173" y="3896445"/>
              <a:ext cx="55289" cy="51161"/>
            </a:xfrm>
            <a:custGeom>
              <a:avLst/>
              <a:gdLst/>
              <a:ahLst/>
              <a:cxnLst/>
              <a:rect l="l" t="t" r="r" b="b"/>
              <a:pathLst>
                <a:path w="951" h="880" extrusionOk="0">
                  <a:moveTo>
                    <a:pt x="478" y="1"/>
                  </a:moveTo>
                  <a:cubicBezTo>
                    <a:pt x="265" y="1"/>
                    <a:pt x="75" y="153"/>
                    <a:pt x="42" y="369"/>
                  </a:cubicBezTo>
                  <a:cubicBezTo>
                    <a:pt x="0" y="613"/>
                    <a:pt x="166" y="837"/>
                    <a:pt x="405" y="873"/>
                  </a:cubicBezTo>
                  <a:cubicBezTo>
                    <a:pt x="430" y="877"/>
                    <a:pt x="454" y="879"/>
                    <a:pt x="479" y="879"/>
                  </a:cubicBezTo>
                  <a:cubicBezTo>
                    <a:pt x="689" y="879"/>
                    <a:pt x="876" y="724"/>
                    <a:pt x="909" y="510"/>
                  </a:cubicBezTo>
                  <a:cubicBezTo>
                    <a:pt x="950" y="271"/>
                    <a:pt x="784" y="47"/>
                    <a:pt x="545" y="6"/>
                  </a:cubicBezTo>
                  <a:cubicBezTo>
                    <a:pt x="523" y="3"/>
                    <a:pt x="500" y="1"/>
                    <a:pt x="4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0" name="Google Shape;16070;p130"/>
            <p:cNvSpPr/>
            <p:nvPr/>
          </p:nvSpPr>
          <p:spPr>
            <a:xfrm>
              <a:off x="178837" y="3888015"/>
              <a:ext cx="59823" cy="51277"/>
            </a:xfrm>
            <a:custGeom>
              <a:avLst/>
              <a:gdLst/>
              <a:ahLst/>
              <a:cxnLst/>
              <a:rect l="l" t="t" r="r" b="b"/>
              <a:pathLst>
                <a:path w="1029" h="882" extrusionOk="0">
                  <a:moveTo>
                    <a:pt x="593" y="0"/>
                  </a:moveTo>
                  <a:cubicBezTo>
                    <a:pt x="198" y="0"/>
                    <a:pt x="1" y="473"/>
                    <a:pt x="276" y="753"/>
                  </a:cubicBezTo>
                  <a:cubicBezTo>
                    <a:pt x="366" y="842"/>
                    <a:pt x="476" y="881"/>
                    <a:pt x="584" y="881"/>
                  </a:cubicBezTo>
                  <a:cubicBezTo>
                    <a:pt x="811" y="881"/>
                    <a:pt x="1029" y="704"/>
                    <a:pt x="1029" y="436"/>
                  </a:cubicBezTo>
                  <a:cubicBezTo>
                    <a:pt x="1029" y="198"/>
                    <a:pt x="831" y="0"/>
                    <a:pt x="5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1" name="Google Shape;16071;p130"/>
            <p:cNvSpPr/>
            <p:nvPr/>
          </p:nvSpPr>
          <p:spPr>
            <a:xfrm>
              <a:off x="175232" y="3885108"/>
              <a:ext cx="66451" cy="56975"/>
            </a:xfrm>
            <a:custGeom>
              <a:avLst/>
              <a:gdLst/>
              <a:ahLst/>
              <a:cxnLst/>
              <a:rect l="l" t="t" r="r" b="b"/>
              <a:pathLst>
                <a:path w="1143" h="980" extrusionOk="0">
                  <a:moveTo>
                    <a:pt x="655" y="97"/>
                  </a:moveTo>
                  <a:cubicBezTo>
                    <a:pt x="868" y="97"/>
                    <a:pt x="1044" y="274"/>
                    <a:pt x="1044" y="486"/>
                  </a:cubicBezTo>
                  <a:cubicBezTo>
                    <a:pt x="1044" y="722"/>
                    <a:pt x="852" y="876"/>
                    <a:pt x="652" y="876"/>
                  </a:cubicBezTo>
                  <a:cubicBezTo>
                    <a:pt x="556" y="876"/>
                    <a:pt x="459" y="841"/>
                    <a:pt x="380" y="762"/>
                  </a:cubicBezTo>
                  <a:cubicBezTo>
                    <a:pt x="130" y="518"/>
                    <a:pt x="307" y="97"/>
                    <a:pt x="655" y="97"/>
                  </a:cubicBezTo>
                  <a:close/>
                  <a:moveTo>
                    <a:pt x="648" y="1"/>
                  </a:moveTo>
                  <a:cubicBezTo>
                    <a:pt x="528" y="1"/>
                    <a:pt x="406" y="45"/>
                    <a:pt x="307" y="144"/>
                  </a:cubicBezTo>
                  <a:cubicBezTo>
                    <a:pt x="1" y="450"/>
                    <a:pt x="219" y="980"/>
                    <a:pt x="655" y="980"/>
                  </a:cubicBezTo>
                  <a:cubicBezTo>
                    <a:pt x="925" y="980"/>
                    <a:pt x="1143" y="756"/>
                    <a:pt x="1143" y="486"/>
                  </a:cubicBezTo>
                  <a:cubicBezTo>
                    <a:pt x="1143" y="195"/>
                    <a:pt x="900" y="1"/>
                    <a:pt x="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2" name="Google Shape;16072;p130"/>
            <p:cNvSpPr/>
            <p:nvPr/>
          </p:nvSpPr>
          <p:spPr>
            <a:xfrm>
              <a:off x="-234642" y="3100826"/>
              <a:ext cx="895550" cy="531609"/>
            </a:xfrm>
            <a:custGeom>
              <a:avLst/>
              <a:gdLst/>
              <a:ahLst/>
              <a:cxnLst/>
              <a:rect l="l" t="t" r="r" b="b"/>
              <a:pathLst>
                <a:path w="15404" h="9144" extrusionOk="0">
                  <a:moveTo>
                    <a:pt x="0" y="1"/>
                  </a:moveTo>
                  <a:lnTo>
                    <a:pt x="0" y="9143"/>
                  </a:lnTo>
                  <a:lnTo>
                    <a:pt x="15404" y="9143"/>
                  </a:lnTo>
                  <a:lnTo>
                    <a:pt x="154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3" name="Google Shape;16073;p130"/>
            <p:cNvSpPr/>
            <p:nvPr/>
          </p:nvSpPr>
          <p:spPr>
            <a:xfrm>
              <a:off x="-237374" y="3098093"/>
              <a:ext cx="901306" cy="537016"/>
            </a:xfrm>
            <a:custGeom>
              <a:avLst/>
              <a:gdLst/>
              <a:ahLst/>
              <a:cxnLst/>
              <a:rect l="l" t="t" r="r" b="b"/>
              <a:pathLst>
                <a:path w="15503" h="9237" extrusionOk="0">
                  <a:moveTo>
                    <a:pt x="15404" y="99"/>
                  </a:moveTo>
                  <a:lnTo>
                    <a:pt x="15404" y="9143"/>
                  </a:lnTo>
                  <a:lnTo>
                    <a:pt x="94" y="9143"/>
                  </a:lnTo>
                  <a:lnTo>
                    <a:pt x="94" y="99"/>
                  </a:lnTo>
                  <a:close/>
                  <a:moveTo>
                    <a:pt x="47" y="1"/>
                  </a:moveTo>
                  <a:cubicBezTo>
                    <a:pt x="21" y="1"/>
                    <a:pt x="1" y="22"/>
                    <a:pt x="1" y="48"/>
                  </a:cubicBezTo>
                  <a:lnTo>
                    <a:pt x="1" y="9190"/>
                  </a:lnTo>
                  <a:cubicBezTo>
                    <a:pt x="1" y="9216"/>
                    <a:pt x="21" y="9237"/>
                    <a:pt x="47" y="9237"/>
                  </a:cubicBezTo>
                  <a:lnTo>
                    <a:pt x="15451" y="9237"/>
                  </a:lnTo>
                  <a:cubicBezTo>
                    <a:pt x="15477" y="9237"/>
                    <a:pt x="15498" y="9216"/>
                    <a:pt x="15503" y="9190"/>
                  </a:cubicBezTo>
                  <a:lnTo>
                    <a:pt x="15503" y="48"/>
                  </a:lnTo>
                  <a:cubicBezTo>
                    <a:pt x="15503" y="22"/>
                    <a:pt x="15477" y="1"/>
                    <a:pt x="15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4" name="Google Shape;16074;p130"/>
            <p:cNvSpPr/>
            <p:nvPr/>
          </p:nvSpPr>
          <p:spPr>
            <a:xfrm>
              <a:off x="-234642" y="3100826"/>
              <a:ext cx="102380" cy="531609"/>
            </a:xfrm>
            <a:custGeom>
              <a:avLst/>
              <a:gdLst/>
              <a:ahLst/>
              <a:cxnLst/>
              <a:rect l="l" t="t" r="r" b="b"/>
              <a:pathLst>
                <a:path w="1761" h="9144" extrusionOk="0">
                  <a:moveTo>
                    <a:pt x="0" y="1"/>
                  </a:moveTo>
                  <a:lnTo>
                    <a:pt x="0" y="9143"/>
                  </a:lnTo>
                  <a:lnTo>
                    <a:pt x="1760" y="9143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5" name="Google Shape;16075;p130"/>
            <p:cNvSpPr/>
            <p:nvPr/>
          </p:nvSpPr>
          <p:spPr>
            <a:xfrm>
              <a:off x="-237374" y="3098093"/>
              <a:ext cx="107787" cy="537016"/>
            </a:xfrm>
            <a:custGeom>
              <a:avLst/>
              <a:gdLst/>
              <a:ahLst/>
              <a:cxnLst/>
              <a:rect l="l" t="t" r="r" b="b"/>
              <a:pathLst>
                <a:path w="1854" h="9237" extrusionOk="0">
                  <a:moveTo>
                    <a:pt x="1760" y="99"/>
                  </a:moveTo>
                  <a:lnTo>
                    <a:pt x="1760" y="9143"/>
                  </a:lnTo>
                  <a:lnTo>
                    <a:pt x="94" y="9143"/>
                  </a:lnTo>
                  <a:lnTo>
                    <a:pt x="94" y="99"/>
                  </a:lnTo>
                  <a:close/>
                  <a:moveTo>
                    <a:pt x="47" y="1"/>
                  </a:moveTo>
                  <a:cubicBezTo>
                    <a:pt x="21" y="1"/>
                    <a:pt x="1" y="22"/>
                    <a:pt x="1" y="48"/>
                  </a:cubicBezTo>
                  <a:lnTo>
                    <a:pt x="1" y="9190"/>
                  </a:lnTo>
                  <a:cubicBezTo>
                    <a:pt x="1" y="9216"/>
                    <a:pt x="21" y="9237"/>
                    <a:pt x="47" y="9237"/>
                  </a:cubicBezTo>
                  <a:lnTo>
                    <a:pt x="1807" y="9237"/>
                  </a:lnTo>
                  <a:cubicBezTo>
                    <a:pt x="1833" y="9237"/>
                    <a:pt x="1854" y="9216"/>
                    <a:pt x="1854" y="9190"/>
                  </a:cubicBezTo>
                  <a:lnTo>
                    <a:pt x="1854" y="48"/>
                  </a:lnTo>
                  <a:cubicBezTo>
                    <a:pt x="1854" y="22"/>
                    <a:pt x="1833" y="1"/>
                    <a:pt x="1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6" name="Google Shape;16076;p130"/>
            <p:cNvSpPr/>
            <p:nvPr/>
          </p:nvSpPr>
          <p:spPr>
            <a:xfrm>
              <a:off x="-234642" y="3591627"/>
              <a:ext cx="895550" cy="40813"/>
            </a:xfrm>
            <a:custGeom>
              <a:avLst/>
              <a:gdLst/>
              <a:ahLst/>
              <a:cxnLst/>
              <a:rect l="l" t="t" r="r" b="b"/>
              <a:pathLst>
                <a:path w="15404" h="702" extrusionOk="0">
                  <a:moveTo>
                    <a:pt x="0" y="0"/>
                  </a:moveTo>
                  <a:lnTo>
                    <a:pt x="0" y="701"/>
                  </a:lnTo>
                  <a:lnTo>
                    <a:pt x="15404" y="701"/>
                  </a:lnTo>
                  <a:lnTo>
                    <a:pt x="15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7" name="Google Shape;16077;p130"/>
            <p:cNvSpPr/>
            <p:nvPr/>
          </p:nvSpPr>
          <p:spPr>
            <a:xfrm>
              <a:off x="-237374" y="3588895"/>
              <a:ext cx="901306" cy="46219"/>
            </a:xfrm>
            <a:custGeom>
              <a:avLst/>
              <a:gdLst/>
              <a:ahLst/>
              <a:cxnLst/>
              <a:rect l="l" t="t" r="r" b="b"/>
              <a:pathLst>
                <a:path w="15503" h="795" extrusionOk="0">
                  <a:moveTo>
                    <a:pt x="15404" y="99"/>
                  </a:moveTo>
                  <a:lnTo>
                    <a:pt x="15404" y="701"/>
                  </a:lnTo>
                  <a:lnTo>
                    <a:pt x="94" y="701"/>
                  </a:lnTo>
                  <a:lnTo>
                    <a:pt x="94" y="99"/>
                  </a:lnTo>
                  <a:close/>
                  <a:moveTo>
                    <a:pt x="47" y="0"/>
                  </a:moveTo>
                  <a:cubicBezTo>
                    <a:pt x="21" y="0"/>
                    <a:pt x="1" y="21"/>
                    <a:pt x="1" y="52"/>
                  </a:cubicBezTo>
                  <a:lnTo>
                    <a:pt x="1" y="748"/>
                  </a:lnTo>
                  <a:cubicBezTo>
                    <a:pt x="1" y="774"/>
                    <a:pt x="21" y="795"/>
                    <a:pt x="47" y="795"/>
                  </a:cubicBezTo>
                  <a:lnTo>
                    <a:pt x="15451" y="795"/>
                  </a:lnTo>
                  <a:cubicBezTo>
                    <a:pt x="15477" y="795"/>
                    <a:pt x="15498" y="774"/>
                    <a:pt x="15503" y="748"/>
                  </a:cubicBezTo>
                  <a:lnTo>
                    <a:pt x="15503" y="52"/>
                  </a:lnTo>
                  <a:cubicBezTo>
                    <a:pt x="15503" y="21"/>
                    <a:pt x="15477" y="0"/>
                    <a:pt x="15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8" name="Google Shape;16078;p130"/>
            <p:cNvSpPr/>
            <p:nvPr/>
          </p:nvSpPr>
          <p:spPr>
            <a:xfrm>
              <a:off x="715219" y="3046525"/>
              <a:ext cx="144007" cy="1171412"/>
            </a:xfrm>
            <a:custGeom>
              <a:avLst/>
              <a:gdLst/>
              <a:ahLst/>
              <a:cxnLst/>
              <a:rect l="l" t="t" r="r" b="b"/>
              <a:pathLst>
                <a:path w="2477" h="20149" extrusionOk="0">
                  <a:moveTo>
                    <a:pt x="0" y="0"/>
                  </a:moveTo>
                  <a:lnTo>
                    <a:pt x="0" y="20149"/>
                  </a:lnTo>
                  <a:lnTo>
                    <a:pt x="2477" y="19033"/>
                  </a:lnTo>
                  <a:lnTo>
                    <a:pt x="2477" y="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9" name="Google Shape;16079;p130"/>
            <p:cNvSpPr/>
            <p:nvPr/>
          </p:nvSpPr>
          <p:spPr>
            <a:xfrm>
              <a:off x="715219" y="3046525"/>
              <a:ext cx="144007" cy="1171412"/>
            </a:xfrm>
            <a:custGeom>
              <a:avLst/>
              <a:gdLst/>
              <a:ahLst/>
              <a:cxnLst/>
              <a:rect l="l" t="t" r="r" b="b"/>
              <a:pathLst>
                <a:path w="2477" h="20149" extrusionOk="0">
                  <a:moveTo>
                    <a:pt x="0" y="20149"/>
                  </a:moveTo>
                  <a:lnTo>
                    <a:pt x="2477" y="19033"/>
                  </a:lnTo>
                  <a:lnTo>
                    <a:pt x="2477" y="95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100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0" name="Google Shape;16080;p130"/>
            <p:cNvSpPr/>
            <p:nvPr/>
          </p:nvSpPr>
          <p:spPr>
            <a:xfrm>
              <a:off x="712486" y="3043908"/>
              <a:ext cx="149472" cy="1176761"/>
            </a:xfrm>
            <a:custGeom>
              <a:avLst/>
              <a:gdLst/>
              <a:ahLst/>
              <a:cxnLst/>
              <a:rect l="l" t="t" r="r" b="b"/>
              <a:pathLst>
                <a:path w="2571" h="20241" extrusionOk="0">
                  <a:moveTo>
                    <a:pt x="94" y="118"/>
                  </a:moveTo>
                  <a:lnTo>
                    <a:pt x="2472" y="1026"/>
                  </a:lnTo>
                  <a:lnTo>
                    <a:pt x="2472" y="19047"/>
                  </a:lnTo>
                  <a:lnTo>
                    <a:pt x="94" y="20116"/>
                  </a:lnTo>
                  <a:lnTo>
                    <a:pt x="94" y="118"/>
                  </a:lnTo>
                  <a:close/>
                  <a:moveTo>
                    <a:pt x="44" y="0"/>
                  </a:moveTo>
                  <a:cubicBezTo>
                    <a:pt x="35" y="0"/>
                    <a:pt x="28" y="3"/>
                    <a:pt x="21" y="9"/>
                  </a:cubicBezTo>
                  <a:cubicBezTo>
                    <a:pt x="6" y="14"/>
                    <a:pt x="1" y="29"/>
                    <a:pt x="1" y="45"/>
                  </a:cubicBezTo>
                  <a:lnTo>
                    <a:pt x="1" y="20194"/>
                  </a:lnTo>
                  <a:cubicBezTo>
                    <a:pt x="1" y="20209"/>
                    <a:pt x="6" y="20225"/>
                    <a:pt x="21" y="20235"/>
                  </a:cubicBezTo>
                  <a:cubicBezTo>
                    <a:pt x="27" y="20241"/>
                    <a:pt x="37" y="20241"/>
                    <a:pt x="47" y="20241"/>
                  </a:cubicBezTo>
                  <a:cubicBezTo>
                    <a:pt x="53" y="20241"/>
                    <a:pt x="63" y="20241"/>
                    <a:pt x="68" y="20235"/>
                  </a:cubicBezTo>
                  <a:lnTo>
                    <a:pt x="2545" y="19119"/>
                  </a:lnTo>
                  <a:cubicBezTo>
                    <a:pt x="2560" y="19114"/>
                    <a:pt x="2571" y="19098"/>
                    <a:pt x="2571" y="19078"/>
                  </a:cubicBezTo>
                  <a:lnTo>
                    <a:pt x="2571" y="995"/>
                  </a:lnTo>
                  <a:cubicBezTo>
                    <a:pt x="2571" y="974"/>
                    <a:pt x="2560" y="959"/>
                    <a:pt x="2539" y="948"/>
                  </a:cubicBezTo>
                  <a:lnTo>
                    <a:pt x="63" y="3"/>
                  </a:lnTo>
                  <a:cubicBezTo>
                    <a:pt x="57" y="1"/>
                    <a:pt x="50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1" name="Google Shape;16081;p130"/>
            <p:cNvSpPr/>
            <p:nvPr/>
          </p:nvSpPr>
          <p:spPr>
            <a:xfrm>
              <a:off x="-231328" y="4217891"/>
              <a:ext cx="72497" cy="94532"/>
            </a:xfrm>
            <a:custGeom>
              <a:avLst/>
              <a:gdLst/>
              <a:ahLst/>
              <a:cxnLst/>
              <a:rect l="l" t="t" r="r" b="b"/>
              <a:pathLst>
                <a:path w="1247" h="1626" extrusionOk="0">
                  <a:moveTo>
                    <a:pt x="577" y="1"/>
                  </a:moveTo>
                  <a:lnTo>
                    <a:pt x="0" y="1626"/>
                  </a:lnTo>
                  <a:lnTo>
                    <a:pt x="0" y="1626"/>
                  </a:lnTo>
                  <a:lnTo>
                    <a:pt x="836" y="1112"/>
                  </a:lnTo>
                  <a:lnTo>
                    <a:pt x="1246" y="11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2" name="Google Shape;16082;p130"/>
            <p:cNvSpPr/>
            <p:nvPr/>
          </p:nvSpPr>
          <p:spPr>
            <a:xfrm>
              <a:off x="-234351" y="4215217"/>
              <a:ext cx="78253" cy="99938"/>
            </a:xfrm>
            <a:custGeom>
              <a:avLst/>
              <a:gdLst/>
              <a:ahLst/>
              <a:cxnLst/>
              <a:rect l="l" t="t" r="r" b="b"/>
              <a:pathLst>
                <a:path w="1346" h="1719" extrusionOk="0">
                  <a:moveTo>
                    <a:pt x="665" y="99"/>
                  </a:moveTo>
                  <a:lnTo>
                    <a:pt x="1226" y="104"/>
                  </a:lnTo>
                  <a:lnTo>
                    <a:pt x="852" y="1122"/>
                  </a:lnTo>
                  <a:lnTo>
                    <a:pt x="146" y="1558"/>
                  </a:lnTo>
                  <a:lnTo>
                    <a:pt x="665" y="99"/>
                  </a:lnTo>
                  <a:close/>
                  <a:moveTo>
                    <a:pt x="629" y="0"/>
                  </a:moveTo>
                  <a:cubicBezTo>
                    <a:pt x="608" y="0"/>
                    <a:pt x="592" y="16"/>
                    <a:pt x="582" y="31"/>
                  </a:cubicBezTo>
                  <a:lnTo>
                    <a:pt x="11" y="1656"/>
                  </a:lnTo>
                  <a:cubicBezTo>
                    <a:pt x="0" y="1672"/>
                    <a:pt x="6" y="1698"/>
                    <a:pt x="21" y="1708"/>
                  </a:cubicBezTo>
                  <a:cubicBezTo>
                    <a:pt x="32" y="1713"/>
                    <a:pt x="42" y="1719"/>
                    <a:pt x="52" y="1719"/>
                  </a:cubicBezTo>
                  <a:cubicBezTo>
                    <a:pt x="63" y="1719"/>
                    <a:pt x="73" y="1719"/>
                    <a:pt x="78" y="1713"/>
                  </a:cubicBezTo>
                  <a:lnTo>
                    <a:pt x="914" y="1199"/>
                  </a:lnTo>
                  <a:cubicBezTo>
                    <a:pt x="925" y="1194"/>
                    <a:pt x="930" y="1189"/>
                    <a:pt x="935" y="1179"/>
                  </a:cubicBezTo>
                  <a:lnTo>
                    <a:pt x="1340" y="73"/>
                  </a:lnTo>
                  <a:cubicBezTo>
                    <a:pt x="1345" y="57"/>
                    <a:pt x="1345" y="42"/>
                    <a:pt x="1335" y="31"/>
                  </a:cubicBezTo>
                  <a:cubicBezTo>
                    <a:pt x="1330" y="18"/>
                    <a:pt x="1319" y="9"/>
                    <a:pt x="1307" y="9"/>
                  </a:cubicBezTo>
                  <a:cubicBezTo>
                    <a:pt x="1304" y="9"/>
                    <a:pt x="1301" y="10"/>
                    <a:pt x="1298" y="11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3" name="Google Shape;16083;p130"/>
            <p:cNvSpPr/>
            <p:nvPr/>
          </p:nvSpPr>
          <p:spPr>
            <a:xfrm>
              <a:off x="-234642" y="3573198"/>
              <a:ext cx="895550" cy="18778"/>
            </a:xfrm>
            <a:custGeom>
              <a:avLst/>
              <a:gdLst/>
              <a:ahLst/>
              <a:cxnLst/>
              <a:rect l="l" t="t" r="r" b="b"/>
              <a:pathLst>
                <a:path w="15404" h="323" extrusionOk="0">
                  <a:moveTo>
                    <a:pt x="1708" y="0"/>
                  </a:moveTo>
                  <a:lnTo>
                    <a:pt x="0" y="322"/>
                  </a:lnTo>
                  <a:lnTo>
                    <a:pt x="15404" y="322"/>
                  </a:lnTo>
                  <a:lnTo>
                    <a:pt x="15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4" name="Google Shape;16084;p130"/>
            <p:cNvSpPr/>
            <p:nvPr/>
          </p:nvSpPr>
          <p:spPr>
            <a:xfrm>
              <a:off x="-237665" y="3570174"/>
              <a:ext cx="901596" cy="24534"/>
            </a:xfrm>
            <a:custGeom>
              <a:avLst/>
              <a:gdLst/>
              <a:ahLst/>
              <a:cxnLst/>
              <a:rect l="l" t="t" r="r" b="b"/>
              <a:pathLst>
                <a:path w="15508" h="422" extrusionOk="0">
                  <a:moveTo>
                    <a:pt x="15409" y="99"/>
                  </a:moveTo>
                  <a:lnTo>
                    <a:pt x="15409" y="322"/>
                  </a:lnTo>
                  <a:lnTo>
                    <a:pt x="571" y="322"/>
                  </a:lnTo>
                  <a:lnTo>
                    <a:pt x="1765" y="99"/>
                  </a:lnTo>
                  <a:close/>
                  <a:moveTo>
                    <a:pt x="1750" y="1"/>
                  </a:moveTo>
                  <a:lnTo>
                    <a:pt x="42" y="322"/>
                  </a:lnTo>
                  <a:cubicBezTo>
                    <a:pt x="16" y="328"/>
                    <a:pt x="0" y="354"/>
                    <a:pt x="6" y="374"/>
                  </a:cubicBezTo>
                  <a:cubicBezTo>
                    <a:pt x="6" y="400"/>
                    <a:pt x="26" y="421"/>
                    <a:pt x="52" y="421"/>
                  </a:cubicBezTo>
                  <a:lnTo>
                    <a:pt x="15456" y="421"/>
                  </a:lnTo>
                  <a:cubicBezTo>
                    <a:pt x="15482" y="421"/>
                    <a:pt x="15503" y="400"/>
                    <a:pt x="15508" y="374"/>
                  </a:cubicBezTo>
                  <a:lnTo>
                    <a:pt x="15508" y="47"/>
                  </a:lnTo>
                  <a:cubicBezTo>
                    <a:pt x="15503" y="21"/>
                    <a:pt x="15482" y="1"/>
                    <a:pt x="15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5" name="Google Shape;16085;p130"/>
            <p:cNvSpPr/>
            <p:nvPr/>
          </p:nvSpPr>
          <p:spPr>
            <a:xfrm>
              <a:off x="-289001" y="4217891"/>
              <a:ext cx="91218" cy="94532"/>
            </a:xfrm>
            <a:custGeom>
              <a:avLst/>
              <a:gdLst/>
              <a:ahLst/>
              <a:cxnLst/>
              <a:rect l="l" t="t" r="r" b="b"/>
              <a:pathLst>
                <a:path w="1569" h="1626" extrusionOk="0">
                  <a:moveTo>
                    <a:pt x="1" y="1"/>
                  </a:moveTo>
                  <a:lnTo>
                    <a:pt x="1" y="1626"/>
                  </a:lnTo>
                  <a:lnTo>
                    <a:pt x="992" y="1626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6" name="Google Shape;16086;p130"/>
            <p:cNvSpPr/>
            <p:nvPr/>
          </p:nvSpPr>
          <p:spPr>
            <a:xfrm>
              <a:off x="624058" y="4217891"/>
              <a:ext cx="91218" cy="94532"/>
            </a:xfrm>
            <a:custGeom>
              <a:avLst/>
              <a:gdLst/>
              <a:ahLst/>
              <a:cxnLst/>
              <a:rect l="l" t="t" r="r" b="b"/>
              <a:pathLst>
                <a:path w="1569" h="1626" extrusionOk="0">
                  <a:moveTo>
                    <a:pt x="1" y="1"/>
                  </a:moveTo>
                  <a:lnTo>
                    <a:pt x="577" y="1626"/>
                  </a:lnTo>
                  <a:lnTo>
                    <a:pt x="1568" y="1626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7" name="Google Shape;16087;p130"/>
            <p:cNvSpPr/>
            <p:nvPr/>
          </p:nvSpPr>
          <p:spPr>
            <a:xfrm>
              <a:off x="142965" y="3476630"/>
              <a:ext cx="431671" cy="97555"/>
            </a:xfrm>
            <a:custGeom>
              <a:avLst/>
              <a:gdLst/>
              <a:ahLst/>
              <a:cxnLst/>
              <a:rect l="l" t="t" r="r" b="b"/>
              <a:pathLst>
                <a:path w="7425" h="1678" extrusionOk="0">
                  <a:moveTo>
                    <a:pt x="0" y="0"/>
                  </a:moveTo>
                  <a:lnTo>
                    <a:pt x="0" y="1677"/>
                  </a:lnTo>
                  <a:lnTo>
                    <a:pt x="7424" y="1677"/>
                  </a:lnTo>
                  <a:lnTo>
                    <a:pt x="74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8" name="Google Shape;16088;p130"/>
            <p:cNvSpPr/>
            <p:nvPr/>
          </p:nvSpPr>
          <p:spPr>
            <a:xfrm>
              <a:off x="140233" y="3473607"/>
              <a:ext cx="437427" cy="103252"/>
            </a:xfrm>
            <a:custGeom>
              <a:avLst/>
              <a:gdLst/>
              <a:ahLst/>
              <a:cxnLst/>
              <a:rect l="l" t="t" r="r" b="b"/>
              <a:pathLst>
                <a:path w="7524" h="1776" extrusionOk="0">
                  <a:moveTo>
                    <a:pt x="7424" y="99"/>
                  </a:moveTo>
                  <a:lnTo>
                    <a:pt x="7424" y="1677"/>
                  </a:lnTo>
                  <a:lnTo>
                    <a:pt x="99" y="1677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1"/>
                    <a:pt x="0" y="52"/>
                  </a:cubicBezTo>
                  <a:lnTo>
                    <a:pt x="0" y="1724"/>
                  </a:lnTo>
                  <a:cubicBezTo>
                    <a:pt x="0" y="1755"/>
                    <a:pt x="21" y="1776"/>
                    <a:pt x="47" y="1776"/>
                  </a:cubicBezTo>
                  <a:lnTo>
                    <a:pt x="7471" y="1776"/>
                  </a:lnTo>
                  <a:cubicBezTo>
                    <a:pt x="7497" y="1776"/>
                    <a:pt x="7523" y="1755"/>
                    <a:pt x="7523" y="1724"/>
                  </a:cubicBezTo>
                  <a:lnTo>
                    <a:pt x="7523" y="52"/>
                  </a:lnTo>
                  <a:cubicBezTo>
                    <a:pt x="7523" y="21"/>
                    <a:pt x="7497" y="0"/>
                    <a:pt x="7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9" name="Google Shape;16089;p130"/>
            <p:cNvSpPr/>
            <p:nvPr/>
          </p:nvSpPr>
          <p:spPr>
            <a:xfrm>
              <a:off x="172500" y="3507676"/>
              <a:ext cx="56510" cy="37789"/>
            </a:xfrm>
            <a:custGeom>
              <a:avLst/>
              <a:gdLst/>
              <a:ahLst/>
              <a:cxnLst/>
              <a:rect l="l" t="t" r="r" b="b"/>
              <a:pathLst>
                <a:path w="972" h="650" extrusionOk="0">
                  <a:moveTo>
                    <a:pt x="484" y="1"/>
                  </a:moveTo>
                  <a:cubicBezTo>
                    <a:pt x="214" y="1"/>
                    <a:pt x="1" y="146"/>
                    <a:pt x="1" y="323"/>
                  </a:cubicBezTo>
                  <a:cubicBezTo>
                    <a:pt x="1" y="504"/>
                    <a:pt x="219" y="650"/>
                    <a:pt x="484" y="650"/>
                  </a:cubicBezTo>
                  <a:cubicBezTo>
                    <a:pt x="754" y="650"/>
                    <a:pt x="972" y="504"/>
                    <a:pt x="972" y="323"/>
                  </a:cubicBezTo>
                  <a:cubicBezTo>
                    <a:pt x="972" y="146"/>
                    <a:pt x="754" y="1"/>
                    <a:pt x="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0" name="Google Shape;16090;p130"/>
            <p:cNvSpPr/>
            <p:nvPr/>
          </p:nvSpPr>
          <p:spPr>
            <a:xfrm>
              <a:off x="118780" y="3280705"/>
              <a:ext cx="431671" cy="97555"/>
            </a:xfrm>
            <a:custGeom>
              <a:avLst/>
              <a:gdLst/>
              <a:ahLst/>
              <a:cxnLst/>
              <a:rect l="l" t="t" r="r" b="b"/>
              <a:pathLst>
                <a:path w="7425" h="1678" extrusionOk="0">
                  <a:moveTo>
                    <a:pt x="1" y="1"/>
                  </a:moveTo>
                  <a:lnTo>
                    <a:pt x="1" y="1678"/>
                  </a:lnTo>
                  <a:lnTo>
                    <a:pt x="7425" y="1678"/>
                  </a:lnTo>
                  <a:lnTo>
                    <a:pt x="7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1" name="Google Shape;16091;p130"/>
            <p:cNvSpPr/>
            <p:nvPr/>
          </p:nvSpPr>
          <p:spPr>
            <a:xfrm>
              <a:off x="116047" y="3278031"/>
              <a:ext cx="437136" cy="103252"/>
            </a:xfrm>
            <a:custGeom>
              <a:avLst/>
              <a:gdLst/>
              <a:ahLst/>
              <a:cxnLst/>
              <a:rect l="l" t="t" r="r" b="b"/>
              <a:pathLst>
                <a:path w="7519" h="1776" extrusionOk="0">
                  <a:moveTo>
                    <a:pt x="7425" y="99"/>
                  </a:moveTo>
                  <a:lnTo>
                    <a:pt x="7425" y="1677"/>
                  </a:lnTo>
                  <a:lnTo>
                    <a:pt x="94" y="1677"/>
                  </a:lnTo>
                  <a:lnTo>
                    <a:pt x="94" y="99"/>
                  </a:lnTo>
                  <a:close/>
                  <a:moveTo>
                    <a:pt x="48" y="0"/>
                  </a:moveTo>
                  <a:cubicBezTo>
                    <a:pt x="22" y="0"/>
                    <a:pt x="1" y="21"/>
                    <a:pt x="1" y="47"/>
                  </a:cubicBezTo>
                  <a:lnTo>
                    <a:pt x="1" y="1724"/>
                  </a:lnTo>
                  <a:cubicBezTo>
                    <a:pt x="1" y="1750"/>
                    <a:pt x="22" y="1776"/>
                    <a:pt x="48" y="1776"/>
                  </a:cubicBezTo>
                  <a:lnTo>
                    <a:pt x="7472" y="1776"/>
                  </a:lnTo>
                  <a:cubicBezTo>
                    <a:pt x="7498" y="1776"/>
                    <a:pt x="7519" y="1750"/>
                    <a:pt x="7519" y="1724"/>
                  </a:cubicBezTo>
                  <a:lnTo>
                    <a:pt x="7519" y="47"/>
                  </a:lnTo>
                  <a:cubicBezTo>
                    <a:pt x="7519" y="21"/>
                    <a:pt x="7498" y="0"/>
                    <a:pt x="7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2" name="Google Shape;16092;p130"/>
            <p:cNvSpPr/>
            <p:nvPr/>
          </p:nvSpPr>
          <p:spPr>
            <a:xfrm>
              <a:off x="148082" y="3312099"/>
              <a:ext cx="56510" cy="37789"/>
            </a:xfrm>
            <a:custGeom>
              <a:avLst/>
              <a:gdLst/>
              <a:ahLst/>
              <a:cxnLst/>
              <a:rect l="l" t="t" r="r" b="b"/>
              <a:pathLst>
                <a:path w="972" h="650" extrusionOk="0">
                  <a:moveTo>
                    <a:pt x="483" y="1"/>
                  </a:moveTo>
                  <a:cubicBezTo>
                    <a:pt x="218" y="1"/>
                    <a:pt x="0" y="146"/>
                    <a:pt x="0" y="323"/>
                  </a:cubicBezTo>
                  <a:cubicBezTo>
                    <a:pt x="0" y="504"/>
                    <a:pt x="218" y="650"/>
                    <a:pt x="483" y="650"/>
                  </a:cubicBezTo>
                  <a:cubicBezTo>
                    <a:pt x="753" y="650"/>
                    <a:pt x="971" y="504"/>
                    <a:pt x="971" y="323"/>
                  </a:cubicBezTo>
                  <a:cubicBezTo>
                    <a:pt x="971" y="146"/>
                    <a:pt x="753" y="1"/>
                    <a:pt x="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3" name="Google Shape;16093;p130"/>
            <p:cNvSpPr/>
            <p:nvPr/>
          </p:nvSpPr>
          <p:spPr>
            <a:xfrm>
              <a:off x="188197" y="3378842"/>
              <a:ext cx="431671" cy="97497"/>
            </a:xfrm>
            <a:custGeom>
              <a:avLst/>
              <a:gdLst/>
              <a:ahLst/>
              <a:cxnLst/>
              <a:rect l="l" t="t" r="r" b="b"/>
              <a:pathLst>
                <a:path w="7425" h="1677" extrusionOk="0">
                  <a:moveTo>
                    <a:pt x="1" y="0"/>
                  </a:moveTo>
                  <a:lnTo>
                    <a:pt x="1" y="1677"/>
                  </a:lnTo>
                  <a:lnTo>
                    <a:pt x="7425" y="1677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4" name="Google Shape;16094;p130"/>
            <p:cNvSpPr/>
            <p:nvPr/>
          </p:nvSpPr>
          <p:spPr>
            <a:xfrm>
              <a:off x="185174" y="3376109"/>
              <a:ext cx="437427" cy="102962"/>
            </a:xfrm>
            <a:custGeom>
              <a:avLst/>
              <a:gdLst/>
              <a:ahLst/>
              <a:cxnLst/>
              <a:rect l="l" t="t" r="r" b="b"/>
              <a:pathLst>
                <a:path w="7524" h="1771" extrusionOk="0">
                  <a:moveTo>
                    <a:pt x="7430" y="99"/>
                  </a:moveTo>
                  <a:lnTo>
                    <a:pt x="7430" y="1677"/>
                  </a:lnTo>
                  <a:lnTo>
                    <a:pt x="99" y="1677"/>
                  </a:lnTo>
                  <a:lnTo>
                    <a:pt x="99" y="99"/>
                  </a:lnTo>
                  <a:close/>
                  <a:moveTo>
                    <a:pt x="53" y="0"/>
                  </a:moveTo>
                  <a:cubicBezTo>
                    <a:pt x="27" y="0"/>
                    <a:pt x="1" y="21"/>
                    <a:pt x="1" y="47"/>
                  </a:cubicBezTo>
                  <a:lnTo>
                    <a:pt x="1" y="1724"/>
                  </a:lnTo>
                  <a:cubicBezTo>
                    <a:pt x="1" y="1750"/>
                    <a:pt x="27" y="1771"/>
                    <a:pt x="53" y="1771"/>
                  </a:cubicBezTo>
                  <a:lnTo>
                    <a:pt x="7477" y="1771"/>
                  </a:lnTo>
                  <a:cubicBezTo>
                    <a:pt x="7503" y="1771"/>
                    <a:pt x="7524" y="1750"/>
                    <a:pt x="7524" y="1724"/>
                  </a:cubicBezTo>
                  <a:lnTo>
                    <a:pt x="7524" y="47"/>
                  </a:lnTo>
                  <a:cubicBezTo>
                    <a:pt x="7524" y="21"/>
                    <a:pt x="7503" y="0"/>
                    <a:pt x="7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5" name="Google Shape;16095;p130"/>
            <p:cNvSpPr/>
            <p:nvPr/>
          </p:nvSpPr>
          <p:spPr>
            <a:xfrm>
              <a:off x="217498" y="3409888"/>
              <a:ext cx="56510" cy="37789"/>
            </a:xfrm>
            <a:custGeom>
              <a:avLst/>
              <a:gdLst/>
              <a:ahLst/>
              <a:cxnLst/>
              <a:rect l="l" t="t" r="r" b="b"/>
              <a:pathLst>
                <a:path w="972" h="650" extrusionOk="0">
                  <a:moveTo>
                    <a:pt x="483" y="1"/>
                  </a:moveTo>
                  <a:cubicBezTo>
                    <a:pt x="218" y="1"/>
                    <a:pt x="0" y="146"/>
                    <a:pt x="0" y="328"/>
                  </a:cubicBezTo>
                  <a:cubicBezTo>
                    <a:pt x="0" y="510"/>
                    <a:pt x="218" y="650"/>
                    <a:pt x="483" y="650"/>
                  </a:cubicBezTo>
                  <a:cubicBezTo>
                    <a:pt x="753" y="650"/>
                    <a:pt x="971" y="510"/>
                    <a:pt x="971" y="328"/>
                  </a:cubicBezTo>
                  <a:cubicBezTo>
                    <a:pt x="971" y="146"/>
                    <a:pt x="753" y="1"/>
                    <a:pt x="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6" name="Google Shape;16096;p130"/>
            <p:cNvSpPr/>
            <p:nvPr/>
          </p:nvSpPr>
          <p:spPr>
            <a:xfrm>
              <a:off x="-289001" y="3046525"/>
              <a:ext cx="1004267" cy="1171412"/>
            </a:xfrm>
            <a:custGeom>
              <a:avLst/>
              <a:gdLst/>
              <a:ahLst/>
              <a:cxnLst/>
              <a:rect l="l" t="t" r="r" b="b"/>
              <a:pathLst>
                <a:path w="17274" h="20149" extrusionOk="0">
                  <a:moveTo>
                    <a:pt x="1" y="0"/>
                  </a:moveTo>
                  <a:lnTo>
                    <a:pt x="1" y="20149"/>
                  </a:lnTo>
                  <a:lnTo>
                    <a:pt x="17273" y="20149"/>
                  </a:lnTo>
                  <a:lnTo>
                    <a:pt x="17273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7" name="Google Shape;16097;p130"/>
            <p:cNvSpPr/>
            <p:nvPr/>
          </p:nvSpPr>
          <p:spPr>
            <a:xfrm>
              <a:off x="226219" y="2637523"/>
              <a:ext cx="309757" cy="407195"/>
            </a:xfrm>
            <a:custGeom>
              <a:avLst/>
              <a:gdLst/>
              <a:ahLst/>
              <a:cxnLst/>
              <a:rect l="l" t="t" r="r" b="b"/>
              <a:pathLst>
                <a:path w="5328" h="7004" extrusionOk="0">
                  <a:moveTo>
                    <a:pt x="1" y="0"/>
                  </a:moveTo>
                  <a:lnTo>
                    <a:pt x="1" y="7004"/>
                  </a:lnTo>
                  <a:lnTo>
                    <a:pt x="5328" y="7004"/>
                  </a:lnTo>
                  <a:lnTo>
                    <a:pt x="5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8" name="Google Shape;16098;p130"/>
            <p:cNvSpPr/>
            <p:nvPr/>
          </p:nvSpPr>
          <p:spPr>
            <a:xfrm>
              <a:off x="223545" y="2634500"/>
              <a:ext cx="315163" cy="413241"/>
            </a:xfrm>
            <a:custGeom>
              <a:avLst/>
              <a:gdLst/>
              <a:ahLst/>
              <a:cxnLst/>
              <a:rect l="l" t="t" r="r" b="b"/>
              <a:pathLst>
                <a:path w="5421" h="7108" extrusionOk="0">
                  <a:moveTo>
                    <a:pt x="5327" y="99"/>
                  </a:moveTo>
                  <a:lnTo>
                    <a:pt x="5327" y="7009"/>
                  </a:lnTo>
                  <a:lnTo>
                    <a:pt x="99" y="7009"/>
                  </a:lnTo>
                  <a:lnTo>
                    <a:pt x="99" y="99"/>
                  </a:lnTo>
                  <a:close/>
                  <a:moveTo>
                    <a:pt x="47" y="0"/>
                  </a:moveTo>
                  <a:cubicBezTo>
                    <a:pt x="21" y="0"/>
                    <a:pt x="0" y="26"/>
                    <a:pt x="0" y="52"/>
                  </a:cubicBezTo>
                  <a:lnTo>
                    <a:pt x="0" y="7056"/>
                  </a:lnTo>
                  <a:cubicBezTo>
                    <a:pt x="0" y="7082"/>
                    <a:pt x="21" y="7108"/>
                    <a:pt x="47" y="7108"/>
                  </a:cubicBezTo>
                  <a:lnTo>
                    <a:pt x="5374" y="7108"/>
                  </a:lnTo>
                  <a:cubicBezTo>
                    <a:pt x="5400" y="7108"/>
                    <a:pt x="5420" y="7087"/>
                    <a:pt x="5420" y="7061"/>
                  </a:cubicBezTo>
                  <a:lnTo>
                    <a:pt x="5420" y="52"/>
                  </a:lnTo>
                  <a:cubicBezTo>
                    <a:pt x="5420" y="26"/>
                    <a:pt x="5400" y="0"/>
                    <a:pt x="5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9" name="Google Shape;16099;p130"/>
            <p:cNvSpPr/>
            <p:nvPr/>
          </p:nvSpPr>
          <p:spPr>
            <a:xfrm>
              <a:off x="244358" y="2654732"/>
              <a:ext cx="273537" cy="372778"/>
            </a:xfrm>
            <a:custGeom>
              <a:avLst/>
              <a:gdLst/>
              <a:ahLst/>
              <a:cxnLst/>
              <a:rect l="l" t="t" r="r" b="b"/>
              <a:pathLst>
                <a:path w="4705" h="6412" extrusionOk="0">
                  <a:moveTo>
                    <a:pt x="0" y="0"/>
                  </a:moveTo>
                  <a:lnTo>
                    <a:pt x="0" y="6412"/>
                  </a:lnTo>
                  <a:lnTo>
                    <a:pt x="4704" y="6412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0" name="Google Shape;16100;p130"/>
            <p:cNvSpPr/>
            <p:nvPr/>
          </p:nvSpPr>
          <p:spPr>
            <a:xfrm>
              <a:off x="241335" y="2652000"/>
              <a:ext cx="279525" cy="378243"/>
            </a:xfrm>
            <a:custGeom>
              <a:avLst/>
              <a:gdLst/>
              <a:ahLst/>
              <a:cxnLst/>
              <a:rect l="l" t="t" r="r" b="b"/>
              <a:pathLst>
                <a:path w="4808" h="6506" extrusionOk="0">
                  <a:moveTo>
                    <a:pt x="4709" y="99"/>
                  </a:moveTo>
                  <a:lnTo>
                    <a:pt x="4709" y="6407"/>
                  </a:lnTo>
                  <a:lnTo>
                    <a:pt x="99" y="6407"/>
                  </a:lnTo>
                  <a:lnTo>
                    <a:pt x="99" y="99"/>
                  </a:lnTo>
                  <a:close/>
                  <a:moveTo>
                    <a:pt x="52" y="0"/>
                  </a:moveTo>
                  <a:cubicBezTo>
                    <a:pt x="21" y="0"/>
                    <a:pt x="1" y="21"/>
                    <a:pt x="1" y="47"/>
                  </a:cubicBezTo>
                  <a:lnTo>
                    <a:pt x="1" y="6454"/>
                  </a:lnTo>
                  <a:cubicBezTo>
                    <a:pt x="1" y="6485"/>
                    <a:pt x="21" y="6506"/>
                    <a:pt x="52" y="6506"/>
                  </a:cubicBezTo>
                  <a:lnTo>
                    <a:pt x="4756" y="6506"/>
                  </a:lnTo>
                  <a:cubicBezTo>
                    <a:pt x="4787" y="6506"/>
                    <a:pt x="4808" y="6485"/>
                    <a:pt x="4808" y="6454"/>
                  </a:cubicBezTo>
                  <a:lnTo>
                    <a:pt x="4808" y="47"/>
                  </a:lnTo>
                  <a:cubicBezTo>
                    <a:pt x="4808" y="21"/>
                    <a:pt x="4787" y="0"/>
                    <a:pt x="4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1" name="Google Shape;16101;p130"/>
            <p:cNvSpPr/>
            <p:nvPr/>
          </p:nvSpPr>
          <p:spPr>
            <a:xfrm>
              <a:off x="535921" y="2637523"/>
              <a:ext cx="17558" cy="407195"/>
            </a:xfrm>
            <a:custGeom>
              <a:avLst/>
              <a:gdLst/>
              <a:ahLst/>
              <a:cxnLst/>
              <a:rect l="l" t="t" r="r" b="b"/>
              <a:pathLst>
                <a:path w="302" h="7004" extrusionOk="0">
                  <a:moveTo>
                    <a:pt x="1" y="0"/>
                  </a:moveTo>
                  <a:lnTo>
                    <a:pt x="1" y="7004"/>
                  </a:lnTo>
                  <a:lnTo>
                    <a:pt x="302" y="7004"/>
                  </a:lnTo>
                  <a:lnTo>
                    <a:pt x="302" y="1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2" name="Google Shape;16102;p130"/>
            <p:cNvSpPr/>
            <p:nvPr/>
          </p:nvSpPr>
          <p:spPr>
            <a:xfrm>
              <a:off x="532898" y="2634616"/>
              <a:ext cx="23313" cy="413125"/>
            </a:xfrm>
            <a:custGeom>
              <a:avLst/>
              <a:gdLst/>
              <a:ahLst/>
              <a:cxnLst/>
              <a:rect l="l" t="t" r="r" b="b"/>
              <a:pathLst>
                <a:path w="401" h="7106" extrusionOk="0">
                  <a:moveTo>
                    <a:pt x="99" y="123"/>
                  </a:moveTo>
                  <a:lnTo>
                    <a:pt x="302" y="222"/>
                  </a:lnTo>
                  <a:lnTo>
                    <a:pt x="302" y="7007"/>
                  </a:lnTo>
                  <a:lnTo>
                    <a:pt x="99" y="7007"/>
                  </a:lnTo>
                  <a:lnTo>
                    <a:pt x="99" y="123"/>
                  </a:lnTo>
                  <a:close/>
                  <a:moveTo>
                    <a:pt x="50" y="1"/>
                  </a:moveTo>
                  <a:cubicBezTo>
                    <a:pt x="42" y="1"/>
                    <a:pt x="34" y="4"/>
                    <a:pt x="27" y="9"/>
                  </a:cubicBezTo>
                  <a:cubicBezTo>
                    <a:pt x="11" y="14"/>
                    <a:pt x="1" y="35"/>
                    <a:pt x="6" y="50"/>
                  </a:cubicBezTo>
                  <a:lnTo>
                    <a:pt x="6" y="7054"/>
                  </a:lnTo>
                  <a:cubicBezTo>
                    <a:pt x="6" y="7080"/>
                    <a:pt x="27" y="7106"/>
                    <a:pt x="53" y="7106"/>
                  </a:cubicBezTo>
                  <a:lnTo>
                    <a:pt x="349" y="7106"/>
                  </a:lnTo>
                  <a:cubicBezTo>
                    <a:pt x="380" y="7106"/>
                    <a:pt x="400" y="7080"/>
                    <a:pt x="400" y="7054"/>
                  </a:cubicBezTo>
                  <a:lnTo>
                    <a:pt x="400" y="190"/>
                  </a:lnTo>
                  <a:cubicBezTo>
                    <a:pt x="400" y="175"/>
                    <a:pt x="390" y="154"/>
                    <a:pt x="369" y="149"/>
                  </a:cubicBezTo>
                  <a:lnTo>
                    <a:pt x="73" y="9"/>
                  </a:lnTo>
                  <a:cubicBezTo>
                    <a:pt x="66" y="4"/>
                    <a:pt x="58" y="1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3" name="Google Shape;16103;p130"/>
            <p:cNvSpPr/>
            <p:nvPr/>
          </p:nvSpPr>
          <p:spPr>
            <a:xfrm>
              <a:off x="226219" y="2637523"/>
              <a:ext cx="309757" cy="407195"/>
            </a:xfrm>
            <a:custGeom>
              <a:avLst/>
              <a:gdLst/>
              <a:ahLst/>
              <a:cxnLst/>
              <a:rect l="l" t="t" r="r" b="b"/>
              <a:pathLst>
                <a:path w="5328" h="7004" extrusionOk="0">
                  <a:moveTo>
                    <a:pt x="1" y="0"/>
                  </a:moveTo>
                  <a:lnTo>
                    <a:pt x="1" y="7004"/>
                  </a:lnTo>
                  <a:lnTo>
                    <a:pt x="5328" y="7004"/>
                  </a:lnTo>
                  <a:lnTo>
                    <a:pt x="5328" y="0"/>
                  </a:ln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04" name="Google Shape;16104;p130"/>
          <p:cNvGrpSpPr/>
          <p:nvPr/>
        </p:nvGrpSpPr>
        <p:grpSpPr>
          <a:xfrm>
            <a:off x="7267118" y="3018957"/>
            <a:ext cx="978994" cy="1886446"/>
            <a:chOff x="359850" y="2880925"/>
            <a:chExt cx="329450" cy="634825"/>
          </a:xfrm>
        </p:grpSpPr>
        <p:sp>
          <p:nvSpPr>
            <p:cNvPr id="16105" name="Google Shape;16105;p130"/>
            <p:cNvSpPr/>
            <p:nvPr/>
          </p:nvSpPr>
          <p:spPr>
            <a:xfrm>
              <a:off x="501725" y="3240050"/>
              <a:ext cx="39225" cy="275700"/>
            </a:xfrm>
            <a:custGeom>
              <a:avLst/>
              <a:gdLst/>
              <a:ahLst/>
              <a:cxnLst/>
              <a:rect l="l" t="t" r="r" b="b"/>
              <a:pathLst>
                <a:path w="1569" h="11028" extrusionOk="0">
                  <a:moveTo>
                    <a:pt x="0" y="0"/>
                  </a:moveTo>
                  <a:lnTo>
                    <a:pt x="166" y="9776"/>
                  </a:lnTo>
                  <a:cubicBezTo>
                    <a:pt x="166" y="9787"/>
                    <a:pt x="172" y="9797"/>
                    <a:pt x="177" y="9808"/>
                  </a:cubicBezTo>
                  <a:lnTo>
                    <a:pt x="1137" y="11007"/>
                  </a:lnTo>
                  <a:cubicBezTo>
                    <a:pt x="1148" y="11017"/>
                    <a:pt x="1163" y="11028"/>
                    <a:pt x="1179" y="11028"/>
                  </a:cubicBezTo>
                  <a:lnTo>
                    <a:pt x="1194" y="11028"/>
                  </a:lnTo>
                  <a:cubicBezTo>
                    <a:pt x="1210" y="11017"/>
                    <a:pt x="1226" y="11002"/>
                    <a:pt x="1226" y="10981"/>
                  </a:cubicBezTo>
                  <a:lnTo>
                    <a:pt x="1568" y="1319"/>
                  </a:lnTo>
                  <a:lnTo>
                    <a:pt x="1470" y="1319"/>
                  </a:lnTo>
                  <a:lnTo>
                    <a:pt x="1132" y="10846"/>
                  </a:lnTo>
                  <a:lnTo>
                    <a:pt x="265" y="9761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6" name="Google Shape;16106;p130"/>
            <p:cNvSpPr/>
            <p:nvPr/>
          </p:nvSpPr>
          <p:spPr>
            <a:xfrm>
              <a:off x="461475" y="3332200"/>
              <a:ext cx="116725" cy="169675"/>
            </a:xfrm>
            <a:custGeom>
              <a:avLst/>
              <a:gdLst/>
              <a:ahLst/>
              <a:cxnLst/>
              <a:rect l="l" t="t" r="r" b="b"/>
              <a:pathLst>
                <a:path w="4669" h="6787" extrusionOk="0">
                  <a:moveTo>
                    <a:pt x="100" y="1"/>
                  </a:moveTo>
                  <a:lnTo>
                    <a:pt x="1" y="6"/>
                  </a:lnTo>
                  <a:lnTo>
                    <a:pt x="271" y="6739"/>
                  </a:lnTo>
                  <a:cubicBezTo>
                    <a:pt x="271" y="6765"/>
                    <a:pt x="292" y="6786"/>
                    <a:pt x="318" y="6786"/>
                  </a:cubicBezTo>
                  <a:lnTo>
                    <a:pt x="4289" y="6786"/>
                  </a:lnTo>
                  <a:cubicBezTo>
                    <a:pt x="4315" y="6786"/>
                    <a:pt x="4336" y="6765"/>
                    <a:pt x="4336" y="6739"/>
                  </a:cubicBezTo>
                  <a:lnTo>
                    <a:pt x="4668" y="6"/>
                  </a:lnTo>
                  <a:lnTo>
                    <a:pt x="4575" y="1"/>
                  </a:lnTo>
                  <a:lnTo>
                    <a:pt x="4242" y="6693"/>
                  </a:lnTo>
                  <a:lnTo>
                    <a:pt x="364" y="6693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7" name="Google Shape;16107;p130"/>
            <p:cNvSpPr/>
            <p:nvPr/>
          </p:nvSpPr>
          <p:spPr>
            <a:xfrm>
              <a:off x="442925" y="3215775"/>
              <a:ext cx="153825" cy="13400"/>
            </a:xfrm>
            <a:custGeom>
              <a:avLst/>
              <a:gdLst/>
              <a:ahLst/>
              <a:cxnLst/>
              <a:rect l="l" t="t" r="r" b="b"/>
              <a:pathLst>
                <a:path w="6153" h="536" extrusionOk="0">
                  <a:moveTo>
                    <a:pt x="3079" y="1"/>
                  </a:moveTo>
                  <a:cubicBezTo>
                    <a:pt x="1376" y="1"/>
                    <a:pt x="0" y="120"/>
                    <a:pt x="0" y="265"/>
                  </a:cubicBezTo>
                  <a:cubicBezTo>
                    <a:pt x="0" y="416"/>
                    <a:pt x="1376" y="535"/>
                    <a:pt x="3079" y="535"/>
                  </a:cubicBezTo>
                  <a:cubicBezTo>
                    <a:pt x="4777" y="535"/>
                    <a:pt x="6153" y="416"/>
                    <a:pt x="6153" y="265"/>
                  </a:cubicBezTo>
                  <a:cubicBezTo>
                    <a:pt x="6153" y="120"/>
                    <a:pt x="4777" y="1"/>
                    <a:pt x="30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8" name="Google Shape;16108;p130"/>
            <p:cNvSpPr/>
            <p:nvPr/>
          </p:nvSpPr>
          <p:spPr>
            <a:xfrm>
              <a:off x="441750" y="3214600"/>
              <a:ext cx="156175" cy="15750"/>
            </a:xfrm>
            <a:custGeom>
              <a:avLst/>
              <a:gdLst/>
              <a:ahLst/>
              <a:cxnLst/>
              <a:rect l="l" t="t" r="r" b="b"/>
              <a:pathLst>
                <a:path w="6247" h="630" extrusionOk="0">
                  <a:moveTo>
                    <a:pt x="3126" y="100"/>
                  </a:moveTo>
                  <a:cubicBezTo>
                    <a:pt x="4907" y="100"/>
                    <a:pt x="5987" y="219"/>
                    <a:pt x="6137" y="312"/>
                  </a:cubicBezTo>
                  <a:cubicBezTo>
                    <a:pt x="5987" y="411"/>
                    <a:pt x="4907" y="530"/>
                    <a:pt x="3126" y="530"/>
                  </a:cubicBezTo>
                  <a:cubicBezTo>
                    <a:pt x="1340" y="530"/>
                    <a:pt x="260" y="411"/>
                    <a:pt x="110" y="312"/>
                  </a:cubicBezTo>
                  <a:cubicBezTo>
                    <a:pt x="260" y="219"/>
                    <a:pt x="1340" y="100"/>
                    <a:pt x="3126" y="100"/>
                  </a:cubicBezTo>
                  <a:close/>
                  <a:moveTo>
                    <a:pt x="3126" y="1"/>
                  </a:moveTo>
                  <a:cubicBezTo>
                    <a:pt x="2301" y="1"/>
                    <a:pt x="1527" y="27"/>
                    <a:pt x="946" y="79"/>
                  </a:cubicBezTo>
                  <a:cubicBezTo>
                    <a:pt x="1" y="162"/>
                    <a:pt x="1" y="260"/>
                    <a:pt x="1" y="312"/>
                  </a:cubicBezTo>
                  <a:cubicBezTo>
                    <a:pt x="1" y="370"/>
                    <a:pt x="1" y="468"/>
                    <a:pt x="946" y="551"/>
                  </a:cubicBezTo>
                  <a:cubicBezTo>
                    <a:pt x="1527" y="603"/>
                    <a:pt x="2301" y="629"/>
                    <a:pt x="3126" y="629"/>
                  </a:cubicBezTo>
                  <a:cubicBezTo>
                    <a:pt x="3946" y="629"/>
                    <a:pt x="4720" y="603"/>
                    <a:pt x="5301" y="551"/>
                  </a:cubicBezTo>
                  <a:cubicBezTo>
                    <a:pt x="6246" y="468"/>
                    <a:pt x="6246" y="370"/>
                    <a:pt x="6246" y="312"/>
                  </a:cubicBezTo>
                  <a:cubicBezTo>
                    <a:pt x="6246" y="260"/>
                    <a:pt x="6246" y="162"/>
                    <a:pt x="5301" y="79"/>
                  </a:cubicBezTo>
                  <a:cubicBezTo>
                    <a:pt x="4720" y="27"/>
                    <a:pt x="3946" y="1"/>
                    <a:pt x="3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9" name="Google Shape;16109;p130"/>
            <p:cNvSpPr/>
            <p:nvPr/>
          </p:nvSpPr>
          <p:spPr>
            <a:xfrm>
              <a:off x="451225" y="3230825"/>
              <a:ext cx="137225" cy="136375"/>
            </a:xfrm>
            <a:custGeom>
              <a:avLst/>
              <a:gdLst/>
              <a:ahLst/>
              <a:cxnLst/>
              <a:rect l="l" t="t" r="r" b="b"/>
              <a:pathLst>
                <a:path w="5489" h="5455" extrusionOk="0">
                  <a:moveTo>
                    <a:pt x="5488" y="1"/>
                  </a:moveTo>
                  <a:lnTo>
                    <a:pt x="5487" y="7"/>
                  </a:lnTo>
                  <a:lnTo>
                    <a:pt x="5487" y="7"/>
                  </a:lnTo>
                  <a:cubicBezTo>
                    <a:pt x="5488" y="5"/>
                    <a:pt x="5488" y="3"/>
                    <a:pt x="5488" y="1"/>
                  </a:cubicBezTo>
                  <a:close/>
                  <a:moveTo>
                    <a:pt x="1" y="1"/>
                  </a:moveTo>
                  <a:cubicBezTo>
                    <a:pt x="1" y="3"/>
                    <a:pt x="1" y="6"/>
                    <a:pt x="2" y="8"/>
                  </a:cubicBezTo>
                  <a:lnTo>
                    <a:pt x="2" y="8"/>
                  </a:lnTo>
                  <a:lnTo>
                    <a:pt x="1" y="1"/>
                  </a:lnTo>
                  <a:close/>
                  <a:moveTo>
                    <a:pt x="5487" y="7"/>
                  </a:moveTo>
                  <a:cubicBezTo>
                    <a:pt x="5450" y="145"/>
                    <a:pt x="4239" y="266"/>
                    <a:pt x="2747" y="266"/>
                  </a:cubicBezTo>
                  <a:cubicBezTo>
                    <a:pt x="1256" y="266"/>
                    <a:pt x="41" y="150"/>
                    <a:pt x="2" y="8"/>
                  </a:cubicBezTo>
                  <a:lnTo>
                    <a:pt x="2" y="8"/>
                  </a:lnTo>
                  <a:lnTo>
                    <a:pt x="707" y="5167"/>
                  </a:lnTo>
                  <a:lnTo>
                    <a:pt x="738" y="5177"/>
                  </a:lnTo>
                  <a:cubicBezTo>
                    <a:pt x="1393" y="5362"/>
                    <a:pt x="2067" y="5454"/>
                    <a:pt x="2741" y="5454"/>
                  </a:cubicBezTo>
                  <a:cubicBezTo>
                    <a:pt x="3429" y="5454"/>
                    <a:pt x="4116" y="5358"/>
                    <a:pt x="4782" y="5167"/>
                  </a:cubicBezTo>
                  <a:lnTo>
                    <a:pt x="5487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0" name="Google Shape;16110;p130"/>
            <p:cNvSpPr/>
            <p:nvPr/>
          </p:nvSpPr>
          <p:spPr>
            <a:xfrm>
              <a:off x="451225" y="3230825"/>
              <a:ext cx="137225" cy="138775"/>
            </a:xfrm>
            <a:custGeom>
              <a:avLst/>
              <a:gdLst/>
              <a:ahLst/>
              <a:cxnLst/>
              <a:rect l="l" t="t" r="r" b="b"/>
              <a:pathLst>
                <a:path w="5489" h="5551" extrusionOk="0">
                  <a:moveTo>
                    <a:pt x="2747" y="266"/>
                  </a:moveTo>
                  <a:cubicBezTo>
                    <a:pt x="1231" y="266"/>
                    <a:pt x="1" y="146"/>
                    <a:pt x="1" y="1"/>
                  </a:cubicBezTo>
                  <a:lnTo>
                    <a:pt x="707" y="5167"/>
                  </a:lnTo>
                  <a:lnTo>
                    <a:pt x="738" y="5177"/>
                  </a:lnTo>
                  <a:cubicBezTo>
                    <a:pt x="2062" y="5551"/>
                    <a:pt x="3464" y="5546"/>
                    <a:pt x="4782" y="5167"/>
                  </a:cubicBezTo>
                  <a:lnTo>
                    <a:pt x="4782" y="5167"/>
                  </a:lnTo>
                  <a:lnTo>
                    <a:pt x="5488" y="1"/>
                  </a:lnTo>
                  <a:cubicBezTo>
                    <a:pt x="5488" y="141"/>
                    <a:pt x="4263" y="266"/>
                    <a:pt x="2747" y="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1" name="Google Shape;16111;p130"/>
            <p:cNvSpPr/>
            <p:nvPr/>
          </p:nvSpPr>
          <p:spPr>
            <a:xfrm>
              <a:off x="450075" y="3229425"/>
              <a:ext cx="139675" cy="138875"/>
            </a:xfrm>
            <a:custGeom>
              <a:avLst/>
              <a:gdLst/>
              <a:ahLst/>
              <a:cxnLst/>
              <a:rect l="l" t="t" r="r" b="b"/>
              <a:pathLst>
                <a:path w="5587" h="5555" extrusionOk="0">
                  <a:moveTo>
                    <a:pt x="104" y="161"/>
                  </a:moveTo>
                  <a:cubicBezTo>
                    <a:pt x="213" y="202"/>
                    <a:pt x="426" y="249"/>
                    <a:pt x="841" y="290"/>
                  </a:cubicBezTo>
                  <a:cubicBezTo>
                    <a:pt x="1360" y="337"/>
                    <a:pt x="2051" y="368"/>
                    <a:pt x="2788" y="368"/>
                  </a:cubicBezTo>
                  <a:cubicBezTo>
                    <a:pt x="3525" y="368"/>
                    <a:pt x="4216" y="337"/>
                    <a:pt x="4735" y="290"/>
                  </a:cubicBezTo>
                  <a:cubicBezTo>
                    <a:pt x="5150" y="249"/>
                    <a:pt x="5358" y="202"/>
                    <a:pt x="5467" y="161"/>
                  </a:cubicBezTo>
                  <a:lnTo>
                    <a:pt x="5467" y="161"/>
                  </a:lnTo>
                  <a:lnTo>
                    <a:pt x="4782" y="5181"/>
                  </a:lnTo>
                  <a:cubicBezTo>
                    <a:pt x="4130" y="5365"/>
                    <a:pt x="3459" y="5457"/>
                    <a:pt x="2788" y="5457"/>
                  </a:cubicBezTo>
                  <a:cubicBezTo>
                    <a:pt x="2117" y="5457"/>
                    <a:pt x="1446" y="5365"/>
                    <a:pt x="794" y="5181"/>
                  </a:cubicBezTo>
                  <a:lnTo>
                    <a:pt x="104" y="161"/>
                  </a:lnTo>
                  <a:close/>
                  <a:moveTo>
                    <a:pt x="5535" y="0"/>
                  </a:moveTo>
                  <a:cubicBezTo>
                    <a:pt x="5512" y="0"/>
                    <a:pt x="5490" y="15"/>
                    <a:pt x="5488" y="46"/>
                  </a:cubicBezTo>
                  <a:cubicBezTo>
                    <a:pt x="5405" y="140"/>
                    <a:pt x="4429" y="270"/>
                    <a:pt x="2793" y="270"/>
                  </a:cubicBezTo>
                  <a:cubicBezTo>
                    <a:pt x="1153" y="270"/>
                    <a:pt x="177" y="140"/>
                    <a:pt x="93" y="46"/>
                  </a:cubicBezTo>
                  <a:cubicBezTo>
                    <a:pt x="93" y="23"/>
                    <a:pt x="73" y="4"/>
                    <a:pt x="50" y="4"/>
                  </a:cubicBezTo>
                  <a:cubicBezTo>
                    <a:pt x="47" y="4"/>
                    <a:pt x="44" y="4"/>
                    <a:pt x="42" y="5"/>
                  </a:cubicBezTo>
                  <a:cubicBezTo>
                    <a:pt x="16" y="5"/>
                    <a:pt x="0" y="26"/>
                    <a:pt x="0" y="52"/>
                  </a:cubicBezTo>
                  <a:cubicBezTo>
                    <a:pt x="0" y="62"/>
                    <a:pt x="0" y="72"/>
                    <a:pt x="0" y="83"/>
                  </a:cubicBezTo>
                  <a:lnTo>
                    <a:pt x="706" y="5223"/>
                  </a:lnTo>
                  <a:cubicBezTo>
                    <a:pt x="706" y="5243"/>
                    <a:pt x="722" y="5259"/>
                    <a:pt x="737" y="5264"/>
                  </a:cubicBezTo>
                  <a:lnTo>
                    <a:pt x="774" y="5274"/>
                  </a:lnTo>
                  <a:cubicBezTo>
                    <a:pt x="1428" y="5461"/>
                    <a:pt x="2108" y="5555"/>
                    <a:pt x="2793" y="5555"/>
                  </a:cubicBezTo>
                  <a:cubicBezTo>
                    <a:pt x="3484" y="5555"/>
                    <a:pt x="4179" y="5456"/>
                    <a:pt x="4844" y="5264"/>
                  </a:cubicBezTo>
                  <a:cubicBezTo>
                    <a:pt x="4865" y="5259"/>
                    <a:pt x="4875" y="5243"/>
                    <a:pt x="4880" y="5223"/>
                  </a:cubicBezTo>
                  <a:lnTo>
                    <a:pt x="5581" y="83"/>
                  </a:lnTo>
                  <a:cubicBezTo>
                    <a:pt x="5581" y="72"/>
                    <a:pt x="5586" y="62"/>
                    <a:pt x="5586" y="52"/>
                  </a:cubicBezTo>
                  <a:cubicBezTo>
                    <a:pt x="5586" y="19"/>
                    <a:pt x="5560" y="0"/>
                    <a:pt x="5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2" name="Google Shape;16112;p130"/>
            <p:cNvSpPr/>
            <p:nvPr/>
          </p:nvSpPr>
          <p:spPr>
            <a:xfrm>
              <a:off x="461475" y="3328700"/>
              <a:ext cx="116725" cy="14550"/>
            </a:xfrm>
            <a:custGeom>
              <a:avLst/>
              <a:gdLst/>
              <a:ahLst/>
              <a:cxnLst/>
              <a:rect l="l" t="t" r="r" b="b"/>
              <a:pathLst>
                <a:path w="4669" h="582" extrusionOk="0">
                  <a:moveTo>
                    <a:pt x="94" y="0"/>
                  </a:moveTo>
                  <a:cubicBezTo>
                    <a:pt x="42" y="26"/>
                    <a:pt x="6" y="83"/>
                    <a:pt x="1" y="141"/>
                  </a:cubicBezTo>
                  <a:cubicBezTo>
                    <a:pt x="1" y="462"/>
                    <a:pt x="1397" y="582"/>
                    <a:pt x="2337" y="582"/>
                  </a:cubicBezTo>
                  <a:cubicBezTo>
                    <a:pt x="3272" y="582"/>
                    <a:pt x="4668" y="462"/>
                    <a:pt x="4668" y="141"/>
                  </a:cubicBezTo>
                  <a:cubicBezTo>
                    <a:pt x="4663" y="83"/>
                    <a:pt x="4627" y="26"/>
                    <a:pt x="4570" y="0"/>
                  </a:cubicBezTo>
                  <a:lnTo>
                    <a:pt x="4518" y="83"/>
                  </a:lnTo>
                  <a:cubicBezTo>
                    <a:pt x="4549" y="104"/>
                    <a:pt x="4570" y="125"/>
                    <a:pt x="4570" y="141"/>
                  </a:cubicBezTo>
                  <a:cubicBezTo>
                    <a:pt x="4570" y="281"/>
                    <a:pt x="3697" y="483"/>
                    <a:pt x="2332" y="483"/>
                  </a:cubicBezTo>
                  <a:cubicBezTo>
                    <a:pt x="967" y="483"/>
                    <a:pt x="94" y="281"/>
                    <a:pt x="94" y="141"/>
                  </a:cubicBezTo>
                  <a:cubicBezTo>
                    <a:pt x="94" y="125"/>
                    <a:pt x="115" y="104"/>
                    <a:pt x="146" y="83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3" name="Google Shape;16113;p130"/>
            <p:cNvSpPr/>
            <p:nvPr/>
          </p:nvSpPr>
          <p:spPr>
            <a:xfrm>
              <a:off x="388025" y="2884925"/>
              <a:ext cx="159275" cy="199575"/>
            </a:xfrm>
            <a:custGeom>
              <a:avLst/>
              <a:gdLst/>
              <a:ahLst/>
              <a:cxnLst/>
              <a:rect l="l" t="t" r="r" b="b"/>
              <a:pathLst>
                <a:path w="6371" h="7983" extrusionOk="0">
                  <a:moveTo>
                    <a:pt x="1794" y="0"/>
                  </a:moveTo>
                  <a:cubicBezTo>
                    <a:pt x="1091" y="0"/>
                    <a:pt x="41" y="448"/>
                    <a:pt x="11" y="448"/>
                  </a:cubicBezTo>
                  <a:cubicBezTo>
                    <a:pt x="11" y="448"/>
                    <a:pt x="11" y="448"/>
                    <a:pt x="11" y="448"/>
                  </a:cubicBezTo>
                  <a:lnTo>
                    <a:pt x="11" y="448"/>
                  </a:lnTo>
                  <a:cubicBezTo>
                    <a:pt x="0" y="484"/>
                    <a:pt x="1075" y="536"/>
                    <a:pt x="1579" y="1387"/>
                  </a:cubicBezTo>
                  <a:cubicBezTo>
                    <a:pt x="2082" y="2275"/>
                    <a:pt x="1978" y="2187"/>
                    <a:pt x="2560" y="4305"/>
                  </a:cubicBezTo>
                  <a:cubicBezTo>
                    <a:pt x="3135" y="6492"/>
                    <a:pt x="4841" y="7972"/>
                    <a:pt x="4910" y="7972"/>
                  </a:cubicBezTo>
                  <a:cubicBezTo>
                    <a:pt x="4911" y="7972"/>
                    <a:pt x="4912" y="7972"/>
                    <a:pt x="4912" y="7971"/>
                  </a:cubicBezTo>
                  <a:lnTo>
                    <a:pt x="4912" y="7971"/>
                  </a:lnTo>
                  <a:cubicBezTo>
                    <a:pt x="4912" y="7975"/>
                    <a:pt x="4943" y="7983"/>
                    <a:pt x="4994" y="7983"/>
                  </a:cubicBezTo>
                  <a:cubicBezTo>
                    <a:pt x="5288" y="7983"/>
                    <a:pt x="6264" y="7750"/>
                    <a:pt x="6334" y="5520"/>
                  </a:cubicBezTo>
                  <a:cubicBezTo>
                    <a:pt x="6371" y="4222"/>
                    <a:pt x="5966" y="3235"/>
                    <a:pt x="5530" y="2394"/>
                  </a:cubicBezTo>
                  <a:cubicBezTo>
                    <a:pt x="5182" y="1740"/>
                    <a:pt x="4787" y="1112"/>
                    <a:pt x="4361" y="510"/>
                  </a:cubicBezTo>
                  <a:cubicBezTo>
                    <a:pt x="4103" y="166"/>
                    <a:pt x="3692" y="116"/>
                    <a:pt x="3264" y="116"/>
                  </a:cubicBezTo>
                  <a:cubicBezTo>
                    <a:pt x="3088" y="116"/>
                    <a:pt x="2910" y="125"/>
                    <a:pt x="2739" y="125"/>
                  </a:cubicBezTo>
                  <a:cubicBezTo>
                    <a:pt x="2512" y="125"/>
                    <a:pt x="2296" y="110"/>
                    <a:pt x="2113" y="43"/>
                  </a:cubicBezTo>
                  <a:cubicBezTo>
                    <a:pt x="2021" y="13"/>
                    <a:pt x="1913" y="0"/>
                    <a:pt x="1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4" name="Google Shape;16114;p130"/>
            <p:cNvSpPr/>
            <p:nvPr/>
          </p:nvSpPr>
          <p:spPr>
            <a:xfrm>
              <a:off x="391850" y="2887100"/>
              <a:ext cx="157000" cy="197300"/>
            </a:xfrm>
            <a:custGeom>
              <a:avLst/>
              <a:gdLst/>
              <a:ahLst/>
              <a:cxnLst/>
              <a:rect l="l" t="t" r="r" b="b"/>
              <a:pathLst>
                <a:path w="6280" h="7892" extrusionOk="0">
                  <a:moveTo>
                    <a:pt x="1346" y="0"/>
                  </a:moveTo>
                  <a:cubicBezTo>
                    <a:pt x="985" y="0"/>
                    <a:pt x="700" y="108"/>
                    <a:pt x="688" y="132"/>
                  </a:cubicBezTo>
                  <a:cubicBezTo>
                    <a:pt x="679" y="155"/>
                    <a:pt x="0" y="385"/>
                    <a:pt x="161" y="385"/>
                  </a:cubicBezTo>
                  <a:cubicBezTo>
                    <a:pt x="179" y="385"/>
                    <a:pt x="207" y="382"/>
                    <a:pt x="247" y="376"/>
                  </a:cubicBezTo>
                  <a:cubicBezTo>
                    <a:pt x="321" y="354"/>
                    <a:pt x="417" y="345"/>
                    <a:pt x="525" y="345"/>
                  </a:cubicBezTo>
                  <a:cubicBezTo>
                    <a:pt x="1052" y="345"/>
                    <a:pt x="1865" y="569"/>
                    <a:pt x="1857" y="651"/>
                  </a:cubicBezTo>
                  <a:cubicBezTo>
                    <a:pt x="1852" y="656"/>
                    <a:pt x="1842" y="658"/>
                    <a:pt x="1826" y="658"/>
                  </a:cubicBezTo>
                  <a:cubicBezTo>
                    <a:pt x="1729" y="658"/>
                    <a:pt x="1440" y="574"/>
                    <a:pt x="1276" y="574"/>
                  </a:cubicBezTo>
                  <a:cubicBezTo>
                    <a:pt x="1221" y="574"/>
                    <a:pt x="1180" y="584"/>
                    <a:pt x="1166" y="610"/>
                  </a:cubicBezTo>
                  <a:cubicBezTo>
                    <a:pt x="1119" y="667"/>
                    <a:pt x="1337" y="771"/>
                    <a:pt x="1540" y="932"/>
                  </a:cubicBezTo>
                  <a:cubicBezTo>
                    <a:pt x="1883" y="1196"/>
                    <a:pt x="2241" y="1176"/>
                    <a:pt x="2256" y="1368"/>
                  </a:cubicBezTo>
                  <a:cubicBezTo>
                    <a:pt x="2272" y="1534"/>
                    <a:pt x="2018" y="1586"/>
                    <a:pt x="1997" y="1799"/>
                  </a:cubicBezTo>
                  <a:cubicBezTo>
                    <a:pt x="1986" y="1923"/>
                    <a:pt x="2043" y="2027"/>
                    <a:pt x="2542" y="2520"/>
                  </a:cubicBezTo>
                  <a:cubicBezTo>
                    <a:pt x="2968" y="2946"/>
                    <a:pt x="3248" y="3185"/>
                    <a:pt x="3222" y="3252"/>
                  </a:cubicBezTo>
                  <a:cubicBezTo>
                    <a:pt x="3218" y="3264"/>
                    <a:pt x="3206" y="3269"/>
                    <a:pt x="3188" y="3269"/>
                  </a:cubicBezTo>
                  <a:cubicBezTo>
                    <a:pt x="3096" y="3269"/>
                    <a:pt x="2850" y="3145"/>
                    <a:pt x="2752" y="3145"/>
                  </a:cubicBezTo>
                  <a:cubicBezTo>
                    <a:pt x="2732" y="3145"/>
                    <a:pt x="2718" y="3151"/>
                    <a:pt x="2713" y="3164"/>
                  </a:cubicBezTo>
                  <a:cubicBezTo>
                    <a:pt x="2682" y="3247"/>
                    <a:pt x="3154" y="3553"/>
                    <a:pt x="3580" y="4197"/>
                  </a:cubicBezTo>
                  <a:cubicBezTo>
                    <a:pt x="3892" y="4664"/>
                    <a:pt x="4151" y="5261"/>
                    <a:pt x="4037" y="5381"/>
                  </a:cubicBezTo>
                  <a:cubicBezTo>
                    <a:pt x="4023" y="5395"/>
                    <a:pt x="4004" y="5402"/>
                    <a:pt x="3982" y="5402"/>
                  </a:cubicBezTo>
                  <a:cubicBezTo>
                    <a:pt x="3818" y="5402"/>
                    <a:pt x="3461" y="5057"/>
                    <a:pt x="3369" y="5057"/>
                  </a:cubicBezTo>
                  <a:cubicBezTo>
                    <a:pt x="3361" y="5057"/>
                    <a:pt x="3356" y="5059"/>
                    <a:pt x="3352" y="5064"/>
                  </a:cubicBezTo>
                  <a:cubicBezTo>
                    <a:pt x="3289" y="5152"/>
                    <a:pt x="3975" y="5838"/>
                    <a:pt x="4411" y="6694"/>
                  </a:cubicBezTo>
                  <a:cubicBezTo>
                    <a:pt x="4598" y="7068"/>
                    <a:pt x="4712" y="7473"/>
                    <a:pt x="4748" y="7888"/>
                  </a:cubicBezTo>
                  <a:cubicBezTo>
                    <a:pt x="4774" y="7890"/>
                    <a:pt x="4800" y="7891"/>
                    <a:pt x="4826" y="7891"/>
                  </a:cubicBezTo>
                  <a:cubicBezTo>
                    <a:pt x="4935" y="7891"/>
                    <a:pt x="5042" y="7873"/>
                    <a:pt x="5143" y="7831"/>
                  </a:cubicBezTo>
                  <a:cubicBezTo>
                    <a:pt x="5174" y="7650"/>
                    <a:pt x="5195" y="7458"/>
                    <a:pt x="5210" y="7255"/>
                  </a:cubicBezTo>
                  <a:cubicBezTo>
                    <a:pt x="5247" y="6663"/>
                    <a:pt x="5164" y="6684"/>
                    <a:pt x="5200" y="6212"/>
                  </a:cubicBezTo>
                  <a:cubicBezTo>
                    <a:pt x="5278" y="5106"/>
                    <a:pt x="6280" y="5043"/>
                    <a:pt x="5382" y="2889"/>
                  </a:cubicBezTo>
                  <a:cubicBezTo>
                    <a:pt x="5372" y="2836"/>
                    <a:pt x="5365" y="2813"/>
                    <a:pt x="5359" y="2813"/>
                  </a:cubicBezTo>
                  <a:cubicBezTo>
                    <a:pt x="5314" y="2813"/>
                    <a:pt x="5361" y="4151"/>
                    <a:pt x="5242" y="4192"/>
                  </a:cubicBezTo>
                  <a:cubicBezTo>
                    <a:pt x="5227" y="4198"/>
                    <a:pt x="5211" y="4200"/>
                    <a:pt x="5195" y="4200"/>
                  </a:cubicBezTo>
                  <a:cubicBezTo>
                    <a:pt x="5124" y="4200"/>
                    <a:pt x="5041" y="4156"/>
                    <a:pt x="4977" y="4156"/>
                  </a:cubicBezTo>
                  <a:cubicBezTo>
                    <a:pt x="4898" y="4156"/>
                    <a:pt x="4847" y="4223"/>
                    <a:pt x="4883" y="4524"/>
                  </a:cubicBezTo>
                  <a:cubicBezTo>
                    <a:pt x="4935" y="4914"/>
                    <a:pt x="5060" y="5168"/>
                    <a:pt x="4987" y="5230"/>
                  </a:cubicBezTo>
                  <a:cubicBezTo>
                    <a:pt x="4976" y="5240"/>
                    <a:pt x="4962" y="5245"/>
                    <a:pt x="4946" y="5245"/>
                  </a:cubicBezTo>
                  <a:cubicBezTo>
                    <a:pt x="4859" y="5245"/>
                    <a:pt x="4706" y="5115"/>
                    <a:pt x="4619" y="4945"/>
                  </a:cubicBezTo>
                  <a:cubicBezTo>
                    <a:pt x="4463" y="4638"/>
                    <a:pt x="4603" y="4379"/>
                    <a:pt x="4613" y="3855"/>
                  </a:cubicBezTo>
                  <a:cubicBezTo>
                    <a:pt x="4624" y="3252"/>
                    <a:pt x="4432" y="1773"/>
                    <a:pt x="4219" y="1716"/>
                  </a:cubicBezTo>
                  <a:cubicBezTo>
                    <a:pt x="4217" y="1715"/>
                    <a:pt x="4215" y="1715"/>
                    <a:pt x="4213" y="1715"/>
                  </a:cubicBezTo>
                  <a:cubicBezTo>
                    <a:pt x="4112" y="1715"/>
                    <a:pt x="4020" y="2513"/>
                    <a:pt x="3944" y="2666"/>
                  </a:cubicBezTo>
                  <a:cubicBezTo>
                    <a:pt x="3871" y="2474"/>
                    <a:pt x="3777" y="2230"/>
                    <a:pt x="3674" y="1954"/>
                  </a:cubicBezTo>
                  <a:cubicBezTo>
                    <a:pt x="3393" y="1207"/>
                    <a:pt x="3326" y="1087"/>
                    <a:pt x="3232" y="973"/>
                  </a:cubicBezTo>
                  <a:cubicBezTo>
                    <a:pt x="3040" y="740"/>
                    <a:pt x="2926" y="755"/>
                    <a:pt x="2552" y="547"/>
                  </a:cubicBezTo>
                  <a:cubicBezTo>
                    <a:pt x="2012" y="262"/>
                    <a:pt x="2012" y="117"/>
                    <a:pt x="1680" y="33"/>
                  </a:cubicBezTo>
                  <a:cubicBezTo>
                    <a:pt x="1565" y="10"/>
                    <a:pt x="1452" y="0"/>
                    <a:pt x="1346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5" name="Google Shape;16115;p130"/>
            <p:cNvSpPr/>
            <p:nvPr/>
          </p:nvSpPr>
          <p:spPr>
            <a:xfrm>
              <a:off x="415275" y="2890400"/>
              <a:ext cx="99450" cy="168225"/>
            </a:xfrm>
            <a:custGeom>
              <a:avLst/>
              <a:gdLst/>
              <a:ahLst/>
              <a:cxnLst/>
              <a:rect l="l" t="t" r="r" b="b"/>
              <a:pathLst>
                <a:path w="3978" h="6729" extrusionOk="0">
                  <a:moveTo>
                    <a:pt x="27" y="0"/>
                  </a:moveTo>
                  <a:lnTo>
                    <a:pt x="1" y="99"/>
                  </a:lnTo>
                  <a:cubicBezTo>
                    <a:pt x="21" y="99"/>
                    <a:pt x="2223" y="701"/>
                    <a:pt x="2783" y="2954"/>
                  </a:cubicBezTo>
                  <a:cubicBezTo>
                    <a:pt x="3178" y="4548"/>
                    <a:pt x="3879" y="6708"/>
                    <a:pt x="3884" y="6729"/>
                  </a:cubicBezTo>
                  <a:lnTo>
                    <a:pt x="3977" y="6703"/>
                  </a:lnTo>
                  <a:cubicBezTo>
                    <a:pt x="3972" y="6682"/>
                    <a:pt x="3277" y="4517"/>
                    <a:pt x="2882" y="2933"/>
                  </a:cubicBezTo>
                  <a:cubicBezTo>
                    <a:pt x="2306" y="623"/>
                    <a:pt x="47" y="10"/>
                    <a:pt x="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6" name="Google Shape;16116;p130"/>
            <p:cNvSpPr/>
            <p:nvPr/>
          </p:nvSpPr>
          <p:spPr>
            <a:xfrm>
              <a:off x="388025" y="2880925"/>
              <a:ext cx="95950" cy="53625"/>
            </a:xfrm>
            <a:custGeom>
              <a:avLst/>
              <a:gdLst/>
              <a:ahLst/>
              <a:cxnLst/>
              <a:rect l="l" t="t" r="r" b="b"/>
              <a:pathLst>
                <a:path w="3838" h="2145" extrusionOk="0">
                  <a:moveTo>
                    <a:pt x="2113" y="208"/>
                  </a:moveTo>
                  <a:cubicBezTo>
                    <a:pt x="1464" y="0"/>
                    <a:pt x="11" y="628"/>
                    <a:pt x="11" y="608"/>
                  </a:cubicBezTo>
                  <a:cubicBezTo>
                    <a:pt x="0" y="644"/>
                    <a:pt x="1075" y="701"/>
                    <a:pt x="1579" y="1547"/>
                  </a:cubicBezTo>
                  <a:cubicBezTo>
                    <a:pt x="1693" y="1739"/>
                    <a:pt x="1797" y="1942"/>
                    <a:pt x="1890" y="2144"/>
                  </a:cubicBezTo>
                  <a:cubicBezTo>
                    <a:pt x="2222" y="1256"/>
                    <a:pt x="3235" y="701"/>
                    <a:pt x="3837" y="332"/>
                  </a:cubicBezTo>
                  <a:cubicBezTo>
                    <a:pt x="3302" y="213"/>
                    <a:pt x="2586" y="369"/>
                    <a:pt x="2113" y="208"/>
                  </a:cubicBezTo>
                  <a:close/>
                </a:path>
              </a:pathLst>
            </a:custGeom>
            <a:solidFill>
              <a:schemeClr val="accent3">
                <a:alpha val="89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7" name="Google Shape;16117;p130"/>
            <p:cNvSpPr/>
            <p:nvPr/>
          </p:nvSpPr>
          <p:spPr>
            <a:xfrm>
              <a:off x="386975" y="2883850"/>
              <a:ext cx="161500" cy="201900"/>
            </a:xfrm>
            <a:custGeom>
              <a:avLst/>
              <a:gdLst/>
              <a:ahLst/>
              <a:cxnLst/>
              <a:rect l="l" t="t" r="r" b="b"/>
              <a:pathLst>
                <a:path w="6460" h="8076" extrusionOk="0">
                  <a:moveTo>
                    <a:pt x="1832" y="92"/>
                  </a:moveTo>
                  <a:cubicBezTo>
                    <a:pt x="1944" y="92"/>
                    <a:pt x="2047" y="104"/>
                    <a:pt x="2135" y="132"/>
                  </a:cubicBezTo>
                  <a:cubicBezTo>
                    <a:pt x="2326" y="205"/>
                    <a:pt x="2548" y="218"/>
                    <a:pt x="2785" y="218"/>
                  </a:cubicBezTo>
                  <a:cubicBezTo>
                    <a:pt x="2869" y="218"/>
                    <a:pt x="2956" y="217"/>
                    <a:pt x="3043" y="215"/>
                  </a:cubicBezTo>
                  <a:cubicBezTo>
                    <a:pt x="3129" y="214"/>
                    <a:pt x="3216" y="212"/>
                    <a:pt x="3302" y="212"/>
                  </a:cubicBezTo>
                  <a:cubicBezTo>
                    <a:pt x="3719" y="212"/>
                    <a:pt x="4121" y="257"/>
                    <a:pt x="4362" y="584"/>
                  </a:cubicBezTo>
                  <a:cubicBezTo>
                    <a:pt x="4788" y="1186"/>
                    <a:pt x="5177" y="1809"/>
                    <a:pt x="5525" y="2458"/>
                  </a:cubicBezTo>
                  <a:cubicBezTo>
                    <a:pt x="5966" y="3310"/>
                    <a:pt x="6366" y="4275"/>
                    <a:pt x="6324" y="5558"/>
                  </a:cubicBezTo>
                  <a:cubicBezTo>
                    <a:pt x="6283" y="6975"/>
                    <a:pt x="5873" y="7562"/>
                    <a:pt x="5535" y="7800"/>
                  </a:cubicBezTo>
                  <a:cubicBezTo>
                    <a:pt x="5326" y="7948"/>
                    <a:pt x="5130" y="7976"/>
                    <a:pt x="5033" y="7976"/>
                  </a:cubicBezTo>
                  <a:cubicBezTo>
                    <a:pt x="5008" y="7976"/>
                    <a:pt x="4989" y="7974"/>
                    <a:pt x="4980" y="7972"/>
                  </a:cubicBezTo>
                  <a:cubicBezTo>
                    <a:pt x="4974" y="7967"/>
                    <a:pt x="4964" y="7967"/>
                    <a:pt x="4959" y="7967"/>
                  </a:cubicBezTo>
                  <a:cubicBezTo>
                    <a:pt x="4788" y="7868"/>
                    <a:pt x="3204" y="6451"/>
                    <a:pt x="2649" y="4338"/>
                  </a:cubicBezTo>
                  <a:cubicBezTo>
                    <a:pt x="2519" y="3860"/>
                    <a:pt x="2420" y="3497"/>
                    <a:pt x="2347" y="3206"/>
                  </a:cubicBezTo>
                  <a:cubicBezTo>
                    <a:pt x="2083" y="2204"/>
                    <a:pt x="2057" y="2100"/>
                    <a:pt x="1662" y="1409"/>
                  </a:cubicBezTo>
                  <a:cubicBezTo>
                    <a:pt x="1268" y="745"/>
                    <a:pt x="536" y="548"/>
                    <a:pt x="219" y="485"/>
                  </a:cubicBezTo>
                  <a:cubicBezTo>
                    <a:pt x="537" y="365"/>
                    <a:pt x="1294" y="92"/>
                    <a:pt x="1832" y="92"/>
                  </a:cubicBezTo>
                  <a:close/>
                  <a:moveTo>
                    <a:pt x="1833" y="0"/>
                  </a:moveTo>
                  <a:cubicBezTo>
                    <a:pt x="1250" y="0"/>
                    <a:pt x="447" y="296"/>
                    <a:pt x="151" y="407"/>
                  </a:cubicBezTo>
                  <a:cubicBezTo>
                    <a:pt x="105" y="423"/>
                    <a:pt x="63" y="439"/>
                    <a:pt x="48" y="444"/>
                  </a:cubicBezTo>
                  <a:cubicBezTo>
                    <a:pt x="27" y="444"/>
                    <a:pt x="6" y="459"/>
                    <a:pt x="1" y="480"/>
                  </a:cubicBezTo>
                  <a:cubicBezTo>
                    <a:pt x="1" y="491"/>
                    <a:pt x="1" y="506"/>
                    <a:pt x="6" y="522"/>
                  </a:cubicBezTo>
                  <a:cubicBezTo>
                    <a:pt x="27" y="542"/>
                    <a:pt x="48" y="548"/>
                    <a:pt x="136" y="568"/>
                  </a:cubicBezTo>
                  <a:cubicBezTo>
                    <a:pt x="395" y="620"/>
                    <a:pt x="1190" y="776"/>
                    <a:pt x="1574" y="1456"/>
                  </a:cubicBezTo>
                  <a:cubicBezTo>
                    <a:pt x="1963" y="2136"/>
                    <a:pt x="1989" y="2240"/>
                    <a:pt x="2249" y="3227"/>
                  </a:cubicBezTo>
                  <a:cubicBezTo>
                    <a:pt x="2327" y="3517"/>
                    <a:pt x="2425" y="3886"/>
                    <a:pt x="2555" y="4364"/>
                  </a:cubicBezTo>
                  <a:cubicBezTo>
                    <a:pt x="3100" y="6440"/>
                    <a:pt x="4642" y="7889"/>
                    <a:pt x="4917" y="8050"/>
                  </a:cubicBezTo>
                  <a:lnTo>
                    <a:pt x="4923" y="8055"/>
                  </a:lnTo>
                  <a:cubicBezTo>
                    <a:pt x="4959" y="8070"/>
                    <a:pt x="4995" y="8076"/>
                    <a:pt x="5037" y="8076"/>
                  </a:cubicBezTo>
                  <a:cubicBezTo>
                    <a:pt x="5156" y="8070"/>
                    <a:pt x="5281" y="8044"/>
                    <a:pt x="5395" y="7992"/>
                  </a:cubicBezTo>
                  <a:cubicBezTo>
                    <a:pt x="5836" y="7795"/>
                    <a:pt x="6371" y="7214"/>
                    <a:pt x="6418" y="5563"/>
                  </a:cubicBezTo>
                  <a:cubicBezTo>
                    <a:pt x="6459" y="4254"/>
                    <a:pt x="6054" y="3278"/>
                    <a:pt x="5608" y="2411"/>
                  </a:cubicBezTo>
                  <a:cubicBezTo>
                    <a:pt x="5260" y="1762"/>
                    <a:pt x="4871" y="1129"/>
                    <a:pt x="4440" y="527"/>
                  </a:cubicBezTo>
                  <a:cubicBezTo>
                    <a:pt x="4166" y="162"/>
                    <a:pt x="3739" y="113"/>
                    <a:pt x="3296" y="113"/>
                  </a:cubicBezTo>
                  <a:cubicBezTo>
                    <a:pt x="3211" y="113"/>
                    <a:pt x="3124" y="115"/>
                    <a:pt x="3038" y="117"/>
                  </a:cubicBezTo>
                  <a:cubicBezTo>
                    <a:pt x="2945" y="120"/>
                    <a:pt x="2853" y="122"/>
                    <a:pt x="2764" y="122"/>
                  </a:cubicBezTo>
                  <a:cubicBezTo>
                    <a:pt x="2544" y="122"/>
                    <a:pt x="2339" y="107"/>
                    <a:pt x="2166" y="44"/>
                  </a:cubicBezTo>
                  <a:cubicBezTo>
                    <a:pt x="2069" y="13"/>
                    <a:pt x="1956" y="0"/>
                    <a:pt x="1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8" name="Google Shape;16118;p130"/>
            <p:cNvSpPr/>
            <p:nvPr/>
          </p:nvSpPr>
          <p:spPr>
            <a:xfrm>
              <a:off x="499775" y="2959300"/>
              <a:ext cx="187825" cy="194850"/>
            </a:xfrm>
            <a:custGeom>
              <a:avLst/>
              <a:gdLst/>
              <a:ahLst/>
              <a:cxnLst/>
              <a:rect l="l" t="t" r="r" b="b"/>
              <a:pathLst>
                <a:path w="7513" h="7794" extrusionOk="0">
                  <a:moveTo>
                    <a:pt x="7513" y="1"/>
                  </a:moveTo>
                  <a:cubicBezTo>
                    <a:pt x="7513" y="1"/>
                    <a:pt x="5576" y="1"/>
                    <a:pt x="4725" y="453"/>
                  </a:cubicBezTo>
                  <a:cubicBezTo>
                    <a:pt x="3873" y="904"/>
                    <a:pt x="2492" y="691"/>
                    <a:pt x="1932" y="1361"/>
                  </a:cubicBezTo>
                  <a:cubicBezTo>
                    <a:pt x="1376" y="2031"/>
                    <a:pt x="0" y="3973"/>
                    <a:pt x="369" y="5847"/>
                  </a:cubicBezTo>
                  <a:cubicBezTo>
                    <a:pt x="738" y="7726"/>
                    <a:pt x="1937" y="7794"/>
                    <a:pt x="1937" y="7794"/>
                  </a:cubicBezTo>
                  <a:cubicBezTo>
                    <a:pt x="1937" y="7794"/>
                    <a:pt x="3458" y="6916"/>
                    <a:pt x="4102" y="4881"/>
                  </a:cubicBezTo>
                  <a:cubicBezTo>
                    <a:pt x="4746" y="2851"/>
                    <a:pt x="4657" y="2903"/>
                    <a:pt x="5301" y="1880"/>
                  </a:cubicBezTo>
                  <a:cubicBezTo>
                    <a:pt x="5945" y="857"/>
                    <a:pt x="7513" y="1"/>
                    <a:pt x="75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9" name="Google Shape;16119;p130"/>
            <p:cNvSpPr/>
            <p:nvPr/>
          </p:nvSpPr>
          <p:spPr>
            <a:xfrm>
              <a:off x="563500" y="2959175"/>
              <a:ext cx="124100" cy="64400"/>
            </a:xfrm>
            <a:custGeom>
              <a:avLst/>
              <a:gdLst/>
              <a:ahLst/>
              <a:cxnLst/>
              <a:rect l="l" t="t" r="r" b="b"/>
              <a:pathLst>
                <a:path w="4964" h="2576" extrusionOk="0">
                  <a:moveTo>
                    <a:pt x="2176" y="458"/>
                  </a:moveTo>
                  <a:cubicBezTo>
                    <a:pt x="3027" y="1"/>
                    <a:pt x="4964" y="6"/>
                    <a:pt x="4964" y="6"/>
                  </a:cubicBezTo>
                  <a:cubicBezTo>
                    <a:pt x="4964" y="6"/>
                    <a:pt x="3396" y="862"/>
                    <a:pt x="2752" y="1885"/>
                  </a:cubicBezTo>
                  <a:cubicBezTo>
                    <a:pt x="2565" y="2176"/>
                    <a:pt x="2441" y="2384"/>
                    <a:pt x="2342" y="2576"/>
                  </a:cubicBezTo>
                  <a:cubicBezTo>
                    <a:pt x="2025" y="1563"/>
                    <a:pt x="769" y="1148"/>
                    <a:pt x="1" y="982"/>
                  </a:cubicBezTo>
                  <a:cubicBezTo>
                    <a:pt x="660" y="764"/>
                    <a:pt x="1553" y="785"/>
                    <a:pt x="2176" y="458"/>
                  </a:cubicBezTo>
                  <a:close/>
                </a:path>
              </a:pathLst>
            </a:custGeom>
            <a:solidFill>
              <a:schemeClr val="accent3">
                <a:alpha val="89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0" name="Google Shape;16120;p130"/>
            <p:cNvSpPr/>
            <p:nvPr/>
          </p:nvSpPr>
          <p:spPr>
            <a:xfrm>
              <a:off x="498225" y="2958150"/>
              <a:ext cx="191075" cy="197300"/>
            </a:xfrm>
            <a:custGeom>
              <a:avLst/>
              <a:gdLst/>
              <a:ahLst/>
              <a:cxnLst/>
              <a:rect l="l" t="t" r="r" b="b"/>
              <a:pathLst>
                <a:path w="7643" h="7892" extrusionOk="0">
                  <a:moveTo>
                    <a:pt x="7379" y="104"/>
                  </a:moveTo>
                  <a:lnTo>
                    <a:pt x="7379" y="104"/>
                  </a:lnTo>
                  <a:cubicBezTo>
                    <a:pt x="6952" y="363"/>
                    <a:pt x="5842" y="1075"/>
                    <a:pt x="5316" y="1900"/>
                  </a:cubicBezTo>
                  <a:cubicBezTo>
                    <a:pt x="4792" y="2731"/>
                    <a:pt x="4751" y="2871"/>
                    <a:pt x="4413" y="3961"/>
                  </a:cubicBezTo>
                  <a:cubicBezTo>
                    <a:pt x="4335" y="4221"/>
                    <a:pt x="4237" y="4532"/>
                    <a:pt x="4117" y="4917"/>
                  </a:cubicBezTo>
                  <a:cubicBezTo>
                    <a:pt x="3515" y="6806"/>
                    <a:pt x="2134" y="7699"/>
                    <a:pt x="1989" y="7793"/>
                  </a:cubicBezTo>
                  <a:cubicBezTo>
                    <a:pt x="1854" y="7772"/>
                    <a:pt x="815" y="7585"/>
                    <a:pt x="478" y="5882"/>
                  </a:cubicBezTo>
                  <a:cubicBezTo>
                    <a:pt x="88" y="3904"/>
                    <a:pt x="1708" y="1833"/>
                    <a:pt x="2035" y="1438"/>
                  </a:cubicBezTo>
                  <a:cubicBezTo>
                    <a:pt x="2342" y="1070"/>
                    <a:pt x="2918" y="976"/>
                    <a:pt x="3525" y="883"/>
                  </a:cubicBezTo>
                  <a:cubicBezTo>
                    <a:pt x="3972" y="810"/>
                    <a:pt x="4439" y="737"/>
                    <a:pt x="4808" y="545"/>
                  </a:cubicBezTo>
                  <a:cubicBezTo>
                    <a:pt x="5484" y="189"/>
                    <a:pt x="6863" y="115"/>
                    <a:pt x="7379" y="104"/>
                  </a:cubicBezTo>
                  <a:close/>
                  <a:moveTo>
                    <a:pt x="7575" y="0"/>
                  </a:moveTo>
                  <a:cubicBezTo>
                    <a:pt x="7492" y="0"/>
                    <a:pt x="5618" y="5"/>
                    <a:pt x="4766" y="457"/>
                  </a:cubicBezTo>
                  <a:cubicBezTo>
                    <a:pt x="4413" y="644"/>
                    <a:pt x="3951" y="717"/>
                    <a:pt x="3510" y="784"/>
                  </a:cubicBezTo>
                  <a:cubicBezTo>
                    <a:pt x="2887" y="883"/>
                    <a:pt x="2295" y="976"/>
                    <a:pt x="1963" y="1376"/>
                  </a:cubicBezTo>
                  <a:cubicBezTo>
                    <a:pt x="1495" y="1937"/>
                    <a:pt x="0" y="3930"/>
                    <a:pt x="390" y="5903"/>
                  </a:cubicBezTo>
                  <a:cubicBezTo>
                    <a:pt x="758" y="7793"/>
                    <a:pt x="1989" y="7891"/>
                    <a:pt x="1999" y="7891"/>
                  </a:cubicBezTo>
                  <a:cubicBezTo>
                    <a:pt x="2009" y="7891"/>
                    <a:pt x="2020" y="7886"/>
                    <a:pt x="2025" y="7886"/>
                  </a:cubicBezTo>
                  <a:cubicBezTo>
                    <a:pt x="2040" y="7876"/>
                    <a:pt x="3572" y="6973"/>
                    <a:pt x="4211" y="4948"/>
                  </a:cubicBezTo>
                  <a:cubicBezTo>
                    <a:pt x="4335" y="4564"/>
                    <a:pt x="4429" y="4252"/>
                    <a:pt x="4512" y="3993"/>
                  </a:cubicBezTo>
                  <a:cubicBezTo>
                    <a:pt x="4849" y="2892"/>
                    <a:pt x="4885" y="2778"/>
                    <a:pt x="5405" y="1952"/>
                  </a:cubicBezTo>
                  <a:cubicBezTo>
                    <a:pt x="6038" y="950"/>
                    <a:pt x="7585" y="104"/>
                    <a:pt x="7601" y="94"/>
                  </a:cubicBezTo>
                  <a:cubicBezTo>
                    <a:pt x="7642" y="68"/>
                    <a:pt x="7627" y="0"/>
                    <a:pt x="7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1" name="Google Shape;16121;p130"/>
            <p:cNvSpPr/>
            <p:nvPr/>
          </p:nvSpPr>
          <p:spPr>
            <a:xfrm>
              <a:off x="518975" y="2961775"/>
              <a:ext cx="168500" cy="192375"/>
            </a:xfrm>
            <a:custGeom>
              <a:avLst/>
              <a:gdLst/>
              <a:ahLst/>
              <a:cxnLst/>
              <a:rect l="l" t="t" r="r" b="b"/>
              <a:pathLst>
                <a:path w="6740" h="7695" extrusionOk="0">
                  <a:moveTo>
                    <a:pt x="5554" y="14"/>
                  </a:moveTo>
                  <a:cubicBezTo>
                    <a:pt x="5365" y="14"/>
                    <a:pt x="4848" y="92"/>
                    <a:pt x="4315" y="338"/>
                  </a:cubicBezTo>
                  <a:cubicBezTo>
                    <a:pt x="3879" y="546"/>
                    <a:pt x="3863" y="727"/>
                    <a:pt x="3188" y="1096"/>
                  </a:cubicBezTo>
                  <a:cubicBezTo>
                    <a:pt x="2732" y="1350"/>
                    <a:pt x="2597" y="1340"/>
                    <a:pt x="2373" y="1574"/>
                  </a:cubicBezTo>
                  <a:cubicBezTo>
                    <a:pt x="2270" y="1683"/>
                    <a:pt x="2181" y="1802"/>
                    <a:pt x="1901" y="2461"/>
                  </a:cubicBezTo>
                  <a:cubicBezTo>
                    <a:pt x="1797" y="2705"/>
                    <a:pt x="1709" y="2913"/>
                    <a:pt x="1636" y="3084"/>
                  </a:cubicBezTo>
                  <a:cubicBezTo>
                    <a:pt x="1539" y="2952"/>
                    <a:pt x="1193" y="2081"/>
                    <a:pt x="1072" y="2081"/>
                  </a:cubicBezTo>
                  <a:cubicBezTo>
                    <a:pt x="1070" y="2081"/>
                    <a:pt x="1067" y="2082"/>
                    <a:pt x="1065" y="2082"/>
                  </a:cubicBezTo>
                  <a:cubicBezTo>
                    <a:pt x="831" y="2160"/>
                    <a:pt x="935" y="3619"/>
                    <a:pt x="1003" y="4128"/>
                  </a:cubicBezTo>
                  <a:cubicBezTo>
                    <a:pt x="1055" y="4569"/>
                    <a:pt x="1216" y="4792"/>
                    <a:pt x="1081" y="5057"/>
                  </a:cubicBezTo>
                  <a:cubicBezTo>
                    <a:pt x="1005" y="5208"/>
                    <a:pt x="862" y="5328"/>
                    <a:pt x="773" y="5328"/>
                  </a:cubicBezTo>
                  <a:cubicBezTo>
                    <a:pt x="758" y="5328"/>
                    <a:pt x="744" y="5324"/>
                    <a:pt x="733" y="5317"/>
                  </a:cubicBezTo>
                  <a:cubicBezTo>
                    <a:pt x="655" y="5270"/>
                    <a:pt x="759" y="5042"/>
                    <a:pt x="774" y="4715"/>
                  </a:cubicBezTo>
                  <a:cubicBezTo>
                    <a:pt x="800" y="4195"/>
                    <a:pt x="598" y="3635"/>
                    <a:pt x="427" y="3629"/>
                  </a:cubicBezTo>
                  <a:cubicBezTo>
                    <a:pt x="426" y="3629"/>
                    <a:pt x="425" y="3629"/>
                    <a:pt x="424" y="3629"/>
                  </a:cubicBezTo>
                  <a:cubicBezTo>
                    <a:pt x="279" y="3629"/>
                    <a:pt x="94" y="4011"/>
                    <a:pt x="58" y="4387"/>
                  </a:cubicBezTo>
                  <a:cubicBezTo>
                    <a:pt x="1" y="5036"/>
                    <a:pt x="437" y="5213"/>
                    <a:pt x="613" y="6158"/>
                  </a:cubicBezTo>
                  <a:cubicBezTo>
                    <a:pt x="691" y="6568"/>
                    <a:pt x="613" y="6547"/>
                    <a:pt x="696" y="7066"/>
                  </a:cubicBezTo>
                  <a:cubicBezTo>
                    <a:pt x="728" y="7248"/>
                    <a:pt x="764" y="7425"/>
                    <a:pt x="806" y="7586"/>
                  </a:cubicBezTo>
                  <a:cubicBezTo>
                    <a:pt x="920" y="7643"/>
                    <a:pt x="1039" y="7679"/>
                    <a:pt x="1169" y="7695"/>
                  </a:cubicBezTo>
                  <a:cubicBezTo>
                    <a:pt x="1169" y="7326"/>
                    <a:pt x="1247" y="6968"/>
                    <a:pt x="1408" y="6635"/>
                  </a:cubicBezTo>
                  <a:cubicBezTo>
                    <a:pt x="1766" y="5914"/>
                    <a:pt x="2441" y="5441"/>
                    <a:pt x="2368" y="5338"/>
                  </a:cubicBezTo>
                  <a:cubicBezTo>
                    <a:pt x="2362" y="5329"/>
                    <a:pt x="2352" y="5325"/>
                    <a:pt x="2338" y="5325"/>
                  </a:cubicBezTo>
                  <a:cubicBezTo>
                    <a:pt x="2237" y="5325"/>
                    <a:pt x="1942" y="5523"/>
                    <a:pt x="1777" y="5523"/>
                  </a:cubicBezTo>
                  <a:cubicBezTo>
                    <a:pt x="1742" y="5523"/>
                    <a:pt x="1713" y="5514"/>
                    <a:pt x="1693" y="5493"/>
                  </a:cubicBezTo>
                  <a:cubicBezTo>
                    <a:pt x="1574" y="5364"/>
                    <a:pt x="1797" y="4855"/>
                    <a:pt x="2103" y="4476"/>
                  </a:cubicBezTo>
                  <a:cubicBezTo>
                    <a:pt x="2524" y="3951"/>
                    <a:pt x="3038" y="3739"/>
                    <a:pt x="3002" y="3650"/>
                  </a:cubicBezTo>
                  <a:cubicBezTo>
                    <a:pt x="2995" y="3632"/>
                    <a:pt x="2968" y="3625"/>
                    <a:pt x="2929" y="3625"/>
                  </a:cubicBezTo>
                  <a:cubicBezTo>
                    <a:pt x="2823" y="3625"/>
                    <a:pt x="2630" y="3676"/>
                    <a:pt x="2524" y="3676"/>
                  </a:cubicBezTo>
                  <a:cubicBezTo>
                    <a:pt x="2485" y="3676"/>
                    <a:pt x="2458" y="3669"/>
                    <a:pt x="2451" y="3650"/>
                  </a:cubicBezTo>
                  <a:cubicBezTo>
                    <a:pt x="2425" y="3583"/>
                    <a:pt x="2716" y="3411"/>
                    <a:pt x="3188" y="3043"/>
                  </a:cubicBezTo>
                  <a:cubicBezTo>
                    <a:pt x="3749" y="2612"/>
                    <a:pt x="3832" y="2477"/>
                    <a:pt x="3822" y="2352"/>
                  </a:cubicBezTo>
                  <a:cubicBezTo>
                    <a:pt x="3806" y="2124"/>
                    <a:pt x="3516" y="2067"/>
                    <a:pt x="3536" y="1901"/>
                  </a:cubicBezTo>
                  <a:cubicBezTo>
                    <a:pt x="3557" y="1698"/>
                    <a:pt x="3983" y="1724"/>
                    <a:pt x="4414" y="1356"/>
                  </a:cubicBezTo>
                  <a:cubicBezTo>
                    <a:pt x="4678" y="1137"/>
                    <a:pt x="4969" y="935"/>
                    <a:pt x="4923" y="873"/>
                  </a:cubicBezTo>
                  <a:cubicBezTo>
                    <a:pt x="4914" y="861"/>
                    <a:pt x="4896" y="856"/>
                    <a:pt x="4871" y="856"/>
                  </a:cubicBezTo>
                  <a:cubicBezTo>
                    <a:pt x="4696" y="856"/>
                    <a:pt x="4181" y="1103"/>
                    <a:pt x="4066" y="1103"/>
                  </a:cubicBezTo>
                  <a:cubicBezTo>
                    <a:pt x="4056" y="1103"/>
                    <a:pt x="4048" y="1101"/>
                    <a:pt x="4045" y="1096"/>
                  </a:cubicBezTo>
                  <a:cubicBezTo>
                    <a:pt x="4019" y="1054"/>
                    <a:pt x="5571" y="281"/>
                    <a:pt x="6189" y="130"/>
                  </a:cubicBezTo>
                  <a:cubicBezTo>
                    <a:pt x="6740" y="1"/>
                    <a:pt x="5634" y="68"/>
                    <a:pt x="5629" y="26"/>
                  </a:cubicBezTo>
                  <a:cubicBezTo>
                    <a:pt x="5627" y="18"/>
                    <a:pt x="5600" y="14"/>
                    <a:pt x="5554" y="14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2" name="Google Shape;16122;p130"/>
            <p:cNvSpPr/>
            <p:nvPr/>
          </p:nvSpPr>
          <p:spPr>
            <a:xfrm>
              <a:off x="512100" y="2968400"/>
              <a:ext cx="134750" cy="267650"/>
            </a:xfrm>
            <a:custGeom>
              <a:avLst/>
              <a:gdLst/>
              <a:ahLst/>
              <a:cxnLst/>
              <a:rect l="l" t="t" r="r" b="b"/>
              <a:pathLst>
                <a:path w="5390" h="10706" extrusionOk="0">
                  <a:moveTo>
                    <a:pt x="5348" y="0"/>
                  </a:moveTo>
                  <a:cubicBezTo>
                    <a:pt x="5338" y="5"/>
                    <a:pt x="4237" y="514"/>
                    <a:pt x="3033" y="2087"/>
                  </a:cubicBezTo>
                  <a:cubicBezTo>
                    <a:pt x="1927" y="3536"/>
                    <a:pt x="499" y="6199"/>
                    <a:pt x="1" y="10695"/>
                  </a:cubicBezTo>
                  <a:lnTo>
                    <a:pt x="99" y="10706"/>
                  </a:lnTo>
                  <a:cubicBezTo>
                    <a:pt x="592" y="6235"/>
                    <a:pt x="2005" y="3588"/>
                    <a:pt x="3105" y="2155"/>
                  </a:cubicBezTo>
                  <a:cubicBezTo>
                    <a:pt x="4294" y="597"/>
                    <a:pt x="5379" y="94"/>
                    <a:pt x="5390" y="89"/>
                  </a:cubicBezTo>
                  <a:lnTo>
                    <a:pt x="5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3" name="Google Shape;16123;p130"/>
            <p:cNvSpPr/>
            <p:nvPr/>
          </p:nvSpPr>
          <p:spPr>
            <a:xfrm>
              <a:off x="517300" y="3072875"/>
              <a:ext cx="136175" cy="150200"/>
            </a:xfrm>
            <a:custGeom>
              <a:avLst/>
              <a:gdLst/>
              <a:ahLst/>
              <a:cxnLst/>
              <a:rect l="l" t="t" r="r" b="b"/>
              <a:pathLst>
                <a:path w="5447" h="6008" extrusionOk="0">
                  <a:moveTo>
                    <a:pt x="5446" y="1"/>
                  </a:moveTo>
                  <a:cubicBezTo>
                    <a:pt x="5446" y="1"/>
                    <a:pt x="4045" y="1"/>
                    <a:pt x="3427" y="348"/>
                  </a:cubicBezTo>
                  <a:cubicBezTo>
                    <a:pt x="2809" y="696"/>
                    <a:pt x="1802" y="530"/>
                    <a:pt x="1407" y="1044"/>
                  </a:cubicBezTo>
                  <a:cubicBezTo>
                    <a:pt x="1007" y="1558"/>
                    <a:pt x="0" y="3058"/>
                    <a:pt x="270" y="4507"/>
                  </a:cubicBezTo>
                  <a:cubicBezTo>
                    <a:pt x="535" y="5955"/>
                    <a:pt x="1407" y="6007"/>
                    <a:pt x="1407" y="6007"/>
                  </a:cubicBezTo>
                  <a:cubicBezTo>
                    <a:pt x="1407" y="6007"/>
                    <a:pt x="2508" y="5327"/>
                    <a:pt x="2975" y="3765"/>
                  </a:cubicBezTo>
                  <a:cubicBezTo>
                    <a:pt x="3442" y="2197"/>
                    <a:pt x="3375" y="2233"/>
                    <a:pt x="3842" y="1449"/>
                  </a:cubicBezTo>
                  <a:cubicBezTo>
                    <a:pt x="4309" y="660"/>
                    <a:pt x="5446" y="1"/>
                    <a:pt x="5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4" name="Google Shape;16124;p130"/>
            <p:cNvSpPr/>
            <p:nvPr/>
          </p:nvSpPr>
          <p:spPr>
            <a:xfrm>
              <a:off x="515750" y="3071700"/>
              <a:ext cx="139400" cy="152550"/>
            </a:xfrm>
            <a:custGeom>
              <a:avLst/>
              <a:gdLst/>
              <a:ahLst/>
              <a:cxnLst/>
              <a:rect l="l" t="t" r="r" b="b"/>
              <a:pathLst>
                <a:path w="5576" h="6102" extrusionOk="0">
                  <a:moveTo>
                    <a:pt x="5332" y="100"/>
                  </a:moveTo>
                  <a:cubicBezTo>
                    <a:pt x="5000" y="312"/>
                    <a:pt x="4236" y="842"/>
                    <a:pt x="3868" y="1470"/>
                  </a:cubicBezTo>
                  <a:cubicBezTo>
                    <a:pt x="3484" y="2114"/>
                    <a:pt x="3452" y="2218"/>
                    <a:pt x="3208" y="3064"/>
                  </a:cubicBezTo>
                  <a:cubicBezTo>
                    <a:pt x="3151" y="3261"/>
                    <a:pt x="3079" y="3500"/>
                    <a:pt x="2990" y="3796"/>
                  </a:cubicBezTo>
                  <a:cubicBezTo>
                    <a:pt x="2565" y="5229"/>
                    <a:pt x="1589" y="5919"/>
                    <a:pt x="1459" y="6002"/>
                  </a:cubicBezTo>
                  <a:cubicBezTo>
                    <a:pt x="1345" y="5987"/>
                    <a:pt x="618" y="5831"/>
                    <a:pt x="379" y="4544"/>
                  </a:cubicBezTo>
                  <a:cubicBezTo>
                    <a:pt x="99" y="3022"/>
                    <a:pt x="1272" y="1429"/>
                    <a:pt x="1506" y="1122"/>
                  </a:cubicBezTo>
                  <a:cubicBezTo>
                    <a:pt x="1724" y="842"/>
                    <a:pt x="2139" y="774"/>
                    <a:pt x="2575" y="702"/>
                  </a:cubicBezTo>
                  <a:cubicBezTo>
                    <a:pt x="2902" y="645"/>
                    <a:pt x="3245" y="588"/>
                    <a:pt x="3515" y="437"/>
                  </a:cubicBezTo>
                  <a:cubicBezTo>
                    <a:pt x="3982" y="172"/>
                    <a:pt x="4937" y="115"/>
                    <a:pt x="5332" y="100"/>
                  </a:cubicBezTo>
                  <a:close/>
                  <a:moveTo>
                    <a:pt x="5508" y="1"/>
                  </a:moveTo>
                  <a:cubicBezTo>
                    <a:pt x="5446" y="1"/>
                    <a:pt x="4086" y="1"/>
                    <a:pt x="3463" y="354"/>
                  </a:cubicBezTo>
                  <a:cubicBezTo>
                    <a:pt x="3208" y="494"/>
                    <a:pt x="2881" y="551"/>
                    <a:pt x="2559" y="603"/>
                  </a:cubicBezTo>
                  <a:cubicBezTo>
                    <a:pt x="2103" y="681"/>
                    <a:pt x="1672" y="754"/>
                    <a:pt x="1428" y="1065"/>
                  </a:cubicBezTo>
                  <a:cubicBezTo>
                    <a:pt x="1090" y="1496"/>
                    <a:pt x="0" y="3038"/>
                    <a:pt x="286" y="4559"/>
                  </a:cubicBezTo>
                  <a:cubicBezTo>
                    <a:pt x="556" y="6028"/>
                    <a:pt x="1428" y="6101"/>
                    <a:pt x="1464" y="6101"/>
                  </a:cubicBezTo>
                  <a:lnTo>
                    <a:pt x="1469" y="6101"/>
                  </a:lnTo>
                  <a:cubicBezTo>
                    <a:pt x="1474" y="6101"/>
                    <a:pt x="1485" y="6101"/>
                    <a:pt x="1490" y="6096"/>
                  </a:cubicBezTo>
                  <a:cubicBezTo>
                    <a:pt x="1500" y="6091"/>
                    <a:pt x="2617" y="5390"/>
                    <a:pt x="3084" y="3822"/>
                  </a:cubicBezTo>
                  <a:cubicBezTo>
                    <a:pt x="3167" y="3526"/>
                    <a:pt x="3240" y="3287"/>
                    <a:pt x="3297" y="3090"/>
                  </a:cubicBezTo>
                  <a:cubicBezTo>
                    <a:pt x="3546" y="2238"/>
                    <a:pt x="3572" y="2150"/>
                    <a:pt x="3946" y="1517"/>
                  </a:cubicBezTo>
                  <a:cubicBezTo>
                    <a:pt x="4403" y="748"/>
                    <a:pt x="5524" y="94"/>
                    <a:pt x="5534" y="89"/>
                  </a:cubicBezTo>
                  <a:cubicBezTo>
                    <a:pt x="5576" y="63"/>
                    <a:pt x="5560" y="1"/>
                    <a:pt x="5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5" name="Google Shape;16125;p130"/>
            <p:cNvSpPr/>
            <p:nvPr/>
          </p:nvSpPr>
          <p:spPr>
            <a:xfrm>
              <a:off x="531175" y="3074700"/>
              <a:ext cx="122300" cy="148375"/>
            </a:xfrm>
            <a:custGeom>
              <a:avLst/>
              <a:gdLst/>
              <a:ahLst/>
              <a:cxnLst/>
              <a:rect l="l" t="t" r="r" b="b"/>
              <a:pathLst>
                <a:path w="4892" h="5935" extrusionOk="0">
                  <a:moveTo>
                    <a:pt x="4035" y="12"/>
                  </a:moveTo>
                  <a:cubicBezTo>
                    <a:pt x="3900" y="12"/>
                    <a:pt x="3522" y="72"/>
                    <a:pt x="3137" y="265"/>
                  </a:cubicBezTo>
                  <a:cubicBezTo>
                    <a:pt x="2820" y="421"/>
                    <a:pt x="2804" y="561"/>
                    <a:pt x="2316" y="847"/>
                  </a:cubicBezTo>
                  <a:cubicBezTo>
                    <a:pt x="1984" y="1044"/>
                    <a:pt x="1885" y="1033"/>
                    <a:pt x="1724" y="1215"/>
                  </a:cubicBezTo>
                  <a:cubicBezTo>
                    <a:pt x="1652" y="1298"/>
                    <a:pt x="1589" y="1392"/>
                    <a:pt x="1382" y="1900"/>
                  </a:cubicBezTo>
                  <a:cubicBezTo>
                    <a:pt x="1309" y="2087"/>
                    <a:pt x="1242" y="2248"/>
                    <a:pt x="1190" y="2378"/>
                  </a:cubicBezTo>
                  <a:cubicBezTo>
                    <a:pt x="1132" y="2289"/>
                    <a:pt x="1036" y="2227"/>
                    <a:pt x="961" y="2227"/>
                  </a:cubicBezTo>
                  <a:cubicBezTo>
                    <a:pt x="948" y="2227"/>
                    <a:pt x="936" y="2229"/>
                    <a:pt x="925" y="2233"/>
                  </a:cubicBezTo>
                  <a:cubicBezTo>
                    <a:pt x="748" y="2290"/>
                    <a:pt x="681" y="2793"/>
                    <a:pt x="728" y="3183"/>
                  </a:cubicBezTo>
                  <a:cubicBezTo>
                    <a:pt x="769" y="3525"/>
                    <a:pt x="883" y="3697"/>
                    <a:pt x="790" y="3899"/>
                  </a:cubicBezTo>
                  <a:cubicBezTo>
                    <a:pt x="732" y="4020"/>
                    <a:pt x="628" y="4109"/>
                    <a:pt x="564" y="4109"/>
                  </a:cubicBezTo>
                  <a:cubicBezTo>
                    <a:pt x="553" y="4109"/>
                    <a:pt x="544" y="4107"/>
                    <a:pt x="536" y="4102"/>
                  </a:cubicBezTo>
                  <a:cubicBezTo>
                    <a:pt x="478" y="4065"/>
                    <a:pt x="551" y="3889"/>
                    <a:pt x="567" y="3634"/>
                  </a:cubicBezTo>
                  <a:cubicBezTo>
                    <a:pt x="582" y="3235"/>
                    <a:pt x="437" y="2804"/>
                    <a:pt x="312" y="2799"/>
                  </a:cubicBezTo>
                  <a:cubicBezTo>
                    <a:pt x="311" y="2799"/>
                    <a:pt x="311" y="2799"/>
                    <a:pt x="310" y="2799"/>
                  </a:cubicBezTo>
                  <a:cubicBezTo>
                    <a:pt x="206" y="2799"/>
                    <a:pt x="68" y="3092"/>
                    <a:pt x="48" y="3385"/>
                  </a:cubicBezTo>
                  <a:cubicBezTo>
                    <a:pt x="1" y="3884"/>
                    <a:pt x="323" y="4024"/>
                    <a:pt x="447" y="4751"/>
                  </a:cubicBezTo>
                  <a:cubicBezTo>
                    <a:pt x="504" y="5062"/>
                    <a:pt x="447" y="5052"/>
                    <a:pt x="510" y="5452"/>
                  </a:cubicBezTo>
                  <a:cubicBezTo>
                    <a:pt x="530" y="5592"/>
                    <a:pt x="556" y="5721"/>
                    <a:pt x="587" y="5851"/>
                  </a:cubicBezTo>
                  <a:cubicBezTo>
                    <a:pt x="671" y="5893"/>
                    <a:pt x="759" y="5924"/>
                    <a:pt x="852" y="5934"/>
                  </a:cubicBezTo>
                  <a:cubicBezTo>
                    <a:pt x="852" y="5654"/>
                    <a:pt x="915" y="5374"/>
                    <a:pt x="1029" y="5119"/>
                  </a:cubicBezTo>
                  <a:cubicBezTo>
                    <a:pt x="1288" y="4564"/>
                    <a:pt x="1776" y="4195"/>
                    <a:pt x="1724" y="4117"/>
                  </a:cubicBezTo>
                  <a:cubicBezTo>
                    <a:pt x="1720" y="4110"/>
                    <a:pt x="1712" y="4107"/>
                    <a:pt x="1700" y="4107"/>
                  </a:cubicBezTo>
                  <a:cubicBezTo>
                    <a:pt x="1622" y="4107"/>
                    <a:pt x="1402" y="4256"/>
                    <a:pt x="1289" y="4256"/>
                  </a:cubicBezTo>
                  <a:cubicBezTo>
                    <a:pt x="1267" y="4256"/>
                    <a:pt x="1249" y="4250"/>
                    <a:pt x="1236" y="4237"/>
                  </a:cubicBezTo>
                  <a:cubicBezTo>
                    <a:pt x="1148" y="4138"/>
                    <a:pt x="1309" y="3743"/>
                    <a:pt x="1532" y="3453"/>
                  </a:cubicBezTo>
                  <a:cubicBezTo>
                    <a:pt x="1839" y="3048"/>
                    <a:pt x="2212" y="2882"/>
                    <a:pt x="2187" y="2814"/>
                  </a:cubicBezTo>
                  <a:cubicBezTo>
                    <a:pt x="2181" y="2801"/>
                    <a:pt x="2162" y="2797"/>
                    <a:pt x="2135" y="2797"/>
                  </a:cubicBezTo>
                  <a:cubicBezTo>
                    <a:pt x="2059" y="2797"/>
                    <a:pt x="1918" y="2834"/>
                    <a:pt x="1838" y="2834"/>
                  </a:cubicBezTo>
                  <a:cubicBezTo>
                    <a:pt x="1808" y="2834"/>
                    <a:pt x="1787" y="2829"/>
                    <a:pt x="1782" y="2814"/>
                  </a:cubicBezTo>
                  <a:cubicBezTo>
                    <a:pt x="1766" y="2762"/>
                    <a:pt x="1974" y="2632"/>
                    <a:pt x="2316" y="2347"/>
                  </a:cubicBezTo>
                  <a:cubicBezTo>
                    <a:pt x="2726" y="2015"/>
                    <a:pt x="2784" y="1911"/>
                    <a:pt x="2778" y="1817"/>
                  </a:cubicBezTo>
                  <a:cubicBezTo>
                    <a:pt x="2768" y="1641"/>
                    <a:pt x="2555" y="1594"/>
                    <a:pt x="2571" y="1464"/>
                  </a:cubicBezTo>
                  <a:cubicBezTo>
                    <a:pt x="2586" y="1309"/>
                    <a:pt x="2893" y="1329"/>
                    <a:pt x="3209" y="1049"/>
                  </a:cubicBezTo>
                  <a:cubicBezTo>
                    <a:pt x="3401" y="878"/>
                    <a:pt x="3609" y="722"/>
                    <a:pt x="3573" y="670"/>
                  </a:cubicBezTo>
                  <a:cubicBezTo>
                    <a:pt x="3567" y="662"/>
                    <a:pt x="3555" y="658"/>
                    <a:pt x="3539" y="658"/>
                  </a:cubicBezTo>
                  <a:cubicBezTo>
                    <a:pt x="3417" y="658"/>
                    <a:pt x="3038" y="852"/>
                    <a:pt x="2958" y="852"/>
                  </a:cubicBezTo>
                  <a:cubicBezTo>
                    <a:pt x="2951" y="852"/>
                    <a:pt x="2946" y="850"/>
                    <a:pt x="2944" y="847"/>
                  </a:cubicBezTo>
                  <a:cubicBezTo>
                    <a:pt x="2924" y="815"/>
                    <a:pt x="4045" y="218"/>
                    <a:pt x="4492" y="104"/>
                  </a:cubicBezTo>
                  <a:cubicBezTo>
                    <a:pt x="4891" y="0"/>
                    <a:pt x="4092" y="52"/>
                    <a:pt x="4087" y="21"/>
                  </a:cubicBezTo>
                  <a:cubicBezTo>
                    <a:pt x="4086" y="15"/>
                    <a:pt x="4067" y="12"/>
                    <a:pt x="4035" y="12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6" name="Google Shape;16126;p130"/>
            <p:cNvSpPr/>
            <p:nvPr/>
          </p:nvSpPr>
          <p:spPr>
            <a:xfrm>
              <a:off x="361550" y="3005650"/>
              <a:ext cx="187700" cy="194700"/>
            </a:xfrm>
            <a:custGeom>
              <a:avLst/>
              <a:gdLst/>
              <a:ahLst/>
              <a:cxnLst/>
              <a:rect l="l" t="t" r="r" b="b"/>
              <a:pathLst>
                <a:path w="7508" h="7788" extrusionOk="0">
                  <a:moveTo>
                    <a:pt x="0" y="0"/>
                  </a:moveTo>
                  <a:cubicBezTo>
                    <a:pt x="0" y="0"/>
                    <a:pt x="1568" y="852"/>
                    <a:pt x="2212" y="1874"/>
                  </a:cubicBezTo>
                  <a:cubicBezTo>
                    <a:pt x="2856" y="2897"/>
                    <a:pt x="2762" y="2845"/>
                    <a:pt x="3411" y="4880"/>
                  </a:cubicBezTo>
                  <a:cubicBezTo>
                    <a:pt x="4055" y="6910"/>
                    <a:pt x="5576" y="7788"/>
                    <a:pt x="5576" y="7788"/>
                  </a:cubicBezTo>
                  <a:cubicBezTo>
                    <a:pt x="5576" y="7788"/>
                    <a:pt x="6770" y="7720"/>
                    <a:pt x="7139" y="5846"/>
                  </a:cubicBezTo>
                  <a:cubicBezTo>
                    <a:pt x="7507" y="3967"/>
                    <a:pt x="6126" y="2025"/>
                    <a:pt x="5576" y="1355"/>
                  </a:cubicBezTo>
                  <a:cubicBezTo>
                    <a:pt x="5021" y="691"/>
                    <a:pt x="3640" y="898"/>
                    <a:pt x="2788" y="447"/>
                  </a:cubicBezTo>
                  <a:cubicBezTo>
                    <a:pt x="1937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7" name="Google Shape;16127;p130"/>
            <p:cNvSpPr/>
            <p:nvPr/>
          </p:nvSpPr>
          <p:spPr>
            <a:xfrm>
              <a:off x="361675" y="3007975"/>
              <a:ext cx="168500" cy="192375"/>
            </a:xfrm>
            <a:custGeom>
              <a:avLst/>
              <a:gdLst/>
              <a:ahLst/>
              <a:cxnLst/>
              <a:rect l="l" t="t" r="r" b="b"/>
              <a:pathLst>
                <a:path w="6740" h="7695" extrusionOk="0">
                  <a:moveTo>
                    <a:pt x="1186" y="14"/>
                  </a:moveTo>
                  <a:cubicBezTo>
                    <a:pt x="1140" y="14"/>
                    <a:pt x="1114" y="19"/>
                    <a:pt x="1111" y="27"/>
                  </a:cubicBezTo>
                  <a:cubicBezTo>
                    <a:pt x="1106" y="68"/>
                    <a:pt x="0" y="1"/>
                    <a:pt x="551" y="136"/>
                  </a:cubicBezTo>
                  <a:cubicBezTo>
                    <a:pt x="1169" y="281"/>
                    <a:pt x="2716" y="1055"/>
                    <a:pt x="2690" y="1101"/>
                  </a:cubicBezTo>
                  <a:cubicBezTo>
                    <a:pt x="2687" y="1105"/>
                    <a:pt x="2681" y="1107"/>
                    <a:pt x="2672" y="1107"/>
                  </a:cubicBezTo>
                  <a:cubicBezTo>
                    <a:pt x="2566" y="1107"/>
                    <a:pt x="2045" y="857"/>
                    <a:pt x="1869" y="857"/>
                  </a:cubicBezTo>
                  <a:cubicBezTo>
                    <a:pt x="1844" y="857"/>
                    <a:pt x="1827" y="862"/>
                    <a:pt x="1818" y="873"/>
                  </a:cubicBezTo>
                  <a:cubicBezTo>
                    <a:pt x="1771" y="935"/>
                    <a:pt x="2062" y="1138"/>
                    <a:pt x="2321" y="1361"/>
                  </a:cubicBezTo>
                  <a:cubicBezTo>
                    <a:pt x="2757" y="1724"/>
                    <a:pt x="3178" y="1698"/>
                    <a:pt x="3204" y="1901"/>
                  </a:cubicBezTo>
                  <a:cubicBezTo>
                    <a:pt x="3225" y="2067"/>
                    <a:pt x="2929" y="2129"/>
                    <a:pt x="2918" y="2353"/>
                  </a:cubicBezTo>
                  <a:cubicBezTo>
                    <a:pt x="2908" y="2482"/>
                    <a:pt x="2991" y="2612"/>
                    <a:pt x="3552" y="3048"/>
                  </a:cubicBezTo>
                  <a:cubicBezTo>
                    <a:pt x="4024" y="3412"/>
                    <a:pt x="4315" y="3583"/>
                    <a:pt x="4289" y="3650"/>
                  </a:cubicBezTo>
                  <a:cubicBezTo>
                    <a:pt x="4282" y="3669"/>
                    <a:pt x="4255" y="3676"/>
                    <a:pt x="4216" y="3676"/>
                  </a:cubicBezTo>
                  <a:cubicBezTo>
                    <a:pt x="4110" y="3676"/>
                    <a:pt x="3916" y="3625"/>
                    <a:pt x="3808" y="3625"/>
                  </a:cubicBezTo>
                  <a:cubicBezTo>
                    <a:pt x="3769" y="3625"/>
                    <a:pt x="3741" y="3632"/>
                    <a:pt x="3733" y="3650"/>
                  </a:cubicBezTo>
                  <a:cubicBezTo>
                    <a:pt x="3702" y="3739"/>
                    <a:pt x="4216" y="3952"/>
                    <a:pt x="4637" y="4476"/>
                  </a:cubicBezTo>
                  <a:cubicBezTo>
                    <a:pt x="4943" y="4855"/>
                    <a:pt x="5166" y="5369"/>
                    <a:pt x="5047" y="5494"/>
                  </a:cubicBezTo>
                  <a:cubicBezTo>
                    <a:pt x="5027" y="5515"/>
                    <a:pt x="4998" y="5523"/>
                    <a:pt x="4963" y="5523"/>
                  </a:cubicBezTo>
                  <a:cubicBezTo>
                    <a:pt x="4799" y="5523"/>
                    <a:pt x="4508" y="5329"/>
                    <a:pt x="4404" y="5329"/>
                  </a:cubicBezTo>
                  <a:cubicBezTo>
                    <a:pt x="4389" y="5329"/>
                    <a:pt x="4378" y="5333"/>
                    <a:pt x="4372" y="5343"/>
                  </a:cubicBezTo>
                  <a:cubicBezTo>
                    <a:pt x="4299" y="5442"/>
                    <a:pt x="4974" y="5914"/>
                    <a:pt x="5332" y="6641"/>
                  </a:cubicBezTo>
                  <a:cubicBezTo>
                    <a:pt x="5488" y="6968"/>
                    <a:pt x="5571" y="7331"/>
                    <a:pt x="5571" y="7695"/>
                  </a:cubicBezTo>
                  <a:cubicBezTo>
                    <a:pt x="5701" y="7679"/>
                    <a:pt x="5826" y="7643"/>
                    <a:pt x="5940" y="7586"/>
                  </a:cubicBezTo>
                  <a:cubicBezTo>
                    <a:pt x="5981" y="7420"/>
                    <a:pt x="6018" y="7248"/>
                    <a:pt x="6049" y="7067"/>
                  </a:cubicBezTo>
                  <a:cubicBezTo>
                    <a:pt x="6132" y="6547"/>
                    <a:pt x="6054" y="6563"/>
                    <a:pt x="6132" y="6158"/>
                  </a:cubicBezTo>
                  <a:cubicBezTo>
                    <a:pt x="6298" y="5213"/>
                    <a:pt x="6739" y="5037"/>
                    <a:pt x="6682" y="4388"/>
                  </a:cubicBezTo>
                  <a:cubicBezTo>
                    <a:pt x="6646" y="4011"/>
                    <a:pt x="6456" y="3630"/>
                    <a:pt x="6316" y="3630"/>
                  </a:cubicBezTo>
                  <a:cubicBezTo>
                    <a:pt x="6315" y="3630"/>
                    <a:pt x="6314" y="3630"/>
                    <a:pt x="6314" y="3630"/>
                  </a:cubicBezTo>
                  <a:cubicBezTo>
                    <a:pt x="6137" y="3640"/>
                    <a:pt x="5940" y="4196"/>
                    <a:pt x="5966" y="4715"/>
                  </a:cubicBezTo>
                  <a:cubicBezTo>
                    <a:pt x="5976" y="5042"/>
                    <a:pt x="6080" y="5270"/>
                    <a:pt x="6002" y="5317"/>
                  </a:cubicBezTo>
                  <a:cubicBezTo>
                    <a:pt x="5991" y="5325"/>
                    <a:pt x="5978" y="5329"/>
                    <a:pt x="5962" y="5329"/>
                  </a:cubicBezTo>
                  <a:cubicBezTo>
                    <a:pt x="5875" y="5329"/>
                    <a:pt x="5729" y="5212"/>
                    <a:pt x="5654" y="5057"/>
                  </a:cubicBezTo>
                  <a:cubicBezTo>
                    <a:pt x="5519" y="4798"/>
                    <a:pt x="5680" y="4569"/>
                    <a:pt x="5737" y="4128"/>
                  </a:cubicBezTo>
                  <a:cubicBezTo>
                    <a:pt x="5805" y="3619"/>
                    <a:pt x="5597" y="2264"/>
                    <a:pt x="5363" y="2186"/>
                  </a:cubicBezTo>
                  <a:cubicBezTo>
                    <a:pt x="5361" y="2186"/>
                    <a:pt x="5358" y="2185"/>
                    <a:pt x="5356" y="2185"/>
                  </a:cubicBezTo>
                  <a:cubicBezTo>
                    <a:pt x="5247" y="2185"/>
                    <a:pt x="5195" y="2953"/>
                    <a:pt x="5104" y="3085"/>
                  </a:cubicBezTo>
                  <a:cubicBezTo>
                    <a:pt x="5031" y="2913"/>
                    <a:pt x="4943" y="2706"/>
                    <a:pt x="4839" y="2462"/>
                  </a:cubicBezTo>
                  <a:cubicBezTo>
                    <a:pt x="4559" y="1802"/>
                    <a:pt x="4471" y="1683"/>
                    <a:pt x="4367" y="1574"/>
                  </a:cubicBezTo>
                  <a:cubicBezTo>
                    <a:pt x="4143" y="1345"/>
                    <a:pt x="4008" y="1351"/>
                    <a:pt x="3552" y="1101"/>
                  </a:cubicBezTo>
                  <a:cubicBezTo>
                    <a:pt x="2877" y="728"/>
                    <a:pt x="2861" y="546"/>
                    <a:pt x="2425" y="343"/>
                  </a:cubicBezTo>
                  <a:cubicBezTo>
                    <a:pt x="1891" y="93"/>
                    <a:pt x="1374" y="14"/>
                    <a:pt x="1186" y="14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8" name="Google Shape;16128;p130"/>
            <p:cNvSpPr/>
            <p:nvPr/>
          </p:nvSpPr>
          <p:spPr>
            <a:xfrm>
              <a:off x="381400" y="3011350"/>
              <a:ext cx="126825" cy="219125"/>
            </a:xfrm>
            <a:custGeom>
              <a:avLst/>
              <a:gdLst/>
              <a:ahLst/>
              <a:cxnLst/>
              <a:rect l="l" t="t" r="r" b="b"/>
              <a:pathLst>
                <a:path w="5073" h="8765" extrusionOk="0">
                  <a:moveTo>
                    <a:pt x="21" y="1"/>
                  </a:moveTo>
                  <a:lnTo>
                    <a:pt x="1" y="94"/>
                  </a:lnTo>
                  <a:cubicBezTo>
                    <a:pt x="940" y="338"/>
                    <a:pt x="1807" y="795"/>
                    <a:pt x="2539" y="1423"/>
                  </a:cubicBezTo>
                  <a:cubicBezTo>
                    <a:pt x="3671" y="2394"/>
                    <a:pt x="4969" y="4248"/>
                    <a:pt x="4746" y="7555"/>
                  </a:cubicBezTo>
                  <a:cubicBezTo>
                    <a:pt x="4746" y="7555"/>
                    <a:pt x="4746" y="7560"/>
                    <a:pt x="4746" y="7565"/>
                  </a:cubicBezTo>
                  <a:cubicBezTo>
                    <a:pt x="4777" y="7960"/>
                    <a:pt x="4761" y="8354"/>
                    <a:pt x="4694" y="8744"/>
                  </a:cubicBezTo>
                  <a:lnTo>
                    <a:pt x="4793" y="8764"/>
                  </a:lnTo>
                  <a:cubicBezTo>
                    <a:pt x="4855" y="8365"/>
                    <a:pt x="4876" y="7960"/>
                    <a:pt x="4844" y="7560"/>
                  </a:cubicBezTo>
                  <a:cubicBezTo>
                    <a:pt x="5073" y="4211"/>
                    <a:pt x="3749" y="2332"/>
                    <a:pt x="2602" y="1351"/>
                  </a:cubicBezTo>
                  <a:cubicBezTo>
                    <a:pt x="1854" y="707"/>
                    <a:pt x="971" y="245"/>
                    <a:pt x="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9" name="Google Shape;16129;p130"/>
            <p:cNvSpPr/>
            <p:nvPr/>
          </p:nvSpPr>
          <p:spPr>
            <a:xfrm>
              <a:off x="646300" y="296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close/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0" name="Google Shape;16130;p130"/>
            <p:cNvSpPr/>
            <p:nvPr/>
          </p:nvSpPr>
          <p:spPr>
            <a:xfrm>
              <a:off x="541575" y="3074050"/>
              <a:ext cx="92050" cy="171475"/>
            </a:xfrm>
            <a:custGeom>
              <a:avLst/>
              <a:gdLst/>
              <a:ahLst/>
              <a:cxnLst/>
              <a:rect l="l" t="t" r="r" b="b"/>
              <a:pathLst>
                <a:path w="3682" h="6859" extrusionOk="0">
                  <a:moveTo>
                    <a:pt x="3655" y="0"/>
                  </a:moveTo>
                  <a:cubicBezTo>
                    <a:pt x="3645" y="6"/>
                    <a:pt x="2653" y="301"/>
                    <a:pt x="1755" y="1298"/>
                  </a:cubicBezTo>
                  <a:cubicBezTo>
                    <a:pt x="924" y="2212"/>
                    <a:pt x="0" y="3920"/>
                    <a:pt x="317" y="6859"/>
                  </a:cubicBezTo>
                  <a:lnTo>
                    <a:pt x="415" y="6848"/>
                  </a:lnTo>
                  <a:cubicBezTo>
                    <a:pt x="104" y="3946"/>
                    <a:pt x="1007" y="2264"/>
                    <a:pt x="1822" y="1361"/>
                  </a:cubicBezTo>
                  <a:cubicBezTo>
                    <a:pt x="2705" y="390"/>
                    <a:pt x="3671" y="94"/>
                    <a:pt x="3681" y="94"/>
                  </a:cubicBezTo>
                  <a:lnTo>
                    <a:pt x="36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1" name="Google Shape;16131;p130"/>
            <p:cNvSpPr/>
            <p:nvPr/>
          </p:nvSpPr>
          <p:spPr>
            <a:xfrm>
              <a:off x="359850" y="3004350"/>
              <a:ext cx="191075" cy="197300"/>
            </a:xfrm>
            <a:custGeom>
              <a:avLst/>
              <a:gdLst/>
              <a:ahLst/>
              <a:cxnLst/>
              <a:rect l="l" t="t" r="r" b="b"/>
              <a:pathLst>
                <a:path w="7643" h="7892" extrusionOk="0">
                  <a:moveTo>
                    <a:pt x="255" y="104"/>
                  </a:moveTo>
                  <a:cubicBezTo>
                    <a:pt x="759" y="115"/>
                    <a:pt x="2155" y="187"/>
                    <a:pt x="2830" y="546"/>
                  </a:cubicBezTo>
                  <a:cubicBezTo>
                    <a:pt x="3199" y="743"/>
                    <a:pt x="3666" y="815"/>
                    <a:pt x="4118" y="883"/>
                  </a:cubicBezTo>
                  <a:cubicBezTo>
                    <a:pt x="4725" y="982"/>
                    <a:pt x="5296" y="1070"/>
                    <a:pt x="5603" y="1438"/>
                  </a:cubicBezTo>
                  <a:cubicBezTo>
                    <a:pt x="5935" y="1833"/>
                    <a:pt x="7549" y="3905"/>
                    <a:pt x="7160" y="5883"/>
                  </a:cubicBezTo>
                  <a:cubicBezTo>
                    <a:pt x="6828" y="7591"/>
                    <a:pt x="5790" y="7778"/>
                    <a:pt x="5655" y="7793"/>
                  </a:cubicBezTo>
                  <a:cubicBezTo>
                    <a:pt x="5504" y="7700"/>
                    <a:pt x="4123" y="6807"/>
                    <a:pt x="3526" y="4917"/>
                  </a:cubicBezTo>
                  <a:cubicBezTo>
                    <a:pt x="3401" y="4533"/>
                    <a:pt x="3308" y="4226"/>
                    <a:pt x="3225" y="3967"/>
                  </a:cubicBezTo>
                  <a:cubicBezTo>
                    <a:pt x="2887" y="2877"/>
                    <a:pt x="2841" y="2726"/>
                    <a:pt x="2321" y="1901"/>
                  </a:cubicBezTo>
                  <a:cubicBezTo>
                    <a:pt x="1802" y="1075"/>
                    <a:pt x="676" y="353"/>
                    <a:pt x="255" y="104"/>
                  </a:cubicBezTo>
                  <a:close/>
                  <a:moveTo>
                    <a:pt x="68" y="0"/>
                  </a:moveTo>
                  <a:cubicBezTo>
                    <a:pt x="16" y="0"/>
                    <a:pt x="1" y="68"/>
                    <a:pt x="42" y="94"/>
                  </a:cubicBezTo>
                  <a:cubicBezTo>
                    <a:pt x="58" y="99"/>
                    <a:pt x="1605" y="950"/>
                    <a:pt x="2238" y="1952"/>
                  </a:cubicBezTo>
                  <a:cubicBezTo>
                    <a:pt x="2758" y="2773"/>
                    <a:pt x="2794" y="2887"/>
                    <a:pt x="3131" y="3993"/>
                  </a:cubicBezTo>
                  <a:cubicBezTo>
                    <a:pt x="3209" y="4247"/>
                    <a:pt x="3308" y="4559"/>
                    <a:pt x="3432" y="4948"/>
                  </a:cubicBezTo>
                  <a:cubicBezTo>
                    <a:pt x="4076" y="6973"/>
                    <a:pt x="5603" y="7876"/>
                    <a:pt x="5618" y="7881"/>
                  </a:cubicBezTo>
                  <a:cubicBezTo>
                    <a:pt x="5623" y="7887"/>
                    <a:pt x="5634" y="7892"/>
                    <a:pt x="5644" y="7892"/>
                  </a:cubicBezTo>
                  <a:lnTo>
                    <a:pt x="5644" y="7887"/>
                  </a:lnTo>
                  <a:cubicBezTo>
                    <a:pt x="5660" y="7887"/>
                    <a:pt x="6885" y="7793"/>
                    <a:pt x="7254" y="5898"/>
                  </a:cubicBezTo>
                  <a:cubicBezTo>
                    <a:pt x="7643" y="3925"/>
                    <a:pt x="6148" y="1937"/>
                    <a:pt x="5680" y="1371"/>
                  </a:cubicBezTo>
                  <a:cubicBezTo>
                    <a:pt x="5348" y="976"/>
                    <a:pt x="4756" y="883"/>
                    <a:pt x="4133" y="784"/>
                  </a:cubicBezTo>
                  <a:cubicBezTo>
                    <a:pt x="3692" y="717"/>
                    <a:pt x="3230" y="644"/>
                    <a:pt x="2877" y="457"/>
                  </a:cubicBezTo>
                  <a:cubicBezTo>
                    <a:pt x="2026" y="6"/>
                    <a:pt x="157" y="0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2" name="Google Shape;16132;p130"/>
            <p:cNvSpPr/>
            <p:nvPr/>
          </p:nvSpPr>
          <p:spPr>
            <a:xfrm>
              <a:off x="442925" y="3221500"/>
              <a:ext cx="153825" cy="46475"/>
            </a:xfrm>
            <a:custGeom>
              <a:avLst/>
              <a:gdLst/>
              <a:ahLst/>
              <a:cxnLst/>
              <a:rect l="l" t="t" r="r" b="b"/>
              <a:pathLst>
                <a:path w="6153" h="1859" extrusionOk="0">
                  <a:moveTo>
                    <a:pt x="0" y="0"/>
                  </a:moveTo>
                  <a:cubicBezTo>
                    <a:pt x="0" y="3"/>
                    <a:pt x="1" y="6"/>
                    <a:pt x="2" y="8"/>
                  </a:cubicBezTo>
                  <a:lnTo>
                    <a:pt x="2" y="8"/>
                  </a:lnTo>
                  <a:lnTo>
                    <a:pt x="0" y="0"/>
                  </a:lnTo>
                  <a:close/>
                  <a:moveTo>
                    <a:pt x="6153" y="0"/>
                  </a:moveTo>
                  <a:lnTo>
                    <a:pt x="6151" y="8"/>
                  </a:lnTo>
                  <a:lnTo>
                    <a:pt x="6151" y="8"/>
                  </a:lnTo>
                  <a:cubicBezTo>
                    <a:pt x="6152" y="6"/>
                    <a:pt x="6153" y="3"/>
                    <a:pt x="6153" y="0"/>
                  </a:cubicBezTo>
                  <a:close/>
                  <a:moveTo>
                    <a:pt x="2" y="8"/>
                  </a:moveTo>
                  <a:lnTo>
                    <a:pt x="229" y="1672"/>
                  </a:lnTo>
                  <a:cubicBezTo>
                    <a:pt x="686" y="1781"/>
                    <a:pt x="1792" y="1859"/>
                    <a:pt x="3079" y="1859"/>
                  </a:cubicBezTo>
                  <a:cubicBezTo>
                    <a:pt x="4367" y="1859"/>
                    <a:pt x="5467" y="1781"/>
                    <a:pt x="5924" y="1672"/>
                  </a:cubicBezTo>
                  <a:lnTo>
                    <a:pt x="6151" y="8"/>
                  </a:lnTo>
                  <a:lnTo>
                    <a:pt x="6151" y="8"/>
                  </a:lnTo>
                  <a:cubicBezTo>
                    <a:pt x="6107" y="171"/>
                    <a:pt x="4749" y="301"/>
                    <a:pt x="3079" y="301"/>
                  </a:cubicBezTo>
                  <a:cubicBezTo>
                    <a:pt x="1404" y="301"/>
                    <a:pt x="46" y="171"/>
                    <a:pt x="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3" name="Google Shape;16133;p130"/>
            <p:cNvSpPr/>
            <p:nvPr/>
          </p:nvSpPr>
          <p:spPr>
            <a:xfrm>
              <a:off x="442925" y="3221500"/>
              <a:ext cx="153825" cy="46475"/>
            </a:xfrm>
            <a:custGeom>
              <a:avLst/>
              <a:gdLst/>
              <a:ahLst/>
              <a:cxnLst/>
              <a:rect l="l" t="t" r="r" b="b"/>
              <a:pathLst>
                <a:path w="6153" h="1859" extrusionOk="0">
                  <a:moveTo>
                    <a:pt x="3079" y="1859"/>
                  </a:moveTo>
                  <a:cubicBezTo>
                    <a:pt x="4367" y="1859"/>
                    <a:pt x="5467" y="1781"/>
                    <a:pt x="5924" y="1672"/>
                  </a:cubicBezTo>
                  <a:lnTo>
                    <a:pt x="6153" y="0"/>
                  </a:lnTo>
                  <a:cubicBezTo>
                    <a:pt x="6153" y="166"/>
                    <a:pt x="4777" y="301"/>
                    <a:pt x="3079" y="301"/>
                  </a:cubicBezTo>
                  <a:cubicBezTo>
                    <a:pt x="1376" y="301"/>
                    <a:pt x="0" y="166"/>
                    <a:pt x="0" y="0"/>
                  </a:cubicBezTo>
                  <a:lnTo>
                    <a:pt x="229" y="1672"/>
                  </a:lnTo>
                  <a:cubicBezTo>
                    <a:pt x="686" y="1781"/>
                    <a:pt x="1792" y="1859"/>
                    <a:pt x="3079" y="185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4" name="Google Shape;16134;p130"/>
            <p:cNvSpPr/>
            <p:nvPr/>
          </p:nvSpPr>
          <p:spPr>
            <a:xfrm>
              <a:off x="441700" y="3220250"/>
              <a:ext cx="156350" cy="48900"/>
            </a:xfrm>
            <a:custGeom>
              <a:avLst/>
              <a:gdLst/>
              <a:ahLst/>
              <a:cxnLst/>
              <a:rect l="l" t="t" r="r" b="b"/>
              <a:pathLst>
                <a:path w="6254" h="1956" extrusionOk="0">
                  <a:moveTo>
                    <a:pt x="117" y="164"/>
                  </a:moveTo>
                  <a:cubicBezTo>
                    <a:pt x="231" y="211"/>
                    <a:pt x="470" y="263"/>
                    <a:pt x="948" y="310"/>
                  </a:cubicBezTo>
                  <a:cubicBezTo>
                    <a:pt x="1529" y="367"/>
                    <a:pt x="2303" y="398"/>
                    <a:pt x="3128" y="398"/>
                  </a:cubicBezTo>
                  <a:cubicBezTo>
                    <a:pt x="3948" y="398"/>
                    <a:pt x="4722" y="367"/>
                    <a:pt x="5303" y="310"/>
                  </a:cubicBezTo>
                  <a:cubicBezTo>
                    <a:pt x="5786" y="263"/>
                    <a:pt x="6020" y="211"/>
                    <a:pt x="6139" y="164"/>
                  </a:cubicBezTo>
                  <a:lnTo>
                    <a:pt x="6139" y="164"/>
                  </a:lnTo>
                  <a:lnTo>
                    <a:pt x="5932" y="1680"/>
                  </a:lnTo>
                  <a:cubicBezTo>
                    <a:pt x="5444" y="1789"/>
                    <a:pt x="4348" y="1857"/>
                    <a:pt x="3128" y="1857"/>
                  </a:cubicBezTo>
                  <a:cubicBezTo>
                    <a:pt x="1903" y="1857"/>
                    <a:pt x="813" y="1789"/>
                    <a:pt x="325" y="1680"/>
                  </a:cubicBezTo>
                  <a:lnTo>
                    <a:pt x="117" y="164"/>
                  </a:lnTo>
                  <a:close/>
                  <a:moveTo>
                    <a:pt x="51" y="1"/>
                  </a:moveTo>
                  <a:cubicBezTo>
                    <a:pt x="26" y="1"/>
                    <a:pt x="0" y="18"/>
                    <a:pt x="3" y="50"/>
                  </a:cubicBezTo>
                  <a:cubicBezTo>
                    <a:pt x="3" y="60"/>
                    <a:pt x="3" y="71"/>
                    <a:pt x="8" y="81"/>
                  </a:cubicBezTo>
                  <a:lnTo>
                    <a:pt x="231" y="1727"/>
                  </a:lnTo>
                  <a:cubicBezTo>
                    <a:pt x="231" y="1748"/>
                    <a:pt x="247" y="1763"/>
                    <a:pt x="268" y="1768"/>
                  </a:cubicBezTo>
                  <a:cubicBezTo>
                    <a:pt x="745" y="1883"/>
                    <a:pt x="1867" y="1955"/>
                    <a:pt x="3128" y="1955"/>
                  </a:cubicBezTo>
                  <a:cubicBezTo>
                    <a:pt x="4385" y="1955"/>
                    <a:pt x="5506" y="1883"/>
                    <a:pt x="5984" y="1768"/>
                  </a:cubicBezTo>
                  <a:cubicBezTo>
                    <a:pt x="6004" y="1763"/>
                    <a:pt x="6020" y="1748"/>
                    <a:pt x="6020" y="1727"/>
                  </a:cubicBezTo>
                  <a:lnTo>
                    <a:pt x="6248" y="81"/>
                  </a:lnTo>
                  <a:cubicBezTo>
                    <a:pt x="6254" y="71"/>
                    <a:pt x="6254" y="60"/>
                    <a:pt x="6248" y="50"/>
                  </a:cubicBezTo>
                  <a:cubicBezTo>
                    <a:pt x="6248" y="20"/>
                    <a:pt x="6224" y="5"/>
                    <a:pt x="6200" y="5"/>
                  </a:cubicBezTo>
                  <a:cubicBezTo>
                    <a:pt x="6179" y="5"/>
                    <a:pt x="6157" y="18"/>
                    <a:pt x="6155" y="45"/>
                  </a:cubicBezTo>
                  <a:cubicBezTo>
                    <a:pt x="6072" y="149"/>
                    <a:pt x="4956" y="299"/>
                    <a:pt x="3128" y="299"/>
                  </a:cubicBezTo>
                  <a:cubicBezTo>
                    <a:pt x="1295" y="299"/>
                    <a:pt x="179" y="149"/>
                    <a:pt x="101" y="45"/>
                  </a:cubicBezTo>
                  <a:cubicBezTo>
                    <a:pt x="99" y="15"/>
                    <a:pt x="75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5" name="Google Shape;16135;p130"/>
            <p:cNvSpPr/>
            <p:nvPr/>
          </p:nvSpPr>
          <p:spPr>
            <a:xfrm>
              <a:off x="454225" y="3484450"/>
              <a:ext cx="130850" cy="29625"/>
            </a:xfrm>
            <a:custGeom>
              <a:avLst/>
              <a:gdLst/>
              <a:ahLst/>
              <a:cxnLst/>
              <a:rect l="l" t="t" r="r" b="b"/>
              <a:pathLst>
                <a:path w="5234" h="1185" extrusionOk="0">
                  <a:moveTo>
                    <a:pt x="2617" y="0"/>
                  </a:moveTo>
                  <a:cubicBezTo>
                    <a:pt x="1173" y="0"/>
                    <a:pt x="0" y="265"/>
                    <a:pt x="0" y="592"/>
                  </a:cubicBezTo>
                  <a:cubicBezTo>
                    <a:pt x="0" y="919"/>
                    <a:pt x="1173" y="1184"/>
                    <a:pt x="2617" y="1184"/>
                  </a:cubicBezTo>
                  <a:cubicBezTo>
                    <a:pt x="4060" y="1184"/>
                    <a:pt x="5233" y="919"/>
                    <a:pt x="5233" y="592"/>
                  </a:cubicBezTo>
                  <a:cubicBezTo>
                    <a:pt x="5233" y="265"/>
                    <a:pt x="4060" y="0"/>
                    <a:pt x="2617" y="0"/>
                  </a:cubicBezTo>
                  <a:close/>
                </a:path>
              </a:pathLst>
            </a:custGeom>
            <a:solidFill>
              <a:schemeClr val="dk1">
                <a:alpha val="296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36" name="Google Shape;16136;p130"/>
          <p:cNvGrpSpPr/>
          <p:nvPr/>
        </p:nvGrpSpPr>
        <p:grpSpPr>
          <a:xfrm>
            <a:off x="7939445" y="2218367"/>
            <a:ext cx="489452" cy="1556900"/>
            <a:chOff x="67908" y="2173717"/>
            <a:chExt cx="489452" cy="1556900"/>
          </a:xfrm>
        </p:grpSpPr>
        <p:sp>
          <p:nvSpPr>
            <p:cNvPr id="16137" name="Google Shape;16137;p130"/>
            <p:cNvSpPr/>
            <p:nvPr/>
          </p:nvSpPr>
          <p:spPr>
            <a:xfrm rot="-1154972" flipH="1">
              <a:off x="73088" y="2911831"/>
              <a:ext cx="40038" cy="3984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8" name="Google Shape;16138;p130"/>
            <p:cNvSpPr/>
            <p:nvPr/>
          </p:nvSpPr>
          <p:spPr>
            <a:xfrm rot="-1130306" flipH="1">
              <a:off x="294738" y="3700045"/>
              <a:ext cx="26943" cy="2694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9" name="Google Shape;16139;p130"/>
            <p:cNvSpPr/>
            <p:nvPr/>
          </p:nvSpPr>
          <p:spPr>
            <a:xfrm rot="-1130306" flipH="1">
              <a:off x="526788" y="3452345"/>
              <a:ext cx="26943" cy="2694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0" name="Google Shape;16140;p130"/>
            <p:cNvSpPr/>
            <p:nvPr/>
          </p:nvSpPr>
          <p:spPr>
            <a:xfrm rot="-1154972" flipH="1">
              <a:off x="315263" y="3260631"/>
              <a:ext cx="40038" cy="3984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1" name="Google Shape;16141;p130"/>
            <p:cNvSpPr/>
            <p:nvPr/>
          </p:nvSpPr>
          <p:spPr>
            <a:xfrm rot="-1130306" flipH="1">
              <a:off x="447363" y="2992795"/>
              <a:ext cx="26943" cy="2694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2" name="Google Shape;16142;p130"/>
            <p:cNvSpPr/>
            <p:nvPr/>
          </p:nvSpPr>
          <p:spPr>
            <a:xfrm rot="-1130306" flipH="1">
              <a:off x="206588" y="2677170"/>
              <a:ext cx="26943" cy="2694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3" name="Google Shape;16143;p130"/>
            <p:cNvSpPr/>
            <p:nvPr/>
          </p:nvSpPr>
          <p:spPr>
            <a:xfrm rot="-1130306" flipH="1">
              <a:off x="321813" y="2177345"/>
              <a:ext cx="26943" cy="2694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44" name="Google Shape;16144;p130"/>
          <p:cNvSpPr/>
          <p:nvPr/>
        </p:nvSpPr>
        <p:spPr>
          <a:xfrm>
            <a:off x="3033238" y="3022960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45" name="Google Shape;16145;p130"/>
          <p:cNvGrpSpPr/>
          <p:nvPr/>
        </p:nvGrpSpPr>
        <p:grpSpPr>
          <a:xfrm>
            <a:off x="3943739" y="3023115"/>
            <a:ext cx="346056" cy="345674"/>
            <a:chOff x="3303268" y="3817349"/>
            <a:chExt cx="346056" cy="345674"/>
          </a:xfrm>
        </p:grpSpPr>
        <p:sp>
          <p:nvSpPr>
            <p:cNvPr id="16146" name="Google Shape;16146;p130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7" name="Google Shape;16147;p130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8" name="Google Shape;16148;p130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9" name="Google Shape;16149;p130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50" name="Google Shape;16150;p130"/>
          <p:cNvGrpSpPr/>
          <p:nvPr/>
        </p:nvGrpSpPr>
        <p:grpSpPr>
          <a:xfrm>
            <a:off x="4854404" y="3023115"/>
            <a:ext cx="346056" cy="345674"/>
            <a:chOff x="3752358" y="3817349"/>
            <a:chExt cx="346056" cy="345674"/>
          </a:xfrm>
        </p:grpSpPr>
        <p:sp>
          <p:nvSpPr>
            <p:cNvPr id="16151" name="Google Shape;16151;p130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2" name="Google Shape;16152;p130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3" name="Google Shape;16153;p130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4" name="Google Shape;16154;p130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55" name="Google Shape;16155;p130"/>
          <p:cNvGrpSpPr/>
          <p:nvPr/>
        </p:nvGrpSpPr>
        <p:grpSpPr>
          <a:xfrm>
            <a:off x="5765118" y="3023127"/>
            <a:ext cx="346024" cy="345674"/>
            <a:chOff x="4201447" y="3817349"/>
            <a:chExt cx="346024" cy="345674"/>
          </a:xfrm>
        </p:grpSpPr>
        <p:sp>
          <p:nvSpPr>
            <p:cNvPr id="16156" name="Google Shape;16156;p130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7" name="Google Shape;16157;p130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140;p74">
            <a:extLst>
              <a:ext uri="{FF2B5EF4-FFF2-40B4-BE49-F238E27FC236}">
                <a16:creationId xmlns:a16="http://schemas.microsoft.com/office/drawing/2014/main" id="{CE02A21E-2030-5F43-DEEA-EEAE393F6448}"/>
              </a:ext>
            </a:extLst>
          </p:cNvPr>
          <p:cNvSpPr/>
          <p:nvPr/>
        </p:nvSpPr>
        <p:spPr>
          <a:xfrm flipH="1">
            <a:off x="1909823" y="3696386"/>
            <a:ext cx="5382228" cy="692774"/>
          </a:xfrm>
          <a:prstGeom prst="roundRect">
            <a:avLst>
              <a:gd name="adj" fmla="val 24284"/>
            </a:avLst>
          </a:prstGeom>
          <a:gradFill>
            <a:gsLst>
              <a:gs pos="0">
                <a:schemeClr val="accent2"/>
              </a:gs>
              <a:gs pos="50000">
                <a:schemeClr val="accent3"/>
              </a:gs>
              <a:gs pos="100000">
                <a:schemeClr val="accent1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y Favorite Playlists Lo-fi Style XL by Slidesgo">
  <a:themeElements>
    <a:clrScheme name="Simple Light">
      <a:dk1>
        <a:srgbClr val="0B0A33"/>
      </a:dk1>
      <a:lt1>
        <a:srgbClr val="FFFFFF"/>
      </a:lt1>
      <a:dk2>
        <a:srgbClr val="3C4173"/>
      </a:dk2>
      <a:lt2>
        <a:srgbClr val="464978"/>
      </a:lt2>
      <a:accent1>
        <a:srgbClr val="545791"/>
      </a:accent1>
      <a:accent2>
        <a:srgbClr val="F5A65A"/>
      </a:accent2>
      <a:accent3>
        <a:srgbClr val="D88794"/>
      </a:accent3>
      <a:accent4>
        <a:srgbClr val="F59A93"/>
      </a:accent4>
      <a:accent5>
        <a:srgbClr val="F5A076"/>
      </a:accent5>
      <a:accent6>
        <a:srgbClr val="6669A3"/>
      </a:accent6>
      <a:hlink>
        <a:srgbClr val="0B0A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On-screen Show (16:9)</PresentationFormat>
  <Paragraphs>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Barlow</vt:lpstr>
      <vt:lpstr>Bebas Neue</vt:lpstr>
      <vt:lpstr>Poppins</vt:lpstr>
      <vt:lpstr>Lalezar</vt:lpstr>
      <vt:lpstr>Arial</vt:lpstr>
      <vt:lpstr>Segoe WPC</vt:lpstr>
      <vt:lpstr>My Favorite Playlists Lo-fi Style XL by Slidesgo</vt:lpstr>
      <vt:lpstr>Développement et Conception de l’Application Web WAVVE</vt:lpstr>
      <vt:lpstr>PLAN</vt:lpstr>
      <vt:lpstr>INTRODUCTION</vt:lpstr>
      <vt:lpstr>INTRODUCTION</vt:lpstr>
      <vt:lpstr>Cadre Du Projet WAVVE</vt:lpstr>
      <vt:lpstr>Cadre Du Projet WAVVE</vt:lpstr>
      <vt:lpstr>CONCEPTION</vt:lpstr>
      <vt:lpstr>Diagramme de classes</vt:lpstr>
      <vt:lpstr>Diagramme d’activité</vt:lpstr>
      <vt:lpstr>Diagramme de séquence</vt:lpstr>
      <vt:lpstr>Diagramme de Gantt</vt:lpstr>
      <vt:lpstr>Technologies Utilisées pour Wavve</vt:lpstr>
      <vt:lpstr>Architecture et Technologies  </vt:lpstr>
      <vt:lpstr>Backend et Intégrations </vt:lpstr>
      <vt:lpstr>Realisation Du Projet</vt:lpstr>
      <vt:lpstr>Conclusion</vt:lpstr>
      <vt:lpstr>MERCI!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Alchys Fall</cp:lastModifiedBy>
  <cp:revision>2</cp:revision>
  <dcterms:modified xsi:type="dcterms:W3CDTF">2025-05-22T19:22:10Z</dcterms:modified>
</cp:coreProperties>
</file>